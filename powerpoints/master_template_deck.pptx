
<file path=[Content_Types].xml><?xml version="1.0" encoding="utf-8"?>
<ns0:Types xmlns:ns0="http://schemas.openxmlformats.org/package/2006/content-types">
  <ns0:Default Extension="gif" ContentType="image/gif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Metadata/LabelInfo.xml" ContentType="application/vnd.ms-office.classificationlabels+xml"/>
  <ns0:Override PartName="/ppt/slides/slide10.xml" ContentType="application/vnd.openxmlformats-officedocument.presentationml.slide+xml"/>
  <ns0:Override PartName="/ppt/slideLayouts/slideLayout12.xml" ContentType="application/vnd.openxmlformats-officedocument.presentationml.slideLayout+xml"/>
  <ns0:Override PartName="/ppt/slideMasters/slideMaster2.xml" ContentType="application/vnd.openxmlformats-officedocument.presentationml.slideMaster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theme/theme2.xml" ContentType="application/vnd.openxmlformats-officedocument.theme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Layouts/slideLayout23.xml" ContentType="application/vnd.openxmlformats-officedocument.presentationml.slideLayout+xml"/>
  <ns0:Override PartName="/ppt/slideMasters/slideMaster3.xml" ContentType="application/vnd.openxmlformats-officedocument.presentationml.slideMaster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theme/theme3.xml" ContentType="application/vnd.openxmlformats-officedocument.theme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Default Extension="svg" ContentType="image/svg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Default Extension="wdp" ContentType="image/vnd.ms-photo"/>
  <ns0:Override PartName="/ppt/slides/slide29.xml" ContentType="application/vnd.openxmlformats-officedocument.presentationml.slide+xml"/>
  <ns0:Override PartName="/ppt/slideLayouts/slideLayout34.xml" ContentType="application/vnd.openxmlformats-officedocument.presentationml.slideLayout+xml"/>
  <ns0:Override PartName="/ppt/slideMasters/slideMaster4.xml" ContentType="application/vnd.openxmlformats-officedocument.presentationml.slideMaster+xml"/>
  <ns0:Override PartName="/ppt/slideLayouts/slideLayout35.xml" ContentType="application/vnd.openxmlformats-officedocument.presentationml.slideLayout+xml"/>
  <ns0:Override PartName="/ppt/slideLayouts/slideLayout36.xml" ContentType="application/vnd.openxmlformats-officedocument.presentationml.slideLayout+xml"/>
  <ns0:Override PartName="/ppt/theme/theme4.xml" ContentType="application/vnd.openxmlformats-officedocument.theme+xml"/>
  <ns0:Override PartName="/ppt/slideLayouts/slideLayout37.xml" ContentType="application/vnd.openxmlformats-officedocument.presentationml.slideLayout+xml"/>
  <ns0:Override PartName="/ppt/slideLayouts/slideLayout38.xml" ContentType="application/vnd.openxmlformats-officedocument.presentationml.slideLayout+xml"/>
  <ns0:Override PartName="/ppt/slideLayouts/slideLayout39.xml" ContentType="application/vnd.openxmlformats-officedocument.presentationml.slideLayout+xml"/>
  <ns0:Override PartName="/ppt/slideLayouts/slideLayout40.xml" ContentType="application/vnd.openxmlformats-officedocument.presentationml.slideLayout+xml"/>
  <ns0:Override PartName="/ppt/slideLayouts/slideLayout41.xml" ContentType="application/vnd.openxmlformats-officedocument.presentationml.slideLayout+xml"/>
  <ns0:Override PartName="/ppt/slideLayouts/slideLayout42.xml" ContentType="application/vnd.openxmlformats-officedocument.presentationml.slideLayout+xml"/>
  <ns0:Override PartName="/ppt/slideLayouts/slideLayout43.xml" ContentType="application/vnd.openxmlformats-officedocument.presentationml.slideLayout+xml"/>
  <ns0:Override PartName="/ppt/slideLayouts/slideLayout44.xml" ContentType="application/vnd.openxmlformats-officedocument.presentationml.slideLayout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Layouts/slideLayout45.xml" ContentType="application/vnd.openxmlformats-officedocument.presentationml.slideLayout+xml"/>
  <ns0:Override PartName="/ppt/slideMasters/slideMaster5.xml" ContentType="application/vnd.openxmlformats-officedocument.presentationml.slideMaster+xml"/>
  <ns0:Override PartName="/ppt/slideLayouts/slideLayout46.xml" ContentType="application/vnd.openxmlformats-officedocument.presentationml.slideLayout+xml"/>
  <ns0:Override PartName="/ppt/slideLayouts/slideLayout47.xml" ContentType="application/vnd.openxmlformats-officedocument.presentationml.slideLayout+xml"/>
  <ns0:Override PartName="/ppt/slideLayouts/slideLayout48.xml" ContentType="application/vnd.openxmlformats-officedocument.presentationml.slideLayout+xml"/>
  <ns0:Override PartName="/ppt/theme/theme5.xml" ContentType="application/vnd.openxmlformats-officedocument.theme+xml"/>
  <ns0:Override PartName="/ppt/slideLayouts/slideLayout49.xml" ContentType="application/vnd.openxmlformats-officedocument.presentationml.slideLayout+xml"/>
  <ns0:Override PartName="/ppt/slideLayouts/slideLayout50.xml" ContentType="application/vnd.openxmlformats-officedocument.presentationml.slideLayout+xml"/>
  <ns0:Override PartName="/ppt/slideLayouts/slideLayout51.xml" ContentType="application/vnd.openxmlformats-officedocument.presentationml.slideLayout+xml"/>
  <ns0:Override PartName="/ppt/slideLayouts/slideLayout52.xml" ContentType="application/vnd.openxmlformats-officedocument.presentationml.slideLayout+xml"/>
  <ns0:Override PartName="/ppt/slideLayouts/slideLayout53.xml" ContentType="application/vnd.openxmlformats-officedocument.presentationml.slideLayout+xml"/>
  <ns0:Override PartName="/ppt/slideLayouts/slideLayout54.xml" ContentType="application/vnd.openxmlformats-officedocument.presentationml.slideLayout+xml"/>
  <ns0:Override PartName="/ppt/slideLayouts/slideLayout55.xml" ContentType="application/vnd.openxmlformats-officedocument.presentationml.slideLayout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43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99CCFF"/>
    <a:srgbClr val="EDA8AA"/>
    <a:srgbClr val="4F6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4B216-A6F3-4552-8F34-B339F45BB472}" v="11" dt="2025-04-24T23:41:03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theme" Target="theme/theme1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viewProps" Target="viewProps.xml" /><ns0:Relationship Id="rId2" Type="http://schemas.openxmlformats.org/officeDocument/2006/relationships/slide" Target="slides/slide1.xml" /><ns0:Relationship Id="rId16" Type="http://schemas.microsoft.com/office/2015/10/relationships/revisionInfo" Target="revisionInfo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presProps" Target="presProps.xml" /><ns0:Relationship Id="rId5" Type="http://schemas.openxmlformats.org/officeDocument/2006/relationships/slide" Target="slides/slide4.xml" /><ns0:Relationship Id="rId15" Type="http://schemas.microsoft.com/office/2016/11/relationships/changesInfo" Target="changesInfos/changesInfo1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tableStyles" Target="tableStyles.xml" /><ns0:Relationship Id="rId17" Type="http://schemas.openxmlformats.org/officeDocument/2006/relationships/slide" Target="slides/slide10.xml" /><ns0:Relationship Id="rId18" Type="http://schemas.openxmlformats.org/officeDocument/2006/relationships/slide" Target="slides/slide11.xml" /><ns0:Relationship Id="rId19" Type="http://schemas.openxmlformats.org/officeDocument/2006/relationships/slide" Target="slides/slide12.xml" /><ns0:Relationship Id="rId20" Type="http://schemas.openxmlformats.org/officeDocument/2006/relationships/slide" Target="slides/slide13.xml" /><ns0:Relationship Id="rId21" Type="http://schemas.openxmlformats.org/officeDocument/2006/relationships/slide" Target="slides/slide14.xml" /><ns0:Relationship Id="rId22" Type="http://schemas.openxmlformats.org/officeDocument/2006/relationships/slide" Target="slides/slide15.xml" /><ns0:Relationship Id="rId23" Type="http://schemas.openxmlformats.org/officeDocument/2006/relationships/slide" Target="slides/slide16.xml" /><ns0:Relationship Id="rId24" Type="http://schemas.openxmlformats.org/officeDocument/2006/relationships/slide" Target="slides/slide17.xml" /><ns0:Relationship Id="rId25" Type="http://schemas.openxmlformats.org/officeDocument/2006/relationships/slide" Target="slides/slide18.xml" /><ns0:Relationship Id="rId26" Type="http://schemas.openxmlformats.org/officeDocument/2006/relationships/slide" Target="slides/slide19.xml" /><ns0:Relationship Id="rId27" Type="http://schemas.openxmlformats.org/officeDocument/2006/relationships/slide" Target="slides/slide20.xml" /><ns0:Relationship Id="rId28" Type="http://schemas.openxmlformats.org/officeDocument/2006/relationships/slide" Target="slides/slide21.xml" /><ns0:Relationship Id="rId29" Type="http://schemas.openxmlformats.org/officeDocument/2006/relationships/slide" Target="slides/slide22.xml" /><ns0:Relationship Id="rId30" Type="http://schemas.openxmlformats.org/officeDocument/2006/relationships/slide" Target="slides/slide23.xml" /><ns0:Relationship Id="rId31" Type="http://schemas.openxmlformats.org/officeDocument/2006/relationships/slide" Target="slides/slide24.xml" /><ns0:Relationship Id="rId32" Type="http://schemas.openxmlformats.org/officeDocument/2006/relationships/slide" Target="slides/slide25.xml" /><ns0:Relationship Id="rId33" Type="http://schemas.openxmlformats.org/officeDocument/2006/relationships/slide" Target="slides/slide26.xml" /><ns0:Relationship Id="rId34" Type="http://schemas.openxmlformats.org/officeDocument/2006/relationships/slide" Target="slides/slide27.xml" /><ns0:Relationship Id="rId35" Type="http://schemas.openxmlformats.org/officeDocument/2006/relationships/slide" Target="slides/slide28.xml" /><ns0:Relationship Id="rId36" Type="http://schemas.openxmlformats.org/officeDocument/2006/relationships/slide" Target="slides/slide29.xml" /><ns0:Relationship Id="rId37" Type="http://schemas.openxmlformats.org/officeDocument/2006/relationships/slide" Target="slides/slide30.xml" /><ns0:Relationship Id="rId38" Type="http://schemas.openxmlformats.org/officeDocument/2006/relationships/slide" Target="slides/slide31.xml" /><ns0:Relationship Id="rId39" Type="http://schemas.openxmlformats.org/officeDocument/2006/relationships/slide" Target="slides/slide32.xml" /><ns0:Relationship Id="rId40" Type="http://schemas.openxmlformats.org/officeDocument/2006/relationships/slide" Target="slides/slide33.xml" /><ns0:Relationship Id="rId41" Type="http://schemas.openxmlformats.org/officeDocument/2006/relationships/slide" Target="slides/slide34.xml" /><ns0:Relationship Id="rId42" Type="http://schemas.openxmlformats.org/officeDocument/2006/relationships/slide" Target="slides/slide35.xml" /><ns0:Relationship Id="rId43" Type="http://schemas.openxmlformats.org/officeDocument/2006/relationships/slide" Target="slides/slide36.xml" /><ns0:Relationship Id="rId44" Type="http://schemas.openxmlformats.org/officeDocument/2006/relationships/slide" Target="slides/slide37.xml" /><ns0:Relationship Id="rId45" Type="http://schemas.openxmlformats.org/officeDocument/2006/relationships/slide" Target="slides/slide38.xml" /><ns0:Relationship Id="rId46" Type="http://schemas.openxmlformats.org/officeDocument/2006/relationships/slide" Target="slides/slide39.xml" /><ns0:Relationship Id="rId47" Type="http://schemas.openxmlformats.org/officeDocument/2006/relationships/slide" Target="slides/slide40.xml" /><ns0:Relationship Id="rId48" Type="http://schemas.openxmlformats.org/officeDocument/2006/relationships/slide" Target="slides/slide41.xml" /><ns0:Relationship Id="rId49" Type="http://schemas.openxmlformats.org/officeDocument/2006/relationships/slide" Target="slides/slide42.xml" /><ns0:Relationship Id="rId50" Type="http://schemas.openxmlformats.org/officeDocument/2006/relationships/slide" Target="slides/slide43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5E94B216-A6F3-4552-8F34-B339F45BB472}"/>
    <pc:docChg chg="undo custSel addSld delSld modSld">
      <pc:chgData name="Jacqueline Ockwell" userId="79a11ae1-9a6a-4dce-9c68-e7607b2827ec" providerId="ADAL" clId="{5E94B216-A6F3-4552-8F34-B339F45BB472}" dt="2025-04-30T08:41:55.169" v="99" actId="6549"/>
      <pc:docMkLst>
        <pc:docMk/>
      </pc:docMkLst>
      <pc:sldChg chg="addSp delSp modSp mod">
        <pc:chgData name="Jacqueline Ockwell" userId="79a11ae1-9a6a-4dce-9c68-e7607b2827ec" providerId="ADAL" clId="{5E94B216-A6F3-4552-8F34-B339F45BB472}" dt="2025-04-24T09:09:54.779" v="5" actId="1076"/>
        <pc:sldMkLst>
          <pc:docMk/>
          <pc:sldMk cId="769056059" sldId="256"/>
        </pc:sldMkLst>
        <pc:picChg chg="mod">
          <ac:chgData name="Jacqueline Ockwell" userId="79a11ae1-9a6a-4dce-9c68-e7607b2827ec" providerId="ADAL" clId="{5E94B216-A6F3-4552-8F34-B339F45BB472}" dt="2025-04-24T09:09:54.779" v="5" actId="1076"/>
          <ac:picMkLst>
            <pc:docMk/>
            <pc:sldMk cId="769056059" sldId="256"/>
            <ac:picMk id="7" creationId="{2667BDE8-D742-CA19-52F1-DB328656D488}"/>
          </ac:picMkLst>
        </pc:picChg>
        <pc:picChg chg="add mod">
          <ac:chgData name="Jacqueline Ockwell" userId="79a11ae1-9a6a-4dce-9c68-e7607b2827ec" providerId="ADAL" clId="{5E94B216-A6F3-4552-8F34-B339F45BB472}" dt="2025-04-24T09:09:52.348" v="4" actId="1076"/>
          <ac:picMkLst>
            <pc:docMk/>
            <pc:sldMk cId="769056059" sldId="256"/>
            <ac:picMk id="10" creationId="{BC9849A7-FA51-9CD8-0ABD-9FA298098508}"/>
          </ac:picMkLst>
        </pc:picChg>
      </pc:sldChg>
      <pc:sldChg chg="modSp add del mod">
        <pc:chgData name="Jacqueline Ockwell" userId="79a11ae1-9a6a-4dce-9c68-e7607b2827ec" providerId="ADAL" clId="{5E94B216-A6F3-4552-8F34-B339F45BB472}" dt="2025-04-25T01:56:01.417" v="95" actId="20577"/>
        <pc:sldMkLst>
          <pc:docMk/>
          <pc:sldMk cId="3141922876" sldId="261"/>
        </pc:sldMkLst>
        <pc:spChg chg="mod">
          <ac:chgData name="Jacqueline Ockwell" userId="79a11ae1-9a6a-4dce-9c68-e7607b2827ec" providerId="ADAL" clId="{5E94B216-A6F3-4552-8F34-B339F45BB472}" dt="2025-04-25T01:56:01.417" v="95" actId="20577"/>
          <ac:spMkLst>
            <pc:docMk/>
            <pc:sldMk cId="3141922876" sldId="261"/>
            <ac:spMk id="6" creationId="{B866C493-9E26-80D5-35B8-253B87743450}"/>
          </ac:spMkLst>
        </pc:spChg>
      </pc:sldChg>
      <pc:sldChg chg="addSp modSp mod">
        <pc:chgData name="Jacqueline Ockwell" userId="79a11ae1-9a6a-4dce-9c68-e7607b2827ec" providerId="ADAL" clId="{5E94B216-A6F3-4552-8F34-B339F45BB472}" dt="2025-04-24T23:39:15.235" v="57" actId="207"/>
        <pc:sldMkLst>
          <pc:docMk/>
          <pc:sldMk cId="1229141880" sldId="262"/>
        </pc:sldMkLst>
        <pc:spChg chg="add mod">
          <ac:chgData name="Jacqueline Ockwell" userId="79a11ae1-9a6a-4dce-9c68-e7607b2827ec" providerId="ADAL" clId="{5E94B216-A6F3-4552-8F34-B339F45BB472}" dt="2025-04-24T23:39:15.235" v="57" actId="207"/>
          <ac:spMkLst>
            <pc:docMk/>
            <pc:sldMk cId="1229141880" sldId="262"/>
            <ac:spMk id="2" creationId="{5AA29486-6407-3D8F-4370-28A7FC6BF6D3}"/>
          </ac:spMkLst>
        </pc:spChg>
        <pc:spChg chg="mod">
          <ac:chgData name="Jacqueline Ockwell" userId="79a11ae1-9a6a-4dce-9c68-e7607b2827ec" providerId="ADAL" clId="{5E94B216-A6F3-4552-8F34-B339F45BB472}" dt="2025-04-24T23:37:02.715" v="8" actId="1076"/>
          <ac:spMkLst>
            <pc:docMk/>
            <pc:sldMk cId="1229141880" sldId="262"/>
            <ac:spMk id="3" creationId="{03781E36-E7DB-B78B-DBA8-344F85037453}"/>
          </ac:spMkLst>
        </pc:spChg>
        <pc:spChg chg="mod">
          <ac:chgData name="Jacqueline Ockwell" userId="79a11ae1-9a6a-4dce-9c68-e7607b2827ec" providerId="ADAL" clId="{5E94B216-A6F3-4552-8F34-B339F45BB472}" dt="2025-04-24T23:37:05.963" v="10" actId="1076"/>
          <ac:spMkLst>
            <pc:docMk/>
            <pc:sldMk cId="1229141880" sldId="262"/>
            <ac:spMk id="4" creationId="{1B94A61E-F1CB-2863-6D94-0D045D2C8EEA}"/>
          </ac:spMkLst>
        </pc:spChg>
        <pc:spChg chg="mod">
          <ac:chgData name="Jacqueline Ockwell" userId="79a11ae1-9a6a-4dce-9c68-e7607b2827ec" providerId="ADAL" clId="{5E94B216-A6F3-4552-8F34-B339F45BB472}" dt="2025-04-24T23:37:04.347" v="9" actId="1076"/>
          <ac:spMkLst>
            <pc:docMk/>
            <pc:sldMk cId="1229141880" sldId="262"/>
            <ac:spMk id="5" creationId="{3CC76132-D877-8515-E045-0B7681755B10}"/>
          </ac:spMkLst>
        </pc:spChg>
        <pc:spChg chg="mod">
          <ac:chgData name="Jacqueline Ockwell" userId="79a11ae1-9a6a-4dce-9c68-e7607b2827ec" providerId="ADAL" clId="{5E94B216-A6F3-4552-8F34-B339F45BB472}" dt="2025-04-24T23:36:58.419" v="6" actId="1076"/>
          <ac:spMkLst>
            <pc:docMk/>
            <pc:sldMk cId="1229141880" sldId="262"/>
            <ac:spMk id="10" creationId="{5E6C12A2-B9F5-6321-2AEC-FB092FDD70AC}"/>
          </ac:spMkLst>
        </pc:spChg>
        <pc:picChg chg="mod">
          <ac:chgData name="Jacqueline Ockwell" userId="79a11ae1-9a6a-4dce-9c68-e7607b2827ec" providerId="ADAL" clId="{5E94B216-A6F3-4552-8F34-B339F45BB472}" dt="2025-04-24T23:36:59.634" v="7" actId="1076"/>
          <ac:picMkLst>
            <pc:docMk/>
            <pc:sldMk cId="1229141880" sldId="262"/>
            <ac:picMk id="7172" creationId="{2E25B292-1286-297A-23CF-9095CDD4ADD2}"/>
          </ac:picMkLst>
        </pc:picChg>
        <pc:cxnChg chg="mod">
          <ac:chgData name="Jacqueline Ockwell" userId="79a11ae1-9a6a-4dce-9c68-e7607b2827ec" providerId="ADAL" clId="{5E94B216-A6F3-4552-8F34-B339F45BB472}" dt="2025-04-24T23:37:08.155" v="11" actId="1076"/>
          <ac:cxnSpMkLst>
            <pc:docMk/>
            <pc:sldMk cId="1229141880" sldId="262"/>
            <ac:cxnSpMk id="8" creationId="{B2622B55-87B1-4FAE-7156-5788B601DCDF}"/>
          </ac:cxnSpMkLst>
        </pc:cxnChg>
      </pc:sldChg>
      <pc:sldChg chg="addSp modSp mod">
        <pc:chgData name="Jacqueline Ockwell" userId="79a11ae1-9a6a-4dce-9c68-e7607b2827ec" providerId="ADAL" clId="{5E94B216-A6F3-4552-8F34-B339F45BB472}" dt="2025-04-30T08:41:55.169" v="99" actId="6549"/>
        <pc:sldMkLst>
          <pc:docMk/>
          <pc:sldMk cId="1189687177" sldId="264"/>
        </pc:sldMkLst>
        <pc:spChg chg="mod">
          <ac:chgData name="Jacqueline Ockwell" userId="79a11ae1-9a6a-4dce-9c68-e7607b2827ec" providerId="ADAL" clId="{5E94B216-A6F3-4552-8F34-B339F45BB472}" dt="2025-04-24T23:40:57.136" v="86" actId="14100"/>
          <ac:spMkLst>
            <pc:docMk/>
            <pc:sldMk cId="1189687177" sldId="264"/>
            <ac:spMk id="2" creationId="{FE839967-16AA-CE40-A367-B8A0884E7C0D}"/>
          </ac:spMkLst>
        </pc:spChg>
        <pc:spChg chg="mod">
          <ac:chgData name="Jacqueline Ockwell" userId="79a11ae1-9a6a-4dce-9c68-e7607b2827ec" providerId="ADAL" clId="{5E94B216-A6F3-4552-8F34-B339F45BB472}" dt="2025-04-30T08:41:55.169" v="99" actId="6549"/>
          <ac:spMkLst>
            <pc:docMk/>
            <pc:sldMk cId="1189687177" sldId="264"/>
            <ac:spMk id="3" creationId="{8D45BC21-9D2D-D53A-2736-185C98BE20AA}"/>
          </ac:spMkLst>
        </pc:spChg>
        <pc:spChg chg="mod">
          <ac:chgData name="Jacqueline Ockwell" userId="79a11ae1-9a6a-4dce-9c68-e7607b2827ec" providerId="ADAL" clId="{5E94B216-A6F3-4552-8F34-B339F45BB472}" dt="2025-04-24T23:39:39.068" v="64" actId="1076"/>
          <ac:spMkLst>
            <pc:docMk/>
            <pc:sldMk cId="1189687177" sldId="264"/>
            <ac:spMk id="6" creationId="{5C441A38-8791-A21C-F7D6-F6F320881785}"/>
          </ac:spMkLst>
        </pc:spChg>
        <pc:spChg chg="add mod">
          <ac:chgData name="Jacqueline Ockwell" userId="79a11ae1-9a6a-4dce-9c68-e7607b2827ec" providerId="ADAL" clId="{5E94B216-A6F3-4552-8F34-B339F45BB472}" dt="2025-04-24T23:41:05.148" v="91" actId="1076"/>
          <ac:spMkLst>
            <pc:docMk/>
            <pc:sldMk cId="1189687177" sldId="264"/>
            <ac:spMk id="7" creationId="{D48E189F-A68E-5B6D-A1EA-8FDFB1191295}"/>
          </ac:spMkLst>
        </pc:spChg>
        <pc:picChg chg="mod">
          <ac:chgData name="Jacqueline Ockwell" userId="79a11ae1-9a6a-4dce-9c68-e7607b2827ec" providerId="ADAL" clId="{5E94B216-A6F3-4552-8F34-B339F45BB472}" dt="2025-04-24T23:41:03.276" v="90" actId="1076"/>
          <ac:picMkLst>
            <pc:docMk/>
            <pc:sldMk cId="1189687177" sldId="264"/>
            <ac:picMk id="9218" creationId="{D2F89A18-151E-874F-5F4C-5BED23CD4B7F}"/>
          </ac:picMkLst>
        </pc:picChg>
        <pc:picChg chg="mod">
          <ac:chgData name="Jacqueline Ockwell" userId="79a11ae1-9a6a-4dce-9c68-e7607b2827ec" providerId="ADAL" clId="{5E94B216-A6F3-4552-8F34-B339F45BB472}" dt="2025-04-24T23:41:01.612" v="89" actId="1076"/>
          <ac:picMkLst>
            <pc:docMk/>
            <pc:sldMk cId="1189687177" sldId="264"/>
            <ac:picMk id="9220" creationId="{CED6C476-D537-0F31-511F-074E5FF881CF}"/>
          </ac:picMkLst>
        </pc:picChg>
        <pc:cxnChg chg="mod">
          <ac:chgData name="Jacqueline Ockwell" userId="79a11ae1-9a6a-4dce-9c68-e7607b2827ec" providerId="ADAL" clId="{5E94B216-A6F3-4552-8F34-B339F45BB472}" dt="2025-04-24T23:40:58.708" v="87" actId="1076"/>
          <ac:cxnSpMkLst>
            <pc:docMk/>
            <pc:sldMk cId="1189687177" sldId="264"/>
            <ac:cxnSpMk id="4" creationId="{0DAEE24D-8271-C490-791B-665F2621AC85}"/>
          </ac:cxnSpMkLst>
        </pc:cxnChg>
        <pc:cxnChg chg="mod">
          <ac:chgData name="Jacqueline Ockwell" userId="79a11ae1-9a6a-4dce-9c68-e7607b2827ec" providerId="ADAL" clId="{5E94B216-A6F3-4552-8F34-B339F45BB472}" dt="2025-04-24T23:41:00.444" v="88" actId="1076"/>
          <ac:cxnSpMkLst>
            <pc:docMk/>
            <pc:sldMk cId="1189687177" sldId="264"/>
            <ac:cxnSpMk id="5" creationId="{E276C654-53F0-44D9-ED29-53540A7A93E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1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1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1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1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1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2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2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2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2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2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2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3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3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3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3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3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3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3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3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3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3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4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4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4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4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4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4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4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4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4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4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5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5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5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5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5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_rels/slideLayout5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5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FA83-5A4F-B24E-9E92-9D2F23775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BC301-FDAD-BB9B-EF1F-0348C5574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9D606-73EB-3F4A-DB18-3D5D2AD5D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D53F2-0483-2188-2955-811D8854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98441-8B7C-3533-5AA5-4BAB0473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56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5E62-41D6-F801-6339-FF371D70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D21FD-FDFC-C393-36A5-D91D815E5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C6D0-CA32-F46E-E824-BA9550C9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B5C47-5F85-995A-6952-F50A2B299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4DF07-F679-57C1-6FF6-9F3275F6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01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46BD-9834-FC20-C4DD-29157D131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2CD07-4F0E-8CE4-0916-A37E419BF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36DDA-A9CA-2ADD-2DD1-FFA578E9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63472-E748-9757-DD7E-59910767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47E2C-7DDA-EA3B-4D59-AD32F342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45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0B378-4345-3822-B9F6-1F18E470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E98F-2889-B96B-3E2C-40525EE7F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4BEC1-2007-9091-4402-94A037D18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A14E5-A383-2F9B-0E9E-F14CE86F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656F0-7419-F0E3-4675-A5A500B6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DD4CE-E51D-ADBE-7B26-34CA1070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781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6441-A96F-8201-A828-54435424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BC782-F343-7645-FA97-9E284D9D7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58AC6-73AF-A5DE-3CD3-820F638FB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778920-FE48-230B-3221-C7AE354DE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90942-9088-79D8-E1A8-648474F9D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960FA6-F837-858A-1AF2-BD341D02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1800E-981E-A37D-9F31-AA1AFA19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52F2C-D60D-028F-40A2-F2266D22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490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E955-71F9-13DB-7FA9-51E8056B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EE64D-B0C9-E5BF-70E1-57D48341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2FC71-642D-B5F1-CDE2-90E384EB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00B82-1DAC-05DB-E771-A24D3082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87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E83FA-6666-E5B7-1D2F-B36C1FB0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532D0-CDB6-E0F9-A0E0-008D4534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90F72-AE54-7A45-4729-35DC81D8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00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3F3F-8A72-DBE7-E9AB-176F759E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CB62-2FFD-8654-C90E-4E9C01E33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11DEB-6ABD-B710-326B-1C36FDB44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2A03C-EB33-0510-93B2-3C13BA8C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30654-D6B1-AC75-3378-D932A5CA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FF52D-0DFA-33A1-5076-2BCD6DB2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83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6806-CA2B-AEED-D1B8-7A260129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D99EF-97F0-ACD1-F651-957365E73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E6ADC-143D-0407-19F6-E2377442F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B2385-4AFE-203E-F8A3-D7EA7178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4A743-6544-8898-CCE0-F1A2E169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A8BCC-76C1-2AA8-BF06-D4BD23CE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4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8846-E5AE-33B2-2BC8-AA4DFD89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17C81-989B-EF39-A58F-8C10B28C4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27BF7-4D14-0D80-0AAF-4AF07C19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0E04E-B422-4991-AA6A-8377AFF8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F23BC-8002-C00F-15C3-70E06322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866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8C3C45-0601-CFBD-E7BA-7BE7862F5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CAAC6-C686-4144-5833-0BC59FB29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668BB-0CB8-FB36-E99F-D630196F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302A7-0FF0-24A3-0107-5CAB7DF0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93448-5F78-64E4-3C6A-BDA8C19E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7824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8EF2-16C4-326D-F0CE-9BEFC474C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66512-E919-018E-D8E7-DD7759B28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246F6-AC1D-72EB-42BE-D684E020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B56B6-A507-61C0-E4E4-06BACB26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3D72-62F5-237F-2A9F-61CE2541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098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44BC-CF43-4E43-53AA-F5B0D39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610D-CF45-122C-3AD9-43B21DA45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6C9B8-9805-4FA6-FA29-43D6B9683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027C-33B3-A2E7-4091-D417FDE1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F379C-0843-9D79-FD69-D309C406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77C82-6E48-E8B9-8AC5-A69AAC5A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30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69D8-2AB0-5718-7956-423FD303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16C19-5D0F-28F2-E792-8B42B9744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32AF6-CB4A-FBEE-E417-EA0B127A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2E4E4-5E11-55D0-6DE0-111DCD5D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1760C-FCBB-4B5F-02A8-B0AD97E8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6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90125B-C3D5-2942-3408-63B1F8B6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83F907-EC24-F566-9212-994CCBDC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50932-5681-763F-98BD-1581391B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7846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19C9-01F0-5F76-F371-3D21C69A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42AE-8845-CC4E-9E61-5C0BFC3C3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B20B-7616-8E15-CEA8-CD9A4EB8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477DA-6C5A-327C-3435-FAECBA30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151CF-E71A-48A9-BE3D-6BD2D547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6296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9258-D113-59F9-B684-00E10277B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4F8FD-F8BC-C55C-AB74-5E6E8A09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34C2E-92EC-C473-A50B-DB452A45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42C52-204F-C91D-749C-4169D9F43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0240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BE895-1770-2250-04EC-150E112B8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A1ECE-B08C-9E35-EA4A-D83605B83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B9E3-B341-20A4-6701-0A787A27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DD034-D9A1-73C2-7A3D-B3120D4E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074C9-18E6-E71A-40BD-A724AEC5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70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81DC-6281-43A2-E19F-7F308F92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1FE9E-D799-47DE-CB03-D442269DA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432B6-E19A-5D58-CA7D-09ED9E90E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930FB-F024-E713-8D95-6D3E030D1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0F8C8-F12E-E4B9-B60C-895B06FCB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79384F-7658-D51C-4C1A-83567CA1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59783-E352-ADCE-041D-8C379112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D66742-CE78-57EC-61E2-3EEF0E11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959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D75E-2892-DDF8-C589-EDB48696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FF25C-C6DC-A6AE-06A3-FEC6D5E31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11166-B255-06BB-4DEA-607E4CCE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3F0B1-C94E-DB4A-E339-D7B93893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E7F7F-613A-3A4A-8486-ADA892F3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8625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EBB9-4306-A49E-87CE-4C005608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D941-30A8-3F5A-4D91-DAA8913D2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500E5-0458-6BA0-C6ED-427017530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3D99D-9C6C-3059-CEBC-C260AD28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04A0A-8A7B-13BA-B786-91858EB8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3C7C9-1ED5-9C90-5470-8C1825EB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2805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4A54-5A95-A8AF-B2FE-834D5EF6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8B150-5CFE-56EF-574C-481C2D78F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98AF7-926D-4B4A-8206-23A86E366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A106F-1722-588F-0B40-3080AD28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FC5CB-5A69-BF41-90A2-1783A30E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EEACC-4101-30EA-EA40-31B72DC5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932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91E39-5483-5DDA-6343-BCB426EA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40A52-8C9E-C179-28BE-1F737211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14FDE-14B7-460D-C7B7-20106573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523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599B-92EC-73F8-6D99-9C148011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5411-DC5B-85DC-BA1B-FD493E855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94F70-B6F5-5807-4520-A643B3AD0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65184-98C8-3EE7-2151-4846593D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84113-C20D-B3BF-004C-105E81E7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DCB8A-7AAC-FFAD-EB29-F20ECEF3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42895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4888-CA56-113B-862A-6EFA8C294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9D39F-D439-AB3A-4C73-AF7EFB6CD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16D0E-C238-5E04-9C19-50426B19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1EC8-9F8F-F2D8-40CA-32D60335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7AAB0-8221-9330-DC38-98F94DA3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795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EEDF-59E5-7AF0-4589-196B3958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9A99-FDC3-46AA-3F8A-55BD3669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A4B4-E02C-CF73-08A8-15F86ED3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8709F-0C04-2CB5-1B5C-FBCFF5F5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4902F-F981-7093-B36B-CE5AE695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3798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29AA-3DD8-0EC9-AC77-A634D09DF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BFB31-7BFA-69C2-F51A-1E1E32CE8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39F59-AF4B-572E-3B9A-A4131F7A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C3565-F044-E2C2-29E4-2CF2EC58A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EB1EE-563F-F26D-147E-5B3477CC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66521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07AE-A6DF-1FB3-FB4F-D61C9ACD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240CD-5EFF-EA34-9C46-6C966FAAD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1AF16-F5F9-5E07-F81E-8C4C116C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58CA9-FFCB-78DB-5638-AF205B82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6872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6FC87-6914-055F-9754-2A9C331F9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C638-0554-CA8B-6C90-454EA1693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63ED-7F1C-0F44-3C9E-355B2D55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153C0-E3B7-B7DA-4191-F6218203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4443-E5A7-6A10-DB4B-C753256A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12179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34466-42D8-AF06-88DF-6DD64F86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C7CFC-E1CB-0D03-4000-D668BF495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94228-09C1-76EC-5B74-EA3428259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74810-C9DE-F3A5-85AA-06C79432D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BA0A4-BA22-ED57-C736-2E4D50EC2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633E1-C14E-8B3B-FE8D-B9AF3356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0CD02-BAA7-8704-07A9-662D9C52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61BD8-54C1-4099-C9F7-C7ECBC13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26773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D0BF-4421-3135-9527-ACCCC28B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8039E-B04B-348C-783A-4A9687C4A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6710D-E866-C10D-39DC-CE1C2990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73988-CA72-6FBA-9550-D92DFF03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A0D9E-9ECE-6627-E69A-96B7E52F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5677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5360-E548-55D6-D9AB-CBBEDBC0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6E3A-D5CE-0372-26A2-3EA864E9A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7DABE-368E-E18E-5CD9-589CA23E1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3B06E-EAB1-3161-25CC-A8678DAF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E3FFA-470F-30D0-BC9F-7AB528BB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D8123-F266-1E0C-7A77-57AF368B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506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0050-B5C9-BFDC-F43C-608D8279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BE999-1A1F-48DD-BDB1-B0DA45BAF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FEB0C-5AE3-1EFB-97FF-8B496429C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D7EB9-3577-F79A-4E36-9D080D82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23FC0-50EA-B47C-31CE-4723C496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C21E2-9898-4B79-07FA-F4C63690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759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7D266-5521-9027-5620-FB22A35F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86E9F-75F8-90C6-8BB3-BC90A3E8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2B018-B4C3-2820-3AD8-750507B2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37543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F4F2-5EC9-5152-2D3C-300F33CE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1B5A0-C54E-3067-F88D-064EE56D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148C7-BA39-37D3-D28A-6492BC67E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EF192-64E8-32D3-CE42-256BC19D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E1D12-40D8-0E24-DF6E-EFBB85E5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C703A-B73B-84B1-335F-FF4A37E2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4249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1237-81F3-B4C0-F346-1CFE19933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00313-45A6-C0F3-ECCA-6F66D7C80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9152E-B24C-DCFF-6561-FBB2DA629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749F7-A084-4E7E-D874-4768D9AD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41F41-C042-556F-C07F-4AFEE687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3120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62DF-4825-27D9-9B88-A37C8021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E986A-F928-AA25-B950-A1A5239C7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AA0BF-FD8F-7FCE-DD5A-D3A8E149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49D8-1F3B-E2EE-E561-7888E5DE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65008-9C14-2E2D-F29A-3984C51D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105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402D-EE75-E80E-F411-07C1B1D1E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75851-FA17-04C5-C75B-6D1CB991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16EE4-6EF5-0D29-CAC3-82A0200F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2E8D1-70A1-EBB3-0DAF-CE696697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FA3C5-CDA6-113A-2B14-A15DC424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296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43B0-3945-5CF4-F4A0-60F781E9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6DF89-8B72-C506-6365-E4A77910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B8D20-0974-7B74-64FE-062AEB50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39C7D-33A3-77D3-CA05-26D18A52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6757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CDB51D-8BCD-B650-2EC3-2008A2AA4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86FCC-59BB-1E0D-6D23-EBD4DB319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6020-24E9-4ACA-4420-D4186997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25B4F-241D-C38C-C45E-4AD0F121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D567A-4D7B-2EC0-F891-8AD7F9BD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2519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0087-B250-96C9-C074-9237DE02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2D6EB-B6E2-6D64-E841-3BF46C241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C2F42-A3B2-A7EB-538D-0B5759FEF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BEF2D-EACC-6217-2538-E90DA3234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47F43-067A-D36B-A953-D1AE21AED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1E1905-24F4-76AE-3BAF-52DD6DEDD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16D8B-87AA-A99D-FFD2-E56835FD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C9385-FDB4-90EC-CD4C-0BA8FD80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37555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038D-133E-05F7-D52F-DE0A762C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D41BC-CDD0-CB11-0990-5D9730E44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942F1-8014-CDA9-56BA-269BBECA6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F12B2-F738-A811-1BAA-2684CA70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2963F-A281-E082-B718-F3DE804C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3159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4E7C-1ABF-52C1-4293-9804DE64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75616-2F30-A65F-519D-4ABBE7932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53AA7-6FBC-73ED-8409-7F493A99C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D50AE-BA3F-94E3-E9FB-90A00395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BFA2-53C8-ECF8-3414-6D7F51C4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421A1-AD87-4B3B-A607-2D9A9539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73267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97D0-BE6F-8D12-7897-243923BC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88797-3FEA-97FF-4643-93ED33A21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8BD2-205D-637D-6439-E4C7ACF36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A0BFD-E7C0-1C02-413B-8828867E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70377-15CE-21D6-2D65-3A635BF9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D7A22-361A-83C0-ED68-B9A9DCCE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6226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9F43-485A-5376-CE9C-C48B09844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81FAC-0B9E-E433-04CA-AB8168570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3868-42DA-6472-B026-A4BD8BF7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859B2-7BC5-A018-2A38-B6D56F8D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D5FD-CD14-B147-C3EF-41DBFB49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6335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DF81-E523-A5E2-7E31-1535343A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6EFA-201A-6236-3741-CE38824C5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2E6DF-6653-AA41-7BB6-63B8BB054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41F0B-2522-9AB1-EBE4-CDCE3807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C8B58-F471-90D2-BC54-05569589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BF4F2-DD1D-C17A-2ED2-37150EA4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01617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7A1C-EF00-8D32-4442-94335A39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EF5F8-F90B-38D4-FE0C-51250D04B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D1656-D3DA-17C8-12BD-2AC06B1F9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0647E-5943-8DD1-F0EE-EB02BB09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E2323-C241-E803-20DC-4D2D3C3D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1376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F8ED78-AAAE-0F0C-27C0-82F981D8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1EC00-A770-02DF-ACF5-B6C10302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22073-CE92-C12D-DEA3-30ABF73C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9426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39CA-4843-503C-9787-3E836D37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D551-E4D4-F461-2F02-D527090B7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E4004-234E-8CF3-A858-8AD16154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5074D-D48A-59DC-1664-02D92583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51F8A-A62F-B2EE-D519-850BA7DC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9270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9212-AFC9-588F-DBC5-A9958B98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DDD43-25C5-22BA-CDEE-B44086FF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21827-7B72-DB8F-E013-100AE583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7242F-3DB2-2EE5-0C05-E298DA1D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959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0F99E-5BC5-F05E-7A8F-11E3CD1DC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5643E-DAD0-2072-566F-2B5451EA3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6342-13B5-55B3-BCE3-13F960D5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DE2AC-386F-3C73-DD61-BCA7D44D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2B28A-D7ED-2FD7-1885-81C6E8E8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3096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B4C7-1A96-2110-7FDB-39B8C582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0424E-0542-1510-FC95-922E26AB3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A77E6-7DCB-DA5B-F182-BA20A3619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31A5E-4243-343D-DCB0-DC7EBFDF3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BB0D0-8D55-2923-0068-C35901691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A555E-6CC0-A1AB-47AE-3AF445C7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DFFCA-D5AC-2EBD-4004-0E5E5AEE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024BD-B984-1937-E405-B75C300F4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3020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7A57-52BC-A745-030C-B7521F36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CCAD7-B998-3DC9-231E-74E191648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2B74A-0938-7919-61D0-C2FE52CB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F81AE-5833-3272-9835-478743CC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564AD-3FC6-3AB4-3993-A0FE4812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313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F3FA-7DA7-A64C-3138-5D940302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9ABB-541D-4DD9-95EB-1814CCF57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9F19F-FB3A-6AA3-B7C0-9687324FC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DC588-68F8-1879-7405-5B3328E5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FC950-75F4-43E0-2463-E6B86FC09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070FD-B94B-0C20-8DB0-113DFE78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466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DB31-33CC-ED2F-2580-FB7472ED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7D3E3-4094-BCE3-7398-BC10AE23E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D3BC9-5996-2F0F-6EA3-6CEAA6E1C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117DC-7973-7432-7360-A3532D17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B639F-DEBA-F2C3-707C-D6310711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FB418-C56D-A1BE-719F-A5D03D7D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5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?>
<ns0:Relationships xmlns:ns0="http://schemas.openxmlformats.org/package/2006/relationships"><ns0:Relationship Id="rId8" Type="http://schemas.openxmlformats.org/officeDocument/2006/relationships/slideLayout" Target="../slideLayouts/slideLayout13.xml" /><ns0:Relationship Id="rId3" Type="http://schemas.openxmlformats.org/officeDocument/2006/relationships/slideLayout" Target="../slideLayouts/slideLayout14.xml" /><ns0:Relationship Id="rId7" Type="http://schemas.openxmlformats.org/officeDocument/2006/relationships/slideLayout" Target="../slideLayouts/slideLayout15.xml" /><ns0:Relationship Id="rId12" Type="http://schemas.openxmlformats.org/officeDocument/2006/relationships/theme" Target="../theme/theme2.xml" /><ns0:Relationship Id="rId2" Type="http://schemas.openxmlformats.org/officeDocument/2006/relationships/slideLayout" Target="../slideLayouts/slideLayout16.xml" /><ns0:Relationship Id="rId1" Type="http://schemas.openxmlformats.org/officeDocument/2006/relationships/slideLayout" Target="../slideLayouts/slideLayout12.xml" /><ns0:Relationship Id="rId6" Type="http://schemas.openxmlformats.org/officeDocument/2006/relationships/slideLayout" Target="../slideLayouts/slideLayout17.xml" /><ns0:Relationship Id="rId11" Type="http://schemas.openxmlformats.org/officeDocument/2006/relationships/slideLayout" Target="../slideLayouts/slideLayout18.xml" /><ns0:Relationship Id="rId5" Type="http://schemas.openxmlformats.org/officeDocument/2006/relationships/slideLayout" Target="../slideLayouts/slideLayout19.xml" /><ns0:Relationship Id="rId10" Type="http://schemas.openxmlformats.org/officeDocument/2006/relationships/slideLayout" Target="../slideLayouts/slideLayout20.xml" /><ns0:Relationship Id="rId4" Type="http://schemas.openxmlformats.org/officeDocument/2006/relationships/slideLayout" Target="../slideLayouts/slideLayout21.xml" /><ns0:Relationship Id="rId9" Type="http://schemas.openxmlformats.org/officeDocument/2006/relationships/slideLayout" Target="../slideLayouts/slideLayout22.xml" /></ns0:Relationships>
</file>

<file path=ppt/slideMasters/_rels/slideMaster3.xml.rels><?xml version='1.0' encoding='utf-8'?>
<ns0:Relationships xmlns:ns0="http://schemas.openxmlformats.org/package/2006/relationships"><ns0:Relationship Id="rId8" Type="http://schemas.openxmlformats.org/officeDocument/2006/relationships/slideLayout" Target="../slideLayouts/slideLayout24.xml" /><ns0:Relationship Id="rId3" Type="http://schemas.openxmlformats.org/officeDocument/2006/relationships/slideLayout" Target="../slideLayouts/slideLayout25.xml" /><ns0:Relationship Id="rId7" Type="http://schemas.openxmlformats.org/officeDocument/2006/relationships/slideLayout" Target="../slideLayouts/slideLayout23.xml" /><ns0:Relationship Id="rId12" Type="http://schemas.openxmlformats.org/officeDocument/2006/relationships/theme" Target="../theme/theme3.xml" /><ns0:Relationship Id="rId2" Type="http://schemas.openxmlformats.org/officeDocument/2006/relationships/slideLayout" Target="../slideLayouts/slideLayout26.xml" /><ns0:Relationship Id="rId1" Type="http://schemas.openxmlformats.org/officeDocument/2006/relationships/slideLayout" Target="../slideLayouts/slideLayout27.xml" /><ns0:Relationship Id="rId6" Type="http://schemas.openxmlformats.org/officeDocument/2006/relationships/slideLayout" Target="../slideLayouts/slideLayout28.xml" /><ns0:Relationship Id="rId11" Type="http://schemas.openxmlformats.org/officeDocument/2006/relationships/slideLayout" Target="../slideLayouts/slideLayout29.xml" /><ns0:Relationship Id="rId5" Type="http://schemas.openxmlformats.org/officeDocument/2006/relationships/slideLayout" Target="../slideLayouts/slideLayout30.xml" /><ns0:Relationship Id="rId10" Type="http://schemas.openxmlformats.org/officeDocument/2006/relationships/slideLayout" Target="../slideLayouts/slideLayout31.xml" /><ns0:Relationship Id="rId4" Type="http://schemas.openxmlformats.org/officeDocument/2006/relationships/slideLayout" Target="../slideLayouts/slideLayout32.xml" /><ns0:Relationship Id="rId9" Type="http://schemas.openxmlformats.org/officeDocument/2006/relationships/slideLayout" Target="../slideLayouts/slideLayout33.xml" /></ns0:Relationships>
</file>

<file path=ppt/slideMasters/_rels/slideMaster4.xml.rels><?xml version='1.0' encoding='utf-8'?>
<ns0:Relationships xmlns:ns0="http://schemas.openxmlformats.org/package/2006/relationships"><ns0:Relationship Id="rId8" Type="http://schemas.openxmlformats.org/officeDocument/2006/relationships/slideLayout" Target="../slideLayouts/slideLayout35.xml" /><ns0:Relationship Id="rId3" Type="http://schemas.openxmlformats.org/officeDocument/2006/relationships/slideLayout" Target="../slideLayouts/slideLayout36.xml" /><ns0:Relationship Id="rId7" Type="http://schemas.openxmlformats.org/officeDocument/2006/relationships/slideLayout" Target="../slideLayouts/slideLayout34.xml" /><ns0:Relationship Id="rId12" Type="http://schemas.openxmlformats.org/officeDocument/2006/relationships/theme" Target="../theme/theme4.xml" /><ns0:Relationship Id="rId2" Type="http://schemas.openxmlformats.org/officeDocument/2006/relationships/slideLayout" Target="../slideLayouts/slideLayout37.xml" /><ns0:Relationship Id="rId1" Type="http://schemas.openxmlformats.org/officeDocument/2006/relationships/slideLayout" Target="../slideLayouts/slideLayout38.xml" /><ns0:Relationship Id="rId6" Type="http://schemas.openxmlformats.org/officeDocument/2006/relationships/slideLayout" Target="../slideLayouts/slideLayout39.xml" /><ns0:Relationship Id="rId11" Type="http://schemas.openxmlformats.org/officeDocument/2006/relationships/slideLayout" Target="../slideLayouts/slideLayout40.xml" /><ns0:Relationship Id="rId5" Type="http://schemas.openxmlformats.org/officeDocument/2006/relationships/slideLayout" Target="../slideLayouts/slideLayout41.xml" /><ns0:Relationship Id="rId10" Type="http://schemas.openxmlformats.org/officeDocument/2006/relationships/slideLayout" Target="../slideLayouts/slideLayout42.xml" /><ns0:Relationship Id="rId4" Type="http://schemas.openxmlformats.org/officeDocument/2006/relationships/slideLayout" Target="../slideLayouts/slideLayout43.xml" /><ns0:Relationship Id="rId9" Type="http://schemas.openxmlformats.org/officeDocument/2006/relationships/slideLayout" Target="../slideLayouts/slideLayout44.xml" /></ns0:Relationships>
</file>

<file path=ppt/slideMasters/_rels/slideMaster5.xml.rels><?xml version='1.0' encoding='utf-8'?>
<ns0:Relationships xmlns:ns0="http://schemas.openxmlformats.org/package/2006/relationships"><ns0:Relationship Id="rId8" Type="http://schemas.openxmlformats.org/officeDocument/2006/relationships/slideLayout" Target="../slideLayouts/slideLayout46.xml" /><ns0:Relationship Id="rId3" Type="http://schemas.openxmlformats.org/officeDocument/2006/relationships/slideLayout" Target="../slideLayouts/slideLayout47.xml" /><ns0:Relationship Id="rId7" Type="http://schemas.openxmlformats.org/officeDocument/2006/relationships/slideLayout" Target="../slideLayouts/slideLayout48.xml" /><ns0:Relationship Id="rId12" Type="http://schemas.openxmlformats.org/officeDocument/2006/relationships/theme" Target="../theme/theme5.xml" /><ns0:Relationship Id="rId2" Type="http://schemas.openxmlformats.org/officeDocument/2006/relationships/slideLayout" Target="../slideLayouts/slideLayout49.xml" /><ns0:Relationship Id="rId1" Type="http://schemas.openxmlformats.org/officeDocument/2006/relationships/slideLayout" Target="../slideLayouts/slideLayout45.xml" /><ns0:Relationship Id="rId6" Type="http://schemas.openxmlformats.org/officeDocument/2006/relationships/slideLayout" Target="../slideLayouts/slideLayout50.xml" /><ns0:Relationship Id="rId11" Type="http://schemas.openxmlformats.org/officeDocument/2006/relationships/slideLayout" Target="../slideLayouts/slideLayout51.xml" /><ns0:Relationship Id="rId5" Type="http://schemas.openxmlformats.org/officeDocument/2006/relationships/slideLayout" Target="../slideLayouts/slideLayout52.xml" /><ns0:Relationship Id="rId10" Type="http://schemas.openxmlformats.org/officeDocument/2006/relationships/slideLayout" Target="../slideLayouts/slideLayout53.xml" /><ns0:Relationship Id="rId4" Type="http://schemas.openxmlformats.org/officeDocument/2006/relationships/slideLayout" Target="../slideLayouts/slideLayout54.xml" /><ns0:Relationship Id="rId9" Type="http://schemas.openxmlformats.org/officeDocument/2006/relationships/slideLayout" Target="../slideLayouts/slideLayout55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738DB-EAD0-1DE8-D65D-72F9F68D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B52EF-A159-AACC-7382-78BB78F07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6AFE7-8DCE-A1B7-85FC-4C9C75F52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8AC8E-1052-480A-8258-7242A4122B14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748BA-F118-832E-8A6C-C196DBB5E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815E-083A-90CB-8390-0A0F337F9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4E2FC-275D-4BA2-9ACA-3F0AB3814D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6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0B2A7D-B0BB-1984-A798-1BEE0E79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2EA9C-7C19-28A2-2AAE-235ABEA2D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5EBB6-8BA8-3E9C-6C5F-60B58E61E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EFE06-07A0-4D65-9B52-9337422886EE}" type="datetimeFigureOut">
              <a:rPr lang="en-AU" smtClean="0"/>
              <a:t>15/07/2025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38375-0D7A-107F-F558-BD9F7AB6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E1F3A-43F6-A199-4B7A-EB7FDDC62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7A2D0-194C-4908-B20B-C167ADA01B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634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C80E1-8D74-1F39-434D-15CE2E28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7878D-E165-0B96-A2C6-AB09352B4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AB722-74D9-B3B2-BB22-8541BD52F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5E46F-1D37-7494-404B-DCD9A0E41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F8F8-8A3B-5259-4372-E26B82975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486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A38D1-5E4B-A33B-37B5-CFA784AC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805A8-9FF8-685A-5FFF-044E86427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91D38-0720-D50B-041E-012CEB7DA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9C718-B105-4997-8359-D3654B4CA502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BF9A7-85C7-CD10-835F-19586F9C7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35FB3-74E5-49B6-BD22-BA910B35F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10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C8FEC0-2EDF-7158-891A-CD1365627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32EC6-967D-44EC-27CE-B4740E9C5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3B5F2-15E4-165D-B27D-780DC8E1D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84721-8511-4D42-ADE1-906F182D8CBD}" type="datetimeFigureOut">
              <a:rPr lang="en-AU" smtClean="0"/>
              <a:t>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DCD37-DAFA-40A2-177A-B7C4490EB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85A28-664A-7674-C6FA-1ACF88F93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F3143-0CB5-4147-B4B2-51E8530E26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4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.png" /><ns0:Relationship Id="rId2" Type="http://schemas.openxmlformats.org/officeDocument/2006/relationships/image" Target="../media/ph_SlideTitle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ph_SlideIcon.png" /></ns0: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.png" /><ns0:Relationship Id="rId2" Type="http://schemas.openxmlformats.org/officeDocument/2006/relationships/image" Target="../media/ph_SlideTitle.png" /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.png" /><ns0:Relationship Id="rId2" Type="http://schemas.openxmlformats.org/officeDocument/2006/relationships/image" Target="../media/ph_SlideTitle.png" /><ns0:Relationship Id="rId1" Type="http://schemas.openxmlformats.org/officeDocument/2006/relationships/slideLayout" Target="../slideLayouts/slideLayout7.xml" /><ns0:Relationship Id="rId6" Type="http://schemas.openxmlformats.org/officeDocument/2006/relationships/image" Target="../media/ph_SlideSupportingImage2.png" /><ns0:Relationship Id="rId5" Type="http://schemas.openxmlformats.org/officeDocument/2006/relationships/image" Target="../media/ph_SlideSupportingImage.png" /><ns0:Relationship Id="rId4" Type="http://schemas.openxmlformats.org/officeDocument/2006/relationships/hyperlink" Target="https://www.youtube.com/watch?v=KE-Y3jJ4Lp8" TargetMode="External" /></ns0: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.png" /><ns0:Relationship Id="rId2" Type="http://schemas.openxmlformats.org/officeDocument/2006/relationships/image" Target="../media/ph_SlideTitle.png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ph_SlideSupportingImage.png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ph_SlideTitle.png" /><ns0:Relationship Id="rId2" Type="http://schemas.openxmlformats.org/officeDocument/2006/relationships/image" Target="../media/ph_SlideTitle.png" /><ns0:Relationship Id="rId1" Type="http://schemas.openxmlformats.org/officeDocument/2006/relationships/slideLayout" Target="../slideLayouts/slideLayout7.xml" /><ns0:Relationship Id="rId5" Type="http://schemas.openxmlformats.org/officeDocument/2006/relationships/image" Target="../media/ph_SlideSupportingImage.png" /><ns0:Relationship Id="rId4" Type="http://schemas.openxmlformats.org/officeDocument/2006/relationships/image" Target="../media/ph_SlideImage.png" /></ns0:Relationships>
</file>

<file path=ppt/slides/_rels/slide7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7.xml" /></ns0:Relationships>
</file>

<file path=ppt/slides/_rels/slide8.xml.rels><?xml version='1.0' encoding='utf-8'?>
<ns0:Relationships xmlns:ns0="http://schemas.openxmlformats.org/package/2006/relationships"><ns0:Relationship Id="rId3" Type="http://schemas.openxmlformats.org/officeDocument/2006/relationships/image" Target="../media/ph_SlideTitle.png" /><ns0:Relationship Id="rId2" Type="http://schemas.openxmlformats.org/officeDocument/2006/relationships/image" Target="../media/ph_SlideTitle.png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ph_SlideImage.png" /></ns0:Relationships>
</file>

<file path=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ph_SlideSupportingImage.png" /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7.xml" /></ns0:Relationships>
</file>

<file path=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ph_SlideTitle_21.png" /><ns0:Relationship Id="rId7" Type="http://schemas.openxmlformats.org/officeDocument/2006/relationships/image" Target="../media/ph_SlideSupportingImage3_22.png" /><ns0:Relationship Id="rId2" Type="http://schemas.openxmlformats.org/officeDocument/2006/relationships/image" Target="../media/ph_SlideTitle_21.png" /><ns0:Relationship Id="rId1" Type="http://schemas.openxmlformats.org/officeDocument/2006/relationships/slideLayout" Target="../slideLayouts/slideLayout12.xml" /><ns0:Relationship Id="rId6" Type="http://schemas.openxmlformats.org/officeDocument/2006/relationships/image" Target="../media/ph_SlideSupportingImage2_23.png" /><ns0:Relationship Id="rId5" Type="http://schemas.openxmlformats.org/officeDocument/2006/relationships/image" Target="../media/ph_SlideSupportingImage_24.png" /><ns0:Relationship Id="rId4" Type="http://schemas.openxmlformats.org/officeDocument/2006/relationships/image" Target="../media/ph_SlideImage_25.png" /></ns0:Relationships>
</file>

<file path=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8_26.png" /><ns0:Relationship Id="rId2" Type="http://schemas.openxmlformats.org/officeDocument/2006/relationships/image" Target="../media/ph_SlideImage_25.png" /><ns0:Relationship Id="rId1" Type="http://schemas.openxmlformats.org/officeDocument/2006/relationships/slideLayout" Target="../slideLayouts/slideLayout15.xml" /></ns0:Relationships>
</file>

<file path=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5.png" /><ns0:Relationship Id="rId2" Type="http://schemas.openxmlformats.org/officeDocument/2006/relationships/image" Target="../media/image8_26.png" /><ns0:Relationship Id="rId1" Type="http://schemas.openxmlformats.org/officeDocument/2006/relationships/slideLayout" Target="../slideLayouts/slideLayout15.xml" /><ns0:Relationship Id="rId4" Type="http://schemas.openxmlformats.org/officeDocument/2006/relationships/image" Target="../media/ph_SlideSupportingImage_24.png" /></ns0:Relationships>
</file>

<file path=ppt/slides/_rels/slide13.xml.rels><?xml version='1.0' encoding='utf-8'?>
<ns0:Relationships xmlns:ns0="http://schemas.openxmlformats.org/package/2006/relationships"><ns0:Relationship Id="rId8" Type="http://schemas.openxmlformats.org/officeDocument/2006/relationships/image" Target="../media/ph_SlideSupportingImage4.png" /><ns0:Relationship Id="rId3" Type="http://schemas.openxmlformats.org/officeDocument/2006/relationships/image" Target="../media/ph_SlideImage_25.png" /><ns0:Relationship Id="rId7" Type="http://schemas.openxmlformats.org/officeDocument/2006/relationships/image" Target="../media/ph_SlideSupportingImage3_22.png" /><ns0:Relationship Id="rId2" Type="http://schemas.openxmlformats.org/officeDocument/2006/relationships/image" Target="../media/ph_SlideTitle_21.png" /><ns0:Relationship Id="rId1" Type="http://schemas.openxmlformats.org/officeDocument/2006/relationships/slideLayout" Target="../slideLayouts/slideLayout15.xml" /><ns0:Relationship Id="rId6" Type="http://schemas.openxmlformats.org/officeDocument/2006/relationships/image" Target="../media/ph_SlideSupportingImage2_23.png" /><ns0:Relationship Id="rId5" Type="http://schemas.openxmlformats.org/officeDocument/2006/relationships/image" Target="../media/ph_SlideIcon_27.png" /><ns0:Relationship Id="rId4" Type="http://schemas.openxmlformats.org/officeDocument/2006/relationships/image" Target="../media/ph_SlideSupportingImage_24.png" /></ns0:Relationships>
</file>

<file path=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ph_SlideSupportingImage_24.png" /><ns0:Relationship Id="rId7" Type="http://schemas.openxmlformats.org/officeDocument/2006/relationships/image" Target="../media/ph_SlideTitle_21.png" /><ns0:Relationship Id="rId2" Type="http://schemas.openxmlformats.org/officeDocument/2006/relationships/image" Target="../media/ph_SlideImage_25.png" /><ns0:Relationship Id="rId1" Type="http://schemas.openxmlformats.org/officeDocument/2006/relationships/slideLayout" Target="../slideLayouts/slideLayout15.xml" /><ns0:Relationship Id="rId6" Type="http://schemas.openxmlformats.org/officeDocument/2006/relationships/image" Target="../media/ph_SlideSupportingImage4.png" /><ns0:Relationship Id="rId5" Type="http://schemas.openxmlformats.org/officeDocument/2006/relationships/image" Target="../media/ph_SlideSupportingImage3_22.png" /><ns0:Relationship Id="rId4" Type="http://schemas.openxmlformats.org/officeDocument/2006/relationships/image" Target="../media/ph_SlideSupportingImage2_23.png" /></ns0:Relationships>
</file>

<file path=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5.png" /><ns0:Relationship Id="rId2" Type="http://schemas.openxmlformats.org/officeDocument/2006/relationships/image" Target="../media/ph_SlideTitle_21.png" /><ns0:Relationship Id="rId1" Type="http://schemas.openxmlformats.org/officeDocument/2006/relationships/slideLayout" Target="../slideLayouts/slideLayout15.xml" /><ns0:Relationship Id="rId4" Type="http://schemas.openxmlformats.org/officeDocument/2006/relationships/image" Target="../media/ph_SlideSupportingImage_24.png" /></ns0:Relationships>
</file>

<file path=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5.png" /><ns0:Relationship Id="rId2" Type="http://schemas.openxmlformats.org/officeDocument/2006/relationships/image" Target="../media/ph_SlideTitle_21.png" /><ns0:Relationship Id="rId1" Type="http://schemas.openxmlformats.org/officeDocument/2006/relationships/slideLayout" Target="../slideLayouts/slideLayout15.xml" /><ns0:Relationship Id="rId5" Type="http://schemas.openxmlformats.org/officeDocument/2006/relationships/image" Target="../media/ph_SlideSupportingImage2_23.png" /><ns0:Relationship Id="rId4" Type="http://schemas.openxmlformats.org/officeDocument/2006/relationships/image" Target="../media/ph_SlideSupportingImage_24.png" /></ns0:Relationships>
</file>

<file path=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5.png" /><ns0:Relationship Id="rId2" Type="http://schemas.openxmlformats.org/officeDocument/2006/relationships/image" Target="../media/ph_SlideTitle_21.png" /><ns0:Relationship Id="rId1" Type="http://schemas.openxmlformats.org/officeDocument/2006/relationships/slideLayout" Target="../slideLayouts/slideLayout15.xml" /><ns0:Relationship Id="rId5" Type="http://schemas.openxmlformats.org/officeDocument/2006/relationships/image" Target="../media/ph_SlideSupportingImage2_23.png" /><ns0:Relationship Id="rId4" Type="http://schemas.openxmlformats.org/officeDocument/2006/relationships/image" Target="../media/ph_SlideSupportingImage_24.png" /></ns0:Relationships>
</file>

<file path=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5.png" /><ns0:Relationship Id="rId2" Type="http://schemas.openxmlformats.org/officeDocument/2006/relationships/image" Target="../media/ph_SlideTitle_21.png" /><ns0:Relationship Id="rId1" Type="http://schemas.openxmlformats.org/officeDocument/2006/relationships/slideLayout" Target="../slideLayouts/slideLayout15.xml" /><ns0:Relationship Id="rId4" Type="http://schemas.openxmlformats.org/officeDocument/2006/relationships/image" Target="../media/ph_SlideSupportingImage_24.png" /></ns0:Relationships>
</file>

<file path=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5.png" /><ns0:Relationship Id="rId2" Type="http://schemas.openxmlformats.org/officeDocument/2006/relationships/image" Target="../media/ph_SlideTitle_21.png" /><ns0:Relationship Id="rId1" Type="http://schemas.openxmlformats.org/officeDocument/2006/relationships/slideLayout" Target="../slideLayouts/slideLayout15.xml" /></ns0:Relationships>
</file>

<file path=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8.pn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/ns0:Relationships>
</file>

<file path=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ph_SlideTitle_29.pn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4" Type="http://schemas.openxmlformats.org/officeDocument/2006/relationships/image" Target="../media/ph_SlideTitle_29.png" /></ns0:Relationships>
</file>

<file path=ppt/slides/_rels/slide22.xml.rels><?xml version='1.0' encoding='utf-8'?>
<ns0:Relationships xmlns:ns0="http://schemas.openxmlformats.org/package/2006/relationships"><ns0:Relationship Id="rId8" Type="http://schemas.openxmlformats.org/officeDocument/2006/relationships/image" Target="../media/image12_30.svg" /><ns0:Relationship Id="rId3" Type="http://schemas.openxmlformats.org/officeDocument/2006/relationships/image" Target="../media/ph_SlideImage_28.png" /><ns0:Relationship Id="rId7" Type="http://schemas.openxmlformats.org/officeDocument/2006/relationships/image" Target="../media/image11_31.png" /><ns0:Relationship Id="rId12" Type="http://schemas.openxmlformats.org/officeDocument/2006/relationships/image" Target="../media/image16_32.sv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6" Type="http://schemas.openxmlformats.org/officeDocument/2006/relationships/image" Target="../media/image10_33.svg" /><ns0:Relationship Id="rId11" Type="http://schemas.openxmlformats.org/officeDocument/2006/relationships/image" Target="../media/image15_34.png" /><ns0:Relationship Id="rId5" Type="http://schemas.openxmlformats.org/officeDocument/2006/relationships/image" Target="../media/image9_35.png" /><ns0:Relationship Id="rId10" Type="http://schemas.openxmlformats.org/officeDocument/2006/relationships/image" Target="../media/image14_36.svg" /><ns0:Relationship Id="rId4" Type="http://schemas.openxmlformats.org/officeDocument/2006/relationships/image" Target="../media/ph_SlideSupportingImage_37.png" /><ns0:Relationship Id="rId9" Type="http://schemas.openxmlformats.org/officeDocument/2006/relationships/image" Target="../media/image13_38.png" /></ns0:Relationships>
</file>

<file path=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ph_SlideTitle_29.pn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5" Type="http://schemas.openxmlformats.org/officeDocument/2006/relationships/image" Target="../media/image12_30.svg" /><ns0:Relationship Id="rId4" Type="http://schemas.openxmlformats.org/officeDocument/2006/relationships/image" Target="../media/image11_31.png" /></ns0:Relationships>
</file>

<file path=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8.png" /><ns0:Relationship Id="rId7" Type="http://schemas.openxmlformats.org/officeDocument/2006/relationships/image" Target="../media/image12_30.sv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6" Type="http://schemas.openxmlformats.org/officeDocument/2006/relationships/image" Target="../media/image11_31.png" /><ns0:Relationship Id="rId5" Type="http://schemas.openxmlformats.org/officeDocument/2006/relationships/image" Target="../media/image22_39.svg" /><ns0:Relationship Id="rId4" Type="http://schemas.openxmlformats.org/officeDocument/2006/relationships/image" Target="../media/image21_40.png" /></ns0:Relationships>
</file>

<file path=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28.png" /><ns0:Relationship Id="rId7" Type="http://schemas.openxmlformats.org/officeDocument/2006/relationships/image" Target="../media/ph_SlideIcon_41.pn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6" Type="http://schemas.openxmlformats.org/officeDocument/2006/relationships/image" Target="../media/ph_SlideIcon_41.png" /><ns0:Relationship Id="rId5" Type="http://schemas.openxmlformats.org/officeDocument/2006/relationships/image" Target="../media/ph_SlideIcon_41.png" /><ns0:Relationship Id="rId4" Type="http://schemas.openxmlformats.org/officeDocument/2006/relationships/image" Target="../media/ph_SlideIcon_41.png" /></ns0:Relationships>
</file>

<file path=ppt/slides/_rels/slide26.xml.rels><?xml version='1.0' encoding='utf-8'?>
<ns0:Relationships xmlns:ns0="http://schemas.openxmlformats.org/package/2006/relationships"><ns0:Relationship Id="rId8" Type="http://schemas.openxmlformats.org/officeDocument/2006/relationships/image" Target="../media/ph_SlideTitle_29.png" /><ns0:Relationship Id="rId3" Type="http://schemas.openxmlformats.org/officeDocument/2006/relationships/image" Target="../media/image11_31.png" /><ns0:Relationship Id="rId7" Type="http://schemas.openxmlformats.org/officeDocument/2006/relationships/image" Target="../media/ph_SlideSupportingImage_37.pn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6" Type="http://schemas.openxmlformats.org/officeDocument/2006/relationships/image" Target="../media/ph_SlideImage_28.png" /><ns0:Relationship Id="rId5" Type="http://schemas.openxmlformats.org/officeDocument/2006/relationships/image" Target="../media/ph_SlideIcon_41.png" /><ns0:Relationship Id="rId10" Type="http://schemas.openxmlformats.org/officeDocument/2006/relationships/image" Target="../media/image35_42.svg" /><ns0:Relationship Id="rId4" Type="http://schemas.openxmlformats.org/officeDocument/2006/relationships/image" Target="../media/image12_30.svg" /><ns0:Relationship Id="rId9" Type="http://schemas.openxmlformats.org/officeDocument/2006/relationships/image" Target="../media/image34_43.png" /></ns0:Relationships>
</file>

<file path=ppt/slides/_rels/slide27.xml.rels><?xml version='1.0' encoding='utf-8'?>
<ns0:Relationships xmlns:ns0="http://schemas.openxmlformats.org/package/2006/relationships"><ns0:Relationship Id="rId8" Type="http://schemas.openxmlformats.org/officeDocument/2006/relationships/image" Target="../media/image12_30.svg" /><ns0:Relationship Id="rId3" Type="http://schemas.openxmlformats.org/officeDocument/2006/relationships/image" Target="../media/ph_SlideImage_28.png" /><ns0:Relationship Id="rId7" Type="http://schemas.openxmlformats.org/officeDocument/2006/relationships/image" Target="../media/image11_31.pn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6" Type="http://schemas.openxmlformats.org/officeDocument/2006/relationships/image" Target="../media/ph_SlideSupportingImage_37.png" /><ns0:Relationship Id="rId5" Type="http://schemas.openxmlformats.org/officeDocument/2006/relationships/image" Target="../media/image39_44.svg" /><ns0:Relationship Id="rId4" Type="http://schemas.openxmlformats.org/officeDocument/2006/relationships/image" Target="../media/image38_45.png" /></ns0:Relationships>
</file>

<file path=ppt/slides/_rels/slide28.xml.rels><?xml version='1.0' encoding='utf-8'?>
<ns0:Relationships xmlns:ns0="http://schemas.openxmlformats.org/package/2006/relationships"><ns0:Relationship Id="rId8" Type="http://schemas.openxmlformats.org/officeDocument/2006/relationships/image" Target="../media/image12_30.svg" /><ns0:Relationship Id="rId3" Type="http://schemas.openxmlformats.org/officeDocument/2006/relationships/image" Target="../media/ph_SlideTitle_29.png" /><ns0:Relationship Id="rId7" Type="http://schemas.openxmlformats.org/officeDocument/2006/relationships/image" Target="../media/image11_31.png" /><ns0:Relationship Id="rId2" Type="http://schemas.openxmlformats.org/officeDocument/2006/relationships/image" Target="../media/ph_SlideTitle_29.png" /><ns0:Relationship Id="rId1" Type="http://schemas.openxmlformats.org/officeDocument/2006/relationships/slideLayout" Target="../slideLayouts/slideLayout23.xml" /><ns0:Relationship Id="rId6" Type="http://schemas.microsoft.com/office/2007/relationships/hdphoto" Target="../media/hdphoto1_46.wdp" /><ns0:Relationship Id="rId5" Type="http://schemas.openxmlformats.org/officeDocument/2006/relationships/image" Target="../media/ph_SlideSupportingImage_37.png" /><ns0:Relationship Id="rId4" Type="http://schemas.openxmlformats.org/officeDocument/2006/relationships/image" Target="../media/ph_SlideImage_28.png" /></ns0:Relationships>
</file>

<file path=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47.png" /><ns0:Relationship Id="rId2" Type="http://schemas.openxmlformats.org/officeDocument/2006/relationships/image" Target="../media/ph_SlideTitle_48.png" /><ns0:Relationship Id="rId1" Type="http://schemas.openxmlformats.org/officeDocument/2006/relationships/slideLayout" Target="../slideLayouts/slideLayout34.xml" /><ns0:Relationship Id="rId5" Type="http://schemas.openxmlformats.org/officeDocument/2006/relationships/image" Target="../media/ph_SlideIcon_49.png" /><ns0:Relationship Id="rId4" Type="http://schemas.openxmlformats.org/officeDocument/2006/relationships/image" Target="../media/ph_SlideTitle_48.png" /></ns0:Relationships>
</file>

<file path=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ph_SlideIcon_49.png" /><ns0:Relationship Id="rId2" Type="http://schemas.openxmlformats.org/officeDocument/2006/relationships/image" Target="../media/ph_SlideTitle_48.png" /><ns0:Relationship Id="rId1" Type="http://schemas.openxmlformats.org/officeDocument/2006/relationships/slideLayout" Target="../slideLayouts/slideLayout34.xml" /><ns0:Relationship Id="rId5" Type="http://schemas.openxmlformats.org/officeDocument/2006/relationships/image" Target="../media/ph_SlideSupportingImage_50.png" /><ns0:Relationship Id="rId4" Type="http://schemas.openxmlformats.org/officeDocument/2006/relationships/image" Target="../media/ph_SlideImage_47.png" /></ns0:Relationships>
</file>

<file path=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ph_SlideImage_47.png" /><ns0:Relationship Id="rId2" Type="http://schemas.openxmlformats.org/officeDocument/2006/relationships/image" Target="../media/ph_SlideTitle_48.png" /><ns0:Relationship Id="rId1" Type="http://schemas.openxmlformats.org/officeDocument/2006/relationships/slideLayout" Target="../slideLayouts/slideLayout34.xml" /><ns0:Relationship Id="rId4" Type="http://schemas.openxmlformats.org/officeDocument/2006/relationships/image" Target="../media/ph_SlideSupportingImage_50.png" /></ns0:Relationships>
</file>

<file path=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ph_SlideTitle_48.png" /><ns0:Relationship Id="rId2" Type="http://schemas.openxmlformats.org/officeDocument/2006/relationships/image" Target="../media/ph_SlideTitle_48.png" /><ns0:Relationship Id="rId1" Type="http://schemas.openxmlformats.org/officeDocument/2006/relationships/slideLayout" Target="../slideLayouts/slideLayout34.xml" /><ns0:Relationship Id="rId5" Type="http://schemas.openxmlformats.org/officeDocument/2006/relationships/image" Target="../media/ph_SlideSupportingImage_50.png" /><ns0:Relationship Id="rId4" Type="http://schemas.openxmlformats.org/officeDocument/2006/relationships/image" Target="../media/ph_SlideImage_47.png" /></ns0:Relationships>
</file>

<file path=ppt/slides/_rels/slide33.xml.rels><?xml version='1.0' encoding='utf-8'?>
<ns0:Relationships xmlns:ns0="http://schemas.openxmlformats.org/package/2006/relationships"><ns0:Relationship Id="rId3" Type="http://schemas.openxmlformats.org/officeDocument/2006/relationships/image" Target="../media/ph_SlideSupportingImage_50.png" /><ns0:Relationship Id="rId2" Type="http://schemas.openxmlformats.org/officeDocument/2006/relationships/image" Target="../media/ph_SlideImage_47.png" /><ns0:Relationship Id="rId1" Type="http://schemas.openxmlformats.org/officeDocument/2006/relationships/slideLayout" Target="../slideLayouts/slideLayout34.xml" /><ns0:Relationship Id="rId4" Type="http://schemas.openxmlformats.org/officeDocument/2006/relationships/image" Target="../media/ph_SlideSupportingImage2_51.png" /></ns0:Relationships>
</file>

<file path=ppt/slides/_rels/slide34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_47.png" /><ns0:Relationship Id="rId1" Type="http://schemas.openxmlformats.org/officeDocument/2006/relationships/slideLayout" Target="../slideLayouts/slideLayout34.xml" /></ns0:Relationships>
</file>

<file path=ppt/slides/_rels/slide35.xml.rels><?xml version='1.0' encoding='utf-8'?>
<ns0:Relationships xmlns:ns0="http://schemas.openxmlformats.org/package/2006/relationships"><ns0:Relationship Id="rId8" Type="http://schemas.openxmlformats.org/officeDocument/2006/relationships/image" Target="../media/image24_52.svg" /><ns0:Relationship Id="rId3" Type="http://schemas.openxmlformats.org/officeDocument/2006/relationships/image" Target="../media/ph_SlideImage_47.png" /><ns0:Relationship Id="rId7" Type="http://schemas.openxmlformats.org/officeDocument/2006/relationships/image" Target="../media/image23_53.png" /><ns0:Relationship Id="rId2" Type="http://schemas.openxmlformats.org/officeDocument/2006/relationships/image" Target="../media/ph_SlideTitle_48.png" /><ns0:Relationship Id="rId1" Type="http://schemas.openxmlformats.org/officeDocument/2006/relationships/slideLayout" Target="../slideLayouts/slideLayout34.xml" /><ns0:Relationship Id="rId6" Type="http://schemas.openxmlformats.org/officeDocument/2006/relationships/image" Target="../media/ph_SlideTitle_48.png" /><ns0:Relationship Id="rId5" Type="http://schemas.openxmlformats.org/officeDocument/2006/relationships/image" Target="../media/ph_SlideSupportingImage_50.png" /><ns0:Relationship Id="rId4" Type="http://schemas.openxmlformats.org/officeDocument/2006/relationships/image" Target="../media/ph_SlideIcon_49.png" /><ns0:Relationship Id="rId9" Type="http://schemas.openxmlformats.org/officeDocument/2006/relationships/image" Target="../media/ph_SlideTitle_48.png" /></ns0:Relationships>
</file>

<file path=ppt/slides/_rels/slide36.xml.rels><?xml version='1.0' encoding='utf-8'?>
<ns0:Relationships xmlns:ns0="http://schemas.openxmlformats.org/package/2006/relationships"><ns0:Relationship Id="rId3" Type="http://schemas.openxmlformats.org/officeDocument/2006/relationships/image" Target="../media/image27_54.png" /><ns0:Relationship Id="rId2" Type="http://schemas.openxmlformats.org/officeDocument/2006/relationships/image" Target="../media/ph_SlideTitle_48.png" /><ns0:Relationship Id="rId1" Type="http://schemas.openxmlformats.org/officeDocument/2006/relationships/slideLayout" Target="../slideLayouts/slideLayout34.xml" /><ns0:Relationship Id="rId6" Type="http://schemas.openxmlformats.org/officeDocument/2006/relationships/image" Target="../media/image30_55.svg" /><ns0:Relationship Id="rId5" Type="http://schemas.openxmlformats.org/officeDocument/2006/relationships/image" Target="../media/image29_56.png" /><ns0:Relationship Id="rId4" Type="http://schemas.openxmlformats.org/officeDocument/2006/relationships/image" Target="../media/image28_57.svg" /></ns0:Relationships>
</file>

<file path=ppt/slides/_rels/slide3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4.xml" /></ns0:Relationships>
</file>

<file path=ppt/slides/_rels/slide38.xml.rels><?xml version='1.0' encoding='utf-8'?>
<ns0:Relationships xmlns:ns0="http://schemas.openxmlformats.org/package/2006/relationships"><ns0:Relationship Id="rId3" Type="http://schemas.openxmlformats.org/officeDocument/2006/relationships/image" Target="../media/ph_SlideIcon_49.png" /><ns0:Relationship Id="rId2" Type="http://schemas.openxmlformats.org/officeDocument/2006/relationships/image" Target="../media/ph_SlideTitle_48.png" /><ns0:Relationship Id="rId1" Type="http://schemas.openxmlformats.org/officeDocument/2006/relationships/slideLayout" Target="../slideLayouts/slideLayout34.xml" /></ns0:Relationships>
</file>

<file path=ppt/slides/_rels/slide39.xml.rels><?xml version='1.0' encoding='utf-8'?>
<ns0:Relationships xmlns:ns0="http://schemas.openxmlformats.org/package/2006/relationships"><ns0:Relationship Id="rId3" Type="http://schemas.openxmlformats.org/officeDocument/2006/relationships/image" Target="../media/ph_SlideSupportingImage_58.png" /><ns0:Relationship Id="rId2" Type="http://schemas.openxmlformats.org/officeDocument/2006/relationships/image" Target="../media/ph_SlideImage_59.png" /><ns0:Relationship Id="rId1" Type="http://schemas.openxmlformats.org/officeDocument/2006/relationships/slideLayout" Target="../slideLayouts/slideLayout45.xml" /><ns0:Relationship Id="rId5" Type="http://schemas.openxmlformats.org/officeDocument/2006/relationships/image" Target="../media/ph_SlideSupportingImage3_60.png" /><ns0:Relationship Id="rId4" Type="http://schemas.openxmlformats.org/officeDocument/2006/relationships/image" Target="../media/ph_SlideSupportingImage2_61.png" /></ns0:Relationships>
</file>

<file path=ppt/slides/_rels/slide40.xml.rels><?xml version='1.0' encoding='utf-8'?>
<ns0:Relationships xmlns:ns0="http://schemas.openxmlformats.org/package/2006/relationships"><ns0:Relationship Id="rId3" Type="http://schemas.openxmlformats.org/officeDocument/2006/relationships/image" Target="../media/image6_62.svg" /><ns0:Relationship Id="rId7" Type="http://schemas.openxmlformats.org/officeDocument/2006/relationships/image" Target="../media/ph_SlideSupportingImage2_61.png" /><ns0:Relationship Id="rId2" Type="http://schemas.openxmlformats.org/officeDocument/2006/relationships/image" Target="../media/image5_63.png" /><ns0:Relationship Id="rId1" Type="http://schemas.openxmlformats.org/officeDocument/2006/relationships/slideLayout" Target="../slideLayouts/slideLayout48.xml" /><ns0:Relationship Id="rId6" Type="http://schemas.openxmlformats.org/officeDocument/2006/relationships/image" Target="../media/ph_SlideIcon_64.png" /><ns0:Relationship Id="rId5" Type="http://schemas.openxmlformats.org/officeDocument/2006/relationships/image" Target="../media/ph_SlideSupportingImage_58.png" /><ns0:Relationship Id="rId4" Type="http://schemas.openxmlformats.org/officeDocument/2006/relationships/image" Target="../media/ph_SlideImage_59.png" /></ns0: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8.xml" /></ns0:Relationships>
</file>

<file path=ppt/slides/_rels/slide4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8.xml" /></ns0:Relationships>
</file>

<file path=ppt/slides/_rels/slide4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8.xm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ns2:creationId id="{2667BDE8-D742-CA19-52F1-DB328656D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677" y="423788"/>
            <a:ext cx="5296639" cy="743054"/>
          </a:xfrm>
          <a:prstGeom prst="rect">
            <a:avLst/>
          </a:prstGeom>
        </p:spPr>
      </p:pic>
      <p:pic>
        <p:nvPicPr>
          <p:cNvPr id="1026" name="Picture 2" descr="Robert Longo on Mark Rothko: 'A Small Battle Scene Occurs Where the Colours  Meet' | Frieze">
            <a:extLst>
              <a:ext uri="{FF2B5EF4-FFF2-40B4-BE49-F238E27FC236}">
                <ns2:creationId id="{0D363E05-B55B-B9FF-5811-5E05361A1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-2" y="3228975"/>
            <a:ext cx="12192000" cy="362902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10" name="Picture 9">
            <a:extLst>
              <a:ext uri="{FF2B5EF4-FFF2-40B4-BE49-F238E27FC236}">
                <ns2:creationId id="{BC9849A7-FA51-9CD8-0ABD-9FA298098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969" y="1390605"/>
            <a:ext cx="2372056" cy="647790"/>
          </a:xfrm>
          <a:prstGeom prst="rect">
            <a:avLst/>
          </a:prstGeom>
        </p:spPr>
      </p:pic>
    </p:spTree>
    <p:extLst>
      <p:ext uri="{BB962C8B-B14F-4D97-AF65-F5344CB8AC3E}">
        <ns5:creationId val="769056059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8/sketchyshapes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ns2:creationId id="{E3EE6886-63A3-AC4E-CC6D-2E0C8483F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" y="114615"/>
            <a:ext cx="5296639" cy="743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ns2:creationId id="{858137CC-25DE-8C70-AC35-DDA8B3F663A3}"/>
              </a:ext>
            </a:extLst>
          </p:cNvPr>
          <p:cNvSpPr txBox="1"/>
          <p:nvPr/>
        </p:nvSpPr>
        <p:spPr>
          <a:xfrm>
            <a:off x="338883" y="1054030"/>
            <a:ext cx="4620987" cy="558675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latin typeface="+mj-lt"/>
              </a:rPr>
              <a:t>{SlideBulletList}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8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8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8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18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AU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1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endParaRPr lang="en-US" sz="2400" b="1" dirty="0">
              <a:latin typeface="+mj-lt"/>
            </a:endParaRPr>
          </a:p>
        </p:txBody>
      </p:sp>
      <p:pic>
        <p:nvPicPr>
          <p:cNvPr id="2050" name="Picture 2" descr="Color Theory Fundamentals: Your One-Stop Guide">
            <a:extLst>
              <a:ext uri="{FF2B5EF4-FFF2-40B4-BE49-F238E27FC236}">
                <ns2:creationId id="{7FE82440-C021-0DF3-2186-446ECFC2C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ns4:useLocalDpi val="0"/>
              </a:ext>
            </a:extLst>
          </a:blip>
          <a:srcRect l="5413" t="25893" r="5525" b="4323"/>
          <a:stretch/>
        </p:blipFill>
        <p:spPr bwMode="auto">
          <a:xfrm>
            <a:off x="5404664" y="3429000"/>
            <a:ext cx="6660399" cy="293551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5" name="TextBox 2">
            <a:extLst>
              <a:ext uri="{FF2B5EF4-FFF2-40B4-BE49-F238E27FC236}">
                <ns2:creationId id="{0DAD595C-4F1B-746B-3C25-C9979E82F304}"/>
              </a:ext>
            </a:extLst>
          </p:cNvPr>
          <p:cNvSpPr txBox="1"/>
          <p:nvPr/>
        </p:nvSpPr>
        <p:spPr>
          <a:xfrm rot="810856">
            <a:off x="9278474" y="957848"/>
            <a:ext cx="2515211" cy="2149632"/>
          </a:xfrm>
          <a:custGeom>
            <a:avLst/>
            <a:gdLst>
              <a:gd name="connsiteX0" fmla="*/ 0 w 2515211"/>
              <a:gd name="connsiteY0" fmla="*/ 1074816 h 2149632"/>
              <a:gd name="connsiteX1" fmla="*/ 1257606 w 2515211"/>
              <a:gd name="connsiteY1" fmla="*/ 0 h 2149632"/>
              <a:gd name="connsiteX2" fmla="*/ 2515212 w 2515211"/>
              <a:gd name="connsiteY2" fmla="*/ 1074816 h 2149632"/>
              <a:gd name="connsiteX3" fmla="*/ 1257606 w 2515211"/>
              <a:gd name="connsiteY3" fmla="*/ 2149632 h 2149632"/>
              <a:gd name="connsiteX4" fmla="*/ 0 w 2515211"/>
              <a:gd name="connsiteY4" fmla="*/ 1074816 h 2149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5211" h="2149632" fill="none" extrusionOk="0">
                <a:moveTo>
                  <a:pt x="0" y="1074816"/>
                </a:moveTo>
                <a:cubicBezTo>
                  <a:pt x="-32519" y="467889"/>
                  <a:pt x="467332" y="172960"/>
                  <a:pt x="1257606" y="0"/>
                </a:cubicBezTo>
                <a:cubicBezTo>
                  <a:pt x="1982193" y="34483"/>
                  <a:pt x="2638259" y="607000"/>
                  <a:pt x="2515212" y="1074816"/>
                </a:cubicBezTo>
                <a:cubicBezTo>
                  <a:pt x="2384075" y="1628234"/>
                  <a:pt x="1989223" y="2192431"/>
                  <a:pt x="1257606" y="2149632"/>
                </a:cubicBezTo>
                <a:cubicBezTo>
                  <a:pt x="509971" y="2221394"/>
                  <a:pt x="-26480" y="1644131"/>
                  <a:pt x="0" y="1074816"/>
                </a:cubicBezTo>
                <a:close/>
              </a:path>
              <a:path w="2515211" h="2149632" stroke="0" extrusionOk="0">
                <a:moveTo>
                  <a:pt x="0" y="1074816"/>
                </a:moveTo>
                <a:cubicBezTo>
                  <a:pt x="94659" y="341890"/>
                  <a:pt x="597287" y="53666"/>
                  <a:pt x="1257606" y="0"/>
                </a:cubicBezTo>
                <a:cubicBezTo>
                  <a:pt x="1903380" y="-135790"/>
                  <a:pt x="2529541" y="489783"/>
                  <a:pt x="2515212" y="1074816"/>
                </a:cubicBezTo>
                <a:cubicBezTo>
                  <a:pt x="2500637" y="1509379"/>
                  <a:pt x="1880461" y="2181927"/>
                  <a:pt x="1257606" y="2149632"/>
                </a:cubicBezTo>
                <a:cubicBezTo>
                  <a:pt x="549187" y="2083127"/>
                  <a:pt x="75186" y="1776840"/>
                  <a:pt x="0" y="107481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1617256088">
                  <a:prstGeom prst="flowChartConnector">
                    <a:avLst/>
                  </a:prstGeom>
                  <ns5:type>
                    <ns5:lineSketchScribble/>
                  </ns5:type>
                </ns5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0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{SlidePromptQuestion}</a:t>
            </a:r>
            <a:r>
              <a:rPr lang="en-AU" sz="2000" b="1" i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3200" b="1" i="1" dirty="0"/>
          </a:p>
          <a:p>
            <a:pPr algn="ctr"/>
            <a:endParaRPr lang="en-AU" sz="2000" b="1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2">
            <a:extLst>
              <a:ext uri="{FF2B5EF4-FFF2-40B4-BE49-F238E27FC236}">
                <ns2:creationId id="{3B5B3808-1562-3C0F-48FF-D56A4ECF9AA2}"/>
              </a:ext>
            </a:extLst>
          </p:cNvPr>
          <p:cNvSpPr txBox="1"/>
          <p:nvPr/>
        </p:nvSpPr>
        <p:spPr>
          <a:xfrm rot="21405556">
            <a:off x="5733892" y="1139284"/>
            <a:ext cx="3072943" cy="2008102"/>
          </a:xfrm>
          <a:custGeom>
            <a:avLst/>
            <a:gdLst>
              <a:gd name="connsiteX0" fmla="*/ 0 w 3072943"/>
              <a:gd name="connsiteY0" fmla="*/ 1004051 h 2008102"/>
              <a:gd name="connsiteX1" fmla="*/ 1536472 w 3072943"/>
              <a:gd name="connsiteY1" fmla="*/ 0 h 2008102"/>
              <a:gd name="connsiteX2" fmla="*/ 3072944 w 3072943"/>
              <a:gd name="connsiteY2" fmla="*/ 1004051 h 2008102"/>
              <a:gd name="connsiteX3" fmla="*/ 1536472 w 3072943"/>
              <a:gd name="connsiteY3" fmla="*/ 2008102 h 2008102"/>
              <a:gd name="connsiteX4" fmla="*/ 0 w 3072943"/>
              <a:gd name="connsiteY4" fmla="*/ 1004051 h 200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2943" h="2008102" fill="none" extrusionOk="0">
                <a:moveTo>
                  <a:pt x="0" y="1004051"/>
                </a:moveTo>
                <a:cubicBezTo>
                  <a:pt x="130273" y="432842"/>
                  <a:pt x="798346" y="60534"/>
                  <a:pt x="1536472" y="0"/>
                </a:cubicBezTo>
                <a:cubicBezTo>
                  <a:pt x="2330492" y="-15045"/>
                  <a:pt x="3231314" y="485285"/>
                  <a:pt x="3072944" y="1004051"/>
                </a:cubicBezTo>
                <a:cubicBezTo>
                  <a:pt x="3216102" y="1544257"/>
                  <a:pt x="2253877" y="2147295"/>
                  <a:pt x="1536472" y="2008102"/>
                </a:cubicBezTo>
                <a:cubicBezTo>
                  <a:pt x="722966" y="2115885"/>
                  <a:pt x="4032" y="1599694"/>
                  <a:pt x="0" y="1004051"/>
                </a:cubicBezTo>
                <a:close/>
              </a:path>
              <a:path w="3072943" h="2008102" stroke="0" extrusionOk="0">
                <a:moveTo>
                  <a:pt x="0" y="1004051"/>
                </a:moveTo>
                <a:cubicBezTo>
                  <a:pt x="81723" y="376379"/>
                  <a:pt x="603552" y="73401"/>
                  <a:pt x="1536472" y="0"/>
                </a:cubicBezTo>
                <a:cubicBezTo>
                  <a:pt x="2361897" y="-113839"/>
                  <a:pt x="3012787" y="524414"/>
                  <a:pt x="3072944" y="1004051"/>
                </a:cubicBezTo>
                <a:cubicBezTo>
                  <a:pt x="3102734" y="1627755"/>
                  <a:pt x="2387630" y="1926397"/>
                  <a:pt x="1536472" y="2008102"/>
                </a:cubicBezTo>
                <a:cubicBezTo>
                  <a:pt x="682740" y="2049698"/>
                  <a:pt x="-117307" y="1527560"/>
                  <a:pt x="0" y="1004051"/>
                </a:cubicBezTo>
                <a:close/>
              </a:path>
            </a:pathLst>
          </a:custGeom>
          <a:solidFill>
            <a:srgbClr val="4F6890"/>
          </a:solidFill>
          <a:ln>
            <a:solidFill>
              <a:srgbClr val="4F6890"/>
            </a:solidFill>
            <a:extLst>
              <a:ext uri="{C807C97D-BFC1-408E-A445-0C87EB9F89A2}">
                <ns5:lineSketchStyleProps sd="2091018771">
                  <a:prstGeom prst="flowChartConnector">
                    <a:avLst/>
                  </a:prstGeom>
                  <ns5:type>
                    <ns5:lineSketchScribble/>
                  </ns5:type>
                </ns5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b="1" i="1" kern="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</a:rPr>
              <a:t>{SlideCallout}</a:t>
            </a:r>
            <a:endParaRPr lang="en-AU" sz="2000" b="1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ns6:creationId val="4191295131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ns2:creationId id="{1F40A581-BE10-FAA0-5BA1-6DA9A411B4F8}"/>
              </a:ext>
            </a:extLst>
          </p:cNvPr>
          <p:cNvSpPr txBox="1"/>
          <p:nvPr/>
        </p:nvSpPr>
        <p:spPr>
          <a:xfrm>
            <a:off x="322555" y="375829"/>
            <a:ext cx="2583931" cy="610634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latin typeface="+mj-lt"/>
              </a:rPr>
              <a:t>{SlideMainExplanation}</a:t>
            </a:r>
          </a:p>
          <a:p>
            <a:pPr>
              <a:buNone/>
            </a:pPr>
            <a:r>
              <a:rPr lang="en-AU" sz="1600" b="1" dirty="0">
                <a:latin typeface="+mj-lt"/>
              </a:rPr>
              <a:t/>
            </a:r>
          </a:p>
          <a:p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  <a:br>
              <a:rPr lang="en-AU" sz="1400" dirty="0">
                <a:latin typeface="+mj-lt"/>
              </a:rPr>
            </a:br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endParaRPr lang="en-AU" sz="1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AU" sz="1400" dirty="0">
              <a:latin typeface="+mj-lt"/>
            </a:endParaRPr>
          </a:p>
          <a:p>
            <a:r>
              <a:rPr lang="en-AU" sz="1400" dirty="0">
                <a:latin typeface="+mj-lt"/>
              </a:rPr>
              <a:t/>
            </a:r>
          </a:p>
          <a:p>
            <a:pPr>
              <a:buNone/>
            </a:pPr>
            <a:endParaRPr lang="en-AU" sz="1600" b="1" dirty="0">
              <a:latin typeface="+mj-lt"/>
            </a:endParaRPr>
          </a:p>
          <a:p>
            <a:pPr>
              <a:buNone/>
            </a:pPr>
            <a:r>
              <a:rPr lang="en-AU" sz="1600" b="1" dirty="0">
                <a:latin typeface="+mj-lt"/>
              </a:rPr>
              <a:t/>
            </a:r>
          </a:p>
          <a:p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  <a:br>
              <a:rPr lang="en-AU" sz="1400" dirty="0">
                <a:latin typeface="+mj-lt"/>
              </a:rPr>
            </a:br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  <a:br>
              <a:rPr lang="en-AU" sz="1400" dirty="0">
                <a:latin typeface="+mj-lt"/>
              </a:rPr>
            </a:br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  <a:br>
              <a:rPr lang="en-AU" sz="1400" dirty="0">
                <a:latin typeface="+mj-lt"/>
              </a:rPr>
            </a:br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</a:p>
          <a:p>
            <a:pPr>
              <a:buNone/>
            </a:pPr>
            <a:endParaRPr lang="en-AU" sz="1600" b="1" dirty="0">
              <a:latin typeface="+mj-lt"/>
            </a:endParaRPr>
          </a:p>
          <a:p>
            <a:pPr>
              <a:buNone/>
            </a:pPr>
            <a:r>
              <a:rPr lang="en-AU" sz="1600" b="1" dirty="0">
                <a:latin typeface="+mj-lt"/>
              </a:rPr>
              <a:t/>
            </a:r>
          </a:p>
          <a:p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</a:p>
          <a:p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</a:p>
          <a:p>
            <a:r>
              <a:rPr lang="en-AU" sz="1400" dirty="0">
                <a:latin typeface="+mj-lt"/>
              </a:rPr>
              <a:t/>
            </a:r>
            <a:r>
              <a:rPr lang="en-AU" sz="1400" b="1" dirty="0">
                <a:latin typeface="+mj-lt"/>
              </a:rPr>
              <a:t/>
            </a:r>
            <a:endParaRPr lang="en-AU" sz="1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ns2:creationId id="{7A4B2182-F691-EF0E-9C68-DDDC4945E9C1}"/>
              </a:ext>
            </a:extLst>
          </p:cNvPr>
          <p:cNvSpPr txBox="1"/>
          <p:nvPr/>
        </p:nvSpPr>
        <p:spPr>
          <a:xfrm>
            <a:off x="6897979" y="393372"/>
            <a:ext cx="5149849" cy="6178800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latin typeface="+mj-lt"/>
              </a:rPr>
              <a:t>{SlideSupportingContent}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/>
            </a:r>
            <a:r>
              <a:rPr lang="en-US" sz="1600" b="1" dirty="0" err="1">
                <a:latin typeface="+mj-lt"/>
              </a:rPr>
              <a:t/>
            </a:r>
            <a:endParaRPr lang="en-US" sz="1600" b="1" dirty="0">
              <a:latin typeface="+mj-lt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dirty="0">
                <a:latin typeface="+mj-lt"/>
              </a:rPr>
              <a:t/>
            </a:r>
            <a:r>
              <a:rPr lang="en-US" sz="1400" b="1" dirty="0" err="1">
                <a:latin typeface="+mj-lt"/>
              </a:rPr>
              <a:t/>
            </a:r>
            <a:r>
              <a:rPr lang="en-US" sz="1400" b="1" dirty="0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dirty="0">
                <a:latin typeface="+mj-lt"/>
              </a:rPr>
              <a:t/>
            </a:r>
            <a:r>
              <a:rPr lang="en-US" sz="1400" b="1" dirty="0" err="1">
                <a:latin typeface="+mj-lt"/>
              </a:rPr>
              <a:t/>
            </a:r>
            <a:r>
              <a:rPr lang="en-US" sz="1400" b="1" dirty="0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/>
            </a:r>
            <a:r>
              <a:rPr lang="en-US" sz="1600" b="1" dirty="0" err="1">
                <a:latin typeface="+mj-lt"/>
              </a:rPr>
              <a:t/>
            </a:r>
            <a:r>
              <a:rPr lang="en-US" sz="1600" b="1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dirty="0">
                <a:latin typeface="+mj-lt"/>
              </a:rPr>
              <a:t/>
            </a:r>
            <a:r>
              <a:rPr lang="en-US" sz="1600" b="1" dirty="0">
                <a:latin typeface="+mj-lt"/>
              </a:rPr>
              <a:t/>
            </a:r>
            <a:r>
              <a:rPr lang="en-US" sz="1600" b="1" dirty="0" err="1">
                <a:latin typeface="+mj-lt"/>
              </a:rPr>
              <a:t/>
            </a:r>
            <a:r>
              <a:rPr lang="en-US" sz="1600" b="1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/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  <a:r>
              <a:rPr lang="en-US" sz="1400" dirty="0" err="1">
                <a:latin typeface="+mj-lt"/>
              </a:rPr>
              <a:t/>
            </a:r>
            <a:r>
              <a:rPr lang="en-US" sz="1400" dirty="0">
                <a:latin typeface="+mj-lt"/>
              </a:rPr>
              <a:t/>
            </a:r>
          </a:p>
        </p:txBody>
      </p:sp>
      <p:pic>
        <p:nvPicPr>
          <p:cNvPr id="11" name="Picture 2">
            <a:extLst>
              <a:ext uri="{FF2B5EF4-FFF2-40B4-BE49-F238E27FC236}">
                <ns2:creationId id="{91F2ECB2-B41B-7AFF-C92B-32239FE41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016857" y="1449355"/>
            <a:ext cx="3770750" cy="395928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261331506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ABA6865B-DCD6-3F11-F8A1-D4A4CD11F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31" y="143953"/>
            <a:ext cx="11563537" cy="6561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ns2:creationId id="{1A9B0FD8-604C-FCF9-2666-B1691331276F}"/>
              </a:ext>
            </a:extLst>
          </p:cNvPr>
          <p:cNvSpPr txBox="1"/>
          <p:nvPr/>
        </p:nvSpPr>
        <p:spPr>
          <a:xfrm>
            <a:off x="314231" y="1369309"/>
            <a:ext cx="3490326" cy="500077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>{SlideMainExplanation}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i="1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i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6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dirty="0">
                <a:latin typeface="+mj-lt"/>
              </a:rPr>
              <a:t/>
            </a:r>
          </a:p>
        </p:txBody>
      </p:sp>
      <p:pic>
        <p:nvPicPr>
          <p:cNvPr id="8" name="Picture 7">
            <a:extLst>
              <a:ext uri="{FF2B5EF4-FFF2-40B4-BE49-F238E27FC236}">
                <ns2:creationId id="{2FFC6C9B-AE8C-FA0B-6804-711C0058D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5" y="2043613"/>
            <a:ext cx="2677377" cy="27707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ns2:creationId id="{6005E9FF-BDB3-6EF5-6196-47980B4E9159}"/>
              </a:ext>
            </a:extLst>
          </p:cNvPr>
          <p:cNvSpPr txBox="1"/>
          <p:nvPr/>
        </p:nvSpPr>
        <p:spPr>
          <a:xfrm>
            <a:off x="4321848" y="1305870"/>
            <a:ext cx="3490326" cy="5127656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>{SlidePromptQuestion}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i="1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i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  <a:endParaRPr lang="en-AU" sz="1600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1400" dirty="0">
                <a:latin typeface="+mj-lt"/>
              </a:rPr>
              <a:t/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dirty="0">
                <a:latin typeface="+mj-lt"/>
                <a:hlinkClick r:id="rId4"/>
              </a:rPr>
              <a:t/>
            </a:r>
            <a:endParaRPr lang="en-AU" sz="14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ns2:creationId id="{A91D51D2-EEF7-1149-BBB7-92776D6FAB47}"/>
              </a:ext>
            </a:extLst>
          </p:cNvPr>
          <p:cNvSpPr txBox="1"/>
          <p:nvPr/>
        </p:nvSpPr>
        <p:spPr>
          <a:xfrm>
            <a:off x="8274595" y="1266551"/>
            <a:ext cx="3490326" cy="51968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>{SlideCallout}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600" b="1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600" b="1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i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1600" kern="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1400" dirty="0">
                <a:latin typeface="+mj-lt"/>
              </a:rPr>
              <a:t/>
            </a:r>
          </a:p>
        </p:txBody>
      </p:sp>
      <p:pic>
        <p:nvPicPr>
          <p:cNvPr id="11" name="Picture 10">
            <a:extLst>
              <a:ext uri="{FF2B5EF4-FFF2-40B4-BE49-F238E27FC236}">
                <ns2:creationId id="{40BE6103-208F-4B8E-4BE6-9EB76AEF1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696" y="2398686"/>
            <a:ext cx="3322608" cy="2060627"/>
          </a:xfrm>
          <a:prstGeom prst="rect">
            <a:avLst/>
          </a:prstGeom>
        </p:spPr>
      </p:pic>
      <p:pic>
        <p:nvPicPr>
          <p:cNvPr id="12" name="Picture 4" descr="Patricia Piccinini Verdant, 2005; ABS plastic and automotive paint; 12 panels; 50 x 50 x 5 cm each; enquire">
            <a:extLst>
              <a:ext uri="{FF2B5EF4-FFF2-40B4-BE49-F238E27FC236}">
                <ns2:creationId id="{E0DDB66C-02C5-BE8B-6AAE-5729502CC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8613795" y="1956886"/>
            <a:ext cx="2857500" cy="28575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259816767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ns2:creationId id="{6FC5F17A-E19F-586D-2B3F-615B90B36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31" y="143953"/>
            <a:ext cx="11563537" cy="656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ns2:creationId id="{C9194FCC-BB3E-4CD5-01EA-6FBB0EBF23DE}"/>
              </a:ext>
            </a:extLst>
          </p:cNvPr>
          <p:cNvSpPr txBox="1"/>
          <p:nvPr/>
        </p:nvSpPr>
        <p:spPr>
          <a:xfrm>
            <a:off x="427215" y="1359214"/>
            <a:ext cx="5026527" cy="516692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>{SlideMainExplanation}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i="1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i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6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dirty="0">
                <a:latin typeface="+mj-lt"/>
              </a:rPr>
              <a:t/>
            </a:r>
          </a:p>
        </p:txBody>
      </p:sp>
      <p:pic>
        <p:nvPicPr>
          <p:cNvPr id="5126" name="Picture 6">
            <a:extLst>
              <a:ext uri="{FF2B5EF4-FFF2-40B4-BE49-F238E27FC236}">
                <ns2:creationId id="{7EDEC5B5-DFDB-0403-9E1B-AD216F3F7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038881" y="2127913"/>
            <a:ext cx="3803196" cy="309203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4" name="TextBox 3">
            <a:extLst>
              <a:ext uri="{FF2B5EF4-FFF2-40B4-BE49-F238E27FC236}">
                <ns2:creationId id="{F7C108D3-82DB-BB49-1063-E7817F8AC428}"/>
              </a:ext>
            </a:extLst>
          </p:cNvPr>
          <p:cNvSpPr txBox="1"/>
          <p:nvPr/>
        </p:nvSpPr>
        <p:spPr>
          <a:xfrm>
            <a:off x="5861958" y="1182372"/>
            <a:ext cx="6015810" cy="528541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>{SlideSupportingContent}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dirty="0">
                <a:latin typeface="+mj-lt"/>
              </a:rPr>
              <a:t/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400" dirty="0">
              <a:latin typeface="+mj-lt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i="1" dirty="0" err="1">
                <a:latin typeface="+mj-lt"/>
              </a:rPr>
              <a:t/>
            </a:r>
            <a:r>
              <a:rPr lang="en-AU" sz="1400" i="1" dirty="0">
                <a:latin typeface="+mj-lt"/>
              </a:rPr>
              <a:t/>
            </a:r>
            <a:r>
              <a:rPr lang="en-AU" sz="1400" dirty="0">
                <a:latin typeface="+mj-lt"/>
              </a:rPr>
              <a:t/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sz="1600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6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dirty="0">
                <a:latin typeface="+mj-lt"/>
              </a:rPr>
              <a:t/>
            </a:r>
          </a:p>
        </p:txBody>
      </p:sp>
      <p:pic>
        <p:nvPicPr>
          <p:cNvPr id="6146" name="Picture 2">
            <a:extLst>
              <a:ext uri="{FF2B5EF4-FFF2-40B4-BE49-F238E27FC236}">
                <ns2:creationId id="{813AC026-9668-EE20-44AD-8F925DD2F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6260829" y="2080999"/>
            <a:ext cx="5218067" cy="26960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3278526961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ns2:creationId id="{A2BFAAE6-C7E7-F5A9-626E-A4177F714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0"/>
            <a:ext cx="5096586" cy="7811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ns2:creationId id="{093D21F8-D14B-59C3-D4E2-B8AA9FF95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214" y="38105"/>
            <a:ext cx="3162741" cy="743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9971869C-466C-7743-22C4-30862856F205}"/>
              </a:ext>
            </a:extLst>
          </p:cNvPr>
          <p:cNvSpPr txBox="1"/>
          <p:nvPr/>
        </p:nvSpPr>
        <p:spPr>
          <a:xfrm>
            <a:off x="130627" y="969305"/>
            <a:ext cx="6253843" cy="408622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{SlideMainExplanation}</a:t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pPr algn="l"/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ns2:creationId id="{B866C493-9E26-80D5-35B8-253B87743450}"/>
              </a:ext>
            </a:extLst>
          </p:cNvPr>
          <p:cNvSpPr txBox="1"/>
          <p:nvPr/>
        </p:nvSpPr>
        <p:spPr>
          <a:xfrm>
            <a:off x="6096000" y="4064466"/>
            <a:ext cx="5911385" cy="2553891"/>
          </a:xfrm>
          <a:prstGeom prst="roundRect">
            <a:avLst/>
          </a:prstGeom>
          <a:solidFill>
            <a:srgbClr val="99CCFF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{SlideBulletList}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/>
            </a:r>
            <a:r>
              <a:rPr lang="en-US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</p:txBody>
      </p:sp>
      <p:pic>
        <p:nvPicPr>
          <p:cNvPr id="6150" name="Picture 6" descr="Untitled (Yellow-Red and Blue) - Mark Rothko as art print or hand painted  oil.">
            <a:extLst>
              <a:ext uri="{FF2B5EF4-FFF2-40B4-BE49-F238E27FC236}">
                <ns2:creationId id="{36D98A50-2EB4-63C4-8654-9106E0A55F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4:useLocalDpi val="0"/>
              </a:ext>
            </a:extLst>
          </a:blip>
          <a:srcRect b="12143"/>
          <a:stretch/>
        </p:blipFill>
        <p:spPr bwMode="auto">
          <a:xfrm>
            <a:off x="6529512" y="1181841"/>
            <a:ext cx="2104345" cy="248194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7" name="Picture 4" descr="8 things to know about Mark Rothko - Art Shortlist">
            <a:extLst>
              <a:ext uri="{FF2B5EF4-FFF2-40B4-BE49-F238E27FC236}">
                <ns2:creationId id="{0C90F0DB-CA1B-491E-8C05-FB053BF7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8778899" y="170384"/>
            <a:ext cx="3228486" cy="3743172"/>
          </a:xfrm>
          <a:prstGeom prst="round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3141922876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8/sketchyshapes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National Gallery of Art | Mark Rothko: Seagram Murals, timed… | Flickr">
            <a:extLst>
              <a:ext uri="{FF2B5EF4-FFF2-40B4-BE49-F238E27FC236}">
                <ns2:creationId id="{2E25B292-1286-297A-23CF-9095CDD4A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807821" y="150368"/>
            <a:ext cx="5490755" cy="302420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" name="TextBox 2">
            <a:extLst>
              <a:ext uri="{FF2B5EF4-FFF2-40B4-BE49-F238E27FC236}">
                <ns2:creationId id="{03781E36-E7DB-B78B-DBA8-344F85037453}"/>
              </a:ext>
            </a:extLst>
          </p:cNvPr>
          <p:cNvSpPr txBox="1"/>
          <p:nvPr/>
        </p:nvSpPr>
        <p:spPr>
          <a:xfrm>
            <a:off x="3503021" y="3131160"/>
            <a:ext cx="6100354" cy="346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dirty="0">
                <a:latin typeface="+mj-lt"/>
              </a:rPr>
              <a:t>{SlideStatistic}</a:t>
            </a:r>
            <a:r>
              <a:rPr lang="en-AU" sz="1600" i="1" dirty="0">
                <a:latin typeface="+mj-lt"/>
              </a:rPr>
              <a:t/>
            </a:r>
            <a:r>
              <a:rPr lang="en-AU" sz="1600" dirty="0">
                <a:latin typeface="+mj-lt"/>
              </a:rPr>
              <a:t/>
            </a:r>
            <a:endParaRPr lang="en-AU" sz="1600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ns2:creationId id="{1B94A61E-F1CB-2863-6D94-0D045D2C8EEA}"/>
              </a:ext>
            </a:extLst>
          </p:cNvPr>
          <p:cNvSpPr txBox="1"/>
          <p:nvPr/>
        </p:nvSpPr>
        <p:spPr>
          <a:xfrm>
            <a:off x="1690174" y="4417868"/>
            <a:ext cx="4614455" cy="204311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{SlideSupportingContent}</a:t>
            </a:r>
            <a:r>
              <a:rPr lang="en-US" sz="1400" dirty="0"/>
              <a:t/>
            </a:r>
            <a:r>
              <a:rPr lang="en-US" sz="1400" dirty="0" err="1"/>
              <a:t/>
            </a:r>
            <a:r>
              <a:rPr lang="en-US" sz="1400" dirty="0"/>
              <a:t/>
            </a:r>
            <a:r>
              <a:rPr lang="en-US" sz="1400" i="1" dirty="0" err="1"/>
              <a:t/>
            </a:r>
            <a:r>
              <a:rPr lang="en-US" sz="1400" i="1" dirty="0"/>
              <a:t/>
            </a:r>
            <a:r>
              <a:rPr lang="en-US" sz="1400" dirty="0"/>
              <a:t/>
            </a:r>
            <a:endParaRPr lang="en-US" sz="1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ns2:creationId id="{3CC76132-D877-8515-E045-0B7681755B10}"/>
              </a:ext>
            </a:extLst>
          </p:cNvPr>
          <p:cNvSpPr txBox="1"/>
          <p:nvPr/>
        </p:nvSpPr>
        <p:spPr>
          <a:xfrm>
            <a:off x="6891745" y="4417868"/>
            <a:ext cx="5118462" cy="204311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{SlideCallout}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dirty="0"/>
              <a:t/>
            </a:r>
            <a:r>
              <a:rPr lang="en-US" sz="1400" dirty="0" err="1"/>
              <a:t/>
            </a:r>
            <a:r>
              <a:rPr lang="en-US" sz="1400" dirty="0"/>
              <a:t/>
            </a:r>
          </a:p>
        </p:txBody>
      </p:sp>
      <p:cxnSp>
        <p:nvCxnSpPr>
          <p:cNvPr id="6" name="Straight Arrow Connector 5">
            <a:extLst>
              <a:ext uri="{FF2B5EF4-FFF2-40B4-BE49-F238E27FC236}">
                <ns2:creationId id="{566D3F3B-0D9E-6A1F-B927-7154B28D0BB1}"/>
              </a:ext>
            </a:extLst>
          </p:cNvPr>
          <p:cNvCxnSpPr>
            <a:cxnSpLocks/>
          </p:cNvCxnSpPr>
          <p:nvPr/>
        </p:nvCxnSpPr>
        <p:spPr>
          <a:xfrm>
            <a:off x="7921712" y="3635627"/>
            <a:ext cx="544108" cy="5449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ns2:creationId id="{B2622B55-87B1-4FAE-7156-5788B601DCDF}"/>
              </a:ext>
            </a:extLst>
          </p:cNvPr>
          <p:cNvCxnSpPr>
            <a:cxnSpLocks/>
          </p:cNvCxnSpPr>
          <p:nvPr/>
        </p:nvCxnSpPr>
        <p:spPr>
          <a:xfrm flipH="1">
            <a:off x="4278821" y="3644514"/>
            <a:ext cx="545774" cy="60682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2">
            <a:extLst>
              <a:ext uri="{FF2B5EF4-FFF2-40B4-BE49-F238E27FC236}">
                <ns2:creationId id="{5E6C12A2-B9F5-6321-2AEC-FB092FDD70AC}"/>
              </a:ext>
            </a:extLst>
          </p:cNvPr>
          <p:cNvSpPr txBox="1"/>
          <p:nvPr/>
        </p:nvSpPr>
        <p:spPr>
          <a:xfrm rot="810856">
            <a:off x="9627205" y="1052081"/>
            <a:ext cx="2515211" cy="1806249"/>
          </a:xfrm>
          <a:custGeom>
            <a:avLst/>
            <a:gdLst>
              <a:gd name="connsiteX0" fmla="*/ 0 w 2515211"/>
              <a:gd name="connsiteY0" fmla="*/ 903125 h 1806249"/>
              <a:gd name="connsiteX1" fmla="*/ 1257606 w 2515211"/>
              <a:gd name="connsiteY1" fmla="*/ 0 h 1806249"/>
              <a:gd name="connsiteX2" fmla="*/ 2515212 w 2515211"/>
              <a:gd name="connsiteY2" fmla="*/ 903125 h 1806249"/>
              <a:gd name="connsiteX3" fmla="*/ 1257606 w 2515211"/>
              <a:gd name="connsiteY3" fmla="*/ 1806250 h 1806249"/>
              <a:gd name="connsiteX4" fmla="*/ 0 w 2515211"/>
              <a:gd name="connsiteY4" fmla="*/ 903125 h 180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5211" h="1806249" fill="none" extrusionOk="0">
                <a:moveTo>
                  <a:pt x="0" y="903125"/>
                </a:moveTo>
                <a:cubicBezTo>
                  <a:pt x="-19548" y="396334"/>
                  <a:pt x="538932" y="43579"/>
                  <a:pt x="1257606" y="0"/>
                </a:cubicBezTo>
                <a:cubicBezTo>
                  <a:pt x="1994150" y="48212"/>
                  <a:pt x="2559413" y="449529"/>
                  <a:pt x="2515212" y="903125"/>
                </a:cubicBezTo>
                <a:cubicBezTo>
                  <a:pt x="2347008" y="1350362"/>
                  <a:pt x="2076127" y="1949411"/>
                  <a:pt x="1257606" y="1806250"/>
                </a:cubicBezTo>
                <a:cubicBezTo>
                  <a:pt x="515792" y="1870143"/>
                  <a:pt x="-27787" y="1376419"/>
                  <a:pt x="0" y="903125"/>
                </a:cubicBezTo>
                <a:close/>
              </a:path>
              <a:path w="2515211" h="1806249" stroke="0" extrusionOk="0">
                <a:moveTo>
                  <a:pt x="0" y="903125"/>
                </a:moveTo>
                <a:cubicBezTo>
                  <a:pt x="98132" y="259909"/>
                  <a:pt x="669497" y="166849"/>
                  <a:pt x="1257606" y="0"/>
                </a:cubicBezTo>
                <a:cubicBezTo>
                  <a:pt x="1907303" y="-124869"/>
                  <a:pt x="2579483" y="442787"/>
                  <a:pt x="2515212" y="903125"/>
                </a:cubicBezTo>
                <a:cubicBezTo>
                  <a:pt x="2510834" y="1354136"/>
                  <a:pt x="1816416" y="1867392"/>
                  <a:pt x="1257606" y="1806250"/>
                </a:cubicBezTo>
                <a:cubicBezTo>
                  <a:pt x="550936" y="1748135"/>
                  <a:pt x="15206" y="1423835"/>
                  <a:pt x="0" y="90312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1617256088">
                  <a:prstGeom prst="flowChartConnector">
                    <a:avLst/>
                  </a:prstGeom>
                  <ns5:type>
                    <ns5:lineSketchScribble/>
                  </ns5:type>
                </ns5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1" dirty="0">
                <a:latin typeface="+mj-lt"/>
              </a:rPr>
              <a:t>{SlidePromptQuestion}</a:t>
            </a:r>
            <a:endParaRPr lang="en-AU" sz="2000" b="1" i="1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5AA29486-6407-3D8F-4370-28A7FC6BF6D3}"/>
              </a:ext>
            </a:extLst>
          </p:cNvPr>
          <p:cNvSpPr txBox="1"/>
          <p:nvPr/>
        </p:nvSpPr>
        <p:spPr>
          <a:xfrm>
            <a:off x="241122" y="150368"/>
            <a:ext cx="3069224" cy="4078545"/>
          </a:xfrm>
          <a:prstGeom prst="round2DiagRect">
            <a:avLst/>
          </a:prstGeom>
          <a:solidFill>
            <a:srgbClr val="FFFFCC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latin typeface="+mj-lt"/>
              </a:rPr>
              <a:t>{SlidePromptQuestion}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  <a:r>
              <a:rPr lang="en-US" sz="1600" dirty="0" err="1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  <a:r>
              <a:rPr lang="en-US" sz="1600" dirty="0" err="1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</p:txBody>
      </p:sp>
    </p:spTree>
    <p:extLst>
      <p:ext uri="{BB962C8B-B14F-4D97-AF65-F5344CB8AC3E}">
        <ns6:creationId val="122914188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ns2:creationId id="{23FAA8EF-8737-1280-F55F-3C2E25C7B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0"/>
            <a:ext cx="5096586" cy="7811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ns2:creationId id="{EAF71BBC-8343-3DCF-8282-DE4AFEA7C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214" y="104790"/>
            <a:ext cx="3848637" cy="676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8D65BBB6-7BFA-08E8-AD25-83B9B57641BF}"/>
              </a:ext>
            </a:extLst>
          </p:cNvPr>
          <p:cNvSpPr txBox="1"/>
          <p:nvPr/>
        </p:nvSpPr>
        <p:spPr>
          <a:xfrm>
            <a:off x="326571" y="885949"/>
            <a:ext cx="6833730" cy="377975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{SlideMainExplanation}</a:t>
            </a:r>
          </a:p>
          <a:p>
            <a:endParaRPr lang="en-US" dirty="0"/>
          </a:p>
          <a:p>
            <a:r>
              <a:rPr lang="en-US" dirty="0"/>
              <a:t/>
            </a:r>
          </a:p>
        </p:txBody>
      </p:sp>
      <p:sp>
        <p:nvSpPr>
          <p:cNvPr id="6" name="TextBox 5">
            <a:extLst>
              <a:ext uri="{FF2B5EF4-FFF2-40B4-BE49-F238E27FC236}">
                <ns2:creationId id="{97401578-F8E1-0414-2E25-3DBE8626D0AD}"/>
              </a:ext>
            </a:extLst>
          </p:cNvPr>
          <p:cNvSpPr txBox="1"/>
          <p:nvPr/>
        </p:nvSpPr>
        <p:spPr>
          <a:xfrm>
            <a:off x="326571" y="4812253"/>
            <a:ext cx="6833729" cy="1940957"/>
          </a:xfrm>
          <a:prstGeom prst="roundRect">
            <a:avLst/>
          </a:prstGeom>
          <a:solidFill>
            <a:srgbClr val="99CCFF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{SlideBulletList}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</p:txBody>
      </p:sp>
      <p:pic>
        <p:nvPicPr>
          <p:cNvPr id="8195" name="Picture 3" descr="Spencer Tunick strips off for skin cancer - ABC listen">
            <a:extLst>
              <a:ext uri="{FF2B5EF4-FFF2-40B4-BE49-F238E27FC236}">
                <ns2:creationId id="{8D83C8C2-1967-78B3-EB93-5C49362ED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7460921" y="1226746"/>
            <a:ext cx="4404508" cy="4404508"/>
          </a:xfrm>
          <a:prstGeom prst="round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723702576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8/sketchyshapes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Lucy Melford: A day trip to Hull - 2 - nautical streets and nudity">
            <a:extLst>
              <a:ext uri="{FF2B5EF4-FFF2-40B4-BE49-F238E27FC236}">
                <ns2:creationId id="{D2F89A18-151E-874F-5F4C-5BED23CD4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551253" y="323103"/>
            <a:ext cx="3985758" cy="491254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9220" name="Picture 4" descr="Spencer Tunick: Hull goes blue for art">
            <a:extLst>
              <a:ext uri="{FF2B5EF4-FFF2-40B4-BE49-F238E27FC236}">
                <ns2:creationId id="{CED6C476-D537-0F31-511F-074E5FF881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ns4:useLocalDpi val="0"/>
              </a:ext>
            </a:extLst>
          </a:blip>
          <a:srcRect l="2952" r="2335"/>
          <a:stretch/>
        </p:blipFill>
        <p:spPr bwMode="auto">
          <a:xfrm>
            <a:off x="4828824" y="4890576"/>
            <a:ext cx="3020787" cy="1794019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2" name="TextBox 1">
            <a:extLst>
              <a:ext uri="{FF2B5EF4-FFF2-40B4-BE49-F238E27FC236}">
                <ns2:creationId id="{FE839967-16AA-CE40-A367-B8A0884E7C0D}"/>
              </a:ext>
            </a:extLst>
          </p:cNvPr>
          <p:cNvSpPr txBox="1"/>
          <p:nvPr/>
        </p:nvSpPr>
        <p:spPr>
          <a:xfrm>
            <a:off x="8474529" y="502822"/>
            <a:ext cx="3446870" cy="27582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{SlideMainExplanation}</a:t>
            </a:r>
            <a:r>
              <a:rPr lang="en-US" sz="1400" dirty="0"/>
              <a:t/>
            </a:r>
            <a:endParaRPr lang="en-US" sz="14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8D45BC21-9D2D-D53A-2736-185C98BE20AA}"/>
              </a:ext>
            </a:extLst>
          </p:cNvPr>
          <p:cNvSpPr txBox="1"/>
          <p:nvPr/>
        </p:nvSpPr>
        <p:spPr>
          <a:xfrm>
            <a:off x="8474529" y="3635538"/>
            <a:ext cx="3446870" cy="27582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{SlideSupportingContent}</a:t>
            </a:r>
            <a:r>
              <a:rPr lang="en-AU" sz="16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/>
              <a:t/>
            </a:r>
            <a:r>
              <a:rPr lang="en-US" sz="1400" dirty="0"/>
              <a:t/>
            </a:r>
            <a:endParaRPr lang="en-US" sz="1400" dirty="0">
              <a:latin typeface="+mj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ns2:creationId id="{0DAEE24D-8271-C490-791B-665F2621AC85}"/>
              </a:ext>
            </a:extLst>
          </p:cNvPr>
          <p:cNvCxnSpPr>
            <a:cxnSpLocks/>
          </p:cNvCxnSpPr>
          <p:nvPr/>
        </p:nvCxnSpPr>
        <p:spPr>
          <a:xfrm flipV="1">
            <a:off x="7626843" y="1277647"/>
            <a:ext cx="751113" cy="2975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ns2:creationId id="{E276C654-53F0-44D9-ED29-53540A7A93EE}"/>
              </a:ext>
            </a:extLst>
          </p:cNvPr>
          <p:cNvCxnSpPr>
            <a:cxnSpLocks/>
          </p:cNvCxnSpPr>
          <p:nvPr/>
        </p:nvCxnSpPr>
        <p:spPr>
          <a:xfrm>
            <a:off x="7682664" y="4363383"/>
            <a:ext cx="646212" cy="5271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2">
            <a:extLst>
              <a:ext uri="{FF2B5EF4-FFF2-40B4-BE49-F238E27FC236}">
                <ns2:creationId id="{5C441A38-8791-A21C-F7D6-F6F320881785}"/>
              </a:ext>
            </a:extLst>
          </p:cNvPr>
          <p:cNvSpPr txBox="1"/>
          <p:nvPr/>
        </p:nvSpPr>
        <p:spPr>
          <a:xfrm rot="20861865">
            <a:off x="138855" y="219970"/>
            <a:ext cx="2278464" cy="1689750"/>
          </a:xfrm>
          <a:custGeom>
            <a:avLst/>
            <a:gdLst>
              <a:gd name="connsiteX0" fmla="*/ 0 w 2278464"/>
              <a:gd name="connsiteY0" fmla="*/ 844875 h 1689750"/>
              <a:gd name="connsiteX1" fmla="*/ 1139232 w 2278464"/>
              <a:gd name="connsiteY1" fmla="*/ 0 h 1689750"/>
              <a:gd name="connsiteX2" fmla="*/ 2278464 w 2278464"/>
              <a:gd name="connsiteY2" fmla="*/ 844875 h 1689750"/>
              <a:gd name="connsiteX3" fmla="*/ 1139232 w 2278464"/>
              <a:gd name="connsiteY3" fmla="*/ 1689750 h 1689750"/>
              <a:gd name="connsiteX4" fmla="*/ 0 w 2278464"/>
              <a:gd name="connsiteY4" fmla="*/ 844875 h 168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8464" h="1689750" fill="none" extrusionOk="0">
                <a:moveTo>
                  <a:pt x="0" y="844875"/>
                </a:moveTo>
                <a:cubicBezTo>
                  <a:pt x="-138381" y="321569"/>
                  <a:pt x="435556" y="134613"/>
                  <a:pt x="1139232" y="0"/>
                </a:cubicBezTo>
                <a:cubicBezTo>
                  <a:pt x="1856890" y="101597"/>
                  <a:pt x="2287525" y="387526"/>
                  <a:pt x="2278464" y="844875"/>
                </a:cubicBezTo>
                <a:cubicBezTo>
                  <a:pt x="2250698" y="1302978"/>
                  <a:pt x="1888605" y="1828555"/>
                  <a:pt x="1139232" y="1689750"/>
                </a:cubicBezTo>
                <a:cubicBezTo>
                  <a:pt x="463697" y="1752423"/>
                  <a:pt x="-92567" y="1226580"/>
                  <a:pt x="0" y="844875"/>
                </a:cubicBezTo>
                <a:close/>
              </a:path>
              <a:path w="2278464" h="1689750" stroke="0" extrusionOk="0">
                <a:moveTo>
                  <a:pt x="0" y="844875"/>
                </a:moveTo>
                <a:cubicBezTo>
                  <a:pt x="78180" y="263195"/>
                  <a:pt x="527997" y="28127"/>
                  <a:pt x="1139232" y="0"/>
                </a:cubicBezTo>
                <a:cubicBezTo>
                  <a:pt x="1748625" y="-55078"/>
                  <a:pt x="2303282" y="393108"/>
                  <a:pt x="2278464" y="844875"/>
                </a:cubicBezTo>
                <a:cubicBezTo>
                  <a:pt x="2269952" y="1218600"/>
                  <a:pt x="1674007" y="1732271"/>
                  <a:pt x="1139232" y="1689750"/>
                </a:cubicBezTo>
                <a:cubicBezTo>
                  <a:pt x="488749" y="1587544"/>
                  <a:pt x="68358" y="1410060"/>
                  <a:pt x="0" y="84487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1617256088">
                  <a:prstGeom prst="flowChartConnector">
                    <a:avLst/>
                  </a:prstGeom>
                  <ns5:type>
                    <ns5:lineSketchScribble/>
                  </ns5:type>
                </ns5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1" dirty="0">
                <a:latin typeface="+mj-lt"/>
              </a:rPr>
              <a:t>{SlidePromptQuestion}</a:t>
            </a:r>
            <a:r>
              <a:rPr lang="en-US" sz="2000" b="1" i="1" dirty="0" err="1">
                <a:latin typeface="+mj-lt"/>
              </a:rPr>
              <a:t/>
            </a:r>
            <a:r>
              <a:rPr lang="en-US" sz="2000" b="1" i="1" dirty="0">
                <a:latin typeface="+mj-lt"/>
              </a:rPr>
              <a:t/>
            </a:r>
            <a:endParaRPr lang="en-AU" sz="2000" b="1" i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ns2:creationId id="{D48E189F-A68E-5B6D-A1EA-8FDFB1191295}"/>
              </a:ext>
            </a:extLst>
          </p:cNvPr>
          <p:cNvSpPr txBox="1"/>
          <p:nvPr/>
        </p:nvSpPr>
        <p:spPr>
          <a:xfrm>
            <a:off x="128391" y="2379771"/>
            <a:ext cx="3069224" cy="4304824"/>
          </a:xfrm>
          <a:prstGeom prst="round2DiagRect">
            <a:avLst/>
          </a:prstGeom>
          <a:solidFill>
            <a:srgbClr val="FFFFCC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latin typeface="+mj-lt"/>
              </a:rPr>
              <a:t>{SlidePromptQuestion}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/>
            </a:r>
            <a:r>
              <a:rPr lang="en-US" sz="1600" dirty="0">
                <a:latin typeface="+mj-lt"/>
              </a:rPr>
              <a:t/>
            </a:r>
          </a:p>
        </p:txBody>
      </p:sp>
    </p:spTree>
    <p:extLst>
      <p:ext uri="{BB962C8B-B14F-4D97-AF65-F5344CB8AC3E}">
        <ns6:creationId val="1189687177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id="{22F34D8E-0190-8BDC-740F-0F27FD20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82833" cy="1285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ns2:creationId id="{B26A2E26-3736-DA64-FAC7-17517F4A3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1" y="1285927"/>
            <a:ext cx="10319657" cy="525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ns2:creationId id="{58BDE5DE-CAD0-4A56-68DE-BDC34A627E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69"/>
          <a:stretch>
            <a:fillRect/>
          </a:stretch>
        </p:blipFill>
        <p:spPr>
          <a:xfrm>
            <a:off x="7298871" y="6332030"/>
            <a:ext cx="4893129" cy="511264"/>
          </a:xfrm>
          <a:prstGeom prst="rect">
            <a:avLst/>
          </a:prstGeom>
        </p:spPr>
      </p:pic>
      <p:pic>
        <p:nvPicPr>
          <p:cNvPr id="1026" name="Picture 2" descr="This may contain: a brown and white vase sitting on top of a table">
            <a:extLst>
              <a:ext uri="{FF2B5EF4-FFF2-40B4-BE49-F238E27FC236}">
                <ns2:creationId id="{E6D81B97-5212-B0A0-50DD-FB4B85FA3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8744395" y="2018778"/>
            <a:ext cx="2912349" cy="3787281"/>
          </a:xfrm>
          <a:prstGeom prst="round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1028" name="Picture 4" descr="This may contain: a ball made out of branches on a white surface with no one in the photo">
            <a:extLst>
              <a:ext uri="{FF2B5EF4-FFF2-40B4-BE49-F238E27FC236}">
                <ns2:creationId id="{6B23239A-DD43-BF5A-3E63-007CA77E0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493872" y="2018779"/>
            <a:ext cx="2840461" cy="3787281"/>
          </a:xfrm>
          <a:prstGeom prst="round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1030" name="Picture 6" descr="This may contain: a large white vase sitting on top of a wooden stand next to a gray wall">
            <a:extLst>
              <a:ext uri="{FF2B5EF4-FFF2-40B4-BE49-F238E27FC236}">
                <ns2:creationId id="{25DB29C9-8075-5542-598B-3EBDDE81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976725" y="2253755"/>
            <a:ext cx="4024693" cy="3318318"/>
          </a:xfrm>
          <a:prstGeom prst="round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10" name="TextBox 9">
            <a:extLst>
              <a:ext uri="{FF2B5EF4-FFF2-40B4-BE49-F238E27FC236}">
                <ns2:creationId id="{E4DC6D73-D8AC-5D94-B31B-59F998E10CDC}"/>
              </a:ext>
            </a:extLst>
          </p:cNvPr>
          <p:cNvSpPr txBox="1"/>
          <p:nvPr/>
        </p:nvSpPr>
        <p:spPr>
          <a:xfrm>
            <a:off x="1007821" y="5806059"/>
            <a:ext cx="5937807" cy="822305"/>
          </a:xfrm>
          <a:prstGeom prst="ellipse">
            <a:avLst/>
          </a:prstGeom>
          <a:solidFill>
            <a:srgbClr val="8F857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66666"/>
                </a:solidFill>
                <a:effectLst/>
                <a:latin typeface="Roboto Mono" panose="00000009000000000000" pitchFamily="49" charset="0"/>
              </a:rPr>
              <a:t>{SlideMainExplanation}</a:t>
            </a:r>
            <a:r>
              <a:rPr lang="en-US" sz="1400" b="1" i="1" dirty="0">
                <a:solidFill>
                  <a:schemeClr val="bg1"/>
                </a:solidFill>
                <a:effectLst/>
              </a:rPr>
              <a:t/>
            </a:r>
            <a:r>
              <a:rPr lang="en-US" sz="1400" b="1" i="1" dirty="0">
                <a:solidFill>
                  <a:schemeClr val="bg1"/>
                </a:solidFill>
              </a:rPr>
              <a:t/>
            </a:r>
            <a:endParaRPr lang="en-AU" sz="14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ns5:creationId val="243491939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ns2:creationId id="{2F527FA9-86F7-86A9-BC32-89B1E56B9139}"/>
              </a:ext>
            </a:extLst>
          </p:cNvPr>
          <p:cNvSpPr txBox="1"/>
          <p:nvPr/>
        </p:nvSpPr>
        <p:spPr>
          <a:xfrm>
            <a:off x="200718" y="919960"/>
            <a:ext cx="6395601" cy="167946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+mj-lt"/>
              </a:rPr>
              <a:t>{SlideMainExplanation}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 dirty="0"/>
              <a:t/>
            </a:r>
            <a:r>
              <a:rPr lang="en-US" sz="1400" dirty="0">
                <a:ea typeface="Arial" panose="020B0604020202020204" pitchFamily="34" charset="0"/>
              </a:rPr>
              <a:t/>
            </a:r>
            <a:r>
              <a:rPr lang="en-US" sz="1400" dirty="0"/>
              <a:t/>
            </a:r>
            <a:endParaRPr lang="en-AU" sz="1400" dirty="0">
              <a:ea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6222D120-75FF-88C1-C325-8252BFD3A920}"/>
              </a:ext>
            </a:extLst>
          </p:cNvPr>
          <p:cNvSpPr txBox="1"/>
          <p:nvPr/>
        </p:nvSpPr>
        <p:spPr>
          <a:xfrm>
            <a:off x="7030199" y="303197"/>
            <a:ext cx="4887930" cy="59950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b="1" dirty="0">
                <a:ea typeface="Arial" panose="020B0604020202020204" pitchFamily="34" charset="0"/>
              </a:rPr>
              <a:t>{SlideBulletList}</a:t>
            </a:r>
          </a:p>
          <a:p>
            <a:pPr algn="ctr">
              <a:lnSpc>
                <a:spcPct val="115000"/>
              </a:lnSpc>
            </a:pPr>
            <a:r>
              <a:rPr lang="en-US" b="1" dirty="0">
                <a:ea typeface="Arial" panose="020B0604020202020204" pitchFamily="34" charset="0"/>
              </a:rPr>
              <a:t/>
            </a:r>
          </a:p>
          <a:p>
            <a:pPr>
              <a:lnSpc>
                <a:spcPct val="115000"/>
              </a:lnSpc>
            </a:pPr>
            <a:endParaRPr lang="en-US" sz="1600" b="1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ea typeface="Arial" panose="020B0604020202020204" pitchFamily="34" charset="0"/>
              </a:rPr>
              <a:t/>
            </a:r>
            <a:r>
              <a:rPr lang="en-US" sz="1600" dirty="0">
                <a:ea typeface="Arial" panose="020B0604020202020204" pitchFamily="34" charset="0"/>
              </a:rPr>
              <a:t/>
            </a:r>
          </a:p>
          <a:p>
            <a:pPr>
              <a:lnSpc>
                <a:spcPct val="115000"/>
              </a:lnSpc>
            </a:pPr>
            <a:endParaRPr lang="en-US" sz="1600" b="1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b="1" dirty="0">
                <a:ea typeface="Arial" panose="020B0604020202020204" pitchFamily="34" charset="0"/>
              </a:rPr>
              <a:t/>
            </a:r>
          </a:p>
          <a:p>
            <a:pPr>
              <a:lnSpc>
                <a:spcPct val="115000"/>
              </a:lnSpc>
            </a:pPr>
            <a:endParaRPr lang="en-US" sz="1600" dirty="0">
              <a:ea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ea typeface="Arial" panose="020B0604020202020204" pitchFamily="34" charset="0"/>
              </a:rPr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ea typeface="Arial" panose="020B0604020202020204" pitchFamily="34" charset="0"/>
              </a:rPr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ea typeface="Arial" panose="020B0604020202020204" pitchFamily="34" charset="0"/>
              </a:rPr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ea typeface="Arial" panose="020B0604020202020204" pitchFamily="34" charset="0"/>
              </a:rPr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ea typeface="Arial" panose="020B0604020202020204" pitchFamily="34" charset="0"/>
              </a:rPr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ea typeface="Arial" panose="020B0604020202020204" pitchFamily="34" charset="0"/>
              </a:rPr>
              <a:t/>
            </a:r>
            <a:endParaRPr lang="en-AU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This may contain: two vases made out of clay on a white background">
            <a:extLst>
              <a:ext uri="{FF2B5EF4-FFF2-40B4-BE49-F238E27FC236}">
                <ns2:creationId id="{CA67AC27-EAC1-0A71-FFBD-D90F7DE4B1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ns4:useLocalDpi val="0"/>
              </a:ext>
            </a:extLst>
          </a:blip>
          <a:srcRect t="28666" b="15200"/>
          <a:stretch>
            <a:fillRect/>
          </a:stretch>
        </p:blipFill>
        <p:spPr bwMode="auto">
          <a:xfrm>
            <a:off x="1051559" y="3004692"/>
            <a:ext cx="4693920" cy="3293567"/>
          </a:xfrm>
          <a:prstGeom prst="round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5" name="Picture 4">
            <a:extLst>
              <a:ext uri="{FF2B5EF4-FFF2-40B4-BE49-F238E27FC236}">
                <ns2:creationId id="{152AAEFB-14F0-4A0A-AAE2-A772B67B4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9" y="84748"/>
            <a:ext cx="1743318" cy="657317"/>
          </a:xfrm>
          <a:prstGeom prst="rect">
            <a:avLst/>
          </a:prstGeom>
        </p:spPr>
      </p:pic>
    </p:spTree>
    <p:extLst>
      <p:ext uri="{BB962C8B-B14F-4D97-AF65-F5344CB8AC3E}">
        <ns5:creationId val="343146206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ns2:creationId id="{85AEBFFB-8B94-74FD-3C55-DDE64CDDAC5F}"/>
              </a:ext>
            </a:extLst>
          </p:cNvPr>
          <p:cNvSpPr txBox="1"/>
          <p:nvPr/>
        </p:nvSpPr>
        <p:spPr>
          <a:xfrm>
            <a:off x="236070" y="800137"/>
            <a:ext cx="2606334" cy="574483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dirty="0"/>
              <a:t>{SlideBulletList}</a:t>
            </a:r>
          </a:p>
          <a:p>
            <a:pPr algn="ctr">
              <a:lnSpc>
                <a:spcPct val="115000"/>
              </a:lnSpc>
            </a:pP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b="1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b="1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  <a:endParaRPr lang="en-AU" sz="1400" dirty="0">
              <a:ea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CF62E2D2-5E2B-D8A2-9DFA-AFE00E1DC09D}"/>
              </a:ext>
            </a:extLst>
          </p:cNvPr>
          <p:cNvSpPr txBox="1"/>
          <p:nvPr/>
        </p:nvSpPr>
        <p:spPr>
          <a:xfrm>
            <a:off x="7451534" y="158400"/>
            <a:ext cx="4504396" cy="35141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dirty="0"/>
              <a:t>{SlideBulletList}</a:t>
            </a:r>
          </a:p>
          <a:p>
            <a:r>
              <a:rPr lang="en-US" sz="1400" b="1" dirty="0"/>
              <a:t/>
            </a:r>
          </a:p>
          <a:p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</p:txBody>
      </p:sp>
      <p:pic>
        <p:nvPicPr>
          <p:cNvPr id="4" name="Picture 3">
            <a:extLst>
              <a:ext uri="{FF2B5EF4-FFF2-40B4-BE49-F238E27FC236}">
                <ns2:creationId id="{5D149B89-4B2F-B8D0-393E-C7AF8C9E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9" y="84748"/>
            <a:ext cx="1743318" cy="657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79745EB0-2DCE-3B7B-44AF-F479807309A4}"/>
              </a:ext>
            </a:extLst>
          </p:cNvPr>
          <p:cNvSpPr txBox="1"/>
          <p:nvPr/>
        </p:nvSpPr>
        <p:spPr>
          <a:xfrm>
            <a:off x="7576004" y="3867436"/>
            <a:ext cx="4255455" cy="27922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{SlideBulletList}</a:t>
            </a:r>
          </a:p>
          <a:p>
            <a:pPr algn="ctr"/>
            <a:endParaRPr lang="en-US" sz="14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/>
              <a:t/>
            </a:r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/>
              <a:t/>
            </a:r>
            <a:r>
              <a:rPr lang="en-US" sz="1400" b="1" dirty="0" err="1"/>
              <a:t/>
            </a:r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/>
              <a:t/>
            </a: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algn="ctr"/>
            <a:br>
              <a:rPr lang="en-US" sz="1400" dirty="0"/>
            </a:br>
            <a:r>
              <a:rPr lang="en-US" sz="1400" dirty="0"/>
              <a:t/>
            </a:r>
            <a:r>
              <a:rPr lang="en-US" sz="1400" i="1" dirty="0"/>
              <a:t/>
            </a:r>
            <a:r>
              <a:rPr lang="en-US" sz="1400" i="1" dirty="0" err="1"/>
              <a:t/>
            </a:r>
            <a:r>
              <a:rPr lang="en-US" sz="1400" i="1" dirty="0"/>
              <a:t/>
            </a:r>
            <a:endParaRPr lang="en-US" sz="1400" dirty="0"/>
          </a:p>
        </p:txBody>
      </p:sp>
      <p:pic>
        <p:nvPicPr>
          <p:cNvPr id="3076" name="Picture 4" descr="The Art of Education University">
            <a:extLst>
              <a:ext uri="{FF2B5EF4-FFF2-40B4-BE49-F238E27FC236}">
                <ns2:creationId id="{6B296E30-9FD5-7B41-3B57-51DCC45C5D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ns4:useLocalDpi val="0"/>
              </a:ext>
            </a:extLst>
          </a:blip>
          <a:srcRect t="1501" b="7462"/>
          <a:stretch>
            <a:fillRect/>
          </a:stretch>
        </p:blipFill>
        <p:spPr bwMode="auto">
          <a:xfrm>
            <a:off x="3501539" y="372280"/>
            <a:ext cx="2169302" cy="255737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7" name="Picture 6">
            <a:extLst>
              <a:ext uri="{FF2B5EF4-FFF2-40B4-BE49-F238E27FC236}">
                <ns2:creationId id="{98834AE5-3EA1-ED11-A68B-C52A9BAEA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535" y="3672554"/>
            <a:ext cx="4252867" cy="238053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ns2:creationId id="{94CFFA6D-1AD3-62F1-8509-AE6784F9FC56}"/>
              </a:ext>
            </a:extLst>
          </p:cNvPr>
          <p:cNvCxnSpPr>
            <a:cxnSpLocks/>
          </p:cNvCxnSpPr>
          <p:nvPr/>
        </p:nvCxnSpPr>
        <p:spPr>
          <a:xfrm flipV="1">
            <a:off x="2598502" y="1915477"/>
            <a:ext cx="709907" cy="2712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ns2:creationId id="{A2B6AC0E-2C6E-8A13-95B6-2A88CC69F89A}"/>
              </a:ext>
            </a:extLst>
          </p:cNvPr>
          <p:cNvCxnSpPr>
            <a:cxnSpLocks/>
          </p:cNvCxnSpPr>
          <p:nvPr/>
        </p:nvCxnSpPr>
        <p:spPr>
          <a:xfrm>
            <a:off x="2238597" y="3297895"/>
            <a:ext cx="836810" cy="30330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ns5:creationId val="2643019891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C85174F7-DBE7-D8ED-B4FB-1E06E010C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5" y="71383"/>
            <a:ext cx="9754961" cy="771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C4659B97-AFB5-643E-32B0-A1D2740FEC3F}"/>
              </a:ext>
            </a:extLst>
          </p:cNvPr>
          <p:cNvSpPr txBox="1"/>
          <p:nvPr/>
        </p:nvSpPr>
        <p:spPr>
          <a:xfrm>
            <a:off x="7434071" y="1446752"/>
            <a:ext cx="449351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b="1" dirty="0"/>
              <a:t>{SlideMainExplanation}</a:t>
            </a:r>
            <a:r>
              <a:rPr lang="en-US" dirty="0"/>
              <a:t/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/>
              <a:t/>
            </a:r>
            <a:r>
              <a:rPr lang="en-US" dirty="0"/>
              <a:t/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ns2:creationId id="{54FD604C-E9E9-F8AA-DABC-DC5604EB3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51" y="1516754"/>
            <a:ext cx="1402907" cy="1212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ns2:creationId id="{7C3B56DF-396C-5EC4-5835-3AB901DF352C}"/>
              </a:ext>
            </a:extLst>
          </p:cNvPr>
          <p:cNvSpPr txBox="1"/>
          <p:nvPr/>
        </p:nvSpPr>
        <p:spPr>
          <a:xfrm>
            <a:off x="1795925" y="1708895"/>
            <a:ext cx="3652403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{SlideSupportingContent}</a:t>
            </a:r>
            <a:r>
              <a:rPr lang="en-US" dirty="0"/>
              <a:t/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endParaRPr lang="en-US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/>
            </a:r>
            <a:r>
              <a:rPr lang="en-US" dirty="0"/>
              <a:t/>
            </a:r>
          </a:p>
        </p:txBody>
      </p:sp>
      <p:pic>
        <p:nvPicPr>
          <p:cNvPr id="11" name="Picture 10">
            <a:extLst>
              <a:ext uri="{FF2B5EF4-FFF2-40B4-BE49-F238E27FC236}">
                <ns2:creationId id="{D6499C2E-30B3-3F39-A692-892309EBD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1" y="3361521"/>
            <a:ext cx="1421624" cy="12125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ns2:creationId id="{41F5785F-7E46-BF3F-DA3E-D718BF8F1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3" y="5149105"/>
            <a:ext cx="1327782" cy="11593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ns2:creationId id="{12A7C88D-0D1B-D83F-062C-64ABB1B11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0315" y="1518881"/>
            <a:ext cx="1404020" cy="12125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ns2:creationId id="{042F5ACD-B7B8-BA4F-83C0-D0C64BC170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416" y="3306467"/>
            <a:ext cx="1453819" cy="12676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ns2:creationId id="{23B80F4C-7CEE-8CCB-B93F-27C7CDB800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2833" y="5149105"/>
            <a:ext cx="1453820" cy="1254276"/>
          </a:xfrm>
          <a:prstGeom prst="rect">
            <a:avLst/>
          </a:prstGeom>
        </p:spPr>
      </p:pic>
    </p:spTree>
    <p:extLst>
      <p:ext uri="{BB962C8B-B14F-4D97-AF65-F5344CB8AC3E}">
        <ns4:creationId val="467850269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5/main" xmlns:ns6="http://schemas.microsoft.com/office/drawing/2010/main" xmlns:ns7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Rectangle 4112">
            <a:extLst>
              <a:ext uri="{FF2B5EF4-FFF2-40B4-BE49-F238E27FC236}">
                <ns2:creationId id="{42A4FC2C-047E-45A5-965D-8E1E3BF09BC6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100" name="Picture 4" descr="This may contain: a tall vase with many small trees on it's side, sitting in front of a white background">
            <a:extLst>
              <a:ext uri="{FF2B5EF4-FFF2-40B4-BE49-F238E27FC236}">
                <ns2:creationId id="{CDD324E8-6454-A438-70FB-48C58EA11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6:useLocalDpi val="0"/>
              </a:ext>
            </a:extLst>
          </a:blip>
          <a:srcRect l="9901" r="12460" b="2"/>
          <a:stretch>
            <a:fillRect/>
          </a:stretch>
        </p:blipFill>
        <p:spPr bwMode="auto">
          <a:xfrm>
            <a:off x="196731" y="170453"/>
            <a:ext cx="3794884" cy="6517096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4106" name="Picture 10" descr="This may contain: a white vase sitting on top of a table next to a gray wall and floor">
            <a:extLst>
              <a:ext uri="{FF2B5EF4-FFF2-40B4-BE49-F238E27FC236}">
                <ns2:creationId id="{6B67F27F-D96C-E515-5C82-6F9336E09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6:useLocalDpi val="0"/>
              </a:ext>
            </a:extLst>
          </a:blip>
          <a:srcRect t="19647" b="5229"/>
          <a:stretch>
            <a:fillRect/>
          </a:stretch>
        </p:blipFill>
        <p:spPr bwMode="auto">
          <a:xfrm>
            <a:off x="4184141" y="165371"/>
            <a:ext cx="3826711" cy="3176540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4104" name="Picture 8" descr="This may contain: a piece of art that is made out of wood and has been carved into the shape of a flower">
            <a:extLst>
              <a:ext uri="{FF2B5EF4-FFF2-40B4-BE49-F238E27FC236}">
                <ns2:creationId id="{EE962ABD-9B28-CBAA-3E7A-477068366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ns6:useLocalDpi val="0"/>
              </a:ext>
            </a:extLst>
          </a:blip>
          <a:srcRect t="20058" r="-1" b="26309"/>
          <a:stretch>
            <a:fillRect/>
          </a:stretch>
        </p:blipFill>
        <p:spPr bwMode="auto">
          <a:xfrm>
            <a:off x="8193992" y="159910"/>
            <a:ext cx="3826711" cy="3181966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4098" name="Picture 2" descr="This may contain: two white vases sitting on top of each other">
            <a:extLst>
              <a:ext uri="{FF2B5EF4-FFF2-40B4-BE49-F238E27FC236}">
                <ns2:creationId id="{1AB4C44B-53B7-0101-9CD9-D0D4D420E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ns6:useLocalDpi val="0"/>
              </a:ext>
            </a:extLst>
          </a:blip>
          <a:srcRect t="10220" r="2" b="6804"/>
          <a:stretch>
            <a:fillRect/>
          </a:stretch>
        </p:blipFill>
        <p:spPr bwMode="auto">
          <a:xfrm>
            <a:off x="4184141" y="3512234"/>
            <a:ext cx="3826711" cy="3175314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4102" name="Picture 6" descr="This may contain: a woman is touching a sculpture with her hands">
            <a:extLst>
              <a:ext uri="{FF2B5EF4-FFF2-40B4-BE49-F238E27FC236}">
                <ns2:creationId id="{5D5A3871-6CCC-7105-526B-AD65C2967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ns6:useLocalDpi val="0"/>
              </a:ext>
            </a:extLst>
          </a:blip>
          <a:srcRect t="15950" r="2" b="37284"/>
          <a:stretch>
            <a:fillRect/>
          </a:stretch>
        </p:blipFill>
        <p:spPr bwMode="auto">
          <a:xfrm>
            <a:off x="8193992" y="3505966"/>
            <a:ext cx="3826711" cy="3181582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3" name="Picture 2">
            <a:extLst>
              <a:ext uri="{FF2B5EF4-FFF2-40B4-BE49-F238E27FC236}">
                <ns2:creationId id="{9D43A5B6-AFB1-1667-811F-FDE336E7D7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847" y="170451"/>
            <a:ext cx="3315163" cy="781159"/>
          </a:xfrm>
          <a:prstGeom prst="rect">
            <a:avLst/>
          </a:prstGeom>
        </p:spPr>
      </p:pic>
    </p:spTree>
    <p:extLst>
      <p:ext uri="{BB962C8B-B14F-4D97-AF65-F5344CB8AC3E}">
        <ns7:creationId val="2629401060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0A110E77-FE1A-276C-D410-D670D6703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2596" cy="695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ns2:creationId id="{A08420AA-D561-3CBF-8F71-38C9BFEAD5A1}"/>
              </a:ext>
            </a:extLst>
          </p:cNvPr>
          <p:cNvSpPr txBox="1"/>
          <p:nvPr/>
        </p:nvSpPr>
        <p:spPr>
          <a:xfrm>
            <a:off x="4950665" y="1645881"/>
            <a:ext cx="2290669" cy="4091455"/>
          </a:xfrm>
          <a:prstGeom prst="roundRect">
            <a:avLst/>
          </a:prstGeom>
          <a:solidFill>
            <a:srgbClr val="D3E2D8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i="1" dirty="0"/>
              <a:t>{SlideBulletList}</a:t>
            </a:r>
          </a:p>
          <a:p>
            <a:pPr algn="ctr">
              <a:lnSpc>
                <a:spcPct val="115000"/>
              </a:lnSpc>
            </a:pPr>
            <a:r>
              <a:rPr lang="en-US" sz="1600" b="1" i="1" dirty="0"/>
              <a:t/>
            </a:r>
          </a:p>
          <a:p>
            <a:pPr>
              <a:lnSpc>
                <a:spcPct val="115000"/>
              </a:lnSpc>
            </a:pPr>
            <a:endParaRPr lang="en-US" sz="1600" b="1" i="1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  <a:endParaRPr lang="en-AU" sz="1400" dirty="0">
              <a:ea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ns2:creationId id="{661E0880-C7D9-3E07-D9B8-18CE8C88B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59" y="1330938"/>
            <a:ext cx="3369945" cy="4721345"/>
          </a:xfrm>
          <a:prstGeom prst="rect">
            <a:avLst/>
          </a:prstGeom>
        </p:spPr>
      </p:pic>
      <p:pic>
        <p:nvPicPr>
          <p:cNvPr id="5123" name="Picture 3" descr="Essential Object, 2023 – Steph Woods">
            <a:extLst>
              <a:ext uri="{FF2B5EF4-FFF2-40B4-BE49-F238E27FC236}">
                <ns2:creationId id="{149DAC0B-BB13-CDB0-ADDB-6F5279D839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4:useLocalDpi val="0"/>
              </a:ext>
            </a:extLst>
          </a:blip>
          <a:srcRect l="24906" t="8800" r="25955" b="8933"/>
          <a:stretch>
            <a:fillRect/>
          </a:stretch>
        </p:blipFill>
        <p:spPr bwMode="auto">
          <a:xfrm>
            <a:off x="7947456" y="1220471"/>
            <a:ext cx="2952084" cy="494227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13" name="Oval 12">
            <a:extLst>
              <a:ext uri="{FF2B5EF4-FFF2-40B4-BE49-F238E27FC236}">
                <ns2:creationId id="{9D98AF6E-F5C1-29D0-B239-AE7411F42AFB}"/>
              </a:ext>
            </a:extLst>
          </p:cNvPr>
          <p:cNvSpPr/>
          <p:nvPr/>
        </p:nvSpPr>
        <p:spPr>
          <a:xfrm>
            <a:off x="10314432" y="777548"/>
            <a:ext cx="1784170" cy="1696175"/>
          </a:xfrm>
          <a:prstGeom prst="ellipse">
            <a:avLst/>
          </a:prstGeom>
          <a:solidFill>
            <a:srgbClr val="AB61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kern="1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{SlidePromptQuestion}</a:t>
            </a:r>
            <a:r>
              <a:rPr lang="en-US" sz="1400" b="1" i="1" kern="100" dirty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r>
              <a:rPr lang="en-US" sz="1400" b="1" i="1" kern="1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endParaRPr lang="en-AU" sz="1400" b="1" i="1" kern="100" dirty="0">
              <a:solidFill>
                <a:schemeClr val="bg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5:creationId val="2251467683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id="{5A4F822D-B347-BC7A-A625-94CC7AA75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3" y="0"/>
            <a:ext cx="9478698" cy="828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ns2:creationId id="{F5085146-B694-DBD3-B09B-59937E6EA8A5}"/>
              </a:ext>
            </a:extLst>
          </p:cNvPr>
          <p:cNvSpPr txBox="1"/>
          <p:nvPr/>
        </p:nvSpPr>
        <p:spPr>
          <a:xfrm>
            <a:off x="268775" y="930989"/>
            <a:ext cx="4388864" cy="2908172"/>
          </a:xfrm>
          <a:prstGeom prst="roundRect">
            <a:avLst/>
          </a:prstGeom>
          <a:solidFill>
            <a:srgbClr val="E2D3B7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b="1" i="1" dirty="0"/>
              <a:t>{SlideBulletList}</a:t>
            </a:r>
          </a:p>
          <a:p>
            <a:pPr>
              <a:lnSpc>
                <a:spcPct val="115000"/>
              </a:lnSpc>
            </a:pPr>
            <a:endParaRPr lang="en-US" sz="1400" b="1" i="1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 err="1"/>
              <a:t/>
            </a:r>
            <a:r>
              <a:rPr lang="en-US" sz="1400" dirty="0"/>
              <a:t/>
            </a:r>
          </a:p>
          <a:p>
            <a:pPr>
              <a:lnSpc>
                <a:spcPct val="115000"/>
              </a:lnSpc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>
              <a:lnSpc>
                <a:spcPct val="115000"/>
              </a:lnSpc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</p:txBody>
      </p:sp>
      <p:pic>
        <p:nvPicPr>
          <p:cNvPr id="6149" name="Picture 5" descr="Thancoupie - Artist Profile">
            <a:extLst>
              <a:ext uri="{FF2B5EF4-FFF2-40B4-BE49-F238E27FC236}">
                <ns2:creationId id="{06AB8B42-098D-8159-D0EA-ED914B1FBF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ns4:useLocalDpi val="0"/>
              </a:ext>
            </a:extLst>
          </a:blip>
          <a:srcRect t="7099" b="6862"/>
          <a:stretch>
            <a:fillRect/>
          </a:stretch>
        </p:blipFill>
        <p:spPr bwMode="auto">
          <a:xfrm>
            <a:off x="1533990" y="4283100"/>
            <a:ext cx="2864274" cy="246438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6151" name="Picture 7" descr="Exposition Art Blog: Thancoupie - Australian Art">
            <a:extLst>
              <a:ext uri="{FF2B5EF4-FFF2-40B4-BE49-F238E27FC236}">
                <ns2:creationId id="{DC143351-73AD-5870-7912-406A77938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5178847" y="1608836"/>
            <a:ext cx="6872945" cy="513865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10" name="Oval 9">
            <a:extLst>
              <a:ext uri="{FF2B5EF4-FFF2-40B4-BE49-F238E27FC236}">
                <ns2:creationId id="{482AF31E-038F-7819-451E-81E19ABB8FFB}"/>
              </a:ext>
            </a:extLst>
          </p:cNvPr>
          <p:cNvSpPr/>
          <p:nvPr/>
        </p:nvSpPr>
        <p:spPr>
          <a:xfrm>
            <a:off x="9802368" y="435522"/>
            <a:ext cx="2120857" cy="2060789"/>
          </a:xfrm>
          <a:prstGeom prst="ellipse">
            <a:avLst/>
          </a:prstGeom>
          <a:solidFill>
            <a:srgbClr val="6A4A3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kern="100" dirty="0">
                <a:solidFill>
                  <a:schemeClr val="bg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{SlidePromptQuestion}</a:t>
            </a:r>
            <a:r>
              <a:rPr lang="en-US" sz="1400" b="1" i="1" kern="1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endParaRPr lang="en-AU" sz="1400" b="1" i="1" kern="100" dirty="0">
              <a:solidFill>
                <a:schemeClr val="bg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 descr="Pot: (Orinde the tortoise) c.1995">
            <a:extLst>
              <a:ext uri="{FF2B5EF4-FFF2-40B4-BE49-F238E27FC236}">
                <ns2:creationId id="{CF0F250A-F456-DDBE-4D85-403A27D17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l="4673" t="11338" r="5712" b="11333"/>
          <a:stretch>
            <a:fillRect/>
          </a:stretch>
        </p:blipFill>
        <p:spPr bwMode="auto">
          <a:xfrm>
            <a:off x="364876" y="4008652"/>
            <a:ext cx="1552946" cy="169615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2146951364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F3061B96-79AA-7CFE-BAC4-865B4B513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0269383" cy="724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ns2:creationId id="{CFAA62E9-A8EF-C6FC-A549-5BC55ED194C3}"/>
              </a:ext>
            </a:extLst>
          </p:cNvPr>
          <p:cNvSpPr txBox="1"/>
          <p:nvPr/>
        </p:nvSpPr>
        <p:spPr>
          <a:xfrm>
            <a:off x="268775" y="930989"/>
            <a:ext cx="3690577" cy="3456407"/>
          </a:xfrm>
          <a:prstGeom prst="roundRect">
            <a:avLst/>
          </a:prstGeom>
          <a:solidFill>
            <a:srgbClr val="BBCBD3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b="1" i="1" dirty="0"/>
              <a:t>{SlideBulletList}</a:t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</p:txBody>
      </p:sp>
      <p:sp>
        <p:nvSpPr>
          <p:cNvPr id="6" name="Oval 5">
            <a:extLst>
              <a:ext uri="{FF2B5EF4-FFF2-40B4-BE49-F238E27FC236}">
                <ns2:creationId id="{846A706B-60D9-E8F2-BD6A-A7B031AE4747}"/>
              </a:ext>
            </a:extLst>
          </p:cNvPr>
          <p:cNvSpPr/>
          <p:nvPr/>
        </p:nvSpPr>
        <p:spPr>
          <a:xfrm>
            <a:off x="9691380" y="1203618"/>
            <a:ext cx="2120857" cy="2060789"/>
          </a:xfrm>
          <a:prstGeom prst="ellipse">
            <a:avLst/>
          </a:prstGeom>
          <a:solidFill>
            <a:srgbClr val="64080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kern="10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{SlideSupportingContent}</a:t>
            </a:r>
            <a:endParaRPr lang="en-AU" sz="1400" b="1" i="1" kern="100" dirty="0">
              <a:solidFill>
                <a:schemeClr val="bg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1" name="Picture 3" descr="Studio Pottery | Indigenous Pots by Australia's Penny Evans | CFile -  Contemporary Ceramic Art + Design">
            <a:extLst>
              <a:ext uri="{FF2B5EF4-FFF2-40B4-BE49-F238E27FC236}">
                <ns2:creationId id="{A89EB76E-95D0-0FE5-EEEE-8B5262793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4808285" y="788285"/>
            <a:ext cx="4637468" cy="580019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7173" name="Picture 5" descr="Five Minutes with... Penny Evans — JamFactory">
            <a:extLst>
              <a:ext uri="{FF2B5EF4-FFF2-40B4-BE49-F238E27FC236}">
                <ns2:creationId id="{4FFACD37-42E7-599F-7A33-E1AA1A3BF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25775" y="4274547"/>
            <a:ext cx="2526040" cy="231393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7175" name="Picture 7" descr="Lismore artist triples online sales, impresses Google | Daily Telegraph">
            <a:extLst>
              <a:ext uri="{FF2B5EF4-FFF2-40B4-BE49-F238E27FC236}">
                <ns2:creationId id="{D99B1DE1-0BB1-BACE-EE4C-86B7F60ED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4:useLocalDpi val="0"/>
              </a:ext>
            </a:extLst>
          </a:blip>
          <a:srcRect t="16400"/>
          <a:stretch>
            <a:fillRect/>
          </a:stretch>
        </p:blipFill>
        <p:spPr bwMode="auto">
          <a:xfrm>
            <a:off x="8846912" y="5239512"/>
            <a:ext cx="3210953" cy="150995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352408334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1AE0269F-1FE3-117F-2A1C-D090C0476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00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ns2:creationId id="{4319E8F5-CB31-B6AD-ADB6-3C07BC1E75E3}"/>
              </a:ext>
            </a:extLst>
          </p:cNvPr>
          <p:cNvSpPr txBox="1"/>
          <p:nvPr/>
        </p:nvSpPr>
        <p:spPr>
          <a:xfrm>
            <a:off x="241343" y="1095581"/>
            <a:ext cx="4623265" cy="2594895"/>
          </a:xfrm>
          <a:prstGeom prst="roundRect">
            <a:avLst/>
          </a:prstGeom>
          <a:solidFill>
            <a:srgbClr val="BACBC6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b="1" i="1" dirty="0"/>
              <a:t>{SlideBulletList}</a:t>
            </a:r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>
              <a:lnSpc>
                <a:spcPct val="115000"/>
              </a:lnSpc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  <a:p>
            <a:pPr>
              <a:lnSpc>
                <a:spcPct val="115000"/>
              </a:lnSpc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400" dirty="0"/>
              <a:t/>
            </a:r>
          </a:p>
        </p:txBody>
      </p:sp>
      <p:pic>
        <p:nvPicPr>
          <p:cNvPr id="8194" name="Picture 2" descr="Habitat Bee Project – 2021 – 23 | Julie Bartholomew">
            <a:extLst>
              <a:ext uri="{FF2B5EF4-FFF2-40B4-BE49-F238E27FC236}">
                <ns2:creationId id="{D608A68C-795F-7674-B032-134E9099D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500147" y="4107736"/>
            <a:ext cx="4105656" cy="2331426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8198" name="Picture 6">
            <a:extLst>
              <a:ext uri="{FF2B5EF4-FFF2-40B4-BE49-F238E27FC236}">
                <ns2:creationId id="{BBA1030F-DC24-5683-2E5E-3B3E174CDE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4:useLocalDpi val="0"/>
              </a:ext>
            </a:extLst>
          </a:blip>
          <a:srcRect l="8121" t="13333" r="6643" b="6107"/>
          <a:stretch>
            <a:fillRect/>
          </a:stretch>
        </p:blipFill>
        <p:spPr bwMode="auto">
          <a:xfrm>
            <a:off x="5847194" y="1664208"/>
            <a:ext cx="4401970" cy="477495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6" name="Oval 5">
            <a:extLst>
              <a:ext uri="{FF2B5EF4-FFF2-40B4-BE49-F238E27FC236}">
                <ns2:creationId id="{D899A972-15CA-B263-A95C-0F66B503ED60}"/>
              </a:ext>
            </a:extLst>
          </p:cNvPr>
          <p:cNvSpPr/>
          <p:nvPr/>
        </p:nvSpPr>
        <p:spPr>
          <a:xfrm>
            <a:off x="9764532" y="976709"/>
            <a:ext cx="2120857" cy="2060789"/>
          </a:xfrm>
          <a:prstGeom prst="ellipse">
            <a:avLst/>
          </a:prstGeom>
          <a:solidFill>
            <a:srgbClr val="1351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{SlideSupportingContent}</a:t>
            </a:r>
            <a:endParaRPr lang="en-US" sz="1400" dirty="0"/>
          </a:p>
          <a:p>
            <a:pPr algn="ctr"/>
            <a:endParaRPr lang="en-AU" sz="1400" b="1" i="1" kern="100" dirty="0">
              <a:solidFill>
                <a:schemeClr val="bg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5:creationId val="2565567790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ns2:creationId id="{DEDE9E5D-0F12-C6B2-483D-FBF0A649348B}"/>
              </a:ext>
            </a:extLst>
          </p:cNvPr>
          <p:cNvSpPr txBox="1"/>
          <p:nvPr/>
        </p:nvSpPr>
        <p:spPr>
          <a:xfrm>
            <a:off x="143807" y="754125"/>
            <a:ext cx="4976833" cy="5955268"/>
          </a:xfrm>
          <a:prstGeom prst="roundRect">
            <a:avLst/>
          </a:prstGeom>
          <a:solidFill>
            <a:srgbClr val="CAB995"/>
          </a:solidFill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{SlideBulletList}</a:t>
            </a:r>
            <a:r>
              <a:rPr lang="en-US" sz="1400" dirty="0"/>
              <a:t/>
            </a:r>
          </a:p>
          <a:p>
            <a:endParaRPr lang="en-US" sz="1400" b="1" dirty="0"/>
          </a:p>
          <a:p>
            <a:r>
              <a:rPr lang="en-US" sz="1400" b="1" dirty="0"/>
              <a:t/>
            </a:r>
          </a:p>
          <a:p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/>
              <a:t/>
            </a: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/>
              <a:t/>
            </a:r>
            <a:r>
              <a:rPr lang="en-US" sz="1400" dirty="0"/>
              <a:t/>
            </a:r>
            <a:r>
              <a:rPr lang="en-US" sz="1400" b="1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/>
              <a:t/>
            </a:r>
            <a:r>
              <a:rPr lang="en-US" sz="1400" dirty="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b="1" dirty="0"/>
              <a:t/>
            </a:r>
            <a:r>
              <a:rPr lang="en-US" sz="1400" dirty="0"/>
              <a:t/>
            </a:r>
          </a:p>
          <a:p>
            <a:endParaRPr lang="en-US" sz="1400" dirty="0"/>
          </a:p>
          <a:p>
            <a:r>
              <a:rPr lang="en-US" sz="1400" b="1" i="1" dirty="0"/>
              <a:t/>
            </a:r>
          </a:p>
        </p:txBody>
      </p:sp>
      <p:pic>
        <p:nvPicPr>
          <p:cNvPr id="6" name="Picture 5">
            <a:extLst>
              <a:ext uri="{FF2B5EF4-FFF2-40B4-BE49-F238E27FC236}">
                <ns2:creationId id="{5D8EC1CE-4D12-EE77-BF2E-C50B2F237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78600" cy="640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ns2:creationId id="{1D38A76C-791F-B453-13FA-5BF5CF4D3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568" y="1672975"/>
            <a:ext cx="6264099" cy="3512050"/>
          </a:xfrm>
          <a:prstGeom prst="rect">
            <a:avLst/>
          </a:prstGeom>
        </p:spPr>
      </p:pic>
    </p:spTree>
    <p:extLst>
      <p:ext uri="{BB962C8B-B14F-4D97-AF65-F5344CB8AC3E}">
        <ns4:creationId val="3228629633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8/sketchyshapes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text on a white background&#10;&#10;AI-generated content may be incorrect.">
            <a:extLst>
              <a:ext uri="{FF2B5EF4-FFF2-40B4-BE49-F238E27FC236}">
                <ns2:creationId id="{29267B40-D617-587B-AA9B-01C6CF2D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95" b="22051"/>
          <a:stretch>
            <a:fillRect/>
          </a:stretch>
        </p:blipFill>
        <p:spPr>
          <a:xfrm>
            <a:off x="48927" y="0"/>
            <a:ext cx="6915941" cy="1053193"/>
          </a:xfrm>
          <a:prstGeom prst="rect">
            <a:avLst/>
          </a:prstGeom>
        </p:spPr>
      </p:pic>
      <p:pic>
        <p:nvPicPr>
          <p:cNvPr id="2050" name="Picture 2" descr="This may contain: a man is looking through a mirror with his finger to the camera and he's covering his eyes">
            <a:extLst>
              <a:ext uri="{FF2B5EF4-FFF2-40B4-BE49-F238E27FC236}">
                <ns2:creationId id="{2FFD8084-74E6-749E-7A3B-E451E057D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6964868" y="187778"/>
            <a:ext cx="4940886" cy="6482443"/>
          </a:xfrm>
          <a:prstGeom prst="ellipse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" name="TextBox 2">
            <a:extLst>
              <a:ext uri="{FF2B5EF4-FFF2-40B4-BE49-F238E27FC236}">
                <ns2:creationId id="{71F1184B-C719-A192-9CCB-05A6157EBD56}"/>
              </a:ext>
            </a:extLst>
          </p:cNvPr>
          <p:cNvSpPr txBox="1"/>
          <p:nvPr/>
        </p:nvSpPr>
        <p:spPr>
          <a:xfrm>
            <a:off x="2075819" y="1238055"/>
            <a:ext cx="5672820" cy="735747"/>
          </a:xfrm>
          <a:custGeom>
            <a:avLst/>
            <a:gdLst>
              <a:gd name="csX0" fmla="*/ 0 w 5672820"/>
              <a:gd name="csY0" fmla="*/ 367874 h 735747"/>
              <a:gd name="csX1" fmla="*/ 2836410 w 5672820"/>
              <a:gd name="csY1" fmla="*/ 0 h 735747"/>
              <a:gd name="csX2" fmla="*/ 5672820 w 5672820"/>
              <a:gd name="csY2" fmla="*/ 367874 h 735747"/>
              <a:gd name="csX3" fmla="*/ 2836410 w 5672820"/>
              <a:gd name="csY3" fmla="*/ 735748 h 735747"/>
              <a:gd name="csX4" fmla="*/ 0 w 5672820"/>
              <a:gd name="csY4" fmla="*/ 367874 h 7357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72820" h="735747" fill="none" extrusionOk="0">
                <a:moveTo>
                  <a:pt x="0" y="367874"/>
                </a:moveTo>
                <a:cubicBezTo>
                  <a:pt x="128672" y="42406"/>
                  <a:pt x="1578722" y="20378"/>
                  <a:pt x="2836410" y="0"/>
                </a:cubicBezTo>
                <a:cubicBezTo>
                  <a:pt x="4411985" y="15502"/>
                  <a:pt x="5646491" y="164137"/>
                  <a:pt x="5672820" y="367874"/>
                </a:cubicBezTo>
                <a:cubicBezTo>
                  <a:pt x="6024333" y="622019"/>
                  <a:pt x="4206369" y="646050"/>
                  <a:pt x="2836410" y="735748"/>
                </a:cubicBezTo>
                <a:cubicBezTo>
                  <a:pt x="1236016" y="745861"/>
                  <a:pt x="2794" y="567257"/>
                  <a:pt x="0" y="367874"/>
                </a:cubicBezTo>
                <a:close/>
              </a:path>
              <a:path w="5672820" h="735747" stroke="0" extrusionOk="0">
                <a:moveTo>
                  <a:pt x="0" y="367874"/>
                </a:moveTo>
                <a:cubicBezTo>
                  <a:pt x="-114358" y="365339"/>
                  <a:pt x="1127840" y="-58664"/>
                  <a:pt x="2836410" y="0"/>
                </a:cubicBezTo>
                <a:cubicBezTo>
                  <a:pt x="4429769" y="-3964"/>
                  <a:pt x="5655733" y="195825"/>
                  <a:pt x="5672820" y="367874"/>
                </a:cubicBezTo>
                <a:cubicBezTo>
                  <a:pt x="5409852" y="658937"/>
                  <a:pt x="4311110" y="844309"/>
                  <a:pt x="2836410" y="735748"/>
                </a:cubicBezTo>
                <a:cubicBezTo>
                  <a:pt x="1291016" y="722085"/>
                  <a:pt x="-44444" y="581240"/>
                  <a:pt x="0" y="367874"/>
                </a:cubicBezTo>
                <a:close/>
              </a:path>
            </a:pathLst>
          </a:custGeom>
          <a:solidFill>
            <a:srgbClr val="E2DED2"/>
          </a:solidFill>
          <a:ln w="12700">
            <a:solidFill>
              <a:schemeClr val="tx1"/>
            </a:solidFill>
            <a:extLst>
              <a:ext uri="{C807C97D-BFC1-408E-A445-0C87EB9F89A2}">
                <ns5:lineSketchStyleProps sd="981765707">
                  <a:prstGeom prst="ellipse">
                    <a:avLst/>
                  </a:prstGeom>
                  <ns5:type>
                    <ns5:lineSketchScribble/>
                  </ns5:type>
                </ns5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800" b="1" i="1" dirty="0"/>
              <a:t>{SlideMainExplanation}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ns2:creationId id="{56F47FB6-D451-FD10-F52F-5036A704B74E}"/>
              </a:ext>
            </a:extLst>
          </p:cNvPr>
          <p:cNvSpPr/>
          <p:nvPr/>
        </p:nvSpPr>
        <p:spPr>
          <a:xfrm>
            <a:off x="585773" y="2572556"/>
            <a:ext cx="6200146" cy="1244604"/>
          </a:xfrm>
          <a:prstGeom prst="roundRect">
            <a:avLst/>
          </a:prstGeom>
          <a:noFill/>
          <a:ln>
            <a:noFill/>
            <a:prstDash val="lgDash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{SlideSupportingContent}</a:t>
            </a:r>
            <a:r>
              <a:rPr lang="en-US" sz="2000" dirty="0" err="1"/>
              <a:t/>
            </a:r>
            <a:r>
              <a:rPr lang="en-US" sz="2000" dirty="0"/>
              <a:t/>
            </a:r>
            <a:endParaRPr lang="en-AU" sz="2000" dirty="0"/>
          </a:p>
          <a:p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hought Bubble: Cloud 4">
            <a:extLst>
              <a:ext uri="{FF2B5EF4-FFF2-40B4-BE49-F238E27FC236}">
                <ns2:creationId id="{A71B72B8-9611-8708-E80F-FB4E95F2599F}"/>
              </a:ext>
            </a:extLst>
          </p:cNvPr>
          <p:cNvSpPr/>
          <p:nvPr/>
        </p:nvSpPr>
        <p:spPr>
          <a:xfrm>
            <a:off x="944336" y="4415915"/>
            <a:ext cx="5662634" cy="2204358"/>
          </a:xfrm>
          <a:prstGeom prst="cloudCallout">
            <a:avLst>
              <a:gd name="adj1" fmla="val -63212"/>
              <a:gd name="adj2" fmla="val 57698"/>
            </a:avLst>
          </a:prstGeom>
          <a:solidFill>
            <a:srgbClr val="E8B53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b="1" dirty="0">
              <a:solidFill>
                <a:schemeClr val="tx1"/>
              </a:solidFill>
            </a:endParaRPr>
          </a:p>
          <a:p>
            <a:pPr algn="ctr"/>
            <a:endParaRPr lang="en-AU" sz="2000" b="1" dirty="0">
              <a:solidFill>
                <a:schemeClr val="tx1"/>
              </a:solidFill>
            </a:endParaRPr>
          </a:p>
          <a:p>
            <a:pPr algn="ctr"/>
            <a:r>
              <a:rPr lang="en-AU" sz="2000" b="1" dirty="0">
                <a:solidFill>
                  <a:schemeClr val="tx1"/>
                </a:solidFill>
              </a:rPr>
              <a:t>{SlidePromptQuestion}</a:t>
            </a:r>
          </a:p>
          <a:p>
            <a:pPr algn="ctr"/>
            <a:br>
              <a:rPr lang="en-AU" sz="1600" b="1" dirty="0">
                <a:solidFill>
                  <a:schemeClr val="tx1"/>
                </a:solidFill>
              </a:rPr>
            </a:br>
            <a:r>
              <a:rPr lang="en-AU" b="1" i="1" dirty="0">
                <a:solidFill>
                  <a:schemeClr val="tx1"/>
                </a:solidFill>
              </a:rPr>
              <a:t/>
            </a:r>
          </a:p>
          <a:p>
            <a:pPr algn="ctr"/>
            <a:endParaRPr lang="en-AU" b="1" i="1" dirty="0">
              <a:solidFill>
                <a:schemeClr val="tx1"/>
              </a:solidFill>
            </a:endParaRPr>
          </a:p>
          <a:p>
            <a:pPr algn="ctr"/>
            <a:endParaRPr lang="en-A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ns6:creationId val="3350123476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4="http://schemas.microsoft.com/office/drawing/2018/sketchyshapes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ns2:creationId id="{01C0BC93-8D13-D11C-692F-96DEA202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10" y="1577866"/>
            <a:ext cx="4666004" cy="3883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ns2:creationId id="{E12BEFEB-F552-6CF3-664C-BECCE10C9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692" y="1627191"/>
            <a:ext cx="4666004" cy="339052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ns2:creationId id="{2870A14A-B15F-CB12-C91F-A5E4F268C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657"/>
            <a:ext cx="4201111" cy="1000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ns2:creationId id="{84D8939D-FE3C-7C68-50DE-2E950B9B5388}"/>
              </a:ext>
            </a:extLst>
          </p:cNvPr>
          <p:cNvSpPr/>
          <p:nvPr/>
        </p:nvSpPr>
        <p:spPr>
          <a:xfrm>
            <a:off x="442715" y="2289179"/>
            <a:ext cx="4955395" cy="3651905"/>
          </a:xfrm>
          <a:custGeom>
            <a:avLst/>
            <a:gdLst>
              <a:gd name="csX0" fmla="*/ 0 w 4955395"/>
              <a:gd name="csY0" fmla="*/ 0 h 3651905"/>
              <a:gd name="csX1" fmla="*/ 4955395 w 4955395"/>
              <a:gd name="csY1" fmla="*/ 0 h 3651905"/>
              <a:gd name="csX2" fmla="*/ 4955395 w 4955395"/>
              <a:gd name="csY2" fmla="*/ 3651905 h 3651905"/>
              <a:gd name="csX3" fmla="*/ 0 w 4955395"/>
              <a:gd name="csY3" fmla="*/ 3651905 h 3651905"/>
              <a:gd name="csX4" fmla="*/ 0 w 4955395"/>
              <a:gd name="csY4" fmla="*/ 0 h 3651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955395" h="3651905" fill="none" extrusionOk="0">
                <a:moveTo>
                  <a:pt x="0" y="0"/>
                </a:moveTo>
                <a:cubicBezTo>
                  <a:pt x="1048347" y="99984"/>
                  <a:pt x="2541848" y="-75286"/>
                  <a:pt x="4955395" y="0"/>
                </a:cubicBezTo>
                <a:cubicBezTo>
                  <a:pt x="4872003" y="682040"/>
                  <a:pt x="5038532" y="3271717"/>
                  <a:pt x="4955395" y="3651905"/>
                </a:cubicBezTo>
                <a:cubicBezTo>
                  <a:pt x="2921967" y="3579528"/>
                  <a:pt x="1293999" y="3808545"/>
                  <a:pt x="0" y="3651905"/>
                </a:cubicBezTo>
                <a:cubicBezTo>
                  <a:pt x="109674" y="2282426"/>
                  <a:pt x="-143542" y="884351"/>
                  <a:pt x="0" y="0"/>
                </a:cubicBezTo>
                <a:close/>
              </a:path>
              <a:path w="4955395" h="3651905" stroke="0" extrusionOk="0">
                <a:moveTo>
                  <a:pt x="0" y="0"/>
                </a:moveTo>
                <a:cubicBezTo>
                  <a:pt x="1970294" y="-42197"/>
                  <a:pt x="2991904" y="-104829"/>
                  <a:pt x="4955395" y="0"/>
                </a:cubicBezTo>
                <a:cubicBezTo>
                  <a:pt x="4920281" y="670507"/>
                  <a:pt x="4863094" y="2866264"/>
                  <a:pt x="4955395" y="3651905"/>
                </a:cubicBezTo>
                <a:cubicBezTo>
                  <a:pt x="3358750" y="3571582"/>
                  <a:pt x="1062362" y="3498974"/>
                  <a:pt x="0" y="3651905"/>
                </a:cubicBezTo>
                <a:cubicBezTo>
                  <a:pt x="66540" y="2903761"/>
                  <a:pt x="-45681" y="864502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ns4:lineSketchStyleProps sd="540634549">
                  <a:prstGeom prst="rect">
                    <a:avLst/>
                  </a:prstGeom>
                  <ns4:type>
                    <ns4:lineSketchCurved/>
                  </ns4:type>
                </ns4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{SlideBulletList}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400" dirty="0"/>
              <a:t/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/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 err="1"/>
              <a:t/>
            </a:r>
            <a:r>
              <a:rPr lang="en-US" sz="1400" dirty="0"/>
              <a:t/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/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/>
            </a:r>
          </a:p>
          <a:p>
            <a:pPr lvl="1"/>
            <a:endParaRPr lang="en-US" sz="1400" dirty="0"/>
          </a:p>
          <a:p>
            <a:r>
              <a:rPr lang="en-US" sz="1400" b="1" dirty="0"/>
              <a:t/>
            </a:r>
            <a:r>
              <a:rPr lang="en-US" sz="1400" dirty="0"/>
              <a:t/>
            </a:r>
          </a:p>
          <a:p>
            <a:br>
              <a:rPr lang="en-US" sz="1400" dirty="0"/>
            </a:br>
            <a:r>
              <a:rPr lang="en-US" sz="1400" dirty="0"/>
              <a:t/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ns2:creationId id="{64661B00-6FD3-59F2-499A-77E153832273}"/>
              </a:ext>
            </a:extLst>
          </p:cNvPr>
          <p:cNvSpPr/>
          <p:nvPr/>
        </p:nvSpPr>
        <p:spPr>
          <a:xfrm>
            <a:off x="6440104" y="2289179"/>
            <a:ext cx="5309181" cy="3651905"/>
          </a:xfrm>
          <a:custGeom>
            <a:avLst/>
            <a:gdLst>
              <a:gd name="csX0" fmla="*/ 0 w 5309181"/>
              <a:gd name="csY0" fmla="*/ 0 h 3651905"/>
              <a:gd name="csX1" fmla="*/ 5309181 w 5309181"/>
              <a:gd name="csY1" fmla="*/ 0 h 3651905"/>
              <a:gd name="csX2" fmla="*/ 5309181 w 5309181"/>
              <a:gd name="csY2" fmla="*/ 3651905 h 3651905"/>
              <a:gd name="csX3" fmla="*/ 0 w 5309181"/>
              <a:gd name="csY3" fmla="*/ 3651905 h 3651905"/>
              <a:gd name="csX4" fmla="*/ 0 w 5309181"/>
              <a:gd name="csY4" fmla="*/ 0 h 3651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09181" h="3651905" fill="none" extrusionOk="0">
                <a:moveTo>
                  <a:pt x="0" y="0"/>
                </a:moveTo>
                <a:cubicBezTo>
                  <a:pt x="2322302" y="134755"/>
                  <a:pt x="3584445" y="46790"/>
                  <a:pt x="5309181" y="0"/>
                </a:cubicBezTo>
                <a:cubicBezTo>
                  <a:pt x="5280928" y="746279"/>
                  <a:pt x="5287297" y="2803004"/>
                  <a:pt x="5309181" y="3651905"/>
                </a:cubicBezTo>
                <a:cubicBezTo>
                  <a:pt x="4554791" y="3776055"/>
                  <a:pt x="1695649" y="3551270"/>
                  <a:pt x="0" y="3651905"/>
                </a:cubicBezTo>
                <a:cubicBezTo>
                  <a:pt x="-47888" y="2010212"/>
                  <a:pt x="167824" y="1766797"/>
                  <a:pt x="0" y="0"/>
                </a:cubicBezTo>
                <a:close/>
              </a:path>
              <a:path w="5309181" h="3651905" stroke="0" extrusionOk="0">
                <a:moveTo>
                  <a:pt x="0" y="0"/>
                </a:moveTo>
                <a:cubicBezTo>
                  <a:pt x="840339" y="-100686"/>
                  <a:pt x="2783319" y="-2813"/>
                  <a:pt x="5309181" y="0"/>
                </a:cubicBezTo>
                <a:cubicBezTo>
                  <a:pt x="5146428" y="831599"/>
                  <a:pt x="5281123" y="2946803"/>
                  <a:pt x="5309181" y="3651905"/>
                </a:cubicBezTo>
                <a:cubicBezTo>
                  <a:pt x="3989303" y="3699788"/>
                  <a:pt x="1445283" y="3685334"/>
                  <a:pt x="0" y="3651905"/>
                </a:cubicBezTo>
                <a:cubicBezTo>
                  <a:pt x="138483" y="2953137"/>
                  <a:pt x="74157" y="160791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ns4:lineSketchStyleProps sd="3524274530">
                  <a:prstGeom prst="rect">
                    <a:avLst/>
                  </a:prstGeom>
                  <ns4:type>
                    <ns4:lineSketchCurved/>
                  </ns4:type>
                </ns4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{SlideBulletList}</a:t>
            </a: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/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/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/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/>
            </a:r>
          </a:p>
          <a:p>
            <a:endParaRPr lang="en-US" sz="1400" dirty="0"/>
          </a:p>
          <a:p>
            <a:r>
              <a:rPr lang="en-US" sz="1400" b="1" dirty="0"/>
              <a:t/>
            </a:r>
            <a:r>
              <a:rPr lang="en-US" sz="1400" dirty="0"/>
              <a:t/>
            </a:r>
          </a:p>
          <a:p>
            <a:br>
              <a:rPr lang="en-US" sz="1400" dirty="0"/>
            </a:br>
            <a:r>
              <a:rPr lang="en-US" sz="1400" dirty="0"/>
              <a:t/>
            </a:r>
          </a:p>
          <a:p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ns2:creationId id="{C8B25DCC-1D7B-2018-AC70-2EBB3DCE739B}"/>
              </a:ext>
            </a:extLst>
          </p:cNvPr>
          <p:cNvSpPr/>
          <p:nvPr/>
        </p:nvSpPr>
        <p:spPr>
          <a:xfrm rot="16200000">
            <a:off x="5772818" y="3668933"/>
            <a:ext cx="292577" cy="892395"/>
          </a:xfrm>
          <a:custGeom>
            <a:avLst/>
            <a:gdLst>
              <a:gd name="csX0" fmla="*/ 0 w 292577"/>
              <a:gd name="csY0" fmla="*/ 746107 h 892395"/>
              <a:gd name="csX1" fmla="*/ 73144 w 292577"/>
              <a:gd name="csY1" fmla="*/ 746107 h 892395"/>
              <a:gd name="csX2" fmla="*/ 73144 w 292577"/>
              <a:gd name="csY2" fmla="*/ 358131 h 892395"/>
              <a:gd name="csX3" fmla="*/ 73144 w 292577"/>
              <a:gd name="csY3" fmla="*/ 0 h 892395"/>
              <a:gd name="csX4" fmla="*/ 219433 w 292577"/>
              <a:gd name="csY4" fmla="*/ 0 h 892395"/>
              <a:gd name="csX5" fmla="*/ 219433 w 292577"/>
              <a:gd name="csY5" fmla="*/ 380515 h 892395"/>
              <a:gd name="csX6" fmla="*/ 219433 w 292577"/>
              <a:gd name="csY6" fmla="*/ 746107 h 892395"/>
              <a:gd name="csX7" fmla="*/ 292577 w 292577"/>
              <a:gd name="csY7" fmla="*/ 746107 h 892395"/>
              <a:gd name="csX8" fmla="*/ 146289 w 292577"/>
              <a:gd name="csY8" fmla="*/ 892395 h 892395"/>
              <a:gd name="csX9" fmla="*/ 0 w 292577"/>
              <a:gd name="csY9" fmla="*/ 746107 h 8923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92577" h="892395" extrusionOk="0">
                <a:moveTo>
                  <a:pt x="0" y="746107"/>
                </a:moveTo>
                <a:cubicBezTo>
                  <a:pt x="30578" y="737570"/>
                  <a:pt x="52292" y="748118"/>
                  <a:pt x="73144" y="746107"/>
                </a:cubicBezTo>
                <a:cubicBezTo>
                  <a:pt x="38142" y="612870"/>
                  <a:pt x="93444" y="504069"/>
                  <a:pt x="73144" y="358131"/>
                </a:cubicBezTo>
                <a:cubicBezTo>
                  <a:pt x="52844" y="212193"/>
                  <a:pt x="91704" y="148518"/>
                  <a:pt x="73144" y="0"/>
                </a:cubicBezTo>
                <a:cubicBezTo>
                  <a:pt x="140021" y="-15575"/>
                  <a:pt x="182179" y="10067"/>
                  <a:pt x="219433" y="0"/>
                </a:cubicBezTo>
                <a:cubicBezTo>
                  <a:pt x="249233" y="82633"/>
                  <a:pt x="210305" y="249585"/>
                  <a:pt x="219433" y="380515"/>
                </a:cubicBezTo>
                <a:cubicBezTo>
                  <a:pt x="228561" y="511446"/>
                  <a:pt x="183248" y="621202"/>
                  <a:pt x="219433" y="746107"/>
                </a:cubicBezTo>
                <a:cubicBezTo>
                  <a:pt x="237569" y="744031"/>
                  <a:pt x="276030" y="750310"/>
                  <a:pt x="292577" y="746107"/>
                </a:cubicBezTo>
                <a:cubicBezTo>
                  <a:pt x="234093" y="824465"/>
                  <a:pt x="177707" y="849517"/>
                  <a:pt x="146289" y="892395"/>
                </a:cubicBezTo>
                <a:cubicBezTo>
                  <a:pt x="115101" y="863392"/>
                  <a:pt x="41611" y="766719"/>
                  <a:pt x="0" y="746107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ns4:lineSketchStyleProps sd="2642059119">
                  <a:prstGeom prst="downArrow">
                    <a:avLst/>
                  </a:prstGeom>
                  <ns4:type>
                    <ns4:lineSketchScribble/>
                  </ns4:type>
                </ns4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ns5:creationId val="2229095548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8/sketchyshapes" xmlns:ns6="http://schemas.microsoft.com/office/drawing/2016/SVG/main" xmlns:ns7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lack text&#10;&#10;AI-generated content may be incorrect.">
            <a:extLst>
              <a:ext uri="{FF2B5EF4-FFF2-40B4-BE49-F238E27FC236}">
                <ns2:creationId id="{B35BA3BD-0D29-076E-4AC8-D43CA1FF0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3" y="-1"/>
            <a:ext cx="7151913" cy="1273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ns2:creationId id="{0B759191-028B-1467-8A97-75E97B8237B2}"/>
              </a:ext>
            </a:extLst>
          </p:cNvPr>
          <p:cNvSpPr txBox="1"/>
          <p:nvPr/>
        </p:nvSpPr>
        <p:spPr>
          <a:xfrm>
            <a:off x="1636738" y="1307807"/>
            <a:ext cx="7592786" cy="84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{SlideMainExplanation}</a:t>
            </a:r>
            <a:endParaRPr lang="en-A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Story pin image">
            <a:extLst>
              <a:ext uri="{FF2B5EF4-FFF2-40B4-BE49-F238E27FC236}">
                <ns2:creationId id="{22E6706C-F434-FCA8-1604-2F3C5B361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9334500" y="60558"/>
            <a:ext cx="2857500" cy="2857500"/>
          </a:xfrm>
          <a:prstGeom prst="ellipse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9" name="Picture 8">
            <a:extLst>
              <a:ext uri="{FF2B5EF4-FFF2-40B4-BE49-F238E27FC236}">
                <ns2:creationId id="{B704F2E7-5099-45C1-E5E4-1C2AF0067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758" y="3113440"/>
            <a:ext cx="5778736" cy="709140"/>
          </a:xfrm>
          <a:prstGeom prst="rect">
            <a:avLst/>
          </a:prstGeom>
        </p:spPr>
      </p:pic>
      <p:sp>
        <p:nvSpPr>
          <p:cNvPr id="10" name="Flowchart: Connector 9">
            <a:extLst>
              <a:ext uri="{FF2B5EF4-FFF2-40B4-BE49-F238E27FC236}">
                <ns2:creationId id="{342E8231-4E3B-902D-F48F-7B139C0386BF}"/>
              </a:ext>
            </a:extLst>
          </p:cNvPr>
          <p:cNvSpPr/>
          <p:nvPr/>
        </p:nvSpPr>
        <p:spPr>
          <a:xfrm>
            <a:off x="596454" y="4427729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{SlideSupportingContent}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1" name="Flowchart: Connector 10">
            <a:extLst>
              <a:ext uri="{FF2B5EF4-FFF2-40B4-BE49-F238E27FC236}">
                <ns2:creationId id="{3F279CBF-8115-1BF8-4A39-4C5683A4FCF9}"/>
              </a:ext>
            </a:extLst>
          </p:cNvPr>
          <p:cNvSpPr/>
          <p:nvPr/>
        </p:nvSpPr>
        <p:spPr>
          <a:xfrm>
            <a:off x="3522333" y="4494565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{SlideCallout}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ns2:creationId id="{57CF2409-7B40-AAB2-796A-AFF5EEA07E59}"/>
              </a:ext>
            </a:extLst>
          </p:cNvPr>
          <p:cNvSpPr/>
          <p:nvPr/>
        </p:nvSpPr>
        <p:spPr>
          <a:xfrm>
            <a:off x="6586253" y="4494565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{SlideCaption}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ns2:creationId id="{03E7C0CD-E577-8E24-4D60-380B0C349179}"/>
              </a:ext>
            </a:extLst>
          </p:cNvPr>
          <p:cNvSpPr/>
          <p:nvPr/>
        </p:nvSpPr>
        <p:spPr>
          <a:xfrm>
            <a:off x="9512132" y="4494565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{SlideSupportingContent2}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22" name="Freeform 22">
            <a:extLst>
              <a:ext uri="{FF2B5EF4-FFF2-40B4-BE49-F238E27FC236}">
                <ns2:creationId id="{9F29AD4B-9982-3161-2078-4D2A2B7128E1}"/>
              </a:ext>
            </a:extLst>
          </p:cNvPr>
          <p:cNvSpPr/>
          <p:nvPr/>
        </p:nvSpPr>
        <p:spPr>
          <a:xfrm rot="2563284">
            <a:off x="8778280" y="4083824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ns6:svgBlip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3" name="Freeform 22">
            <a:extLst>
              <a:ext uri="{FF2B5EF4-FFF2-40B4-BE49-F238E27FC236}">
                <ns2:creationId id="{8C9C5DA7-C772-9BFB-19E8-FC6CE0F6FE5F}"/>
              </a:ext>
            </a:extLst>
          </p:cNvPr>
          <p:cNvSpPr/>
          <p:nvPr/>
        </p:nvSpPr>
        <p:spPr>
          <a:xfrm rot="4944075">
            <a:off x="7195598" y="3986141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ns6:svgBlip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4" name="Freeform 22">
            <a:extLst>
              <a:ext uri="{FF2B5EF4-FFF2-40B4-BE49-F238E27FC236}">
                <ns2:creationId id="{1F6BC386-6345-AC02-B09C-4F51261E6B9D}"/>
              </a:ext>
            </a:extLst>
          </p:cNvPr>
          <p:cNvSpPr/>
          <p:nvPr/>
        </p:nvSpPr>
        <p:spPr>
          <a:xfrm rot="6206358">
            <a:off x="4423292" y="4030053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ns6:svgBlip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5" name="Freeform 22">
            <a:extLst>
              <a:ext uri="{FF2B5EF4-FFF2-40B4-BE49-F238E27FC236}">
                <ns2:creationId id="{42A2E6ED-051A-19B6-300F-418EFFBA570E}"/>
              </a:ext>
            </a:extLst>
          </p:cNvPr>
          <p:cNvSpPr/>
          <p:nvPr/>
        </p:nvSpPr>
        <p:spPr>
          <a:xfrm rot="8102253">
            <a:off x="2618494" y="4009504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ns6:svgBlip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6" name="Freeform 9">
            <a:extLst>
              <a:ext uri="{FF2B5EF4-FFF2-40B4-BE49-F238E27FC236}">
                <ns2:creationId id="{32274E08-2933-8A6B-0B9B-9F976B264B78}"/>
              </a:ext>
            </a:extLst>
          </p:cNvPr>
          <p:cNvSpPr/>
          <p:nvPr/>
        </p:nvSpPr>
        <p:spPr>
          <a:xfrm rot="10800000" flipV="1">
            <a:off x="1220959" y="2326986"/>
            <a:ext cx="7597948" cy="247057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ns6:svgBlip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8" name="TextBox 27">
            <a:extLst>
              <a:ext uri="{FF2B5EF4-FFF2-40B4-BE49-F238E27FC236}">
                <ns2:creationId id="{D3DF458A-ADC3-292B-721E-1C15461C1716}"/>
              </a:ext>
            </a:extLst>
          </p:cNvPr>
          <p:cNvSpPr txBox="1"/>
          <p:nvPr/>
        </p:nvSpPr>
        <p:spPr>
          <a:xfrm>
            <a:off x="2947883" y="6008325"/>
            <a:ext cx="6098720" cy="53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8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{SlideSupportingContent3}</a:t>
            </a:r>
            <a:endParaRPr lang="en-AU" sz="2800" b="1" i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19">
            <a:extLst>
              <a:ext uri="{FF2B5EF4-FFF2-40B4-BE49-F238E27FC236}">
                <ns2:creationId id="{EED7EA61-8830-879A-3A9E-69DB281526F0}"/>
              </a:ext>
            </a:extLst>
          </p:cNvPr>
          <p:cNvSpPr/>
          <p:nvPr/>
        </p:nvSpPr>
        <p:spPr>
          <a:xfrm rot="5294381">
            <a:off x="13918556" y="86522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8" y="0"/>
                </a:lnTo>
                <a:lnTo>
                  <a:pt x="230038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ns6:svgBlip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0" name="Freeform 19">
            <a:extLst>
              <a:ext uri="{FF2B5EF4-FFF2-40B4-BE49-F238E27FC236}">
                <ns2:creationId id="{24E865FC-3D1C-9431-7F25-95100D80EC5B}"/>
              </a:ext>
            </a:extLst>
          </p:cNvPr>
          <p:cNvSpPr/>
          <p:nvPr/>
        </p:nvSpPr>
        <p:spPr>
          <a:xfrm rot="5294381">
            <a:off x="14070956" y="88046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8" y="0"/>
                </a:lnTo>
                <a:lnTo>
                  <a:pt x="230038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ns6:svgBlip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1" name="Freeform 18">
            <a:extLst>
              <a:ext uri="{FF2B5EF4-FFF2-40B4-BE49-F238E27FC236}">
                <ns2:creationId id="{A80B8002-8544-3638-901A-C4CC2B7C7DD5}"/>
              </a:ext>
            </a:extLst>
          </p:cNvPr>
          <p:cNvSpPr/>
          <p:nvPr/>
        </p:nvSpPr>
        <p:spPr>
          <a:xfrm rot="5294381">
            <a:off x="6279329" y="86522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7" y="0"/>
                </a:lnTo>
                <a:lnTo>
                  <a:pt x="230037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ns6:svgBlip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3" name="Freeform 18">
            <a:extLst>
              <a:ext uri="{FF2B5EF4-FFF2-40B4-BE49-F238E27FC236}">
                <ns2:creationId id="{91590217-00A6-24E3-B307-5E8383A85A8C}"/>
              </a:ext>
            </a:extLst>
          </p:cNvPr>
          <p:cNvSpPr/>
          <p:nvPr/>
        </p:nvSpPr>
        <p:spPr>
          <a:xfrm rot="5294381">
            <a:off x="6431729" y="88046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7" y="0"/>
                </a:lnTo>
                <a:lnTo>
                  <a:pt x="230037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ns6:svgBlip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4" name="Freeform 18">
            <a:extLst>
              <a:ext uri="{FF2B5EF4-FFF2-40B4-BE49-F238E27FC236}">
                <ns2:creationId id="{4502F7E8-5B7C-69F7-56F6-2703C6663ABA}"/>
              </a:ext>
            </a:extLst>
          </p:cNvPr>
          <p:cNvSpPr/>
          <p:nvPr/>
        </p:nvSpPr>
        <p:spPr>
          <a:xfrm rot="5294381">
            <a:off x="6584129" y="89570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7" y="0"/>
                </a:lnTo>
                <a:lnTo>
                  <a:pt x="230037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ns6:svgBlip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6" name="Freeform 5">
            <a:extLst>
              <a:ext uri="{FF2B5EF4-FFF2-40B4-BE49-F238E27FC236}">
                <ns2:creationId id="{115B6D27-9DAB-7D3B-1731-2A7DD2046279}"/>
              </a:ext>
            </a:extLst>
          </p:cNvPr>
          <p:cNvSpPr/>
          <p:nvPr/>
        </p:nvSpPr>
        <p:spPr>
          <a:xfrm rot="20730826" flipH="1">
            <a:off x="2505839" y="5894685"/>
            <a:ext cx="568073" cy="631192"/>
          </a:xfrm>
          <a:custGeom>
            <a:avLst/>
            <a:gdLst/>
            <a:ahLst/>
            <a:cxnLst/>
            <a:rect l="l" t="t" r="r" b="b"/>
            <a:pathLst>
              <a:path w="568073" h="631192">
                <a:moveTo>
                  <a:pt x="568073" y="0"/>
                </a:moveTo>
                <a:lnTo>
                  <a:pt x="0" y="0"/>
                </a:lnTo>
                <a:lnTo>
                  <a:pt x="0" y="631193"/>
                </a:lnTo>
                <a:lnTo>
                  <a:pt x="568073" y="631193"/>
                </a:lnTo>
                <a:lnTo>
                  <a:pt x="56807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ns6:svgBlip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ns7:creationId val="1065806679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drawing/2018/sketchyshapes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lack and white text&#10;&#10;AI-generated content may be incorrect.">
            <a:extLst>
              <a:ext uri="{FF2B5EF4-FFF2-40B4-BE49-F238E27FC236}">
                <ns2:creationId id="{03D87493-B1FE-58D7-E423-4FDF1BC8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846" y="58561"/>
            <a:ext cx="5257141" cy="778012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ns2:creationId id="{96E8F4B8-E0AD-8AE2-4AD1-D667ED2E6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53" y="58561"/>
            <a:ext cx="5528202" cy="855830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ns2:creationId id="{11B78F59-07B9-0253-300E-877CE8DD3501}"/>
              </a:ext>
            </a:extLst>
          </p:cNvPr>
          <p:cNvSpPr/>
          <p:nvPr/>
        </p:nvSpPr>
        <p:spPr>
          <a:xfrm rot="16200000" flipV="1">
            <a:off x="3352048" y="3240950"/>
            <a:ext cx="5866828" cy="114959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ns4:svgBlip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ns2:creationId id="{745FC3CF-1882-0099-E91D-FEC643684BA7}"/>
              </a:ext>
            </a:extLst>
          </p:cNvPr>
          <p:cNvSpPr txBox="1"/>
          <p:nvPr/>
        </p:nvSpPr>
        <p:spPr>
          <a:xfrm>
            <a:off x="451932" y="1134278"/>
            <a:ext cx="4832243" cy="4940327"/>
          </a:xfrm>
          <a:custGeom>
            <a:avLst/>
            <a:gdLst>
              <a:gd name="csX0" fmla="*/ 0 w 4832243"/>
              <a:gd name="csY0" fmla="*/ 0 h 4940327"/>
              <a:gd name="csX1" fmla="*/ 4832243 w 4832243"/>
              <a:gd name="csY1" fmla="*/ 0 h 4940327"/>
              <a:gd name="csX2" fmla="*/ 4832243 w 4832243"/>
              <a:gd name="csY2" fmla="*/ 4940327 h 4940327"/>
              <a:gd name="csX3" fmla="*/ 0 w 4832243"/>
              <a:gd name="csY3" fmla="*/ 4940327 h 4940327"/>
              <a:gd name="csX4" fmla="*/ 0 w 4832243"/>
              <a:gd name="csY4" fmla="*/ 0 h 4940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32243" h="4940327" extrusionOk="0">
                <a:moveTo>
                  <a:pt x="0" y="0"/>
                </a:moveTo>
                <a:cubicBezTo>
                  <a:pt x="1610214" y="-5264"/>
                  <a:pt x="2654120" y="84467"/>
                  <a:pt x="4832243" y="0"/>
                </a:cubicBezTo>
                <a:cubicBezTo>
                  <a:pt x="4704070" y="2142894"/>
                  <a:pt x="4961393" y="4185743"/>
                  <a:pt x="4832243" y="4940327"/>
                </a:cubicBezTo>
                <a:cubicBezTo>
                  <a:pt x="4004669" y="5046647"/>
                  <a:pt x="1075855" y="4932678"/>
                  <a:pt x="0" y="4940327"/>
                </a:cubicBezTo>
                <a:cubicBezTo>
                  <a:pt x="160128" y="4325106"/>
                  <a:pt x="25049" y="168827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ns5:lineSketchStyleProps sd="2650216993">
                  <a:prstGeom prst="rect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{SlideMainExplanation}</a:t>
            </a:r>
          </a:p>
          <a:p>
            <a:endParaRPr lang="en-US" sz="1600" dirty="0"/>
          </a:p>
          <a:p>
            <a:r>
              <a:rPr lang="en-US" sz="1600" b="1" dirty="0"/>
              <a:t/>
            </a:r>
            <a:br>
              <a:rPr lang="en-US" sz="1600" dirty="0"/>
            </a:br>
            <a:r>
              <a:rPr lang="en-US" sz="1600" dirty="0"/>
              <a:t/>
            </a:r>
          </a:p>
          <a:p>
            <a:endParaRPr lang="en-US" sz="1600" dirty="0"/>
          </a:p>
          <a:p>
            <a:r>
              <a:rPr lang="en-US" sz="1600" b="1" dirty="0"/>
              <a:t/>
            </a:r>
            <a:br>
              <a:rPr lang="en-US" sz="1600" dirty="0"/>
            </a:br>
            <a:r>
              <a:rPr lang="en-US" sz="1600" dirty="0"/>
              <a:t/>
            </a:r>
          </a:p>
          <a:p>
            <a:endParaRPr lang="en-US" sz="1600" dirty="0"/>
          </a:p>
          <a:p>
            <a:r>
              <a:rPr lang="en-US" sz="1600" b="1" dirty="0"/>
              <a:t/>
            </a:r>
            <a:br>
              <a:rPr lang="en-US" sz="1600" dirty="0"/>
            </a:br>
            <a:r>
              <a:rPr lang="en-US" sz="1600" dirty="0"/>
              <a:t/>
            </a:r>
          </a:p>
          <a:p>
            <a:endParaRPr lang="en-US" sz="1600" dirty="0"/>
          </a:p>
          <a:p>
            <a:r>
              <a:rPr lang="en-US" sz="1600" b="1" dirty="0"/>
              <a:t/>
            </a:r>
            <a:br>
              <a:rPr lang="en-US" sz="1600" dirty="0"/>
            </a:br>
            <a:r>
              <a:rPr lang="en-US" sz="1600" dirty="0"/>
              <a:t/>
            </a:r>
          </a:p>
          <a:p>
            <a:pPr>
              <a:lnSpc>
                <a:spcPct val="200000"/>
              </a:lnSpc>
            </a:pPr>
            <a:endParaRPr lang="en-AU" sz="1600" kern="100" dirty="0">
              <a:effectLst/>
              <a:latin typeface="HK Grotesk Bold" panose="020B0604020202020204" charset="0"/>
              <a:ea typeface="Aptos" panose="020B0004020202020204" pitchFamily="34" charset="0"/>
              <a:cs typeface="Hadassah Friedlaender" panose="02020603050405020304" pitchFamily="18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26E45D8F-3021-FAAD-6376-4ED9A130D289}"/>
              </a:ext>
            </a:extLst>
          </p:cNvPr>
          <p:cNvSpPr txBox="1"/>
          <p:nvPr/>
        </p:nvSpPr>
        <p:spPr>
          <a:xfrm>
            <a:off x="6984744" y="1066987"/>
            <a:ext cx="4832243" cy="4940327"/>
          </a:xfrm>
          <a:custGeom>
            <a:avLst/>
            <a:gdLst>
              <a:gd name="csX0" fmla="*/ 0 w 4832243"/>
              <a:gd name="csY0" fmla="*/ 0 h 4940327"/>
              <a:gd name="csX1" fmla="*/ 4832243 w 4832243"/>
              <a:gd name="csY1" fmla="*/ 0 h 4940327"/>
              <a:gd name="csX2" fmla="*/ 4832243 w 4832243"/>
              <a:gd name="csY2" fmla="*/ 4940327 h 4940327"/>
              <a:gd name="csX3" fmla="*/ 0 w 4832243"/>
              <a:gd name="csY3" fmla="*/ 4940327 h 4940327"/>
              <a:gd name="csX4" fmla="*/ 0 w 4832243"/>
              <a:gd name="csY4" fmla="*/ 0 h 4940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32243" h="4940327" extrusionOk="0">
                <a:moveTo>
                  <a:pt x="0" y="0"/>
                </a:moveTo>
                <a:cubicBezTo>
                  <a:pt x="1610214" y="-5264"/>
                  <a:pt x="2654120" y="84467"/>
                  <a:pt x="4832243" y="0"/>
                </a:cubicBezTo>
                <a:cubicBezTo>
                  <a:pt x="4704070" y="2142894"/>
                  <a:pt x="4961393" y="4185743"/>
                  <a:pt x="4832243" y="4940327"/>
                </a:cubicBezTo>
                <a:cubicBezTo>
                  <a:pt x="4004669" y="5046647"/>
                  <a:pt x="1075855" y="4932678"/>
                  <a:pt x="0" y="4940327"/>
                </a:cubicBezTo>
                <a:cubicBezTo>
                  <a:pt x="160128" y="4325106"/>
                  <a:pt x="25049" y="1688271"/>
                  <a:pt x="0" y="0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ns5:lineSketchStyleProps sd="2650216993">
                  <a:prstGeom prst="rect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{SlideBulletList}</a:t>
            </a:r>
          </a:p>
          <a:p>
            <a:pPr algn="ctr"/>
            <a:endParaRPr lang="en-US" b="1" dirty="0"/>
          </a:p>
          <a:p>
            <a:r>
              <a:rPr lang="en-US" dirty="0"/>
              <a:t/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/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/>
            </a:r>
          </a:p>
          <a:p>
            <a:pPr>
              <a:lnSpc>
                <a:spcPct val="200000"/>
              </a:lnSpc>
            </a:pPr>
            <a:endParaRPr lang="en-AU" sz="1600" kern="100" dirty="0">
              <a:effectLst/>
              <a:latin typeface="HK Grotesk Bold" panose="020B0604020202020204" charset="0"/>
              <a:ea typeface="Aptos" panose="020B0004020202020204" pitchFamily="34" charset="0"/>
              <a:cs typeface="Hadassah Friedlaender" panose="02020603050405020304" pitchFamily="18" charset="-79"/>
            </a:endParaRPr>
          </a:p>
        </p:txBody>
      </p:sp>
    </p:spTree>
    <p:extLst>
      <p:ext uri="{BB962C8B-B14F-4D97-AF65-F5344CB8AC3E}">
        <ns6:creationId val="467130940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6/SVG/main" xmlns:ns6="http://schemas.microsoft.com/office/drawing/2018/sketchyshapes" xmlns:ns7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F6B08D96-379F-2A48-EEC6-5D6814FFB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" y="0"/>
            <a:ext cx="8618640" cy="979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3DA27988-40C1-D06F-21DA-5B8C13C36958}"/>
              </a:ext>
            </a:extLst>
          </p:cNvPr>
          <p:cNvSpPr txBox="1"/>
          <p:nvPr/>
        </p:nvSpPr>
        <p:spPr>
          <a:xfrm>
            <a:off x="1927391" y="979714"/>
            <a:ext cx="6922696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{SlideMainExplanation}</a:t>
            </a:r>
            <a:endParaRPr lang="en-A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This may contain: a man walking on top of a giant clock">
            <a:extLst>
              <a:ext uri="{FF2B5EF4-FFF2-40B4-BE49-F238E27FC236}">
                <ns2:creationId id="{A447CD24-41CD-C6F0-91CB-F9AD5A66D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8442340" y="179613"/>
            <a:ext cx="3644537" cy="4555671"/>
          </a:xfrm>
          <a:prstGeom prst="ellipse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7" name="TextBox 6">
            <a:extLst>
              <a:ext uri="{FF2B5EF4-FFF2-40B4-BE49-F238E27FC236}">
                <ns2:creationId id="{CE20E228-B5BF-4F0C-78EE-2F008EB25EA3}"/>
              </a:ext>
            </a:extLst>
          </p:cNvPr>
          <p:cNvSpPr txBox="1"/>
          <p:nvPr/>
        </p:nvSpPr>
        <p:spPr>
          <a:xfrm>
            <a:off x="105123" y="2239867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kern="0" dirty="0">
                <a:effectLst/>
                <a:ea typeface="Times New Roman" panose="02020603050405020304" pitchFamily="18" charset="0"/>
              </a:rPr>
              <a:t>{SlideSupportingContent}</a:t>
            </a:r>
            <a:br>
              <a:rPr lang="en-AU" sz="2000" b="1" kern="0" dirty="0">
                <a:effectLst/>
                <a:ea typeface="Times New Roman" panose="02020603050405020304" pitchFamily="18" charset="0"/>
              </a:rPr>
            </a:br>
            <a:endParaRPr lang="en-AU" sz="2000" b="1" dirty="0"/>
          </a:p>
        </p:txBody>
      </p:sp>
      <p:sp>
        <p:nvSpPr>
          <p:cNvPr id="9" name="TextBox 8">
            <a:extLst>
              <a:ext uri="{FF2B5EF4-FFF2-40B4-BE49-F238E27FC236}">
                <ns2:creationId id="{564813BE-2443-2225-0291-8E085947CA9E}"/>
              </a:ext>
            </a:extLst>
          </p:cNvPr>
          <p:cNvSpPr txBox="1"/>
          <p:nvPr/>
        </p:nvSpPr>
        <p:spPr>
          <a:xfrm>
            <a:off x="292554" y="2881863"/>
            <a:ext cx="8605159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{SlideCallout}</a:t>
            </a:r>
            <a:r>
              <a:rPr lang="en-AU" sz="2000" b="1" i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20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2000" b="1" i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20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2000" b="1" i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Freeform 14">
            <a:extLst>
              <a:ext uri="{FF2B5EF4-FFF2-40B4-BE49-F238E27FC236}">
                <ns2:creationId id="{97FE7A73-5E6A-4FBB-BA22-B10005F04198}"/>
              </a:ext>
            </a:extLst>
          </p:cNvPr>
          <p:cNvSpPr/>
          <p:nvPr/>
        </p:nvSpPr>
        <p:spPr>
          <a:xfrm>
            <a:off x="2744782" y="2947753"/>
            <a:ext cx="602955" cy="322581"/>
          </a:xfrm>
          <a:custGeom>
            <a:avLst/>
            <a:gdLst/>
            <a:ahLst/>
            <a:cxnLst/>
            <a:rect l="l" t="t" r="r" b="b"/>
            <a:pathLst>
              <a:path w="602955" h="322581">
                <a:moveTo>
                  <a:pt x="0" y="0"/>
                </a:moveTo>
                <a:lnTo>
                  <a:pt x="602955" y="0"/>
                </a:lnTo>
                <a:lnTo>
                  <a:pt x="602955" y="322581"/>
                </a:lnTo>
                <a:lnTo>
                  <a:pt x="0" y="32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ns5:svgBlip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14">
            <a:extLst>
              <a:ext uri="{FF2B5EF4-FFF2-40B4-BE49-F238E27FC236}">
                <ns2:creationId id="{8B4A98E5-D16A-DF25-E561-B9793009B33A}"/>
              </a:ext>
            </a:extLst>
          </p:cNvPr>
          <p:cNvSpPr/>
          <p:nvPr/>
        </p:nvSpPr>
        <p:spPr>
          <a:xfrm>
            <a:off x="5889770" y="2947753"/>
            <a:ext cx="602955" cy="322581"/>
          </a:xfrm>
          <a:custGeom>
            <a:avLst/>
            <a:gdLst/>
            <a:ahLst/>
            <a:cxnLst/>
            <a:rect l="l" t="t" r="r" b="b"/>
            <a:pathLst>
              <a:path w="602955" h="322581">
                <a:moveTo>
                  <a:pt x="0" y="0"/>
                </a:moveTo>
                <a:lnTo>
                  <a:pt x="602955" y="0"/>
                </a:lnTo>
                <a:lnTo>
                  <a:pt x="602955" y="322581"/>
                </a:lnTo>
                <a:lnTo>
                  <a:pt x="0" y="32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ns5:svgBlip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3" name="TextBox 12">
            <a:extLst>
              <a:ext uri="{FF2B5EF4-FFF2-40B4-BE49-F238E27FC236}">
                <ns2:creationId id="{CB0D663E-D906-67B1-102A-AC375A8EDF63}"/>
              </a:ext>
            </a:extLst>
          </p:cNvPr>
          <p:cNvSpPr txBox="1"/>
          <p:nvPr/>
        </p:nvSpPr>
        <p:spPr>
          <a:xfrm>
            <a:off x="1082450" y="4004939"/>
            <a:ext cx="7025368" cy="2215355"/>
          </a:xfrm>
          <a:custGeom>
            <a:avLst/>
            <a:gdLst>
              <a:gd name="csX0" fmla="*/ 0 w 7025368"/>
              <a:gd name="csY0" fmla="*/ 1107678 h 2215355"/>
              <a:gd name="csX1" fmla="*/ 3512684 w 7025368"/>
              <a:gd name="csY1" fmla="*/ 0 h 2215355"/>
              <a:gd name="csX2" fmla="*/ 7025368 w 7025368"/>
              <a:gd name="csY2" fmla="*/ 1107678 h 2215355"/>
              <a:gd name="csX3" fmla="*/ 3512684 w 7025368"/>
              <a:gd name="csY3" fmla="*/ 2215356 h 2215355"/>
              <a:gd name="csX4" fmla="*/ 0 w 7025368"/>
              <a:gd name="csY4" fmla="*/ 1107678 h 2215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025368" h="2215355" extrusionOk="0">
                <a:moveTo>
                  <a:pt x="0" y="1107678"/>
                </a:moveTo>
                <a:cubicBezTo>
                  <a:pt x="29137" y="545553"/>
                  <a:pt x="1522435" y="-61775"/>
                  <a:pt x="3512684" y="0"/>
                </a:cubicBezTo>
                <a:cubicBezTo>
                  <a:pt x="5445238" y="-4094"/>
                  <a:pt x="6928751" y="530898"/>
                  <a:pt x="7025368" y="1107678"/>
                </a:cubicBezTo>
                <a:cubicBezTo>
                  <a:pt x="7068256" y="1677460"/>
                  <a:pt x="5216317" y="2318255"/>
                  <a:pt x="3512684" y="2215356"/>
                </a:cubicBezTo>
                <a:cubicBezTo>
                  <a:pt x="1577896" y="2255366"/>
                  <a:pt x="118952" y="1726625"/>
                  <a:pt x="0" y="1107678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tx1"/>
            </a:solidFill>
            <a:extLst>
              <a:ext uri="{C807C97D-BFC1-408E-A445-0C87EB9F89A2}">
                <ns6:lineSketchStyleProps sd="106999227">
                  <a:prstGeom prst="ellipse">
                    <a:avLst/>
                  </a:prstGeom>
                  <ns6:type>
                    <ns6:lineSketchCurved/>
                  </ns6:type>
                </ns6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{SlideBulletList}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Freeform 12">
            <a:extLst>
              <a:ext uri="{FF2B5EF4-FFF2-40B4-BE49-F238E27FC236}">
                <ns2:creationId id="{0EC306A8-748F-CC5A-AAD3-7E590E2BB8A0}"/>
              </a:ext>
            </a:extLst>
          </p:cNvPr>
          <p:cNvSpPr/>
          <p:nvPr/>
        </p:nvSpPr>
        <p:spPr>
          <a:xfrm>
            <a:off x="6349069" y="3370989"/>
            <a:ext cx="1948045" cy="185064"/>
          </a:xfrm>
          <a:custGeom>
            <a:avLst/>
            <a:gdLst/>
            <a:ahLst/>
            <a:cxnLst/>
            <a:rect l="l" t="t" r="r" b="b"/>
            <a:pathLst>
              <a:path w="1948045" h="185064">
                <a:moveTo>
                  <a:pt x="0" y="0"/>
                </a:moveTo>
                <a:lnTo>
                  <a:pt x="1948046" y="0"/>
                </a:lnTo>
                <a:lnTo>
                  <a:pt x="1948046" y="185064"/>
                </a:lnTo>
                <a:lnTo>
                  <a:pt x="0" y="185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ns5:svgBlip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ns7:creationId val="1084955513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4="http://schemas.microsoft.com/office/drawing/2018/sketchyshapes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lack text&#10;&#10;AI-generated content may be incorrect.">
            <a:extLst>
              <a:ext uri="{FF2B5EF4-FFF2-40B4-BE49-F238E27FC236}">
                <ns2:creationId id="{7A82F9D4-A1BD-B225-0E0D-10BC1FCB2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27382" cy="930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F5D327EB-483F-EC5B-DA82-9DDF99EEA354}"/>
              </a:ext>
            </a:extLst>
          </p:cNvPr>
          <p:cNvSpPr txBox="1"/>
          <p:nvPr/>
        </p:nvSpPr>
        <p:spPr>
          <a:xfrm>
            <a:off x="3375252" y="1001887"/>
            <a:ext cx="5441495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{SlideMainExplanation}</a:t>
            </a:r>
            <a:endParaRPr lang="en-AU" sz="20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ns2:creationId id="{1A1348C0-DE5A-C70B-1CEA-6548E6DADF12}"/>
              </a:ext>
            </a:extLst>
          </p:cNvPr>
          <p:cNvSpPr/>
          <p:nvPr/>
        </p:nvSpPr>
        <p:spPr>
          <a:xfrm>
            <a:off x="6982504" y="1819908"/>
            <a:ext cx="3668485" cy="1453809"/>
          </a:xfrm>
          <a:custGeom>
            <a:avLst/>
            <a:gdLst>
              <a:gd name="csX0" fmla="*/ 0 w 3668485"/>
              <a:gd name="csY0" fmla="*/ 0 h 1453809"/>
              <a:gd name="csX1" fmla="*/ 3668485 w 3668485"/>
              <a:gd name="csY1" fmla="*/ 0 h 1453809"/>
              <a:gd name="csX2" fmla="*/ 3668485 w 3668485"/>
              <a:gd name="csY2" fmla="*/ 1453809 h 1453809"/>
              <a:gd name="csX3" fmla="*/ 0 w 3668485"/>
              <a:gd name="csY3" fmla="*/ 1453809 h 1453809"/>
              <a:gd name="csX4" fmla="*/ 0 w 3668485"/>
              <a:gd name="csY4" fmla="*/ 0 h 1453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68485" h="1453809" fill="none" extrusionOk="0">
                <a:moveTo>
                  <a:pt x="0" y="0"/>
                </a:moveTo>
                <a:cubicBezTo>
                  <a:pt x="610848" y="99984"/>
                  <a:pt x="2191384" y="-75286"/>
                  <a:pt x="3668485" y="0"/>
                </a:cubicBezTo>
                <a:cubicBezTo>
                  <a:pt x="3638877" y="308475"/>
                  <a:pt x="3710213" y="1195161"/>
                  <a:pt x="3668485" y="1453809"/>
                </a:cubicBezTo>
                <a:cubicBezTo>
                  <a:pt x="2959774" y="1381432"/>
                  <a:pt x="1751164" y="1610449"/>
                  <a:pt x="0" y="1453809"/>
                </a:cubicBezTo>
                <a:cubicBezTo>
                  <a:pt x="-61484" y="993918"/>
                  <a:pt x="-100865" y="205236"/>
                  <a:pt x="0" y="0"/>
                </a:cubicBezTo>
                <a:close/>
              </a:path>
              <a:path w="3668485" h="1453809" stroke="0" extrusionOk="0">
                <a:moveTo>
                  <a:pt x="0" y="0"/>
                </a:moveTo>
                <a:cubicBezTo>
                  <a:pt x="990057" y="-42197"/>
                  <a:pt x="2183297" y="-104829"/>
                  <a:pt x="3668485" y="0"/>
                </a:cubicBezTo>
                <a:cubicBezTo>
                  <a:pt x="3729444" y="446462"/>
                  <a:pt x="3670844" y="900552"/>
                  <a:pt x="3668485" y="1453809"/>
                </a:cubicBezTo>
                <a:cubicBezTo>
                  <a:pt x="2476233" y="1373486"/>
                  <a:pt x="1088685" y="1300878"/>
                  <a:pt x="0" y="1453809"/>
                </a:cubicBezTo>
                <a:cubicBezTo>
                  <a:pt x="-100913" y="956061"/>
                  <a:pt x="93052" y="616255"/>
                  <a:pt x="0" y="0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ns4:lineSketchStyleProps sd="540634549">
                  <a:prstGeom prst="rect">
                    <a:avLst/>
                  </a:prstGeom>
                  <ns4:type>
                    <ns4:lineSketchCurved/>
                  </ns4:type>
                </ns4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AU" sz="1600" dirty="0"/>
              <a:t>{SlideSupportingContent}</a:t>
            </a:r>
            <a:r>
              <a:rPr lang="en-AU" sz="1600" b="1" dirty="0"/>
              <a:t/>
            </a:r>
          </a:p>
          <a:p>
            <a:pPr>
              <a:lnSpc>
                <a:spcPct val="107000"/>
              </a:lnSpc>
            </a:pPr>
            <a:br>
              <a:rPr lang="en-AU" sz="1600" dirty="0"/>
            </a:br>
            <a:r>
              <a:rPr lang="en-AU" sz="1600" dirty="0"/>
              <a:t/>
            </a:r>
            <a:br>
              <a:rPr lang="en-AU" sz="1600" dirty="0"/>
            </a:br>
            <a:r>
              <a:rPr lang="en-AU" sz="1600" dirty="0"/>
              <a:t/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600" dirty="0"/>
          </a:p>
          <a:p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ns2:creationId id="{085DBE4F-D7C4-F31E-A400-639C84BD53F9}"/>
              </a:ext>
            </a:extLst>
          </p:cNvPr>
          <p:cNvSpPr/>
          <p:nvPr/>
        </p:nvSpPr>
        <p:spPr>
          <a:xfrm>
            <a:off x="8298710" y="4014169"/>
            <a:ext cx="3592286" cy="1453809"/>
          </a:xfrm>
          <a:custGeom>
            <a:avLst/>
            <a:gdLst>
              <a:gd name="csX0" fmla="*/ 0 w 3592286"/>
              <a:gd name="csY0" fmla="*/ 0 h 1453809"/>
              <a:gd name="csX1" fmla="*/ 3592286 w 3592286"/>
              <a:gd name="csY1" fmla="*/ 0 h 1453809"/>
              <a:gd name="csX2" fmla="*/ 3592286 w 3592286"/>
              <a:gd name="csY2" fmla="*/ 1453809 h 1453809"/>
              <a:gd name="csX3" fmla="*/ 0 w 3592286"/>
              <a:gd name="csY3" fmla="*/ 1453809 h 1453809"/>
              <a:gd name="csX4" fmla="*/ 0 w 3592286"/>
              <a:gd name="csY4" fmla="*/ 0 h 1453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286" h="1453809" fill="none" extrusionOk="0">
                <a:moveTo>
                  <a:pt x="0" y="0"/>
                </a:moveTo>
                <a:cubicBezTo>
                  <a:pt x="1251488" y="99984"/>
                  <a:pt x="3176328" y="-75286"/>
                  <a:pt x="3592286" y="0"/>
                </a:cubicBezTo>
                <a:cubicBezTo>
                  <a:pt x="3562678" y="308475"/>
                  <a:pt x="3634014" y="1195161"/>
                  <a:pt x="3592286" y="1453809"/>
                </a:cubicBezTo>
                <a:cubicBezTo>
                  <a:pt x="2812878" y="1381432"/>
                  <a:pt x="686345" y="1610449"/>
                  <a:pt x="0" y="1453809"/>
                </a:cubicBezTo>
                <a:cubicBezTo>
                  <a:pt x="-61484" y="993918"/>
                  <a:pt x="-100865" y="205236"/>
                  <a:pt x="0" y="0"/>
                </a:cubicBezTo>
                <a:close/>
              </a:path>
              <a:path w="3592286" h="1453809" stroke="0" extrusionOk="0">
                <a:moveTo>
                  <a:pt x="0" y="0"/>
                </a:moveTo>
                <a:cubicBezTo>
                  <a:pt x="1535024" y="-42197"/>
                  <a:pt x="2814909" y="-104829"/>
                  <a:pt x="3592286" y="0"/>
                </a:cubicBezTo>
                <a:cubicBezTo>
                  <a:pt x="3653245" y="446462"/>
                  <a:pt x="3594645" y="900552"/>
                  <a:pt x="3592286" y="1453809"/>
                </a:cubicBezTo>
                <a:cubicBezTo>
                  <a:pt x="2905194" y="1373486"/>
                  <a:pt x="1625882" y="1300878"/>
                  <a:pt x="0" y="1453809"/>
                </a:cubicBezTo>
                <a:cubicBezTo>
                  <a:pt x="-100913" y="956061"/>
                  <a:pt x="93052" y="616255"/>
                  <a:pt x="0" y="0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ns4:lineSketchStyleProps sd="540634549">
                  <a:prstGeom prst="rect">
                    <a:avLst/>
                  </a:prstGeom>
                  <ns4:type>
                    <ns4:lineSketchCurved/>
                  </ns4:type>
                </ns4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AU" sz="1600" dirty="0"/>
              <a:t>{SlideCallout}</a:t>
            </a:r>
            <a:r>
              <a:rPr lang="en-AU" sz="1600" b="1" dirty="0"/>
              <a:t/>
            </a:r>
          </a:p>
          <a:p>
            <a:pPr>
              <a:lnSpc>
                <a:spcPct val="107000"/>
              </a:lnSpc>
            </a:pPr>
            <a:br>
              <a:rPr lang="en-AU" sz="1600" dirty="0"/>
            </a:br>
            <a:r>
              <a:rPr lang="en-AU" sz="1600" dirty="0"/>
              <a:t/>
            </a:r>
            <a:br>
              <a:rPr lang="en-AU" sz="1600" dirty="0"/>
            </a:br>
            <a:r>
              <a:rPr lang="en-AU" sz="1600" dirty="0"/>
              <a:t/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600" dirty="0"/>
          </a:p>
          <a:p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ns2:creationId id="{B26F08E0-A032-6966-6E10-3641755B4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242" y="6258297"/>
            <a:ext cx="9595757" cy="429940"/>
          </a:xfrm>
          <a:prstGeom prst="rect">
            <a:avLst/>
          </a:prstGeom>
        </p:spPr>
      </p:pic>
      <p:pic>
        <p:nvPicPr>
          <p:cNvPr id="5122" name="Picture 2" descr="Hand drawn sketch icon pin location map | Premium Vector">
            <a:extLst>
              <a:ext uri="{FF2B5EF4-FFF2-40B4-BE49-F238E27FC236}">
                <ns2:creationId id="{C9044DB0-DAA0-1CA9-6987-C20239CEB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5:useLocalDpi val="0"/>
              </a:ext>
            </a:extLst>
          </a:blip>
          <a:srcRect l="28252" t="22429" r="29667" b="22532"/>
          <a:stretch>
            <a:fillRect/>
          </a:stretch>
        </p:blipFill>
        <p:spPr bwMode="auto">
          <a:xfrm>
            <a:off x="212717" y="1457380"/>
            <a:ext cx="738435" cy="965814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  <p:pic>
        <p:nvPicPr>
          <p:cNvPr id="5124" name="Picture 4" descr="238+ Thousand Person Icon Sketch Royalty-Free Images, Stock Photos &amp;  Pictures | Shutterstock">
            <a:extLst>
              <a:ext uri="{FF2B5EF4-FFF2-40B4-BE49-F238E27FC236}">
                <ns2:creationId id="{88A1BDD3-4460-D965-FA54-772AA4732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ns5:useLocalDpi val="0"/>
              </a:ext>
            </a:extLst>
          </a:blip>
          <a:srcRect l="13846" t="6365" r="9670" b="13061"/>
          <a:stretch>
            <a:fillRect/>
          </a:stretch>
        </p:blipFill>
        <p:spPr bwMode="auto">
          <a:xfrm>
            <a:off x="10786686" y="1974704"/>
            <a:ext cx="914323" cy="1037310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  <p:pic>
        <p:nvPicPr>
          <p:cNvPr id="5130" name="Picture 10" descr="Hand drawn stopwatch timer symbol for fast time – Royalty-Free Vector |  VectorStock">
            <a:extLst>
              <a:ext uri="{FF2B5EF4-FFF2-40B4-BE49-F238E27FC236}">
                <ns2:creationId id="{34478C21-4E6A-364F-5CE1-8A1568058C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ns5:useLocalDpi val="0"/>
              </a:ext>
            </a:extLst>
          </a:blip>
          <a:srcRect l="21190" t="7901" r="19459" b="24799"/>
          <a:stretch>
            <a:fillRect/>
          </a:stretch>
        </p:blipFill>
        <p:spPr bwMode="auto">
          <a:xfrm>
            <a:off x="7548648" y="3564027"/>
            <a:ext cx="732026" cy="896479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  <p:pic>
        <p:nvPicPr>
          <p:cNvPr id="5134" name="Picture 14" descr="Shoes icon hand draw black colour youth day logo – Royalty-Free Vector |  VectorStock">
            <a:extLst>
              <a:ext uri="{FF2B5EF4-FFF2-40B4-BE49-F238E27FC236}">
                <ns2:creationId id="{70322C29-9D5B-F555-7D47-4EA8EEB0A2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ns5:useLocalDpi val="0"/>
              </a:ext>
            </a:extLst>
          </a:blip>
          <a:srcRect l="20600" t="14609" r="18629" b="23217"/>
          <a:stretch>
            <a:fillRect/>
          </a:stretch>
        </p:blipFill>
        <p:spPr bwMode="auto">
          <a:xfrm flipH="1">
            <a:off x="5500006" y="3006342"/>
            <a:ext cx="1191986" cy="1344502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  <p:sp>
        <p:nvSpPr>
          <p:cNvPr id="14" name="Rectangle 13">
            <a:extLst>
              <a:ext uri="{FF2B5EF4-FFF2-40B4-BE49-F238E27FC236}">
                <ns2:creationId id="{241E04F4-AB5F-BFCE-D8CA-A869151319AB}"/>
              </a:ext>
            </a:extLst>
          </p:cNvPr>
          <p:cNvSpPr/>
          <p:nvPr/>
        </p:nvSpPr>
        <p:spPr>
          <a:xfrm>
            <a:off x="2612745" y="3899351"/>
            <a:ext cx="3329185" cy="1139821"/>
          </a:xfrm>
          <a:custGeom>
            <a:avLst/>
            <a:gdLst>
              <a:gd name="csX0" fmla="*/ 0 w 3329185"/>
              <a:gd name="csY0" fmla="*/ 0 h 1139821"/>
              <a:gd name="csX1" fmla="*/ 3329185 w 3329185"/>
              <a:gd name="csY1" fmla="*/ 0 h 1139821"/>
              <a:gd name="csX2" fmla="*/ 3329185 w 3329185"/>
              <a:gd name="csY2" fmla="*/ 1139821 h 1139821"/>
              <a:gd name="csX3" fmla="*/ 0 w 3329185"/>
              <a:gd name="csY3" fmla="*/ 1139821 h 1139821"/>
              <a:gd name="csX4" fmla="*/ 0 w 3329185"/>
              <a:gd name="csY4" fmla="*/ 0 h 113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9185" h="1139821" fill="none" extrusionOk="0">
                <a:moveTo>
                  <a:pt x="0" y="0"/>
                </a:moveTo>
                <a:cubicBezTo>
                  <a:pt x="697033" y="99984"/>
                  <a:pt x="2644909" y="-75286"/>
                  <a:pt x="3329185" y="0"/>
                </a:cubicBezTo>
                <a:cubicBezTo>
                  <a:pt x="3301035" y="363613"/>
                  <a:pt x="3309893" y="903751"/>
                  <a:pt x="3329185" y="1139821"/>
                </a:cubicBezTo>
                <a:cubicBezTo>
                  <a:pt x="1754174" y="1067444"/>
                  <a:pt x="462204" y="1296461"/>
                  <a:pt x="0" y="1139821"/>
                </a:cubicBezTo>
                <a:cubicBezTo>
                  <a:pt x="-69682" y="661713"/>
                  <a:pt x="-47806" y="255337"/>
                  <a:pt x="0" y="0"/>
                </a:cubicBezTo>
                <a:close/>
              </a:path>
              <a:path w="3329185" h="1139821" stroke="0" extrusionOk="0">
                <a:moveTo>
                  <a:pt x="0" y="0"/>
                </a:moveTo>
                <a:cubicBezTo>
                  <a:pt x="878897" y="-42197"/>
                  <a:pt x="2063387" y="-104829"/>
                  <a:pt x="3329185" y="0"/>
                </a:cubicBezTo>
                <a:cubicBezTo>
                  <a:pt x="3400983" y="177623"/>
                  <a:pt x="3380616" y="777297"/>
                  <a:pt x="3329185" y="1139821"/>
                </a:cubicBezTo>
                <a:cubicBezTo>
                  <a:pt x="2157878" y="1059498"/>
                  <a:pt x="1180555" y="986890"/>
                  <a:pt x="0" y="1139821"/>
                </a:cubicBezTo>
                <a:cubicBezTo>
                  <a:pt x="83630" y="914677"/>
                  <a:pt x="65005" y="201031"/>
                  <a:pt x="0" y="0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ns4:lineSketchStyleProps sd="540634549">
                  <a:prstGeom prst="rect">
                    <a:avLst/>
                  </a:prstGeom>
                  <ns4:type>
                    <ns4:lineSketchCurved/>
                  </ns4:type>
                </ns4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/>
              <a:t>{SlideCaption}</a:t>
            </a:r>
            <a:r>
              <a:rPr lang="en-US" sz="1600" b="1" dirty="0"/>
              <a:t/>
            </a:r>
          </a:p>
          <a:p>
            <a:r>
              <a:rPr lang="en-US" sz="1600" dirty="0"/>
              <a:t/>
            </a:r>
          </a:p>
          <a:p>
            <a:r>
              <a:rPr lang="en-US" sz="1600" dirty="0"/>
              <a:t/>
            </a:r>
          </a:p>
          <a:p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ns2:creationId id="{6DCAABDA-F308-1D52-4574-FBFFB9FD4F40}"/>
              </a:ext>
            </a:extLst>
          </p:cNvPr>
          <p:cNvSpPr/>
          <p:nvPr/>
        </p:nvSpPr>
        <p:spPr>
          <a:xfrm>
            <a:off x="948152" y="2256439"/>
            <a:ext cx="3329185" cy="1139821"/>
          </a:xfrm>
          <a:custGeom>
            <a:avLst/>
            <a:gdLst>
              <a:gd name="csX0" fmla="*/ 0 w 3329185"/>
              <a:gd name="csY0" fmla="*/ 0 h 1139821"/>
              <a:gd name="csX1" fmla="*/ 3329185 w 3329185"/>
              <a:gd name="csY1" fmla="*/ 0 h 1139821"/>
              <a:gd name="csX2" fmla="*/ 3329185 w 3329185"/>
              <a:gd name="csY2" fmla="*/ 1139821 h 1139821"/>
              <a:gd name="csX3" fmla="*/ 0 w 3329185"/>
              <a:gd name="csY3" fmla="*/ 1139821 h 1139821"/>
              <a:gd name="csX4" fmla="*/ 0 w 3329185"/>
              <a:gd name="csY4" fmla="*/ 0 h 113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9185" h="1139821" fill="none" extrusionOk="0">
                <a:moveTo>
                  <a:pt x="0" y="0"/>
                </a:moveTo>
                <a:cubicBezTo>
                  <a:pt x="697033" y="99984"/>
                  <a:pt x="2644909" y="-75286"/>
                  <a:pt x="3329185" y="0"/>
                </a:cubicBezTo>
                <a:cubicBezTo>
                  <a:pt x="3301035" y="363613"/>
                  <a:pt x="3309893" y="903751"/>
                  <a:pt x="3329185" y="1139821"/>
                </a:cubicBezTo>
                <a:cubicBezTo>
                  <a:pt x="1754174" y="1067444"/>
                  <a:pt x="462204" y="1296461"/>
                  <a:pt x="0" y="1139821"/>
                </a:cubicBezTo>
                <a:cubicBezTo>
                  <a:pt x="-69682" y="661713"/>
                  <a:pt x="-47806" y="255337"/>
                  <a:pt x="0" y="0"/>
                </a:cubicBezTo>
                <a:close/>
              </a:path>
              <a:path w="3329185" h="1139821" stroke="0" extrusionOk="0">
                <a:moveTo>
                  <a:pt x="0" y="0"/>
                </a:moveTo>
                <a:cubicBezTo>
                  <a:pt x="878897" y="-42197"/>
                  <a:pt x="2063387" y="-104829"/>
                  <a:pt x="3329185" y="0"/>
                </a:cubicBezTo>
                <a:cubicBezTo>
                  <a:pt x="3400983" y="177623"/>
                  <a:pt x="3380616" y="777297"/>
                  <a:pt x="3329185" y="1139821"/>
                </a:cubicBezTo>
                <a:cubicBezTo>
                  <a:pt x="2157878" y="1059498"/>
                  <a:pt x="1180555" y="986890"/>
                  <a:pt x="0" y="1139821"/>
                </a:cubicBezTo>
                <a:cubicBezTo>
                  <a:pt x="83630" y="914677"/>
                  <a:pt x="65005" y="201031"/>
                  <a:pt x="0" y="0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ns4:lineSketchStyleProps sd="540634549">
                  <a:prstGeom prst="rect">
                    <a:avLst/>
                  </a:prstGeom>
                  <ns4:type>
                    <ns4:lineSketchCurved/>
                  </ns4:type>
                </ns4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/>
              <a:t>{SlideSupportingContent2}</a:t>
            </a:r>
            <a:r>
              <a:rPr lang="en-US" sz="1600" b="1" dirty="0"/>
              <a:t/>
            </a:r>
          </a:p>
          <a:p>
            <a:r>
              <a:rPr lang="en-US" sz="1600" dirty="0"/>
              <a:t/>
            </a:r>
          </a:p>
          <a:p>
            <a:r>
              <a:rPr lang="en-US" sz="1600" dirty="0"/>
              <a:t/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6:creationId val="3926122723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drawing/2010/main" xmlns:ns6="http://schemas.microsoft.com/office/drawing/2018/sketchyshapes" xmlns:ns7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tamp&#10;&#10;AI-generated content may be incorrect.">
            <a:extLst>
              <a:ext uri="{FF2B5EF4-FFF2-40B4-BE49-F238E27FC236}">
                <ns2:creationId id="{004B9A97-A7A9-45F2-9865-73DAFDDE9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50" y="-1"/>
            <a:ext cx="5303455" cy="866911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ns2:creationId id="{5ED2A66D-F6D0-DF91-A299-3444FFA3EAC4}"/>
              </a:ext>
            </a:extLst>
          </p:cNvPr>
          <p:cNvSpPr/>
          <p:nvPr/>
        </p:nvSpPr>
        <p:spPr>
          <a:xfrm rot="16200000" flipV="1">
            <a:off x="2721355" y="3198996"/>
            <a:ext cx="5866828" cy="135430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4:svgBlip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ns2:creationId id="{98B59BED-E104-D98F-6ADE-947AE56A52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2678" b="8594"/>
          <a:stretch>
            <a:fillRect/>
          </a:stretch>
        </p:blipFill>
        <p:spPr>
          <a:xfrm>
            <a:off x="451898" y="6035757"/>
            <a:ext cx="4823713" cy="325584"/>
          </a:xfrm>
          <a:prstGeom prst="rect">
            <a:avLst/>
          </a:prstGeom>
        </p:spPr>
      </p:pic>
      <p:pic>
        <p:nvPicPr>
          <p:cNvPr id="10" name="Picture 9" descr="A close up of a word&#10;&#10;AI-generated content may be incorrect.">
            <a:extLst>
              <a:ext uri="{FF2B5EF4-FFF2-40B4-BE49-F238E27FC236}">
                <ns2:creationId id="{C141E8E6-25C4-87CB-F620-103E5451C6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6445"/>
          <a:stretch>
            <a:fillRect/>
          </a:stretch>
        </p:blipFill>
        <p:spPr>
          <a:xfrm>
            <a:off x="1398474" y="6341065"/>
            <a:ext cx="4382681" cy="446717"/>
          </a:xfrm>
          <a:prstGeom prst="rect">
            <a:avLst/>
          </a:prstGeom>
        </p:spPr>
      </p:pic>
      <p:pic>
        <p:nvPicPr>
          <p:cNvPr id="6148" name="Picture 4" descr="Story pin image">
            <a:extLst>
              <a:ext uri="{FF2B5EF4-FFF2-40B4-BE49-F238E27FC236}">
                <ns2:creationId id="{D13AC23D-DD52-9253-7AFD-5795B8FC7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35000"/>
            <a:extLst>
              <a:ext uri="{28A0092B-C50C-407E-A947-70E740481C1C}">
                <ns5:useLocalDpi val="0"/>
              </a:ext>
            </a:extLst>
          </a:blip>
          <a:srcRect t="2036" b="27315"/>
          <a:stretch>
            <a:fillRect/>
          </a:stretch>
        </p:blipFill>
        <p:spPr bwMode="auto">
          <a:xfrm>
            <a:off x="-436676" y="-80647"/>
            <a:ext cx="5870481" cy="736418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  <p:sp>
        <p:nvSpPr>
          <p:cNvPr id="5" name="TextBox 4">
            <a:extLst>
              <a:ext uri="{FF2B5EF4-FFF2-40B4-BE49-F238E27FC236}">
                <ns2:creationId id="{B30510A2-17B8-33DC-536F-A2E1516C7BF3}"/>
              </a:ext>
            </a:extLst>
          </p:cNvPr>
          <p:cNvSpPr txBox="1"/>
          <p:nvPr/>
        </p:nvSpPr>
        <p:spPr>
          <a:xfrm>
            <a:off x="289832" y="927473"/>
            <a:ext cx="429849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{SlideBulletList}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</a:pPr>
            <a:endParaRPr lang="en-AU" b="1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ns2:creationId id="{EE368380-4FE8-0141-FA12-BB846DDABD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7474" y="-1"/>
            <a:ext cx="5641614" cy="7966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ns2:creationId id="{686CECE5-2661-8B77-2EC6-FE78D1D33394}"/>
              </a:ext>
            </a:extLst>
          </p:cNvPr>
          <p:cNvSpPr txBox="1"/>
          <p:nvPr/>
        </p:nvSpPr>
        <p:spPr>
          <a:xfrm>
            <a:off x="6906277" y="2719113"/>
            <a:ext cx="4324008" cy="3342197"/>
          </a:xfrm>
          <a:custGeom>
            <a:avLst/>
            <a:gdLst>
              <a:gd name="csX0" fmla="*/ 0 w 4324008"/>
              <a:gd name="csY0" fmla="*/ 0 h 3342197"/>
              <a:gd name="csX1" fmla="*/ 4324008 w 4324008"/>
              <a:gd name="csY1" fmla="*/ 0 h 3342197"/>
              <a:gd name="csX2" fmla="*/ 4324008 w 4324008"/>
              <a:gd name="csY2" fmla="*/ 3342197 h 3342197"/>
              <a:gd name="csX3" fmla="*/ 0 w 4324008"/>
              <a:gd name="csY3" fmla="*/ 3342197 h 3342197"/>
              <a:gd name="csX4" fmla="*/ 0 w 4324008"/>
              <a:gd name="csY4" fmla="*/ 0 h 3342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4008" h="3342197" extrusionOk="0">
                <a:moveTo>
                  <a:pt x="0" y="0"/>
                </a:moveTo>
                <a:cubicBezTo>
                  <a:pt x="1489261" y="-48048"/>
                  <a:pt x="2170069" y="99539"/>
                  <a:pt x="4324008" y="0"/>
                </a:cubicBezTo>
                <a:cubicBezTo>
                  <a:pt x="4364156" y="588440"/>
                  <a:pt x="4369881" y="2385923"/>
                  <a:pt x="4324008" y="3342197"/>
                </a:cubicBezTo>
                <a:cubicBezTo>
                  <a:pt x="3615022" y="3326111"/>
                  <a:pt x="658236" y="3448543"/>
                  <a:pt x="0" y="3342197"/>
                </a:cubicBezTo>
                <a:cubicBezTo>
                  <a:pt x="30457" y="1911369"/>
                  <a:pt x="83021" y="111349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ns6:lineSketchStyleProps sd="1092977644">
                  <a:prstGeom prst="rect">
                    <a:avLst/>
                  </a:prstGeom>
                  <ns6:type>
                    <ns6:lineSketchCurved/>
                  </ns6:type>
                </ns6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{SlideBulletList}</a:t>
            </a:r>
            <a:endParaRPr lang="en-AU" b="1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None/>
            </a:pPr>
            <a:endParaRPr lang="en-AU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b="1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ns2:creationId id="{39366C36-D5B8-3B0C-6770-7A4CC350515C}"/>
              </a:ext>
            </a:extLst>
          </p:cNvPr>
          <p:cNvSpPr/>
          <p:nvPr/>
        </p:nvSpPr>
        <p:spPr>
          <a:xfrm rot="2228816">
            <a:off x="9442118" y="1339643"/>
            <a:ext cx="2037948" cy="713282"/>
          </a:xfrm>
          <a:custGeom>
            <a:avLst/>
            <a:gdLst/>
            <a:ahLst/>
            <a:cxnLst/>
            <a:rect l="l" t="t" r="r" b="b"/>
            <a:pathLst>
              <a:path w="2435160" h="852306">
                <a:moveTo>
                  <a:pt x="0" y="0"/>
                </a:moveTo>
                <a:lnTo>
                  <a:pt x="2435160" y="0"/>
                </a:lnTo>
                <a:lnTo>
                  <a:pt x="2435160" y="852306"/>
                </a:lnTo>
                <a:lnTo>
                  <a:pt x="0" y="8523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ns4:svgBlip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ns7:creationId val="2507524767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8/sketchyshapes" xmlns:ns6="http://schemas.microsoft.com/office/drawing/2016/SVG/main" xmlns:ns7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8C67869D-2E60-164F-FA07-FF5B39D1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130630"/>
            <a:ext cx="8490857" cy="973684"/>
          </a:xfrm>
          <a:prstGeom prst="rect">
            <a:avLst/>
          </a:prstGeom>
        </p:spPr>
      </p:pic>
      <p:pic>
        <p:nvPicPr>
          <p:cNvPr id="7170" name="Picture 2" descr="This may contain: two hands reaching towards each other over a piece of paper with yellow and black background">
            <a:extLst>
              <a:ext uri="{FF2B5EF4-FFF2-40B4-BE49-F238E27FC236}">
                <ns2:creationId id="{80188C18-C19F-5516-FD1B-F1F1DD6F2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6096000" y="882852"/>
            <a:ext cx="5968364" cy="5943599"/>
          </a:xfrm>
          <a:prstGeom prst="ellipse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6" name="TextBox 5">
            <a:extLst>
              <a:ext uri="{FF2B5EF4-FFF2-40B4-BE49-F238E27FC236}">
                <ns2:creationId id="{77939F65-E04A-D97F-5E44-BA27A3B97E03}"/>
              </a:ext>
            </a:extLst>
          </p:cNvPr>
          <p:cNvSpPr txBox="1"/>
          <p:nvPr/>
        </p:nvSpPr>
        <p:spPr>
          <a:xfrm>
            <a:off x="334999" y="1267723"/>
            <a:ext cx="2489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kern="0" dirty="0">
                <a:effectLst/>
                <a:ea typeface="Times New Roman" panose="02020603050405020304" pitchFamily="18" charset="0"/>
              </a:rPr>
              <a:t>{SlideMainExplanation}</a:t>
            </a:r>
            <a:br>
              <a:rPr lang="en-AU" sz="2000" b="1" kern="0" dirty="0">
                <a:effectLst/>
                <a:ea typeface="Times New Roman" panose="02020603050405020304" pitchFamily="18" charset="0"/>
              </a:rPr>
            </a:br>
            <a:endParaRPr lang="en-AU" sz="2000" b="1" dirty="0"/>
          </a:p>
        </p:txBody>
      </p:sp>
      <p:sp>
        <p:nvSpPr>
          <p:cNvPr id="7" name="Flowchart: Connector 6">
            <a:extLst>
              <a:ext uri="{FF2B5EF4-FFF2-40B4-BE49-F238E27FC236}">
                <ns2:creationId id="{282CA4E0-BC9B-AF50-ECC1-7533D6E92B1C}"/>
              </a:ext>
            </a:extLst>
          </p:cNvPr>
          <p:cNvSpPr/>
          <p:nvPr/>
        </p:nvSpPr>
        <p:spPr>
          <a:xfrm>
            <a:off x="334999" y="2166713"/>
            <a:ext cx="2669265" cy="1089806"/>
          </a:xfrm>
          <a:custGeom>
            <a:avLst/>
            <a:gdLst>
              <a:gd name="csX0" fmla="*/ 0 w 2669265"/>
              <a:gd name="csY0" fmla="*/ 544903 h 1089806"/>
              <a:gd name="csX1" fmla="*/ 1334633 w 2669265"/>
              <a:gd name="csY1" fmla="*/ 0 h 1089806"/>
              <a:gd name="csX2" fmla="*/ 2669266 w 2669265"/>
              <a:gd name="csY2" fmla="*/ 544903 h 1089806"/>
              <a:gd name="csX3" fmla="*/ 1334633 w 2669265"/>
              <a:gd name="csY3" fmla="*/ 1089806 h 1089806"/>
              <a:gd name="csX4" fmla="*/ 0 w 266926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69265" h="1089806" fill="none" extrusionOk="0">
                <a:moveTo>
                  <a:pt x="0" y="544903"/>
                </a:moveTo>
                <a:cubicBezTo>
                  <a:pt x="23172" y="221937"/>
                  <a:pt x="638786" y="2722"/>
                  <a:pt x="1334633" y="0"/>
                </a:cubicBezTo>
                <a:cubicBezTo>
                  <a:pt x="2080608" y="15175"/>
                  <a:pt x="2622831" y="242963"/>
                  <a:pt x="2669266" y="544903"/>
                </a:cubicBezTo>
                <a:cubicBezTo>
                  <a:pt x="2789307" y="863252"/>
                  <a:pt x="2003954" y="1058875"/>
                  <a:pt x="1334633" y="1089806"/>
                </a:cubicBezTo>
                <a:cubicBezTo>
                  <a:pt x="551289" y="1103607"/>
                  <a:pt x="11168" y="830706"/>
                  <a:pt x="0" y="544903"/>
                </a:cubicBezTo>
                <a:close/>
              </a:path>
              <a:path w="2669265" h="1089806" stroke="0" extrusionOk="0">
                <a:moveTo>
                  <a:pt x="0" y="544903"/>
                </a:moveTo>
                <a:cubicBezTo>
                  <a:pt x="-38784" y="312006"/>
                  <a:pt x="478438" y="-49180"/>
                  <a:pt x="1334633" y="0"/>
                </a:cubicBezTo>
                <a:cubicBezTo>
                  <a:pt x="2077214" y="-810"/>
                  <a:pt x="2647764" y="283122"/>
                  <a:pt x="2669266" y="544903"/>
                </a:cubicBezTo>
                <a:cubicBezTo>
                  <a:pt x="2652559" y="851429"/>
                  <a:pt x="2022830" y="1147630"/>
                  <a:pt x="1334633" y="1089806"/>
                </a:cubicBezTo>
                <a:cubicBezTo>
                  <a:pt x="631534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{SlideSupportingContent}</a:t>
            </a:r>
            <a:endParaRPr lang="en-AU" sz="2000" b="1" i="1" dirty="0">
              <a:solidFill>
                <a:schemeClr val="tx1"/>
              </a:solidFill>
            </a:endParaRPr>
          </a:p>
        </p:txBody>
      </p:sp>
      <p:sp>
        <p:nvSpPr>
          <p:cNvPr id="8" name="Flowchart: Connector 7">
            <a:extLst>
              <a:ext uri="{FF2B5EF4-FFF2-40B4-BE49-F238E27FC236}">
                <ns2:creationId id="{1F368365-715C-7835-116D-FF0ABD7A0EE1}"/>
              </a:ext>
            </a:extLst>
          </p:cNvPr>
          <p:cNvSpPr/>
          <p:nvPr/>
        </p:nvSpPr>
        <p:spPr>
          <a:xfrm>
            <a:off x="3632266" y="2166713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{SlideCallout}</a:t>
            </a:r>
            <a:r>
              <a:rPr lang="en-US" sz="1600" b="1" i="1" dirty="0">
                <a:solidFill>
                  <a:schemeClr val="tx1"/>
                </a:solidFill>
              </a:rPr>
              <a:t/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9" name="Flowchart: Connector 8">
            <a:extLst>
              <a:ext uri="{FF2B5EF4-FFF2-40B4-BE49-F238E27FC236}">
                <ns2:creationId id="{619CD753-414B-59FB-FCA2-EF6619B4A96B}"/>
              </a:ext>
            </a:extLst>
          </p:cNvPr>
          <p:cNvSpPr/>
          <p:nvPr/>
        </p:nvSpPr>
        <p:spPr>
          <a:xfrm>
            <a:off x="1889011" y="3226501"/>
            <a:ext cx="3253468" cy="1089806"/>
          </a:xfrm>
          <a:custGeom>
            <a:avLst/>
            <a:gdLst>
              <a:gd name="csX0" fmla="*/ 0 w 3253468"/>
              <a:gd name="csY0" fmla="*/ 544903 h 1089806"/>
              <a:gd name="csX1" fmla="*/ 1626734 w 3253468"/>
              <a:gd name="csY1" fmla="*/ 0 h 1089806"/>
              <a:gd name="csX2" fmla="*/ 3253468 w 3253468"/>
              <a:gd name="csY2" fmla="*/ 544903 h 1089806"/>
              <a:gd name="csX3" fmla="*/ 1626734 w 3253468"/>
              <a:gd name="csY3" fmla="*/ 1089806 h 1089806"/>
              <a:gd name="csX4" fmla="*/ 0 w 3253468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53468" h="1089806" fill="none" extrusionOk="0">
                <a:moveTo>
                  <a:pt x="0" y="544903"/>
                </a:moveTo>
                <a:cubicBezTo>
                  <a:pt x="60750" y="186221"/>
                  <a:pt x="775114" y="3088"/>
                  <a:pt x="1626734" y="0"/>
                </a:cubicBezTo>
                <a:cubicBezTo>
                  <a:pt x="2534032" y="15175"/>
                  <a:pt x="3207033" y="242963"/>
                  <a:pt x="3253468" y="544903"/>
                </a:cubicBezTo>
                <a:cubicBezTo>
                  <a:pt x="3344002" y="858974"/>
                  <a:pt x="2442093" y="1051899"/>
                  <a:pt x="1626734" y="1089806"/>
                </a:cubicBezTo>
                <a:cubicBezTo>
                  <a:pt x="682067" y="1103607"/>
                  <a:pt x="11168" y="830706"/>
                  <a:pt x="0" y="544903"/>
                </a:cubicBezTo>
                <a:close/>
              </a:path>
              <a:path w="3253468" h="1089806" stroke="0" extrusionOk="0">
                <a:moveTo>
                  <a:pt x="0" y="544903"/>
                </a:moveTo>
                <a:cubicBezTo>
                  <a:pt x="-35005" y="305375"/>
                  <a:pt x="649931" y="-32368"/>
                  <a:pt x="1626734" y="0"/>
                </a:cubicBezTo>
                <a:cubicBezTo>
                  <a:pt x="2530638" y="-810"/>
                  <a:pt x="3231966" y="283122"/>
                  <a:pt x="3253468" y="544903"/>
                </a:cubicBezTo>
                <a:cubicBezTo>
                  <a:pt x="3233667" y="852463"/>
                  <a:pt x="2463285" y="1162966"/>
                  <a:pt x="1626734" y="1089806"/>
                </a:cubicBezTo>
                <a:cubicBezTo>
                  <a:pt x="762312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{SlideCaption}</a:t>
            </a:r>
            <a:r>
              <a:rPr lang="en-US" sz="1600" b="1" i="1" dirty="0">
                <a:solidFill>
                  <a:schemeClr val="tx1"/>
                </a:solidFill>
              </a:rPr>
              <a:t/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0" name="Flowchart: Connector 9">
            <a:extLst>
              <a:ext uri="{FF2B5EF4-FFF2-40B4-BE49-F238E27FC236}">
                <ns2:creationId id="{563AF2AD-616B-2901-A3D8-B9F8611EF7A9}"/>
              </a:ext>
            </a:extLst>
          </p:cNvPr>
          <p:cNvSpPr/>
          <p:nvPr/>
        </p:nvSpPr>
        <p:spPr>
          <a:xfrm>
            <a:off x="146764" y="4286289"/>
            <a:ext cx="3135279" cy="1089806"/>
          </a:xfrm>
          <a:custGeom>
            <a:avLst/>
            <a:gdLst>
              <a:gd name="csX0" fmla="*/ 0 w 3135279"/>
              <a:gd name="csY0" fmla="*/ 544903 h 1089806"/>
              <a:gd name="csX1" fmla="*/ 1567640 w 3135279"/>
              <a:gd name="csY1" fmla="*/ 0 h 1089806"/>
              <a:gd name="csX2" fmla="*/ 3135280 w 3135279"/>
              <a:gd name="csY2" fmla="*/ 544903 h 1089806"/>
              <a:gd name="csX3" fmla="*/ 1567640 w 3135279"/>
              <a:gd name="csY3" fmla="*/ 1089806 h 1089806"/>
              <a:gd name="csX4" fmla="*/ 0 w 3135279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5279" h="1089806" fill="none" extrusionOk="0">
                <a:moveTo>
                  <a:pt x="0" y="544903"/>
                </a:moveTo>
                <a:cubicBezTo>
                  <a:pt x="11255" y="233264"/>
                  <a:pt x="714210" y="815"/>
                  <a:pt x="1567640" y="0"/>
                </a:cubicBezTo>
                <a:cubicBezTo>
                  <a:pt x="2442302" y="15175"/>
                  <a:pt x="3088845" y="242963"/>
                  <a:pt x="3135280" y="544903"/>
                </a:cubicBezTo>
                <a:cubicBezTo>
                  <a:pt x="3149445" y="847899"/>
                  <a:pt x="2336511" y="1045578"/>
                  <a:pt x="1567640" y="1089806"/>
                </a:cubicBezTo>
                <a:cubicBezTo>
                  <a:pt x="655609" y="1103607"/>
                  <a:pt x="11168" y="830706"/>
                  <a:pt x="0" y="544903"/>
                </a:cubicBezTo>
                <a:close/>
              </a:path>
              <a:path w="3135279" h="1089806" stroke="0" extrusionOk="0">
                <a:moveTo>
                  <a:pt x="0" y="544903"/>
                </a:moveTo>
                <a:cubicBezTo>
                  <a:pt x="-61472" y="351811"/>
                  <a:pt x="637050" y="-26761"/>
                  <a:pt x="1567640" y="0"/>
                </a:cubicBezTo>
                <a:cubicBezTo>
                  <a:pt x="2438908" y="-810"/>
                  <a:pt x="3113778" y="283122"/>
                  <a:pt x="3135280" y="544903"/>
                </a:cubicBezTo>
                <a:cubicBezTo>
                  <a:pt x="2998099" y="891695"/>
                  <a:pt x="2391175" y="1139766"/>
                  <a:pt x="1567640" y="1089806"/>
                </a:cubicBezTo>
                <a:cubicBezTo>
                  <a:pt x="735854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{SlideSupportingContent2}</a:t>
            </a:r>
            <a:endParaRPr lang="en-AU" sz="2000" b="1" i="1" dirty="0">
              <a:solidFill>
                <a:schemeClr val="tx1"/>
              </a:solidFill>
            </a:endParaRPr>
          </a:p>
        </p:txBody>
      </p:sp>
      <p:sp>
        <p:nvSpPr>
          <p:cNvPr id="11" name="Freeform 4">
            <a:extLst>
              <a:ext uri="{FF2B5EF4-FFF2-40B4-BE49-F238E27FC236}">
                <ns2:creationId id="{F83820E2-B9DF-EBCF-682B-F96775DE314F}"/>
              </a:ext>
            </a:extLst>
          </p:cNvPr>
          <p:cNvSpPr/>
          <p:nvPr/>
        </p:nvSpPr>
        <p:spPr>
          <a:xfrm rot="7867065" flipV="1">
            <a:off x="2524673" y="1330317"/>
            <a:ext cx="1205851" cy="687335"/>
          </a:xfrm>
          <a:custGeom>
            <a:avLst/>
            <a:gdLst/>
            <a:ahLst/>
            <a:cxnLst/>
            <a:rect l="l" t="t" r="r" b="b"/>
            <a:pathLst>
              <a:path w="1867823" h="1064659">
                <a:moveTo>
                  <a:pt x="0" y="1064659"/>
                </a:moveTo>
                <a:lnTo>
                  <a:pt x="1867823" y="1064659"/>
                </a:lnTo>
                <a:lnTo>
                  <a:pt x="1867823" y="0"/>
                </a:lnTo>
                <a:lnTo>
                  <a:pt x="0" y="0"/>
                </a:lnTo>
                <a:lnTo>
                  <a:pt x="0" y="10646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ns6:svgBlip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3" name="Flowchart: Connector 12">
            <a:extLst>
              <a:ext uri="{FF2B5EF4-FFF2-40B4-BE49-F238E27FC236}">
                <ns2:creationId id="{CCE2C950-C2BD-8B51-9846-021022336B94}"/>
              </a:ext>
            </a:extLst>
          </p:cNvPr>
          <p:cNvSpPr/>
          <p:nvPr/>
        </p:nvSpPr>
        <p:spPr>
          <a:xfrm>
            <a:off x="3588467" y="4540451"/>
            <a:ext cx="2400493" cy="1089806"/>
          </a:xfrm>
          <a:custGeom>
            <a:avLst/>
            <a:gdLst>
              <a:gd name="csX0" fmla="*/ 0 w 2400493"/>
              <a:gd name="csY0" fmla="*/ 544903 h 1089806"/>
              <a:gd name="csX1" fmla="*/ 1200247 w 2400493"/>
              <a:gd name="csY1" fmla="*/ 0 h 1089806"/>
              <a:gd name="csX2" fmla="*/ 2400494 w 2400493"/>
              <a:gd name="csY2" fmla="*/ 544903 h 1089806"/>
              <a:gd name="csX3" fmla="*/ 1200247 w 2400493"/>
              <a:gd name="csY3" fmla="*/ 1089806 h 1089806"/>
              <a:gd name="csX4" fmla="*/ 0 w 2400493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0493" h="1089806" fill="none" extrusionOk="0">
                <a:moveTo>
                  <a:pt x="0" y="544903"/>
                </a:moveTo>
                <a:cubicBezTo>
                  <a:pt x="35755" y="209978"/>
                  <a:pt x="571000" y="2219"/>
                  <a:pt x="1200247" y="0"/>
                </a:cubicBezTo>
                <a:cubicBezTo>
                  <a:pt x="1872003" y="15175"/>
                  <a:pt x="2354059" y="242963"/>
                  <a:pt x="2400494" y="544903"/>
                </a:cubicBezTo>
                <a:cubicBezTo>
                  <a:pt x="2496921" y="859828"/>
                  <a:pt x="1822445" y="1071241"/>
                  <a:pt x="1200247" y="1089806"/>
                </a:cubicBezTo>
                <a:cubicBezTo>
                  <a:pt x="491122" y="1103607"/>
                  <a:pt x="11168" y="830706"/>
                  <a:pt x="0" y="544903"/>
                </a:cubicBezTo>
                <a:close/>
              </a:path>
              <a:path w="2400493" h="1089806" stroke="0" extrusionOk="0">
                <a:moveTo>
                  <a:pt x="0" y="544903"/>
                </a:moveTo>
                <a:cubicBezTo>
                  <a:pt x="-46574" y="325672"/>
                  <a:pt x="442112" y="-39336"/>
                  <a:pt x="1200247" y="0"/>
                </a:cubicBezTo>
                <a:cubicBezTo>
                  <a:pt x="1868609" y="-810"/>
                  <a:pt x="2378992" y="283122"/>
                  <a:pt x="2400494" y="544903"/>
                </a:cubicBezTo>
                <a:cubicBezTo>
                  <a:pt x="2342924" y="865087"/>
                  <a:pt x="1813485" y="1148506"/>
                  <a:pt x="1200247" y="1089806"/>
                </a:cubicBezTo>
                <a:cubicBezTo>
                  <a:pt x="571367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5:lineSketchStyleProps sd="981765707">
                  <a:prstGeom prst="flowChartConnector">
                    <a:avLst/>
                  </a:prstGeom>
                  <ns5:type>
                    <ns5:lineSketchCurved/>
                  </ns5:type>
                </ns5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{SlideSupportingContent3}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ns2:creationId id="{95F171E3-75BF-1E83-24DC-92BADDEBCF7C}"/>
              </a:ext>
            </a:extLst>
          </p:cNvPr>
          <p:cNvSpPr txBox="1"/>
          <p:nvPr/>
        </p:nvSpPr>
        <p:spPr>
          <a:xfrm>
            <a:off x="-45096" y="5975148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kern="0" dirty="0">
                <a:effectLst/>
                <a:ea typeface="Times New Roman" panose="02020603050405020304" pitchFamily="18" charset="0"/>
              </a:rPr>
              <a:t>{SlideSupportingContent4}</a:t>
            </a:r>
            <a:br>
              <a:rPr lang="en-AU" sz="2000" kern="0" dirty="0">
                <a:effectLst/>
                <a:ea typeface="Times New Roman" panose="02020603050405020304" pitchFamily="18" charset="0"/>
              </a:rPr>
            </a:br>
            <a:endParaRPr lang="en-AU" sz="2000" dirty="0"/>
          </a:p>
        </p:txBody>
      </p:sp>
      <p:pic>
        <p:nvPicPr>
          <p:cNvPr id="17" name="Picture 16">
            <a:extLst>
              <a:ext uri="{FF2B5EF4-FFF2-40B4-BE49-F238E27FC236}">
                <ns2:creationId id="{3C4A252B-2ED9-C132-CA0A-4BBECCF94F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99" y="6349117"/>
            <a:ext cx="7241987" cy="277870"/>
          </a:xfrm>
          <a:prstGeom prst="rect">
            <a:avLst/>
          </a:prstGeom>
        </p:spPr>
      </p:pic>
      <p:sp>
        <p:nvSpPr>
          <p:cNvPr id="18" name="Freeform 12">
            <a:extLst>
              <a:ext uri="{FF2B5EF4-FFF2-40B4-BE49-F238E27FC236}">
                <ns2:creationId id="{BEE6E99A-17F9-AE62-67C8-0957E9E1F644}"/>
              </a:ext>
            </a:extLst>
          </p:cNvPr>
          <p:cNvSpPr/>
          <p:nvPr/>
        </p:nvSpPr>
        <p:spPr>
          <a:xfrm>
            <a:off x="5853721" y="6668533"/>
            <a:ext cx="1948045" cy="185064"/>
          </a:xfrm>
          <a:custGeom>
            <a:avLst/>
            <a:gdLst/>
            <a:ahLst/>
            <a:cxnLst/>
            <a:rect l="l" t="t" r="r" b="b"/>
            <a:pathLst>
              <a:path w="1948045" h="185064">
                <a:moveTo>
                  <a:pt x="0" y="0"/>
                </a:moveTo>
                <a:lnTo>
                  <a:pt x="1948046" y="0"/>
                </a:lnTo>
                <a:lnTo>
                  <a:pt x="1948046" y="185064"/>
                </a:lnTo>
                <a:lnTo>
                  <a:pt x="0" y="185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ns6:svgBlip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ns7:creationId val="246395652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6/SVG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E99CC0C2-E4D8-35CC-DFEF-73DFD3307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492829" cy="751114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ns2:creationId id="{4B86292C-6B27-9E75-AE98-6B115E37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19" y="1627099"/>
            <a:ext cx="4877481" cy="533474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ns2:creationId id="{799FF936-FAA1-FCB2-6F5E-CDEC25402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137" y="4534224"/>
            <a:ext cx="5315692" cy="495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ns2:creationId id="{4D0F3EDD-C3C8-C66A-35C9-D84BE8566A2D}"/>
              </a:ext>
            </a:extLst>
          </p:cNvPr>
          <p:cNvSpPr txBox="1"/>
          <p:nvPr/>
        </p:nvSpPr>
        <p:spPr>
          <a:xfrm>
            <a:off x="3820238" y="2160573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>{SlideBulletList}</a:t>
            </a:r>
            <a:endParaRPr lang="en-AU" sz="2000" kern="0" dirty="0"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/>
            </a:r>
            <a:endParaRPr lang="en-AU" sz="2000" dirty="0"/>
          </a:p>
        </p:txBody>
      </p:sp>
      <p:sp>
        <p:nvSpPr>
          <p:cNvPr id="11" name="TextBox 10">
            <a:extLst>
              <a:ext uri="{FF2B5EF4-FFF2-40B4-BE49-F238E27FC236}">
                <ns2:creationId id="{F00F5F14-AF39-81BB-28B6-D7A7DF728480}"/>
              </a:ext>
            </a:extLst>
          </p:cNvPr>
          <p:cNvSpPr txBox="1"/>
          <p:nvPr/>
        </p:nvSpPr>
        <p:spPr>
          <a:xfrm>
            <a:off x="6396718" y="5019951"/>
            <a:ext cx="52003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>{SlideBulletList}</a:t>
            </a:r>
            <a:endParaRPr lang="en-AU" sz="2000" kern="0" dirty="0"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/>
            </a:r>
            <a:endParaRPr lang="en-AU" sz="2000" dirty="0"/>
          </a:p>
        </p:txBody>
      </p:sp>
      <p:pic>
        <p:nvPicPr>
          <p:cNvPr id="8196" name="Picture 4">
            <a:extLst>
              <a:ext uri="{FF2B5EF4-FFF2-40B4-BE49-F238E27FC236}">
                <ns2:creationId id="{25AE1E98-5901-B713-E551-BE9C8A6BC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ns4:imgProps>
                  <ns4:imgLayer r:embed="rId6">
                    <ns4:imgEffect>
                      <ns4:backgroundRemoval t="24902" b="72852" l="9288" r="86719">
                        <ns4:foregroundMark x1="86719" y1="43408" x2="86719" y2="43408"/>
                        <ns4:foregroundMark x1="84549" y1="52637" x2="84549" y2="52637"/>
                        <ns4:foregroundMark x1="49392" y1="57373" x2="49392" y2="57373"/>
                        <ns4:foregroundMark x1="17708" y1="53857" x2="17708" y2="53857"/>
                        <ns4:foregroundMark x1="26563" y1="48877" x2="26563" y2="48877"/>
                      </ns4:backgroundRemoval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 t="18952" r="6543" b="21113"/>
          <a:stretch>
            <a:fillRect/>
          </a:stretch>
        </p:blipFill>
        <p:spPr bwMode="auto">
          <a:xfrm>
            <a:off x="-463631" y="2122714"/>
            <a:ext cx="4810535" cy="5236354"/>
          </a:xfrm>
          <a:prstGeom prst="ellipse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12" name="Freeform 9">
            <a:extLst>
              <a:ext uri="{FF2B5EF4-FFF2-40B4-BE49-F238E27FC236}">
                <ns2:creationId id="{0C0F97E2-F106-0CB5-3204-34CA433D807F}"/>
              </a:ext>
            </a:extLst>
          </p:cNvPr>
          <p:cNvSpPr/>
          <p:nvPr/>
        </p:nvSpPr>
        <p:spPr>
          <a:xfrm rot="10800000" flipV="1">
            <a:off x="4303361" y="3429000"/>
            <a:ext cx="7597948" cy="247057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ns5:svgBlip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ns6:creationId val="2010135312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4="http://schemas.microsoft.com/office/drawing/2018/sketchyshapes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ns2:creationId id="{F15FFD3E-AF51-DFA3-458D-D72578D9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551" y="785606"/>
            <a:ext cx="7414208" cy="671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ns2:creationId id="{F0757A14-7FD2-133F-F6CF-2FAB1E137C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142" b="11622"/>
          <a:stretch/>
        </p:blipFill>
        <p:spPr>
          <a:xfrm>
            <a:off x="259260" y="3340047"/>
            <a:ext cx="6266581" cy="2950255"/>
          </a:xfrm>
          <a:prstGeom prst="rect">
            <a:avLst/>
          </a:prstGeom>
          <a:ln>
            <a:solidFill>
              <a:srgbClr val="BEB2C2"/>
            </a:solidFill>
          </a:ln>
          <a:effectLst>
            <a:softEdge rad="63500"/>
          </a:effectLst>
        </p:spPr>
      </p:pic>
      <p:pic>
        <p:nvPicPr>
          <p:cNvPr id="8" name="Picture 7">
            <a:extLst>
              <a:ext uri="{FF2B5EF4-FFF2-40B4-BE49-F238E27FC236}">
                <ns2:creationId id="{86F7ADB2-3CCA-A990-3693-586D2D34A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233" y="112683"/>
            <a:ext cx="10083533" cy="647790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ns2:creationId id="{3AE3972C-BA42-1F7A-49E3-B35636C6EA2E}"/>
              </a:ext>
            </a:extLst>
          </p:cNvPr>
          <p:cNvSpPr txBox="1"/>
          <p:nvPr/>
        </p:nvSpPr>
        <p:spPr>
          <a:xfrm>
            <a:off x="681868" y="1577341"/>
            <a:ext cx="4954439" cy="1257123"/>
          </a:xfrm>
          <a:custGeom>
            <a:avLst/>
            <a:gdLst>
              <a:gd name="csX0" fmla="*/ 0 w 4954439"/>
              <a:gd name="csY0" fmla="*/ 628562 h 1257123"/>
              <a:gd name="csX1" fmla="*/ 2477220 w 4954439"/>
              <a:gd name="csY1" fmla="*/ 0 h 1257123"/>
              <a:gd name="csX2" fmla="*/ 4954440 w 4954439"/>
              <a:gd name="csY2" fmla="*/ 628562 h 1257123"/>
              <a:gd name="csX3" fmla="*/ 2477220 w 4954439"/>
              <a:gd name="csY3" fmla="*/ 1257124 h 1257123"/>
              <a:gd name="csX4" fmla="*/ 0 w 4954439"/>
              <a:gd name="csY4" fmla="*/ 628562 h 1257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954439" h="1257123" fill="none" extrusionOk="0">
                <a:moveTo>
                  <a:pt x="0" y="628562"/>
                </a:moveTo>
                <a:cubicBezTo>
                  <a:pt x="-94575" y="242670"/>
                  <a:pt x="1033546" y="136506"/>
                  <a:pt x="2477220" y="0"/>
                </a:cubicBezTo>
                <a:cubicBezTo>
                  <a:pt x="3857654" y="14127"/>
                  <a:pt x="5001173" y="329191"/>
                  <a:pt x="4954440" y="628562"/>
                </a:cubicBezTo>
                <a:cubicBezTo>
                  <a:pt x="4645321" y="880979"/>
                  <a:pt x="4057850" y="1502530"/>
                  <a:pt x="2477220" y="1257124"/>
                </a:cubicBezTo>
                <a:cubicBezTo>
                  <a:pt x="1093771" y="1277835"/>
                  <a:pt x="-49582" y="930228"/>
                  <a:pt x="0" y="628562"/>
                </a:cubicBezTo>
                <a:close/>
              </a:path>
              <a:path w="4954439" h="1257123" stroke="0" extrusionOk="0">
                <a:moveTo>
                  <a:pt x="0" y="628562"/>
                </a:moveTo>
                <a:cubicBezTo>
                  <a:pt x="42125" y="219416"/>
                  <a:pt x="1193316" y="132020"/>
                  <a:pt x="2477220" y="0"/>
                </a:cubicBezTo>
                <a:cubicBezTo>
                  <a:pt x="3818590" y="-74492"/>
                  <a:pt x="5028700" y="325836"/>
                  <a:pt x="4954440" y="628562"/>
                </a:cubicBezTo>
                <a:cubicBezTo>
                  <a:pt x="4924275" y="646545"/>
                  <a:pt x="3780762" y="1286216"/>
                  <a:pt x="2477220" y="1257124"/>
                </a:cubicBezTo>
                <a:cubicBezTo>
                  <a:pt x="1096412" y="1196303"/>
                  <a:pt x="39553" y="1032744"/>
                  <a:pt x="0" y="62856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4:lineSketchStyleProps sd="1617256088">
                  <a:prstGeom prst="flowChartConnector">
                    <a:avLst/>
                  </a:prstGeom>
                  <ns4:type>
                    <ns4:lineSketchScribble/>
                  </ns4:type>
                </ns4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>
                <a:solidFill>
                  <a:srgbClr val="60637B"/>
                </a:solidFill>
              </a:rPr>
              <a:t>{SlideMainExplanation}</a:t>
            </a:r>
            <a:br>
              <a:rPr lang="en-US" b="1" i="1">
                <a:solidFill>
                  <a:srgbClr val="60637B"/>
                </a:solidFill>
              </a:rPr>
            </a:br>
            <a:r>
              <a:rPr lang="en-US" b="1" i="1">
                <a:solidFill>
                  <a:srgbClr val="60637B"/>
                </a:solidFill>
              </a:rPr>
              <a:t/>
            </a:r>
            <a:br>
              <a:rPr lang="en-US" b="1" i="1">
                <a:solidFill>
                  <a:srgbClr val="60637B"/>
                </a:solidFill>
              </a:rPr>
            </a:br>
            <a:r>
              <a:rPr lang="en-US" b="1" i="1">
                <a:solidFill>
                  <a:srgbClr val="60637B"/>
                </a:solidFill>
              </a:rPr>
              <a:t/>
            </a:r>
          </a:p>
          <a:p>
            <a:pPr algn="ctr"/>
            <a:endParaRPr lang="en-AU" sz="2000" b="1" i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ns2:creationId id="{F1149CF2-4571-DF1E-3418-B5F9CD211093}"/>
              </a:ext>
            </a:extLst>
          </p:cNvPr>
          <p:cNvSpPr txBox="1"/>
          <p:nvPr/>
        </p:nvSpPr>
        <p:spPr>
          <a:xfrm>
            <a:off x="5235670" y="1658918"/>
            <a:ext cx="5571089" cy="1191816"/>
          </a:xfrm>
          <a:prstGeom prst="roundRect">
            <a:avLst/>
          </a:prstGeom>
          <a:solidFill>
            <a:srgbClr val="C7C9D5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/>
              <a:t>{SlideSupportingContent}</a:t>
            </a:r>
          </a:p>
        </p:txBody>
      </p:sp>
      <p:pic>
        <p:nvPicPr>
          <p:cNvPr id="12" name="Picture 11" descr="A black and white striped letters&#10;&#10;AI-generated content may be incorrect.">
            <a:extLst>
              <a:ext uri="{FF2B5EF4-FFF2-40B4-BE49-F238E27FC236}">
                <ns2:creationId id="{EE424C3C-572D-92CB-C1F4-E30922954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90" y="824823"/>
            <a:ext cx="1705721" cy="503070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ns2:creationId id="{4D1BA571-C833-98EC-84EE-020719EFFE2D}"/>
              </a:ext>
            </a:extLst>
          </p:cNvPr>
          <p:cNvSpPr/>
          <p:nvPr/>
        </p:nvSpPr>
        <p:spPr>
          <a:xfrm>
            <a:off x="6945144" y="3677039"/>
            <a:ext cx="4192622" cy="1268031"/>
          </a:xfrm>
          <a:prstGeom prst="wedgeEllipseCallout">
            <a:avLst>
              <a:gd name="adj1" fmla="val 74320"/>
              <a:gd name="adj2" fmla="val 7989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{SlidePromptQuestion}</a:t>
            </a:r>
            <a:r>
              <a:rPr lang="en-US" sz="1400" i="1">
                <a:solidFill>
                  <a:schemeClr val="tx1"/>
                </a:solidFill>
              </a:rPr>
              <a:t/>
            </a:r>
            <a:endParaRPr lang="en-AU" sz="1400" i="1">
              <a:solidFill>
                <a:schemeClr val="tx1"/>
              </a:solidFill>
            </a:endParaRPr>
          </a:p>
        </p:txBody>
      </p:sp>
      <p:sp>
        <p:nvSpPr>
          <p:cNvPr id="14" name="Speech Bubble: Oval 13">
            <a:extLst>
              <a:ext uri="{FF2B5EF4-FFF2-40B4-BE49-F238E27FC236}">
                <ns2:creationId id="{8F557092-1858-C5C7-39EB-6BB157CF23DA}"/>
              </a:ext>
            </a:extLst>
          </p:cNvPr>
          <p:cNvSpPr/>
          <p:nvPr/>
        </p:nvSpPr>
        <p:spPr>
          <a:xfrm>
            <a:off x="7207791" y="5310738"/>
            <a:ext cx="3929975" cy="1254634"/>
          </a:xfrm>
          <a:prstGeom prst="wedgeEllipseCallout">
            <a:avLst>
              <a:gd name="adj1" fmla="val -63267"/>
              <a:gd name="adj2" fmla="val 7194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{SlidePromptQuestion}</a:t>
            </a:r>
            <a:r>
              <a:rPr lang="en-US" sz="1400" i="1">
                <a:solidFill>
                  <a:schemeClr val="tx1"/>
                </a:solidFill>
              </a:rPr>
              <a:t/>
            </a:r>
            <a:endParaRPr lang="en-AU" sz="140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ns5:creationId val="1877558216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drawing/2018/sketchyshapes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ns2:creationId id="{C72935B0-CC0F-245D-0F55-2C6F4A1B0B1F}"/>
              </a:ext>
            </a:extLst>
          </p:cNvPr>
          <p:cNvSpPr txBox="1"/>
          <p:nvPr/>
        </p:nvSpPr>
        <p:spPr>
          <a:xfrm>
            <a:off x="266797" y="936361"/>
            <a:ext cx="5829203" cy="5699821"/>
          </a:xfrm>
          <a:custGeom>
            <a:avLst/>
            <a:gdLst>
              <a:gd name="csX0" fmla="*/ 0 w 5829203"/>
              <a:gd name="csY0" fmla="*/ 0 h 5699821"/>
              <a:gd name="csX1" fmla="*/ 5829203 w 5829203"/>
              <a:gd name="csY1" fmla="*/ 0 h 5699821"/>
              <a:gd name="csX2" fmla="*/ 5829203 w 5829203"/>
              <a:gd name="csY2" fmla="*/ 5699821 h 5699821"/>
              <a:gd name="csX3" fmla="*/ 0 w 5829203"/>
              <a:gd name="csY3" fmla="*/ 5699821 h 5699821"/>
              <a:gd name="csX4" fmla="*/ 0 w 5829203"/>
              <a:gd name="csY4" fmla="*/ 0 h 569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29203" h="5699821" extrusionOk="0">
                <a:moveTo>
                  <a:pt x="0" y="0"/>
                </a:moveTo>
                <a:cubicBezTo>
                  <a:pt x="868458" y="-5264"/>
                  <a:pt x="4958133" y="84467"/>
                  <a:pt x="5829203" y="0"/>
                </a:cubicBezTo>
                <a:cubicBezTo>
                  <a:pt x="5701030" y="1079074"/>
                  <a:pt x="5958353" y="3278008"/>
                  <a:pt x="5829203" y="5699821"/>
                </a:cubicBezTo>
                <a:cubicBezTo>
                  <a:pt x="4962955" y="5806141"/>
                  <a:pt x="982293" y="5692172"/>
                  <a:pt x="0" y="5699821"/>
                </a:cubicBezTo>
                <a:cubicBezTo>
                  <a:pt x="160128" y="4001573"/>
                  <a:pt x="25049" y="2629218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solid"/>
            <a:extLst>
              <a:ext uri="{C807C97D-BFC1-408E-A445-0C87EB9F89A2}">
                <ns3:lineSketchStyleProps sd="2650216993">
                  <a:prstGeom prst="rect">
                    <a:avLst/>
                  </a:prstGeom>
                  <ns3:type>
                    <ns3:lineSketchCurved/>
                  </ns3:type>
                </ns3:lineSketchStyleProps>
              </a:ext>
            </a:extLst>
          </a:ln>
        </p:spPr>
        <p:txBody>
          <a:bodyPr wrap="square" lIns="108000" tIns="36000" rIns="72000" bIns="36000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{SlideMainExplanation}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AU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1800" b="1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AU" sz="18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b="1" ker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>
                <a:latin typeface="+mj-lt"/>
              </a:rPr>
              <a:t/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AU" sz="1400" kern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AU" sz="1400" b="1" kern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r>
              <a:rPr lang="en-AU" sz="1400">
                <a:latin typeface="+mj-lt"/>
              </a:rPr>
              <a:t/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AU" sz="1400" b="1" kern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AU" sz="14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400" kern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400" kern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b="1" i="1" kern="0">
                <a:solidFill>
                  <a:srgbClr val="989569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400" b="1" i="1" ker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b="1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>
                <a:latin typeface="+mj-lt"/>
              </a:rPr>
              <a:t/>
            </a:r>
          </a:p>
          <a:p>
            <a:pPr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i="1" ker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i="1" ker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ctr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400" i="1" ker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b="1" i="1">
                <a:solidFill>
                  <a:srgbClr val="60637B"/>
                </a:solidFill>
                <a:latin typeface="+mj-lt"/>
              </a:rPr>
              <a:t/>
            </a:r>
            <a:endParaRPr lang="en-AU" sz="1400" b="1" i="1" kern="0">
              <a:solidFill>
                <a:srgbClr val="60637B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A56C8F1A-97AC-AC3E-3B00-CBC6FDB16A0B}"/>
              </a:ext>
            </a:extLst>
          </p:cNvPr>
          <p:cNvSpPr txBox="1"/>
          <p:nvPr/>
        </p:nvSpPr>
        <p:spPr>
          <a:xfrm>
            <a:off x="6581447" y="5831635"/>
            <a:ext cx="2480281" cy="80454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3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{SlideSupportingContent}</a:t>
            </a:r>
            <a:r>
              <a:rPr lang="en-AU" sz="1300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3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ns2:creationId id="{AA458EE2-14D2-41C4-291F-D4CDD73AADF2}"/>
              </a:ext>
            </a:extLst>
          </p:cNvPr>
          <p:cNvSpPr txBox="1"/>
          <p:nvPr/>
        </p:nvSpPr>
        <p:spPr>
          <a:xfrm>
            <a:off x="9363505" y="5671453"/>
            <a:ext cx="2730735" cy="104134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3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{SlideCallout}</a:t>
            </a:r>
            <a:r>
              <a:rPr lang="en-AU" sz="1300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3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DBB2FBD6-92F4-FDF9-F318-17BA07BA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381" y="45045"/>
            <a:ext cx="9789811" cy="625547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ns2:creationId id="{9EFD80E4-D028-407A-962C-72A55F0811AD}"/>
              </a:ext>
            </a:extLst>
          </p:cNvPr>
          <p:cNvSpPr txBox="1"/>
          <p:nvPr/>
        </p:nvSpPr>
        <p:spPr>
          <a:xfrm rot="1102350">
            <a:off x="9345463" y="1164248"/>
            <a:ext cx="2137544" cy="1459018"/>
          </a:xfrm>
          <a:custGeom>
            <a:avLst/>
            <a:gdLst>
              <a:gd name="csX0" fmla="*/ 0 w 2137544"/>
              <a:gd name="csY0" fmla="*/ 729509 h 1459018"/>
              <a:gd name="csX1" fmla="*/ 1068772 w 2137544"/>
              <a:gd name="csY1" fmla="*/ 0 h 1459018"/>
              <a:gd name="csX2" fmla="*/ 2137544 w 2137544"/>
              <a:gd name="csY2" fmla="*/ 729509 h 1459018"/>
              <a:gd name="csX3" fmla="*/ 1068772 w 2137544"/>
              <a:gd name="csY3" fmla="*/ 1459018 h 1459018"/>
              <a:gd name="csX4" fmla="*/ 0 w 2137544"/>
              <a:gd name="csY4" fmla="*/ 729509 h 1459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7544" h="1459018" fill="none" extrusionOk="0">
                <a:moveTo>
                  <a:pt x="0" y="729509"/>
                </a:moveTo>
                <a:cubicBezTo>
                  <a:pt x="154351" y="306841"/>
                  <a:pt x="556255" y="42614"/>
                  <a:pt x="1068772" y="0"/>
                </a:cubicBezTo>
                <a:cubicBezTo>
                  <a:pt x="1618201" y="-11263"/>
                  <a:pt x="2209263" y="342804"/>
                  <a:pt x="2137544" y="729509"/>
                </a:cubicBezTo>
                <a:cubicBezTo>
                  <a:pt x="2226719" y="1123488"/>
                  <a:pt x="1557396" y="1566881"/>
                  <a:pt x="1068772" y="1459018"/>
                </a:cubicBezTo>
                <a:cubicBezTo>
                  <a:pt x="497412" y="1517131"/>
                  <a:pt x="7857" y="1212535"/>
                  <a:pt x="0" y="729509"/>
                </a:cubicBezTo>
                <a:close/>
              </a:path>
              <a:path w="2137544" h="1459018" stroke="0" extrusionOk="0">
                <a:moveTo>
                  <a:pt x="0" y="729509"/>
                </a:moveTo>
                <a:cubicBezTo>
                  <a:pt x="90277" y="245805"/>
                  <a:pt x="392019" y="75261"/>
                  <a:pt x="1068772" y="0"/>
                </a:cubicBezTo>
                <a:cubicBezTo>
                  <a:pt x="1653215" y="-28643"/>
                  <a:pt x="2108569" y="362680"/>
                  <a:pt x="2137544" y="729509"/>
                </a:cubicBezTo>
                <a:cubicBezTo>
                  <a:pt x="2155386" y="1173842"/>
                  <a:pt x="1661681" y="1375562"/>
                  <a:pt x="1068772" y="1459018"/>
                </a:cubicBezTo>
                <a:cubicBezTo>
                  <a:pt x="468140" y="1542541"/>
                  <a:pt x="-31372" y="1124112"/>
                  <a:pt x="0" y="729509"/>
                </a:cubicBezTo>
                <a:close/>
              </a:path>
            </a:pathLst>
          </a:custGeom>
          <a:solidFill>
            <a:srgbClr val="60637B"/>
          </a:solidFill>
          <a:ln>
            <a:solidFill>
              <a:srgbClr val="60637B"/>
            </a:solidFill>
            <a:extLst>
              <a:ext uri="{C807C97D-BFC1-408E-A445-0C87EB9F89A2}">
                <ns3:lineSketchStyleProps sd="2091018771">
                  <a:prstGeom prst="flowChartConnector">
                    <a:avLst/>
                  </a:prstGeom>
                  <ns3:type>
                    <ns3:lineSketchScribble/>
                  </ns3:type>
                </ns3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1">
                <a:solidFill>
                  <a:schemeClr val="bg1"/>
                </a:solidFill>
                <a:latin typeface="+mj-lt"/>
              </a:rPr>
              <a:t>{SlideCaption}</a:t>
            </a:r>
            <a:r>
              <a:rPr lang="en-AU" sz="2000" b="1" i="1">
                <a:solidFill>
                  <a:schemeClr val="bg1"/>
                </a:solidFill>
                <a:latin typeface="+mj-lt"/>
              </a:rPr>
              <a:t/>
            </a:r>
          </a:p>
          <a:p>
            <a:pPr algn="ctr"/>
            <a:r>
              <a:rPr lang="en-AU" sz="2000" b="1" i="1">
                <a:solidFill>
                  <a:schemeClr val="bg1"/>
                </a:solidFill>
                <a:latin typeface="+mj-lt"/>
              </a:rPr>
              <a:t/>
            </a:r>
          </a:p>
          <a:p>
            <a:pPr algn="ctr"/>
            <a:endParaRPr lang="en-AU" sz="2000" b="1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ns2:creationId id="{5B4E773A-C577-DCB6-7BAB-1F540B2AA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05"/>
            <a:ext cx="1693953" cy="553792"/>
          </a:xfrm>
          <a:prstGeom prst="rect">
            <a:avLst/>
          </a:prstGeom>
        </p:spPr>
      </p:pic>
      <p:pic>
        <p:nvPicPr>
          <p:cNvPr id="10" name="Picture 4" descr="This may contain: a piece of paper that has been torn in half">
            <a:extLst>
              <a:ext uri="{FF2B5EF4-FFF2-40B4-BE49-F238E27FC236}">
                <ns2:creationId id="{28571FCF-EDDA-D4A7-9C25-717368E90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5:useLocalDpi val="0"/>
              </a:ext>
            </a:extLst>
          </a:blip>
          <a:srcRect l="2826" t="12522" r="3391" b="9315"/>
          <a:stretch>
            <a:fillRect/>
          </a:stretch>
        </p:blipFill>
        <p:spPr bwMode="auto">
          <a:xfrm>
            <a:off x="8275320" y="3328584"/>
            <a:ext cx="3739981" cy="2028641"/>
          </a:xfrm>
          <a:prstGeom prst="round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  <p:pic>
        <p:nvPicPr>
          <p:cNvPr id="11" name="Picture 2" descr="This may contain: an abstract painting with yellow and green colors on the walls, along with blue water">
            <a:extLst>
              <a:ext uri="{FF2B5EF4-FFF2-40B4-BE49-F238E27FC236}">
                <ns2:creationId id="{8B2B659A-9169-FD60-CFEB-8B702C32A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ns5:useLocalDpi val="0"/>
              </a:ext>
            </a:extLst>
          </a:blip>
          <a:srcRect/>
          <a:stretch>
            <a:fillRect/>
          </a:stretch>
        </p:blipFill>
        <p:spPr bwMode="auto">
          <a:xfrm>
            <a:off x="6454194" y="936361"/>
            <a:ext cx="2316480" cy="3087083"/>
          </a:xfrm>
          <a:prstGeom prst="round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</p:spTree>
    <p:extLst>
      <p:ext uri="{BB962C8B-B14F-4D97-AF65-F5344CB8AC3E}">
        <ns6:creationId val="1626531757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drawing/2018/sketchyshapes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ns2:creationId id="{5BC95F97-D183-C47B-E404-04619A704F48}"/>
              </a:ext>
            </a:extLst>
          </p:cNvPr>
          <p:cNvSpPr txBox="1"/>
          <p:nvPr/>
        </p:nvSpPr>
        <p:spPr>
          <a:xfrm>
            <a:off x="377413" y="903428"/>
            <a:ext cx="7523759" cy="646986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600"/>
              <a:t>{SlideMainExplanation}</a:t>
            </a:r>
          </a:p>
        </p:txBody>
      </p:sp>
      <p:sp>
        <p:nvSpPr>
          <p:cNvPr id="7" name="TextBox 2">
            <a:extLst>
              <a:ext uri="{FF2B5EF4-FFF2-40B4-BE49-F238E27FC236}">
                <ns2:creationId id="{100D4211-A1D7-3857-CCD5-7F985006C7C1}"/>
              </a:ext>
            </a:extLst>
          </p:cNvPr>
          <p:cNvSpPr txBox="1"/>
          <p:nvPr/>
        </p:nvSpPr>
        <p:spPr>
          <a:xfrm rot="810856">
            <a:off x="8433793" y="810929"/>
            <a:ext cx="3471588" cy="4244853"/>
          </a:xfrm>
          <a:custGeom>
            <a:avLst/>
            <a:gdLst>
              <a:gd name="csX0" fmla="*/ 0 w 3471588"/>
              <a:gd name="csY0" fmla="*/ 2122427 h 4244853"/>
              <a:gd name="csX1" fmla="*/ 1735794 w 3471588"/>
              <a:gd name="csY1" fmla="*/ 0 h 4244853"/>
              <a:gd name="csX2" fmla="*/ 3471588 w 3471588"/>
              <a:gd name="csY2" fmla="*/ 2122427 h 4244853"/>
              <a:gd name="csX3" fmla="*/ 1735794 w 3471588"/>
              <a:gd name="csY3" fmla="*/ 4244854 h 4244853"/>
              <a:gd name="csX4" fmla="*/ 0 w 3471588"/>
              <a:gd name="csY4" fmla="*/ 2122427 h 42448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471588" h="4244853" fill="none" extrusionOk="0">
                <a:moveTo>
                  <a:pt x="0" y="2122427"/>
                </a:moveTo>
                <a:cubicBezTo>
                  <a:pt x="-53594" y="928286"/>
                  <a:pt x="696028" y="146572"/>
                  <a:pt x="1735794" y="0"/>
                </a:cubicBezTo>
                <a:cubicBezTo>
                  <a:pt x="2741410" y="53926"/>
                  <a:pt x="3512259" y="991820"/>
                  <a:pt x="3471588" y="2122427"/>
                </a:cubicBezTo>
                <a:cubicBezTo>
                  <a:pt x="3412712" y="3276569"/>
                  <a:pt x="2819688" y="4389490"/>
                  <a:pt x="1735794" y="4244854"/>
                </a:cubicBezTo>
                <a:cubicBezTo>
                  <a:pt x="754233" y="4275826"/>
                  <a:pt x="-44203" y="3254066"/>
                  <a:pt x="0" y="2122427"/>
                </a:cubicBezTo>
                <a:close/>
              </a:path>
              <a:path w="3471588" h="4244853" stroke="0" extrusionOk="0">
                <a:moveTo>
                  <a:pt x="0" y="2122427"/>
                </a:moveTo>
                <a:cubicBezTo>
                  <a:pt x="142093" y="741104"/>
                  <a:pt x="808999" y="49935"/>
                  <a:pt x="1735794" y="0"/>
                </a:cubicBezTo>
                <a:cubicBezTo>
                  <a:pt x="2599971" y="-262977"/>
                  <a:pt x="3708631" y="1092030"/>
                  <a:pt x="3471588" y="2122427"/>
                </a:cubicBezTo>
                <a:cubicBezTo>
                  <a:pt x="3463943" y="3211185"/>
                  <a:pt x="2484284" y="4339514"/>
                  <a:pt x="1735794" y="4244854"/>
                </a:cubicBezTo>
                <a:cubicBezTo>
                  <a:pt x="752826" y="4128196"/>
                  <a:pt x="36266" y="3346908"/>
                  <a:pt x="0" y="212242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ns3:lineSketchStyleProps sd="1617256088">
                  <a:prstGeom prst="flowChartConnector">
                    <a:avLst/>
                  </a:prstGeom>
                  <ns3:type>
                    <ns3:lineSketchScribble/>
                  </ns3:type>
                </ns3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/>
              <a:t>{SlidePromptQuestion}</a:t>
            </a:r>
          </a:p>
          <a:p>
            <a:pPr algn="ctr"/>
            <a:endParaRPr lang="en-US" b="1" i="1"/>
          </a:p>
          <a:p>
            <a:pPr algn="ctr"/>
            <a:r>
              <a:rPr lang="en-US" b="1" i="1">
                <a:solidFill>
                  <a:srgbClr val="60637B"/>
                </a:solidFill>
              </a:rPr>
              <a:t/>
            </a:r>
          </a:p>
          <a:p>
            <a:pPr algn="ctr"/>
            <a:endParaRPr lang="en-AU" sz="2000" b="1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ns2:creationId id="{435306CD-2E55-BD88-08F0-EE616924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02223" cy="695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ns2:creationId id="{2B26DB1E-C98C-8CD8-E3C4-DA6AD96C587D}"/>
              </a:ext>
            </a:extLst>
          </p:cNvPr>
          <p:cNvSpPr txBox="1"/>
          <p:nvPr/>
        </p:nvSpPr>
        <p:spPr>
          <a:xfrm>
            <a:off x="562963" y="2473656"/>
            <a:ext cx="3194311" cy="919401"/>
          </a:xfrm>
          <a:prstGeom prst="round2DiagRect">
            <a:avLst/>
          </a:prstGeom>
          <a:solidFill>
            <a:srgbClr val="FFFFCC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b="1"/>
              <a:t>{SlideCallout}</a:t>
            </a:r>
            <a:r>
              <a:rPr lang="en-US" sz="1600"/>
              <a:t/>
            </a:r>
            <a:r>
              <a:rPr lang="en-US" sz="1600" err="1"/>
              <a:t/>
            </a:r>
            <a:r>
              <a:rPr lang="en-US" sz="1600"/>
              <a:t/>
            </a:r>
          </a:p>
        </p:txBody>
      </p:sp>
      <p:sp>
        <p:nvSpPr>
          <p:cNvPr id="9" name="TextBox 8">
            <a:extLst>
              <a:ext uri="{FF2B5EF4-FFF2-40B4-BE49-F238E27FC236}">
                <ns2:creationId id="{40A39F75-0B3D-201A-AB79-3A498249C76F}"/>
              </a:ext>
            </a:extLst>
          </p:cNvPr>
          <p:cNvSpPr txBox="1"/>
          <p:nvPr/>
        </p:nvSpPr>
        <p:spPr>
          <a:xfrm>
            <a:off x="4206130" y="2297596"/>
            <a:ext cx="3779740" cy="2009061"/>
          </a:xfrm>
          <a:prstGeom prst="round2DiagRect">
            <a:avLst/>
          </a:prstGeom>
          <a:solidFill>
            <a:srgbClr val="BEB2C2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latin typeface="+mj-lt"/>
              </a:rPr>
              <a:t>{SlideCaption}</a:t>
            </a:r>
            <a:r>
              <a:rPr lang="en-US" sz="1600">
                <a:latin typeface="+mj-lt"/>
              </a:rPr>
              <a:t/>
            </a:r>
            <a:r>
              <a:rPr lang="en-US" sz="1600" err="1">
                <a:latin typeface="+mj-lt"/>
              </a:rPr>
              <a:t/>
            </a:r>
            <a:r>
              <a:rPr lang="en-US" sz="1600">
                <a:latin typeface="+mj-lt"/>
              </a:rPr>
              <a:t/>
            </a:r>
          </a:p>
          <a:p>
            <a:endParaRPr lang="en-US" sz="1600">
              <a:latin typeface="+mj-lt"/>
            </a:endParaRPr>
          </a:p>
          <a:p>
            <a:r>
              <a:rPr lang="en-AU" sz="1600">
                <a:latin typeface="+mj-lt"/>
              </a:rPr>
              <a:t/>
            </a:r>
          </a:p>
        </p:txBody>
      </p:sp>
      <p:sp>
        <p:nvSpPr>
          <p:cNvPr id="10" name="TextBox 9">
            <a:extLst>
              <a:ext uri="{FF2B5EF4-FFF2-40B4-BE49-F238E27FC236}">
                <ns2:creationId id="{6B63507B-01F7-6C06-DDCA-BF7597F6DE00}"/>
              </a:ext>
            </a:extLst>
          </p:cNvPr>
          <p:cNvSpPr txBox="1"/>
          <p:nvPr/>
        </p:nvSpPr>
        <p:spPr>
          <a:xfrm>
            <a:off x="200680" y="6165119"/>
            <a:ext cx="951482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{SlideFooterNote}</a:t>
            </a:r>
            <a:r>
              <a:rPr lang="en-US" sz="1400"/>
              <a:t/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ns2:creationId id="{B4B8851F-4677-C687-2CCD-3E141371CB61}"/>
              </a:ext>
            </a:extLst>
          </p:cNvPr>
          <p:cNvCxnSpPr>
            <a:cxnSpLocks/>
          </p:cNvCxnSpPr>
          <p:nvPr/>
        </p:nvCxnSpPr>
        <p:spPr>
          <a:xfrm flipH="1">
            <a:off x="2160118" y="1693826"/>
            <a:ext cx="424543" cy="5388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ns2:creationId id="{AA10FA8A-D70F-5082-3B80-996AB903C52F}"/>
              </a:ext>
            </a:extLst>
          </p:cNvPr>
          <p:cNvCxnSpPr>
            <a:cxnSpLocks/>
          </p:cNvCxnSpPr>
          <p:nvPr/>
        </p:nvCxnSpPr>
        <p:spPr>
          <a:xfrm>
            <a:off x="5772001" y="1659811"/>
            <a:ext cx="491857" cy="5552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76" name="Picture 4" descr="ORIGINAL abstract LANDSCAPE PAINTING,acrylic on canvas - SOLD - by Nataera  from Abstract Organic Art Gallery">
            <a:extLst>
              <a:ext uri="{FF2B5EF4-FFF2-40B4-BE49-F238E27FC236}">
                <ns2:creationId id="{61670845-9F9E-7565-89EE-64D6BACB03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ns5:useLocalDpi val="0"/>
              </a:ext>
            </a:extLst>
          </a:blip>
          <a:srcRect t="8347" r="3022" b="22287"/>
          <a:stretch/>
        </p:blipFill>
        <p:spPr bwMode="auto">
          <a:xfrm>
            <a:off x="4717256" y="4499251"/>
            <a:ext cx="2757487" cy="1475053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  <p:pic>
        <p:nvPicPr>
          <p:cNvPr id="3078" name="Picture 6" descr="Realistic Landscape Oil Painting with Detailed Realism and Canvas Texture |  Premium AI-generated image">
            <a:extLst>
              <a:ext uri="{FF2B5EF4-FFF2-40B4-BE49-F238E27FC236}">
                <ns2:creationId id="{DE1F59C5-9615-CAA5-4E6A-BE5039D50A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5:useLocalDpi val="0"/>
              </a:ext>
            </a:extLst>
          </a:blip>
          <a:srcRect b="11462"/>
          <a:stretch/>
        </p:blipFill>
        <p:spPr bwMode="auto">
          <a:xfrm>
            <a:off x="792420" y="3550883"/>
            <a:ext cx="2735396" cy="1613291"/>
          </a:xfrm>
          <a:prstGeom prst="rect">
            <a:avLst/>
          </a:prstGeom>
          <a:noFill/>
          <a:extLst>
            <a:ext uri="{909E8E84-426E-40DD-AFC4-6F175D3DCCD1}">
              <ns5:hiddenFill>
                <a:solidFill>
                  <a:srgbClr val="FFFFFF"/>
                </a:solidFill>
              </ns5:hiddenFill>
            </a:ext>
          </a:extLst>
        </p:spPr>
      </p:pic>
    </p:spTree>
    <p:extLst>
      <p:ext uri="{BB962C8B-B14F-4D97-AF65-F5344CB8AC3E}">
        <ns6:creationId val="743489444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ns2:creationId id="{818EC57A-F63C-1F91-F8DB-C0A5AD98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96586" cy="781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ns2:creationId id="{3385BA00-37A2-31FC-AFBB-430F83C6D108}"/>
              </a:ext>
            </a:extLst>
          </p:cNvPr>
          <p:cNvSpPr txBox="1"/>
          <p:nvPr/>
        </p:nvSpPr>
        <p:spPr>
          <a:xfrm>
            <a:off x="164731" y="905277"/>
            <a:ext cx="7117811" cy="255389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/>
              <a:t>{SlideMainExplanation}</a:t>
            </a:r>
          </a:p>
          <a:p>
            <a:pPr lvl="1"/>
            <a:r>
              <a:rPr lang="en-US" sz="1600"/>
              <a:t/>
            </a:r>
          </a:p>
          <a:p>
            <a:pPr lvl="1"/>
            <a:r>
              <a:rPr lang="en-US" sz="1600"/>
              <a:t/>
            </a:r>
          </a:p>
          <a:p>
            <a:pPr lvl="1"/>
            <a:r>
              <a:rPr lang="en-US" sz="1600"/>
              <a:t/>
            </a:r>
          </a:p>
          <a:p>
            <a:pPr lvl="1"/>
            <a:r>
              <a:rPr lang="en-US" sz="1600"/>
              <a:t/>
            </a:r>
          </a:p>
          <a:p>
            <a:pPr lvl="1"/>
            <a:endParaRPr lang="en-US" sz="1600"/>
          </a:p>
          <a:p>
            <a:pPr algn="l"/>
            <a:r>
              <a:rPr lang="en-US" sz="1600"/>
              <a:t/>
            </a:r>
            <a:endParaRPr lang="en-US" sz="1600" b="1"/>
          </a:p>
        </p:txBody>
      </p:sp>
      <p:sp>
        <p:nvSpPr>
          <p:cNvPr id="15" name="TextBox 14">
            <a:extLst>
              <a:ext uri="{FF2B5EF4-FFF2-40B4-BE49-F238E27FC236}">
                <ns2:creationId id="{0F77553A-B35E-298C-BDF4-E94667356716}"/>
              </a:ext>
            </a:extLst>
          </p:cNvPr>
          <p:cNvSpPr txBox="1"/>
          <p:nvPr/>
        </p:nvSpPr>
        <p:spPr>
          <a:xfrm>
            <a:off x="5096586" y="4095391"/>
            <a:ext cx="6814734" cy="2315528"/>
          </a:xfrm>
          <a:prstGeom prst="roundRect">
            <a:avLst/>
          </a:prstGeom>
          <a:solidFill>
            <a:srgbClr val="A2A077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{SlideBulletList}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/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/>
            </a:r>
          </a:p>
          <a:p>
            <a:endParaRPr lang="en-US" sz="1600"/>
          </a:p>
          <a:p>
            <a:r>
              <a:rPr lang="en-US" sz="1600" b="1"/>
              <a:t/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ns2:creationId id="{DA75608B-C796-D265-21EA-F88985D4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674" y="95263"/>
            <a:ext cx="3829584" cy="685896"/>
          </a:xfrm>
          <a:prstGeom prst="rect">
            <a:avLst/>
          </a:prstGeom>
        </p:spPr>
      </p:pic>
      <p:pic>
        <p:nvPicPr>
          <p:cNvPr id="5124" name="Picture 4" descr="Marian Drew in her studio">
            <a:extLst>
              <a:ext uri="{FF2B5EF4-FFF2-40B4-BE49-F238E27FC236}">
                <ns2:creationId id="{D3D54B16-0B2F-3D08-EA97-ECC07FB95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4:useLocalDpi val="0"/>
              </a:ext>
            </a:extLst>
          </a:blip>
          <a:srcRect l="15045"/>
          <a:stretch/>
        </p:blipFill>
        <p:spPr bwMode="auto">
          <a:xfrm>
            <a:off x="706100" y="4095391"/>
            <a:ext cx="3684386" cy="2514824"/>
          </a:xfrm>
          <a:prstGeom prst="round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100" name="Picture 4" descr="Australie -Marian Drew - The Eye of Photography Magazine">
            <a:extLst>
              <a:ext uri="{FF2B5EF4-FFF2-40B4-BE49-F238E27FC236}">
                <ns2:creationId id="{8857E15C-8D14-6AC8-DF95-19645B6DC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7881343" y="899663"/>
            <a:ext cx="3658688" cy="2865972"/>
          </a:xfrm>
          <a:prstGeom prst="rect">
            <a:avLst/>
          </a:prstGeom>
          <a:noFill/>
          <a:ln>
            <a:solidFill>
              <a:srgbClr val="989569"/>
            </a:solidFill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3607907412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4="http://schemas.microsoft.com/office/drawing/2018/sketchyshapes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0D20BCC6-0961-4144-8032-6A24C284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76" y="187569"/>
            <a:ext cx="3794651" cy="2730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ns2:creationId id="{1979FE9E-14EB-BC3F-87EB-C8F7F9599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467" y="202408"/>
            <a:ext cx="3429409" cy="273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ns2:creationId id="{C2367D72-52A2-E7FB-E50F-F91FC7524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116" y="187569"/>
            <a:ext cx="3429409" cy="2744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ns2:creationId id="{6699BAE1-5652-93D5-E902-000D5506C881}"/>
              </a:ext>
            </a:extLst>
          </p:cNvPr>
          <p:cNvSpPr txBox="1"/>
          <p:nvPr/>
        </p:nvSpPr>
        <p:spPr>
          <a:xfrm>
            <a:off x="485576" y="3397967"/>
            <a:ext cx="7401546" cy="320087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{SlideMainExplanation}</a:t>
            </a:r>
          </a:p>
          <a:p>
            <a:r>
              <a:rPr lang="en-US" sz="1400"/>
              <a:t/>
            </a:r>
            <a:r>
              <a:rPr lang="en-US" sz="1400" i="1"/>
              <a:t/>
            </a:r>
            <a:r>
              <a:rPr lang="en-US" sz="1400"/>
              <a:t/>
            </a:r>
          </a:p>
          <a:p>
            <a:endParaRPr lang="en-US" sz="1400"/>
          </a:p>
          <a:p>
            <a:r>
              <a:rPr lang="en-US" sz="1400" b="1"/>
              <a:t/>
            </a:r>
          </a:p>
          <a:p>
            <a:r>
              <a:rPr lang="en-US" sz="1400"/>
              <a:t/>
            </a:r>
          </a:p>
          <a:p>
            <a:pPr lvl="1"/>
            <a:r>
              <a:rPr lang="en-US" sz="1400"/>
              <a:t/>
            </a:r>
          </a:p>
          <a:p>
            <a:pPr lvl="1"/>
            <a:r>
              <a:rPr lang="en-US" sz="1400"/>
              <a:t/>
            </a:r>
          </a:p>
          <a:p>
            <a:pPr lvl="1"/>
            <a:r>
              <a:rPr lang="en-US" sz="1400"/>
              <a:t/>
            </a:r>
            <a:r>
              <a:rPr lang="en-US" sz="1400" err="1"/>
              <a:t/>
            </a:r>
            <a:r>
              <a:rPr lang="en-US" sz="1400"/>
              <a:t/>
            </a:r>
          </a:p>
          <a:p>
            <a:pPr lvl="1"/>
            <a:r>
              <a:rPr lang="en-US" sz="1400"/>
              <a:t/>
            </a:r>
          </a:p>
          <a:p>
            <a:pPr lvl="1"/>
            <a:endParaRPr lang="en-US" sz="1400"/>
          </a:p>
          <a:p>
            <a:pPr lvl="1"/>
            <a:r>
              <a:rPr lang="en-US" sz="1400" b="1" i="1"/>
              <a:t/>
            </a:r>
          </a:p>
        </p:txBody>
      </p:sp>
      <p:sp>
        <p:nvSpPr>
          <p:cNvPr id="9" name="TextBox 8">
            <a:extLst>
              <a:ext uri="{FF2B5EF4-FFF2-40B4-BE49-F238E27FC236}">
                <ns2:creationId id="{58BAF87F-24A8-911C-6AD4-C50F0B7760A1}"/>
              </a:ext>
            </a:extLst>
          </p:cNvPr>
          <p:cNvSpPr txBox="1"/>
          <p:nvPr/>
        </p:nvSpPr>
        <p:spPr>
          <a:xfrm>
            <a:off x="8074876" y="3167127"/>
            <a:ext cx="3031244" cy="111363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{SlideSupportingContent}</a:t>
            </a:r>
            <a:r>
              <a:rPr lang="en-US" sz="1400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kern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400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AU" sz="14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ns2:creationId id="{595360BE-A5AD-2E84-2126-DA17ED46F2A8}"/>
              </a:ext>
            </a:extLst>
          </p:cNvPr>
          <p:cNvSpPr txBox="1"/>
          <p:nvPr/>
        </p:nvSpPr>
        <p:spPr>
          <a:xfrm>
            <a:off x="8987831" y="5138412"/>
            <a:ext cx="3031245" cy="162370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>
                <a:latin typeface="+mj-lt"/>
              </a:rPr>
              <a:t>{SlideCallout}</a:t>
            </a:r>
            <a:r>
              <a:rPr lang="en-US" sz="1400">
                <a:latin typeface="+mj-lt"/>
              </a:rPr>
              <a:t/>
            </a:r>
            <a:endParaRPr lang="en-AU" sz="14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ns2:creationId id="{CC77DF37-287E-4A2F-19B6-EEEA0EE31A1A}"/>
              </a:ext>
            </a:extLst>
          </p:cNvPr>
          <p:cNvSpPr txBox="1"/>
          <p:nvPr/>
        </p:nvSpPr>
        <p:spPr>
          <a:xfrm rot="163876">
            <a:off x="10056216" y="4051038"/>
            <a:ext cx="1623069" cy="1177763"/>
          </a:xfrm>
          <a:custGeom>
            <a:avLst/>
            <a:gdLst>
              <a:gd name="csX0" fmla="*/ 0 w 1623069"/>
              <a:gd name="csY0" fmla="*/ 588882 h 1177763"/>
              <a:gd name="csX1" fmla="*/ 811535 w 1623069"/>
              <a:gd name="csY1" fmla="*/ 0 h 1177763"/>
              <a:gd name="csX2" fmla="*/ 1623070 w 1623069"/>
              <a:gd name="csY2" fmla="*/ 588882 h 1177763"/>
              <a:gd name="csX3" fmla="*/ 811535 w 1623069"/>
              <a:gd name="csY3" fmla="*/ 1177764 h 1177763"/>
              <a:gd name="csX4" fmla="*/ 0 w 1623069"/>
              <a:gd name="csY4" fmla="*/ 588882 h 1177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23069" h="1177763" fill="none" extrusionOk="0">
                <a:moveTo>
                  <a:pt x="0" y="588882"/>
                </a:moveTo>
                <a:cubicBezTo>
                  <a:pt x="93262" y="251705"/>
                  <a:pt x="457118" y="51401"/>
                  <a:pt x="811535" y="0"/>
                </a:cubicBezTo>
                <a:cubicBezTo>
                  <a:pt x="1228288" y="-8672"/>
                  <a:pt x="1671841" y="274662"/>
                  <a:pt x="1623070" y="588882"/>
                </a:cubicBezTo>
                <a:cubicBezTo>
                  <a:pt x="1682521" y="908168"/>
                  <a:pt x="1181641" y="1260635"/>
                  <a:pt x="811535" y="1177764"/>
                </a:cubicBezTo>
                <a:cubicBezTo>
                  <a:pt x="370039" y="1198363"/>
                  <a:pt x="2235" y="936907"/>
                  <a:pt x="0" y="588882"/>
                </a:cubicBezTo>
                <a:close/>
              </a:path>
              <a:path w="1623069" h="1177763" stroke="0" extrusionOk="0">
                <a:moveTo>
                  <a:pt x="0" y="588882"/>
                </a:moveTo>
                <a:cubicBezTo>
                  <a:pt x="23470" y="242643"/>
                  <a:pt x="288336" y="65265"/>
                  <a:pt x="811535" y="0"/>
                </a:cubicBezTo>
                <a:cubicBezTo>
                  <a:pt x="1257091" y="-12993"/>
                  <a:pt x="1579476" y="317918"/>
                  <a:pt x="1623070" y="588882"/>
                </a:cubicBezTo>
                <a:cubicBezTo>
                  <a:pt x="1651032" y="979052"/>
                  <a:pt x="1261064" y="1135735"/>
                  <a:pt x="811535" y="1177764"/>
                </a:cubicBezTo>
                <a:cubicBezTo>
                  <a:pt x="358525" y="1216537"/>
                  <a:pt x="-70405" y="895500"/>
                  <a:pt x="0" y="588882"/>
                </a:cubicBezTo>
                <a:close/>
              </a:path>
            </a:pathLst>
          </a:custGeom>
          <a:solidFill>
            <a:srgbClr val="60637B"/>
          </a:solidFill>
          <a:ln>
            <a:solidFill>
              <a:srgbClr val="60637B"/>
            </a:solidFill>
            <a:extLst>
              <a:ext uri="{C807C97D-BFC1-408E-A445-0C87EB9F89A2}">
                <ns4:lineSketchStyleProps sd="2091018771">
                  <a:prstGeom prst="flowChartConnector">
                    <a:avLst/>
                  </a:prstGeom>
                  <ns4:type>
                    <ns4:lineSketchScribble/>
                  </ns4:type>
                </ns4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600" b="1" i="1">
                <a:solidFill>
                  <a:schemeClr val="bg1"/>
                </a:solidFill>
                <a:latin typeface="+mj-lt"/>
              </a:rPr>
              <a:t>{SlideCaption}</a:t>
            </a:r>
          </a:p>
          <a:p>
            <a:pPr algn="ctr"/>
            <a:r>
              <a:rPr lang="en-AU" sz="1600" b="1" i="1">
                <a:solidFill>
                  <a:schemeClr val="bg1"/>
                </a:solidFill>
                <a:latin typeface="+mj-lt"/>
              </a:rPr>
              <a:t/>
            </a:r>
          </a:p>
          <a:p>
            <a:pPr algn="ctr"/>
            <a:r>
              <a:rPr lang="en-AU" sz="1600" b="1" i="1">
                <a:solidFill>
                  <a:schemeClr val="bg1"/>
                </a:solidFill>
                <a:latin typeface="+mj-lt"/>
              </a:rPr>
              <a:t/>
            </a:r>
          </a:p>
          <a:p>
            <a:pPr algn="ctr"/>
            <a:endParaRPr lang="en-AU" sz="2000" b="1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ns5:creationId val="1505551628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54A0E77A-6585-36EC-0BFD-5978126C6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2" y="837409"/>
            <a:ext cx="6412044" cy="5072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74BDF146-F82F-696F-3F3E-E53A6157A8A8}"/>
              </a:ext>
            </a:extLst>
          </p:cNvPr>
          <p:cNvSpPr txBox="1"/>
          <p:nvPr/>
        </p:nvSpPr>
        <p:spPr>
          <a:xfrm>
            <a:off x="7972260" y="672815"/>
            <a:ext cx="3822223" cy="153233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{SlideMainExplanation}</a:t>
            </a:r>
          </a:p>
          <a:p>
            <a:endParaRPr lang="en-US" sz="1400" b="1"/>
          </a:p>
          <a:p>
            <a:r>
              <a:rPr lang="en-US" sz="1400"/>
              <a:t/>
            </a:r>
          </a:p>
        </p:txBody>
      </p:sp>
      <p:cxnSp>
        <p:nvCxnSpPr>
          <p:cNvPr id="9" name="Straight Arrow Connector 8">
            <a:extLst>
              <a:ext uri="{FF2B5EF4-FFF2-40B4-BE49-F238E27FC236}">
                <ns2:creationId id="{82415E73-6BAD-51B9-9634-ED864E160392}"/>
              </a:ext>
            </a:extLst>
          </p:cNvPr>
          <p:cNvCxnSpPr>
            <a:cxnSpLocks/>
          </p:cNvCxnSpPr>
          <p:nvPr/>
        </p:nvCxnSpPr>
        <p:spPr>
          <a:xfrm flipV="1">
            <a:off x="7015353" y="1505871"/>
            <a:ext cx="751113" cy="2975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ns2:creationId id="{D44FD894-EC72-D80A-5998-18277F7D21DC}"/>
              </a:ext>
            </a:extLst>
          </p:cNvPr>
          <p:cNvCxnSpPr>
            <a:cxnSpLocks/>
          </p:cNvCxnSpPr>
          <p:nvPr/>
        </p:nvCxnSpPr>
        <p:spPr>
          <a:xfrm>
            <a:off x="7004219" y="3317569"/>
            <a:ext cx="758535" cy="5599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ns2:creationId id="{5424CC1C-6F23-C6E0-1874-C9831A75A7F5}"/>
              </a:ext>
            </a:extLst>
          </p:cNvPr>
          <p:cNvSpPr txBox="1"/>
          <p:nvPr/>
        </p:nvSpPr>
        <p:spPr>
          <a:xfrm>
            <a:off x="7972260" y="2744819"/>
            <a:ext cx="3822223" cy="153233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{SlideSupportingContent}</a:t>
            </a:r>
          </a:p>
          <a:p>
            <a:endParaRPr lang="en-US" sz="1400" b="1"/>
          </a:p>
          <a:p>
            <a:r>
              <a:rPr lang="en-US" sz="1400"/>
              <a:t/>
            </a:r>
            <a:r>
              <a:rPr lang="en-US" sz="1400" err="1"/>
              <a:t/>
            </a:r>
            <a:r>
              <a:rPr lang="en-US" sz="1400"/>
              <a:t/>
            </a:r>
          </a:p>
        </p:txBody>
      </p:sp>
      <p:sp>
        <p:nvSpPr>
          <p:cNvPr id="11" name="TextBox 10">
            <a:extLst>
              <a:ext uri="{FF2B5EF4-FFF2-40B4-BE49-F238E27FC236}">
                <ns2:creationId id="{64C8B916-9216-6A83-84DB-A3C1929B7F6F}"/>
              </a:ext>
            </a:extLst>
          </p:cNvPr>
          <p:cNvSpPr txBox="1"/>
          <p:nvPr/>
        </p:nvSpPr>
        <p:spPr>
          <a:xfrm>
            <a:off x="6852558" y="4816823"/>
            <a:ext cx="5133950" cy="177069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{SlideCallout}</a:t>
            </a:r>
          </a:p>
          <a:p>
            <a:endParaRPr lang="en-US" sz="1400" b="1"/>
          </a:p>
          <a:p>
            <a:r>
              <a:rPr lang="en-US" sz="1400"/>
              <a:t/>
            </a:r>
            <a:r>
              <a:rPr lang="en-US" sz="1400" err="1"/>
              <a:t/>
            </a:r>
            <a:r>
              <a:rPr lang="en-US" sz="1400"/>
              <a:t/>
            </a:r>
          </a:p>
          <a:p>
            <a:endParaRPr lang="en-US" sz="1400"/>
          </a:p>
          <a:p>
            <a:r>
              <a:rPr lang="en-US" sz="1400"/>
              <a:t/>
            </a:r>
          </a:p>
        </p:txBody>
      </p:sp>
    </p:spTree>
    <p:extLst>
      <p:ext uri="{BB962C8B-B14F-4D97-AF65-F5344CB8AC3E}">
        <ns4:creationId val="1309296197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drawing/2016/SVG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letter on a white background&#10;&#10;AI-generated content may be incorrect.">
            <a:extLst>
              <a:ext uri="{FF2B5EF4-FFF2-40B4-BE49-F238E27FC236}">
                <ns2:creationId id="{4C953AD4-CB00-C1BF-0877-8B6748887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5" b="-12183"/>
          <a:stretch>
            <a:fillRect/>
          </a:stretch>
        </p:blipFill>
        <p:spPr>
          <a:xfrm>
            <a:off x="7405285" y="573654"/>
            <a:ext cx="2696910" cy="59018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ns2:creationId id="{050173EA-381D-B65C-78F5-6509B18A3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6649075" y="1104824"/>
            <a:ext cx="4542064" cy="3062066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6" name="TextBox 5">
            <a:extLst>
              <a:ext uri="{FF2B5EF4-FFF2-40B4-BE49-F238E27FC236}">
                <ns2:creationId id="{1A0FF3A3-D25D-A310-7B00-DFBC7E9228FC}"/>
              </a:ext>
            </a:extLst>
          </p:cNvPr>
          <p:cNvSpPr txBox="1"/>
          <p:nvPr/>
        </p:nvSpPr>
        <p:spPr>
          <a:xfrm>
            <a:off x="509560" y="4426065"/>
            <a:ext cx="11337471" cy="207716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b="1"/>
              <a:t>{SlideMainExplanation}</a:t>
            </a:r>
          </a:p>
          <a:p>
            <a:r>
              <a:rPr lang="en-US" sz="1400" b="1"/>
              <a:t/>
            </a:r>
            <a:r>
              <a:rPr lang="en-US" sz="1400"/>
              <a:t/>
            </a:r>
          </a:p>
          <a:p>
            <a:endParaRPr lang="en-US" sz="1400"/>
          </a:p>
          <a:p>
            <a:r>
              <a:rPr lang="en-US" sz="1400" b="1"/>
              <a:t/>
            </a:r>
            <a:r>
              <a:rPr lang="en-US" sz="1400"/>
              <a:t/>
            </a:r>
            <a:r>
              <a:rPr lang="en-US" sz="1400" err="1"/>
              <a:t/>
            </a:r>
            <a:r>
              <a:rPr lang="en-US" sz="1400"/>
              <a:t/>
            </a:r>
          </a:p>
          <a:p>
            <a:pPr algn="l"/>
            <a:endParaRPr lang="en-US" sz="1400" b="1"/>
          </a:p>
          <a:p>
            <a:r>
              <a:rPr lang="en-US" sz="1400"/>
              <a:t/>
            </a:r>
          </a:p>
        </p:txBody>
      </p:sp>
      <p:pic>
        <p:nvPicPr>
          <p:cNvPr id="2056" name="Picture 8" descr="This may contain: two black arrows pointing in opposite directions on a white background with the word k above them">
            <a:extLst>
              <a:ext uri="{FF2B5EF4-FFF2-40B4-BE49-F238E27FC236}">
                <ns2:creationId id="{61877CCD-EC73-8F57-4DDD-B19544C5A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ns4:useLocalDpi val="0"/>
              </a:ext>
            </a:extLst>
          </a:blip>
          <a:srcRect l="23566" t="16247" r="22089" b="16716"/>
          <a:stretch>
            <a:fillRect/>
          </a:stretch>
        </p:blipFill>
        <p:spPr bwMode="auto">
          <a:xfrm>
            <a:off x="5095990" y="2243971"/>
            <a:ext cx="1209837" cy="78377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7" name="Picture 6">
            <a:extLst>
              <a:ext uri="{FF2B5EF4-FFF2-40B4-BE49-F238E27FC236}">
                <ns2:creationId id="{E01D6E3E-4197-8197-CB7B-EE36EECB8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61" y="1163834"/>
            <a:ext cx="3751882" cy="3003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ns2:creationId id="{7371605E-A5E6-B96E-1985-F1E75C056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150" y="678241"/>
            <a:ext cx="2471304" cy="442622"/>
          </a:xfrm>
          <a:prstGeom prst="rect">
            <a:avLst/>
          </a:prstGeom>
        </p:spPr>
      </p:pic>
      <p:sp>
        <p:nvSpPr>
          <p:cNvPr id="17" name="Freeform 4">
            <a:extLst>
              <a:ext uri="{FF2B5EF4-FFF2-40B4-BE49-F238E27FC236}">
                <ns2:creationId id="{7298E655-D864-C9DA-062B-35BA067AAC10}"/>
              </a:ext>
            </a:extLst>
          </p:cNvPr>
          <p:cNvSpPr/>
          <p:nvPr/>
        </p:nvSpPr>
        <p:spPr>
          <a:xfrm rot="19347831" flipV="1">
            <a:off x="397935" y="3330552"/>
            <a:ext cx="1205851" cy="687335"/>
          </a:xfrm>
          <a:custGeom>
            <a:avLst/>
            <a:gdLst/>
            <a:ahLst/>
            <a:cxnLst/>
            <a:rect l="l" t="t" r="r" b="b"/>
            <a:pathLst>
              <a:path w="1867823" h="1064659">
                <a:moveTo>
                  <a:pt x="0" y="1064659"/>
                </a:moveTo>
                <a:lnTo>
                  <a:pt x="1867823" y="1064659"/>
                </a:lnTo>
                <a:lnTo>
                  <a:pt x="1867823" y="0"/>
                </a:lnTo>
                <a:lnTo>
                  <a:pt x="0" y="0"/>
                </a:lnTo>
                <a:lnTo>
                  <a:pt x="0" y="10646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ns5:svgBlip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ns2:creationId id="{04A4D24B-7DAF-143A-0784-2AFB5159917E}"/>
              </a:ext>
            </a:extLst>
          </p:cNvPr>
          <p:cNvSpPr txBox="1"/>
          <p:nvPr/>
        </p:nvSpPr>
        <p:spPr>
          <a:xfrm>
            <a:off x="76368" y="3686378"/>
            <a:ext cx="4104000" cy="692468"/>
          </a:xfrm>
          <a:prstGeom prst="ellipse">
            <a:avLst/>
          </a:prstGeom>
          <a:solidFill>
            <a:srgbClr val="FFFFCC"/>
          </a:solidFill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/>
              <a:t>{SlideSupportingContent}</a:t>
            </a:r>
          </a:p>
        </p:txBody>
      </p:sp>
      <p:sp>
        <p:nvSpPr>
          <p:cNvPr id="18" name="Freeform 4">
            <a:extLst>
              <a:ext uri="{FF2B5EF4-FFF2-40B4-BE49-F238E27FC236}">
                <ns2:creationId id="{7F259ABE-9F3F-FF6A-CBAA-5AFF4DF93B21}"/>
              </a:ext>
            </a:extLst>
          </p:cNvPr>
          <p:cNvSpPr/>
          <p:nvPr/>
        </p:nvSpPr>
        <p:spPr>
          <a:xfrm rot="13548333">
            <a:off x="11038583" y="3329077"/>
            <a:ext cx="1224526" cy="573655"/>
          </a:xfrm>
          <a:custGeom>
            <a:avLst/>
            <a:gdLst/>
            <a:ahLst/>
            <a:cxnLst/>
            <a:rect l="l" t="t" r="r" b="b"/>
            <a:pathLst>
              <a:path w="1867823" h="1064659">
                <a:moveTo>
                  <a:pt x="0" y="1064659"/>
                </a:moveTo>
                <a:lnTo>
                  <a:pt x="1867823" y="1064659"/>
                </a:lnTo>
                <a:lnTo>
                  <a:pt x="1867823" y="0"/>
                </a:lnTo>
                <a:lnTo>
                  <a:pt x="0" y="0"/>
                </a:lnTo>
                <a:lnTo>
                  <a:pt x="0" y="10646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ns5:svgBlip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8">
            <a:extLst>
              <a:ext uri="{FF2B5EF4-FFF2-40B4-BE49-F238E27FC236}">
                <ns2:creationId id="{C1EDFCE7-CAFD-1885-FB2A-06789FC80441}"/>
              </a:ext>
            </a:extLst>
          </p:cNvPr>
          <p:cNvSpPr txBox="1"/>
          <p:nvPr/>
        </p:nvSpPr>
        <p:spPr>
          <a:xfrm>
            <a:off x="8011634" y="3621609"/>
            <a:ext cx="4104000" cy="692468"/>
          </a:xfrm>
          <a:prstGeom prst="ellipse">
            <a:avLst/>
          </a:prstGeom>
          <a:solidFill>
            <a:srgbClr val="A2A077"/>
          </a:solidFill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/>
              <a:t>{SlideCallout}</a:t>
            </a:r>
          </a:p>
        </p:txBody>
      </p:sp>
      <p:pic>
        <p:nvPicPr>
          <p:cNvPr id="20" name="Picture 19">
            <a:extLst>
              <a:ext uri="{FF2B5EF4-FFF2-40B4-BE49-F238E27FC236}">
                <ns2:creationId id="{97AD2492-62A3-2919-C0FF-9EFE01EF17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" y="1"/>
            <a:ext cx="8293608" cy="6980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ns2:creationId id="{C6141D14-07D7-76DF-E339-1D23C1EEC957}"/>
              </a:ext>
            </a:extLst>
          </p:cNvPr>
          <p:cNvSpPr txBox="1"/>
          <p:nvPr/>
        </p:nvSpPr>
        <p:spPr>
          <a:xfrm>
            <a:off x="5587507" y="6493019"/>
            <a:ext cx="6695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/>
              <a:t>{SlideFooterNote}</a:t>
            </a:r>
            <a:r>
              <a:rPr lang="en-US" sz="1000"/>
              <a:t/>
            </a:r>
          </a:p>
        </p:txBody>
      </p:sp>
    </p:spTree>
    <p:extLst>
      <p:ext uri="{BB962C8B-B14F-4D97-AF65-F5344CB8AC3E}">
        <ns6:creationId val="2310108537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5/main" xmlns:ns6="http://schemas.microsoft.com/office/powerpoint/2010/main" xmlns:ns7="http://schemas.microsoft.com/office/drawing/2016/SVG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ns2:creationId id="{42A4FC2C-047E-45A5-965D-8E1E3BF09BC6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ns2:creationId id="{8B0F2DBC-9BD9-D833-F01D-BE208084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0378440" cy="69872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ns2:creationId id="{F5AD6333-3F7E-D68E-E12D-0E110546F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6:modId val="1965092416"/>
              </p:ext>
            </p:extLst>
          </p:nvPr>
        </p:nvGraphicFramePr>
        <p:xfrm>
          <a:off x="519503" y="765561"/>
          <a:ext cx="11152994" cy="5186408"/>
        </p:xfrm>
        <a:graphic>
          <a:graphicData uri="http://schemas.openxmlformats.org/drawingml/2006/table">
            <a:tbl>
              <a:tblPr/>
              <a:tblGrid>
                <a:gridCol w="2155298">
                  <a:extLst>
                    <a:ext uri="{9D8B030D-6E8A-4147-A177-3AD203B41FA5}">
                      <ns2:colId val="3095945703"/>
                    </a:ext>
                  </a:extLst>
                </a:gridCol>
                <a:gridCol w="4329503">
                  <a:extLst>
                    <a:ext uri="{9D8B030D-6E8A-4147-A177-3AD203B41FA5}">
                      <ns2:colId val="1971565781"/>
                    </a:ext>
                  </a:extLst>
                </a:gridCol>
                <a:gridCol w="4668193">
                  <a:extLst>
                    <a:ext uri="{9D8B030D-6E8A-4147-A177-3AD203B41FA5}">
                      <ns2:colId val="2955325513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/>
                        <a:t>Aspect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/>
                        <a:t>Pieter Claesz</a:t>
                      </a:r>
                      <a:r>
                        <a:rPr lang="en-AU" sz="1400"/>
                        <a:t> (Historical)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/>
                        <a:t>Marian Drew</a:t>
                      </a:r>
                      <a:r>
                        <a:rPr lang="en-AU" sz="1400"/>
                        <a:t> (Contemporary)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273622295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Time Period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17th-century Dutch Golden Age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Contemporary Australian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3994394425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Art Movement / Tradition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Vanitas still life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Contemporary photographic still life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3513021816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Primary Focus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Mortality and the passage of time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Environmental fragility and human impact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2890512802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Subject Matter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Arranged everyday objects (glassware, fruit, tableware)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Native animals and domestic objects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2417095745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Symbolism</a:t>
                      </a: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Fixed symbolic system (vanitas objects with shared meanings)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Open symbolism created through relationships between elements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1905796107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Use of Light</a:t>
                      </a: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Dramatic chiaroscuro lighting to create mood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Controlled photographic lighting to evoke solemnity and reflection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1395721539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Composition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Carefully staged tabletop arrangements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Carefully staged photographic still-life scenes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3345781864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Lens Application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Objects represent mortality symbolically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Real animals (literal) + symbolic objects (non-literal)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3993818386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Meaning Shift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Focus on spiritual and temporal mortality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Focus on ecological fragility and environmental loss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2864919071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Context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Religious, philosophical reflection on life’s brevity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Contemporary concern about biodiversity and human impact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3640723634"/>
                  </a:ext>
                </a:extLst>
              </a:tr>
              <a:tr h="494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Key Similarity</a:t>
                      </a: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still-life tradition to communicate symbolic meaning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Adapts still-life tradition to communicate contemporary meaning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343703324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/>
                        <a:t>Key Difference</a:t>
                      </a:r>
                    </a:p>
                    <a:p>
                      <a:pPr>
                        <a:buNone/>
                      </a:pPr>
                      <a:endParaRPr lang="en-AU" sz="120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Human life and death are central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A0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Natural world and environmental systems are central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ns2:rowId val="21648448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ns2:creationId id="{2A1A03B2-A0A8-2BB7-94CE-4069FDAC370C}"/>
              </a:ext>
            </a:extLst>
          </p:cNvPr>
          <p:cNvSpPr txBox="1"/>
          <p:nvPr/>
        </p:nvSpPr>
        <p:spPr>
          <a:xfrm>
            <a:off x="6254496" y="6143374"/>
            <a:ext cx="55504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/>
              <a:t>{SlideFooterNote}</a:t>
            </a:r>
            <a:endParaRPr lang="en-AU" sz="1400" i="1"/>
          </a:p>
        </p:txBody>
      </p:sp>
      <p:sp>
        <p:nvSpPr>
          <p:cNvPr id="10" name="Freeform 7">
            <a:extLst>
              <a:ext uri="{FF2B5EF4-FFF2-40B4-BE49-F238E27FC236}">
                <ns2:creationId id="{70BDF1BC-F40B-4B95-21EB-64EAD514D9D2}"/>
              </a:ext>
            </a:extLst>
          </p:cNvPr>
          <p:cNvSpPr/>
          <p:nvPr/>
        </p:nvSpPr>
        <p:spPr>
          <a:xfrm>
            <a:off x="5144320" y="6092439"/>
            <a:ext cx="1110176" cy="643200"/>
          </a:xfrm>
          <a:custGeom>
            <a:avLst/>
            <a:gdLst/>
            <a:ahLst/>
            <a:cxnLst/>
            <a:rect l="l" t="t" r="r" b="b"/>
            <a:pathLst>
              <a:path w="2629931" h="1453635">
                <a:moveTo>
                  <a:pt x="0" y="0"/>
                </a:moveTo>
                <a:lnTo>
                  <a:pt x="2629931" y="0"/>
                </a:lnTo>
                <a:lnTo>
                  <a:pt x="2629931" y="1453635"/>
                </a:lnTo>
                <a:lnTo>
                  <a:pt x="0" y="1453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7:svgBlip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22">
            <a:extLst>
              <a:ext uri="{FF2B5EF4-FFF2-40B4-BE49-F238E27FC236}">
                <ns2:creationId id="{09B4BFB5-4F71-4215-6B09-082D1B262583}"/>
              </a:ext>
            </a:extLst>
          </p:cNvPr>
          <p:cNvSpPr/>
          <p:nvPr/>
        </p:nvSpPr>
        <p:spPr>
          <a:xfrm rot="10963788">
            <a:off x="8979586" y="6625007"/>
            <a:ext cx="3014249" cy="233738"/>
          </a:xfrm>
          <a:custGeom>
            <a:avLst/>
            <a:gdLst/>
            <a:ahLst/>
            <a:cxnLst/>
            <a:rect l="l" t="t" r="r" b="b"/>
            <a:pathLst>
              <a:path w="3014249" h="233738">
                <a:moveTo>
                  <a:pt x="0" y="0"/>
                </a:moveTo>
                <a:lnTo>
                  <a:pt x="3014249" y="0"/>
                </a:lnTo>
                <a:lnTo>
                  <a:pt x="3014249" y="233738"/>
                </a:lnTo>
                <a:lnTo>
                  <a:pt x="0" y="233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ns7:svgBlip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ns6:creationId val="4138134786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ns2:creationId id="{5C0AC9AF-8D5D-36B5-F6F4-AEAB45C6DFCA}"/>
              </a:ext>
            </a:extLst>
          </p:cNvPr>
          <p:cNvSpPr txBox="1"/>
          <p:nvPr/>
        </p:nvSpPr>
        <p:spPr>
          <a:xfrm>
            <a:off x="362766" y="312094"/>
            <a:ext cx="11466468" cy="623149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b="1"/>
              <a:t>{SlidePromptQuestion}</a:t>
            </a:r>
          </a:p>
          <a:p>
            <a:endParaRPr lang="en-US" sz="1400" b="1"/>
          </a:p>
          <a:p>
            <a:pPr>
              <a:buFont typeface="+mj-lt"/>
              <a:buAutoNum type="arabicPeriod"/>
            </a:pPr>
            <a:r>
              <a:rPr lang="en-US" sz="1400" b="1"/>
              <a:t/>
            </a:r>
            <a:r>
              <a:rPr lang="en-US" sz="1400"/>
              <a:t/>
            </a:r>
          </a:p>
          <a:p>
            <a:pPr>
              <a:buFont typeface="+mj-lt"/>
              <a:buAutoNum type="arabicPeriod"/>
            </a:pPr>
            <a:endParaRPr lang="en-US" sz="1400"/>
          </a:p>
          <a:p>
            <a:pPr>
              <a:buFont typeface="+mj-lt"/>
              <a:buAutoNum type="arabicPeriod"/>
            </a:pPr>
            <a:endParaRPr lang="en-US" sz="1400"/>
          </a:p>
          <a:p>
            <a:pPr>
              <a:buFont typeface="+mj-lt"/>
              <a:buAutoNum type="arabicPeriod"/>
            </a:pPr>
            <a:endParaRPr lang="en-US" sz="1400"/>
          </a:p>
          <a:p>
            <a:pPr>
              <a:buFont typeface="+mj-lt"/>
              <a:buAutoNum type="arabicPeriod"/>
            </a:pPr>
            <a:endParaRPr lang="en-US" sz="1400"/>
          </a:p>
          <a:p>
            <a:pPr>
              <a:buFont typeface="+mj-lt"/>
              <a:buAutoNum type="arabicPeriod"/>
            </a:pPr>
            <a:endParaRPr lang="en-US" sz="1400"/>
          </a:p>
          <a:p>
            <a:r>
              <a:rPr lang="en-US" sz="1400" b="1"/>
              <a:t/>
            </a:r>
            <a:r>
              <a:rPr lang="en-US" sz="1400"/>
              <a:t/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 b="1"/>
              <a:t/>
            </a:r>
            <a:r>
              <a:rPr lang="en-US" sz="1400"/>
              <a:t/>
            </a:r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endParaRPr lang="en-US" sz="1600"/>
          </a:p>
        </p:txBody>
      </p:sp>
    </p:spTree>
    <p:extLst>
      <p:ext uri="{BB962C8B-B14F-4D97-AF65-F5344CB8AC3E}">
        <ns3:creationId val="2751227410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ns2:creationId id="{ADF12ADD-E9C6-C8A9-6295-E1033A0F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5"/>
            <a:ext cx="9323614" cy="580864"/>
          </a:xfrm>
          <a:prstGeom prst="rect">
            <a:avLst/>
          </a:prstGeom>
        </p:spPr>
      </p:pic>
      <p:sp>
        <p:nvSpPr>
          <p:cNvPr id="5" name="Google Shape;114;p17">
            <a:extLst>
              <a:ext uri="{FF2B5EF4-FFF2-40B4-BE49-F238E27FC236}">
                <ns2:creationId id="{7D2FD7BB-97F1-95C3-AF95-41F4F4BF87EA}"/>
              </a:ext>
            </a:extLst>
          </p:cNvPr>
          <p:cNvSpPr/>
          <p:nvPr/>
        </p:nvSpPr>
        <p:spPr>
          <a:xfrm>
            <a:off x="597589" y="1224642"/>
            <a:ext cx="4888811" cy="44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{SlideMainExplanation}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/>
            </a:r>
          </a:p>
        </p:txBody>
      </p:sp>
      <p:sp>
        <p:nvSpPr>
          <p:cNvPr id="6" name="TextBox 5">
            <a:extLst>
              <a:ext uri="{FF2B5EF4-FFF2-40B4-BE49-F238E27FC236}">
                <ns2:creationId id="{30D495C8-FE8E-83E2-032F-0DA07C0337BF}"/>
              </a:ext>
            </a:extLst>
          </p:cNvPr>
          <p:cNvSpPr txBox="1"/>
          <p:nvPr/>
        </p:nvSpPr>
        <p:spPr>
          <a:xfrm>
            <a:off x="6153521" y="696838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{SlidePromptQuestion}</a:t>
            </a:r>
            <a:r>
              <a:rPr lang="en-US" sz="1400"/>
              <a:t/>
            </a:r>
            <a:endParaRPr lang="en-US" sz="1400" b="1"/>
          </a:p>
          <a:p>
            <a:endParaRPr lang="en-US" sz="1400" b="1"/>
          </a:p>
          <a:p>
            <a:endParaRPr lang="en-US" sz="1400" b="1"/>
          </a:p>
          <a:p>
            <a:endParaRPr lang="en-US" sz="1400" b="1"/>
          </a:p>
        </p:txBody>
      </p:sp>
      <p:sp>
        <p:nvSpPr>
          <p:cNvPr id="7" name="TextBox 6">
            <a:extLst>
              <a:ext uri="{FF2B5EF4-FFF2-40B4-BE49-F238E27FC236}">
                <ns2:creationId id="{1C325750-AAF8-3A5C-3F81-65982FAC83D9}"/>
              </a:ext>
            </a:extLst>
          </p:cNvPr>
          <p:cNvSpPr txBox="1"/>
          <p:nvPr/>
        </p:nvSpPr>
        <p:spPr>
          <a:xfrm>
            <a:off x="6153519" y="1943961"/>
            <a:ext cx="549841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{SlidePromptQuestion}</a:t>
            </a:r>
            <a:r>
              <a:rPr lang="en-US" sz="1400"/>
              <a:t/>
            </a:r>
            <a:endParaRPr lang="en-US" sz="1400" b="1"/>
          </a:p>
        </p:txBody>
      </p:sp>
      <p:sp>
        <p:nvSpPr>
          <p:cNvPr id="8" name="Google Shape;117;p17">
            <a:extLst>
              <a:ext uri="{FF2B5EF4-FFF2-40B4-BE49-F238E27FC236}">
                <ns2:creationId id="{1A9FD799-B9A1-AA12-2069-C198E8968797}"/>
              </a:ext>
            </a:extLst>
          </p:cNvPr>
          <p:cNvSpPr/>
          <p:nvPr/>
        </p:nvSpPr>
        <p:spPr>
          <a:xfrm>
            <a:off x="7048502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;p17">
            <a:extLst>
              <a:ext uri="{FF2B5EF4-FFF2-40B4-BE49-F238E27FC236}">
                <ns2:creationId id="{40E7B6F6-2733-C349-D73E-148878CBE3A7}"/>
              </a:ext>
            </a:extLst>
          </p:cNvPr>
          <p:cNvSpPr/>
          <p:nvPr/>
        </p:nvSpPr>
        <p:spPr>
          <a:xfrm>
            <a:off x="9323614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ns2:creationId id="{FAD8E30A-6B71-D0D7-7BCA-AAF99987BFEE}"/>
              </a:ext>
            </a:extLst>
          </p:cNvPr>
          <p:cNvSpPr txBox="1"/>
          <p:nvPr/>
        </p:nvSpPr>
        <p:spPr>
          <a:xfrm>
            <a:off x="6153519" y="4016510"/>
            <a:ext cx="5498411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{SlidePromptQuestion}</a:t>
            </a:r>
            <a:r>
              <a:rPr lang="en-US" sz="1400"/>
              <a:t/>
            </a:r>
          </a:p>
          <a:p>
            <a:endParaRPr lang="en-US" sz="1400" b="1"/>
          </a:p>
          <a:p>
            <a:endParaRPr lang="en-US" sz="1400" b="1"/>
          </a:p>
          <a:p>
            <a:endParaRPr lang="en-US" sz="1400" b="1"/>
          </a:p>
        </p:txBody>
      </p:sp>
      <p:sp>
        <p:nvSpPr>
          <p:cNvPr id="12" name="TextBox 11">
            <a:extLst>
              <a:ext uri="{FF2B5EF4-FFF2-40B4-BE49-F238E27FC236}">
                <ns2:creationId id="{FE5CD907-AA3A-F0B2-C514-F49CCAC64DF7}"/>
              </a:ext>
            </a:extLst>
          </p:cNvPr>
          <p:cNvSpPr txBox="1"/>
          <p:nvPr/>
        </p:nvSpPr>
        <p:spPr>
          <a:xfrm>
            <a:off x="6153518" y="5514175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{SlidePromptQuestion}</a:t>
            </a:r>
            <a:r>
              <a:rPr lang="en-US" sz="1400"/>
              <a:t/>
            </a:r>
            <a:endParaRPr lang="en-US" sz="1400" b="1"/>
          </a:p>
          <a:p>
            <a:endParaRPr lang="en-US" sz="1400" b="1"/>
          </a:p>
          <a:p>
            <a:endParaRPr lang="en-US" sz="1400" b="1"/>
          </a:p>
          <a:p>
            <a:endParaRPr lang="en-US" sz="1400" b="1"/>
          </a:p>
        </p:txBody>
      </p:sp>
      <p:pic>
        <p:nvPicPr>
          <p:cNvPr id="2" name="Picture 1">
            <a:extLst>
              <a:ext uri="{FF2B5EF4-FFF2-40B4-BE49-F238E27FC236}">
                <ns2:creationId id="{170BB028-5AA8-4CE9-112E-45B3A1CEF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445" y="33130"/>
            <a:ext cx="1907396" cy="611027"/>
          </a:xfrm>
          <a:prstGeom prst="rect">
            <a:avLst/>
          </a:prstGeom>
        </p:spPr>
      </p:pic>
    </p:spTree>
    <p:extLst>
      <p:ext uri="{BB962C8B-B14F-4D97-AF65-F5344CB8AC3E}">
        <ns4:creationId val="4115079045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5/main" xmlns:ns6="http://schemas.microsoft.com/office/drawing/2010/main" xmlns:ns7="http://schemas.microsoft.com/office/drawing/2018/sketchyshapes" xmlns:ns8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ns2:creationId id="{B3684CCF-CEBB-4D8E-A366-95E43D4C790B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ral piece, children can use their own stamps to make | Coral sculpture,  Sculpture clay, Ceramic art sculpture">
            <a:extLst>
              <a:ext uri="{FF2B5EF4-FFF2-40B4-BE49-F238E27FC236}">
                <ns2:creationId id="{2AE1E78F-9E92-B779-43FB-5AF4C7F9FCF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ns6:useLocalDpi val="0"/>
              </a:ext>
            </a:extLst>
          </a:blip>
          <a:srcRect t="5463" b="8997"/>
          <a:stretch>
            <a:fillRect/>
          </a:stretch>
        </p:blipFill>
        <p:spPr bwMode="auto">
          <a:xfrm>
            <a:off x="7030887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  <a:noFill/>
        </p:spPr>
      </p:pic>
      <p:sp>
        <p:nvSpPr>
          <p:cNvPr id="14" name="Arc 13">
            <a:extLst>
              <a:ext uri="{FF2B5EF4-FFF2-40B4-BE49-F238E27FC236}">
                <ns2:creationId id="{70BEB1E7-2F88-40BC-B73D-42E5B6F80BFC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ns2:creationId id="{3FFB4987-0960-FC59-33A3-4AB3AAFA7B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05" b="15380"/>
          <a:stretch>
            <a:fillRect/>
          </a:stretch>
        </p:blipFill>
        <p:spPr>
          <a:xfrm>
            <a:off x="6292929" y="0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ns2:creationId id="{2201B376-DA94-EC2D-F1C9-E4ECA59889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82" r="464" b="-5"/>
          <a:stretch>
            <a:fillRect/>
          </a:stretch>
        </p:blipFill>
        <p:spPr>
          <a:xfrm>
            <a:off x="9908427" y="486517"/>
            <a:ext cx="2258539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</p:spPr>
      </p:pic>
      <p:sp>
        <p:nvSpPr>
          <p:cNvPr id="10" name="Arc 9">
            <a:extLst>
              <a:ext uri="{FF2B5EF4-FFF2-40B4-BE49-F238E27FC236}">
                <ns2:creationId id="{5C33CA4E-BC55-AB2F-E5FA-065BB673D0C7}"/>
              </a:ext>
            </a:extLst>
          </p:cNvPr>
          <p:cNvSpPr/>
          <p:nvPr/>
        </p:nvSpPr>
        <p:spPr>
          <a:xfrm rot="3702085">
            <a:off x="465454" y="2830374"/>
            <a:ext cx="2220444" cy="4740056"/>
          </a:xfrm>
          <a:prstGeom prst="arc">
            <a:avLst>
              <a:gd name="adj1" fmla="val 16977140"/>
              <a:gd name="adj2" fmla="val 4335150"/>
            </a:avLst>
          </a:prstGeom>
          <a:ln w="76200" cap="rnd">
            <a:solidFill>
              <a:schemeClr val="accent1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ns2:creationId id="{BEC2D5B6-9EBD-A207-EB1E-7DAA0C7802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715" r="16048" b="26084"/>
          <a:stretch>
            <a:fillRect/>
          </a:stretch>
        </p:blipFill>
        <p:spPr>
          <a:xfrm rot="221968">
            <a:off x="-2242093" y="-550816"/>
            <a:ext cx="6288867" cy="4604730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ns2:creationId id="{9EB77577-4B58-9C8C-B328-31FDF7A2A3D6}"/>
              </a:ext>
            </a:extLst>
          </p:cNvPr>
          <p:cNvSpPr/>
          <p:nvPr/>
        </p:nvSpPr>
        <p:spPr>
          <a:xfrm rot="17126679">
            <a:off x="-528539" y="-987652"/>
            <a:ext cx="2220444" cy="4740056"/>
          </a:xfrm>
          <a:custGeom>
            <a:avLst/>
            <a:gdLst>
              <a:gd name="csX0" fmla="*/ 2150058 w 2220444"/>
              <a:gd name="csY0" fmla="*/ 1539582 h 4740056"/>
              <a:gd name="csX1" fmla="*/ 2160482 w 2220444"/>
              <a:gd name="csY1" fmla="*/ 3138376 h 4740056"/>
              <a:gd name="csX2" fmla="*/ 406783 w 2220444"/>
              <a:gd name="csY2" fmla="*/ 4203622 h 4740056"/>
              <a:gd name="csX3" fmla="*/ 1250 w 2220444"/>
              <a:gd name="csY3" fmla="*/ 2257595 h 4740056"/>
              <a:gd name="csX4" fmla="*/ 577915 w 2220444"/>
              <a:gd name="csY4" fmla="*/ 2316060 h 4740056"/>
              <a:gd name="csX5" fmla="*/ 1110222 w 2220444"/>
              <a:gd name="csY5" fmla="*/ 2370028 h 4740056"/>
              <a:gd name="csX6" fmla="*/ 1467232 w 2220444"/>
              <a:gd name="csY6" fmla="*/ 2084908 h 4740056"/>
              <a:gd name="csX7" fmla="*/ 1803446 w 2220444"/>
              <a:gd name="csY7" fmla="*/ 1816397 h 4740056"/>
              <a:gd name="csX8" fmla="*/ 2150058 w 2220444"/>
              <a:gd name="csY8" fmla="*/ 1539582 h 4740056"/>
              <a:gd name="csX0" fmla="*/ 2150058 w 2220444"/>
              <a:gd name="csY0" fmla="*/ 1539582 h 4740056"/>
              <a:gd name="csX1" fmla="*/ 2160482 w 2220444"/>
              <a:gd name="csY1" fmla="*/ 3138376 h 4740056"/>
              <a:gd name="csX2" fmla="*/ 406783 w 2220444"/>
              <a:gd name="csY2" fmla="*/ 4203622 h 4740056"/>
              <a:gd name="csX3" fmla="*/ 1250 w 2220444"/>
              <a:gd name="csY3" fmla="*/ 2257595 h 47400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0444" h="4740056" stroke="0" extrusionOk="0">
                <a:moveTo>
                  <a:pt x="2150058" y="1539582"/>
                </a:moveTo>
                <a:cubicBezTo>
                  <a:pt x="2164178" y="2047632"/>
                  <a:pt x="2230922" y="2682193"/>
                  <a:pt x="2160482" y="3138376"/>
                </a:cubicBezTo>
                <a:cubicBezTo>
                  <a:pt x="1954983" y="4495678"/>
                  <a:pt x="953591" y="5128790"/>
                  <a:pt x="406783" y="4203622"/>
                </a:cubicBezTo>
                <a:cubicBezTo>
                  <a:pt x="53127" y="3828567"/>
                  <a:pt x="-181035" y="2945902"/>
                  <a:pt x="1250" y="2257595"/>
                </a:cubicBezTo>
                <a:cubicBezTo>
                  <a:pt x="148925" y="2270502"/>
                  <a:pt x="414187" y="2358284"/>
                  <a:pt x="577915" y="2316060"/>
                </a:cubicBezTo>
                <a:cubicBezTo>
                  <a:pt x="741643" y="2273836"/>
                  <a:pt x="952316" y="2410802"/>
                  <a:pt x="1110222" y="2370028"/>
                </a:cubicBezTo>
                <a:cubicBezTo>
                  <a:pt x="1264618" y="2222936"/>
                  <a:pt x="1336616" y="2224281"/>
                  <a:pt x="1467232" y="2084908"/>
                </a:cubicBezTo>
                <a:cubicBezTo>
                  <a:pt x="1597849" y="1945536"/>
                  <a:pt x="1733273" y="1879493"/>
                  <a:pt x="1803446" y="1816397"/>
                </a:cubicBezTo>
                <a:cubicBezTo>
                  <a:pt x="1873619" y="1753301"/>
                  <a:pt x="2029528" y="1658566"/>
                  <a:pt x="2150058" y="1539582"/>
                </a:cubicBezTo>
                <a:close/>
              </a:path>
              <a:path w="2220444" h="4740056" fill="none" extrusionOk="0">
                <a:moveTo>
                  <a:pt x="2150058" y="1539582"/>
                </a:moveTo>
                <a:cubicBezTo>
                  <a:pt x="2114785" y="2067407"/>
                  <a:pt x="2251743" y="2532053"/>
                  <a:pt x="2160482" y="3138376"/>
                </a:cubicBezTo>
                <a:cubicBezTo>
                  <a:pt x="1871660" y="4645044"/>
                  <a:pt x="894956" y="5311443"/>
                  <a:pt x="406783" y="4203622"/>
                </a:cubicBezTo>
                <a:cubicBezTo>
                  <a:pt x="254675" y="3792998"/>
                  <a:pt x="-194482" y="2884594"/>
                  <a:pt x="1250" y="2257595"/>
                </a:cubicBezTo>
              </a:path>
              <a:path w="2220444" h="4740056" fill="none" stroke="0" extrusionOk="0">
                <a:moveTo>
                  <a:pt x="2150058" y="1539582"/>
                </a:moveTo>
                <a:cubicBezTo>
                  <a:pt x="2284372" y="2175761"/>
                  <a:pt x="2385561" y="2598901"/>
                  <a:pt x="2160482" y="3138376"/>
                </a:cubicBezTo>
                <a:cubicBezTo>
                  <a:pt x="1688410" y="4638155"/>
                  <a:pt x="953084" y="5266277"/>
                  <a:pt x="406783" y="4203622"/>
                </a:cubicBezTo>
                <a:cubicBezTo>
                  <a:pt x="186037" y="3736427"/>
                  <a:pt x="-146499" y="2982918"/>
                  <a:pt x="1250" y="2257595"/>
                </a:cubicBezTo>
              </a:path>
            </a:pathLst>
          </a:custGeom>
          <a:ln w="76200" cap="rnd">
            <a:solidFill>
              <a:schemeClr val="accent1">
                <a:lumMod val="60000"/>
                <a:lumOff val="40000"/>
              </a:schemeClr>
            </a:solidFill>
            <a:prstDash val="lgDash"/>
            <a:extLst>
              <a:ext uri="{C807C97D-BFC1-408E-A445-0C87EB9F89A2}">
                <ns7:lineSketchStyleProps sd="575374175">
                  <a:prstGeom prst="arc">
                    <a:avLst>
                      <a:gd name="adj1" fmla="val 19283281"/>
                      <a:gd name="adj2" fmla="val 11147351"/>
                    </a:avLst>
                  </a:prstGeom>
                  <ns7:type>
                    <ns7:lineSketchScribble/>
                  </ns7:type>
                </ns7:lineSketchStyleProps>
              </a:ext>
            </a:extLst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itle 1">
            <a:extLst>
              <a:ext uri="{FF2B5EF4-FFF2-40B4-BE49-F238E27FC236}">
                <ns2:creationId id="{666FE9EC-046A-75F0-3297-131174311C54}"/>
              </a:ext>
            </a:extLst>
          </p:cNvPr>
          <p:cNvSpPr txBox="1">
            <a:spLocks/>
          </p:cNvSpPr>
          <p:nvPr/>
        </p:nvSpPr>
        <p:spPr>
          <a:xfrm>
            <a:off x="-103291" y="124582"/>
            <a:ext cx="6095559" cy="2259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MV Boli" panose="02000500030200090000" pitchFamily="2" charset="0"/>
                <a:cs typeface="MV Boli" panose="02000500030200090000" pitchFamily="2" charset="0"/>
              </a:rPr>
              <a:t>{SlideMainExplanation}</a:t>
            </a:r>
            <a:br>
              <a:rPr lang="en-US" sz="3600" b="1" dirty="0">
                <a:latin typeface="MV Boli" panose="02000500030200090000" pitchFamily="2" charset="0"/>
                <a:cs typeface="MV Boli" panose="02000500030200090000" pitchFamily="2" charset="0"/>
              </a:rPr>
            </a:br>
            <a:br>
              <a:rPr lang="en-US" sz="36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2800" b="1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2800" b="1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2800" b="1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</p:txBody>
      </p:sp>
      <p:sp>
        <p:nvSpPr>
          <p:cNvPr id="3" name="Subtitle 2">
            <a:extLst>
              <a:ext uri="{FF2B5EF4-FFF2-40B4-BE49-F238E27FC236}">
                <ns2:creationId id="{73278743-1626-FC4B-AA2F-F4DBD6B10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588" y="2831784"/>
            <a:ext cx="4784617" cy="2518143"/>
          </a:xfrm>
          <a:prstGeom prst="roundRect">
            <a:avLst/>
          </a:prstGeom>
          <a:solidFill>
            <a:schemeClr val="bg1"/>
          </a:solidFill>
          <a:ln w="38100" cap="rnd"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l"/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{SlideSubTitle}</a:t>
            </a:r>
          </a:p>
          <a:p>
            <a:pPr algn="l"/>
            <a:r>
              <a:rPr lang="en-US" sz="15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500" dirty="0"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l"/>
            <a:r>
              <a:rPr lang="en-US" sz="15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</p:txBody>
      </p:sp>
      <p:sp>
        <p:nvSpPr>
          <p:cNvPr id="19" name="TextBox 18">
            <a:extLst>
              <a:ext uri="{FF2B5EF4-FFF2-40B4-BE49-F238E27FC236}">
                <ns2:creationId id="{7C854F11-213C-2C75-9422-5CE1686178EC}"/>
              </a:ext>
            </a:extLst>
          </p:cNvPr>
          <p:cNvSpPr txBox="1"/>
          <p:nvPr/>
        </p:nvSpPr>
        <p:spPr>
          <a:xfrm>
            <a:off x="2803032" y="5200402"/>
            <a:ext cx="4176210" cy="12769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MV Boli" panose="02000500030200090000" pitchFamily="2" charset="0"/>
                <a:cs typeface="MV Boli" panose="02000500030200090000" pitchFamily="2" charset="0"/>
              </a:rPr>
              <a:t>{SlideCallout}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endParaRPr lang="en-AU" sz="24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ns8:creationId val="650306523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drawing/2010/main" xmlns:ns6="http://schemas.microsoft.com/office/drawing/2018/sketchyshapes" xmlns:ns7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9">
            <a:extLst>
              <a:ext uri="{FF2B5EF4-FFF2-40B4-BE49-F238E27FC236}">
                <ns2:creationId id="{58F5AF08-034E-6D79-0184-0D66F3462698}"/>
              </a:ext>
            </a:extLst>
          </p:cNvPr>
          <p:cNvSpPr/>
          <p:nvPr/>
        </p:nvSpPr>
        <p:spPr>
          <a:xfrm rot="11719333">
            <a:off x="4851055" y="-304364"/>
            <a:ext cx="7184656" cy="7466727"/>
          </a:xfrm>
          <a:custGeom>
            <a:avLst/>
            <a:gdLst/>
            <a:ahLst/>
            <a:cxnLst/>
            <a:rect l="l" t="t" r="r" b="b"/>
            <a:pathLst>
              <a:path w="5051418" h="4704133">
                <a:moveTo>
                  <a:pt x="0" y="0"/>
                </a:moveTo>
                <a:lnTo>
                  <a:pt x="5051418" y="0"/>
                </a:lnTo>
                <a:lnTo>
                  <a:pt x="5051418" y="4704133"/>
                </a:lnTo>
                <a:lnTo>
                  <a:pt x="0" y="4704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ns4:svgBlip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4" name="object 11">
            <a:extLst>
              <a:ext uri="{FF2B5EF4-FFF2-40B4-BE49-F238E27FC236}">
                <ns2:creationId id="{CED51442-2DE7-7720-3DA0-31197E0FB4B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 rot="10800000">
            <a:off x="0" y="263810"/>
            <a:ext cx="4458999" cy="6330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ns2:creationId id="{BD922EA0-4A8D-DF00-14F8-E7228FF2007A}"/>
              </a:ext>
            </a:extLst>
          </p:cNvPr>
          <p:cNvSpPr txBox="1"/>
          <p:nvPr/>
        </p:nvSpPr>
        <p:spPr>
          <a:xfrm>
            <a:off x="-89929" y="1225313"/>
            <a:ext cx="408214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ctr"/>
            <a:endParaRPr lang="en-US" sz="2400" b="1" dirty="0"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ctr"/>
            <a:r>
              <a:rPr lang="en-US" sz="2800" b="1" dirty="0">
                <a:latin typeface="MV Boli" panose="02000500030200090000" pitchFamily="2" charset="0"/>
                <a:cs typeface="MV Boli" panose="02000500030200090000" pitchFamily="2" charset="0"/>
              </a:rPr>
              <a:t>{SlideMainExplanation}</a:t>
            </a:r>
          </a:p>
          <a:p>
            <a:pPr algn="ctr"/>
            <a:r>
              <a:rPr lang="en-US" sz="7200" b="1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2800" b="1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endParaRPr lang="en-AU" sz="28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89503C25-5302-4A4A-0DE7-CCABE08793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ns5:useLocalDpi val="0"/>
              </a:ext>
            </a:extLst>
          </a:blip>
          <a:srcRect l="10154" t="14459" r="10604" b="11568"/>
          <a:stretch>
            <a:fillRect/>
          </a:stretch>
        </p:blipFill>
        <p:spPr>
          <a:xfrm>
            <a:off x="4623747" y="1360487"/>
            <a:ext cx="7174605" cy="44650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ns2:creationId id="{7FCF838B-C222-EB72-1E83-C406306BCD5B}"/>
              </a:ext>
            </a:extLst>
          </p:cNvPr>
          <p:cNvSpPr txBox="1"/>
          <p:nvPr/>
        </p:nvSpPr>
        <p:spPr>
          <a:xfrm rot="21183161">
            <a:off x="2314896" y="5018907"/>
            <a:ext cx="3137161" cy="1602450"/>
          </a:xfrm>
          <a:custGeom>
            <a:avLst/>
            <a:gdLst>
              <a:gd name="csX0" fmla="*/ 0 w 3137161"/>
              <a:gd name="csY0" fmla="*/ 801225 h 1602450"/>
              <a:gd name="csX1" fmla="*/ 1568581 w 3137161"/>
              <a:gd name="csY1" fmla="*/ 0 h 1602450"/>
              <a:gd name="csX2" fmla="*/ 3137162 w 3137161"/>
              <a:gd name="csY2" fmla="*/ 801225 h 1602450"/>
              <a:gd name="csX3" fmla="*/ 1568581 w 3137161"/>
              <a:gd name="csY3" fmla="*/ 1602450 h 1602450"/>
              <a:gd name="csX4" fmla="*/ 0 w 3137161"/>
              <a:gd name="csY4" fmla="*/ 801225 h 160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7161" h="1602450" fill="none" extrusionOk="0">
                <a:moveTo>
                  <a:pt x="0" y="801225"/>
                </a:moveTo>
                <a:cubicBezTo>
                  <a:pt x="140345" y="340744"/>
                  <a:pt x="818168" y="63519"/>
                  <a:pt x="1568581" y="0"/>
                </a:cubicBezTo>
                <a:cubicBezTo>
                  <a:pt x="2348670" y="-23778"/>
                  <a:pt x="3159722" y="363814"/>
                  <a:pt x="3137162" y="801225"/>
                </a:cubicBezTo>
                <a:cubicBezTo>
                  <a:pt x="3290171" y="1228428"/>
                  <a:pt x="2354338" y="1687926"/>
                  <a:pt x="1568581" y="1602450"/>
                </a:cubicBezTo>
                <a:cubicBezTo>
                  <a:pt x="729675" y="1686664"/>
                  <a:pt x="6222" y="1307188"/>
                  <a:pt x="0" y="801225"/>
                </a:cubicBezTo>
                <a:close/>
              </a:path>
              <a:path w="3137161" h="1602450" stroke="0" extrusionOk="0">
                <a:moveTo>
                  <a:pt x="0" y="801225"/>
                </a:moveTo>
                <a:cubicBezTo>
                  <a:pt x="106161" y="263697"/>
                  <a:pt x="649433" y="45985"/>
                  <a:pt x="1568581" y="0"/>
                </a:cubicBezTo>
                <a:cubicBezTo>
                  <a:pt x="2409747" y="-123637"/>
                  <a:pt x="3122305" y="377216"/>
                  <a:pt x="3137162" y="801225"/>
                </a:cubicBezTo>
                <a:cubicBezTo>
                  <a:pt x="3177713" y="1337904"/>
                  <a:pt x="2438228" y="1496870"/>
                  <a:pt x="1568581" y="1602450"/>
                </a:cubicBezTo>
                <a:cubicBezTo>
                  <a:pt x="690398" y="1698176"/>
                  <a:pt x="-35714" y="1234287"/>
                  <a:pt x="0" y="801225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ns6:lineSketchStyleProps sd="2091018771">
                  <a:prstGeom prst="flowChartConnector">
                    <a:avLst/>
                  </a:prstGeom>
                  <ns6:type>
                    <ns6:lineSketchScribble/>
                  </ns6:type>
                </ns6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{SlideSupportingContent}</a:t>
            </a:r>
            <a:endParaRPr lang="en-AU" b="1" i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ns2:creationId id="{1FC5AAA0-8DC6-F14F-0446-E98766A20156}"/>
              </a:ext>
            </a:extLst>
          </p:cNvPr>
          <p:cNvSpPr txBox="1"/>
          <p:nvPr/>
        </p:nvSpPr>
        <p:spPr>
          <a:xfrm>
            <a:off x="257173" y="427428"/>
            <a:ext cx="58551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MV Boli" panose="02000500030200090000" pitchFamily="2" charset="0"/>
                <a:cs typeface="MV Boli" panose="02000500030200090000" pitchFamily="2" charset="0"/>
              </a:rPr>
              <a:t>{SlideCallout}</a:t>
            </a:r>
          </a:p>
        </p:txBody>
      </p:sp>
      <p:pic>
        <p:nvPicPr>
          <p:cNvPr id="9" name="Picture 8">
            <a:extLst>
              <a:ext uri="{FF2B5EF4-FFF2-40B4-BE49-F238E27FC236}">
                <ns2:creationId id="{D8CB749F-CE0B-B36F-9182-17794468E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121223">
            <a:off x="-79568" y="82885"/>
            <a:ext cx="673482" cy="6682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ns2:creationId id="{17F48E4C-0B6C-BAD3-21FB-55BA4BCD6E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504541">
            <a:off x="5489694" y="4970421"/>
            <a:ext cx="1655231" cy="2515760"/>
          </a:xfrm>
          <a:prstGeom prst="rect">
            <a:avLst/>
          </a:prstGeom>
        </p:spPr>
      </p:pic>
    </p:spTree>
    <p:extLst>
      <p:ext uri="{BB962C8B-B14F-4D97-AF65-F5344CB8AC3E}">
        <ns7:creationId val="1249024119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drawing/2014/main" xmlns:ns3="http://schemas.microsoft.com/office/drawing/2018/sketchyshapes" xmlns:ns4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E0037E0E-14A7-A10D-203A-7C026EE2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ns2:creationId id="{8B7049F2-D007-F358-BA9A-F449FFDBAFCD}"/>
              </a:ext>
            </a:extLst>
          </p:cNvPr>
          <p:cNvSpPr txBox="1"/>
          <p:nvPr/>
        </p:nvSpPr>
        <p:spPr>
          <a:xfrm rot="917028">
            <a:off x="10830904" y="-43491"/>
            <a:ext cx="1236212" cy="1724298"/>
          </a:xfrm>
          <a:custGeom>
            <a:avLst/>
            <a:gdLst>
              <a:gd name="csX0" fmla="*/ 0 w 1236212"/>
              <a:gd name="csY0" fmla="*/ 862149 h 1724298"/>
              <a:gd name="csX1" fmla="*/ 618106 w 1236212"/>
              <a:gd name="csY1" fmla="*/ 0 h 1724298"/>
              <a:gd name="csX2" fmla="*/ 1236212 w 1236212"/>
              <a:gd name="csY2" fmla="*/ 862149 h 1724298"/>
              <a:gd name="csX3" fmla="*/ 618106 w 1236212"/>
              <a:gd name="csY3" fmla="*/ 1724298 h 1724298"/>
              <a:gd name="csX4" fmla="*/ 0 w 1236212"/>
              <a:gd name="csY4" fmla="*/ 862149 h 1724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36212" h="1724298" fill="none" extrusionOk="0">
                <a:moveTo>
                  <a:pt x="0" y="862149"/>
                </a:moveTo>
                <a:cubicBezTo>
                  <a:pt x="82303" y="375455"/>
                  <a:pt x="321344" y="24450"/>
                  <a:pt x="618106" y="0"/>
                </a:cubicBezTo>
                <a:cubicBezTo>
                  <a:pt x="940887" y="-5127"/>
                  <a:pt x="1351631" y="412055"/>
                  <a:pt x="1236212" y="862149"/>
                </a:cubicBezTo>
                <a:cubicBezTo>
                  <a:pt x="1296537" y="1332268"/>
                  <a:pt x="901056" y="1786294"/>
                  <a:pt x="618106" y="1724298"/>
                </a:cubicBezTo>
                <a:cubicBezTo>
                  <a:pt x="312674" y="1834768"/>
                  <a:pt x="11279" y="1453329"/>
                  <a:pt x="0" y="862149"/>
                </a:cubicBezTo>
                <a:close/>
              </a:path>
              <a:path w="1236212" h="1724298" stroke="0" extrusionOk="0">
                <a:moveTo>
                  <a:pt x="0" y="862149"/>
                </a:moveTo>
                <a:cubicBezTo>
                  <a:pt x="71284" y="322191"/>
                  <a:pt x="201237" y="65697"/>
                  <a:pt x="618106" y="0"/>
                </a:cubicBezTo>
                <a:cubicBezTo>
                  <a:pt x="938637" y="-102500"/>
                  <a:pt x="1192260" y="440709"/>
                  <a:pt x="1236212" y="862149"/>
                </a:cubicBezTo>
                <a:cubicBezTo>
                  <a:pt x="1242422" y="1352724"/>
                  <a:pt x="961650" y="1655672"/>
                  <a:pt x="618106" y="1724298"/>
                </a:cubicBezTo>
                <a:cubicBezTo>
                  <a:pt x="272504" y="1758394"/>
                  <a:pt x="-95618" y="1313022"/>
                  <a:pt x="0" y="86214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ns3:lineSketchStyleProps sd="2091018771">
                  <a:prstGeom prst="flowChartConnector">
                    <a:avLst/>
                  </a:prstGeom>
                  <ns3:type>
                    <ns3:lineSketchScribble/>
                  </ns3:type>
                </ns3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latin typeface="MV Boli" panose="02000500030200090000" pitchFamily="2" charset="0"/>
                <a:cs typeface="MV Boli" panose="02000500030200090000" pitchFamily="2" charset="0"/>
              </a:rPr>
              <a:t>{SlideMainExplanation}</a:t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endParaRPr lang="en-AU" b="1" i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4" name="Google Shape;114;p17">
            <a:extLst>
              <a:ext uri="{FF2B5EF4-FFF2-40B4-BE49-F238E27FC236}">
                <ns2:creationId id="{B5E34BFA-2980-D53D-272E-C088A321B760}"/>
              </a:ext>
            </a:extLst>
          </p:cNvPr>
          <p:cNvSpPr/>
          <p:nvPr/>
        </p:nvSpPr>
        <p:spPr>
          <a:xfrm>
            <a:off x="230857" y="2704289"/>
            <a:ext cx="3516070" cy="389106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/>
              <a:t>{SlideSupportingContent}</a:t>
            </a:r>
            <a:r>
              <a:rPr lang="en-US" sz="1200" b="1" i="1" dirty="0"/>
              <a:t/>
            </a:r>
            <a:endParaRPr lang="en-US" sz="1200" i="1" dirty="0">
              <a:latin typeface="+mj-lt"/>
              <a:ea typeface="Lato"/>
              <a:cs typeface="Lato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ns2:creationId id="{DFF2F2EB-C3FE-F1D5-63FA-CAD4EB80CC9F}"/>
              </a:ext>
            </a:extLst>
          </p:cNvPr>
          <p:cNvSpPr txBox="1"/>
          <p:nvPr/>
        </p:nvSpPr>
        <p:spPr>
          <a:xfrm>
            <a:off x="3792921" y="818658"/>
            <a:ext cx="81682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{SlidePromptQuestion}</a:t>
            </a:r>
          </a:p>
          <a:p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</a:p>
          <a:p>
            <a:r>
              <a:rPr lang="en-US" sz="1200" dirty="0"/>
              <a:t/>
            </a:r>
          </a:p>
          <a:p>
            <a:pPr>
              <a:buNone/>
            </a:pPr>
            <a:br>
              <a:rPr lang="en-US" sz="1200" dirty="0"/>
            </a:b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/>
            </a:r>
          </a:p>
          <a:p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</a:p>
          <a:p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br>
              <a:rPr lang="en-US" sz="1200" dirty="0"/>
            </a:br>
            <a:endParaRPr lang="en-US" sz="1200" dirty="0"/>
          </a:p>
          <a:p>
            <a:pPr>
              <a:buNone/>
            </a:pPr>
            <a:r>
              <a:rPr lang="en-US" sz="1200" b="1" dirty="0"/>
              <a:t/>
            </a:r>
          </a:p>
          <a:p>
            <a:pPr>
              <a:buNone/>
            </a:pP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ns2:creationId id="{0A8D872B-D401-2628-B1B0-91DAAC314D15}"/>
              </a:ext>
            </a:extLst>
          </p:cNvPr>
          <p:cNvSpPr txBox="1"/>
          <p:nvPr/>
        </p:nvSpPr>
        <p:spPr>
          <a:xfrm>
            <a:off x="230857" y="808163"/>
            <a:ext cx="3516070" cy="16927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MV Boli" panose="02000500030200090000" pitchFamily="2" charset="0"/>
                <a:cs typeface="MV Boli" panose="02000500030200090000" pitchFamily="2" charset="0"/>
              </a:rPr>
              <a:t>{SlideBulletList}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algn="ctr">
              <a:buNone/>
            </a:pPr>
            <a:r>
              <a:rPr lang="en-US" sz="1100" b="1" i="1" dirty="0">
                <a:cs typeface="MV Boli" panose="02000500030200090000" pitchFamily="2" charset="0"/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ns2:creationId id="{8AF56A0B-84F7-B9AD-1104-21A8FA3D603F}"/>
              </a:ext>
            </a:extLst>
          </p:cNvPr>
          <p:cNvSpPr txBox="1"/>
          <p:nvPr/>
        </p:nvSpPr>
        <p:spPr>
          <a:xfrm>
            <a:off x="0" y="-61292"/>
            <a:ext cx="10009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>
                <a:latin typeface="MV Boli" panose="02000500030200090000" pitchFamily="2" charset="0"/>
                <a:cs typeface="MV Boli" panose="02000500030200090000" pitchFamily="2" charset="0"/>
              </a:rPr>
              <a:t>{SlideSupportingContent2}</a:t>
            </a:r>
          </a:p>
        </p:txBody>
      </p:sp>
    </p:spTree>
    <p:extLst>
      <p:ext uri="{BB962C8B-B14F-4D97-AF65-F5344CB8AC3E}">
        <ns4:creationId val="4271628989"/>
      </p:ext>
    </p:extLst>
  </p:cSld>
  <p:clrMapOvr>
    <a:masterClrMapping/>
  </p:clrMapOvr>
</p:sld>
</file>

<file path=ppt/slides/slide42.xml><?xml version="1.0" encoding="utf-8"?>
<p:sld xmlns:a="http://schemas.openxmlformats.org/drawingml/2006/main" xmlns:ns2="http://schemas.microsoft.com/office/drawing/2014/main" xmlns:ns3="http://schemas.microsoft.com/office/drawing/2018/sketchyshapes" xmlns:ns4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5A24F9E6-4577-0E4C-D9BD-9C69A147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ns2:creationId id="{26719E10-508A-C0D8-FD21-03B55DFD7E6C}"/>
              </a:ext>
            </a:extLst>
          </p:cNvPr>
          <p:cNvSpPr txBox="1"/>
          <p:nvPr/>
        </p:nvSpPr>
        <p:spPr>
          <a:xfrm rot="1366722">
            <a:off x="10813480" y="27041"/>
            <a:ext cx="1316402" cy="1906429"/>
          </a:xfrm>
          <a:custGeom>
            <a:avLst/>
            <a:gdLst>
              <a:gd name="csX0" fmla="*/ 0 w 1316402"/>
              <a:gd name="csY0" fmla="*/ 953215 h 1906429"/>
              <a:gd name="csX1" fmla="*/ 658201 w 1316402"/>
              <a:gd name="csY1" fmla="*/ 0 h 1906429"/>
              <a:gd name="csX2" fmla="*/ 1316402 w 1316402"/>
              <a:gd name="csY2" fmla="*/ 953215 h 1906429"/>
              <a:gd name="csX3" fmla="*/ 658201 w 1316402"/>
              <a:gd name="csY3" fmla="*/ 1906430 h 1906429"/>
              <a:gd name="csX4" fmla="*/ 0 w 1316402"/>
              <a:gd name="csY4" fmla="*/ 953215 h 19064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16402" h="1906429" fill="none" extrusionOk="0">
                <a:moveTo>
                  <a:pt x="0" y="953215"/>
                </a:moveTo>
                <a:cubicBezTo>
                  <a:pt x="88543" y="415427"/>
                  <a:pt x="337854" y="23660"/>
                  <a:pt x="658201" y="0"/>
                </a:cubicBezTo>
                <a:cubicBezTo>
                  <a:pt x="899804" y="-33623"/>
                  <a:pt x="1376939" y="440437"/>
                  <a:pt x="1316402" y="953215"/>
                </a:cubicBezTo>
                <a:cubicBezTo>
                  <a:pt x="1397001" y="1471601"/>
                  <a:pt x="961754" y="1970061"/>
                  <a:pt x="658201" y="1906430"/>
                </a:cubicBezTo>
                <a:cubicBezTo>
                  <a:pt x="325018" y="1999662"/>
                  <a:pt x="7220" y="1553294"/>
                  <a:pt x="0" y="953215"/>
                </a:cubicBezTo>
                <a:close/>
              </a:path>
              <a:path w="1316402" h="1906429" stroke="0" extrusionOk="0">
                <a:moveTo>
                  <a:pt x="0" y="953215"/>
                </a:moveTo>
                <a:cubicBezTo>
                  <a:pt x="52576" y="379709"/>
                  <a:pt x="232796" y="53858"/>
                  <a:pt x="658201" y="0"/>
                </a:cubicBezTo>
                <a:cubicBezTo>
                  <a:pt x="998590" y="-113740"/>
                  <a:pt x="1277601" y="475069"/>
                  <a:pt x="1316402" y="953215"/>
                </a:cubicBezTo>
                <a:cubicBezTo>
                  <a:pt x="1349290" y="1556039"/>
                  <a:pt x="1024497" y="1818578"/>
                  <a:pt x="658201" y="1906430"/>
                </a:cubicBezTo>
                <a:cubicBezTo>
                  <a:pt x="282556" y="2004178"/>
                  <a:pt x="-143035" y="1441846"/>
                  <a:pt x="0" y="953215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ns3:lineSketchStyleProps sd="2091018771">
                  <a:prstGeom prst="flowChartConnector">
                    <a:avLst/>
                  </a:prstGeom>
                  <ns3:type>
                    <ns3:lineSketchScribble/>
                  </ns3:type>
                </ns3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latin typeface="MV Boli" panose="02000500030200090000" pitchFamily="2" charset="0"/>
                <a:cs typeface="MV Boli" panose="02000500030200090000" pitchFamily="2" charset="0"/>
              </a:rPr>
              <a:t>{SlideMainExplanation}</a:t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endParaRPr lang="en-AU" b="1" i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4" name="Google Shape;114;p17">
            <a:extLst>
              <a:ext uri="{FF2B5EF4-FFF2-40B4-BE49-F238E27FC236}">
                <ns2:creationId id="{8442A6C5-BA2A-396C-E1E7-5C40588FA299}"/>
              </a:ext>
            </a:extLst>
          </p:cNvPr>
          <p:cNvSpPr/>
          <p:nvPr/>
        </p:nvSpPr>
        <p:spPr>
          <a:xfrm>
            <a:off x="230857" y="2723745"/>
            <a:ext cx="3516070" cy="387160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/>
              <a:t>{SlideSupportingContent}</a:t>
            </a:r>
            <a:r>
              <a:rPr lang="en-US" sz="1200" b="1" i="1" dirty="0"/>
              <a:t/>
            </a:r>
            <a:endParaRPr lang="en-US" sz="1200" i="1" dirty="0">
              <a:latin typeface="+mj-lt"/>
              <a:ea typeface="Lato"/>
              <a:cs typeface="Lato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ns2:creationId id="{39562BF6-1E8B-A30A-3CA0-3B4DD84CE718}"/>
              </a:ext>
            </a:extLst>
          </p:cNvPr>
          <p:cNvSpPr txBox="1"/>
          <p:nvPr/>
        </p:nvSpPr>
        <p:spPr>
          <a:xfrm>
            <a:off x="3973116" y="844714"/>
            <a:ext cx="8168222" cy="526297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200" b="1" dirty="0"/>
              <a:t>{SlidePromptQuestion}</a:t>
            </a:r>
          </a:p>
          <a:p>
            <a:pPr>
              <a:buNone/>
            </a:pP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/>
            </a:r>
          </a:p>
          <a:p>
            <a:pPr>
              <a:buNone/>
            </a:pP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br>
              <a:rPr lang="en-US" sz="1200" dirty="0"/>
            </a:br>
            <a:endParaRPr lang="en-US" sz="1200" dirty="0"/>
          </a:p>
          <a:p>
            <a:pPr>
              <a:buNone/>
            </a:pPr>
            <a:r>
              <a:rPr lang="en-US" sz="1200" b="1" dirty="0"/>
              <a:t/>
            </a:r>
          </a:p>
          <a:p>
            <a:pPr>
              <a:buNone/>
            </a:pP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ns2:creationId id="{0412BE95-015C-0068-B9A2-DE04C7C86643}"/>
              </a:ext>
            </a:extLst>
          </p:cNvPr>
          <p:cNvSpPr txBox="1"/>
          <p:nvPr/>
        </p:nvSpPr>
        <p:spPr>
          <a:xfrm>
            <a:off x="230857" y="795015"/>
            <a:ext cx="3516070" cy="16927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MV Boli" panose="02000500030200090000" pitchFamily="2" charset="0"/>
                <a:cs typeface="MV Boli" panose="02000500030200090000" pitchFamily="2" charset="0"/>
              </a:rPr>
              <a:t>{SlideBulletList}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algn="ctr">
              <a:buNone/>
            </a:pPr>
            <a:r>
              <a:rPr lang="en-US" sz="1100" b="1" i="1" dirty="0">
                <a:cs typeface="MV Boli" panose="02000500030200090000" pitchFamily="2" charset="0"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ns2:creationId id="{0C5B5065-F487-3DE3-4E0E-252739EBE898}"/>
              </a:ext>
            </a:extLst>
          </p:cNvPr>
          <p:cNvSpPr txBox="1"/>
          <p:nvPr/>
        </p:nvSpPr>
        <p:spPr>
          <a:xfrm>
            <a:off x="-97027" y="-22530"/>
            <a:ext cx="10009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>
                <a:latin typeface="MV Boli" panose="02000500030200090000" pitchFamily="2" charset="0"/>
                <a:cs typeface="MV Boli" panose="02000500030200090000" pitchFamily="2" charset="0"/>
              </a:rPr>
              <a:t>{SlideSupportingContent2}</a:t>
            </a:r>
          </a:p>
        </p:txBody>
      </p:sp>
    </p:spTree>
    <p:extLst>
      <p:ext uri="{BB962C8B-B14F-4D97-AF65-F5344CB8AC3E}">
        <ns4:creationId val="1538274599"/>
      </p:ext>
    </p:extLst>
  </p:cSld>
  <p:clrMapOvr>
    <a:masterClrMapping/>
  </p:clrMapOvr>
</p:sld>
</file>

<file path=ppt/slides/slide43.xml><?xml version="1.0" encoding="utf-8"?>
<p:sld xmlns:a="http://schemas.openxmlformats.org/drawingml/2006/main" xmlns:ns2="http://schemas.microsoft.com/office/drawing/2014/main" xmlns:ns3="http://schemas.microsoft.com/office/drawing/2018/sketchyshapes" xmlns:ns4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4F684009-DAD7-4976-988D-7E240B42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4;p17">
            <a:extLst>
              <a:ext uri="{FF2B5EF4-FFF2-40B4-BE49-F238E27FC236}">
                <ns2:creationId id="{06988E84-400F-7BB7-DF3D-056BFA601D5C}"/>
              </a:ext>
            </a:extLst>
          </p:cNvPr>
          <p:cNvSpPr/>
          <p:nvPr/>
        </p:nvSpPr>
        <p:spPr>
          <a:xfrm>
            <a:off x="230857" y="2723745"/>
            <a:ext cx="3516070" cy="387160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i="1" dirty="0"/>
              <a:t>{SlideMainExplanation}</a:t>
            </a:r>
            <a:r>
              <a:rPr lang="en-US" sz="1200" b="1" i="1" dirty="0"/>
              <a:t/>
            </a:r>
            <a:endParaRPr lang="en-US" sz="1200" i="1" dirty="0">
              <a:latin typeface="+mj-lt"/>
              <a:ea typeface="Lato"/>
              <a:cs typeface="Lato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ns2:creationId id="{951751D8-26A3-315C-9462-C15BC8C55041}"/>
              </a:ext>
            </a:extLst>
          </p:cNvPr>
          <p:cNvSpPr txBox="1"/>
          <p:nvPr/>
        </p:nvSpPr>
        <p:spPr>
          <a:xfrm>
            <a:off x="3924478" y="794251"/>
            <a:ext cx="8168222" cy="58169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200" b="1" dirty="0"/>
              <a:t>{SlidePromptQuestion}</a:t>
            </a:r>
          </a:p>
          <a:p>
            <a:pPr>
              <a:buNone/>
            </a:pP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/>
            </a:r>
          </a:p>
          <a:p>
            <a:pPr>
              <a:buNone/>
            </a:pP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br>
              <a:rPr lang="en-US" sz="1200" dirty="0"/>
            </a:b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br>
              <a:rPr lang="en-US" sz="1200" dirty="0"/>
            </a:b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br>
              <a:rPr lang="en-US" sz="1200" dirty="0"/>
            </a:br>
            <a:endParaRPr lang="en-US" sz="1200" dirty="0"/>
          </a:p>
          <a:p>
            <a:pPr>
              <a:buNone/>
            </a:pPr>
            <a:r>
              <a:rPr lang="en-US" sz="1200" b="1" dirty="0"/>
              <a:t/>
            </a:r>
          </a:p>
          <a:p>
            <a:pPr>
              <a:buNone/>
            </a:pP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r>
              <a:rPr lang="en-US" sz="1200" b="1" dirty="0"/>
              <a:t/>
            </a:r>
            <a:r>
              <a:rPr lang="en-US" sz="1200" dirty="0"/>
              <a:t/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ns2:creationId id="{A3486AF4-F5D2-D48F-B7EE-52BDEDE5CF6D}"/>
              </a:ext>
            </a:extLst>
          </p:cNvPr>
          <p:cNvSpPr txBox="1"/>
          <p:nvPr/>
        </p:nvSpPr>
        <p:spPr>
          <a:xfrm>
            <a:off x="230857" y="795015"/>
            <a:ext cx="3516070" cy="16927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MV Boli" panose="02000500030200090000" pitchFamily="2" charset="0"/>
                <a:cs typeface="MV Boli" panose="02000500030200090000" pitchFamily="2" charset="0"/>
              </a:rPr>
              <a:t>{SlideBulletList}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/>
            </a:r>
          </a:p>
          <a:p>
            <a:pPr algn="ctr">
              <a:buNone/>
            </a:pPr>
            <a:r>
              <a:rPr lang="en-US" sz="1100" b="1" i="1" dirty="0">
                <a:cs typeface="MV Boli" panose="02000500030200090000" pitchFamily="2" charset="0"/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ns2:creationId id="{4A96148D-017C-7AE7-B5EB-AF7DB1E34820}"/>
              </a:ext>
            </a:extLst>
          </p:cNvPr>
          <p:cNvSpPr txBox="1"/>
          <p:nvPr/>
        </p:nvSpPr>
        <p:spPr>
          <a:xfrm>
            <a:off x="0" y="-39090"/>
            <a:ext cx="112743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>
                <a:latin typeface="MV Boli" panose="02000500030200090000" pitchFamily="2" charset="0"/>
                <a:cs typeface="MV Boli" panose="02000500030200090000" pitchFamily="2" charset="0"/>
              </a:rPr>
              <a:t>{SlideCaption}</a:t>
            </a:r>
          </a:p>
        </p:txBody>
      </p:sp>
      <p:sp>
        <p:nvSpPr>
          <p:cNvPr id="2" name="TextBox 1">
            <a:extLst>
              <a:ext uri="{FF2B5EF4-FFF2-40B4-BE49-F238E27FC236}">
                <ns2:creationId id="{64DB25F3-207A-5B38-0F2E-B57BDC0D53C5}"/>
              </a:ext>
            </a:extLst>
          </p:cNvPr>
          <p:cNvSpPr txBox="1"/>
          <p:nvPr/>
        </p:nvSpPr>
        <p:spPr>
          <a:xfrm rot="580835">
            <a:off x="10641309" y="5579"/>
            <a:ext cx="1492286" cy="2373639"/>
          </a:xfrm>
          <a:custGeom>
            <a:avLst/>
            <a:gdLst>
              <a:gd name="csX0" fmla="*/ 0 w 1492286"/>
              <a:gd name="csY0" fmla="*/ 1186820 h 2373639"/>
              <a:gd name="csX1" fmla="*/ 746143 w 1492286"/>
              <a:gd name="csY1" fmla="*/ 0 h 2373639"/>
              <a:gd name="csX2" fmla="*/ 1492286 w 1492286"/>
              <a:gd name="csY2" fmla="*/ 1186820 h 2373639"/>
              <a:gd name="csX3" fmla="*/ 746143 w 1492286"/>
              <a:gd name="csY3" fmla="*/ 2373640 h 2373639"/>
              <a:gd name="csX4" fmla="*/ 0 w 1492286"/>
              <a:gd name="csY4" fmla="*/ 1186820 h 23736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92286" h="2373639" fill="none" extrusionOk="0">
                <a:moveTo>
                  <a:pt x="0" y="1186820"/>
                </a:moveTo>
                <a:cubicBezTo>
                  <a:pt x="100568" y="518475"/>
                  <a:pt x="412991" y="43262"/>
                  <a:pt x="746143" y="0"/>
                </a:cubicBezTo>
                <a:cubicBezTo>
                  <a:pt x="996392" y="-44633"/>
                  <a:pt x="1575195" y="550075"/>
                  <a:pt x="1492286" y="1186820"/>
                </a:cubicBezTo>
                <a:cubicBezTo>
                  <a:pt x="1518891" y="1839622"/>
                  <a:pt x="1102465" y="2432813"/>
                  <a:pt x="746143" y="2373640"/>
                </a:cubicBezTo>
                <a:cubicBezTo>
                  <a:pt x="342764" y="2400396"/>
                  <a:pt x="7741" y="1921230"/>
                  <a:pt x="0" y="1186820"/>
                </a:cubicBezTo>
                <a:close/>
              </a:path>
              <a:path w="1492286" h="2373639" stroke="0" extrusionOk="0">
                <a:moveTo>
                  <a:pt x="0" y="1186820"/>
                </a:moveTo>
                <a:cubicBezTo>
                  <a:pt x="34340" y="500620"/>
                  <a:pt x="270873" y="54985"/>
                  <a:pt x="746143" y="0"/>
                </a:cubicBezTo>
                <a:cubicBezTo>
                  <a:pt x="1154314" y="-19242"/>
                  <a:pt x="1472817" y="555592"/>
                  <a:pt x="1492286" y="1186820"/>
                </a:cubicBezTo>
                <a:cubicBezTo>
                  <a:pt x="1500497" y="1861352"/>
                  <a:pt x="1160510" y="2301538"/>
                  <a:pt x="746143" y="2373640"/>
                </a:cubicBezTo>
                <a:cubicBezTo>
                  <a:pt x="317830" y="2504414"/>
                  <a:pt x="-65023" y="1825093"/>
                  <a:pt x="0" y="118682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ns3:lineSketchStyleProps sd="2091018771">
                  <a:prstGeom prst="flowChartConnector">
                    <a:avLst/>
                  </a:prstGeom>
                  <ns3:type>
                    <ns3:lineSketchScribble/>
                  </ns3:type>
                </ns3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latin typeface="MV Boli" panose="02000500030200090000" pitchFamily="2" charset="0"/>
                <a:cs typeface="MV Boli" panose="02000500030200090000" pitchFamily="2" charset="0"/>
              </a:rPr>
              <a:t>{SlideSupportingContent}</a:t>
            </a:r>
          </a:p>
          <a:p>
            <a:pPr algn="ctr"/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 err="1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  <a:b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</a:br>
            <a:r>
              <a:rPr lang="en-US" sz="1000" dirty="0">
                <a:latin typeface="MV Boli" panose="02000500030200090000" pitchFamily="2" charset="0"/>
                <a:cs typeface="MV Boli" panose="02000500030200090000" pitchFamily="2" charset="0"/>
              </a:rPr>
              <a:t/>
            </a:r>
          </a:p>
          <a:p>
            <a:pPr algn="ctr"/>
            <a:endParaRPr lang="en-AU" b="1" i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ns4:creationId val="191949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b8a18a-7af3-4931-9d08-29df45da2bd9}" enabled="0" method="" siteId="{49b8a18a-7af3-4931-9d08-29df45da2b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1136</Words>
  <Application>Microsoft Office PowerPoint</Application>
  <PresentationFormat>Widescreen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2025-04-24T06:53:26Z</dcterms:created>
  <dcterms:modified xsi:type="dcterms:W3CDTF">2025-04-30T08:41:58Z</dcterms:modified>
</cp:coreProperties>
</file>