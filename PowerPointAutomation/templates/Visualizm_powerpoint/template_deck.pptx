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35" r:id="rId1"/>
  </p:sldMasterIdLst>
  <p:notesMasterIdLst>
    <p:notesMasterId r:id="rId38"/>
  </p:notesMasterIdLst>
  <p:handoutMasterIdLst>
    <p:handoutMasterId r:id="rId39"/>
  </p:handoutMasterIdLst>
  <p:sldIdLst>
    <p:sldId id="276" r:id="rId2"/>
    <p:sldId id="279" r:id="rId3"/>
    <p:sldId id="278" r:id="rId4"/>
    <p:sldId id="280" r:id="rId5"/>
    <p:sldId id="281" r:id="rId6"/>
    <p:sldId id="282" r:id="rId7"/>
    <p:sldId id="283" r:id="rId8"/>
    <p:sldId id="285" r:id="rId9"/>
    <p:sldId id="309" r:id="rId10"/>
    <p:sldId id="286" r:id="rId11"/>
    <p:sldId id="287" r:id="rId12"/>
    <p:sldId id="288" r:id="rId13"/>
    <p:sldId id="289" r:id="rId14"/>
    <p:sldId id="290" r:id="rId15"/>
    <p:sldId id="310" r:id="rId16"/>
    <p:sldId id="292" r:id="rId17"/>
    <p:sldId id="293" r:id="rId18"/>
    <p:sldId id="294" r:id="rId19"/>
    <p:sldId id="295" r:id="rId20"/>
    <p:sldId id="311" r:id="rId21"/>
    <p:sldId id="296" r:id="rId22"/>
    <p:sldId id="297" r:id="rId23"/>
    <p:sldId id="300" r:id="rId24"/>
    <p:sldId id="301" r:id="rId25"/>
    <p:sldId id="302" r:id="rId26"/>
    <p:sldId id="303" r:id="rId27"/>
    <p:sldId id="299" r:id="rId28"/>
    <p:sldId id="304" r:id="rId29"/>
    <p:sldId id="305" r:id="rId30"/>
    <p:sldId id="306" r:id="rId31"/>
    <p:sldId id="307" r:id="rId32"/>
    <p:sldId id="308" r:id="rId33"/>
    <p:sldId id="277" r:id="rId34"/>
    <p:sldId id="258" r:id="rId35"/>
    <p:sldId id="257" r:id="rId36"/>
    <p:sldId id="270" r:id="rId3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Welcome Slides" id="{D2F41B08-2D84-45DC-AA51-C88991BC07B7}">
          <p14:sldIdLst>
            <p14:sldId id="276"/>
          </p14:sldIdLst>
        </p14:section>
        <p14:section name="About Us" id="{EB436416-F822-4824-967B-ED7257A0153D}">
          <p14:sldIdLst>
            <p14:sldId id="279"/>
            <p14:sldId id="278"/>
            <p14:sldId id="280"/>
            <p14:sldId id="281"/>
            <p14:sldId id="282"/>
            <p14:sldId id="283"/>
            <p14:sldId id="285"/>
            <p14:sldId id="309"/>
          </p14:sldIdLst>
        </p14:section>
        <p14:section name="Team" id="{058A1B96-DC8C-40D0-88E7-566B7BBBC55E}">
          <p14:sldIdLst>
            <p14:sldId id="286"/>
            <p14:sldId id="287"/>
            <p14:sldId id="288"/>
            <p14:sldId id="289"/>
          </p14:sldIdLst>
        </p14:section>
        <p14:section name="Services" id="{DE9ACD02-107A-494F-BE1A-51BC6A15280D}">
          <p14:sldIdLst>
            <p14:sldId id="290"/>
            <p14:sldId id="310"/>
            <p14:sldId id="292"/>
            <p14:sldId id="293"/>
          </p14:sldIdLst>
        </p14:section>
        <p14:section name="Break Slide" id="{6DAB23AA-0CDE-4F91-9E22-486C28D2855D}">
          <p14:sldIdLst>
            <p14:sldId id="294"/>
          </p14:sldIdLst>
        </p14:section>
        <p14:section name="Portfolio" id="{F30FF239-07AF-44CF-8068-ABE92A5627CA}">
          <p14:sldIdLst>
            <p14:sldId id="295"/>
            <p14:sldId id="311"/>
            <p14:sldId id="296"/>
            <p14:sldId id="297"/>
          </p14:sldIdLst>
        </p14:section>
        <p14:section name="Mockup" id="{EE8B6989-AB8E-43BA-AE00-91B725B81217}">
          <p14:sldIdLst>
            <p14:sldId id="300"/>
            <p14:sldId id="301"/>
            <p14:sldId id="302"/>
            <p14:sldId id="303"/>
          </p14:sldIdLst>
        </p14:section>
        <p14:section name="Pricing Table" id="{11BBD15D-A01F-4F9B-87B7-FC084F2FF86C}">
          <p14:sldIdLst>
            <p14:sldId id="299"/>
          </p14:sldIdLst>
        </p14:section>
        <p14:section name="Chart" id="{074B3B7A-1984-43E3-BC1F-87541DDFA12C}">
          <p14:sldIdLst>
            <p14:sldId id="304"/>
            <p14:sldId id="305"/>
          </p14:sldIdLst>
        </p14:section>
        <p14:section name="Infographic" id="{275FAE23-4BE1-4DBB-A76A-EE3684C04C0F}">
          <p14:sldIdLst>
            <p14:sldId id="306"/>
            <p14:sldId id="307"/>
          </p14:sldIdLst>
        </p14:section>
        <p14:section name="Contact Us" id="{AB0F4005-5EA4-4ECD-A358-7C2A00650F65}">
          <p14:sldIdLst>
            <p14:sldId id="308"/>
          </p14:sldIdLst>
        </p14:section>
        <p14:section name="Ending Slides" id="{DD7A4F3A-ED4A-4746-A3F9-190387A2D88A}">
          <p14:sldIdLst>
            <p14:sldId id="277"/>
          </p14:sldIdLst>
        </p14:section>
        <p14:section name="Icons" id="{B15C361D-D0A3-4762-A16F-0ACC0FDE1EF7}">
          <p14:sldIdLst>
            <p14:sldId id="258"/>
            <p14:sldId id="257"/>
            <p14:sldId id="270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88552"/>
    <a:srgbClr val="EE5878"/>
    <a:srgbClr val="FFEBB3"/>
    <a:srgbClr val="FFE8A7"/>
    <a:srgbClr val="FFE69F"/>
    <a:srgbClr val="B72FE1"/>
    <a:srgbClr val="F1A409"/>
    <a:srgbClr val="FFE9AB"/>
    <a:srgbClr val="E828BF"/>
    <a:srgbClr val="542C7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0368" autoAdjust="0"/>
    <p:restoredTop sz="55515" autoAdjust="0"/>
  </p:normalViewPr>
  <p:slideViewPr>
    <p:cSldViewPr snapToGrid="0">
      <p:cViewPr varScale="1">
        <p:scale>
          <a:sx n="70" d="100"/>
          <a:sy n="70" d="100"/>
        </p:scale>
        <p:origin x="438" y="7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4194"/>
    </p:cViewPr>
  </p:sorterViewPr>
  <p:notesViewPr>
    <p:cSldViewPr snapToGrid="0">
      <p:cViewPr varScale="1">
        <p:scale>
          <a:sx n="54" d="100"/>
          <a:sy n="54" d="100"/>
        </p:scale>
        <p:origin x="2820" y="66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ableStyles" Target="tableStyle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  <a:effectLst/>
          </c:spPr>
          <c:invertIfNegative val="0"/>
          <c:cat>
            <c:numRef>
              <c:f>Sheet1!$A$2:$A$5</c:f>
              <c:numCache>
                <c:formatCode>General</c:formatCode>
                <c:ptCount val="4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</c:numCache>
            </c:numRef>
          </c:cat>
          <c:val>
            <c:numRef>
              <c:f>Sheet1!$B$2:$B$5</c:f>
              <c:numCache>
                <c:formatCode>General</c:formatCode>
                <c:ptCount val="4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463A-467C-A369-44B705917930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Series 2</c:v>
                </c:pt>
              </c:strCache>
            </c:strRef>
          </c:tx>
          <c:spPr>
            <a:solidFill>
              <a:schemeClr val="tx1">
                <a:lumMod val="75000"/>
                <a:lumOff val="25000"/>
              </a:schemeClr>
            </a:solidFill>
            <a:ln>
              <a:noFill/>
            </a:ln>
            <a:effectLst/>
          </c:spPr>
          <c:invertIfNegative val="0"/>
          <c:cat>
            <c:numRef>
              <c:f>Sheet1!$A$2:$A$5</c:f>
              <c:numCache>
                <c:formatCode>General</c:formatCode>
                <c:ptCount val="4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</c:numCache>
            </c:numRef>
          </c:cat>
          <c:val>
            <c:numRef>
              <c:f>Sheet1!$C$2:$C$5</c:f>
              <c:numCache>
                <c:formatCode>General</c:formatCode>
                <c:ptCount val="4"/>
                <c:pt idx="0">
                  <c:v>2.4</c:v>
                </c:pt>
                <c:pt idx="1">
                  <c:v>4.4000000000000004</c:v>
                </c:pt>
                <c:pt idx="2">
                  <c:v>1.8</c:v>
                </c:pt>
                <c:pt idx="3">
                  <c:v>2.8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463A-467C-A369-44B70591793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axId val="339852752"/>
        <c:axId val="339853080"/>
      </c:barChart>
      <c:lineChart>
        <c:grouping val="standard"/>
        <c:varyColors val="0"/>
        <c:ser>
          <c:idx val="2"/>
          <c:order val="2"/>
          <c:tx>
            <c:strRef>
              <c:f>Sheet1!$D$1</c:f>
              <c:strCache>
                <c:ptCount val="1"/>
                <c:pt idx="0">
                  <c:v>Series 3</c:v>
                </c:pt>
              </c:strCache>
            </c:strRef>
          </c:tx>
          <c:spPr>
            <a:ln w="12700" cap="rnd">
              <a:solidFill>
                <a:srgbClr val="F88552"/>
              </a:solidFill>
              <a:round/>
            </a:ln>
            <a:effectLst/>
          </c:spPr>
          <c:marker>
            <c:symbol val="none"/>
          </c:marker>
          <c:cat>
            <c:numRef>
              <c:f>Sheet1!$A$2:$A$5</c:f>
              <c:numCache>
                <c:formatCode>General</c:formatCode>
                <c:ptCount val="4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</c:numCache>
            </c:numRef>
          </c:cat>
          <c:val>
            <c:numRef>
              <c:f>Sheet1!$D$2:$D$5</c:f>
              <c:numCache>
                <c:formatCode>General</c:formatCode>
                <c:ptCount val="4"/>
                <c:pt idx="0">
                  <c:v>2</c:v>
                </c:pt>
                <c:pt idx="1">
                  <c:v>2</c:v>
                </c:pt>
                <c:pt idx="2">
                  <c:v>3</c:v>
                </c:pt>
                <c:pt idx="3">
                  <c:v>4.7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463A-467C-A369-44B70591793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339852752"/>
        <c:axId val="339853080"/>
      </c:lineChart>
      <c:catAx>
        <c:axId val="33985275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339853080"/>
        <c:crosses val="autoZero"/>
        <c:auto val="1"/>
        <c:lblAlgn val="ctr"/>
        <c:lblOffset val="100"/>
        <c:noMultiLvlLbl val="0"/>
      </c:catAx>
      <c:valAx>
        <c:axId val="339853080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339852752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6.6218018855198665E-2"/>
          <c:y val="0.12482208077703978"/>
          <c:w val="0.92385965206289433"/>
          <c:h val="0.75087347010953653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One</c:v>
                </c:pt>
              </c:strCache>
            </c:strRef>
          </c:tx>
          <c:spPr>
            <a:solidFill>
              <a:schemeClr val="accent4">
                <a:lumMod val="60000"/>
                <a:lumOff val="40000"/>
              </a:schemeClr>
            </a:solidFill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0-64C4-4954-B759-FE94D3D9209F}"/>
              </c:ext>
            </c:extLst>
          </c:dPt>
          <c:dPt>
            <c:idx val="1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64C4-4954-B759-FE94D3D9209F}"/>
              </c:ext>
            </c:extLst>
          </c:dPt>
          <c:dPt>
            <c:idx val="2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2-64C4-4954-B759-FE94D3D9209F}"/>
              </c:ext>
            </c:extLst>
          </c:dPt>
          <c:dPt>
            <c:idx val="3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3-64C4-4954-B759-FE94D3D9209F}"/>
              </c:ext>
            </c:extLst>
          </c:dPt>
          <c:dPt>
            <c:idx val="4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4-64C4-4954-B759-FE94D3D9209F}"/>
              </c:ext>
            </c:extLst>
          </c:dPt>
          <c:dPt>
            <c:idx val="5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5-64C4-4954-B759-FE94D3D9209F}"/>
              </c:ext>
            </c:extLst>
          </c:dPt>
          <c:dPt>
            <c:idx val="6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6-64C4-4954-B759-FE94D3D9209F}"/>
              </c:ext>
            </c:extLst>
          </c:dPt>
          <c:dPt>
            <c:idx val="7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7-64C4-4954-B759-FE94D3D9209F}"/>
              </c:ext>
            </c:extLst>
          </c:dPt>
          <c:dPt>
            <c:idx val="8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8-64C4-4954-B759-FE94D3D9209F}"/>
              </c:ext>
            </c:extLst>
          </c:dPt>
          <c:dPt>
            <c:idx val="9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9-64C4-4954-B759-FE94D3D9209F}"/>
              </c:ext>
            </c:extLst>
          </c:dPt>
          <c:dPt>
            <c:idx val="1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A-64C4-4954-B759-FE94D3D9209F}"/>
              </c:ext>
            </c:extLst>
          </c:dPt>
          <c:dPt>
            <c:idx val="11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B-64C4-4954-B759-FE94D3D9209F}"/>
              </c:ext>
            </c:extLst>
          </c:dPt>
          <c:cat>
            <c:strRef>
              <c:f>Sheet1!$A$2:$A$13</c:f>
              <c:strCache>
                <c:ptCount val="12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Aug</c:v>
                </c:pt>
                <c:pt idx="8">
                  <c:v>Sep</c:v>
                </c:pt>
                <c:pt idx="9">
                  <c:v>Oct</c:v>
                </c:pt>
                <c:pt idx="10">
                  <c:v>Nov</c:v>
                </c:pt>
                <c:pt idx="11">
                  <c:v>Dec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40</c:v>
                </c:pt>
                <c:pt idx="1">
                  <c:v>80</c:v>
                </c:pt>
                <c:pt idx="2">
                  <c:v>60</c:v>
                </c:pt>
                <c:pt idx="3">
                  <c:v>70</c:v>
                </c:pt>
                <c:pt idx="4">
                  <c:v>190</c:v>
                </c:pt>
                <c:pt idx="5">
                  <c:v>150</c:v>
                </c:pt>
                <c:pt idx="6">
                  <c:v>145</c:v>
                </c:pt>
                <c:pt idx="7">
                  <c:v>195</c:v>
                </c:pt>
                <c:pt idx="8">
                  <c:v>185</c:v>
                </c:pt>
                <c:pt idx="9">
                  <c:v>320</c:v>
                </c:pt>
                <c:pt idx="10">
                  <c:v>405</c:v>
                </c:pt>
                <c:pt idx="11">
                  <c:v>574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C-64C4-4954-B759-FE94D3D9209F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Series Two</c:v>
                </c:pt>
              </c:strCache>
            </c:strRef>
          </c:tx>
          <c:spPr>
            <a:solidFill>
              <a:schemeClr val="tx1">
                <a:lumMod val="65000"/>
                <a:lumOff val="35000"/>
              </a:schemeClr>
            </a:solidFill>
            <a:ln>
              <a:noFill/>
            </a:ln>
          </c:spPr>
          <c:invertIfNegative val="0"/>
          <c:cat>
            <c:strRef>
              <c:f>Sheet1!$A$2:$A$13</c:f>
              <c:strCache>
                <c:ptCount val="12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Aug</c:v>
                </c:pt>
                <c:pt idx="8">
                  <c:v>Sep</c:v>
                </c:pt>
                <c:pt idx="9">
                  <c:v>Oct</c:v>
                </c:pt>
                <c:pt idx="10">
                  <c:v>Nov</c:v>
                </c:pt>
                <c:pt idx="11">
                  <c:v>Dec</c:v>
                </c:pt>
              </c:strCache>
            </c:strRef>
          </c:cat>
          <c:val>
            <c:numRef>
              <c:f>Sheet1!$C$2:$C$13</c:f>
              <c:numCache>
                <c:formatCode>General</c:formatCode>
                <c:ptCount val="12"/>
                <c:pt idx="0">
                  <c:v>20</c:v>
                </c:pt>
                <c:pt idx="1">
                  <c:v>40</c:v>
                </c:pt>
                <c:pt idx="2">
                  <c:v>20</c:v>
                </c:pt>
                <c:pt idx="3">
                  <c:v>10</c:v>
                </c:pt>
                <c:pt idx="4">
                  <c:v>20</c:v>
                </c:pt>
                <c:pt idx="5">
                  <c:v>80</c:v>
                </c:pt>
                <c:pt idx="6">
                  <c:v>60</c:v>
                </c:pt>
                <c:pt idx="7">
                  <c:v>60</c:v>
                </c:pt>
                <c:pt idx="8">
                  <c:v>90</c:v>
                </c:pt>
                <c:pt idx="9">
                  <c:v>70</c:v>
                </c:pt>
                <c:pt idx="10">
                  <c:v>180</c:v>
                </c:pt>
                <c:pt idx="11">
                  <c:v>229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D-64C4-4954-B759-FE94D3D9209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00"/>
        <c:axId val="-742504656"/>
        <c:axId val="-742501392"/>
      </c:barChart>
      <c:catAx>
        <c:axId val="-742504656"/>
        <c:scaling>
          <c:orientation val="minMax"/>
        </c:scaling>
        <c:delete val="0"/>
        <c:axPos val="b"/>
        <c:majorGridlines>
          <c:spPr>
            <a:ln w="12700">
              <a:solidFill>
                <a:schemeClr val="tx1">
                  <a:lumMod val="20000"/>
                  <a:lumOff val="80000"/>
                </a:schemeClr>
              </a:solidFill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>
            <a:noFill/>
          </a:ln>
        </c:spPr>
        <c:crossAx val="-742501392"/>
        <c:crosses val="autoZero"/>
        <c:auto val="1"/>
        <c:lblAlgn val="ctr"/>
        <c:lblOffset val="100"/>
        <c:noMultiLvlLbl val="0"/>
      </c:catAx>
      <c:valAx>
        <c:axId val="-742501392"/>
        <c:scaling>
          <c:orientation val="minMax"/>
          <c:max val="600"/>
        </c:scaling>
        <c:delete val="0"/>
        <c:axPos val="l"/>
        <c:majorGridlines>
          <c:spPr>
            <a:ln w="12700">
              <a:solidFill>
                <a:schemeClr val="tx1">
                  <a:lumMod val="20000"/>
                  <a:lumOff val="80000"/>
                </a:schemeClr>
              </a:solidFill>
            </a:ln>
          </c:spPr>
        </c:majorGridlines>
        <c:numFmt formatCode="0&quot;%&quot;" sourceLinked="0"/>
        <c:majorTickMark val="out"/>
        <c:minorTickMark val="none"/>
        <c:tickLblPos val="nextTo"/>
        <c:spPr>
          <a:ln w="19050">
            <a:noFill/>
          </a:ln>
        </c:spPr>
        <c:crossAx val="-742504656"/>
        <c:crosses val="autoZero"/>
        <c:crossBetween val="between"/>
      </c:valAx>
      <c:spPr>
        <a:ln w="19050">
          <a:noFill/>
        </a:ln>
      </c:spPr>
    </c:plotArea>
    <c:plotVisOnly val="1"/>
    <c:dispBlanksAs val="gap"/>
    <c:showDLblsOverMax val="0"/>
  </c:chart>
  <c:txPr>
    <a:bodyPr/>
    <a:lstStyle/>
    <a:p>
      <a:pPr>
        <a:defRPr sz="1200">
          <a:solidFill>
            <a:schemeClr val="tx1"/>
          </a:solidFill>
        </a:defRPr>
      </a:pPr>
      <a:endParaRPr lang="en-US"/>
    </a:p>
  </c:txPr>
  <c:externalData r:id="rId1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8546EEF6-5139-4B01-9C26-7D2B7B82B74F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4E64B49-BB89-49CE-BA2C-770E6B423D03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53F1735-D86E-49E0-AF21-89DF4867B998}" type="datetimeFigureOut">
              <a:rPr lang="en-US" smtClean="0"/>
              <a:t>2/1/2019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C491D67-E3FA-414B-A799-EB55877F4C19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DB81EFB-2E49-46F3-8CC8-FDE5EB13A259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2A1388F-97A6-4144-B5E5-AC9BD184D2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027010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2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2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D66AB57-DA86-4631-A727-9D11EBB1C8B4}" type="datetimeFigureOut">
              <a:rPr lang="en-US" smtClean="0"/>
              <a:t>2/1/2019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49"/>
            <a:ext cx="5486400" cy="3600451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AA667F5-7F68-46F4-8D5F-4BC84A747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591229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036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016" algn="l" defTabSz="914036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036" algn="l" defTabSz="914036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052" algn="l" defTabSz="914036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069" algn="l" defTabSz="914036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5087" algn="l" defTabSz="914036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2104" algn="l" defTabSz="914036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199120" algn="l" defTabSz="914036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6136" algn="l" defTabSz="914036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d-ID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A7542B8-0205-4AF0-B1F4-C01EC1D9B32A}" type="slidenum">
              <a:rPr lang="id-ID" smtClean="0"/>
              <a:t>34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196098105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d-ID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A7542B8-0205-4AF0-B1F4-C01EC1D9B32A}" type="slidenum">
              <a:rPr lang="id-ID" smtClean="0"/>
              <a:t>35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334933742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d-ID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A7542B8-0205-4AF0-B1F4-C01EC1D9B32A}" type="slidenum">
              <a:rPr lang="id-ID" smtClean="0"/>
              <a:t>36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419050636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391087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bg>
      <p:bgPr>
        <a:solidFill>
          <a:schemeClr val="bg1">
            <a:lumMod val="6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E5A1F8C-FD93-40A5-97F3-60455EA7036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058835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A24674D9-0982-4786-B4D6-8B095AEBAB40}"/>
              </a:ext>
            </a:extLst>
          </p:cNvPr>
          <p:cNvSpPr/>
          <p:nvPr userDrawn="1"/>
        </p:nvSpPr>
        <p:spPr>
          <a:xfrm>
            <a:off x="0" y="4735773"/>
            <a:ext cx="3603009" cy="2122227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Picture Placeholder 12">
            <a:extLst>
              <a:ext uri="{FF2B5EF4-FFF2-40B4-BE49-F238E27FC236}">
                <a16:creationId xmlns:a16="http://schemas.microsoft.com/office/drawing/2014/main" id="{281AC969-B848-44B5-B5FF-327DD1D1A03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93878" y="691593"/>
            <a:ext cx="4219316" cy="5586374"/>
          </a:xfrm>
          <a:pattFill prst="pct5">
            <a:fgClr>
              <a:srgbClr val="00B0F0"/>
            </a:fgClr>
            <a:bgClr>
              <a:schemeClr val="bg1"/>
            </a:bgClr>
          </a:pattFill>
        </p:spPr>
        <p:txBody>
          <a:bodyPr>
            <a:normAutofit/>
          </a:bodyPr>
          <a:lstStyle>
            <a:lvl1pPr>
              <a:defRPr sz="1400"/>
            </a:lvl1pPr>
          </a:lstStyle>
          <a:p>
            <a:endParaRPr lang="en-US"/>
          </a:p>
        </p:txBody>
      </p:sp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7B15A7A7-8E63-4714-A9DD-7DA39ECDDCF4}"/>
              </a:ext>
            </a:extLst>
          </p:cNvPr>
          <p:cNvSpPr txBox="1">
            <a:spLocks/>
          </p:cNvSpPr>
          <p:nvPr userDrawn="1"/>
        </p:nvSpPr>
        <p:spPr>
          <a:xfrm>
            <a:off x="11342747" y="6095404"/>
            <a:ext cx="59129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BC64674B-0CCF-4531-A68C-815F17BC8CC8}" type="slidenum">
              <a:rPr lang="en-US" smtClean="0">
                <a:solidFill>
                  <a:schemeClr val="tx1">
                    <a:lumMod val="65000"/>
                    <a:lumOff val="35000"/>
                  </a:schemeClr>
                </a:solidFill>
                <a:latin typeface="Poppins SemiBold" panose="00000700000000000000" pitchFamily="2" charset="0"/>
                <a:cs typeface="Poppins SemiBold" panose="00000700000000000000" pitchFamily="2" charset="0"/>
              </a:rPr>
              <a:pPr algn="ctr"/>
              <a:t>‹#›</a:t>
            </a:fld>
            <a:endParaRPr lang="en-US">
              <a:solidFill>
                <a:schemeClr val="tx1">
                  <a:lumMod val="65000"/>
                  <a:lumOff val="35000"/>
                </a:schemeClr>
              </a:solidFill>
              <a:latin typeface="Poppins SemiBold" panose="00000700000000000000" pitchFamily="2" charset="0"/>
              <a:cs typeface="Poppins SemiBold" panose="00000700000000000000" pitchFamily="2" charset="0"/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990DA6EA-8A1E-4599-A894-1A8436D5DBCD}"/>
              </a:ext>
            </a:extLst>
          </p:cNvPr>
          <p:cNvCxnSpPr/>
          <p:nvPr userDrawn="1"/>
        </p:nvCxnSpPr>
        <p:spPr>
          <a:xfrm flipV="1">
            <a:off x="11638394" y="6508376"/>
            <a:ext cx="0" cy="349624"/>
          </a:xfrm>
          <a:prstGeom prst="line">
            <a:avLst/>
          </a:prstGeom>
          <a:ln w="63500">
            <a:solidFill>
              <a:schemeClr val="accent4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Half Frame 7">
            <a:extLst>
              <a:ext uri="{FF2B5EF4-FFF2-40B4-BE49-F238E27FC236}">
                <a16:creationId xmlns:a16="http://schemas.microsoft.com/office/drawing/2014/main" id="{077F49F8-1483-4683-A057-D2326538CFD0}"/>
              </a:ext>
            </a:extLst>
          </p:cNvPr>
          <p:cNvSpPr/>
          <p:nvPr userDrawn="1"/>
        </p:nvSpPr>
        <p:spPr>
          <a:xfrm rot="16200000" flipH="1" flipV="1">
            <a:off x="11302408" y="323105"/>
            <a:ext cx="591295" cy="591295"/>
          </a:xfrm>
          <a:prstGeom prst="halfFrame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3977447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225EC453-A2B6-49B2-B3CF-7270AA375560}"/>
              </a:ext>
            </a:extLst>
          </p:cNvPr>
          <p:cNvSpPr/>
          <p:nvPr userDrawn="1"/>
        </p:nvSpPr>
        <p:spPr>
          <a:xfrm>
            <a:off x="8586836" y="2367887"/>
            <a:ext cx="3603009" cy="2122227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Picture Placeholder 12">
            <a:extLst>
              <a:ext uri="{FF2B5EF4-FFF2-40B4-BE49-F238E27FC236}">
                <a16:creationId xmlns:a16="http://schemas.microsoft.com/office/drawing/2014/main" id="{C9BF6024-6F4D-4928-B797-29C959ADB2F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426850" y="788158"/>
            <a:ext cx="4333750" cy="6069842"/>
          </a:xfrm>
          <a:pattFill prst="pct5">
            <a:fgClr>
              <a:srgbClr val="00B0F0"/>
            </a:fgClr>
            <a:bgClr>
              <a:schemeClr val="bg1"/>
            </a:bgClr>
          </a:pattFill>
        </p:spPr>
        <p:txBody>
          <a:bodyPr>
            <a:normAutofit/>
          </a:bodyPr>
          <a:lstStyle>
            <a:lvl1pPr>
              <a:defRPr sz="1400"/>
            </a:lvl1pPr>
          </a:lstStyle>
          <a:p>
            <a:endParaRPr lang="en-US"/>
          </a:p>
        </p:txBody>
      </p:sp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7B15A7A7-8E63-4714-A9DD-7DA39ECDDCF4}"/>
              </a:ext>
            </a:extLst>
          </p:cNvPr>
          <p:cNvSpPr txBox="1">
            <a:spLocks/>
          </p:cNvSpPr>
          <p:nvPr userDrawn="1"/>
        </p:nvSpPr>
        <p:spPr>
          <a:xfrm>
            <a:off x="228598" y="6095404"/>
            <a:ext cx="59129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BC64674B-0CCF-4531-A68C-815F17BC8CC8}" type="slidenum">
              <a:rPr lang="en-US" smtClean="0">
                <a:solidFill>
                  <a:schemeClr val="tx1">
                    <a:lumMod val="65000"/>
                    <a:lumOff val="35000"/>
                  </a:schemeClr>
                </a:solidFill>
                <a:latin typeface="Poppins SemiBold" panose="00000700000000000000" pitchFamily="2" charset="0"/>
                <a:cs typeface="Poppins SemiBold" panose="00000700000000000000" pitchFamily="2" charset="0"/>
              </a:rPr>
              <a:pPr algn="ctr"/>
              <a:t>‹#›</a:t>
            </a:fld>
            <a:endParaRPr lang="en-US">
              <a:solidFill>
                <a:schemeClr val="tx1">
                  <a:lumMod val="65000"/>
                  <a:lumOff val="35000"/>
                </a:schemeClr>
              </a:solidFill>
              <a:latin typeface="Poppins SemiBold" panose="00000700000000000000" pitchFamily="2" charset="0"/>
              <a:cs typeface="Poppins SemiBold" panose="00000700000000000000" pitchFamily="2" charset="0"/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990DA6EA-8A1E-4599-A894-1A8436D5DBCD}"/>
              </a:ext>
            </a:extLst>
          </p:cNvPr>
          <p:cNvCxnSpPr/>
          <p:nvPr userDrawn="1"/>
        </p:nvCxnSpPr>
        <p:spPr>
          <a:xfrm flipV="1">
            <a:off x="524245" y="6508376"/>
            <a:ext cx="0" cy="349624"/>
          </a:xfrm>
          <a:prstGeom prst="line">
            <a:avLst/>
          </a:prstGeom>
          <a:ln w="63500">
            <a:solidFill>
              <a:schemeClr val="accent4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Circle: Hollow 5">
            <a:extLst>
              <a:ext uri="{FF2B5EF4-FFF2-40B4-BE49-F238E27FC236}">
                <a16:creationId xmlns:a16="http://schemas.microsoft.com/office/drawing/2014/main" id="{78168354-24CB-476D-BAFC-B4235AD77F81}"/>
              </a:ext>
            </a:extLst>
          </p:cNvPr>
          <p:cNvSpPr/>
          <p:nvPr userDrawn="1"/>
        </p:nvSpPr>
        <p:spPr>
          <a:xfrm>
            <a:off x="311744" y="323105"/>
            <a:ext cx="591295" cy="591295"/>
          </a:xfrm>
          <a:prstGeom prst="donut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5867532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8129A4D4-C170-4D74-AA6B-0B43FB60924F}"/>
              </a:ext>
            </a:extLst>
          </p:cNvPr>
          <p:cNvSpPr/>
          <p:nvPr userDrawn="1"/>
        </p:nvSpPr>
        <p:spPr>
          <a:xfrm>
            <a:off x="0" y="4735773"/>
            <a:ext cx="3603009" cy="2122227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7B15A7A7-8E63-4714-A9DD-7DA39ECDDCF4}"/>
              </a:ext>
            </a:extLst>
          </p:cNvPr>
          <p:cNvSpPr txBox="1">
            <a:spLocks/>
          </p:cNvSpPr>
          <p:nvPr userDrawn="1"/>
        </p:nvSpPr>
        <p:spPr>
          <a:xfrm>
            <a:off x="11342747" y="6095404"/>
            <a:ext cx="59129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BC64674B-0CCF-4531-A68C-815F17BC8CC8}" type="slidenum">
              <a:rPr lang="en-US" smtClean="0">
                <a:solidFill>
                  <a:schemeClr val="tx1">
                    <a:lumMod val="65000"/>
                    <a:lumOff val="35000"/>
                  </a:schemeClr>
                </a:solidFill>
                <a:latin typeface="Poppins SemiBold" panose="00000700000000000000" pitchFamily="2" charset="0"/>
                <a:cs typeface="Poppins SemiBold" panose="00000700000000000000" pitchFamily="2" charset="0"/>
              </a:rPr>
              <a:pPr algn="ctr"/>
              <a:t>‹#›</a:t>
            </a:fld>
            <a:endParaRPr lang="en-US">
              <a:solidFill>
                <a:schemeClr val="tx1">
                  <a:lumMod val="65000"/>
                  <a:lumOff val="35000"/>
                </a:schemeClr>
              </a:solidFill>
              <a:latin typeface="Poppins SemiBold" panose="00000700000000000000" pitchFamily="2" charset="0"/>
              <a:cs typeface="Poppins SemiBold" panose="00000700000000000000" pitchFamily="2" charset="0"/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990DA6EA-8A1E-4599-A894-1A8436D5DBCD}"/>
              </a:ext>
            </a:extLst>
          </p:cNvPr>
          <p:cNvCxnSpPr/>
          <p:nvPr userDrawn="1"/>
        </p:nvCxnSpPr>
        <p:spPr>
          <a:xfrm flipV="1">
            <a:off x="11638394" y="6508376"/>
            <a:ext cx="0" cy="349624"/>
          </a:xfrm>
          <a:prstGeom prst="line">
            <a:avLst/>
          </a:prstGeom>
          <a:ln w="63500">
            <a:solidFill>
              <a:schemeClr val="accent4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EAA27C7E-2F12-453E-9830-F33192FFD65F}"/>
              </a:ext>
            </a:extLst>
          </p:cNvPr>
          <p:cNvCxnSpPr>
            <a:cxnSpLocks/>
          </p:cNvCxnSpPr>
          <p:nvPr userDrawn="1"/>
        </p:nvCxnSpPr>
        <p:spPr>
          <a:xfrm flipV="1">
            <a:off x="6096000" y="-9525"/>
            <a:ext cx="0" cy="477672"/>
          </a:xfrm>
          <a:prstGeom prst="line">
            <a:avLst/>
          </a:prstGeom>
          <a:ln w="101600">
            <a:solidFill>
              <a:schemeClr val="accent4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Picture Placeholder 12">
            <a:extLst>
              <a:ext uri="{FF2B5EF4-FFF2-40B4-BE49-F238E27FC236}">
                <a16:creationId xmlns:a16="http://schemas.microsoft.com/office/drawing/2014/main" id="{A18FA96C-75AA-4BEC-B86D-96778BAF917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727873" y="2115403"/>
            <a:ext cx="6041417" cy="4233902"/>
          </a:xfrm>
          <a:pattFill prst="pct5">
            <a:fgClr>
              <a:srgbClr val="00B0F0"/>
            </a:fgClr>
            <a:bgClr>
              <a:schemeClr val="bg1"/>
            </a:bgClr>
          </a:pattFill>
        </p:spPr>
        <p:txBody>
          <a:bodyPr>
            <a:normAutofit/>
          </a:bodyPr>
          <a:lstStyle>
            <a:lvl1pPr>
              <a:defRPr sz="1400"/>
            </a:lvl1pPr>
          </a:lstStyle>
          <a:p>
            <a:endParaRPr lang="en-US"/>
          </a:p>
        </p:txBody>
      </p:sp>
      <p:sp>
        <p:nvSpPr>
          <p:cNvPr id="15" name="Plus Sign 14">
            <a:extLst>
              <a:ext uri="{FF2B5EF4-FFF2-40B4-BE49-F238E27FC236}">
                <a16:creationId xmlns:a16="http://schemas.microsoft.com/office/drawing/2014/main" id="{54461E85-AAD9-4C2F-BCBC-2DC08920E378}"/>
              </a:ext>
            </a:extLst>
          </p:cNvPr>
          <p:cNvSpPr/>
          <p:nvPr userDrawn="1"/>
        </p:nvSpPr>
        <p:spPr>
          <a:xfrm>
            <a:off x="11199117" y="323105"/>
            <a:ext cx="681734" cy="648445"/>
          </a:xfrm>
          <a:prstGeom prst="mathPlus">
            <a:avLst>
              <a:gd name="adj1" fmla="val 17776"/>
            </a:avLst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10475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: Shape 6">
            <a:extLst>
              <a:ext uri="{FF2B5EF4-FFF2-40B4-BE49-F238E27FC236}">
                <a16:creationId xmlns:a16="http://schemas.microsoft.com/office/drawing/2014/main" id="{CA4FEE9D-6279-4DE6-90BB-F7798F93F612}"/>
              </a:ext>
            </a:extLst>
          </p:cNvPr>
          <p:cNvSpPr/>
          <p:nvPr userDrawn="1"/>
        </p:nvSpPr>
        <p:spPr>
          <a:xfrm>
            <a:off x="0" y="4260812"/>
            <a:ext cx="12187451" cy="654541"/>
          </a:xfrm>
          <a:custGeom>
            <a:avLst/>
            <a:gdLst>
              <a:gd name="connsiteX0" fmla="*/ 0 w 12187451"/>
              <a:gd name="connsiteY0" fmla="*/ 311188 h 654541"/>
              <a:gd name="connsiteX1" fmla="*/ 928048 w 12187451"/>
              <a:gd name="connsiteY1" fmla="*/ 515904 h 654541"/>
              <a:gd name="connsiteX2" fmla="*/ 2115403 w 12187451"/>
              <a:gd name="connsiteY2" fmla="*/ 38233 h 654541"/>
              <a:gd name="connsiteX3" fmla="*/ 3002507 w 12187451"/>
              <a:gd name="connsiteY3" fmla="*/ 79176 h 654541"/>
              <a:gd name="connsiteX4" fmla="*/ 4244454 w 12187451"/>
              <a:gd name="connsiteY4" fmla="*/ 474961 h 654541"/>
              <a:gd name="connsiteX5" fmla="*/ 5527343 w 12187451"/>
              <a:gd name="connsiteY5" fmla="*/ 652382 h 654541"/>
              <a:gd name="connsiteX6" fmla="*/ 7779224 w 12187451"/>
              <a:gd name="connsiteY6" fmla="*/ 365779 h 654541"/>
              <a:gd name="connsiteX7" fmla="*/ 9048466 w 12187451"/>
              <a:gd name="connsiteY7" fmla="*/ 447666 h 654541"/>
              <a:gd name="connsiteX8" fmla="*/ 9703558 w 12187451"/>
              <a:gd name="connsiteY8" fmla="*/ 584143 h 654541"/>
              <a:gd name="connsiteX9" fmla="*/ 10222173 w 12187451"/>
              <a:gd name="connsiteY9" fmla="*/ 488609 h 654541"/>
              <a:gd name="connsiteX10" fmla="*/ 10945504 w 12187451"/>
              <a:gd name="connsiteY10" fmla="*/ 215654 h 654541"/>
              <a:gd name="connsiteX11" fmla="*/ 11354937 w 12187451"/>
              <a:gd name="connsiteY11" fmla="*/ 79176 h 654541"/>
              <a:gd name="connsiteX12" fmla="*/ 12187451 w 12187451"/>
              <a:gd name="connsiteY12" fmla="*/ 461313 h 654541"/>
              <a:gd name="connsiteX0" fmla="*/ 0 w 12187451"/>
              <a:gd name="connsiteY0" fmla="*/ 311188 h 654541"/>
              <a:gd name="connsiteX1" fmla="*/ 928048 w 12187451"/>
              <a:gd name="connsiteY1" fmla="*/ 515904 h 654541"/>
              <a:gd name="connsiteX2" fmla="*/ 2115403 w 12187451"/>
              <a:gd name="connsiteY2" fmla="*/ 38233 h 654541"/>
              <a:gd name="connsiteX3" fmla="*/ 3002507 w 12187451"/>
              <a:gd name="connsiteY3" fmla="*/ 79176 h 654541"/>
              <a:gd name="connsiteX4" fmla="*/ 4244454 w 12187451"/>
              <a:gd name="connsiteY4" fmla="*/ 474961 h 654541"/>
              <a:gd name="connsiteX5" fmla="*/ 5527343 w 12187451"/>
              <a:gd name="connsiteY5" fmla="*/ 652382 h 654541"/>
              <a:gd name="connsiteX6" fmla="*/ 7779224 w 12187451"/>
              <a:gd name="connsiteY6" fmla="*/ 365779 h 654541"/>
              <a:gd name="connsiteX7" fmla="*/ 9048466 w 12187451"/>
              <a:gd name="connsiteY7" fmla="*/ 447666 h 654541"/>
              <a:gd name="connsiteX8" fmla="*/ 9703558 w 12187451"/>
              <a:gd name="connsiteY8" fmla="*/ 584143 h 654541"/>
              <a:gd name="connsiteX9" fmla="*/ 10222173 w 12187451"/>
              <a:gd name="connsiteY9" fmla="*/ 488609 h 654541"/>
              <a:gd name="connsiteX10" fmla="*/ 10945504 w 12187451"/>
              <a:gd name="connsiteY10" fmla="*/ 215654 h 654541"/>
              <a:gd name="connsiteX11" fmla="*/ 11423176 w 12187451"/>
              <a:gd name="connsiteY11" fmla="*/ 229301 h 654541"/>
              <a:gd name="connsiteX12" fmla="*/ 12187451 w 12187451"/>
              <a:gd name="connsiteY12" fmla="*/ 461313 h 6545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12187451" h="654541">
                <a:moveTo>
                  <a:pt x="0" y="311188"/>
                </a:moveTo>
                <a:cubicBezTo>
                  <a:pt x="287740" y="436292"/>
                  <a:pt x="575481" y="561396"/>
                  <a:pt x="928048" y="515904"/>
                </a:cubicBezTo>
                <a:cubicBezTo>
                  <a:pt x="1280615" y="470412"/>
                  <a:pt x="1769660" y="111021"/>
                  <a:pt x="2115403" y="38233"/>
                </a:cubicBezTo>
                <a:cubicBezTo>
                  <a:pt x="2461146" y="-34555"/>
                  <a:pt x="2647665" y="6388"/>
                  <a:pt x="3002507" y="79176"/>
                </a:cubicBezTo>
                <a:cubicBezTo>
                  <a:pt x="3357349" y="151964"/>
                  <a:pt x="3823648" y="379427"/>
                  <a:pt x="4244454" y="474961"/>
                </a:cubicBezTo>
                <a:cubicBezTo>
                  <a:pt x="4665260" y="570495"/>
                  <a:pt x="4938215" y="670579"/>
                  <a:pt x="5527343" y="652382"/>
                </a:cubicBezTo>
                <a:cubicBezTo>
                  <a:pt x="6116471" y="634185"/>
                  <a:pt x="7192370" y="399898"/>
                  <a:pt x="7779224" y="365779"/>
                </a:cubicBezTo>
                <a:cubicBezTo>
                  <a:pt x="8366078" y="331660"/>
                  <a:pt x="8727744" y="411272"/>
                  <a:pt x="9048466" y="447666"/>
                </a:cubicBezTo>
                <a:cubicBezTo>
                  <a:pt x="9369188" y="484060"/>
                  <a:pt x="9507940" y="577319"/>
                  <a:pt x="9703558" y="584143"/>
                </a:cubicBezTo>
                <a:cubicBezTo>
                  <a:pt x="9899176" y="590967"/>
                  <a:pt x="10015182" y="550024"/>
                  <a:pt x="10222173" y="488609"/>
                </a:cubicBezTo>
                <a:cubicBezTo>
                  <a:pt x="10429164" y="427194"/>
                  <a:pt x="10745337" y="258872"/>
                  <a:pt x="10945504" y="215654"/>
                </a:cubicBezTo>
                <a:cubicBezTo>
                  <a:pt x="11145671" y="172436"/>
                  <a:pt x="11216185" y="188358"/>
                  <a:pt x="11423176" y="229301"/>
                </a:cubicBezTo>
                <a:cubicBezTo>
                  <a:pt x="11630167" y="270244"/>
                  <a:pt x="11874689" y="290716"/>
                  <a:pt x="12187451" y="461313"/>
                </a:cubicBezTo>
              </a:path>
            </a:pathLst>
          </a:custGeom>
          <a:noFill/>
          <a:ln w="63500">
            <a:solidFill>
              <a:schemeClr val="accent4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Picture Placeholder 12">
            <a:extLst>
              <a:ext uri="{FF2B5EF4-FFF2-40B4-BE49-F238E27FC236}">
                <a16:creationId xmlns:a16="http://schemas.microsoft.com/office/drawing/2014/main" id="{8826CE95-00BD-456D-99E5-F35B6BBA4C44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10267663" y="3991102"/>
            <a:ext cx="1323833" cy="1323834"/>
          </a:xfrm>
          <a:prstGeom prst="ellipse">
            <a:avLst/>
          </a:prstGeom>
          <a:pattFill prst="pct5">
            <a:fgClr>
              <a:srgbClr val="00B0F0"/>
            </a:fgClr>
            <a:bgClr>
              <a:schemeClr val="bg1"/>
            </a:bgClr>
          </a:pattFill>
        </p:spPr>
        <p:txBody>
          <a:bodyPr>
            <a:normAutofit/>
          </a:bodyPr>
          <a:lstStyle>
            <a:lvl1pPr>
              <a:defRPr sz="1400"/>
            </a:lvl1pPr>
          </a:lstStyle>
          <a:p>
            <a:endParaRPr lang="en-US"/>
          </a:p>
        </p:txBody>
      </p:sp>
      <p:sp>
        <p:nvSpPr>
          <p:cNvPr id="19" name="Picture Placeholder 12">
            <a:extLst>
              <a:ext uri="{FF2B5EF4-FFF2-40B4-BE49-F238E27FC236}">
                <a16:creationId xmlns:a16="http://schemas.microsoft.com/office/drawing/2014/main" id="{194A0150-92FD-4AB1-88A9-46288F514767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00502" y="3991103"/>
            <a:ext cx="1323833" cy="1323834"/>
          </a:xfrm>
          <a:prstGeom prst="ellipse">
            <a:avLst/>
          </a:prstGeom>
          <a:pattFill prst="pct5">
            <a:fgClr>
              <a:srgbClr val="00B0F0"/>
            </a:fgClr>
            <a:bgClr>
              <a:schemeClr val="bg1"/>
            </a:bgClr>
          </a:pattFill>
        </p:spPr>
        <p:txBody>
          <a:bodyPr>
            <a:normAutofit/>
          </a:bodyPr>
          <a:lstStyle>
            <a:lvl1pPr>
              <a:defRPr sz="1400"/>
            </a:lvl1pPr>
          </a:lstStyle>
          <a:p>
            <a:endParaRPr lang="en-US"/>
          </a:p>
        </p:txBody>
      </p:sp>
      <p:sp>
        <p:nvSpPr>
          <p:cNvPr id="12" name="Picture Placeholder 12">
            <a:extLst>
              <a:ext uri="{FF2B5EF4-FFF2-40B4-BE49-F238E27FC236}">
                <a16:creationId xmlns:a16="http://schemas.microsoft.com/office/drawing/2014/main" id="{F34BD350-874A-4513-B140-2BC68E089DFE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2436685" y="2448040"/>
            <a:ext cx="7318629" cy="4409960"/>
          </a:xfrm>
          <a:pattFill prst="pct5">
            <a:fgClr>
              <a:srgbClr val="00B0F0"/>
            </a:fgClr>
            <a:bgClr>
              <a:schemeClr val="bg1"/>
            </a:bgClr>
          </a:pattFill>
        </p:spPr>
        <p:txBody>
          <a:bodyPr>
            <a:normAutofit/>
          </a:bodyPr>
          <a:lstStyle>
            <a:lvl1pPr>
              <a:defRPr sz="1400"/>
            </a:lvl1pPr>
          </a:lstStyle>
          <a:p>
            <a:endParaRPr lang="en-US"/>
          </a:p>
        </p:txBody>
      </p:sp>
      <p:sp>
        <p:nvSpPr>
          <p:cNvPr id="15" name="Plus Sign 14">
            <a:extLst>
              <a:ext uri="{FF2B5EF4-FFF2-40B4-BE49-F238E27FC236}">
                <a16:creationId xmlns:a16="http://schemas.microsoft.com/office/drawing/2014/main" id="{54461E85-AAD9-4C2F-BCBC-2DC08920E378}"/>
              </a:ext>
            </a:extLst>
          </p:cNvPr>
          <p:cNvSpPr/>
          <p:nvPr userDrawn="1"/>
        </p:nvSpPr>
        <p:spPr>
          <a:xfrm>
            <a:off x="11199117" y="323105"/>
            <a:ext cx="681734" cy="648445"/>
          </a:xfrm>
          <a:prstGeom prst="mathPlus">
            <a:avLst>
              <a:gd name="adj1" fmla="val 17776"/>
            </a:avLst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Circle: Hollow 9">
            <a:extLst>
              <a:ext uri="{FF2B5EF4-FFF2-40B4-BE49-F238E27FC236}">
                <a16:creationId xmlns:a16="http://schemas.microsoft.com/office/drawing/2014/main" id="{36214452-3529-477C-9E08-0837B5452B5B}"/>
              </a:ext>
            </a:extLst>
          </p:cNvPr>
          <p:cNvSpPr/>
          <p:nvPr userDrawn="1"/>
        </p:nvSpPr>
        <p:spPr>
          <a:xfrm>
            <a:off x="311744" y="323105"/>
            <a:ext cx="591295" cy="591295"/>
          </a:xfrm>
          <a:prstGeom prst="donut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885435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12">
            <a:extLst>
              <a:ext uri="{FF2B5EF4-FFF2-40B4-BE49-F238E27FC236}">
                <a16:creationId xmlns:a16="http://schemas.microsoft.com/office/drawing/2014/main" id="{B85FBFD7-1538-40FB-9BA1-9D5E01FACA8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306670" y="0"/>
            <a:ext cx="5885329" cy="6858000"/>
          </a:xfrm>
          <a:pattFill prst="pct5">
            <a:fgClr>
              <a:srgbClr val="00B0F0"/>
            </a:fgClr>
            <a:bgClr>
              <a:schemeClr val="bg1"/>
            </a:bgClr>
          </a:pattFill>
        </p:spPr>
        <p:txBody>
          <a:bodyPr>
            <a:normAutofit/>
          </a:bodyPr>
          <a:lstStyle>
            <a:lvl1pPr>
              <a:defRPr sz="1400"/>
            </a:lvl1pPr>
          </a:lstStyle>
          <a:p>
            <a:endParaRPr lang="en-US"/>
          </a:p>
        </p:txBody>
      </p:sp>
      <p:sp>
        <p:nvSpPr>
          <p:cNvPr id="14" name="Half Frame 13">
            <a:extLst>
              <a:ext uri="{FF2B5EF4-FFF2-40B4-BE49-F238E27FC236}">
                <a16:creationId xmlns:a16="http://schemas.microsoft.com/office/drawing/2014/main" id="{477BF3CE-97BA-40BB-96BB-B51EBA80EA2F}"/>
              </a:ext>
            </a:extLst>
          </p:cNvPr>
          <p:cNvSpPr/>
          <p:nvPr userDrawn="1"/>
        </p:nvSpPr>
        <p:spPr>
          <a:xfrm rot="10800000" flipH="1" flipV="1">
            <a:off x="309082" y="256271"/>
            <a:ext cx="591295" cy="591295"/>
          </a:xfrm>
          <a:prstGeom prst="halfFrame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5" name="Slide Number Placeholder 5">
            <a:extLst>
              <a:ext uri="{FF2B5EF4-FFF2-40B4-BE49-F238E27FC236}">
                <a16:creationId xmlns:a16="http://schemas.microsoft.com/office/drawing/2014/main" id="{E9DF94D2-F35B-4316-BF8A-1ED479D55680}"/>
              </a:ext>
            </a:extLst>
          </p:cNvPr>
          <p:cNvSpPr txBox="1">
            <a:spLocks/>
          </p:cNvSpPr>
          <p:nvPr userDrawn="1"/>
        </p:nvSpPr>
        <p:spPr>
          <a:xfrm>
            <a:off x="228598" y="6095404"/>
            <a:ext cx="59129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BC64674B-0CCF-4531-A68C-815F17BC8CC8}" type="slidenum">
              <a:rPr lang="en-US" smtClean="0">
                <a:solidFill>
                  <a:schemeClr val="tx1">
                    <a:lumMod val="65000"/>
                    <a:lumOff val="35000"/>
                  </a:schemeClr>
                </a:solidFill>
                <a:latin typeface="Poppins SemiBold" panose="00000700000000000000" pitchFamily="2" charset="0"/>
                <a:cs typeface="Poppins SemiBold" panose="00000700000000000000" pitchFamily="2" charset="0"/>
              </a:rPr>
              <a:pPr algn="ctr"/>
              <a:t>‹#›</a:t>
            </a:fld>
            <a:endParaRPr lang="en-US">
              <a:solidFill>
                <a:schemeClr val="tx1">
                  <a:lumMod val="65000"/>
                  <a:lumOff val="35000"/>
                </a:schemeClr>
              </a:solidFill>
              <a:latin typeface="Poppins SemiBold" panose="00000700000000000000" pitchFamily="2" charset="0"/>
              <a:cs typeface="Poppins SemiBold" panose="00000700000000000000" pitchFamily="2" charset="0"/>
            </a:endParaRP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A3F5522F-6A04-4AB1-9631-24D1FF13A3ED}"/>
              </a:ext>
            </a:extLst>
          </p:cNvPr>
          <p:cNvCxnSpPr/>
          <p:nvPr userDrawn="1"/>
        </p:nvCxnSpPr>
        <p:spPr>
          <a:xfrm flipV="1">
            <a:off x="524245" y="6508376"/>
            <a:ext cx="0" cy="349624"/>
          </a:xfrm>
          <a:prstGeom prst="line">
            <a:avLst/>
          </a:prstGeom>
          <a:ln w="63500">
            <a:solidFill>
              <a:schemeClr val="accent4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3162209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icture Placeholder 12">
            <a:extLst>
              <a:ext uri="{FF2B5EF4-FFF2-40B4-BE49-F238E27FC236}">
                <a16:creationId xmlns:a16="http://schemas.microsoft.com/office/drawing/2014/main" id="{C220B7C7-6B91-4628-83BB-D9C54D7ACC67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9861878" y="3575054"/>
            <a:ext cx="1816473" cy="1816473"/>
          </a:xfrm>
          <a:prstGeom prst="ellipse">
            <a:avLst/>
          </a:prstGeom>
          <a:pattFill prst="pct5">
            <a:fgClr>
              <a:srgbClr val="00B0F0"/>
            </a:fgClr>
            <a:bgClr>
              <a:schemeClr val="bg1"/>
            </a:bgClr>
          </a:pattFill>
        </p:spPr>
        <p:txBody>
          <a:bodyPr>
            <a:normAutofit/>
          </a:bodyPr>
          <a:lstStyle>
            <a:lvl1pPr>
              <a:defRPr sz="1400"/>
            </a:lvl1pPr>
          </a:lstStyle>
          <a:p>
            <a:endParaRPr lang="en-US"/>
          </a:p>
        </p:txBody>
      </p:sp>
      <p:sp>
        <p:nvSpPr>
          <p:cNvPr id="21" name="Picture Placeholder 12">
            <a:extLst>
              <a:ext uri="{FF2B5EF4-FFF2-40B4-BE49-F238E27FC236}">
                <a16:creationId xmlns:a16="http://schemas.microsoft.com/office/drawing/2014/main" id="{6F96B5E8-27E0-4B9D-9B02-4764863B0CAB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577755" y="1511548"/>
            <a:ext cx="1816473" cy="1816473"/>
          </a:xfrm>
          <a:prstGeom prst="ellipse">
            <a:avLst/>
          </a:prstGeom>
          <a:pattFill prst="pct5">
            <a:fgClr>
              <a:srgbClr val="00B0F0"/>
            </a:fgClr>
            <a:bgClr>
              <a:schemeClr val="bg1"/>
            </a:bgClr>
          </a:pattFill>
        </p:spPr>
        <p:txBody>
          <a:bodyPr>
            <a:normAutofit/>
          </a:bodyPr>
          <a:lstStyle>
            <a:lvl1pPr>
              <a:defRPr sz="1400"/>
            </a:lvl1pPr>
          </a:lstStyle>
          <a:p>
            <a:endParaRPr lang="en-US"/>
          </a:p>
        </p:txBody>
      </p:sp>
      <p:sp>
        <p:nvSpPr>
          <p:cNvPr id="18" name="Picture Placeholder 17">
            <a:extLst>
              <a:ext uri="{FF2B5EF4-FFF2-40B4-BE49-F238E27FC236}">
                <a16:creationId xmlns:a16="http://schemas.microsoft.com/office/drawing/2014/main" id="{C979CB39-7AD9-44A4-B187-E2521ED9FEE0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3698822" y="0"/>
            <a:ext cx="4794355" cy="6858000"/>
          </a:xfrm>
          <a:custGeom>
            <a:avLst/>
            <a:gdLst>
              <a:gd name="connsiteX0" fmla="*/ 2440157 w 4781872"/>
              <a:gd name="connsiteY0" fmla="*/ 1271626 h 6858000"/>
              <a:gd name="connsiteX1" fmla="*/ 4781872 w 4781872"/>
              <a:gd name="connsiteY1" fmla="*/ 1271626 h 6858000"/>
              <a:gd name="connsiteX2" fmla="*/ 4781872 w 4781872"/>
              <a:gd name="connsiteY2" fmla="*/ 6858000 h 6858000"/>
              <a:gd name="connsiteX3" fmla="*/ 2440157 w 4781872"/>
              <a:gd name="connsiteY3" fmla="*/ 6858000 h 6858000"/>
              <a:gd name="connsiteX4" fmla="*/ 0 w 4781872"/>
              <a:gd name="connsiteY4" fmla="*/ 0 h 6858000"/>
              <a:gd name="connsiteX5" fmla="*/ 2341715 w 4781872"/>
              <a:gd name="connsiteY5" fmla="*/ 0 h 6858000"/>
              <a:gd name="connsiteX6" fmla="*/ 2341715 w 4781872"/>
              <a:gd name="connsiteY6" fmla="*/ 5586374 h 6858000"/>
              <a:gd name="connsiteX7" fmla="*/ 0 w 4781872"/>
              <a:gd name="connsiteY7" fmla="*/ 5586374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4781872" h="6858000">
                <a:moveTo>
                  <a:pt x="2440157" y="1271626"/>
                </a:moveTo>
                <a:lnTo>
                  <a:pt x="4781872" y="1271626"/>
                </a:lnTo>
                <a:lnTo>
                  <a:pt x="4781872" y="6858000"/>
                </a:lnTo>
                <a:lnTo>
                  <a:pt x="2440157" y="6858000"/>
                </a:lnTo>
                <a:close/>
                <a:moveTo>
                  <a:pt x="0" y="0"/>
                </a:moveTo>
                <a:lnTo>
                  <a:pt x="2341715" y="0"/>
                </a:lnTo>
                <a:lnTo>
                  <a:pt x="2341715" y="5586374"/>
                </a:lnTo>
                <a:lnTo>
                  <a:pt x="0" y="5586374"/>
                </a:lnTo>
                <a:close/>
              </a:path>
            </a:pathLst>
          </a:custGeom>
          <a:pattFill prst="pct5">
            <a:fgClr>
              <a:srgbClr val="00B0F0"/>
            </a:fgClr>
            <a:bgClr>
              <a:schemeClr val="bg1"/>
            </a:bgClr>
          </a:pattFill>
        </p:spPr>
        <p:txBody>
          <a:bodyPr wrap="square">
            <a:noAutofit/>
          </a:bodyPr>
          <a:lstStyle>
            <a:lvl1pPr>
              <a:defRPr sz="1400"/>
            </a:lvl1pPr>
          </a:lstStyle>
          <a:p>
            <a:endParaRPr lang="en-US"/>
          </a:p>
        </p:txBody>
      </p:sp>
      <p:sp>
        <p:nvSpPr>
          <p:cNvPr id="6" name="Plus Sign 5">
            <a:extLst>
              <a:ext uri="{FF2B5EF4-FFF2-40B4-BE49-F238E27FC236}">
                <a16:creationId xmlns:a16="http://schemas.microsoft.com/office/drawing/2014/main" id="{B914DBD5-D14E-4982-A398-1759EA135F6A}"/>
              </a:ext>
            </a:extLst>
          </p:cNvPr>
          <p:cNvSpPr/>
          <p:nvPr userDrawn="1"/>
        </p:nvSpPr>
        <p:spPr>
          <a:xfrm>
            <a:off x="11199117" y="5957423"/>
            <a:ext cx="681734" cy="648445"/>
          </a:xfrm>
          <a:prstGeom prst="mathPlus">
            <a:avLst>
              <a:gd name="adj1" fmla="val 17776"/>
            </a:avLst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Half Frame 7">
            <a:extLst>
              <a:ext uri="{FF2B5EF4-FFF2-40B4-BE49-F238E27FC236}">
                <a16:creationId xmlns:a16="http://schemas.microsoft.com/office/drawing/2014/main" id="{9F120836-5C78-4925-9C2E-3B5C1E45499A}"/>
              </a:ext>
            </a:extLst>
          </p:cNvPr>
          <p:cNvSpPr/>
          <p:nvPr userDrawn="1"/>
        </p:nvSpPr>
        <p:spPr>
          <a:xfrm rot="10800000" flipH="1" flipV="1">
            <a:off x="309082" y="256271"/>
            <a:ext cx="591295" cy="591295"/>
          </a:xfrm>
          <a:prstGeom prst="halfFrame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295330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B621652A-8ED3-4A62-B2A2-1B69D32CFE91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10035654" y="573200"/>
            <a:ext cx="2156346" cy="3807725"/>
          </a:xfrm>
          <a:prstGeom prst="rect">
            <a:avLst/>
          </a:prstGeom>
          <a:pattFill prst="pct5">
            <a:fgClr>
              <a:srgbClr val="00B0F0"/>
            </a:fgClr>
            <a:bgClr>
              <a:schemeClr val="bg1"/>
            </a:bgClr>
          </a:pattFill>
        </p:spPr>
        <p:txBody>
          <a:bodyPr wrap="square">
            <a:noAutofit/>
          </a:bodyPr>
          <a:lstStyle>
            <a:lvl1pPr>
              <a:defRPr sz="1400"/>
            </a:lvl1pPr>
          </a:lstStyle>
          <a:p>
            <a:endParaRPr lang="en-US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D18A6D13-E47F-480D-B791-FF6359B5A72C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0" y="573203"/>
            <a:ext cx="2156346" cy="3807723"/>
          </a:xfrm>
          <a:prstGeom prst="rect">
            <a:avLst/>
          </a:prstGeom>
          <a:pattFill prst="pct5">
            <a:fgClr>
              <a:srgbClr val="00B0F0"/>
            </a:fgClr>
            <a:bgClr>
              <a:schemeClr val="bg1"/>
            </a:bgClr>
          </a:pattFill>
        </p:spPr>
        <p:txBody>
          <a:bodyPr wrap="square">
            <a:noAutofit/>
          </a:bodyPr>
          <a:lstStyle>
            <a:lvl1pPr>
              <a:defRPr sz="1400"/>
            </a:lvl1pPr>
          </a:lstStyle>
          <a:p>
            <a:endParaRPr lang="en-US"/>
          </a:p>
        </p:txBody>
      </p:sp>
      <p:sp>
        <p:nvSpPr>
          <p:cNvPr id="7" name="Picture Placeholder 12">
            <a:extLst>
              <a:ext uri="{FF2B5EF4-FFF2-40B4-BE49-F238E27FC236}">
                <a16:creationId xmlns:a16="http://schemas.microsoft.com/office/drawing/2014/main" id="{06B7EBD1-7619-4D50-BDB3-F62D4E41901E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2286000" y="573203"/>
            <a:ext cx="7620000" cy="3807725"/>
          </a:xfrm>
          <a:pattFill prst="pct5">
            <a:fgClr>
              <a:srgbClr val="00B0F0"/>
            </a:fgClr>
            <a:bgClr>
              <a:schemeClr val="bg1"/>
            </a:bgClr>
          </a:pattFill>
        </p:spPr>
        <p:txBody>
          <a:bodyPr>
            <a:normAutofit/>
          </a:bodyPr>
          <a:lstStyle>
            <a:lvl1pPr>
              <a:defRPr sz="14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175349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12">
            <a:extLst>
              <a:ext uri="{FF2B5EF4-FFF2-40B4-BE49-F238E27FC236}">
                <a16:creationId xmlns:a16="http://schemas.microsoft.com/office/drawing/2014/main" id="{B7D68003-3713-429C-ABF5-FBCA90521427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5147900" y="4610996"/>
            <a:ext cx="1896199" cy="1699145"/>
          </a:xfrm>
          <a:pattFill prst="pct5">
            <a:fgClr>
              <a:srgbClr val="00B0F0"/>
            </a:fgClr>
            <a:bgClr>
              <a:schemeClr val="bg1"/>
            </a:bgClr>
          </a:pattFill>
        </p:spPr>
        <p:txBody>
          <a:bodyPr>
            <a:normAutofit/>
          </a:bodyPr>
          <a:lstStyle>
            <a:lvl1pPr>
              <a:defRPr sz="1400"/>
            </a:lvl1pPr>
          </a:lstStyle>
          <a:p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51D67B4-CBA0-41CA-B5B0-60686B3373AF}"/>
              </a:ext>
            </a:extLst>
          </p:cNvPr>
          <p:cNvSpPr/>
          <p:nvPr userDrawn="1"/>
        </p:nvSpPr>
        <p:spPr>
          <a:xfrm>
            <a:off x="0" y="4735773"/>
            <a:ext cx="3603009" cy="2122227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Picture Placeholder 12">
            <a:extLst>
              <a:ext uri="{FF2B5EF4-FFF2-40B4-BE49-F238E27FC236}">
                <a16:creationId xmlns:a16="http://schemas.microsoft.com/office/drawing/2014/main" id="{7A6CD4AB-4BA0-43A2-9B5B-968B015DEB95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7277018" y="4610992"/>
            <a:ext cx="1896199" cy="1699145"/>
          </a:xfrm>
          <a:pattFill prst="pct5">
            <a:fgClr>
              <a:srgbClr val="00B0F0"/>
            </a:fgClr>
            <a:bgClr>
              <a:schemeClr val="bg1"/>
            </a:bgClr>
          </a:pattFill>
        </p:spPr>
        <p:txBody>
          <a:bodyPr>
            <a:normAutofit/>
          </a:bodyPr>
          <a:lstStyle>
            <a:lvl1pPr>
              <a:defRPr sz="1400"/>
            </a:lvl1pPr>
          </a:lstStyle>
          <a:p>
            <a:endParaRPr lang="en-US"/>
          </a:p>
        </p:txBody>
      </p:sp>
      <p:sp>
        <p:nvSpPr>
          <p:cNvPr id="19" name="Picture Placeholder 12">
            <a:extLst>
              <a:ext uri="{FF2B5EF4-FFF2-40B4-BE49-F238E27FC236}">
                <a16:creationId xmlns:a16="http://schemas.microsoft.com/office/drawing/2014/main" id="{60A33589-2EC8-4E10-99E3-1B99B23A48E0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9406135" y="4610992"/>
            <a:ext cx="1896199" cy="1699145"/>
          </a:xfrm>
          <a:pattFill prst="pct5">
            <a:fgClr>
              <a:srgbClr val="00B0F0"/>
            </a:fgClr>
            <a:bgClr>
              <a:schemeClr val="bg1"/>
            </a:bgClr>
          </a:pattFill>
        </p:spPr>
        <p:txBody>
          <a:bodyPr>
            <a:normAutofit/>
          </a:bodyPr>
          <a:lstStyle>
            <a:lvl1pPr>
              <a:defRPr sz="1400"/>
            </a:lvl1pPr>
          </a:lstStyle>
          <a:p>
            <a:endParaRPr lang="en-US"/>
          </a:p>
        </p:txBody>
      </p:sp>
      <p:sp>
        <p:nvSpPr>
          <p:cNvPr id="5" name="Picture Placeholder 12">
            <a:extLst>
              <a:ext uri="{FF2B5EF4-FFF2-40B4-BE49-F238E27FC236}">
                <a16:creationId xmlns:a16="http://schemas.microsoft.com/office/drawing/2014/main" id="{09B42FC4-FA61-458F-9A09-2C37637C9E8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767874" y="605117"/>
            <a:ext cx="3816570" cy="5705021"/>
          </a:xfrm>
          <a:pattFill prst="pct5">
            <a:fgClr>
              <a:srgbClr val="00B0F0"/>
            </a:fgClr>
            <a:bgClr>
              <a:schemeClr val="bg1"/>
            </a:bgClr>
          </a:pattFill>
        </p:spPr>
        <p:txBody>
          <a:bodyPr>
            <a:normAutofit/>
          </a:bodyPr>
          <a:lstStyle>
            <a:lvl1pPr>
              <a:defRPr sz="1400"/>
            </a:lvl1pPr>
          </a:lstStyle>
          <a:p>
            <a:endParaRPr lang="en-US"/>
          </a:p>
        </p:txBody>
      </p:sp>
      <p:sp>
        <p:nvSpPr>
          <p:cNvPr id="20" name="Plus Sign 19">
            <a:extLst>
              <a:ext uri="{FF2B5EF4-FFF2-40B4-BE49-F238E27FC236}">
                <a16:creationId xmlns:a16="http://schemas.microsoft.com/office/drawing/2014/main" id="{9A08B992-C0DC-44C6-BD33-C0BCFCA053A6}"/>
              </a:ext>
            </a:extLst>
          </p:cNvPr>
          <p:cNvSpPr/>
          <p:nvPr userDrawn="1"/>
        </p:nvSpPr>
        <p:spPr>
          <a:xfrm>
            <a:off x="11199117" y="323105"/>
            <a:ext cx="681734" cy="648445"/>
          </a:xfrm>
          <a:prstGeom prst="mathPlus">
            <a:avLst>
              <a:gd name="adj1" fmla="val 17776"/>
            </a:avLst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19190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>
            <a:extLst>
              <a:ext uri="{FF2B5EF4-FFF2-40B4-BE49-F238E27FC236}">
                <a16:creationId xmlns:a16="http://schemas.microsoft.com/office/drawing/2014/main" id="{BE5928B0-610C-443F-B113-71C6632EF157}"/>
              </a:ext>
            </a:extLst>
          </p:cNvPr>
          <p:cNvSpPr/>
          <p:nvPr userDrawn="1"/>
        </p:nvSpPr>
        <p:spPr>
          <a:xfrm>
            <a:off x="5240739" y="0"/>
            <a:ext cx="4285397" cy="6858000"/>
          </a:xfrm>
          <a:prstGeom prst="rect">
            <a:avLst/>
          </a:prstGeom>
          <a:solidFill>
            <a:srgbClr val="FFE69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Picture Placeholder 12">
            <a:extLst>
              <a:ext uri="{FF2B5EF4-FFF2-40B4-BE49-F238E27FC236}">
                <a16:creationId xmlns:a16="http://schemas.microsoft.com/office/drawing/2014/main" id="{FCD36B85-EDAC-470D-92D9-B71B02DC0098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24245" y="3184250"/>
            <a:ext cx="2565778" cy="2285368"/>
          </a:xfrm>
          <a:pattFill prst="pct5">
            <a:fgClr>
              <a:srgbClr val="00B0F0"/>
            </a:fgClr>
            <a:bgClr>
              <a:schemeClr val="bg1"/>
            </a:bgClr>
          </a:pattFill>
        </p:spPr>
        <p:txBody>
          <a:bodyPr>
            <a:normAutofit/>
          </a:bodyPr>
          <a:lstStyle>
            <a:lvl1pPr>
              <a:defRPr sz="1400"/>
            </a:lvl1pPr>
          </a:lstStyle>
          <a:p>
            <a:endParaRPr lang="en-US"/>
          </a:p>
        </p:txBody>
      </p:sp>
      <p:sp>
        <p:nvSpPr>
          <p:cNvPr id="12" name="Picture Placeholder 12">
            <a:extLst>
              <a:ext uri="{FF2B5EF4-FFF2-40B4-BE49-F238E27FC236}">
                <a16:creationId xmlns:a16="http://schemas.microsoft.com/office/drawing/2014/main" id="{3E57D838-6B7F-4CCB-ABCA-23A46471B91A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3367529" y="3184249"/>
            <a:ext cx="2565778" cy="2285368"/>
          </a:xfrm>
          <a:pattFill prst="pct5">
            <a:fgClr>
              <a:srgbClr val="00B0F0"/>
            </a:fgClr>
            <a:bgClr>
              <a:schemeClr val="bg1"/>
            </a:bgClr>
          </a:pattFill>
        </p:spPr>
        <p:txBody>
          <a:bodyPr>
            <a:normAutofit/>
          </a:bodyPr>
          <a:lstStyle>
            <a:lvl1pPr>
              <a:defRPr sz="1400"/>
            </a:lvl1pPr>
          </a:lstStyle>
          <a:p>
            <a:endParaRPr lang="en-US"/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5C3E5CAB-D348-4E1B-A7A9-A34137DBB67B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6207345" y="1388382"/>
            <a:ext cx="2572716" cy="4081236"/>
          </a:xfrm>
          <a:pattFill prst="pct5">
            <a:fgClr>
              <a:srgbClr val="00B0F0"/>
            </a:fgClr>
            <a:bgClr>
              <a:schemeClr val="bg1"/>
            </a:bgClr>
          </a:pattFill>
        </p:spPr>
        <p:txBody>
          <a:bodyPr>
            <a:normAutofit/>
          </a:bodyPr>
          <a:lstStyle>
            <a:lvl1pPr>
              <a:defRPr sz="1400"/>
            </a:lvl1pPr>
          </a:lstStyle>
          <a:p>
            <a:endParaRPr lang="en-US"/>
          </a:p>
        </p:txBody>
      </p:sp>
      <p:sp>
        <p:nvSpPr>
          <p:cNvPr id="14" name="Picture Placeholder 12">
            <a:extLst>
              <a:ext uri="{FF2B5EF4-FFF2-40B4-BE49-F238E27FC236}">
                <a16:creationId xmlns:a16="http://schemas.microsoft.com/office/drawing/2014/main" id="{589576E6-E239-406F-8951-0A11C8291D8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9098510" y="2341501"/>
            <a:ext cx="2565778" cy="2285368"/>
          </a:xfrm>
          <a:pattFill prst="pct5">
            <a:fgClr>
              <a:srgbClr val="00B0F0"/>
            </a:fgClr>
            <a:bgClr>
              <a:schemeClr val="bg1"/>
            </a:bgClr>
          </a:pattFill>
        </p:spPr>
        <p:txBody>
          <a:bodyPr>
            <a:normAutofit/>
          </a:bodyPr>
          <a:lstStyle>
            <a:lvl1pPr>
              <a:defRPr sz="1400"/>
            </a:lvl1pPr>
          </a:lstStyle>
          <a:p>
            <a:endParaRPr lang="en-US"/>
          </a:p>
        </p:txBody>
      </p:sp>
      <p:sp>
        <p:nvSpPr>
          <p:cNvPr id="16" name="Half Frame 15">
            <a:extLst>
              <a:ext uri="{FF2B5EF4-FFF2-40B4-BE49-F238E27FC236}">
                <a16:creationId xmlns:a16="http://schemas.microsoft.com/office/drawing/2014/main" id="{39692580-F8B7-4BAF-BF20-D9706975A361}"/>
              </a:ext>
            </a:extLst>
          </p:cNvPr>
          <p:cNvSpPr/>
          <p:nvPr userDrawn="1"/>
        </p:nvSpPr>
        <p:spPr>
          <a:xfrm rot="10800000" flipH="1" flipV="1">
            <a:off x="309082" y="256271"/>
            <a:ext cx="591295" cy="591295"/>
          </a:xfrm>
          <a:prstGeom prst="halfFrame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7" name="Slide Number Placeholder 5">
            <a:extLst>
              <a:ext uri="{FF2B5EF4-FFF2-40B4-BE49-F238E27FC236}">
                <a16:creationId xmlns:a16="http://schemas.microsoft.com/office/drawing/2014/main" id="{057F5337-CBBA-462F-8E68-9AE7D6910A6D}"/>
              </a:ext>
            </a:extLst>
          </p:cNvPr>
          <p:cNvSpPr txBox="1">
            <a:spLocks/>
          </p:cNvSpPr>
          <p:nvPr userDrawn="1"/>
        </p:nvSpPr>
        <p:spPr>
          <a:xfrm>
            <a:off x="11342747" y="6095404"/>
            <a:ext cx="59129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BC64674B-0CCF-4531-A68C-815F17BC8CC8}" type="slidenum">
              <a:rPr lang="en-US" smtClean="0">
                <a:solidFill>
                  <a:schemeClr val="tx1">
                    <a:lumMod val="65000"/>
                    <a:lumOff val="35000"/>
                  </a:schemeClr>
                </a:solidFill>
                <a:latin typeface="Poppins SemiBold" panose="00000700000000000000" pitchFamily="2" charset="0"/>
                <a:cs typeface="Poppins SemiBold" panose="00000700000000000000" pitchFamily="2" charset="0"/>
              </a:rPr>
              <a:pPr algn="ctr"/>
              <a:t>‹#›</a:t>
            </a:fld>
            <a:endParaRPr lang="en-US">
              <a:solidFill>
                <a:schemeClr val="tx1">
                  <a:lumMod val="65000"/>
                  <a:lumOff val="35000"/>
                </a:schemeClr>
              </a:solidFill>
              <a:latin typeface="Poppins SemiBold" panose="00000700000000000000" pitchFamily="2" charset="0"/>
              <a:cs typeface="Poppins SemiBold" panose="00000700000000000000" pitchFamily="2" charset="0"/>
            </a:endParaRP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1763A134-918E-49CE-9956-FDE9D04F6885}"/>
              </a:ext>
            </a:extLst>
          </p:cNvPr>
          <p:cNvCxnSpPr/>
          <p:nvPr userDrawn="1"/>
        </p:nvCxnSpPr>
        <p:spPr>
          <a:xfrm flipV="1">
            <a:off x="11638394" y="6508376"/>
            <a:ext cx="0" cy="349624"/>
          </a:xfrm>
          <a:prstGeom prst="line">
            <a:avLst/>
          </a:prstGeom>
          <a:ln w="63500">
            <a:solidFill>
              <a:schemeClr val="accent4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4200352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DAB153EC-8AA6-4F36-B2A8-A1198F24C9A5}"/>
              </a:ext>
            </a:extLst>
          </p:cNvPr>
          <p:cNvSpPr/>
          <p:nvPr userDrawn="1"/>
        </p:nvSpPr>
        <p:spPr>
          <a:xfrm>
            <a:off x="1" y="4776716"/>
            <a:ext cx="2904117" cy="2081284"/>
          </a:xfrm>
          <a:prstGeom prst="rect">
            <a:avLst/>
          </a:prstGeom>
          <a:solidFill>
            <a:srgbClr val="FFE69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038F042C-9FC5-4D9C-AC9E-BCD1284B4A57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48185" y="3071965"/>
            <a:ext cx="2565778" cy="2285368"/>
          </a:xfrm>
          <a:pattFill prst="pct5">
            <a:fgClr>
              <a:srgbClr val="00B0F0"/>
            </a:fgClr>
            <a:bgClr>
              <a:schemeClr val="bg1"/>
            </a:bgClr>
          </a:pattFill>
        </p:spPr>
        <p:txBody>
          <a:bodyPr>
            <a:normAutofit/>
          </a:bodyPr>
          <a:lstStyle>
            <a:lvl1pPr>
              <a:defRPr sz="1400"/>
            </a:lvl1pPr>
          </a:lstStyle>
          <a:p>
            <a:endParaRPr lang="en-US"/>
          </a:p>
        </p:txBody>
      </p:sp>
      <p:sp>
        <p:nvSpPr>
          <p:cNvPr id="17" name="Picture Placeholder 12">
            <a:extLst>
              <a:ext uri="{FF2B5EF4-FFF2-40B4-BE49-F238E27FC236}">
                <a16:creationId xmlns:a16="http://schemas.microsoft.com/office/drawing/2014/main" id="{BD49CA5C-B363-403A-B53F-701840F2C874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3391469" y="3056401"/>
            <a:ext cx="2565778" cy="2285368"/>
          </a:xfrm>
          <a:pattFill prst="pct5">
            <a:fgClr>
              <a:srgbClr val="00B0F0"/>
            </a:fgClr>
            <a:bgClr>
              <a:schemeClr val="bg1"/>
            </a:bgClr>
          </a:pattFill>
        </p:spPr>
        <p:txBody>
          <a:bodyPr>
            <a:normAutofit/>
          </a:bodyPr>
          <a:lstStyle>
            <a:lvl1pPr>
              <a:defRPr sz="1400"/>
            </a:lvl1pPr>
          </a:lstStyle>
          <a:p>
            <a:endParaRPr lang="en-US"/>
          </a:p>
        </p:txBody>
      </p:sp>
      <p:sp>
        <p:nvSpPr>
          <p:cNvPr id="18" name="Picture Placeholder 12">
            <a:extLst>
              <a:ext uri="{FF2B5EF4-FFF2-40B4-BE49-F238E27FC236}">
                <a16:creationId xmlns:a16="http://schemas.microsoft.com/office/drawing/2014/main" id="{5A85574B-6C31-4C7B-8564-4BB680857419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6234753" y="3056401"/>
            <a:ext cx="2565778" cy="2285368"/>
          </a:xfrm>
          <a:pattFill prst="pct5">
            <a:fgClr>
              <a:srgbClr val="00B0F0"/>
            </a:fgClr>
            <a:bgClr>
              <a:schemeClr val="bg1"/>
            </a:bgClr>
          </a:pattFill>
        </p:spPr>
        <p:txBody>
          <a:bodyPr>
            <a:normAutofit/>
          </a:bodyPr>
          <a:lstStyle>
            <a:lvl1pPr>
              <a:defRPr sz="1400"/>
            </a:lvl1pPr>
          </a:lstStyle>
          <a:p>
            <a:endParaRPr lang="en-US"/>
          </a:p>
        </p:txBody>
      </p:sp>
      <p:sp>
        <p:nvSpPr>
          <p:cNvPr id="21" name="Picture Placeholder 12">
            <a:extLst>
              <a:ext uri="{FF2B5EF4-FFF2-40B4-BE49-F238E27FC236}">
                <a16:creationId xmlns:a16="http://schemas.microsoft.com/office/drawing/2014/main" id="{3AA1AE97-8741-40F6-94B8-529D9D1F29C7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9078037" y="3056401"/>
            <a:ext cx="2565778" cy="2285368"/>
          </a:xfrm>
          <a:pattFill prst="pct5">
            <a:fgClr>
              <a:srgbClr val="00B0F0"/>
            </a:fgClr>
            <a:bgClr>
              <a:schemeClr val="bg1"/>
            </a:bgClr>
          </a:pattFill>
        </p:spPr>
        <p:txBody>
          <a:bodyPr>
            <a:normAutofit/>
          </a:bodyPr>
          <a:lstStyle>
            <a:lvl1pPr>
              <a:defRPr sz="1400"/>
            </a:lvl1pPr>
          </a:lstStyle>
          <a:p>
            <a:endParaRPr lang="en-US"/>
          </a:p>
        </p:txBody>
      </p:sp>
      <p:sp>
        <p:nvSpPr>
          <p:cNvPr id="15" name="Plus Sign 14">
            <a:extLst>
              <a:ext uri="{FF2B5EF4-FFF2-40B4-BE49-F238E27FC236}">
                <a16:creationId xmlns:a16="http://schemas.microsoft.com/office/drawing/2014/main" id="{54461E85-AAD9-4C2F-BCBC-2DC08920E378}"/>
              </a:ext>
            </a:extLst>
          </p:cNvPr>
          <p:cNvSpPr/>
          <p:nvPr userDrawn="1"/>
        </p:nvSpPr>
        <p:spPr>
          <a:xfrm>
            <a:off x="11199117" y="323105"/>
            <a:ext cx="681734" cy="648445"/>
          </a:xfrm>
          <a:prstGeom prst="mathPlus">
            <a:avLst>
              <a:gd name="adj1" fmla="val 17776"/>
            </a:avLst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Circle: Hollow 9">
            <a:extLst>
              <a:ext uri="{FF2B5EF4-FFF2-40B4-BE49-F238E27FC236}">
                <a16:creationId xmlns:a16="http://schemas.microsoft.com/office/drawing/2014/main" id="{36214452-3529-477C-9E08-0837B5452B5B}"/>
              </a:ext>
            </a:extLst>
          </p:cNvPr>
          <p:cNvSpPr/>
          <p:nvPr userDrawn="1"/>
        </p:nvSpPr>
        <p:spPr>
          <a:xfrm>
            <a:off x="311744" y="323105"/>
            <a:ext cx="591295" cy="591295"/>
          </a:xfrm>
          <a:prstGeom prst="donut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8A7234D4-84F9-4C6C-8892-E746C5BB58B8}"/>
              </a:ext>
            </a:extLst>
          </p:cNvPr>
          <p:cNvSpPr txBox="1">
            <a:spLocks/>
          </p:cNvSpPr>
          <p:nvPr userDrawn="1"/>
        </p:nvSpPr>
        <p:spPr>
          <a:xfrm>
            <a:off x="5800353" y="6095404"/>
            <a:ext cx="59129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BC64674B-0CCF-4531-A68C-815F17BC8CC8}" type="slidenum">
              <a:rPr lang="en-US" smtClean="0">
                <a:solidFill>
                  <a:schemeClr val="tx1">
                    <a:lumMod val="65000"/>
                    <a:lumOff val="35000"/>
                  </a:schemeClr>
                </a:solidFill>
                <a:latin typeface="Poppins SemiBold" panose="00000700000000000000" pitchFamily="2" charset="0"/>
                <a:cs typeface="Poppins SemiBold" panose="00000700000000000000" pitchFamily="2" charset="0"/>
              </a:rPr>
              <a:pPr algn="ctr"/>
              <a:t>‹#›</a:t>
            </a:fld>
            <a:endParaRPr lang="en-US">
              <a:solidFill>
                <a:schemeClr val="tx1">
                  <a:lumMod val="65000"/>
                  <a:lumOff val="35000"/>
                </a:schemeClr>
              </a:solidFill>
              <a:latin typeface="Poppins SemiBold" panose="00000700000000000000" pitchFamily="2" charset="0"/>
              <a:cs typeface="Poppins SemiBold" panose="00000700000000000000" pitchFamily="2" charset="0"/>
            </a:endParaRP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353BA356-5E60-4B4B-9132-8CE17F4DAD7B}"/>
              </a:ext>
            </a:extLst>
          </p:cNvPr>
          <p:cNvCxnSpPr/>
          <p:nvPr userDrawn="1"/>
        </p:nvCxnSpPr>
        <p:spPr>
          <a:xfrm flipV="1">
            <a:off x="6096000" y="6508376"/>
            <a:ext cx="0" cy="349624"/>
          </a:xfrm>
          <a:prstGeom prst="line">
            <a:avLst/>
          </a:prstGeom>
          <a:ln w="63500">
            <a:solidFill>
              <a:schemeClr val="accent4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4631123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6BAEF8CA-AEF0-4287-AC1E-D8D3C91DA931}"/>
              </a:ext>
            </a:extLst>
          </p:cNvPr>
          <p:cNvSpPr/>
          <p:nvPr userDrawn="1"/>
        </p:nvSpPr>
        <p:spPr>
          <a:xfrm>
            <a:off x="3953302" y="0"/>
            <a:ext cx="4285397" cy="6858000"/>
          </a:xfrm>
          <a:prstGeom prst="rect">
            <a:avLst/>
          </a:prstGeom>
          <a:solidFill>
            <a:srgbClr val="FFE69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Picture Placeholder 12">
            <a:extLst>
              <a:ext uri="{FF2B5EF4-FFF2-40B4-BE49-F238E27FC236}">
                <a16:creationId xmlns:a16="http://schemas.microsoft.com/office/drawing/2014/main" id="{19E9B94D-4E15-40C3-BD65-BF3B356AAC49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3434472" y="1423121"/>
            <a:ext cx="2565778" cy="2285368"/>
          </a:xfrm>
          <a:pattFill prst="pct5">
            <a:fgClr>
              <a:srgbClr val="00B0F0"/>
            </a:fgClr>
            <a:bgClr>
              <a:schemeClr val="bg1"/>
            </a:bgClr>
          </a:pattFill>
        </p:spPr>
        <p:txBody>
          <a:bodyPr>
            <a:normAutofit/>
          </a:bodyPr>
          <a:lstStyle>
            <a:lvl1pPr>
              <a:defRPr sz="1400"/>
            </a:lvl1pPr>
          </a:lstStyle>
          <a:p>
            <a:endParaRPr lang="en-US"/>
          </a:p>
        </p:txBody>
      </p:sp>
      <p:sp>
        <p:nvSpPr>
          <p:cNvPr id="26" name="Picture Placeholder 12">
            <a:extLst>
              <a:ext uri="{FF2B5EF4-FFF2-40B4-BE49-F238E27FC236}">
                <a16:creationId xmlns:a16="http://schemas.microsoft.com/office/drawing/2014/main" id="{02892738-8534-4CA5-B31F-87D20782F661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6191750" y="1423121"/>
            <a:ext cx="2565778" cy="2285368"/>
          </a:xfrm>
          <a:pattFill prst="pct5">
            <a:fgClr>
              <a:srgbClr val="00B0F0"/>
            </a:fgClr>
            <a:bgClr>
              <a:schemeClr val="bg1"/>
            </a:bgClr>
          </a:pattFill>
        </p:spPr>
        <p:txBody>
          <a:bodyPr>
            <a:normAutofit/>
          </a:bodyPr>
          <a:lstStyle>
            <a:lvl1pPr>
              <a:defRPr sz="1400"/>
            </a:lvl1pPr>
          </a:lstStyle>
          <a:p>
            <a:endParaRPr lang="en-US"/>
          </a:p>
        </p:txBody>
      </p:sp>
      <p:sp>
        <p:nvSpPr>
          <p:cNvPr id="27" name="Picture Placeholder 12">
            <a:extLst>
              <a:ext uri="{FF2B5EF4-FFF2-40B4-BE49-F238E27FC236}">
                <a16:creationId xmlns:a16="http://schemas.microsoft.com/office/drawing/2014/main" id="{ACF06020-62A4-4EE8-B65F-CB0FE4E13FF7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434472" y="3905098"/>
            <a:ext cx="2565778" cy="2285368"/>
          </a:xfrm>
          <a:pattFill prst="pct5">
            <a:fgClr>
              <a:srgbClr val="00B0F0"/>
            </a:fgClr>
            <a:bgClr>
              <a:schemeClr val="bg1"/>
            </a:bgClr>
          </a:pattFill>
        </p:spPr>
        <p:txBody>
          <a:bodyPr>
            <a:normAutofit/>
          </a:bodyPr>
          <a:lstStyle>
            <a:lvl1pPr>
              <a:defRPr sz="1400"/>
            </a:lvl1pPr>
          </a:lstStyle>
          <a:p>
            <a:endParaRPr lang="en-US"/>
          </a:p>
        </p:txBody>
      </p:sp>
      <p:sp>
        <p:nvSpPr>
          <p:cNvPr id="28" name="Picture Placeholder 12">
            <a:extLst>
              <a:ext uri="{FF2B5EF4-FFF2-40B4-BE49-F238E27FC236}">
                <a16:creationId xmlns:a16="http://schemas.microsoft.com/office/drawing/2014/main" id="{E6E88B1B-B1D0-4463-9BDD-512892709B95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186120" y="3905098"/>
            <a:ext cx="2565778" cy="2285368"/>
          </a:xfrm>
          <a:pattFill prst="pct5">
            <a:fgClr>
              <a:srgbClr val="00B0F0"/>
            </a:fgClr>
            <a:bgClr>
              <a:schemeClr val="bg1"/>
            </a:bgClr>
          </a:pattFill>
        </p:spPr>
        <p:txBody>
          <a:bodyPr>
            <a:normAutofit/>
          </a:bodyPr>
          <a:lstStyle>
            <a:lvl1pPr>
              <a:defRPr sz="1400"/>
            </a:lvl1pPr>
          </a:lstStyle>
          <a:p>
            <a:endParaRPr lang="en-US"/>
          </a:p>
        </p:txBody>
      </p:sp>
      <p:sp>
        <p:nvSpPr>
          <p:cNvPr id="14" name="Half Frame 13">
            <a:extLst>
              <a:ext uri="{FF2B5EF4-FFF2-40B4-BE49-F238E27FC236}">
                <a16:creationId xmlns:a16="http://schemas.microsoft.com/office/drawing/2014/main" id="{EE9EC9F0-22BC-49E5-B575-55D1F8DA123A}"/>
              </a:ext>
            </a:extLst>
          </p:cNvPr>
          <p:cNvSpPr/>
          <p:nvPr userDrawn="1"/>
        </p:nvSpPr>
        <p:spPr>
          <a:xfrm rot="10800000" flipH="1" flipV="1">
            <a:off x="309082" y="256271"/>
            <a:ext cx="591295" cy="591295"/>
          </a:xfrm>
          <a:prstGeom prst="halfFrame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6" name="Circle: Hollow 15">
            <a:extLst>
              <a:ext uri="{FF2B5EF4-FFF2-40B4-BE49-F238E27FC236}">
                <a16:creationId xmlns:a16="http://schemas.microsoft.com/office/drawing/2014/main" id="{B0FCDFA4-D459-4600-B198-36207B2DDD47}"/>
              </a:ext>
            </a:extLst>
          </p:cNvPr>
          <p:cNvSpPr/>
          <p:nvPr userDrawn="1"/>
        </p:nvSpPr>
        <p:spPr>
          <a:xfrm>
            <a:off x="11318518" y="6038105"/>
            <a:ext cx="591295" cy="591295"/>
          </a:xfrm>
          <a:prstGeom prst="donut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2058087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3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Half Frame 2">
            <a:extLst>
              <a:ext uri="{FF2B5EF4-FFF2-40B4-BE49-F238E27FC236}">
                <a16:creationId xmlns:a16="http://schemas.microsoft.com/office/drawing/2014/main" id="{4723FD04-977B-4733-A3E9-E7950E931AB3}"/>
              </a:ext>
            </a:extLst>
          </p:cNvPr>
          <p:cNvSpPr/>
          <p:nvPr userDrawn="1"/>
        </p:nvSpPr>
        <p:spPr>
          <a:xfrm rot="16200000" flipH="1" flipV="1">
            <a:off x="11302408" y="323105"/>
            <a:ext cx="591295" cy="591295"/>
          </a:xfrm>
          <a:prstGeom prst="halfFrame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3625F604-C52A-4E0D-B131-B65A3729368B}"/>
              </a:ext>
            </a:extLst>
          </p:cNvPr>
          <p:cNvSpPr txBox="1">
            <a:spLocks/>
          </p:cNvSpPr>
          <p:nvPr userDrawn="1"/>
        </p:nvSpPr>
        <p:spPr>
          <a:xfrm>
            <a:off x="11342747" y="6095404"/>
            <a:ext cx="59129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BC64674B-0CCF-4531-A68C-815F17BC8CC8}" type="slidenum">
              <a:rPr lang="en-US" smtClean="0">
                <a:solidFill>
                  <a:schemeClr val="tx1">
                    <a:lumMod val="65000"/>
                    <a:lumOff val="35000"/>
                  </a:schemeClr>
                </a:solidFill>
                <a:latin typeface="Poppins SemiBold" panose="00000700000000000000" pitchFamily="2" charset="0"/>
                <a:cs typeface="Poppins SemiBold" panose="00000700000000000000" pitchFamily="2" charset="0"/>
              </a:rPr>
              <a:pPr algn="ctr"/>
              <a:t>‹#›</a:t>
            </a:fld>
            <a:endParaRPr lang="en-US">
              <a:solidFill>
                <a:schemeClr val="tx1">
                  <a:lumMod val="65000"/>
                  <a:lumOff val="35000"/>
                </a:schemeClr>
              </a:solidFill>
              <a:latin typeface="Poppins SemiBold" panose="00000700000000000000" pitchFamily="2" charset="0"/>
              <a:cs typeface="Poppins SemiBold" panose="00000700000000000000" pitchFamily="2" charset="0"/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0836FF1D-0C91-4583-A357-44CBA56F5D05}"/>
              </a:ext>
            </a:extLst>
          </p:cNvPr>
          <p:cNvCxnSpPr/>
          <p:nvPr userDrawn="1"/>
        </p:nvCxnSpPr>
        <p:spPr>
          <a:xfrm flipV="1">
            <a:off x="11638394" y="6508376"/>
            <a:ext cx="0" cy="349624"/>
          </a:xfrm>
          <a:prstGeom prst="line">
            <a:avLst/>
          </a:prstGeom>
          <a:ln w="63500">
            <a:solidFill>
              <a:schemeClr val="accent4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Rectangle 5">
            <a:extLst>
              <a:ext uri="{FF2B5EF4-FFF2-40B4-BE49-F238E27FC236}">
                <a16:creationId xmlns:a16="http://schemas.microsoft.com/office/drawing/2014/main" id="{67062BCE-14CD-4054-B9A7-4BF669A5195D}"/>
              </a:ext>
            </a:extLst>
          </p:cNvPr>
          <p:cNvSpPr/>
          <p:nvPr userDrawn="1"/>
        </p:nvSpPr>
        <p:spPr>
          <a:xfrm>
            <a:off x="-1" y="0"/>
            <a:ext cx="2279177" cy="6858000"/>
          </a:xfrm>
          <a:prstGeom prst="rect">
            <a:avLst/>
          </a:prstGeom>
          <a:solidFill>
            <a:srgbClr val="FFE69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Picture Placeholder 12">
            <a:extLst>
              <a:ext uri="{FF2B5EF4-FFF2-40B4-BE49-F238E27FC236}">
                <a16:creationId xmlns:a16="http://schemas.microsoft.com/office/drawing/2014/main" id="{7D0E3DEC-8C2D-4D3C-9AE0-F826D8CC2D89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859808" y="2304281"/>
            <a:ext cx="3425587" cy="4567165"/>
          </a:xfrm>
          <a:pattFill prst="pct5">
            <a:fgClr>
              <a:srgbClr val="00B0F0"/>
            </a:fgClr>
            <a:bgClr>
              <a:schemeClr val="bg1"/>
            </a:bgClr>
          </a:pattFill>
        </p:spPr>
        <p:txBody>
          <a:bodyPr>
            <a:normAutofit/>
          </a:bodyPr>
          <a:lstStyle>
            <a:lvl1pPr>
              <a:defRPr sz="1400"/>
            </a:lvl1pPr>
          </a:lstStyle>
          <a:p>
            <a:endParaRPr lang="en-US"/>
          </a:p>
        </p:txBody>
      </p:sp>
      <p:sp>
        <p:nvSpPr>
          <p:cNvPr id="10" name="Picture Placeholder 12">
            <a:extLst>
              <a:ext uri="{FF2B5EF4-FFF2-40B4-BE49-F238E27FC236}">
                <a16:creationId xmlns:a16="http://schemas.microsoft.com/office/drawing/2014/main" id="{4839FC53-D19A-42FB-8D3D-85F6DFDDB18E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763066" y="-6196"/>
            <a:ext cx="3425587" cy="4567165"/>
          </a:xfrm>
          <a:pattFill prst="pct5">
            <a:fgClr>
              <a:srgbClr val="00B0F0"/>
            </a:fgClr>
            <a:bgClr>
              <a:schemeClr val="bg1"/>
            </a:bgClr>
          </a:pattFill>
        </p:spPr>
        <p:txBody>
          <a:bodyPr>
            <a:normAutofit/>
          </a:bodyPr>
          <a:lstStyle>
            <a:lvl1pPr>
              <a:defRPr sz="14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940895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4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1D2A2C76-50CF-45F7-8329-E14BF5F3C47E}"/>
              </a:ext>
            </a:extLst>
          </p:cNvPr>
          <p:cNvCxnSpPr>
            <a:cxnSpLocks/>
          </p:cNvCxnSpPr>
          <p:nvPr userDrawn="1"/>
        </p:nvCxnSpPr>
        <p:spPr>
          <a:xfrm flipV="1">
            <a:off x="6096000" y="-9525"/>
            <a:ext cx="0" cy="477672"/>
          </a:xfrm>
          <a:prstGeom prst="line">
            <a:avLst/>
          </a:prstGeom>
          <a:ln w="101600">
            <a:solidFill>
              <a:schemeClr val="accent4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Plus Sign 11">
            <a:extLst>
              <a:ext uri="{FF2B5EF4-FFF2-40B4-BE49-F238E27FC236}">
                <a16:creationId xmlns:a16="http://schemas.microsoft.com/office/drawing/2014/main" id="{52A42221-983C-40C8-A4A1-745CE10DFE14}"/>
              </a:ext>
            </a:extLst>
          </p:cNvPr>
          <p:cNvSpPr/>
          <p:nvPr userDrawn="1"/>
        </p:nvSpPr>
        <p:spPr>
          <a:xfrm>
            <a:off x="11199117" y="323105"/>
            <a:ext cx="681734" cy="648445"/>
          </a:xfrm>
          <a:prstGeom prst="mathPlus">
            <a:avLst>
              <a:gd name="adj1" fmla="val 17776"/>
            </a:avLst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Half Frame 12">
            <a:extLst>
              <a:ext uri="{FF2B5EF4-FFF2-40B4-BE49-F238E27FC236}">
                <a16:creationId xmlns:a16="http://schemas.microsoft.com/office/drawing/2014/main" id="{74E5BAA1-994A-49BA-9C08-B976236DB806}"/>
              </a:ext>
            </a:extLst>
          </p:cNvPr>
          <p:cNvSpPr/>
          <p:nvPr userDrawn="1"/>
        </p:nvSpPr>
        <p:spPr>
          <a:xfrm rot="10800000" flipH="1" flipV="1">
            <a:off x="309082" y="256271"/>
            <a:ext cx="591295" cy="591295"/>
          </a:xfrm>
          <a:prstGeom prst="halfFrame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34" name="Picture Placeholder 33">
            <a:extLst>
              <a:ext uri="{FF2B5EF4-FFF2-40B4-BE49-F238E27FC236}">
                <a16:creationId xmlns:a16="http://schemas.microsoft.com/office/drawing/2014/main" id="{82E9D243-74DC-40F2-87EC-9EB0CB1C1494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3989680" y="1611085"/>
            <a:ext cx="4188239" cy="5246914"/>
          </a:xfrm>
          <a:custGeom>
            <a:avLst/>
            <a:gdLst>
              <a:gd name="connsiteX0" fmla="*/ 2149863 w 4188239"/>
              <a:gd name="connsiteY0" fmla="*/ 609601 h 5246914"/>
              <a:gd name="connsiteX1" fmla="*/ 4188239 w 4188239"/>
              <a:gd name="connsiteY1" fmla="*/ 609601 h 5246914"/>
              <a:gd name="connsiteX2" fmla="*/ 4188239 w 4188239"/>
              <a:gd name="connsiteY2" fmla="*/ 5246914 h 5246914"/>
              <a:gd name="connsiteX3" fmla="*/ 2149863 w 4188239"/>
              <a:gd name="connsiteY3" fmla="*/ 5246914 h 5246914"/>
              <a:gd name="connsiteX4" fmla="*/ 0 w 4188239"/>
              <a:gd name="connsiteY4" fmla="*/ 0 h 5246914"/>
              <a:gd name="connsiteX5" fmla="*/ 2038376 w 4188239"/>
              <a:gd name="connsiteY5" fmla="*/ 0 h 5246914"/>
              <a:gd name="connsiteX6" fmla="*/ 2038376 w 4188239"/>
              <a:gd name="connsiteY6" fmla="*/ 4637313 h 5246914"/>
              <a:gd name="connsiteX7" fmla="*/ 0 w 4188239"/>
              <a:gd name="connsiteY7" fmla="*/ 4637313 h 52469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4188239" h="5246914">
                <a:moveTo>
                  <a:pt x="2149863" y="609601"/>
                </a:moveTo>
                <a:lnTo>
                  <a:pt x="4188239" y="609601"/>
                </a:lnTo>
                <a:lnTo>
                  <a:pt x="4188239" y="5246914"/>
                </a:lnTo>
                <a:lnTo>
                  <a:pt x="2149863" y="5246914"/>
                </a:lnTo>
                <a:close/>
                <a:moveTo>
                  <a:pt x="0" y="0"/>
                </a:moveTo>
                <a:lnTo>
                  <a:pt x="2038376" y="0"/>
                </a:lnTo>
                <a:lnTo>
                  <a:pt x="2038376" y="4637313"/>
                </a:lnTo>
                <a:lnTo>
                  <a:pt x="0" y="4637313"/>
                </a:lnTo>
                <a:close/>
              </a:path>
            </a:pathLst>
          </a:custGeom>
          <a:pattFill prst="pct5">
            <a:fgClr>
              <a:srgbClr val="00B0F0"/>
            </a:fgClr>
            <a:bgClr>
              <a:schemeClr val="bg1"/>
            </a:bgClr>
          </a:pattFill>
        </p:spPr>
        <p:txBody>
          <a:bodyPr wrap="square">
            <a:noAutofit/>
          </a:bodyPr>
          <a:lstStyle>
            <a:lvl1pPr>
              <a:defRPr sz="14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631632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5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Rectangle 28">
            <a:extLst>
              <a:ext uri="{FF2B5EF4-FFF2-40B4-BE49-F238E27FC236}">
                <a16:creationId xmlns:a16="http://schemas.microsoft.com/office/drawing/2014/main" id="{E8D6FDEB-707F-4109-8AD2-E701EA2C882E}"/>
              </a:ext>
            </a:extLst>
          </p:cNvPr>
          <p:cNvSpPr/>
          <p:nvPr userDrawn="1"/>
        </p:nvSpPr>
        <p:spPr>
          <a:xfrm>
            <a:off x="0" y="4692015"/>
            <a:ext cx="2283883" cy="2165985"/>
          </a:xfrm>
          <a:prstGeom prst="rect">
            <a:avLst/>
          </a:prstGeom>
          <a:solidFill>
            <a:srgbClr val="FFE69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Picture Placeholder 12">
            <a:extLst>
              <a:ext uri="{FF2B5EF4-FFF2-40B4-BE49-F238E27FC236}">
                <a16:creationId xmlns:a16="http://schemas.microsoft.com/office/drawing/2014/main" id="{4B652FC6-56A4-44D3-98C9-222C4345AD02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1046352" y="2970549"/>
            <a:ext cx="2165986" cy="2165986"/>
          </a:xfrm>
          <a:prstGeom prst="ellipse">
            <a:avLst/>
          </a:prstGeom>
          <a:pattFill prst="pct5">
            <a:fgClr>
              <a:srgbClr val="00B0F0"/>
            </a:fgClr>
            <a:bgClr>
              <a:schemeClr val="bg1"/>
            </a:bgClr>
          </a:pattFill>
        </p:spPr>
        <p:txBody>
          <a:bodyPr>
            <a:normAutofit/>
          </a:bodyPr>
          <a:lstStyle>
            <a:lvl1pPr>
              <a:defRPr sz="1400"/>
            </a:lvl1pPr>
          </a:lstStyle>
          <a:p>
            <a:endParaRPr lang="en-US"/>
          </a:p>
        </p:txBody>
      </p:sp>
      <p:sp>
        <p:nvSpPr>
          <p:cNvPr id="26" name="Picture Placeholder 12">
            <a:extLst>
              <a:ext uri="{FF2B5EF4-FFF2-40B4-BE49-F238E27FC236}">
                <a16:creationId xmlns:a16="http://schemas.microsoft.com/office/drawing/2014/main" id="{47BFF4C0-B1BA-4D14-A802-10729F56C09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691475" y="2970549"/>
            <a:ext cx="2165986" cy="2165986"/>
          </a:xfrm>
          <a:prstGeom prst="ellipse">
            <a:avLst/>
          </a:prstGeom>
          <a:pattFill prst="pct5">
            <a:fgClr>
              <a:srgbClr val="00B0F0"/>
            </a:fgClr>
            <a:bgClr>
              <a:schemeClr val="bg1"/>
            </a:bgClr>
          </a:pattFill>
        </p:spPr>
        <p:txBody>
          <a:bodyPr>
            <a:normAutofit/>
          </a:bodyPr>
          <a:lstStyle>
            <a:lvl1pPr>
              <a:defRPr sz="1400"/>
            </a:lvl1pPr>
          </a:lstStyle>
          <a:p>
            <a:endParaRPr lang="en-US"/>
          </a:p>
        </p:txBody>
      </p:sp>
      <p:sp>
        <p:nvSpPr>
          <p:cNvPr id="27" name="Picture Placeholder 12">
            <a:extLst>
              <a:ext uri="{FF2B5EF4-FFF2-40B4-BE49-F238E27FC236}">
                <a16:creationId xmlns:a16="http://schemas.microsoft.com/office/drawing/2014/main" id="{BB942B5E-49CD-43B9-AC44-E5FB7156A488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334541" y="2970549"/>
            <a:ext cx="2165986" cy="2165986"/>
          </a:xfrm>
          <a:prstGeom prst="ellipse">
            <a:avLst/>
          </a:prstGeom>
          <a:pattFill prst="pct5">
            <a:fgClr>
              <a:srgbClr val="00B0F0"/>
            </a:fgClr>
            <a:bgClr>
              <a:schemeClr val="bg1"/>
            </a:bgClr>
          </a:pattFill>
        </p:spPr>
        <p:txBody>
          <a:bodyPr>
            <a:normAutofit/>
          </a:bodyPr>
          <a:lstStyle>
            <a:lvl1pPr>
              <a:defRPr sz="1400"/>
            </a:lvl1pPr>
          </a:lstStyle>
          <a:p>
            <a:endParaRPr lang="en-US"/>
          </a:p>
        </p:txBody>
      </p:sp>
      <p:sp>
        <p:nvSpPr>
          <p:cNvPr id="28" name="Picture Placeholder 12">
            <a:extLst>
              <a:ext uri="{FF2B5EF4-FFF2-40B4-BE49-F238E27FC236}">
                <a16:creationId xmlns:a16="http://schemas.microsoft.com/office/drawing/2014/main" id="{D5D20798-67AB-4E02-859B-79996FC776C2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8977929" y="2970549"/>
            <a:ext cx="2165986" cy="2165986"/>
          </a:xfrm>
          <a:prstGeom prst="ellipse">
            <a:avLst/>
          </a:prstGeom>
          <a:pattFill prst="pct5">
            <a:fgClr>
              <a:srgbClr val="00B0F0"/>
            </a:fgClr>
            <a:bgClr>
              <a:schemeClr val="bg1"/>
            </a:bgClr>
          </a:pattFill>
        </p:spPr>
        <p:txBody>
          <a:bodyPr>
            <a:normAutofit/>
          </a:bodyPr>
          <a:lstStyle>
            <a:lvl1pPr>
              <a:defRPr sz="1400"/>
            </a:lvl1pPr>
          </a:lstStyle>
          <a:p>
            <a:endParaRPr lang="en-US"/>
          </a:p>
        </p:txBody>
      </p:sp>
      <p:sp>
        <p:nvSpPr>
          <p:cNvPr id="15" name="Plus Sign 14">
            <a:extLst>
              <a:ext uri="{FF2B5EF4-FFF2-40B4-BE49-F238E27FC236}">
                <a16:creationId xmlns:a16="http://schemas.microsoft.com/office/drawing/2014/main" id="{54461E85-AAD9-4C2F-BCBC-2DC08920E378}"/>
              </a:ext>
            </a:extLst>
          </p:cNvPr>
          <p:cNvSpPr/>
          <p:nvPr userDrawn="1"/>
        </p:nvSpPr>
        <p:spPr>
          <a:xfrm>
            <a:off x="11199117" y="323105"/>
            <a:ext cx="681734" cy="648445"/>
          </a:xfrm>
          <a:prstGeom prst="mathPlus">
            <a:avLst>
              <a:gd name="adj1" fmla="val 17776"/>
            </a:avLst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Circle: Hollow 9">
            <a:extLst>
              <a:ext uri="{FF2B5EF4-FFF2-40B4-BE49-F238E27FC236}">
                <a16:creationId xmlns:a16="http://schemas.microsoft.com/office/drawing/2014/main" id="{36214452-3529-477C-9E08-0837B5452B5B}"/>
              </a:ext>
            </a:extLst>
          </p:cNvPr>
          <p:cNvSpPr/>
          <p:nvPr userDrawn="1"/>
        </p:nvSpPr>
        <p:spPr>
          <a:xfrm>
            <a:off x="311744" y="323105"/>
            <a:ext cx="591295" cy="591295"/>
          </a:xfrm>
          <a:prstGeom prst="donut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8A7234D4-84F9-4C6C-8892-E746C5BB58B8}"/>
              </a:ext>
            </a:extLst>
          </p:cNvPr>
          <p:cNvSpPr txBox="1">
            <a:spLocks/>
          </p:cNvSpPr>
          <p:nvPr userDrawn="1"/>
        </p:nvSpPr>
        <p:spPr>
          <a:xfrm>
            <a:off x="5800353" y="6095404"/>
            <a:ext cx="59129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BC64674B-0CCF-4531-A68C-815F17BC8CC8}" type="slidenum">
              <a:rPr lang="en-US" smtClean="0">
                <a:solidFill>
                  <a:schemeClr val="tx1">
                    <a:lumMod val="65000"/>
                    <a:lumOff val="35000"/>
                  </a:schemeClr>
                </a:solidFill>
                <a:latin typeface="Poppins SemiBold" panose="00000700000000000000" pitchFamily="2" charset="0"/>
                <a:cs typeface="Poppins SemiBold" panose="00000700000000000000" pitchFamily="2" charset="0"/>
              </a:rPr>
              <a:pPr algn="ctr"/>
              <a:t>‹#›</a:t>
            </a:fld>
            <a:endParaRPr lang="en-US">
              <a:solidFill>
                <a:schemeClr val="tx1">
                  <a:lumMod val="65000"/>
                  <a:lumOff val="35000"/>
                </a:schemeClr>
              </a:solidFill>
              <a:latin typeface="Poppins SemiBold" panose="00000700000000000000" pitchFamily="2" charset="0"/>
              <a:cs typeface="Poppins SemiBold" panose="00000700000000000000" pitchFamily="2" charset="0"/>
            </a:endParaRP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353BA356-5E60-4B4B-9132-8CE17F4DAD7B}"/>
              </a:ext>
            </a:extLst>
          </p:cNvPr>
          <p:cNvCxnSpPr/>
          <p:nvPr userDrawn="1"/>
        </p:nvCxnSpPr>
        <p:spPr>
          <a:xfrm flipV="1">
            <a:off x="6096000" y="6508376"/>
            <a:ext cx="0" cy="349624"/>
          </a:xfrm>
          <a:prstGeom prst="line">
            <a:avLst/>
          </a:prstGeom>
          <a:ln w="63500">
            <a:solidFill>
              <a:schemeClr val="accent4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3796767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6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icture Placeholder 12">
            <a:extLst>
              <a:ext uri="{FF2B5EF4-FFF2-40B4-BE49-F238E27FC236}">
                <a16:creationId xmlns:a16="http://schemas.microsoft.com/office/drawing/2014/main" id="{A2020B7D-F41E-41DD-BC90-FC1FE408997A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5289369" cy="6858000"/>
          </a:xfrm>
          <a:pattFill prst="pct5">
            <a:fgClr>
              <a:srgbClr val="00B0F0"/>
            </a:fgClr>
            <a:bgClr>
              <a:schemeClr val="bg1"/>
            </a:bgClr>
          </a:pattFill>
        </p:spPr>
        <p:txBody>
          <a:bodyPr>
            <a:normAutofit/>
          </a:bodyPr>
          <a:lstStyle>
            <a:lvl1pPr>
              <a:defRPr sz="14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80366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7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icture Placeholder 12">
            <a:extLst>
              <a:ext uri="{FF2B5EF4-FFF2-40B4-BE49-F238E27FC236}">
                <a16:creationId xmlns:a16="http://schemas.microsoft.com/office/drawing/2014/main" id="{F51A6C6A-D8D1-4E34-B1C3-527544368D41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6295800" y="622810"/>
            <a:ext cx="2165986" cy="2165986"/>
          </a:xfrm>
          <a:prstGeom prst="ellipse">
            <a:avLst/>
          </a:prstGeom>
          <a:pattFill prst="pct5">
            <a:fgClr>
              <a:srgbClr val="00B0F0"/>
            </a:fgClr>
            <a:bgClr>
              <a:schemeClr val="bg1"/>
            </a:bgClr>
          </a:pattFill>
        </p:spPr>
        <p:txBody>
          <a:bodyPr>
            <a:normAutofit/>
          </a:bodyPr>
          <a:lstStyle>
            <a:lvl1pPr>
              <a:defRPr sz="1400"/>
            </a:lvl1pPr>
          </a:lstStyle>
          <a:p>
            <a:endParaRPr lang="en-US"/>
          </a:p>
        </p:txBody>
      </p:sp>
      <p:sp>
        <p:nvSpPr>
          <p:cNvPr id="16" name="Picture Placeholder 12">
            <a:extLst>
              <a:ext uri="{FF2B5EF4-FFF2-40B4-BE49-F238E27FC236}">
                <a16:creationId xmlns:a16="http://schemas.microsoft.com/office/drawing/2014/main" id="{37FD00C4-1EFB-492D-B362-375B594873E2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964468" y="622810"/>
            <a:ext cx="2165986" cy="2165986"/>
          </a:xfrm>
          <a:prstGeom prst="ellipse">
            <a:avLst/>
          </a:prstGeom>
          <a:pattFill prst="pct5">
            <a:fgClr>
              <a:srgbClr val="00B0F0"/>
            </a:fgClr>
            <a:bgClr>
              <a:schemeClr val="bg1"/>
            </a:bgClr>
          </a:pattFill>
        </p:spPr>
        <p:txBody>
          <a:bodyPr>
            <a:normAutofit/>
          </a:bodyPr>
          <a:lstStyle>
            <a:lvl1pPr>
              <a:defRPr sz="1400"/>
            </a:lvl1pPr>
          </a:lstStyle>
          <a:p>
            <a:endParaRPr lang="en-US"/>
          </a:p>
        </p:txBody>
      </p:sp>
      <p:sp>
        <p:nvSpPr>
          <p:cNvPr id="17" name="Picture Placeholder 12">
            <a:extLst>
              <a:ext uri="{FF2B5EF4-FFF2-40B4-BE49-F238E27FC236}">
                <a16:creationId xmlns:a16="http://schemas.microsoft.com/office/drawing/2014/main" id="{48B1E06B-7837-4D21-91C9-EF7AFFB49078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304684" y="3602769"/>
            <a:ext cx="2165986" cy="2165986"/>
          </a:xfrm>
          <a:prstGeom prst="ellipse">
            <a:avLst/>
          </a:prstGeom>
          <a:pattFill prst="pct5">
            <a:fgClr>
              <a:srgbClr val="00B0F0"/>
            </a:fgClr>
            <a:bgClr>
              <a:schemeClr val="bg1"/>
            </a:bgClr>
          </a:pattFill>
        </p:spPr>
        <p:txBody>
          <a:bodyPr>
            <a:normAutofit/>
          </a:bodyPr>
          <a:lstStyle>
            <a:lvl1pPr>
              <a:defRPr sz="1400"/>
            </a:lvl1pPr>
          </a:lstStyle>
          <a:p>
            <a:endParaRPr lang="en-US"/>
          </a:p>
        </p:txBody>
      </p:sp>
      <p:sp>
        <p:nvSpPr>
          <p:cNvPr id="18" name="Picture Placeholder 12">
            <a:extLst>
              <a:ext uri="{FF2B5EF4-FFF2-40B4-BE49-F238E27FC236}">
                <a16:creationId xmlns:a16="http://schemas.microsoft.com/office/drawing/2014/main" id="{A4611CC2-963D-48A3-8006-8EFB32CF855F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8964468" y="3602769"/>
            <a:ext cx="2165986" cy="2165986"/>
          </a:xfrm>
          <a:prstGeom prst="ellipse">
            <a:avLst/>
          </a:prstGeom>
          <a:pattFill prst="pct5">
            <a:fgClr>
              <a:srgbClr val="00B0F0"/>
            </a:fgClr>
            <a:bgClr>
              <a:schemeClr val="bg1"/>
            </a:bgClr>
          </a:pattFill>
        </p:spPr>
        <p:txBody>
          <a:bodyPr>
            <a:normAutofit/>
          </a:bodyPr>
          <a:lstStyle>
            <a:lvl1pPr>
              <a:defRPr sz="1400"/>
            </a:lvl1pPr>
          </a:lstStyle>
          <a:p>
            <a:endParaRPr lang="en-US"/>
          </a:p>
        </p:txBody>
      </p:sp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7B15A7A7-8E63-4714-A9DD-7DA39ECDDCF4}"/>
              </a:ext>
            </a:extLst>
          </p:cNvPr>
          <p:cNvSpPr txBox="1">
            <a:spLocks/>
          </p:cNvSpPr>
          <p:nvPr userDrawn="1"/>
        </p:nvSpPr>
        <p:spPr>
          <a:xfrm>
            <a:off x="228598" y="6095404"/>
            <a:ext cx="59129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BC64674B-0CCF-4531-A68C-815F17BC8CC8}" type="slidenum">
              <a:rPr lang="en-US" smtClean="0">
                <a:solidFill>
                  <a:schemeClr val="tx1">
                    <a:lumMod val="65000"/>
                    <a:lumOff val="35000"/>
                  </a:schemeClr>
                </a:solidFill>
                <a:latin typeface="Poppins SemiBold" panose="00000700000000000000" pitchFamily="2" charset="0"/>
                <a:cs typeface="Poppins SemiBold" panose="00000700000000000000" pitchFamily="2" charset="0"/>
              </a:rPr>
              <a:pPr algn="ctr"/>
              <a:t>‹#›</a:t>
            </a:fld>
            <a:endParaRPr lang="en-US">
              <a:solidFill>
                <a:schemeClr val="tx1">
                  <a:lumMod val="65000"/>
                  <a:lumOff val="35000"/>
                </a:schemeClr>
              </a:solidFill>
              <a:latin typeface="Poppins SemiBold" panose="00000700000000000000" pitchFamily="2" charset="0"/>
              <a:cs typeface="Poppins SemiBold" panose="00000700000000000000" pitchFamily="2" charset="0"/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990DA6EA-8A1E-4599-A894-1A8436D5DBCD}"/>
              </a:ext>
            </a:extLst>
          </p:cNvPr>
          <p:cNvCxnSpPr/>
          <p:nvPr userDrawn="1"/>
        </p:nvCxnSpPr>
        <p:spPr>
          <a:xfrm flipV="1">
            <a:off x="524245" y="6508376"/>
            <a:ext cx="0" cy="349624"/>
          </a:xfrm>
          <a:prstGeom prst="line">
            <a:avLst/>
          </a:prstGeom>
          <a:ln w="63500">
            <a:solidFill>
              <a:schemeClr val="accent4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Rectangle 7">
            <a:extLst>
              <a:ext uri="{FF2B5EF4-FFF2-40B4-BE49-F238E27FC236}">
                <a16:creationId xmlns:a16="http://schemas.microsoft.com/office/drawing/2014/main" id="{EE9D56E1-AD58-477A-8852-826683DA9AE9}"/>
              </a:ext>
            </a:extLst>
          </p:cNvPr>
          <p:cNvSpPr/>
          <p:nvPr userDrawn="1"/>
        </p:nvSpPr>
        <p:spPr>
          <a:xfrm>
            <a:off x="0" y="0"/>
            <a:ext cx="922735" cy="914400"/>
          </a:xfrm>
          <a:prstGeom prst="rect">
            <a:avLst/>
          </a:prstGeom>
          <a:solidFill>
            <a:srgbClr val="FFE69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3194529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8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5B95C703-A050-40E0-900F-E7D861EF6022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5359851" y="1118717"/>
            <a:ext cx="1472295" cy="1472295"/>
          </a:xfrm>
          <a:prstGeom prst="ellipse">
            <a:avLst/>
          </a:prstGeom>
          <a:pattFill prst="pct5">
            <a:fgClr>
              <a:srgbClr val="00B0F0"/>
            </a:fgClr>
            <a:bgClr>
              <a:schemeClr val="bg1"/>
            </a:bgClr>
          </a:pattFill>
        </p:spPr>
        <p:txBody>
          <a:bodyPr>
            <a:normAutofit/>
          </a:bodyPr>
          <a:lstStyle>
            <a:lvl1pPr>
              <a:defRPr sz="1400"/>
            </a:lvl1pPr>
          </a:lstStyle>
          <a:p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1A56F03-1AE6-4D11-9C00-E0DC777B8D19}"/>
              </a:ext>
            </a:extLst>
          </p:cNvPr>
          <p:cNvSpPr/>
          <p:nvPr userDrawn="1"/>
        </p:nvSpPr>
        <p:spPr>
          <a:xfrm>
            <a:off x="9917167" y="0"/>
            <a:ext cx="2279177" cy="6858000"/>
          </a:xfrm>
          <a:prstGeom prst="rect">
            <a:avLst/>
          </a:prstGeom>
          <a:solidFill>
            <a:srgbClr val="FFE69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B9F3190-4CA2-4073-B26D-6CB39AF2DAA1}"/>
              </a:ext>
            </a:extLst>
          </p:cNvPr>
          <p:cNvSpPr/>
          <p:nvPr userDrawn="1"/>
        </p:nvSpPr>
        <p:spPr>
          <a:xfrm>
            <a:off x="-1" y="0"/>
            <a:ext cx="2279177" cy="6858000"/>
          </a:xfrm>
          <a:prstGeom prst="rect">
            <a:avLst/>
          </a:prstGeom>
          <a:solidFill>
            <a:srgbClr val="FFE69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Picture Placeholder 12">
            <a:extLst>
              <a:ext uri="{FF2B5EF4-FFF2-40B4-BE49-F238E27FC236}">
                <a16:creationId xmlns:a16="http://schemas.microsoft.com/office/drawing/2014/main" id="{97175998-A864-4656-A328-10343C37EDFA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03943" y="847867"/>
            <a:ext cx="3014989" cy="5162265"/>
          </a:xfrm>
          <a:pattFill prst="pct5">
            <a:fgClr>
              <a:srgbClr val="00B0F0"/>
            </a:fgClr>
            <a:bgClr>
              <a:schemeClr val="bg1"/>
            </a:bgClr>
          </a:pattFill>
        </p:spPr>
        <p:txBody>
          <a:bodyPr>
            <a:normAutofit/>
          </a:bodyPr>
          <a:lstStyle>
            <a:lvl1pPr>
              <a:defRPr sz="1400"/>
            </a:lvl1pPr>
          </a:lstStyle>
          <a:p>
            <a:endParaRPr lang="en-US"/>
          </a:p>
        </p:txBody>
      </p:sp>
      <p:sp>
        <p:nvSpPr>
          <p:cNvPr id="10" name="Picture Placeholder 12">
            <a:extLst>
              <a:ext uri="{FF2B5EF4-FFF2-40B4-BE49-F238E27FC236}">
                <a16:creationId xmlns:a16="http://schemas.microsoft.com/office/drawing/2014/main" id="{78D81BCA-205E-4769-82D1-CE5AF3EE4F44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8573067" y="847867"/>
            <a:ext cx="3014989" cy="5162265"/>
          </a:xfrm>
          <a:pattFill prst="pct5">
            <a:fgClr>
              <a:srgbClr val="00B0F0"/>
            </a:fgClr>
            <a:bgClr>
              <a:schemeClr val="bg1"/>
            </a:bgClr>
          </a:pattFill>
        </p:spPr>
        <p:txBody>
          <a:bodyPr>
            <a:normAutofit/>
          </a:bodyPr>
          <a:lstStyle>
            <a:lvl1pPr>
              <a:defRPr sz="1400"/>
            </a:lvl1pPr>
          </a:lstStyle>
          <a:p>
            <a:endParaRPr lang="en-US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FF164D4F-D105-4631-821D-721887FD4B55}"/>
              </a:ext>
            </a:extLst>
          </p:cNvPr>
          <p:cNvSpPr txBox="1">
            <a:spLocks/>
          </p:cNvSpPr>
          <p:nvPr userDrawn="1"/>
        </p:nvSpPr>
        <p:spPr>
          <a:xfrm>
            <a:off x="5800353" y="6095404"/>
            <a:ext cx="59129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BC64674B-0CCF-4531-A68C-815F17BC8CC8}" type="slidenum">
              <a:rPr lang="en-US" smtClean="0">
                <a:solidFill>
                  <a:schemeClr val="tx1">
                    <a:lumMod val="65000"/>
                    <a:lumOff val="35000"/>
                  </a:schemeClr>
                </a:solidFill>
                <a:latin typeface="Poppins SemiBold" panose="00000700000000000000" pitchFamily="2" charset="0"/>
                <a:cs typeface="Poppins SemiBold" panose="00000700000000000000" pitchFamily="2" charset="0"/>
              </a:rPr>
              <a:pPr algn="ctr"/>
              <a:t>‹#›</a:t>
            </a:fld>
            <a:endParaRPr lang="en-US">
              <a:solidFill>
                <a:schemeClr val="tx1">
                  <a:lumMod val="65000"/>
                  <a:lumOff val="35000"/>
                </a:schemeClr>
              </a:solidFill>
              <a:latin typeface="Poppins SemiBold" panose="00000700000000000000" pitchFamily="2" charset="0"/>
              <a:cs typeface="Poppins SemiBold" panose="00000700000000000000" pitchFamily="2" charset="0"/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220014BF-C751-44DD-B16A-E66B447DB735}"/>
              </a:ext>
            </a:extLst>
          </p:cNvPr>
          <p:cNvCxnSpPr/>
          <p:nvPr userDrawn="1"/>
        </p:nvCxnSpPr>
        <p:spPr>
          <a:xfrm flipV="1">
            <a:off x="6096000" y="6508376"/>
            <a:ext cx="0" cy="349624"/>
          </a:xfrm>
          <a:prstGeom prst="line">
            <a:avLst/>
          </a:prstGeom>
          <a:ln w="63500">
            <a:solidFill>
              <a:schemeClr val="accent4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1885756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9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icture Placeholder 12">
            <a:extLst>
              <a:ext uri="{FF2B5EF4-FFF2-40B4-BE49-F238E27FC236}">
                <a16:creationId xmlns:a16="http://schemas.microsoft.com/office/drawing/2014/main" id="{68F28E8E-4DA1-4AA6-902D-9F2D04932FF0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27880" y="744372"/>
            <a:ext cx="3425587" cy="2541896"/>
          </a:xfrm>
          <a:pattFill prst="pct5">
            <a:fgClr>
              <a:srgbClr val="00B0F0"/>
            </a:fgClr>
            <a:bgClr>
              <a:schemeClr val="bg1"/>
            </a:bgClr>
          </a:pattFill>
        </p:spPr>
        <p:txBody>
          <a:bodyPr>
            <a:normAutofit/>
          </a:bodyPr>
          <a:lstStyle>
            <a:lvl1pPr>
              <a:defRPr sz="1400"/>
            </a:lvl1pPr>
          </a:lstStyle>
          <a:p>
            <a:endParaRPr lang="en-US"/>
          </a:p>
        </p:txBody>
      </p:sp>
      <p:sp>
        <p:nvSpPr>
          <p:cNvPr id="19" name="Picture Placeholder 12">
            <a:extLst>
              <a:ext uri="{FF2B5EF4-FFF2-40B4-BE49-F238E27FC236}">
                <a16:creationId xmlns:a16="http://schemas.microsoft.com/office/drawing/2014/main" id="{75A5B6BB-6103-4402-808B-ED2F00083BAA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727880" y="3571733"/>
            <a:ext cx="3425587" cy="2541896"/>
          </a:xfrm>
          <a:pattFill prst="pct5">
            <a:fgClr>
              <a:srgbClr val="00B0F0"/>
            </a:fgClr>
            <a:bgClr>
              <a:schemeClr val="bg1"/>
            </a:bgClr>
          </a:pattFill>
        </p:spPr>
        <p:txBody>
          <a:bodyPr>
            <a:normAutofit/>
          </a:bodyPr>
          <a:lstStyle>
            <a:lvl1pPr>
              <a:defRPr sz="1400"/>
            </a:lvl1pPr>
          </a:lstStyle>
          <a:p>
            <a:endParaRPr lang="en-US"/>
          </a:p>
        </p:txBody>
      </p:sp>
      <p:sp>
        <p:nvSpPr>
          <p:cNvPr id="20" name="Picture Placeholder 12">
            <a:extLst>
              <a:ext uri="{FF2B5EF4-FFF2-40B4-BE49-F238E27FC236}">
                <a16:creationId xmlns:a16="http://schemas.microsoft.com/office/drawing/2014/main" id="{CFBEC358-198E-48EE-BDF2-AEFC77309DB0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4410503" y="744372"/>
            <a:ext cx="3425587" cy="5369256"/>
          </a:xfrm>
          <a:pattFill prst="pct5">
            <a:fgClr>
              <a:srgbClr val="00B0F0"/>
            </a:fgClr>
            <a:bgClr>
              <a:schemeClr val="bg1"/>
            </a:bgClr>
          </a:pattFill>
        </p:spPr>
        <p:txBody>
          <a:bodyPr>
            <a:normAutofit/>
          </a:bodyPr>
          <a:lstStyle>
            <a:lvl1pPr>
              <a:defRPr sz="1400"/>
            </a:lvl1pPr>
          </a:lstStyle>
          <a:p>
            <a:endParaRPr lang="en-US"/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A5DB4B1A-B258-492F-82F4-12F72AACB3B7}"/>
              </a:ext>
            </a:extLst>
          </p:cNvPr>
          <p:cNvSpPr txBox="1">
            <a:spLocks/>
          </p:cNvSpPr>
          <p:nvPr userDrawn="1"/>
        </p:nvSpPr>
        <p:spPr>
          <a:xfrm>
            <a:off x="11342747" y="6095404"/>
            <a:ext cx="59129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BC64674B-0CCF-4531-A68C-815F17BC8CC8}" type="slidenum">
              <a:rPr lang="en-US" smtClean="0">
                <a:solidFill>
                  <a:schemeClr val="tx1">
                    <a:lumMod val="65000"/>
                    <a:lumOff val="35000"/>
                  </a:schemeClr>
                </a:solidFill>
                <a:latin typeface="Poppins SemiBold" panose="00000700000000000000" pitchFamily="2" charset="0"/>
                <a:cs typeface="Poppins SemiBold" panose="00000700000000000000" pitchFamily="2" charset="0"/>
              </a:rPr>
              <a:pPr algn="ctr"/>
              <a:t>‹#›</a:t>
            </a:fld>
            <a:endParaRPr lang="en-US">
              <a:solidFill>
                <a:schemeClr val="tx1">
                  <a:lumMod val="65000"/>
                  <a:lumOff val="35000"/>
                </a:schemeClr>
              </a:solidFill>
              <a:latin typeface="Poppins SemiBold" panose="00000700000000000000" pitchFamily="2" charset="0"/>
              <a:cs typeface="Poppins SemiBold" panose="00000700000000000000" pitchFamily="2" charset="0"/>
            </a:endParaRP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5EF3F569-1853-4AFB-97B3-850DD48D7FA1}"/>
              </a:ext>
            </a:extLst>
          </p:cNvPr>
          <p:cNvCxnSpPr/>
          <p:nvPr userDrawn="1"/>
        </p:nvCxnSpPr>
        <p:spPr>
          <a:xfrm flipV="1">
            <a:off x="11638394" y="6508376"/>
            <a:ext cx="0" cy="349624"/>
          </a:xfrm>
          <a:prstGeom prst="line">
            <a:avLst/>
          </a:prstGeom>
          <a:ln w="63500">
            <a:solidFill>
              <a:schemeClr val="accent4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Plus Sign 13">
            <a:extLst>
              <a:ext uri="{FF2B5EF4-FFF2-40B4-BE49-F238E27FC236}">
                <a16:creationId xmlns:a16="http://schemas.microsoft.com/office/drawing/2014/main" id="{EFAABFB9-DE29-4CE7-B4F5-9793E48F2CB3}"/>
              </a:ext>
            </a:extLst>
          </p:cNvPr>
          <p:cNvSpPr/>
          <p:nvPr userDrawn="1"/>
        </p:nvSpPr>
        <p:spPr>
          <a:xfrm>
            <a:off x="11199117" y="323105"/>
            <a:ext cx="681734" cy="648445"/>
          </a:xfrm>
          <a:prstGeom prst="mathPlus">
            <a:avLst>
              <a:gd name="adj1" fmla="val 17776"/>
            </a:avLst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2431592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0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42D976C3-8016-45CD-9B2B-4F22BEC0B494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27798" y="2391171"/>
            <a:ext cx="3394880" cy="2522909"/>
          </a:xfrm>
          <a:pattFill prst="pct5">
            <a:fgClr>
              <a:srgbClr val="00B0F0"/>
            </a:fgClr>
            <a:bgClr>
              <a:schemeClr val="bg1"/>
            </a:bgClr>
          </a:pattFill>
        </p:spPr>
        <p:txBody>
          <a:bodyPr>
            <a:normAutofit/>
          </a:bodyPr>
          <a:lstStyle>
            <a:lvl1pPr>
              <a:defRPr sz="1400"/>
            </a:lvl1pPr>
          </a:lstStyle>
          <a:p>
            <a:endParaRPr lang="en-US"/>
          </a:p>
        </p:txBody>
      </p:sp>
      <p:sp>
        <p:nvSpPr>
          <p:cNvPr id="15" name="Picture Placeholder 12">
            <a:extLst>
              <a:ext uri="{FF2B5EF4-FFF2-40B4-BE49-F238E27FC236}">
                <a16:creationId xmlns:a16="http://schemas.microsoft.com/office/drawing/2014/main" id="{1ECBFDE9-8414-4B8D-ADC1-86A6FAC88952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4398560" y="2391171"/>
            <a:ext cx="3394880" cy="2522909"/>
          </a:xfrm>
          <a:pattFill prst="pct5">
            <a:fgClr>
              <a:srgbClr val="00B0F0"/>
            </a:fgClr>
            <a:bgClr>
              <a:schemeClr val="bg1"/>
            </a:bgClr>
          </a:pattFill>
        </p:spPr>
        <p:txBody>
          <a:bodyPr>
            <a:normAutofit/>
          </a:bodyPr>
          <a:lstStyle>
            <a:lvl1pPr>
              <a:defRPr sz="1400"/>
            </a:lvl1pPr>
          </a:lstStyle>
          <a:p>
            <a:endParaRPr lang="en-US"/>
          </a:p>
        </p:txBody>
      </p:sp>
      <p:sp>
        <p:nvSpPr>
          <p:cNvPr id="16" name="Picture Placeholder 12">
            <a:extLst>
              <a:ext uri="{FF2B5EF4-FFF2-40B4-BE49-F238E27FC236}">
                <a16:creationId xmlns:a16="http://schemas.microsoft.com/office/drawing/2014/main" id="{F05F95A2-8E9C-4A0F-9541-4D8A693F7680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8169322" y="2391171"/>
            <a:ext cx="3394880" cy="2522909"/>
          </a:xfrm>
          <a:pattFill prst="pct5">
            <a:fgClr>
              <a:srgbClr val="00B0F0"/>
            </a:fgClr>
            <a:bgClr>
              <a:schemeClr val="bg1"/>
            </a:bgClr>
          </a:pattFill>
        </p:spPr>
        <p:txBody>
          <a:bodyPr>
            <a:normAutofit/>
          </a:bodyPr>
          <a:lstStyle>
            <a:lvl1pPr>
              <a:defRPr sz="14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210882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 12">
            <a:extLst>
              <a:ext uri="{FF2B5EF4-FFF2-40B4-BE49-F238E27FC236}">
                <a16:creationId xmlns:a16="http://schemas.microsoft.com/office/drawing/2014/main" id="{DFFFAFA3-1D2B-4B17-B197-C90C2C96C7CD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21340" y="499280"/>
            <a:ext cx="3605000" cy="2394045"/>
          </a:xfrm>
          <a:pattFill prst="pct5">
            <a:fgClr>
              <a:srgbClr val="00B0F0"/>
            </a:fgClr>
            <a:bgClr>
              <a:schemeClr val="bg1"/>
            </a:bgClr>
          </a:pattFill>
        </p:spPr>
        <p:txBody>
          <a:bodyPr>
            <a:normAutofit/>
          </a:bodyPr>
          <a:lstStyle>
            <a:lvl1pPr>
              <a:defRPr sz="1400"/>
            </a:lvl1pPr>
          </a:lstStyle>
          <a:p>
            <a:endParaRPr lang="en-US"/>
          </a:p>
        </p:txBody>
      </p:sp>
      <p:sp>
        <p:nvSpPr>
          <p:cNvPr id="11" name="Picture Placeholder 12">
            <a:extLst>
              <a:ext uri="{FF2B5EF4-FFF2-40B4-BE49-F238E27FC236}">
                <a16:creationId xmlns:a16="http://schemas.microsoft.com/office/drawing/2014/main" id="{44BBABFF-F824-4BB0-AD40-57DC748669C4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8188657" y="3644083"/>
            <a:ext cx="3322948" cy="2714636"/>
          </a:xfrm>
          <a:pattFill prst="pct5">
            <a:fgClr>
              <a:srgbClr val="00B0F0"/>
            </a:fgClr>
            <a:bgClr>
              <a:schemeClr val="bg1"/>
            </a:bgClr>
          </a:pattFill>
        </p:spPr>
        <p:txBody>
          <a:bodyPr>
            <a:normAutofit/>
          </a:bodyPr>
          <a:lstStyle>
            <a:lvl1pPr>
              <a:defRPr sz="1400"/>
            </a:lvl1pPr>
          </a:lstStyle>
          <a:p>
            <a:endParaRPr lang="en-US"/>
          </a:p>
        </p:txBody>
      </p:sp>
      <p:sp>
        <p:nvSpPr>
          <p:cNvPr id="12" name="Picture Placeholder 12">
            <a:extLst>
              <a:ext uri="{FF2B5EF4-FFF2-40B4-BE49-F238E27FC236}">
                <a16:creationId xmlns:a16="http://schemas.microsoft.com/office/drawing/2014/main" id="{793B9FEE-09A3-458F-922B-E494BBB8CC38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4648483" y="499280"/>
            <a:ext cx="3218597" cy="5859438"/>
          </a:xfrm>
          <a:pattFill prst="pct5">
            <a:fgClr>
              <a:srgbClr val="00B0F0"/>
            </a:fgClr>
            <a:bgClr>
              <a:schemeClr val="bg1"/>
            </a:bgClr>
          </a:pattFill>
        </p:spPr>
        <p:txBody>
          <a:bodyPr>
            <a:normAutofit/>
          </a:bodyPr>
          <a:lstStyle>
            <a:lvl1pPr>
              <a:defRPr sz="1400"/>
            </a:lvl1pPr>
          </a:lstStyle>
          <a:p>
            <a:endParaRPr lang="en-US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5BD3CB66-8DF0-46D2-91C7-33B784D0ADA4}"/>
              </a:ext>
            </a:extLst>
          </p:cNvPr>
          <p:cNvSpPr txBox="1">
            <a:spLocks/>
          </p:cNvSpPr>
          <p:nvPr userDrawn="1"/>
        </p:nvSpPr>
        <p:spPr>
          <a:xfrm>
            <a:off x="228598" y="6095404"/>
            <a:ext cx="59129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BC64674B-0CCF-4531-A68C-815F17BC8CC8}" type="slidenum">
              <a:rPr lang="en-US" smtClean="0">
                <a:solidFill>
                  <a:schemeClr val="tx1">
                    <a:lumMod val="65000"/>
                    <a:lumOff val="35000"/>
                  </a:schemeClr>
                </a:solidFill>
                <a:latin typeface="Poppins SemiBold" panose="00000700000000000000" pitchFamily="2" charset="0"/>
                <a:cs typeface="Poppins SemiBold" panose="00000700000000000000" pitchFamily="2" charset="0"/>
              </a:rPr>
              <a:pPr algn="ctr"/>
              <a:t>‹#›</a:t>
            </a:fld>
            <a:endParaRPr lang="en-US">
              <a:solidFill>
                <a:schemeClr val="tx1">
                  <a:lumMod val="65000"/>
                  <a:lumOff val="35000"/>
                </a:schemeClr>
              </a:solidFill>
              <a:latin typeface="Poppins SemiBold" panose="00000700000000000000" pitchFamily="2" charset="0"/>
              <a:cs typeface="Poppins SemiBold" panose="00000700000000000000" pitchFamily="2" charset="0"/>
            </a:endParaRP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AE386421-93C7-4F68-86B9-7320244FECE0}"/>
              </a:ext>
            </a:extLst>
          </p:cNvPr>
          <p:cNvCxnSpPr/>
          <p:nvPr userDrawn="1"/>
        </p:nvCxnSpPr>
        <p:spPr>
          <a:xfrm flipV="1">
            <a:off x="524245" y="6508376"/>
            <a:ext cx="0" cy="349624"/>
          </a:xfrm>
          <a:prstGeom prst="line">
            <a:avLst/>
          </a:prstGeom>
          <a:ln w="63500">
            <a:solidFill>
              <a:schemeClr val="accent4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49593402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2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98E4BE26-CA78-476A-8034-736AB9185B34}"/>
              </a:ext>
            </a:extLst>
          </p:cNvPr>
          <p:cNvSpPr/>
          <p:nvPr userDrawn="1"/>
        </p:nvSpPr>
        <p:spPr>
          <a:xfrm>
            <a:off x="-2" y="3210635"/>
            <a:ext cx="12192001" cy="2303061"/>
          </a:xfrm>
          <a:prstGeom prst="rect">
            <a:avLst/>
          </a:prstGeom>
          <a:solidFill>
            <a:srgbClr val="FFE69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Picture Placeholder 12">
            <a:extLst>
              <a:ext uri="{FF2B5EF4-FFF2-40B4-BE49-F238E27FC236}">
                <a16:creationId xmlns:a16="http://schemas.microsoft.com/office/drawing/2014/main" id="{DFFFAFA3-1D2B-4B17-B197-C90C2C96C7CD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521121" y="2620370"/>
            <a:ext cx="5156152" cy="3227980"/>
          </a:xfrm>
          <a:pattFill prst="pct5">
            <a:fgClr>
              <a:srgbClr val="00B0F0"/>
            </a:fgClr>
            <a:bgClr>
              <a:schemeClr val="bg1"/>
            </a:bgClr>
          </a:pattFill>
        </p:spPr>
        <p:txBody>
          <a:bodyPr>
            <a:normAutofit/>
          </a:bodyPr>
          <a:lstStyle>
            <a:lvl1pPr>
              <a:defRPr sz="1400"/>
            </a:lvl1pPr>
          </a:lstStyle>
          <a:p>
            <a:endParaRPr lang="en-US"/>
          </a:p>
        </p:txBody>
      </p:sp>
      <p:sp>
        <p:nvSpPr>
          <p:cNvPr id="8" name="Plus Sign 7">
            <a:extLst>
              <a:ext uri="{FF2B5EF4-FFF2-40B4-BE49-F238E27FC236}">
                <a16:creationId xmlns:a16="http://schemas.microsoft.com/office/drawing/2014/main" id="{F8CA921D-4FB0-4CF0-967D-91E83D38B843}"/>
              </a:ext>
            </a:extLst>
          </p:cNvPr>
          <p:cNvSpPr/>
          <p:nvPr userDrawn="1"/>
        </p:nvSpPr>
        <p:spPr>
          <a:xfrm>
            <a:off x="11199117" y="323105"/>
            <a:ext cx="681734" cy="648445"/>
          </a:xfrm>
          <a:prstGeom prst="mathPlus">
            <a:avLst>
              <a:gd name="adj1" fmla="val 17776"/>
            </a:avLst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Circle: Hollow 8">
            <a:extLst>
              <a:ext uri="{FF2B5EF4-FFF2-40B4-BE49-F238E27FC236}">
                <a16:creationId xmlns:a16="http://schemas.microsoft.com/office/drawing/2014/main" id="{767604F6-E53A-4CCE-A05D-B03DFAA31BA0}"/>
              </a:ext>
            </a:extLst>
          </p:cNvPr>
          <p:cNvSpPr/>
          <p:nvPr userDrawn="1"/>
        </p:nvSpPr>
        <p:spPr>
          <a:xfrm>
            <a:off x="311744" y="323105"/>
            <a:ext cx="591295" cy="591295"/>
          </a:xfrm>
          <a:prstGeom prst="donut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42411882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3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702B2FFD-0400-4E25-A6B6-15436900A361}"/>
              </a:ext>
            </a:extLst>
          </p:cNvPr>
          <p:cNvSpPr/>
          <p:nvPr userDrawn="1"/>
        </p:nvSpPr>
        <p:spPr>
          <a:xfrm>
            <a:off x="-2" y="0"/>
            <a:ext cx="12192001" cy="1842447"/>
          </a:xfrm>
          <a:prstGeom prst="rect">
            <a:avLst/>
          </a:prstGeom>
          <a:solidFill>
            <a:srgbClr val="FFE69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Picture Placeholder 12">
            <a:extLst>
              <a:ext uri="{FF2B5EF4-FFF2-40B4-BE49-F238E27FC236}">
                <a16:creationId xmlns:a16="http://schemas.microsoft.com/office/drawing/2014/main" id="{2D401F1E-0DD3-4B7C-9C41-3F2E1F7C4CC1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5280494" y="1013970"/>
            <a:ext cx="1631010" cy="1665028"/>
          </a:xfrm>
          <a:prstGeom prst="diamond">
            <a:avLst/>
          </a:prstGeom>
          <a:pattFill prst="pct5">
            <a:fgClr>
              <a:srgbClr val="00B0F0"/>
            </a:fgClr>
            <a:bgClr>
              <a:schemeClr val="bg1"/>
            </a:bgClr>
          </a:pattFill>
        </p:spPr>
        <p:txBody>
          <a:bodyPr>
            <a:normAutofit/>
          </a:bodyPr>
          <a:lstStyle>
            <a:lvl1pPr>
              <a:defRPr sz="1400"/>
            </a:lvl1pPr>
          </a:lstStyle>
          <a:p>
            <a:endParaRPr lang="en-US"/>
          </a:p>
        </p:txBody>
      </p:sp>
      <p:sp>
        <p:nvSpPr>
          <p:cNvPr id="10" name="Picture Placeholder 12">
            <a:extLst>
              <a:ext uri="{FF2B5EF4-FFF2-40B4-BE49-F238E27FC236}">
                <a16:creationId xmlns:a16="http://schemas.microsoft.com/office/drawing/2014/main" id="{DFFFAFA3-1D2B-4B17-B197-C90C2C96C7CD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99160" y="910681"/>
            <a:ext cx="2613660" cy="5116739"/>
          </a:xfrm>
          <a:pattFill prst="pct5">
            <a:fgClr>
              <a:srgbClr val="00B0F0"/>
            </a:fgClr>
            <a:bgClr>
              <a:schemeClr val="bg1"/>
            </a:bgClr>
          </a:pattFill>
        </p:spPr>
        <p:txBody>
          <a:bodyPr>
            <a:normAutofit/>
          </a:bodyPr>
          <a:lstStyle>
            <a:lvl1pPr>
              <a:defRPr sz="1400"/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B970FDC-9289-4BE3-A912-7B7A32DC76EB}"/>
              </a:ext>
            </a:extLst>
          </p:cNvPr>
          <p:cNvSpPr txBox="1">
            <a:spLocks/>
          </p:cNvSpPr>
          <p:nvPr userDrawn="1"/>
        </p:nvSpPr>
        <p:spPr>
          <a:xfrm>
            <a:off x="5800353" y="6095404"/>
            <a:ext cx="59129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BC64674B-0CCF-4531-A68C-815F17BC8CC8}" type="slidenum">
              <a:rPr lang="en-US" smtClean="0">
                <a:solidFill>
                  <a:schemeClr val="tx1">
                    <a:lumMod val="65000"/>
                    <a:lumOff val="35000"/>
                  </a:schemeClr>
                </a:solidFill>
                <a:latin typeface="Poppins SemiBold" panose="00000700000000000000" pitchFamily="2" charset="0"/>
                <a:cs typeface="Poppins SemiBold" panose="00000700000000000000" pitchFamily="2" charset="0"/>
              </a:rPr>
              <a:pPr algn="ctr"/>
              <a:t>‹#›</a:t>
            </a:fld>
            <a:endParaRPr lang="en-US">
              <a:solidFill>
                <a:schemeClr val="tx1">
                  <a:lumMod val="65000"/>
                  <a:lumOff val="35000"/>
                </a:schemeClr>
              </a:solidFill>
              <a:latin typeface="Poppins SemiBold" panose="00000700000000000000" pitchFamily="2" charset="0"/>
              <a:cs typeface="Poppins SemiBold" panose="00000700000000000000" pitchFamily="2" charset="0"/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92A66509-32E5-407D-92F5-4BB0F7B44BCD}"/>
              </a:ext>
            </a:extLst>
          </p:cNvPr>
          <p:cNvCxnSpPr/>
          <p:nvPr userDrawn="1"/>
        </p:nvCxnSpPr>
        <p:spPr>
          <a:xfrm flipV="1">
            <a:off x="6096000" y="6508376"/>
            <a:ext cx="0" cy="349624"/>
          </a:xfrm>
          <a:prstGeom prst="line">
            <a:avLst/>
          </a:prstGeom>
          <a:ln w="63500">
            <a:solidFill>
              <a:schemeClr val="accent4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Picture Placeholder 12">
            <a:extLst>
              <a:ext uri="{FF2B5EF4-FFF2-40B4-BE49-F238E27FC236}">
                <a16:creationId xmlns:a16="http://schemas.microsoft.com/office/drawing/2014/main" id="{5B3E9DB4-7A80-4076-9D4A-674242E1D497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8679180" y="910680"/>
            <a:ext cx="2613660" cy="5116739"/>
          </a:xfrm>
          <a:pattFill prst="pct5">
            <a:fgClr>
              <a:srgbClr val="00B0F0"/>
            </a:fgClr>
            <a:bgClr>
              <a:schemeClr val="bg1"/>
            </a:bgClr>
          </a:pattFill>
        </p:spPr>
        <p:txBody>
          <a:bodyPr>
            <a:normAutofit/>
          </a:bodyPr>
          <a:lstStyle>
            <a:lvl1pPr>
              <a:defRPr sz="14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0830954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4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771F5B48-37EC-4BAF-8D61-196B91C520A8}"/>
              </a:ext>
            </a:extLst>
          </p:cNvPr>
          <p:cNvSpPr/>
          <p:nvPr userDrawn="1"/>
        </p:nvSpPr>
        <p:spPr>
          <a:xfrm>
            <a:off x="-1" y="0"/>
            <a:ext cx="2279177" cy="6858000"/>
          </a:xfrm>
          <a:prstGeom prst="rect">
            <a:avLst/>
          </a:prstGeom>
          <a:solidFill>
            <a:srgbClr val="FFE69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Picture Placeholder 12">
            <a:extLst>
              <a:ext uri="{FF2B5EF4-FFF2-40B4-BE49-F238E27FC236}">
                <a16:creationId xmlns:a16="http://schemas.microsoft.com/office/drawing/2014/main" id="{76AD5E70-5E2F-4B7B-A4D3-F746EB510EC0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071283" y="1432112"/>
            <a:ext cx="3025140" cy="4160967"/>
          </a:xfrm>
          <a:pattFill prst="pct5">
            <a:fgClr>
              <a:srgbClr val="00B0F0"/>
            </a:fgClr>
            <a:bgClr>
              <a:schemeClr val="bg1"/>
            </a:bgClr>
          </a:pattFill>
        </p:spPr>
        <p:txBody>
          <a:bodyPr>
            <a:normAutofit/>
          </a:bodyPr>
          <a:lstStyle>
            <a:lvl1pPr>
              <a:defRPr sz="1400"/>
            </a:lvl1pPr>
          </a:lstStyle>
          <a:p>
            <a:endParaRPr lang="en-US"/>
          </a:p>
        </p:txBody>
      </p:sp>
      <p:sp>
        <p:nvSpPr>
          <p:cNvPr id="12" name="Half Frame 11">
            <a:extLst>
              <a:ext uri="{FF2B5EF4-FFF2-40B4-BE49-F238E27FC236}">
                <a16:creationId xmlns:a16="http://schemas.microsoft.com/office/drawing/2014/main" id="{F5F64A4D-F1C6-48D2-AAEB-92A2A93BC22E}"/>
              </a:ext>
            </a:extLst>
          </p:cNvPr>
          <p:cNvSpPr/>
          <p:nvPr userDrawn="1"/>
        </p:nvSpPr>
        <p:spPr>
          <a:xfrm rot="16200000" flipH="1" flipV="1">
            <a:off x="11302408" y="323105"/>
            <a:ext cx="591295" cy="591295"/>
          </a:xfrm>
          <a:prstGeom prst="halfFrame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00B51611-32A1-4C4B-9314-4643877EC59A}"/>
              </a:ext>
            </a:extLst>
          </p:cNvPr>
          <p:cNvSpPr txBox="1">
            <a:spLocks/>
          </p:cNvSpPr>
          <p:nvPr userDrawn="1"/>
        </p:nvSpPr>
        <p:spPr>
          <a:xfrm>
            <a:off x="11342747" y="6095404"/>
            <a:ext cx="59129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BC64674B-0CCF-4531-A68C-815F17BC8CC8}" type="slidenum">
              <a:rPr lang="en-US" smtClean="0">
                <a:solidFill>
                  <a:schemeClr val="tx1">
                    <a:lumMod val="65000"/>
                    <a:lumOff val="35000"/>
                  </a:schemeClr>
                </a:solidFill>
                <a:latin typeface="Poppins SemiBold" panose="00000700000000000000" pitchFamily="2" charset="0"/>
                <a:cs typeface="Poppins SemiBold" panose="00000700000000000000" pitchFamily="2" charset="0"/>
              </a:rPr>
              <a:pPr algn="ctr"/>
              <a:t>‹#›</a:t>
            </a:fld>
            <a:endParaRPr lang="en-US">
              <a:solidFill>
                <a:schemeClr val="tx1">
                  <a:lumMod val="65000"/>
                  <a:lumOff val="35000"/>
                </a:schemeClr>
              </a:solidFill>
              <a:latin typeface="Poppins SemiBold" panose="00000700000000000000" pitchFamily="2" charset="0"/>
              <a:cs typeface="Poppins SemiBold" panose="00000700000000000000" pitchFamily="2" charset="0"/>
            </a:endParaRP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09212287-E79A-41CE-9333-A521D4AB79A9}"/>
              </a:ext>
            </a:extLst>
          </p:cNvPr>
          <p:cNvCxnSpPr/>
          <p:nvPr userDrawn="1"/>
        </p:nvCxnSpPr>
        <p:spPr>
          <a:xfrm flipV="1">
            <a:off x="11638394" y="6508376"/>
            <a:ext cx="0" cy="349624"/>
          </a:xfrm>
          <a:prstGeom prst="line">
            <a:avLst/>
          </a:prstGeom>
          <a:ln w="63500">
            <a:solidFill>
              <a:schemeClr val="accent4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Picture Placeholder 12">
            <a:extLst>
              <a:ext uri="{FF2B5EF4-FFF2-40B4-BE49-F238E27FC236}">
                <a16:creationId xmlns:a16="http://schemas.microsoft.com/office/drawing/2014/main" id="{D3BABFDF-6C2E-4C17-84D5-2720F837B1B1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5025640" y="1008529"/>
            <a:ext cx="2666078" cy="5002384"/>
          </a:xfrm>
          <a:pattFill prst="pct5">
            <a:fgClr>
              <a:srgbClr val="00B0F0"/>
            </a:fgClr>
            <a:bgClr>
              <a:schemeClr val="bg1"/>
            </a:bgClr>
          </a:pattFill>
        </p:spPr>
        <p:txBody>
          <a:bodyPr>
            <a:normAutofit/>
          </a:bodyPr>
          <a:lstStyle>
            <a:lvl1pPr>
              <a:defRPr sz="14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0045585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5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12">
            <a:extLst>
              <a:ext uri="{FF2B5EF4-FFF2-40B4-BE49-F238E27FC236}">
                <a16:creationId xmlns:a16="http://schemas.microsoft.com/office/drawing/2014/main" id="{C6EE254A-59B1-46D8-93D9-8FBA0040EFB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798820" y="2598420"/>
            <a:ext cx="5090160" cy="2781300"/>
          </a:xfrm>
          <a:pattFill prst="pct5">
            <a:fgClr>
              <a:srgbClr val="00B0F0"/>
            </a:fgClr>
            <a:bgClr>
              <a:schemeClr val="bg1"/>
            </a:bgClr>
          </a:pattFill>
        </p:spPr>
        <p:txBody>
          <a:bodyPr>
            <a:normAutofit/>
          </a:bodyPr>
          <a:lstStyle>
            <a:lvl1pPr>
              <a:defRPr sz="1400"/>
            </a:lvl1pPr>
          </a:lstStyle>
          <a:p>
            <a:endParaRPr lang="en-US"/>
          </a:p>
        </p:txBody>
      </p:sp>
      <p:sp>
        <p:nvSpPr>
          <p:cNvPr id="7" name="Plus Sign 6">
            <a:extLst>
              <a:ext uri="{FF2B5EF4-FFF2-40B4-BE49-F238E27FC236}">
                <a16:creationId xmlns:a16="http://schemas.microsoft.com/office/drawing/2014/main" id="{1E4314D7-138A-485F-972D-72C5E403B8F0}"/>
              </a:ext>
            </a:extLst>
          </p:cNvPr>
          <p:cNvSpPr/>
          <p:nvPr userDrawn="1"/>
        </p:nvSpPr>
        <p:spPr>
          <a:xfrm>
            <a:off x="11199117" y="323105"/>
            <a:ext cx="681734" cy="648445"/>
          </a:xfrm>
          <a:prstGeom prst="mathPlus">
            <a:avLst>
              <a:gd name="adj1" fmla="val 17776"/>
            </a:avLst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11DB0ED3-0BFE-4E88-BB49-B6E47A9FC21B}"/>
              </a:ext>
            </a:extLst>
          </p:cNvPr>
          <p:cNvSpPr txBox="1">
            <a:spLocks/>
          </p:cNvSpPr>
          <p:nvPr userDrawn="1"/>
        </p:nvSpPr>
        <p:spPr>
          <a:xfrm>
            <a:off x="228598" y="6095404"/>
            <a:ext cx="59129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BC64674B-0CCF-4531-A68C-815F17BC8CC8}" type="slidenum">
              <a:rPr lang="en-US" smtClean="0">
                <a:solidFill>
                  <a:schemeClr val="tx1">
                    <a:lumMod val="65000"/>
                    <a:lumOff val="35000"/>
                  </a:schemeClr>
                </a:solidFill>
                <a:latin typeface="Poppins SemiBold" panose="00000700000000000000" pitchFamily="2" charset="0"/>
                <a:cs typeface="Poppins SemiBold" panose="00000700000000000000" pitchFamily="2" charset="0"/>
              </a:rPr>
              <a:pPr algn="ctr"/>
              <a:t>‹#›</a:t>
            </a:fld>
            <a:endParaRPr lang="en-US">
              <a:solidFill>
                <a:schemeClr val="tx1">
                  <a:lumMod val="65000"/>
                  <a:lumOff val="35000"/>
                </a:schemeClr>
              </a:solidFill>
              <a:latin typeface="Poppins SemiBold" panose="00000700000000000000" pitchFamily="2" charset="0"/>
              <a:cs typeface="Poppins SemiBold" panose="00000700000000000000" pitchFamily="2" charset="0"/>
            </a:endParaRP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73B39089-DB32-44AF-9D80-8750A5CD70BC}"/>
              </a:ext>
            </a:extLst>
          </p:cNvPr>
          <p:cNvCxnSpPr/>
          <p:nvPr userDrawn="1"/>
        </p:nvCxnSpPr>
        <p:spPr>
          <a:xfrm flipV="1">
            <a:off x="524245" y="6508376"/>
            <a:ext cx="0" cy="349624"/>
          </a:xfrm>
          <a:prstGeom prst="line">
            <a:avLst/>
          </a:prstGeom>
          <a:ln w="63500">
            <a:solidFill>
              <a:schemeClr val="accent4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Rectangle 5">
            <a:extLst>
              <a:ext uri="{FF2B5EF4-FFF2-40B4-BE49-F238E27FC236}">
                <a16:creationId xmlns:a16="http://schemas.microsoft.com/office/drawing/2014/main" id="{6C35FC8D-29E6-48FC-A65F-0756F556776A}"/>
              </a:ext>
            </a:extLst>
          </p:cNvPr>
          <p:cNvSpPr/>
          <p:nvPr userDrawn="1"/>
        </p:nvSpPr>
        <p:spPr>
          <a:xfrm>
            <a:off x="0" y="0"/>
            <a:ext cx="975540" cy="1440845"/>
          </a:xfrm>
          <a:prstGeom prst="rect">
            <a:avLst/>
          </a:prstGeom>
          <a:solidFill>
            <a:srgbClr val="FFE69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7401419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6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 12">
            <a:extLst>
              <a:ext uri="{FF2B5EF4-FFF2-40B4-BE49-F238E27FC236}">
                <a16:creationId xmlns:a16="http://schemas.microsoft.com/office/drawing/2014/main" id="{643D685A-4B40-480B-A6A6-8177B4207A40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7012122" y="2145381"/>
            <a:ext cx="1797322" cy="1797322"/>
          </a:xfrm>
          <a:prstGeom prst="ellipse">
            <a:avLst/>
          </a:prstGeom>
          <a:pattFill prst="pct5">
            <a:fgClr>
              <a:srgbClr val="00B0F0"/>
            </a:fgClr>
            <a:bgClr>
              <a:schemeClr val="bg1"/>
            </a:bgClr>
          </a:pattFill>
        </p:spPr>
        <p:txBody>
          <a:bodyPr>
            <a:normAutofit/>
          </a:bodyPr>
          <a:lstStyle>
            <a:lvl1pPr>
              <a:defRPr sz="1400"/>
            </a:lvl1pPr>
          </a:lstStyle>
          <a:p>
            <a:endParaRPr lang="en-US"/>
          </a:p>
        </p:txBody>
      </p:sp>
      <p:sp>
        <p:nvSpPr>
          <p:cNvPr id="11" name="Picture Placeholder 12">
            <a:extLst>
              <a:ext uri="{FF2B5EF4-FFF2-40B4-BE49-F238E27FC236}">
                <a16:creationId xmlns:a16="http://schemas.microsoft.com/office/drawing/2014/main" id="{9EBF6F6C-F1EE-4B5D-A779-0D8789F2483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012122" y="4280075"/>
            <a:ext cx="1797322" cy="1797322"/>
          </a:xfrm>
          <a:prstGeom prst="ellipse">
            <a:avLst/>
          </a:prstGeom>
          <a:pattFill prst="pct5">
            <a:fgClr>
              <a:srgbClr val="00B0F0"/>
            </a:fgClr>
            <a:bgClr>
              <a:schemeClr val="bg1"/>
            </a:bgClr>
          </a:pattFill>
        </p:spPr>
        <p:txBody>
          <a:bodyPr>
            <a:normAutofit/>
          </a:bodyPr>
          <a:lstStyle>
            <a:lvl1pPr>
              <a:defRPr sz="14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5883059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7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us Sign 3">
            <a:extLst>
              <a:ext uri="{FF2B5EF4-FFF2-40B4-BE49-F238E27FC236}">
                <a16:creationId xmlns:a16="http://schemas.microsoft.com/office/drawing/2014/main" id="{286FF1AE-9D2A-4DB2-B13F-5432E1BAC173}"/>
              </a:ext>
            </a:extLst>
          </p:cNvPr>
          <p:cNvSpPr/>
          <p:nvPr userDrawn="1"/>
        </p:nvSpPr>
        <p:spPr>
          <a:xfrm>
            <a:off x="11199117" y="323105"/>
            <a:ext cx="681734" cy="648445"/>
          </a:xfrm>
          <a:prstGeom prst="mathPlus">
            <a:avLst>
              <a:gd name="adj1" fmla="val 17776"/>
            </a:avLst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Circle: Hollow 4">
            <a:extLst>
              <a:ext uri="{FF2B5EF4-FFF2-40B4-BE49-F238E27FC236}">
                <a16:creationId xmlns:a16="http://schemas.microsoft.com/office/drawing/2014/main" id="{44510465-5102-4BBE-B4B0-E4D127227842}"/>
              </a:ext>
            </a:extLst>
          </p:cNvPr>
          <p:cNvSpPr/>
          <p:nvPr userDrawn="1"/>
        </p:nvSpPr>
        <p:spPr>
          <a:xfrm>
            <a:off x="311744" y="323105"/>
            <a:ext cx="591295" cy="591295"/>
          </a:xfrm>
          <a:prstGeom prst="donut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39020371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8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Picture Placeholder 12">
            <a:extLst>
              <a:ext uri="{FF2B5EF4-FFF2-40B4-BE49-F238E27FC236}">
                <a16:creationId xmlns:a16="http://schemas.microsoft.com/office/drawing/2014/main" id="{F2C72267-793E-49C2-AA6D-2C8550EDB36B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3504920" y="968215"/>
            <a:ext cx="1215563" cy="1227402"/>
          </a:xfrm>
          <a:prstGeom prst="ellipse">
            <a:avLst/>
          </a:prstGeom>
          <a:pattFill prst="pct5">
            <a:fgClr>
              <a:srgbClr val="00B0F0"/>
            </a:fgClr>
            <a:bgClr>
              <a:schemeClr val="bg1"/>
            </a:bgClr>
          </a:pattFill>
        </p:spPr>
        <p:txBody>
          <a:bodyPr>
            <a:normAutofit/>
          </a:bodyPr>
          <a:lstStyle>
            <a:lvl1pPr>
              <a:defRPr sz="1400"/>
            </a:lvl1pPr>
          </a:lstStyle>
          <a:p>
            <a:endParaRPr lang="en-US"/>
          </a:p>
        </p:txBody>
      </p:sp>
      <p:sp>
        <p:nvSpPr>
          <p:cNvPr id="29" name="Picture Placeholder 12">
            <a:extLst>
              <a:ext uri="{FF2B5EF4-FFF2-40B4-BE49-F238E27FC236}">
                <a16:creationId xmlns:a16="http://schemas.microsoft.com/office/drawing/2014/main" id="{75E946F6-BFE4-40FC-ACF0-306D6C89B2DC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470960" y="968215"/>
            <a:ext cx="1215563" cy="1227402"/>
          </a:xfrm>
          <a:prstGeom prst="ellipse">
            <a:avLst/>
          </a:prstGeom>
          <a:pattFill prst="pct5">
            <a:fgClr>
              <a:srgbClr val="00B0F0"/>
            </a:fgClr>
            <a:bgClr>
              <a:schemeClr val="bg1"/>
            </a:bgClr>
          </a:pattFill>
        </p:spPr>
        <p:txBody>
          <a:bodyPr>
            <a:normAutofit/>
          </a:bodyPr>
          <a:lstStyle>
            <a:lvl1pPr>
              <a:defRPr sz="1400"/>
            </a:lvl1pPr>
          </a:lstStyle>
          <a:p>
            <a:endParaRPr lang="en-US"/>
          </a:p>
        </p:txBody>
      </p:sp>
      <p:sp>
        <p:nvSpPr>
          <p:cNvPr id="30" name="Picture Placeholder 12">
            <a:extLst>
              <a:ext uri="{FF2B5EF4-FFF2-40B4-BE49-F238E27FC236}">
                <a16:creationId xmlns:a16="http://schemas.microsoft.com/office/drawing/2014/main" id="{C8586DD6-56D1-4B8A-ACB2-C946A985110E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3437332" y="4580269"/>
            <a:ext cx="1215563" cy="1227402"/>
          </a:xfrm>
          <a:prstGeom prst="ellipse">
            <a:avLst/>
          </a:prstGeom>
          <a:pattFill prst="pct5">
            <a:fgClr>
              <a:srgbClr val="00B0F0"/>
            </a:fgClr>
            <a:bgClr>
              <a:schemeClr val="bg1"/>
            </a:bgClr>
          </a:pattFill>
        </p:spPr>
        <p:txBody>
          <a:bodyPr>
            <a:normAutofit/>
          </a:bodyPr>
          <a:lstStyle>
            <a:lvl1pPr>
              <a:defRPr sz="1400"/>
            </a:lvl1pPr>
          </a:lstStyle>
          <a:p>
            <a:endParaRPr lang="en-US"/>
          </a:p>
        </p:txBody>
      </p:sp>
      <p:sp>
        <p:nvSpPr>
          <p:cNvPr id="31" name="Picture Placeholder 12">
            <a:extLst>
              <a:ext uri="{FF2B5EF4-FFF2-40B4-BE49-F238E27FC236}">
                <a16:creationId xmlns:a16="http://schemas.microsoft.com/office/drawing/2014/main" id="{E4858600-1A48-4BF4-A47A-C24C1A8071A2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7535416" y="4572116"/>
            <a:ext cx="1215563" cy="1227402"/>
          </a:xfrm>
          <a:prstGeom prst="ellipse">
            <a:avLst/>
          </a:prstGeom>
          <a:pattFill prst="pct5">
            <a:fgClr>
              <a:srgbClr val="00B0F0"/>
            </a:fgClr>
            <a:bgClr>
              <a:schemeClr val="bg1"/>
            </a:bgClr>
          </a:pattFill>
        </p:spPr>
        <p:txBody>
          <a:bodyPr>
            <a:normAutofit/>
          </a:bodyPr>
          <a:lstStyle>
            <a:lvl1pPr>
              <a:defRPr sz="14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6995296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9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icture Placeholder 12">
            <a:extLst>
              <a:ext uri="{FF2B5EF4-FFF2-40B4-BE49-F238E27FC236}">
                <a16:creationId xmlns:a16="http://schemas.microsoft.com/office/drawing/2014/main" id="{E4858600-1A48-4BF4-A47A-C24C1A8071A2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7420532" y="2788161"/>
            <a:ext cx="1215563" cy="1227402"/>
          </a:xfrm>
          <a:prstGeom prst="ellipse">
            <a:avLst/>
          </a:prstGeom>
          <a:pattFill prst="pct5">
            <a:fgClr>
              <a:srgbClr val="00B0F0"/>
            </a:fgClr>
            <a:bgClr>
              <a:schemeClr val="bg1"/>
            </a:bgClr>
          </a:pattFill>
        </p:spPr>
        <p:txBody>
          <a:bodyPr>
            <a:normAutofit/>
          </a:bodyPr>
          <a:lstStyle>
            <a:lvl1pPr>
              <a:defRPr sz="1400"/>
            </a:lvl1pPr>
          </a:lstStyle>
          <a:p>
            <a:endParaRPr lang="en-US"/>
          </a:p>
        </p:txBody>
      </p:sp>
      <p:sp>
        <p:nvSpPr>
          <p:cNvPr id="11" name="Picture Placeholder 12">
            <a:extLst>
              <a:ext uri="{FF2B5EF4-FFF2-40B4-BE49-F238E27FC236}">
                <a16:creationId xmlns:a16="http://schemas.microsoft.com/office/drawing/2014/main" id="{CC051CED-CD94-45E4-A454-CB130E764CA0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9358166" y="2848158"/>
            <a:ext cx="1215563" cy="1227402"/>
          </a:xfrm>
          <a:prstGeom prst="ellipse">
            <a:avLst/>
          </a:prstGeom>
          <a:pattFill prst="pct5">
            <a:fgClr>
              <a:srgbClr val="00B0F0"/>
            </a:fgClr>
            <a:bgClr>
              <a:schemeClr val="bg1"/>
            </a:bgClr>
          </a:pattFill>
        </p:spPr>
        <p:txBody>
          <a:bodyPr>
            <a:normAutofit/>
          </a:bodyPr>
          <a:lstStyle>
            <a:lvl1pPr>
              <a:defRPr sz="1400"/>
            </a:lvl1pPr>
          </a:lstStyle>
          <a:p>
            <a:endParaRPr lang="en-US"/>
          </a:p>
        </p:txBody>
      </p:sp>
      <p:sp>
        <p:nvSpPr>
          <p:cNvPr id="28" name="Picture Placeholder 12">
            <a:extLst>
              <a:ext uri="{FF2B5EF4-FFF2-40B4-BE49-F238E27FC236}">
                <a16:creationId xmlns:a16="http://schemas.microsoft.com/office/drawing/2014/main" id="{F2C72267-793E-49C2-AA6D-2C8550EDB36B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3549157" y="2788161"/>
            <a:ext cx="1215563" cy="1227402"/>
          </a:xfrm>
          <a:prstGeom prst="ellipse">
            <a:avLst/>
          </a:prstGeom>
          <a:pattFill prst="pct5">
            <a:fgClr>
              <a:srgbClr val="00B0F0"/>
            </a:fgClr>
            <a:bgClr>
              <a:schemeClr val="bg1"/>
            </a:bgClr>
          </a:pattFill>
        </p:spPr>
        <p:txBody>
          <a:bodyPr>
            <a:normAutofit/>
          </a:bodyPr>
          <a:lstStyle>
            <a:lvl1pPr>
              <a:defRPr sz="1400"/>
            </a:lvl1pPr>
          </a:lstStyle>
          <a:p>
            <a:endParaRPr lang="en-US"/>
          </a:p>
        </p:txBody>
      </p:sp>
      <p:sp>
        <p:nvSpPr>
          <p:cNvPr id="29" name="Picture Placeholder 12">
            <a:extLst>
              <a:ext uri="{FF2B5EF4-FFF2-40B4-BE49-F238E27FC236}">
                <a16:creationId xmlns:a16="http://schemas.microsoft.com/office/drawing/2014/main" id="{75E946F6-BFE4-40FC-ACF0-306D6C89B2DC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481984" y="2848158"/>
            <a:ext cx="1215563" cy="1227402"/>
          </a:xfrm>
          <a:prstGeom prst="ellipse">
            <a:avLst/>
          </a:prstGeom>
          <a:pattFill prst="pct5">
            <a:fgClr>
              <a:srgbClr val="00B0F0"/>
            </a:fgClr>
            <a:bgClr>
              <a:schemeClr val="bg1"/>
            </a:bgClr>
          </a:pattFill>
        </p:spPr>
        <p:txBody>
          <a:bodyPr>
            <a:normAutofit/>
          </a:bodyPr>
          <a:lstStyle>
            <a:lvl1pPr>
              <a:defRPr sz="1400"/>
            </a:lvl1pPr>
          </a:lstStyle>
          <a:p>
            <a:endParaRPr lang="en-US"/>
          </a:p>
        </p:txBody>
      </p:sp>
      <p:sp>
        <p:nvSpPr>
          <p:cNvPr id="30" name="Picture Placeholder 12">
            <a:extLst>
              <a:ext uri="{FF2B5EF4-FFF2-40B4-BE49-F238E27FC236}">
                <a16:creationId xmlns:a16="http://schemas.microsoft.com/office/drawing/2014/main" id="{C8586DD6-56D1-4B8A-ACB2-C946A985110E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1607643" y="2848158"/>
            <a:ext cx="1215563" cy="1227402"/>
          </a:xfrm>
          <a:prstGeom prst="ellipse">
            <a:avLst/>
          </a:prstGeom>
          <a:pattFill prst="pct5">
            <a:fgClr>
              <a:srgbClr val="00B0F0"/>
            </a:fgClr>
            <a:bgClr>
              <a:schemeClr val="bg1"/>
            </a:bgClr>
          </a:pattFill>
        </p:spPr>
        <p:txBody>
          <a:bodyPr>
            <a:normAutofit/>
          </a:bodyPr>
          <a:lstStyle>
            <a:lvl1pPr>
              <a:defRPr sz="14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088959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C64674B-0CCF-4531-A68C-815F17BC8C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99006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6" r:id="rId1"/>
    <p:sldLayoutId id="2147483737" r:id="rId2"/>
    <p:sldLayoutId id="2147483738" r:id="rId3"/>
    <p:sldLayoutId id="2147483739" r:id="rId4"/>
    <p:sldLayoutId id="2147483740" r:id="rId5"/>
    <p:sldLayoutId id="2147483741" r:id="rId6"/>
    <p:sldLayoutId id="2147483742" r:id="rId7"/>
    <p:sldLayoutId id="2147483743" r:id="rId8"/>
    <p:sldLayoutId id="2147483744" r:id="rId9"/>
    <p:sldLayoutId id="2147483745" r:id="rId10"/>
    <p:sldLayoutId id="2147483746" r:id="rId11"/>
    <p:sldLayoutId id="2147483747" r:id="rId12"/>
    <p:sldLayoutId id="2147483748" r:id="rId13"/>
    <p:sldLayoutId id="2147483749" r:id="rId14"/>
    <p:sldLayoutId id="2147483750" r:id="rId15"/>
    <p:sldLayoutId id="2147483751" r:id="rId16"/>
    <p:sldLayoutId id="2147483752" r:id="rId17"/>
    <p:sldLayoutId id="2147483753" r:id="rId18"/>
    <p:sldLayoutId id="2147483754" r:id="rId19"/>
    <p:sldLayoutId id="2147483755" r:id="rId20"/>
    <p:sldLayoutId id="2147483756" r:id="rId21"/>
    <p:sldLayoutId id="2147483757" r:id="rId22"/>
    <p:sldLayoutId id="2147483758" r:id="rId23"/>
    <p:sldLayoutId id="2147483759" r:id="rId24"/>
    <p:sldLayoutId id="2147483760" r:id="rId25"/>
    <p:sldLayoutId id="2147483761" r:id="rId26"/>
    <p:sldLayoutId id="2147483762" r:id="rId27"/>
    <p:sldLayoutId id="2147483763" r:id="rId28"/>
    <p:sldLayoutId id="2147483764" r:id="rId29"/>
    <p:sldLayoutId id="2147483765" r:id="rId30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?>
<ns0:Relationships xmlns:ns0="http://schemas.openxmlformats.org/package/2006/relationships"><ns0:Relationship Id="rId1" Type="http://schemas.openxmlformats.org/officeDocument/2006/relationships/slideLayout" Target="../slideLayouts/slideLayout2.xml" /></ns0:Relationships>
</file>

<file path=ppt/slides/_rels/slide2.xml.rels><?xml version='1.0' encoding='utf-8'?>
<ns0:Relationships xmlns:ns0="http://schemas.openxmlformats.org/package/2006/relationships"><ns0:Relationship Id="rId1" Type="http://schemas.openxmlformats.org/officeDocument/2006/relationships/slideLayout" Target="../slideLayouts/slideLayout4.xml" /></ns0:Relationships>
</file>

<file path=ppt/slides/_rels/slide3.xml.rels><?xml version='1.0' encoding='utf-8'?>
<ns0:Relationships xmlns:ns0="http://schemas.openxmlformats.org/package/2006/relationships"><ns0:Relationship Id="rId1" Type="http://schemas.openxmlformats.org/officeDocument/2006/relationships/slideLayout" Target="../slideLayouts/slideLayout3.xml" /></ns0:Relationships>
</file>

<file path=ppt/slides/_rels/slide4.xml.rels><?xml version='1.0' encoding='utf-8'?>
<ns0:Relationships xmlns:ns0="http://schemas.openxmlformats.org/package/2006/relationships"><ns0:Relationship Id="rId1" Type="http://schemas.openxmlformats.org/officeDocument/2006/relationships/slideLayout" Target="../slideLayouts/slideLayout5.xml" /></ns0:Relationships>
</file>

<file path=ppt/slides/_rels/slide5.xml.rels><?xml version='1.0' encoding='utf-8'?>
<ns0:Relationships xmlns:ns0="http://schemas.openxmlformats.org/package/2006/relationships"><ns0:Relationship Id="rId1" Type="http://schemas.openxmlformats.org/officeDocument/2006/relationships/slideLayout" Target="../slideLayouts/slideLayout6.xml" /></ns0:Relationships>
</file>

<file path=ppt/slides/_rels/slide6.xml.rels><?xml version='1.0' encoding='utf-8'?>
<ns0:Relationships xmlns:ns0="http://schemas.openxmlformats.org/package/2006/relationships"><ns0:Relationship Id="rId1" Type="http://schemas.openxmlformats.org/officeDocument/2006/relationships/slideLayout" Target="../slideLayouts/slideLayout7.xml" /></ns0:Relationships>
</file>

<file path=ppt/slides/_rels/slide7.xml.rels><?xml version='1.0' encoding='utf-8'?>
<ns0:Relationships xmlns:ns0="http://schemas.openxmlformats.org/package/2006/relationships"><ns0:Relationship Id="rId1" Type="http://schemas.openxmlformats.org/officeDocument/2006/relationships/slideLayout" Target="../slideLayouts/slideLayout8.xml" /></ns0:Relationships>
</file>

<file path=ppt/slides/_rels/slide8.xml.rels><?xml version='1.0' encoding='utf-8'?>
<ns0:Relationships xmlns:ns0="http://schemas.openxmlformats.org/package/2006/relationships"><ns0:Relationship Id="rId1" Type="http://schemas.openxmlformats.org/officeDocument/2006/relationships/slideLayout" Target="../slideLayouts/slideLayout9.xml" /></ns0:Relationships>
</file>

<file path=ppt/slides/_rels/slide9.xml.rels><?xml version='1.0' encoding='utf-8'?>
<ns0:Relationships xmlns:ns0="http://schemas.openxmlformats.org/package/2006/relationships"><ns0:Relationship Id="rId1" Type="http://schemas.openxmlformats.org/officeDocument/2006/relationships/slideLayout" Target="../slideLayouts/slideLayout10.xml" /></ns0:Relationships>
</file>

<file path=ppt/slides/_rels/slide10.xml.rels><?xml version='1.0' encoding='utf-8'?>
<ns0:Relationships xmlns:ns0="http://schemas.openxmlformats.org/package/2006/relationships"><ns0:Relationship Id="rId1" Type="http://schemas.openxmlformats.org/officeDocument/2006/relationships/slideLayout" Target="../slideLayouts/slideLayout11.xml" /></ns0:Relationships>
</file>

<file path=ppt/slides/_rels/slide11.xml.rels><?xml version='1.0' encoding='utf-8'?>
<ns0:Relationships xmlns:ns0="http://schemas.openxmlformats.org/package/2006/relationships"><ns0:Relationship Id="rId1" Type="http://schemas.openxmlformats.org/officeDocument/2006/relationships/slideLayout" Target="../slideLayouts/slideLayout12.xml" /></ns0:Relationships>
</file>

<file path=ppt/slides/_rels/slide12.xml.rels><?xml version='1.0' encoding='utf-8'?>
<ns0:Relationships xmlns:ns0="http://schemas.openxmlformats.org/package/2006/relationships"><ns0:Relationship Id="rId1" Type="http://schemas.openxmlformats.org/officeDocument/2006/relationships/slideLayout" Target="../slideLayouts/slideLayout13.xml" /></ns0:Relationships>
</file>

<file path=ppt/slides/_rels/slide13.xml.rels><?xml version='1.0' encoding='utf-8'?>
<ns0:Relationships xmlns:ns0="http://schemas.openxmlformats.org/package/2006/relationships"><ns0:Relationship Id="rId1" Type="http://schemas.openxmlformats.org/officeDocument/2006/relationships/slideLayout" Target="../slideLayouts/slideLayout14.xml" /></ns0:Relationships>
</file>

<file path=ppt/slides/_rels/slide14.xml.rels><?xml version='1.0' encoding='utf-8'?>
<ns0:Relationships xmlns:ns0="http://schemas.openxmlformats.org/package/2006/relationships"><ns0:Relationship Id="rId1" Type="http://schemas.openxmlformats.org/officeDocument/2006/relationships/slideLayout" Target="../slideLayouts/slideLayout15.xml" /></ns0:Relationships>
</file>

<file path=ppt/slides/_rels/slide15.xml.rels><?xml version='1.0' encoding='utf-8'?>
<ns0:Relationships xmlns:ns0="http://schemas.openxmlformats.org/package/2006/relationships"><ns0:Relationship Id="rId1" Type="http://schemas.openxmlformats.org/officeDocument/2006/relationships/slideLayout" Target="../slideLayouts/slideLayout16.xml" /></ns0:Relationships>
</file>

<file path=ppt/slides/_rels/slide16.xml.rels><?xml version='1.0' encoding='utf-8'?>
<ns0:Relationships xmlns:ns0="http://schemas.openxmlformats.org/package/2006/relationships"><ns0:Relationship Id="rId1" Type="http://schemas.openxmlformats.org/officeDocument/2006/relationships/slideLayout" Target="../slideLayouts/slideLayout17.xml" /></ns0:Relationships>
</file>

<file path=ppt/slides/_rels/slide17.xml.rels><?xml version='1.0' encoding='utf-8'?>
<ns0:Relationships xmlns:ns0="http://schemas.openxmlformats.org/package/2006/relationships"><ns0:Relationship Id="rId1" Type="http://schemas.openxmlformats.org/officeDocument/2006/relationships/slideLayout" Target="../slideLayouts/slideLayout18.xml" /></ns0:Relationships>
</file>

<file path=ppt/slides/_rels/slide18.xml.rels><?xml version='1.0' encoding='utf-8'?>
<ns0:Relationships xmlns:ns0="http://schemas.openxmlformats.org/package/2006/relationships"><ns0:Relationship Id="rId1" Type="http://schemas.openxmlformats.org/officeDocument/2006/relationships/slideLayout" Target="../slideLayouts/slideLayout2.xml" /></ns0:Relationships>
</file>

<file path=ppt/slides/_rels/slide19.xml.rels><?xml version='1.0' encoding='utf-8'?>
<ns0:Relationships xmlns:ns0="http://schemas.openxmlformats.org/package/2006/relationships"><ns0:Relationship Id="rId1" Type="http://schemas.openxmlformats.org/officeDocument/2006/relationships/slideLayout" Target="../slideLayouts/slideLayout19.xml" /></ns0:Relationships>
</file>

<file path=ppt/slides/_rels/slide20.xml.rels><?xml version='1.0' encoding='utf-8'?>
<ns0:Relationships xmlns:ns0="http://schemas.openxmlformats.org/package/2006/relationships"><ns0:Relationship Id="rId1" Type="http://schemas.openxmlformats.org/officeDocument/2006/relationships/slideLayout" Target="../slideLayouts/slideLayout20.xml" /></ns0:Relationships>
</file>

<file path=ppt/slides/_rels/slide21.xml.rels><?xml version='1.0' encoding='utf-8'?>
<ns0:Relationships xmlns:ns0="http://schemas.openxmlformats.org/package/2006/relationships"><ns0:Relationship Id="rId1" Type="http://schemas.openxmlformats.org/officeDocument/2006/relationships/slideLayout" Target="../slideLayouts/slideLayout21.xml" /></ns0:Relationships>
</file>

<file path=ppt/slides/_rels/slide22.xml.rels><?xml version='1.0' encoding='utf-8'?>
<ns0:Relationships xmlns:ns0="http://schemas.openxmlformats.org/package/2006/relationships"><ns0:Relationship Id="rId1" Type="http://schemas.openxmlformats.org/officeDocument/2006/relationships/slideLayout" Target="../slideLayouts/slideLayout22.xml" /></ns0:Relationships>
</file>

<file path=ppt/slides/_rels/slide23.xml.rels><?xml version='1.0' encoding='utf-8'?>
<ns0:Relationships xmlns:ns0="http://schemas.openxmlformats.org/package/2006/relationships"><ns0:Relationship Id="rId2" Type="http://schemas.openxmlformats.org/officeDocument/2006/relationships/image" Target="../media/ph_SlideImage.png" /><ns0:Relationship Id="rId1" Type="http://schemas.openxmlformats.org/officeDocument/2006/relationships/slideLayout" Target="../slideLayouts/slideLayout23.xml" /></ns0:Relationships>
</file>

<file path=ppt/slides/_rels/slide24.xml.rels><?xml version='1.0' encoding='utf-8'?>
<ns0:Relationships xmlns:ns0="http://schemas.openxmlformats.org/package/2006/relationships"><ns0:Relationship Id="rId2" Type="http://schemas.openxmlformats.org/officeDocument/2006/relationships/image" Target="../media/ph_SlideSupportingImage.png" /><ns0:Relationship Id="rId1" Type="http://schemas.openxmlformats.org/officeDocument/2006/relationships/slideLayout" Target="../slideLayouts/slideLayout24.xml" /></ns0:Relationships>
</file>

<file path=ppt/slides/_rels/slide25.xml.rels><?xml version='1.0' encoding='utf-8'?>
<ns0:Relationships xmlns:ns0="http://schemas.openxmlformats.org/package/2006/relationships"><ns0:Relationship Id="rId3" Type="http://schemas.openxmlformats.org/officeDocument/2006/relationships/image" Target="../media/ph_SlideSupportingImage.png" /><ns0:Relationship Id="rId2" Type="http://schemas.openxmlformats.org/officeDocument/2006/relationships/image" Target="../media/ph_SlideImage.png" /><ns0:Relationship Id="rId1" Type="http://schemas.openxmlformats.org/officeDocument/2006/relationships/slideLayout" Target="../slideLayouts/slideLayout25.xml" /></ns0:Relationships>
</file>

<file path=ppt/slides/_rels/slide26.xml.rels><?xml version='1.0' encoding='utf-8'?>
<ns0:Relationships xmlns:ns0="http://schemas.openxmlformats.org/package/2006/relationships"><ns0:Relationship Id="rId2" Type="http://schemas.openxmlformats.org/officeDocument/2006/relationships/image" Target="../media/ph_SlideImage.png" /><ns0:Relationship Id="rId1" Type="http://schemas.openxmlformats.org/officeDocument/2006/relationships/slideLayout" Target="../slideLayouts/slideLayout26.xml" /></ns0:Relationships>
</file>

<file path=ppt/slides/_rels/slide27.xml.rels><?xml version='1.0' encoding='utf-8'?>
<ns0:Relationships xmlns:ns0="http://schemas.openxmlformats.org/package/2006/relationships"><ns0:Relationship Id="rId1" Type="http://schemas.openxmlformats.org/officeDocument/2006/relationships/slideLayout" Target="../slideLayouts/slideLayout1.xml" /></ns0:Relationships>
</file>

<file path=ppt/slides/_rels/slide28.xml.rels><?xml version='1.0' encoding='utf-8'?>
<ns0:Relationships xmlns:ns0="http://schemas.openxmlformats.org/package/2006/relationships"><ns0:Relationship Id="rId2" Type="http://schemas.openxmlformats.org/officeDocument/2006/relationships/chart" Target="../charts/chart1.xml" /><ns0:Relationship Id="rId1" Type="http://schemas.openxmlformats.org/officeDocument/2006/relationships/slideLayout" Target="../slideLayouts/slideLayout27.xml" /></ns0:Relationships>
</file>

<file path=ppt/slides/_rels/slide29.xml.rels><?xml version='1.0' encoding='utf-8'?>
<ns0:Relationships xmlns:ns0="http://schemas.openxmlformats.org/package/2006/relationships"><ns0:Relationship Id="rId2" Type="http://schemas.openxmlformats.org/officeDocument/2006/relationships/chart" Target="../charts/chart2.xml" /><ns0:Relationship Id="rId1" Type="http://schemas.openxmlformats.org/officeDocument/2006/relationships/slideLayout" Target="../slideLayouts/slideLayout28.xml" /></ns0:Relationships>
</file>

<file path=ppt/slides/_rels/slide30.xml.rels><?xml version='1.0' encoding='utf-8'?>
<ns0:Relationships xmlns:ns0="http://schemas.openxmlformats.org/package/2006/relationships"><ns0:Relationship Id="rId1" Type="http://schemas.openxmlformats.org/officeDocument/2006/relationships/slideLayout" Target="../slideLayouts/slideLayout29.xml" /></ns0:Relationships>
</file>

<file path=ppt/slides/_rels/slide31.xml.rels><?xml version='1.0' encoding='utf-8'?>
<ns0:Relationships xmlns:ns0="http://schemas.openxmlformats.org/package/2006/relationships"><ns0:Relationship Id="rId3" Type="http://schemas.openxmlformats.org/officeDocument/2006/relationships/image" Target="../media/ph_SlideIcon.png" /><ns0:Relationship Id="rId2" Type="http://schemas.openxmlformats.org/officeDocument/2006/relationships/image" Target="../media/ph_SlideIcon.png" /><ns0:Relationship Id="rId1" Type="http://schemas.openxmlformats.org/officeDocument/2006/relationships/slideLayout" Target="../slideLayouts/slideLayout30.xml" /><ns0:Relationship Id="rId5" Type="http://schemas.openxmlformats.org/officeDocument/2006/relationships/image" Target="../media/ph_SlideIcon.png" /><ns0:Relationship Id="rId4" Type="http://schemas.openxmlformats.org/officeDocument/2006/relationships/image" Target="../media/ph_SlideIcon.png" /></ns0:Relationships>
</file>

<file path=ppt/slides/_rels/slide32.xml.rels><?xml version='1.0' encoding='utf-8'?>
<ns0:Relationships xmlns:ns0="http://schemas.openxmlformats.org/package/2006/relationships"><ns0:Relationship Id="rId1" Type="http://schemas.openxmlformats.org/officeDocument/2006/relationships/slideLayout" Target="../slideLayouts/slideLayout2.xml" /></ns0:Relationships>
</file>

<file path=ppt/slides/_rels/slide33.xml.rels><?xml version='1.0' encoding='utf-8'?>
<ns0:Relationships xmlns:ns0="http://schemas.openxmlformats.org/package/2006/relationships"><ns0:Relationship Id="rId1" Type="http://schemas.openxmlformats.org/officeDocument/2006/relationships/slideLayout" Target="../slideLayouts/slideLayout2.xml" /></ns0:Relationships>
</file>

<file path=ppt/slides/_rels/slide34.xml.rels><?xml version='1.0' encoding='utf-8'?>
<ns0:Relationships xmlns:ns0="http://schemas.openxmlformats.org/package/2006/relationships"><ns0:Relationship Id="rId2" Type="http://schemas.openxmlformats.org/officeDocument/2006/relationships/notesSlide" Target="../notesSlides/notesSlide1.xml" /><ns0:Relationship Id="rId1" Type="http://schemas.openxmlformats.org/officeDocument/2006/relationships/slideLayout" Target="../slideLayouts/slideLayout1.xml" /></ns0:Relationships>
</file>

<file path=ppt/slides/_rels/slide35.xml.rels><?xml version='1.0' encoding='utf-8'?>
<ns0:Relationships xmlns:ns0="http://schemas.openxmlformats.org/package/2006/relationships"><ns0:Relationship Id="rId2" Type="http://schemas.openxmlformats.org/officeDocument/2006/relationships/notesSlide" Target="../notesSlides/notesSlide2.xml" /><ns0:Relationship Id="rId1" Type="http://schemas.openxmlformats.org/officeDocument/2006/relationships/slideLayout" Target="../slideLayouts/slideLayout1.xml" /></ns0:Relationships>
</file>

<file path=ppt/slides/_rels/slide36.xml.rels><?xml version='1.0' encoding='utf-8'?>
<ns0:Relationships xmlns:ns0="http://schemas.openxmlformats.org/package/2006/relationships"><ns0:Relationship Id="rId2" Type="http://schemas.openxmlformats.org/officeDocument/2006/relationships/notesSlide" Target="../notesSlides/notesSlide3.xml" /><ns0:Relationship Id="rId1" Type="http://schemas.openxmlformats.org/officeDocument/2006/relationships/slideLayout" Target="../slideLayouts/slideLayout1.xml" /></ns0:Relationships>
</file>

<file path=ppt/slides/slide1.xml><?xml version="1.0" encoding="utf-8"?>
<ns0:sld xmlns:ns0="http://schemas.openxmlformats.org/presentationml/2006/main" xmlns:ns1="http://schemas.openxmlformats.org/drawingml/2006/main" xmlns:ns2="http://schemas.microsoft.com/office/drawing/2014/main" xmlns:ns3="http://schemas.microsoft.com/office/powerpoint/2010/main">
  <ns0:cSld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5" name="TextBox 4">
            <ns1:extLst>
              <ns1:ext uri="{FF2B5EF4-FFF2-40B4-BE49-F238E27FC236}">
                <ns2:creationId id="{D2125F8B-14E6-42A2-8FA6-5BE9EADF790E}"/>
              </ns1:ext>
            </ns1:extLst>
          </ns0:cNvPr>
          <ns0:cNvSpPr txBox="1"/>
          <ns0:nvPr/>
        </ns0:nvSpPr>
        <ns0:spPr>
          <ns1:xfrm>
            <ns1:off x="3042536" y="2680031"/>
            <ns1:ext cx="6106928" cy="1200329"/>
          </ns1:xfrm>
          <ns1:prstGeom prst="rect">
            <ns1:avLst/>
          </ns1:prstGeom>
          <ns1:noFill/>
        </ns0:spPr>
        <ns0:txBody>
          <ns1:bodyPr wrap="none" rtlCol="0">
            <ns1:spAutoFit/>
          </ns1:bodyPr>
          <ns1:lstStyle/>
          <ns1:p>
            <ns1:pPr algn="ctr"/>
            <ns1:r>
              <ns1:rPr lang="en-US" sz="7200" spc="600">
                <ns1:solidFill>
                  <ns1:schemeClr val="bg1"/>
                </ns1:solidFill>
                <ns1:latin typeface="Montserrat Semi Bold" panose="00000700000000000000" pitchFamily="50" charset="0"/>
                <ns1:ea typeface="Lato" panose="020F0502020204030203" pitchFamily="34" charset="0"/>
                <ns1:cs typeface="Lato" panose="020F0502020204030203" pitchFamily="34" charset="0"/>
              </ns1:rPr>
              <ns1:t>{SlideMainExplanation}</ns1:t>
            </ns1:r>
          </ns1:p>
        </ns0:txBody>
      </ns0:sp>
      <ns0:sp>
        <ns0:nvSpPr>
          <ns0:cNvPr id="10" name="TextBox 9">
            <ns1:extLst>
              <ns1:ext uri="{FF2B5EF4-FFF2-40B4-BE49-F238E27FC236}">
                <ns2:creationId id="{66B0D024-31CC-4EA3-B179-D9291E4E587F}"/>
              </ns1:ext>
            </ns1:extLst>
          </ns0:cNvPr>
          <ns0:cNvSpPr txBox="1"/>
          <ns0:nvPr/>
        </ns0:nvSpPr>
        <ns0:spPr>
          <ns1:xfrm>
            <ns1:off x="4435645" y="3839416"/>
            <ns1:ext cx="3355406" cy="338554"/>
          </ns1:xfrm>
          <ns1:prstGeom prst="rect">
            <ns1:avLst/>
          </ns1:prstGeom>
          <ns1:noFill/>
        </ns0:spPr>
        <ns0:txBody>
          <ns1:bodyPr wrap="none" rtlCol="0">
            <ns1:spAutoFit/>
          </ns1:bodyPr>
          <ns1:lstStyle/>
          <ns1:p>
            <ns1:pPr algn="ctr"/>
            <ns1:r>
              <ns1:rPr lang="en-US" sz="1600">
                <ns1:solidFill>
                  <ns1:schemeClr val="bg1"/>
                </ns1:solidFill>
                <ns1:latin typeface="Poppins SemiBold" panose="00000700000000000000" pitchFamily="2" charset="0"/>
                <ns1:cs typeface="Poppins SemiBold" panose="00000700000000000000" pitchFamily="2" charset="0"/>
              </ns1:rPr>
              <ns1:t>{SlideSupportingContent}</ns1:t>
            </ns1:r>
          </ns1:p>
        </ns0:txBody>
      </ns0:sp>
      <ns0:cxnSp>
        <ns0:nvCxnSpPr>
          <ns0:cNvPr id="17" name="Straight Connector 16">
            <ns1:extLst>
              <ns1:ext uri="{FF2B5EF4-FFF2-40B4-BE49-F238E27FC236}">
                <ns2:creationId id="{884ED50C-E62F-4FC9-8FF5-A2F3A0C8E79F}"/>
              </ns1:ext>
            </ns1:extLst>
          </ns0:cNvPr>
          <ns0:cNvCxnSpPr/>
          <ns0:nvPr/>
        </ns0:nvCxnSpPr>
        <ns0:spPr>
          <ns1:xfrm>
            <ns1:off x="3797777" y="4022341"/>
            <ns1:ext cx="545910" cy="0"/>
          </ns1:xfrm>
          <ns1:prstGeom prst="line">
            <ns1:avLst/>
          </ns1:prstGeom>
          <ns1:ln w="25400">
            <ns1:solidFill>
              <ns1:schemeClr val="bg1"/>
            </ns1:solidFill>
          </ns1:ln>
        </ns0:spPr>
        <ns0:style>
          <ns1:lnRef idx="1">
            <ns1:schemeClr val="accent1"/>
          </ns1:lnRef>
          <ns1:fillRef idx="0">
            <ns1:schemeClr val="accent1"/>
          </ns1:fillRef>
          <ns1:effectRef idx="0">
            <ns1:schemeClr val="accent1"/>
          </ns1:effectRef>
          <ns1:fontRef idx="minor">
            <ns1:schemeClr val="tx1"/>
          </ns1:fontRef>
        </ns0:style>
      </ns0:cxnSp>
      <ns0:cxnSp>
        <ns0:nvCxnSpPr>
          <ns0:cNvPr id="18" name="Straight Connector 17">
            <ns1:extLst>
              <ns1:ext uri="{FF2B5EF4-FFF2-40B4-BE49-F238E27FC236}">
                <ns2:creationId id="{4F1C3A53-1481-42DD-94D9-43C2CCCB26FE}"/>
              </ns1:ext>
            </ns1:extLst>
          </ns0:cNvPr>
          <ns0:cNvCxnSpPr/>
          <ns0:nvPr/>
        </ns0:nvCxnSpPr>
        <ns0:spPr>
          <ns1:xfrm>
            <ns1:off x="7848314" y="4022341"/>
            <ns1:ext cx="545910" cy="0"/>
          </ns1:xfrm>
          <ns1:prstGeom prst="line">
            <ns1:avLst/>
          </ns1:prstGeom>
          <ns1:ln w="25400">
            <ns1:solidFill>
              <ns1:schemeClr val="bg1"/>
            </ns1:solidFill>
          </ns1:ln>
        </ns0:spPr>
        <ns0:style>
          <ns1:lnRef idx="1">
            <ns1:schemeClr val="accent1"/>
          </ns1:lnRef>
          <ns1:fillRef idx="0">
            <ns1:schemeClr val="accent1"/>
          </ns1:fillRef>
          <ns1:effectRef idx="0">
            <ns1:schemeClr val="accent1"/>
          </ns1:effectRef>
          <ns1:fontRef idx="minor">
            <ns1:schemeClr val="tx1"/>
          </ns1:fontRef>
        </ns0:style>
      </ns0:cxnSp>
      <ns0:cxnSp>
        <ns0:nvCxnSpPr>
          <ns0:cNvPr id="26" name="Straight Connector 25">
            <ns1:extLst>
              <ns1:ext uri="{FF2B5EF4-FFF2-40B4-BE49-F238E27FC236}">
                <ns2:creationId id="{7897F198-D5C9-4738-9474-482B23445B06}"/>
              </ns1:ext>
            </ns1:extLst>
          </ns0:cNvPr>
          <ns0:cNvCxnSpPr>
            <ns1:cxnSpLocks/>
          </ns0:cNvCxnSpPr>
          <ns0:nvPr/>
        </ns0:nvCxnSpPr>
        <ns0:spPr>
          <ns1:xfrm>
            <ns1:off x="558378" y="4667534"/>
            <ns1:ext cx="0" cy="902507"/>
          </ns1:xfrm>
          <ns1:prstGeom prst="line">
            <ns1:avLst/>
          </ns1:prstGeom>
          <ns1:ln w="25400">
            <ns1:solidFill>
              <ns1:schemeClr val="bg1"/>
            </ns1:solidFill>
          </ns1:ln>
        </ns0:spPr>
        <ns0:style>
          <ns1:lnRef idx="1">
            <ns1:schemeClr val="accent1"/>
          </ns1:lnRef>
          <ns1:fillRef idx="0">
            <ns1:schemeClr val="accent1"/>
          </ns1:fillRef>
          <ns1:effectRef idx="0">
            <ns1:schemeClr val="accent1"/>
          </ns1:effectRef>
          <ns1:fontRef idx="minor">
            <ns1:schemeClr val="tx1"/>
          </ns1:fontRef>
        </ns0:style>
      </ns0:cxnSp>
      <ns0:sp>
        <ns0:nvSpPr>
          <ns0:cNvPr id="27" name="TextBox 26">
            <ns1:extLst>
              <ns1:ext uri="{FF2B5EF4-FFF2-40B4-BE49-F238E27FC236}">
                <ns2:creationId id="{A1CE7A5C-4041-4F86-AD76-81E61179AFF5}"/>
              </ns1:ext>
            </ns1:extLst>
          </ns0:cNvPr>
          <ns0:cNvSpPr txBox="1"/>
          <ns0:nvPr/>
        </ns0:nvSpPr>
        <ns0:spPr>
          <ns1:xfrm>
            <ns1:off x="327546" y="5733584"/>
            <ns1:ext cx="461665" cy="638957"/>
          </ns1:xfrm>
          <ns1:prstGeom prst="rect">
            <ns1:avLst/>
          </ns1:prstGeom>
          <ns1:noFill/>
        </ns0:spPr>
        <ns0:txBody>
          <ns1:bodyPr vert="vert270" wrap="none" rtlCol="0">
            <ns1:spAutoFit/>
          </ns1:bodyPr>
          <ns1:lstStyle/>
          <ns1:p>
            <ns1:r>
              <ns1:rPr lang="en-US">
                <ns1:solidFill>
                  <ns1:schemeClr val="bg1"/>
                </ns1:solidFill>
                <ns1:latin typeface="Poppins" panose="00000500000000000000" pitchFamily="2" charset="0"/>
                <ns1:cs typeface="Poppins" panose="00000500000000000000" pitchFamily="2" charset="0"/>
              </ns1:rPr>
              <ns1:t>{SlideCallout}</ns1:t>
            </ns1:r>
          </ns1:p>
        </ns0:txBody>
      </ns0:sp>
      <ns0:cxnSp>
        <ns0:nvCxnSpPr>
          <ns0:cNvPr id="31" name="Straight Connector 30">
            <ns1:extLst>
              <ns1:ext uri="{FF2B5EF4-FFF2-40B4-BE49-F238E27FC236}">
                <ns2:creationId id="{DDEDA899-D713-4770-B90A-BA3C87FDFC9B}"/>
              </ns1:ext>
            </ns1:extLst>
          </ns0:cNvPr>
          <ns0:cNvCxnSpPr>
            <ns1:cxnSpLocks/>
          </ns0:cNvCxnSpPr>
          <ns0:nvPr/>
        </ns0:nvCxnSpPr>
        <ns0:spPr>
          <ns1:xfrm>
            <ns1:off x="11628987" y="1774420"/>
            <ns1:ext cx="0" cy="810075"/>
          </ns1:xfrm>
          <ns1:prstGeom prst="line">
            <ns1:avLst/>
          </ns1:prstGeom>
          <ns1:ln w="25400">
            <ns1:solidFill>
              <ns1:schemeClr val="bg1"/>
            </ns1:solidFill>
          </ns1:ln>
        </ns0:spPr>
        <ns0:style>
          <ns1:lnRef idx="1">
            <ns1:schemeClr val="accent1"/>
          </ns1:lnRef>
          <ns1:fillRef idx="0">
            <ns1:schemeClr val="accent1"/>
          </ns1:fillRef>
          <ns1:effectRef idx="0">
            <ns1:schemeClr val="accent1"/>
          </ns1:effectRef>
          <ns1:fontRef idx="minor">
            <ns1:schemeClr val="tx1"/>
          </ns1:fontRef>
        </ns0:style>
      </ns0:cxnSp>
      <ns0:sp>
        <ns0:nvSpPr>
          <ns0:cNvPr id="32" name="TextBox 31">
            <ns1:extLst>
              <ns1:ext uri="{FF2B5EF4-FFF2-40B4-BE49-F238E27FC236}">
                <ns2:creationId id="{6D6A6919-D3F8-4D2F-8C01-3B583D4467E2}"/>
              </ns1:ext>
            </ns1:extLst>
          </ns0:cNvPr>
          <ns0:cNvSpPr txBox="1"/>
          <ns0:nvPr/>
        </ns0:nvSpPr>
        <ns0:spPr>
          <ns1:xfrm>
            <ns1:off x="11398155" y="557523"/>
            <ns1:ext cx="461665" cy="1039708"/>
          </ns1:xfrm>
          <ns1:prstGeom prst="rect">
            <ns1:avLst/>
          </ns1:prstGeom>
          <ns1:noFill/>
        </ns0:spPr>
        <ns0:txBody>
          <ns1:bodyPr vert="vert" wrap="none" rtlCol="0">
            <ns1:spAutoFit/>
          </ns1:bodyPr>
          <ns1:lstStyle/>
          <ns1:p>
            <ns1:r>
              <ns1:rPr lang="en-US">
                <ns1:solidFill>
                  <ns1:schemeClr val="bg1"/>
                </ns1:solidFill>
                <ns1:latin typeface="Poppins" panose="00000500000000000000" pitchFamily="2" charset="0"/>
                <ns1:cs typeface="Poppins" panose="00000500000000000000" pitchFamily="2" charset="0"/>
              </ns1:rPr>
              <ns1:t>{SlideCaption}</ns1:t>
            </ns1:r>
          </ns1:p>
        </ns0:txBody>
      </ns0:sp>
      <ns0:sp>
        <ns0:nvSpPr>
          <ns0:cNvPr id="3" name="Picture Placeholder 2">
            <ns1:extLst>
              <ns1:ext uri="{FF2B5EF4-FFF2-40B4-BE49-F238E27FC236}">
                <ns2:creationId id="{3467BAC1-3B45-4890-81EF-C96B604064A8}"/>
              </ns1:ext>
            </ns1:extLst>
          </ns0:cNvPr>
          <ns0:cNvSpPr>
            <ns1:spLocks noGrp="1"/>
          </ns0:cNvSpPr>
          <ns0:nvPr>
            <ns0:ph type="pic" sz="quarter" idx="10"/>
          </ns0:nvPr>
        </ns0:nvSpPr>
        <ns0:spPr/>
      </ns0:sp>
    </ns0:spTree>
    <ns0:extLst>
      <ns0:ext uri="{BB962C8B-B14F-4D97-AF65-F5344CB8AC3E}">
        <ns3:creationId val="803167241"/>
      </ns0:ext>
    </ns0:extLst>
  </ns0:cSld>
  <ns0:clrMapOvr>
    <ns1:masterClrMapping/>
  </ns0:clrMapOvr>
</ns0:sld>
</file>

<file path=ppt/slides/slide2.xml><?xml version="1.0" encoding="utf-8"?>
<ns0:sld xmlns:ns0="http://schemas.openxmlformats.org/presentationml/2006/main" xmlns:ns1="http://schemas.openxmlformats.org/drawingml/2006/main" xmlns:ns2="http://schemas.microsoft.com/office/drawing/2014/main" xmlns:ns3="http://schemas.microsoft.com/office/powerpoint/2010/main">
  <ns0:cSld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3" name="Picture Placeholder 2">
            <ns1:extLst>
              <ns1:ext uri="{FF2B5EF4-FFF2-40B4-BE49-F238E27FC236}">
                <ns2:creationId id="{698AF440-EBF3-418F-B32E-0A713BD593F4}"/>
              </ns1:ext>
            </ns1:extLst>
          </ns0:cNvPr>
          <ns0:cNvSpPr>
            <ns1:spLocks noGrp="1"/>
          </ns0:cNvSpPr>
          <ns0:nvPr>
            <ns0:ph type="pic" sz="quarter" idx="10"/>
          </ns0:nvPr>
        </ns0:nvSpPr>
        <ns0:spPr/>
      </ns0:sp>
      <ns0:sp>
        <ns0:nvSpPr>
          <ns0:cNvPr id="9" name="TextBox 8">
            <ns1:extLst>
              <ns1:ext uri="{FF2B5EF4-FFF2-40B4-BE49-F238E27FC236}">
                <ns2:creationId id="{5B5360C7-3264-4F71-9132-C0A802436F51}"/>
              </ns1:ext>
            </ns1:extLst>
          </ns0:cNvPr>
          <ns0:cNvSpPr txBox="1"/>
          <ns0:nvPr/>
        </ns0:nvSpPr>
        <ns0:spPr>
          <ns1:xfrm>
            <ns1:off x="916687" y="1823893"/>
            <ns1:ext cx="3880512" cy="1815882"/>
          </ns1:xfrm>
          <ns1:prstGeom prst="rect">
            <ns1:avLst/>
          </ns1:prstGeom>
          <ns1:noFill/>
        </ns0:spPr>
        <ns0:txBody>
          <ns1:bodyPr wrap="square" rtlCol="0">
            <ns1:spAutoFit/>
          </ns1:bodyPr>
          <ns1:lstStyle/>
          <ns1:p>
            <ns1:r>
              <ns1:rPr lang="en-US" sz="2800" spc="300">
                <ns1:solidFill>
                  <ns1:schemeClr val="tx1">
                    <ns1:lumMod val="85000"/>
                    <ns1:lumOff val="15000"/>
                  </ns1:schemeClr>
                </ns1:solidFill>
                <ns1:latin typeface="Poppins SemiBold" panose="00000700000000000000" pitchFamily="2" charset="0"/>
                <ns1:cs typeface="Poppins SemiBold" panose="00000700000000000000" pitchFamily="2" charset="0"/>
              </ns1:rPr>
              <ns1:t>{SlideMainExplanation}</ns1:t>
            </ns1:r>
          </ns1:p>
        </ns0:txBody>
      </ns0:sp>
      <ns0:sp>
        <ns0:nvSpPr>
          <ns0:cNvPr id="10" name="TextBox 9">
            <ns1:extLst>
              <ns1:ext uri="{FF2B5EF4-FFF2-40B4-BE49-F238E27FC236}">
                <ns2:creationId id="{DEEE95DE-EB9F-4044-A64D-3C98425B5724}"/>
              </ns1:ext>
            </ns1:extLst>
          </ns0:cNvPr>
          <ns0:cNvSpPr txBox="1"/>
          <ns0:nvPr/>
        </ns0:nvSpPr>
        <ns0:spPr>
          <ns1:xfrm>
            <ns1:off x="916687" y="3653423"/>
            <ns1:ext cx="3880512" cy="1717843"/>
          </ns1:xfrm>
          <ns1:prstGeom prst="rect">
            <ns1:avLst/>
          </ns1:prstGeom>
          <ns1:noFill/>
        </ns0:spPr>
        <ns0:txBody>
          <ns1:bodyPr wrap="square" rtlCol="0">
            <ns1:spAutoFit/>
          </ns1:bodyPr>
          <ns1:lstStyle/>
          <ns1:p>
            <ns1:pPr>
              <ns1:lnSpc>
                <ns1:spcPct val="150000"/>
              </ns1:lnSpc>
            </ns1:pPr>
            <ns1:r>
              <ns1:rPr lang="en-US" sz="1200">
                <ns1:solidFill>
                  <ns1:schemeClr val="bg1">
                    <ns1:lumMod val="50000"/>
                  </ns1:schemeClr>
                </ns1:solidFill>
                <ns1:latin typeface="Lato" panose="020F0502020204030203" pitchFamily="34" charset="0"/>
                <ns1:ea typeface="Lato" panose="020F0502020204030203" pitchFamily="34" charset="0"/>
                <ns1:cs typeface="Lato" panose="020F0502020204030203" pitchFamily="34" charset="0"/>
              </ns1:rPr>
              <ns1:t>{SlideSupportingContent}</ns1:t>
            </ns1:r>
          </ns1:p>
        </ns0:txBody>
      </ns0:sp>
      <ns0:sp>
        <ns0:nvSpPr>
          <ns0:cNvPr id="20" name="TextBox 19">
            <ns1:extLst>
              <ns1:ext uri="{FF2B5EF4-FFF2-40B4-BE49-F238E27FC236}">
                <ns2:creationId id="{0BF463F6-2BB7-40B6-8447-AC035E8918BD}"/>
              </ns1:ext>
            </ns1:extLst>
          </ns0:cNvPr>
          <ns0:cNvSpPr txBox="1"/>
          <ns0:nvPr/>
        </ns0:nvSpPr>
        <ns0:spPr>
          <ns1:xfrm>
            <ns1:off x="7422099" y="3044280"/>
            <ns1:ext cx="4333750" cy="769441"/>
          </ns1:xfrm>
          <ns1:prstGeom prst="rect">
            <ns1:avLst/>
          </ns1:prstGeom>
          <ns1:noFill/>
        </ns0:spPr>
        <ns0:txBody>
          <ns1:bodyPr wrap="square" rtlCol="0">
            <ns1:spAutoFit/>
          </ns1:bodyPr>
          <ns1:lstStyle/>
          <ns1:p>
            <ns1:pPr algn="ctr"/>
            <ns1:r>
              <ns1:rPr lang="en-US" sz="4400" spc="600">
                <ns1:solidFill>
                  <ns1:schemeClr val="bg1"/>
                </ns1:solidFill>
                <ns1:latin typeface="Montserrat Semi Bold" panose="00000700000000000000" pitchFamily="50" charset="0"/>
                <ns1:ea typeface="Lato" panose="020F0502020204030203" pitchFamily="34" charset="0"/>
                <ns1:cs typeface="Lato" panose="020F0502020204030203" pitchFamily="34" charset="0"/>
              </ns1:rPr>
              <ns1:t>{SlideCallout}</ns1:t>
            </ns1:r>
          </ns1:p>
        </ns0:txBody>
      </ns0:sp>
    </ns0:spTree>
    <ns0:extLst>
      <ns0:ext uri="{BB962C8B-B14F-4D97-AF65-F5344CB8AC3E}">
        <ns3:creationId val="292291577"/>
      </ns0:ext>
    </ns0:extLst>
  </ns0:cSld>
  <ns0:clrMapOvr>
    <ns1:masterClrMapping/>
  </ns0:clrMapOvr>
</ns0:sld>
</file>

<file path=ppt/slides/slide3.xml><?xml version="1.0" encoding="utf-8"?>
<ns0:sld xmlns:ns0="http://schemas.openxmlformats.org/presentationml/2006/main" xmlns:ns1="http://schemas.openxmlformats.org/drawingml/2006/main" xmlns:ns2="http://schemas.microsoft.com/office/drawing/2014/main" xmlns:ns3="http://schemas.microsoft.com/office/powerpoint/2010/main">
  <ns0:cSld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15" name="TextBox 14">
            <ns1:extLst>
              <ns1:ext uri="{FF2B5EF4-FFF2-40B4-BE49-F238E27FC236}">
                <ns2:creationId id="{3DE67567-9128-4E13-B6CE-63E18044F70B}"/>
              </ns1:ext>
            </ns1:extLst>
          </ns0:cNvPr>
          <ns0:cNvSpPr txBox="1"/>
          <ns0:nvPr/>
        </ns0:nvSpPr>
        <ns0:spPr>
          <ns1:xfrm>
            <ns1:off x="5677471" y="1870757"/>
            <ns1:ext cx="5404512" cy="1384995"/>
          </ns1:xfrm>
          <ns1:prstGeom prst="rect">
            <ns1:avLst/>
          </ns1:prstGeom>
          <ns1:noFill/>
        </ns0:spPr>
        <ns0:txBody>
          <ns1:bodyPr wrap="square" rtlCol="0">
            <ns1:spAutoFit/>
          </ns1:bodyPr>
          <ns1:lstStyle/>
          <ns1:p>
            <ns1:r>
              <ns1:rPr lang="en-US" sz="2800" spc="300">
                <ns1:solidFill>
                  <ns1:schemeClr val="tx1">
                    <ns1:lumMod val="85000"/>
                    <ns1:lumOff val="15000"/>
                  </ns1:schemeClr>
                </ns1:solidFill>
                <ns1:latin typeface="Poppins SemiBold" panose="00000700000000000000" pitchFamily="2" charset="0"/>
                <ns1:cs typeface="Poppins SemiBold" panose="00000700000000000000" pitchFamily="2" charset="0"/>
              </ns1:rPr>
              <ns1:t>{SlideMainExplanation}</ns1:t>
            </ns1:r>
          </ns1:p>
        </ns0:txBody>
      </ns0:sp>
      <ns0:sp>
        <ns0:nvSpPr>
          <ns0:cNvPr id="21" name="TextBox 20">
            <ns1:extLst>
              <ns1:ext uri="{FF2B5EF4-FFF2-40B4-BE49-F238E27FC236}">
                <ns2:creationId id="{1C916640-E162-43A0-85E7-AD5B2A3F33D0}"/>
              </ns1:ext>
            </ns1:extLst>
          </ns0:cNvPr>
          <ns0:cNvSpPr txBox="1"/>
          <ns0:nvPr/>
        </ns0:nvSpPr>
        <ns0:spPr>
          <ns1:xfrm>
            <ns1:off x="5677471" y="3269400"/>
            <ns1:ext cx="5404512" cy="1717843"/>
          </ns1:xfrm>
          <ns1:prstGeom prst="rect">
            <ns1:avLst/>
          </ns1:prstGeom>
          <ns1:noFill/>
        </ns0:spPr>
        <ns0:txBody>
          <ns1:bodyPr wrap="square" rtlCol="0">
            <ns1:spAutoFit/>
          </ns1:bodyPr>
          <ns1:lstStyle/>
          <ns1:p>
            <ns1:pPr>
              <ns1:lnSpc>
                <ns1:spcPct val="150000"/>
              </ns1:lnSpc>
            </ns1:pPr>
            <ns1:r>
              <ns1:rPr lang="en-US" sz="1200">
                <ns1:solidFill>
                  <ns1:schemeClr val="bg1">
                    <ns1:lumMod val="50000"/>
                  </ns1:schemeClr>
                </ns1:solidFill>
                <ns1:latin typeface="Lato" panose="020F0502020204030203" pitchFamily="34" charset="0"/>
                <ns1:ea typeface="Lato" panose="020F0502020204030203" pitchFamily="34" charset="0"/>
                <ns1:cs typeface="Lato" panose="020F0502020204030203" pitchFamily="34" charset="0"/>
              </ns1:rPr>
              <ns1:t>{SlideSupportingContent}</ns1:t>
            </ns1:r>
          </ns1:p>
        </ns0:txBody>
      </ns0:sp>
      <ns0:sp>
        <ns0:nvSpPr>
          <ns0:cNvPr id="3" name="Picture Placeholder 2">
            <ns1:extLst>
              <ns1:ext uri="{FF2B5EF4-FFF2-40B4-BE49-F238E27FC236}">
                <ns2:creationId id="{7311CE4A-1C4C-4FBE-B440-F83820B8C3DD}"/>
              </ns1:ext>
            </ns1:extLst>
          </ns0:cNvPr>
          <ns0:cNvSpPr>
            <ns1:spLocks noGrp="1"/>
          </ns0:cNvSpPr>
          <ns0:nvPr>
            <ns0:ph type="pic" sz="quarter" idx="10"/>
          </ns0:nvPr>
        </ns0:nvSpPr>
        <ns0:spPr/>
      </ns0:sp>
    </ns0:spTree>
    <ns0:extLst>
      <ns0:ext uri="{BB962C8B-B14F-4D97-AF65-F5344CB8AC3E}">
        <ns3:creationId val="2216655315"/>
      </ns0:ext>
    </ns0:extLst>
  </ns0:cSld>
  <ns0:clrMapOvr>
    <ns1:masterClrMapping/>
  </ns0:clrMapOvr>
</ns0:sld>
</file>

<file path=ppt/slides/slide4.xml><?xml version="1.0" encoding="utf-8"?>
<ns0:sld xmlns:ns0="http://schemas.openxmlformats.org/presentationml/2006/main" xmlns:ns1="http://schemas.openxmlformats.org/drawingml/2006/main" xmlns:ns2="http://schemas.microsoft.com/office/drawing/2014/main" xmlns:ns3="http://schemas.microsoft.com/office/powerpoint/2010/main">
  <ns0:cSld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8" name="TextBox 7">
            <ns1:extLst>
              <ns1:ext uri="{FF2B5EF4-FFF2-40B4-BE49-F238E27FC236}">
                <ns2:creationId id="{6E2BADB7-D537-4B28-BBB1-06844CD6AA4A}"/>
              </ns1:ext>
            </ns1:extLst>
          </ns0:cNvPr>
          <ns0:cNvSpPr txBox="1"/>
          <ns0:nvPr/>
        </ns0:nvSpPr>
        <ns0:spPr>
          <ns1:xfrm>
            <ns1:off x="2855368" y="744421"/>
            <ns1:ext cx="6481264" cy="954107"/>
          </ns1:xfrm>
          <ns1:prstGeom prst="rect">
            <ns1:avLst/>
          </ns1:prstGeom>
          <ns1:noFill/>
        </ns0:spPr>
        <ns0:txBody>
          <ns1:bodyPr wrap="square" rtlCol="0">
            <ns1:spAutoFit/>
          </ns1:bodyPr>
          <ns1:lstStyle/>
          <ns1:p>
            <ns1:pPr algn="ctr"/>
            <ns1:r>
              <ns1:rPr lang="en-US" sz="2800" spc="300">
                <ns1:solidFill>
                  <ns1:schemeClr val="tx1">
                    <ns1:lumMod val="85000"/>
                    <ns1:lumOff val="15000"/>
                  </ns1:schemeClr>
                </ns1:solidFill>
                <ns1:latin typeface="Poppins SemiBold" panose="00000700000000000000" pitchFamily="2" charset="0"/>
                <ns1:cs typeface="Poppins SemiBold" panose="00000700000000000000" pitchFamily="2" charset="0"/>
              </ns1:rPr>
              <ns1:t>{SlideMainExplanation}</ns1:t>
            </ns1:r>
          </ns1:p>
        </ns0:txBody>
      </ns0:sp>
      <ns0:sp>
        <ns0:nvSpPr>
          <ns0:cNvPr id="22" name="TextBox 21">
            <ns1:extLst>
              <ns1:ext uri="{FF2B5EF4-FFF2-40B4-BE49-F238E27FC236}">
                <ns2:creationId id="{A7C0EC8A-A01B-45CB-983C-51E91144018B}"/>
              </ns1:ext>
            </ns1:extLst>
          </ns0:cNvPr>
          <ns0:cNvSpPr txBox="1"/>
          <ns0:nvPr/>
        </ns0:nvSpPr>
        <ns0:spPr>
          <ns1:xfrm>
            <ns1:off x="7287904" y="2957935"/>
            <ns1:ext cx="4162567" cy="2548839"/>
          </ns1:xfrm>
          <ns1:prstGeom prst="rect">
            <ns1:avLst/>
          </ns1:prstGeom>
          <ns1:noFill/>
        </ns0:spPr>
        <ns0:txBody>
          <ns1:bodyPr wrap="square" rtlCol="0">
            <ns1:spAutoFit/>
          </ns1:bodyPr>
          <ns1:lstStyle/>
          <ns1:p>
            <ns1:pPr>
              <ns1:lnSpc>
                <ns1:spcPct val="150000"/>
              </ns1:lnSpc>
            </ns1:pPr>
            <ns1:r>
              <ns1:rPr lang="en-US" sz="1200">
                <ns1:solidFill>
                  <ns1:schemeClr val="bg1">
                    <ns1:lumMod val="50000"/>
                  </ns1:schemeClr>
                </ns1:solidFill>
                <ns1:latin typeface="Lato" panose="020F0502020204030203" pitchFamily="34" charset="0"/>
                <ns1:ea typeface="Lato" panose="020F0502020204030203" pitchFamily="34" charset="0"/>
                <ns1:cs typeface="Lato" panose="020F0502020204030203" pitchFamily="34" charset="0"/>
              </ns1:rPr>
              <ns1:t>{SlideSupportingContent}</ns1:t>
            </ns1:r>
          </ns1:p>
          <ns1:p>
            <ns1:pPr>
              <ns1:lnSpc>
                <ns1:spcPct val="150000"/>
              </ns1:lnSpc>
            </ns1:pPr>
            <ns1:r>
              <ns1:rPr lang="en-US" sz="1200">
                <ns1:solidFill>
                  <ns1:schemeClr val="bg1">
                    <ns1:lumMod val="50000"/>
                  </ns1:schemeClr>
                </ns1:solidFill>
                <ns1:latin typeface="Lato" panose="020F0502020204030203" pitchFamily="34" charset="0"/>
                <ns1:ea typeface="Lato" panose="020F0502020204030203" pitchFamily="34" charset="0"/>
                <ns1:cs typeface="Lato" panose="020F0502020204030203" pitchFamily="34" charset="0"/>
              </ns1:rPr>
              <ns1:t/>
            </ns1:r>
          </ns1:p>
          <ns1:p>
            <ns1:pPr>
              <ns1:lnSpc>
                <ns1:spcPct val="150000"/>
              </ns1:lnSpc>
            </ns1:pPr>
            <ns1:r>
              <ns1:rPr lang="en-US" sz="1200">
                <ns1:solidFill>
                  <ns1:schemeClr val="bg1">
                    <ns1:lumMod val="50000"/>
                  </ns1:schemeClr>
                </ns1:solidFill>
                <ns1:latin typeface="Lato" panose="020F0502020204030203" pitchFamily="34" charset="0"/>
                <ns1:ea typeface="Lato" panose="020F0502020204030203" pitchFamily="34" charset="0"/>
                <ns1:cs typeface="Lato" panose="020F0502020204030203" pitchFamily="34" charset="0"/>
              </ns1:rPr>
              <ns1:t/>
            </ns1:r>
          </ns1:p>
        </ns0:txBody>
      </ns0:sp>
      <ns0:sp>
        <ns0:nvSpPr>
          <ns0:cNvPr id="3" name="Picture Placeholder 2">
            <ns1:extLst>
              <ns1:ext uri="{FF2B5EF4-FFF2-40B4-BE49-F238E27FC236}">
                <ns2:creationId id="{E8614BFF-D5EF-4979-B4AF-B672ACDF9068}"/>
              </ns1:ext>
            </ns1:extLst>
          </ns0:cNvPr>
          <ns0:cNvSpPr>
            <ns1:spLocks noGrp="1"/>
          </ns0:cNvSpPr>
          <ns0:nvPr>
            <ns0:ph type="pic" sz="quarter" idx="10"/>
          </ns0:nvPr>
        </ns0:nvSpPr>
        <ns0:spPr/>
      </ns0:sp>
    </ns0:spTree>
    <ns0:extLst>
      <ns0:ext uri="{BB962C8B-B14F-4D97-AF65-F5344CB8AC3E}">
        <ns3:creationId val="2243644011"/>
      </ns0:ext>
    </ns0:extLst>
  </ns0:cSld>
  <ns0:clrMapOvr>
    <ns1:masterClrMapping/>
  </ns0:clrMapOvr>
</ns0:sld>
</file>

<file path=ppt/slides/slide5.xml><?xml version="1.0" encoding="utf-8"?>
<ns0:sld xmlns:ns0="http://schemas.openxmlformats.org/presentationml/2006/main" xmlns:ns1="http://schemas.openxmlformats.org/drawingml/2006/main" xmlns:ns2="http://schemas.microsoft.com/office/drawing/2014/main" xmlns:ns3="http://schemas.microsoft.com/office/powerpoint/2010/main">
  <ns0:cSld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7" name="TextBox 6">
            <ns1:extLst>
              <ns1:ext uri="{FF2B5EF4-FFF2-40B4-BE49-F238E27FC236}">
                <ns2:creationId id="{17D4211F-F323-4A29-B69E-3382940AFEF7}"/>
              </ns1:ext>
            </ns1:extLst>
          </ns0:cNvPr>
          <ns0:cNvSpPr txBox="1"/>
          <ns0:nvPr/>
        </ns0:nvSpPr>
        <ns0:spPr>
          <ns1:xfrm>
            <ns1:off x="2855367" y="635613"/>
            <ns1:ext cx="6481264" cy="1384995"/>
          </ns1:xfrm>
          <ns1:prstGeom prst="rect">
            <ns1:avLst/>
          </ns1:prstGeom>
          <ns1:noFill/>
        </ns0:spPr>
        <ns0:txBody>
          <ns1:bodyPr wrap="square" rtlCol="0">
            <ns1:spAutoFit/>
          </ns1:bodyPr>
          <ns1:lstStyle/>
          <ns1:p>
            <ns1:pPr algn="ctr"/>
            <ns1:r>
              <ns1:rPr lang="en-US" sz="2800" spc="300">
                <ns1:solidFill>
                  <ns1:schemeClr val="tx1">
                    <ns1:lumMod val="85000"/>
                    <ns1:lumOff val="15000"/>
                  </ns1:schemeClr>
                </ns1:solidFill>
                <ns1:latin typeface="Poppins SemiBold" panose="00000700000000000000" pitchFamily="2" charset="0"/>
                <ns1:cs typeface="Poppins SemiBold" panose="00000700000000000000" pitchFamily="2" charset="0"/>
              </ns1:rPr>
              <ns1:t>{SlideMainExplanation}</ns1:t>
            </ns1:r>
          </ns1:p>
        </ns0:txBody>
      </ns0:sp>
      <ns0:sp>
        <ns0:nvSpPr>
          <ns0:cNvPr id="3" name="Picture Placeholder 2">
            <ns1:extLst>
              <ns1:ext uri="{FF2B5EF4-FFF2-40B4-BE49-F238E27FC236}">
                <ns2:creationId id="{DEEADECC-7DB5-4FC2-8906-92D05ED8E567}"/>
              </ns1:ext>
            </ns1:extLst>
          </ns0:cNvPr>
          <ns0:cNvSpPr>
            <ns1:spLocks noGrp="1"/>
          </ns0:cNvSpPr>
          <ns0:nvPr>
            <ns0:ph type="pic" sz="quarter" idx="11"/>
          </ns0:nvPr>
        </ns0:nvSpPr>
        <ns0:spPr/>
      </ns0:sp>
      <ns0:sp>
        <ns0:nvSpPr>
          <ns0:cNvPr id="5" name="Picture Placeholder 4">
            <ns1:extLst>
              <ns1:ext uri="{FF2B5EF4-FFF2-40B4-BE49-F238E27FC236}">
                <ns2:creationId id="{9A87F20C-4D79-496B-8872-169E8F6B325C}"/>
              </ns1:ext>
            </ns1:extLst>
          </ns0:cNvPr>
          <ns0:cNvSpPr>
            <ns1:spLocks noGrp="1"/>
          </ns0:cNvSpPr>
          <ns0:nvPr>
            <ns0:ph type="pic" sz="quarter" idx="10"/>
          </ns0:nvPr>
        </ns0:nvSpPr>
        <ns0:spPr/>
      </ns0:sp>
      <ns0:sp>
        <ns0:nvSpPr>
          <ns0:cNvPr id="8" name="Picture Placeholder 7">
            <ns1:extLst>
              <ns1:ext uri="{FF2B5EF4-FFF2-40B4-BE49-F238E27FC236}">
                <ns2:creationId id="{BC44A364-6933-45C5-AB3C-65622FA58682}"/>
              </ns1:ext>
            </ns1:extLst>
          </ns0:cNvPr>
          <ns0:cNvSpPr>
            <ns1:spLocks noGrp="1"/>
          </ns0:cNvSpPr>
          <ns0:nvPr>
            <ns0:ph type="pic" sz="quarter" idx="12"/>
          </ns0:nvPr>
        </ns0:nvSpPr>
        <ns0:spPr/>
      </ns0:sp>
    </ns0:spTree>
    <ns0:extLst>
      <ns0:ext uri="{BB962C8B-B14F-4D97-AF65-F5344CB8AC3E}">
        <ns3:creationId val="36543337"/>
      </ns0:ext>
    </ns0:extLst>
  </ns0:cSld>
  <ns0:clrMapOvr>
    <ns1:masterClrMapping/>
  </ns0:clrMapOvr>
</ns0:sld>
</file>

<file path=ppt/slides/slide6.xml><?xml version="1.0" encoding="utf-8"?>
<ns0:sld xmlns:ns0="http://schemas.openxmlformats.org/presentationml/2006/main" xmlns:ns1="http://schemas.openxmlformats.org/drawingml/2006/main" xmlns:ns2="http://schemas.microsoft.com/office/drawing/2014/main" xmlns:ns3="http://schemas.microsoft.com/office/powerpoint/2010/main">
  <ns0:cSld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29" name="TextBox 28">
            <ns1:extLst>
              <ns1:ext uri="{FF2B5EF4-FFF2-40B4-BE49-F238E27FC236}">
                <ns2:creationId id="{75478661-95CA-482D-BD0D-952877D66047}"/>
              </ns1:ext>
            </ns1:extLst>
          </ns0:cNvPr>
          <ns0:cNvSpPr txBox="1"/>
          <ns0:nvPr/>
        </ns0:nvSpPr>
        <ns0:spPr>
          <ns1:xfrm>
            <ns1:off x="928047" y="3130901"/>
            <ns1:ext cx="4599295" cy="1994841"/>
          </ns1:xfrm>
          <ns1:prstGeom prst="rect">
            <ns1:avLst/>
          </ns1:prstGeom>
          <ns1:noFill/>
        </ns0:spPr>
        <ns0:txBody>
          <ns1:bodyPr wrap="square" rtlCol="0">
            <ns1:spAutoFit/>
          </ns1:bodyPr>
          <ns1:lstStyle/>
          <ns1:p>
            <ns1:pPr>
              <ns1:lnSpc>
                <ns1:spcPct val="150000"/>
              </ns1:lnSpc>
            </ns1:pPr>
            <ns1:r>
              <ns1:rPr lang="en-US" sz="1200">
                <ns1:solidFill>
                  <ns1:schemeClr val="bg1">
                    <ns1:lumMod val="50000"/>
                  </ns1:schemeClr>
                </ns1:solidFill>
                <ns1:latin typeface="Lato" panose="020F0502020204030203" pitchFamily="34" charset="0"/>
                <ns1:ea typeface="Lato" panose="020F0502020204030203" pitchFamily="34" charset="0"/>
                <ns1:cs typeface="Lato" panose="020F0502020204030203" pitchFamily="34" charset="0"/>
              </ns1:rPr>
              <ns1:t>{SlideMainExplanation}</ns1:t>
            </ns1:r>
          </ns1:p>
          <ns1:p>
            <ns1:pPr>
              <ns1:lnSpc>
                <ns1:spcPct val="150000"/>
              </ns1:lnSpc>
            </ns1:pPr>
            <ns1:r>
              <ns1:rPr lang="en-US" sz="1200">
                <ns1:solidFill>
                  <ns1:schemeClr val="bg1">
                    <ns1:lumMod val="50000"/>
                  </ns1:schemeClr>
                </ns1:solidFill>
                <ns1:latin typeface="Lato" panose="020F0502020204030203" pitchFamily="34" charset="0"/>
                <ns1:ea typeface="Lato" panose="020F0502020204030203" pitchFamily="34" charset="0"/>
                <ns1:cs typeface="Lato" panose="020F0502020204030203" pitchFamily="34" charset="0"/>
              </ns1:rPr>
              <ns1:t/>
            </ns1:r>
          </ns1:p>
        </ns0:txBody>
      </ns0:sp>
      <ns0:sp>
        <ns0:nvSpPr>
          <ns0:cNvPr id="31" name="TextBox 30">
            <ns1:extLst>
              <ns1:ext uri="{FF2B5EF4-FFF2-40B4-BE49-F238E27FC236}">
                <ns2:creationId id="{B3C60201-DB0B-48BE-BEAC-89BBB9ABF32B}"/>
              </ns1:ext>
            </ns1:extLst>
          </ns0:cNvPr>
          <ns0:cNvSpPr txBox="1"/>
          <ns0:nvPr/>
        </ns0:nvSpPr>
        <ns0:spPr>
          <ns1:xfrm>
            <ns1:off x="928047" y="1732258"/>
            <ns1:ext cx="4599295" cy="1384995"/>
          </ns1:xfrm>
          <ns1:prstGeom prst="rect">
            <ns1:avLst/>
          </ns1:prstGeom>
          <ns1:noFill/>
        </ns0:spPr>
        <ns0:txBody>
          <ns1:bodyPr wrap="square" rtlCol="0">
            <ns1:spAutoFit/>
          </ns1:bodyPr>
          <ns1:lstStyle/>
          <ns1:p>
            <ns1:r>
              <ns1:rPr lang="en-US" sz="2800" spc="300">
                <ns1:solidFill>
                  <ns1:schemeClr val="tx1">
                    <ns1:lumMod val="85000"/>
                    <ns1:lumOff val="15000"/>
                  </ns1:schemeClr>
                </ns1:solidFill>
                <ns1:latin typeface="Poppins SemiBold" panose="00000700000000000000" pitchFamily="2" charset="0"/>
                <ns1:cs typeface="Poppins SemiBold" panose="00000700000000000000" pitchFamily="2" charset="0"/>
              </ns1:rPr>
              <ns1:t>{SlideSupportingContent}</ns1:t>
            </ns1:r>
          </ns1:p>
        </ns0:txBody>
      </ns0:sp>
      <ns0:sp>
        <ns0:nvSpPr>
          <ns0:cNvPr id="3" name="Picture Placeholder 2">
            <ns1:extLst>
              <ns1:ext uri="{FF2B5EF4-FFF2-40B4-BE49-F238E27FC236}">
                <ns2:creationId id="{9A565F3F-8981-4971-BDD7-A65542E713C0}"/>
              </ns1:ext>
            </ns1:extLst>
          </ns0:cNvPr>
          <ns0:cNvSpPr>
            <ns1:spLocks noGrp="1"/>
          </ns0:cNvSpPr>
          <ns0:nvPr>
            <ns0:ph type="pic" sz="quarter" idx="10"/>
          </ns0:nvPr>
        </ns0:nvSpPr>
        <ns0:spPr/>
      </ns0:sp>
    </ns0:spTree>
    <ns0:extLst>
      <ns0:ext uri="{BB962C8B-B14F-4D97-AF65-F5344CB8AC3E}">
        <ns3:creationId val="1646478189"/>
      </ns0:ext>
    </ns0:extLst>
  </ns0:cSld>
  <ns0:clrMapOvr>
    <ns1:masterClrMapping/>
  </ns0:clrMapOvr>
</ns0:sld>
</file>

<file path=ppt/slides/slide7.xml><?xml version="1.0" encoding="utf-8"?>
<ns0:sld xmlns:ns0="http://schemas.openxmlformats.org/presentationml/2006/main" xmlns:ns1="http://schemas.openxmlformats.org/drawingml/2006/main" xmlns:ns2="http://schemas.microsoft.com/office/drawing/2014/main" xmlns:ns3="http://schemas.microsoft.com/office/powerpoint/2010/main">
  <ns0:cSld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10" name="TextBox 9">
            <ns1:extLst>
              <ns1:ext uri="{FF2B5EF4-FFF2-40B4-BE49-F238E27FC236}">
                <ns2:creationId id="{53F6D111-C6C4-469D-ABC3-483AABE3FDD7}"/>
              </ns1:ext>
            </ns1:extLst>
          </ns0:cNvPr>
          <ns0:cNvSpPr txBox="1"/>
          <ns0:nvPr/>
        </ns0:nvSpPr>
        <ns0:spPr>
          <ns1:xfrm>
            <ns1:off x="8946226" y="1271626"/>
            <ns1:ext cx="2736257" cy="338554"/>
          </ns1:xfrm>
          <ns1:prstGeom prst="rect">
            <ns1:avLst/>
          </ns1:prstGeom>
          <ns1:noFill/>
        </ns0:spPr>
        <ns0:txBody>
          <ns1:bodyPr wrap="square" rtlCol="0">
            <ns1:spAutoFit/>
          </ns1:bodyPr>
          <ns1:lstStyle/>
          <ns1:p>
            <ns1:pPr algn="r"/>
            <ns1:r>
              <ns1:rPr lang="en-US" sz="1600" b="1">
                <ns1:solidFill>
                  <ns1:schemeClr val="tx1">
                    <ns1:lumMod val="85000"/>
                    <ns1:lumOff val="15000"/>
                  </ns1:schemeClr>
                </ns1:solidFill>
                <ns1:latin typeface="Poppins SemiBold" panose="00000700000000000000" pitchFamily="2" charset="0"/>
                <ns1:ea typeface="Lato" panose="020F0502020204030203" pitchFamily="34" charset="0"/>
                <ns1:cs typeface="Poppins SemiBold" panose="00000700000000000000" pitchFamily="2" charset="0"/>
              </ns1:rPr>
              <ns1:t>{SlideMainExplanation}</ns1:t>
            </ns1:r>
          </ns1:p>
        </ns0:txBody>
      </ns0:sp>
      <ns0:sp>
        <ns0:nvSpPr>
          <ns0:cNvPr id="9" name="TextBox 8">
            <ns1:extLst>
              <ns1:ext uri="{FF2B5EF4-FFF2-40B4-BE49-F238E27FC236}">
                <ns2:creationId id="{CD0E0B70-BADD-4C50-8663-BCBDA18965B9}"/>
              </ns1:ext>
            </ns1:extLst>
          </ns0:cNvPr>
          <ns0:cNvSpPr txBox="1"/>
          <ns0:nvPr/>
        </ns0:nvSpPr>
        <ns0:spPr>
          <ns1:xfrm>
            <ns1:off x="8946226" y="1610180"/>
            <ns1:ext cx="2736257" cy="1717843"/>
          </ns1:xfrm>
          <ns1:prstGeom prst="rect">
            <ns1:avLst/>
          </ns1:prstGeom>
          <ns1:noFill/>
        </ns0:spPr>
        <ns0:txBody>
          <ns1:bodyPr wrap="square" rtlCol="0">
            <ns1:spAutoFit/>
          </ns1:bodyPr>
          <ns1:lstStyle/>
          <ns1:p>
            <ns1:pPr algn="r">
              <ns1:lnSpc>
                <ns1:spcPct val="150000"/>
              </ns1:lnSpc>
            </ns1:pPr>
            <ns1:r>
              <ns1:rPr lang="en-US" sz="1200">
                <ns1:solidFill>
                  <ns1:schemeClr val="bg1">
                    <ns1:lumMod val="50000"/>
                  </ns1:schemeClr>
                </ns1:solidFill>
                <ns1:latin typeface="Lato" panose="020F0502020204030203" pitchFamily="34" charset="0"/>
                <ns1:ea typeface="Lato" panose="020F0502020204030203" pitchFamily="34" charset="0"/>
                <ns1:cs typeface="Lato" panose="020F0502020204030203" pitchFamily="34" charset="0"/>
              </ns1:rPr>
              <ns1:t>{SlideSupportingContent}</ns1:t>
            </ns1:r>
          </ns1:p>
        </ns0:txBody>
      </ns0:sp>
      <ns0:sp>
        <ns0:nvSpPr>
          <ns0:cNvPr id="17" name="TextBox 16">
            <ns1:extLst>
              <ns1:ext uri="{FF2B5EF4-FFF2-40B4-BE49-F238E27FC236}">
                <ns2:creationId id="{EC4EC405-3058-4FF4-8096-D5723FCB5DCF}"/>
              </ns1:ext>
            </ns1:extLst>
          </ns0:cNvPr>
          <ns0:cNvSpPr txBox="1"/>
          <ns0:nvPr/>
        </ns0:nvSpPr>
        <ns0:spPr>
          <ns1:xfrm>
            <ns1:off x="577755" y="3529977"/>
            <ns1:ext cx="2736258" cy="338554"/>
          </ns1:xfrm>
          <ns1:prstGeom prst="rect">
            <ns1:avLst/>
          </ns1:prstGeom>
          <ns1:noFill/>
        </ns0:spPr>
        <ns0:txBody>
          <ns1:bodyPr wrap="square" rtlCol="0">
            <ns1:spAutoFit/>
          </ns1:bodyPr>
          <ns1:lstStyle/>
          <ns1:p>
            <ns1:r>
              <ns1:rPr lang="en-US" sz="1600" b="1">
                <ns1:solidFill>
                  <ns1:schemeClr val="tx1">
                    <ns1:lumMod val="85000"/>
                    <ns1:lumOff val="15000"/>
                  </ns1:schemeClr>
                </ns1:solidFill>
                <ns1:latin typeface="Poppins SemiBold" panose="00000700000000000000" pitchFamily="2" charset="0"/>
                <ns1:ea typeface="Lato" panose="020F0502020204030203" pitchFamily="34" charset="0"/>
                <ns1:cs typeface="Poppins SemiBold" panose="00000700000000000000" pitchFamily="2" charset="0"/>
              </ns1:rPr>
              <ns1:t>{SlideCallout}</ns1:t>
            </ns1:r>
          </ns1:p>
        </ns0:txBody>
      </ns0:sp>
      <ns0:sp>
        <ns0:nvSpPr>
          <ns0:cNvPr id="18" name="TextBox 17">
            <ns1:extLst>
              <ns1:ext uri="{FF2B5EF4-FFF2-40B4-BE49-F238E27FC236}">
                <ns2:creationId id="{E1431A12-E235-490E-91D0-C6F3E0C22642}"/>
              </ns1:ext>
            </ns1:extLst>
          </ns0:cNvPr>
          <ns0:cNvSpPr txBox="1"/>
          <ns0:nvPr/>
        </ns0:nvSpPr>
        <ns0:spPr>
          <ns1:xfrm>
            <ns1:off x="577755" y="3868531"/>
            <ns1:ext cx="2736258" cy="1717843"/>
          </ns1:xfrm>
          <ns1:prstGeom prst="rect">
            <ns1:avLst/>
          </ns1:prstGeom>
          <ns1:noFill/>
        </ns0:spPr>
        <ns0:txBody>
          <ns1:bodyPr wrap="square" rtlCol="0">
            <ns1:spAutoFit/>
          </ns1:bodyPr>
          <ns1:lstStyle/>
          <ns1:p>
            <ns1:pPr>
              <ns1:lnSpc>
                <ns1:spcPct val="150000"/>
              </ns1:lnSpc>
            </ns1:pPr>
            <ns1:r>
              <ns1:rPr lang="en-US" sz="1200">
                <ns1:solidFill>
                  <ns1:schemeClr val="bg1">
                    <ns1:lumMod val="50000"/>
                  </ns1:schemeClr>
                </ns1:solidFill>
                <ns1:latin typeface="Lato" panose="020F0502020204030203" pitchFamily="34" charset="0"/>
                <ns1:ea typeface="Lato" panose="020F0502020204030203" pitchFamily="34" charset="0"/>
                <ns1:cs typeface="Lato" panose="020F0502020204030203" pitchFamily="34" charset="0"/>
              </ns1:rPr>
              <ns1:t>{SlideCaption}</ns1:t>
            </ns1:r>
          </ns1:p>
        </ns0:txBody>
      </ns0:sp>
      <ns0:sp>
        <ns0:nvSpPr>
          <ns0:cNvPr id="3" name="Picture Placeholder 2">
            <ns1:extLst>
              <ns1:ext uri="{FF2B5EF4-FFF2-40B4-BE49-F238E27FC236}">
                <ns2:creationId id="{91FB9824-DD8B-400C-8FE9-5416ADCCFEED}"/>
              </ns1:ext>
            </ns1:extLst>
          </ns0:cNvPr>
          <ns0:cNvSpPr>
            <ns1:spLocks noGrp="1"/>
          </ns0:cNvSpPr>
          <ns0:nvPr>
            <ns0:ph type="pic" sz="quarter" idx="12"/>
          </ns0:nvPr>
        </ns0:nvSpPr>
        <ns0:spPr/>
      </ns0:sp>
      <ns0:sp>
        <ns0:nvSpPr>
          <ns0:cNvPr id="5" name="Picture Placeholder 4">
            <ns1:extLst>
              <ns1:ext uri="{FF2B5EF4-FFF2-40B4-BE49-F238E27FC236}">
                <ns2:creationId id="{76253E8D-61B4-40F8-887C-320C1189859F}"/>
              </ns1:ext>
            </ns1:extLst>
          </ns0:cNvPr>
          <ns0:cNvSpPr>
            <ns1:spLocks noGrp="1"/>
          </ns0:cNvSpPr>
          <ns0:nvPr>
            <ns0:ph type="pic" sz="quarter" idx="11"/>
          </ns0:nvPr>
        </ns0:nvSpPr>
        <ns0:spPr/>
      </ns0:sp>
      <ns0:sp>
        <ns0:nvSpPr>
          <ns0:cNvPr id="7" name="Picture Placeholder 6">
            <ns1:extLst>
              <ns1:ext uri="{FF2B5EF4-FFF2-40B4-BE49-F238E27FC236}">
                <ns2:creationId id="{A445D013-3542-47A6-BB0D-9E46D3C0A98F}"/>
              </ns1:ext>
            </ns1:extLst>
          </ns0:cNvPr>
          <ns0:cNvSpPr>
            <ns1:spLocks noGrp="1"/>
          </ns0:cNvSpPr>
          <ns0:nvPr>
            <ns0:ph type="pic" sz="quarter" idx="13"/>
          </ns0:nvPr>
        </ns0:nvSpPr>
        <ns0:spPr/>
      </ns0:sp>
    </ns0:spTree>
    <ns0:extLst>
      <ns0:ext uri="{BB962C8B-B14F-4D97-AF65-F5344CB8AC3E}">
        <ns3:creationId val="3339631185"/>
      </ns0:ext>
    </ns0:extLst>
  </ns0:cSld>
  <ns0:clrMapOvr>
    <ns1:masterClrMapping/>
  </ns0:clrMapOvr>
</ns0:sld>
</file>

<file path=ppt/slides/slide8.xml><?xml version="1.0" encoding="utf-8"?>
<ns0:sld xmlns:ns0="http://schemas.openxmlformats.org/presentationml/2006/main" xmlns:ns1="http://schemas.openxmlformats.org/drawingml/2006/main" xmlns:ns2="http://schemas.microsoft.com/office/drawing/2014/main" xmlns:ns3="http://schemas.microsoft.com/office/powerpoint/2010/main">
  <ns0:cSld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7" name="TextBox 6">
            <ns1:extLst>
              <ns1:ext uri="{FF2B5EF4-FFF2-40B4-BE49-F238E27FC236}">
                <ns2:creationId id="{5BA3B32A-900C-4D81-9057-9089B18EEDAD}"/>
              </ns1:ext>
            </ns1:extLst>
          </ns0:cNvPr>
          <ns0:cNvSpPr txBox="1"/>
          <ns0:nvPr/>
        </ns0:nvSpPr>
        <ns0:spPr>
          <ns1:xfrm>
            <ns1:off x="4503761" y="4807362"/>
            <ns1:ext cx="7028596" cy="1440844"/>
          </ns1:xfrm>
          <ns1:prstGeom prst="rect">
            <ns1:avLst/>
          </ns1:prstGeom>
          <ns1:noFill/>
        </ns0:spPr>
        <ns0:txBody>
          <ns1:bodyPr wrap="square" rtlCol="0">
            <ns1:spAutoFit/>
          </ns1:bodyPr>
          <ns1:lstStyle/>
          <ns1:p>
            <ns1:pPr>
              <ns1:lnSpc>
                <ns1:spcPct val="150000"/>
              </ns1:lnSpc>
            </ns1:pPr>
            <ns1:r>
              <ns1:rPr lang="en-US" sz="1200">
                <ns1:solidFill>
                  <ns1:schemeClr val="bg1">
                    <ns1:lumMod val="50000"/>
                  </ns1:schemeClr>
                </ns1:solidFill>
                <ns1:latin typeface="Lato" panose="020F0502020204030203" pitchFamily="34" charset="0"/>
                <ns1:ea typeface="Lato" panose="020F0502020204030203" pitchFamily="34" charset="0"/>
                <ns1:cs typeface="Lato" panose="020F0502020204030203" pitchFamily="34" charset="0"/>
              </ns1:rPr>
              <ns1:t>{SlideMainExplanation}</ns1:t>
            </ns1:r>
          </ns1:p>
        </ns0:txBody>
      </ns0:sp>
      <ns0:sp>
        <ns0:nvSpPr>
          <ns0:cNvPr id="8" name="TextBox 7">
            <ns1:extLst>
              <ns1:ext uri="{FF2B5EF4-FFF2-40B4-BE49-F238E27FC236}">
                <ns2:creationId id="{7EB03524-F4E0-40CB-9880-871EF0340FF2}"/>
              </ns1:ext>
            </ns1:extLst>
          </ns0:cNvPr>
          <ns0:cNvSpPr txBox="1"/>
          <ns0:nvPr/>
        </ns0:nvSpPr>
        <ns0:spPr>
          <ns1:xfrm>
            <ns1:off x="659643" y="4821010"/>
            <ns1:ext cx="3625754" cy="1433726"/>
          </ns1:xfrm>
          <ns1:prstGeom prst="rect">
            <ns1:avLst/>
          </ns1:prstGeom>
          <ns1:noFill/>
        </ns0:spPr>
        <ns0:txBody>
          <ns1:bodyPr wrap="square" rtlCol="0">
            <ns1:spAutoFit/>
          </ns1:bodyPr>
          <ns1:lstStyle/>
          <ns1:p>
            <ns1:pPr>
              <ns1:lnSpc>
                <ns1:spcPct val="110000"/>
              </ns1:lnSpc>
            </ns1:pPr>
            <ns1:r>
              <ns1:rPr lang="en-US" sz="2000" spc="300">
                <ns1:solidFill>
                  <ns1:schemeClr val="tx1">
                    <ns1:lumMod val="85000"/>
                    <ns1:lumOff val="15000"/>
                  </ns1:schemeClr>
                </ns1:solidFill>
                <ns1:latin typeface="Poppins SemiBold" panose="00000700000000000000" pitchFamily="2" charset="0"/>
                <ns1:cs typeface="Poppins SemiBold" panose="00000700000000000000" pitchFamily="2" charset="0"/>
              </ns1:rPr>
              <ns1:t>{SlideSupportingContent}</ns1:t>
            </ns1:r>
          </ns1:p>
        </ns0:txBody>
      </ns0:sp>
      <ns0:sp>
        <ns0:nvSpPr>
          <ns0:cNvPr id="3" name="Picture Placeholder 2">
            <ns1:extLst>
              <ns1:ext uri="{FF2B5EF4-FFF2-40B4-BE49-F238E27FC236}">
                <ns2:creationId id="{B7D357B1-4DCE-4D5E-B908-872D28BFB900}"/>
              </ns1:ext>
            </ns1:extLst>
          </ns0:cNvPr>
          <ns0:cNvSpPr>
            <ns1:spLocks noGrp="1"/>
          </ns0:cNvSpPr>
          <ns0:nvPr>
            <ns0:ph type="pic" sz="quarter" idx="11"/>
          </ns0:nvPr>
        </ns0:nvSpPr>
        <ns0:spPr/>
      </ns0:sp>
      <ns0:sp>
        <ns0:nvSpPr>
          <ns0:cNvPr id="5" name="Picture Placeholder 4">
            <ns1:extLst>
              <ns1:ext uri="{FF2B5EF4-FFF2-40B4-BE49-F238E27FC236}">
                <ns2:creationId id="{2A7D0E5B-B6BD-4DD8-8AE7-A967AEC9B181}"/>
              </ns1:ext>
            </ns1:extLst>
          </ns0:cNvPr>
          <ns0:cNvSpPr>
            <ns1:spLocks noGrp="1"/>
          </ns0:cNvSpPr>
          <ns0:nvPr>
            <ns0:ph type="pic" sz="quarter" idx="10"/>
          </ns0:nvPr>
        </ns0:nvSpPr>
        <ns0:spPr/>
      </ns0:sp>
      <ns0:sp>
        <ns0:nvSpPr>
          <ns0:cNvPr id="9" name="Picture Placeholder 8">
            <ns1:extLst>
              <ns1:ext uri="{FF2B5EF4-FFF2-40B4-BE49-F238E27FC236}">
                <ns2:creationId id="{365A612D-300B-40F7-9797-6E82F0C7F6A0}"/>
              </ns1:ext>
            </ns1:extLst>
          </ns0:cNvPr>
          <ns0:cNvSpPr>
            <ns1:spLocks noGrp="1"/>
          </ns0:cNvSpPr>
          <ns0:nvPr>
            <ns0:ph type="pic" sz="quarter" idx="12"/>
          </ns0:nvPr>
        </ns0:nvSpPr>
        <ns0:spPr/>
      </ns0:sp>
    </ns0:spTree>
    <ns0:extLst>
      <ns0:ext uri="{BB962C8B-B14F-4D97-AF65-F5344CB8AC3E}">
        <ns3:creationId val="2377118584"/>
      </ns0:ext>
    </ns0:extLst>
  </ns0:cSld>
  <ns0:clrMapOvr>
    <ns1:masterClrMapping/>
  </ns0:clrMapOvr>
</ns0:sld>
</file>

<file path=ppt/slides/slide9.xml><?xml version="1.0" encoding="utf-8"?>
<ns0:sld xmlns:ns0="http://schemas.openxmlformats.org/presentationml/2006/main" xmlns:ns1="http://schemas.openxmlformats.org/drawingml/2006/main" xmlns:ns2="http://schemas.microsoft.com/office/drawing/2014/main" xmlns:ns3="http://schemas.microsoft.com/office/powerpoint/2010/main">
  <ns0:cSld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5" name="TextBox 4">
            <ns1:extLst>
              <ns1:ext uri="{FF2B5EF4-FFF2-40B4-BE49-F238E27FC236}">
                <ns2:creationId id="{D863E1FE-EBDA-4707-99BC-E6387B994C85}"/>
              </ns1:ext>
            </ns1:extLst>
          </ns0:cNvPr>
          <ns0:cNvSpPr txBox="1"/>
          <ns0:nvPr/>
        </ns0:nvSpPr>
        <ns0:spPr>
          <ns1:xfrm>
            <ns1:off x="5056008" y="2786092"/>
            <ns1:ext cx="6326225" cy="1440844"/>
          </ns1:xfrm>
          <ns1:prstGeom prst="rect">
            <ns1:avLst/>
          </ns1:prstGeom>
          <ns1:noFill/>
        </ns0:spPr>
        <ns0:txBody>
          <ns1:bodyPr wrap="square" rtlCol="0">
            <ns1:spAutoFit/>
          </ns1:bodyPr>
          <ns1:lstStyle/>
          <ns1:p>
            <ns1:pPr>
              <ns1:lnSpc>
                <ns1:spcPct val="150000"/>
              </ns1:lnSpc>
            </ns1:pPr>
            <ns1:r>
              <ns1:rPr lang="en-US" sz="1200">
                <ns1:solidFill>
                  <ns1:schemeClr val="bg1">
                    <ns1:lumMod val="50000"/>
                  </ns1:schemeClr>
                </ns1:solidFill>
                <ns1:latin typeface="Lato" panose="020F0502020204030203" pitchFamily="34" charset="0"/>
                <ns1:ea typeface="Lato" panose="020F0502020204030203" pitchFamily="34" charset="0"/>
                <ns1:cs typeface="Lato" panose="020F0502020204030203" pitchFamily="34" charset="0"/>
              </ns1:rPr>
              <ns1:t>{SlideMainExplanation}</ns1:t>
            </ns1:r>
          </ns1:p>
        </ns0:txBody>
      </ns0:sp>
      <ns0:sp>
        <ns0:nvSpPr>
          <ns0:cNvPr id="6" name="TextBox 5">
            <ns1:extLst>
              <ns1:ext uri="{FF2B5EF4-FFF2-40B4-BE49-F238E27FC236}">
                <ns2:creationId id="{767F9D3F-0133-44D5-9260-DE6069FA753E}"/>
              </ns1:ext>
            </ns1:extLst>
          </ns0:cNvPr>
          <ns0:cNvSpPr txBox="1"/>
          <ns0:nvPr/>
        </ns0:nvSpPr>
        <ns0:spPr>
          <ns1:xfrm>
            <ns1:off x="5056010" y="1018118"/>
            <ns1:ext cx="5725722" cy="1754326"/>
          </ns1:xfrm>
          <ns1:prstGeom prst="rect">
            <ns1:avLst/>
          </ns1:prstGeom>
          <ns1:noFill/>
        </ns0:spPr>
        <ns0:txBody>
          <ns1:bodyPr wrap="square" rtlCol="0">
            <ns1:spAutoFit/>
          </ns1:bodyPr>
          <ns1:lstStyle/>
          <ns1:p>
            <ns1:r>
              <ns1:rPr lang="en-US" sz="2700" spc="300">
                <ns1:solidFill>
                  <ns1:schemeClr val="tx1">
                    <ns1:lumMod val="85000"/>
                    <ns1:lumOff val="15000"/>
                  </ns1:schemeClr>
                </ns1:solidFill>
                <ns1:latin typeface="Poppins SemiBold" panose="00000700000000000000" pitchFamily="2" charset="0"/>
                <ns1:cs typeface="Poppins SemiBold" panose="00000700000000000000" pitchFamily="2" charset="0"/>
              </ns1:rPr>
              <ns1:t>{SlideSupportingContent}</ns1:t>
            </ns1:r>
          </ns1:p>
        </ns0:txBody>
      </ns0:sp>
      <ns0:sp>
        <ns0:nvSpPr>
          <ns0:cNvPr id="3" name="Picture Placeholder 2">
            <ns1:extLst>
              <ns1:ext uri="{FF2B5EF4-FFF2-40B4-BE49-F238E27FC236}">
                <ns2:creationId id="{1598456E-B661-4089-A784-4DBF4E1AA456}"/>
              </ns1:ext>
            </ns1:extLst>
          </ns0:cNvPr>
          <ns0:cNvSpPr>
            <ns1:spLocks noGrp="1"/>
          </ns0:cNvSpPr>
          <ns0:nvPr>
            <ns0:ph type="pic" sz="quarter" idx="10"/>
          </ns0:nvPr>
        </ns0:nvSpPr>
        <ns0:spPr/>
      </ns0:sp>
      <ns0:sp>
        <ns0:nvSpPr>
          <ns0:cNvPr id="7" name="Picture Placeholder 6">
            <ns1:extLst>
              <ns1:ext uri="{FF2B5EF4-FFF2-40B4-BE49-F238E27FC236}">
                <ns2:creationId id="{90853587-E5D0-42D9-9651-50AD16DCC0EA}"/>
              </ns1:ext>
            </ns1:extLst>
          </ns0:cNvPr>
          <ns0:cNvSpPr>
            <ns1:spLocks noGrp="1"/>
          </ns0:cNvSpPr>
          <ns0:nvPr>
            <ns0:ph type="pic" sz="quarter" idx="11"/>
          </ns0:nvPr>
        </ns0:nvSpPr>
        <ns0:spPr/>
      </ns0:sp>
      <ns0:sp>
        <ns0:nvSpPr>
          <ns0:cNvPr id="9" name="Picture Placeholder 8">
            <ns1:extLst>
              <ns1:ext uri="{FF2B5EF4-FFF2-40B4-BE49-F238E27FC236}">
                <ns2:creationId id="{8B80197B-1B91-4371-8359-AB51D215B21A}"/>
              </ns1:ext>
            </ns1:extLst>
          </ns0:cNvPr>
          <ns0:cNvSpPr>
            <ns1:spLocks noGrp="1"/>
          </ns0:cNvSpPr>
          <ns0:nvPr>
            <ns0:ph type="pic" sz="quarter" idx="12"/>
          </ns0:nvPr>
        </ns0:nvSpPr>
        <ns0:spPr/>
      </ns0:sp>
      <ns0:sp>
        <ns0:nvSpPr>
          <ns0:cNvPr id="11" name="Picture Placeholder 10">
            <ns1:extLst>
              <ns1:ext uri="{FF2B5EF4-FFF2-40B4-BE49-F238E27FC236}">
                <ns2:creationId id="{DF520328-1EBC-4AEC-AD8C-D21AF554534E}"/>
              </ns1:ext>
            </ns1:extLst>
          </ns0:cNvPr>
          <ns0:cNvSpPr>
            <ns1:spLocks noGrp="1"/>
          </ns0:cNvSpPr>
          <ns0:nvPr>
            <ns0:ph type="pic" sz="quarter" idx="13"/>
          </ns0:nvPr>
        </ns0:nvSpPr>
        <ns0:spPr/>
      </ns0:sp>
    </ns0:spTree>
    <ns0:extLst>
      <ns0:ext uri="{BB962C8B-B14F-4D97-AF65-F5344CB8AC3E}">
        <ns3:creationId val="2552132265"/>
      </ns0:ext>
    </ns0:extLst>
  </ns0:cSld>
  <ns0:clrMapOvr>
    <ns1:masterClrMapping/>
  </ns0:clrMapOvr>
</ns0:sld>
</file>

<file path=ppt/slides/slide10.xml><?xml version="1.0" encoding="utf-8"?>
<ns0:sld xmlns:ns0="http://schemas.openxmlformats.org/presentationml/2006/main" xmlns:ns1="http://schemas.openxmlformats.org/drawingml/2006/main" xmlns:ns2="http://schemas.microsoft.com/office/drawing/2014/main" xmlns:ns3="http://schemas.microsoft.com/office/powerpoint/2010/main">
  <ns0:cSld>
    <ns0:bg>
      <ns0:bgPr>
        <ns1:solidFill>
          <ns1:schemeClr val="bg1"/>
        </ns1:solidFill>
        <ns1:effectLst/>
      </ns0:bgPr>
    </ns0:bg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10" name="TextBox 9">
            <ns1:extLst>
              <ns1:ext uri="{FF2B5EF4-FFF2-40B4-BE49-F238E27FC236}">
                <ns2:creationId id="{6554178D-E438-43E2-82A8-F68E6DE3711D}"/>
              </ns1:ext>
            </ns1:extLst>
          </ns0:cNvPr>
          <ns0:cNvSpPr txBox="1"/>
          <ns0:nvPr/>
        </ns0:nvSpPr>
        <ns0:spPr>
          <ns1:xfrm>
            <ns1:off x="527712" y="5625185"/>
            <ns1:ext cx="2562311" cy="292388"/>
          </ns1:xfrm>
          <ns1:prstGeom prst="rect">
            <ns1:avLst/>
          </ns1:prstGeom>
          <ns1:noFill/>
        </ns0:spPr>
        <ns0:txBody>
          <ns1:bodyPr wrap="square" rtlCol="0">
            <ns1:spAutoFit/>
          </ns1:bodyPr>
          <ns1:lstStyle/>
          <ns1:p>
            <ns1:pPr algn="ctr"/>
            <ns1:r>
              <ns1:rPr lang="en-US" sz="1300" b="1">
                <ns1:solidFill>
                  <ns1:schemeClr val="tx1">
                    <ns1:lumMod val="85000"/>
                    <ns1:lumOff val="15000"/>
                  </ns1:schemeClr>
                </ns1:solidFill>
                <ns1:latin typeface="Poppins SemiBold" panose="00000700000000000000" pitchFamily="2" charset="0"/>
                <ns1:ea typeface="Lato" panose="020F0502020204030203" pitchFamily="34" charset="0"/>
                <ns1:cs typeface="Poppins SemiBold" panose="00000700000000000000" pitchFamily="2" charset="0"/>
              </ns1:rPr>
              <ns1:t>{SlideMainExplanation}</ns1:t>
            </ns1:r>
          </ns1:p>
        </ns0:txBody>
      </ns0:sp>
      <ns0:sp>
        <ns0:nvSpPr>
          <ns0:cNvPr id="11" name="TextBox 10">
            <ns1:extLst>
              <ns1:ext uri="{FF2B5EF4-FFF2-40B4-BE49-F238E27FC236}">
                <ns2:creationId id="{10CB0DBA-F53E-4A2B-9502-008074F2471A}"/>
              </ns1:ext>
            </ns1:extLst>
          </ns0:cNvPr>
          <ns0:cNvSpPr txBox="1"/>
          <ns0:nvPr/>
        </ns0:nvSpPr>
        <ns0:spPr>
          <ns1:xfrm>
            <ns1:off x="3388000" y="5625185"/>
            <ns1:ext cx="2524836" cy="292388"/>
          </ns1:xfrm>
          <ns1:prstGeom prst="rect">
            <ns1:avLst/>
          </ns1:prstGeom>
          <ns1:noFill/>
        </ns0:spPr>
        <ns0:txBody>
          <ns1:bodyPr wrap="square" rtlCol="0">
            <ns1:spAutoFit/>
          </ns1:bodyPr>
          <ns1:lstStyle/>
          <ns1:p>
            <ns1:pPr algn="ctr"/>
            <ns1:r>
              <ns1:rPr lang="en-US" sz="1300" b="1">
                <ns1:solidFill>
                  <ns1:schemeClr val="tx1">
                    <ns1:lumMod val="85000"/>
                    <ns1:lumOff val="15000"/>
                  </ns1:schemeClr>
                </ns1:solidFill>
                <ns1:latin typeface="Poppins SemiBold" panose="00000700000000000000" pitchFamily="2" charset="0"/>
                <ns1:ea typeface="Lato" panose="020F0502020204030203" pitchFamily="34" charset="0"/>
                <ns1:cs typeface="Poppins SemiBold" panose="00000700000000000000" pitchFamily="2" charset="0"/>
              </ns1:rPr>
              <ns1:t>{SlideSupportingContent}</ns1:t>
            </ns1:r>
          </ns1:p>
        </ns0:txBody>
      </ns0:sp>
      <ns0:sp>
        <ns0:nvSpPr>
          <ns0:cNvPr id="12" name="TextBox 11">
            <ns1:extLst>
              <ns1:ext uri="{FF2B5EF4-FFF2-40B4-BE49-F238E27FC236}">
                <ns2:creationId id="{5B611D66-58E9-44C6-B357-1E85AB03B76D}"/>
              </ns1:ext>
            </ns1:extLst>
          </ns0:cNvPr>
          <ns0:cNvSpPr txBox="1"/>
          <ns0:nvPr/>
        </ns0:nvSpPr>
        <ns0:spPr>
          <ns1:xfrm>
            <ns1:off x="6231285" y="5631987"/>
            <ns1:ext cx="2524836" cy="292388"/>
          </ns1:xfrm>
          <ns1:prstGeom prst="rect">
            <ns1:avLst/>
          </ns1:prstGeom>
          <ns1:noFill/>
        </ns0:spPr>
        <ns0:txBody>
          <ns1:bodyPr wrap="square" rtlCol="0">
            <ns1:spAutoFit/>
          </ns1:bodyPr>
          <ns1:lstStyle/>
          <ns1:p>
            <ns1:pPr algn="ctr"/>
            <ns1:r>
              <ns1:rPr lang="en-US" sz="1300" b="1">
                <ns1:solidFill>
                  <ns1:schemeClr val="tx1">
                    <ns1:lumMod val="85000"/>
                    <ns1:lumOff val="15000"/>
                  </ns1:schemeClr>
                </ns1:solidFill>
                <ns1:latin typeface="Poppins SemiBold" panose="00000700000000000000" pitchFamily="2" charset="0"/>
                <ns1:ea typeface="Lato" panose="020F0502020204030203" pitchFamily="34" charset="0"/>
                <ns1:cs typeface="Poppins SemiBold" panose="00000700000000000000" pitchFamily="2" charset="0"/>
              </ns1:rPr>
              <ns1:t>{SlideCallout}</ns1:t>
            </ns1:r>
          </ns1:p>
        </ns0:txBody>
      </ns0:sp>
      <ns0:sp>
        <ns0:nvSpPr>
          <ns0:cNvPr id="13" name="TextBox 12">
            <ns1:extLst>
              <ns1:ext uri="{FF2B5EF4-FFF2-40B4-BE49-F238E27FC236}">
                <ns2:creationId id="{B1E31122-2B57-479C-B941-2ABA18198994}"/>
              </ns1:ext>
            </ns1:extLst>
          </ns0:cNvPr>
          <ns0:cNvSpPr txBox="1"/>
          <ns0:nvPr/>
        </ns0:nvSpPr>
        <ns0:spPr>
          <ns1:xfrm>
            <ns1:off x="9098510" y="4777642"/>
            <ns1:ext cx="2565778" cy="292388"/>
          </ns1:xfrm>
          <ns1:prstGeom prst="rect">
            <ns1:avLst/>
          </ns1:prstGeom>
          <ns1:noFill/>
        </ns0:spPr>
        <ns0:txBody>
          <ns1:bodyPr wrap="square" rtlCol="0">
            <ns1:spAutoFit/>
          </ns1:bodyPr>
          <ns1:lstStyle/>
          <ns1:p>
            <ns1:pPr algn="ctr"/>
            <ns1:r>
              <ns1:rPr lang="en-US" sz="1300" b="1">
                <ns1:solidFill>
                  <ns1:schemeClr val="tx1">
                    <ns1:lumMod val="85000"/>
                    <ns1:lumOff val="15000"/>
                  </ns1:schemeClr>
                </ns1:solidFill>
                <ns1:latin typeface="Poppins SemiBold" panose="00000700000000000000" pitchFamily="2" charset="0"/>
                <ns1:ea typeface="Lato" panose="020F0502020204030203" pitchFamily="34" charset="0"/>
                <ns1:cs typeface="Poppins SemiBold" panose="00000700000000000000" pitchFamily="2" charset="0"/>
              </ns1:rPr>
              <ns1:t>{SlideCaption}</ns1:t>
            </ns1:r>
          </ns1:p>
        </ns0:txBody>
      </ns0:sp>
      <ns0:sp>
        <ns0:nvSpPr>
          <ns0:cNvPr id="14" name="TextBox 13">
            <ns1:extLst>
              <ns1:ext uri="{FF2B5EF4-FFF2-40B4-BE49-F238E27FC236}">
                <ns2:creationId id="{B6F64DC2-FDFF-422F-A077-F3228C6A99F0}"/>
              </ns1:ext>
            </ns1:extLst>
          </ns0:cNvPr>
          <ns0:cNvSpPr txBox="1"/>
          <ns0:nvPr/>
        </ns0:nvSpPr>
        <ns0:spPr>
          <ns1:xfrm>
            <ns1:off x="527711" y="2729488"/>
            <ns1:ext cx="2565779" cy="312843"/>
          </ns1:xfrm>
          <ns1:prstGeom prst="rect">
            <ns1:avLst/>
          </ns1:prstGeom>
          <ns1:noFill/>
        </ns0:spPr>
        <ns0:txBody>
          <ns1:bodyPr wrap="square" rtlCol="0">
            <ns1:spAutoFit/>
          </ns1:bodyPr>
          <ns1:lstStyle/>
          <ns1:p>
            <ns1:pPr algn="ctr">
              <ns1:lnSpc>
                <ns1:spcPct val="150000"/>
              </ns1:lnSpc>
            </ns1:pPr>
            <ns1:r>
              <ns1:rPr lang="en-US" sz="1100">
                <ns1:solidFill>
                  <ns1:schemeClr val="tx1">
                    <ns1:lumMod val="65000"/>
                    <ns1:lumOff val="35000"/>
                  </ns1:schemeClr>
                </ns1:solidFill>
                <ns1:latin typeface="Lato Semibold" panose="020F0502020204030203" pitchFamily="34" charset="0"/>
                <ns1:ea typeface="Lato Semibold" panose="020F0502020204030203" pitchFamily="34" charset="0"/>
                <ns1:cs typeface="Lato Semibold" panose="020F0502020204030203" pitchFamily="34" charset="0"/>
              </ns1:rPr>
              <ns1:t>{SlideSupportingContent2}</ns1:t>
            </ns1:r>
          </ns1:p>
        </ns0:txBody>
      </ns0:sp>
      <ns0:sp>
        <ns0:nvSpPr>
          <ns0:cNvPr id="15" name="TextBox 14">
            <ns1:extLst>
              <ns1:ext uri="{FF2B5EF4-FFF2-40B4-BE49-F238E27FC236}">
                <ns2:creationId id="{ABEAB230-F402-455F-9F5B-420EC6912520}"/>
              </ns1:ext>
            </ns1:extLst>
          </ns0:cNvPr>
          <ns0:cNvSpPr txBox="1"/>
          <ns0:nvPr/>
        </ns0:nvSpPr>
        <ns0:spPr>
          <ns1:xfrm>
            <ns1:off x="3370996" y="2709483"/>
            <ns1:ext cx="2565779" cy="312843"/>
          </ns1:xfrm>
          <ns1:prstGeom prst="rect">
            <ns1:avLst/>
          </ns1:prstGeom>
          <ns1:noFill/>
        </ns0:spPr>
        <ns0:txBody>
          <ns1:bodyPr wrap="square" rtlCol="0">
            <ns1:spAutoFit/>
          </ns1:bodyPr>
          <ns1:lstStyle/>
          <ns1:p>
            <ns1:pPr algn="ctr">
              <ns1:lnSpc>
                <ns1:spcPct val="150000"/>
              </ns1:lnSpc>
            </ns1:pPr>
            <ns1:r>
              <ns1:rPr lang="en-US" sz="1100">
                <ns1:solidFill>
                  <ns1:schemeClr val="tx1">
                    <ns1:lumMod val="65000"/>
                    <ns1:lumOff val="35000"/>
                  </ns1:schemeClr>
                </ns1:solidFill>
                <ns1:latin typeface="Lato Semibold" panose="020F0502020204030203" pitchFamily="34" charset="0"/>
                <ns1:ea typeface="Lato Semibold" panose="020F0502020204030203" pitchFamily="34" charset="0"/>
                <ns1:cs typeface="Lato Semibold" panose="020F0502020204030203" pitchFamily="34" charset="0"/>
              </ns1:rPr>
              <ns1:t>{SlideSupportingContent3}</ns1:t>
            </ns1:r>
          </ns1:p>
        </ns0:txBody>
      </ns0:sp>
      <ns0:sp>
        <ns0:nvSpPr>
          <ns0:cNvPr id="16" name="TextBox 15">
            <ns1:extLst>
              <ns1:ext uri="{FF2B5EF4-FFF2-40B4-BE49-F238E27FC236}">
                <ns2:creationId id="{5F64EADB-8916-4C3A-90D8-41375163BFA7}"/>
              </ns1:ext>
            </ns1:extLst>
          </ns0:cNvPr>
          <ns0:cNvSpPr txBox="1"/>
          <ns0:nvPr/>
        </ns0:nvSpPr>
        <ns0:spPr>
          <ns1:xfrm>
            <ns1:off x="6214282" y="931884"/>
            <ns1:ext cx="2565779" cy="312843"/>
          </ns1:xfrm>
          <ns1:prstGeom prst="rect">
            <ns1:avLst/>
          </ns1:prstGeom>
          <ns1:noFill/>
        </ns0:spPr>
        <ns0:txBody>
          <ns1:bodyPr wrap="square" rtlCol="0">
            <ns1:spAutoFit/>
          </ns1:bodyPr>
          <ns1:lstStyle/>
          <ns1:p>
            <ns1:pPr algn="ctr">
              <ns1:lnSpc>
                <ns1:spcPct val="150000"/>
              </ns1:lnSpc>
            </ns1:pPr>
            <ns1:r>
              <ns1:rPr lang="en-US" sz="1100">
                <ns1:solidFill>
                  <ns1:schemeClr val="tx1">
                    <ns1:lumMod val="65000"/>
                    <ns1:lumOff val="35000"/>
                  </ns1:schemeClr>
                </ns1:solidFill>
                <ns1:latin typeface="Lato Semibold" panose="020F0502020204030203" pitchFamily="34" charset="0"/>
                <ns1:ea typeface="Lato Semibold" panose="020F0502020204030203" pitchFamily="34" charset="0"/>
                <ns1:cs typeface="Lato Semibold" panose="020F0502020204030203" pitchFamily="34" charset="0"/>
              </ns1:rPr>
              <ns1:t>{SlideSectionLabel}</ns1:t>
            </ns1:r>
          </ns1:p>
        </ns0:txBody>
      </ns0:sp>
      <ns0:sp>
        <ns0:nvSpPr>
          <ns0:cNvPr id="17" name="TextBox 16">
            <ns1:extLst>
              <ns1:ext uri="{FF2B5EF4-FFF2-40B4-BE49-F238E27FC236}">
                <ns2:creationId id="{3997B988-EF63-456D-9AFF-1FD74B117B3F}"/>
              </ns1:ext>
            </ns1:extLst>
          </ns0:cNvPr>
          <ns0:cNvSpPr txBox="1"/>
          <ns0:nvPr/>
        </ns0:nvSpPr>
        <ns0:spPr>
          <ns1:xfrm>
            <ns1:off x="9098510" y="1866734"/>
            <ns1:ext cx="2565779" cy="312843"/>
          </ns1:xfrm>
          <ns1:prstGeom prst="rect">
            <ns1:avLst/>
          </ns1:prstGeom>
          <ns1:noFill/>
        </ns0:spPr>
        <ns0:txBody>
          <ns1:bodyPr wrap="square" rtlCol="0">
            <ns1:spAutoFit/>
          </ns1:bodyPr>
          <ns1:lstStyle/>
          <ns1:p>
            <ns1:pPr algn="ctr">
              <ns1:lnSpc>
                <ns1:spcPct val="150000"/>
              </ns1:lnSpc>
            </ns1:pPr>
            <ns1:r>
              <ns1:rPr lang="en-US" sz="1100">
                <ns1:solidFill>
                  <ns1:schemeClr val="tx1">
                    <ns1:lumMod val="65000"/>
                    <ns1:lumOff val="35000"/>
                  </ns1:schemeClr>
                </ns1:solidFill>
                <ns1:latin typeface="Lato Semibold" panose="020F0502020204030203" pitchFamily="34" charset="0"/>
                <ns1:ea typeface="Lato Semibold" panose="020F0502020204030203" pitchFamily="34" charset="0"/>
                <ns1:cs typeface="Lato Semibold" panose="020F0502020204030203" pitchFamily="34" charset="0"/>
              </ns1:rPr>
              <ns1:t>{SlideSectionLabel}</ns1:t>
            </ns1:r>
          </ns1:p>
        </ns0:txBody>
      </ns0:sp>
      <ns0:sp>
        <ns0:nvSpPr>
          <ns0:cNvPr id="84" name="TextBox 83">
            <ns1:extLst>
              <ns1:ext uri="{FF2B5EF4-FFF2-40B4-BE49-F238E27FC236}">
                <ns2:creationId id="{90E9B3D4-02F6-4DB3-9B1B-E9901871295F}"/>
              </ns1:ext>
            </ns1:extLst>
          </ns0:cNvPr>
          <ns0:cNvSpPr txBox="1"/>
          <ns0:nvPr/>
        </ns0:nvSpPr>
        <ns0:spPr>
          <ns1:xfrm>
            <ns1:off x="556089" y="1016198"/>
            <ns1:ext cx="4111446" cy="1200329"/>
          </ns1:xfrm>
          <ns1:prstGeom prst="rect">
            <ns1:avLst/>
          </ns1:prstGeom>
          <ns1:noFill/>
        </ns0:spPr>
        <ns0:txBody>
          <ns1:bodyPr wrap="square" rtlCol="0">
            <ns1:spAutoFit/>
          </ns1:bodyPr>
          <ns1:lstStyle/>
          <ns1:p>
            <ns1:r>
              <ns1:rPr lang="en-US" sz="2400" spc="300">
                <ns1:solidFill>
                  <ns1:schemeClr val="tx1">
                    <ns1:lumMod val="85000"/>
                    <ns1:lumOff val="15000"/>
                  </ns1:schemeClr>
                </ns1:solidFill>
                <ns1:latin typeface="Poppins SemiBold" panose="00000700000000000000" pitchFamily="2" charset="0"/>
                <ns1:cs typeface="Poppins SemiBold" panose="00000700000000000000" pitchFamily="2" charset="0"/>
              </ns1:rPr>
              <ns1:t>{SlideSupportingContent4}</ns1:t>
            </ns1:r>
          </ns1:p>
        </ns0:txBody>
      </ns0:sp>
      <ns0:sp>
        <ns0:nvSpPr>
          <ns0:cNvPr id="58" name="Picture Placeholder 57">
            <ns1:extLst>
              <ns1:ext uri="{FF2B5EF4-FFF2-40B4-BE49-F238E27FC236}">
                <ns2:creationId id="{C3B12C21-9CBE-41EA-A4CF-BAC6A8822CDA}"/>
              </ns1:ext>
            </ns1:extLst>
          </ns0:cNvPr>
          <ns0:cNvSpPr>
            <ns1:spLocks noGrp="1"/>
          </ns0:cNvSpPr>
          <ns0:nvPr>
            <ns0:ph type="pic" sz="quarter" idx="12"/>
          </ns0:nvPr>
        </ns0:nvSpPr>
        <ns0:spPr/>
      </ns0:sp>
      <ns0:sp>
        <ns0:nvSpPr>
          <ns0:cNvPr id="60" name="Picture Placeholder 59">
            <ns1:extLst>
              <ns1:ext uri="{FF2B5EF4-FFF2-40B4-BE49-F238E27FC236}">
                <ns2:creationId id="{E7D0A2A6-2680-4CA9-86E3-3FAC740C3674}"/>
              </ns1:ext>
            </ns1:extLst>
          </ns0:cNvPr>
          <ns0:cNvSpPr>
            <ns1:spLocks noGrp="1"/>
          </ns0:cNvSpPr>
          <ns0:nvPr>
            <ns0:ph type="pic" sz="quarter" idx="13"/>
          </ns0:nvPr>
        </ns0:nvSpPr>
        <ns0:spPr/>
      </ns0:sp>
      <ns0:sp>
        <ns0:nvSpPr>
          <ns0:cNvPr id="62" name="Picture Placeholder 61">
            <ns1:extLst>
              <ns1:ext uri="{FF2B5EF4-FFF2-40B4-BE49-F238E27FC236}">
                <ns2:creationId id="{DB496DB1-6F40-4AEF-A051-ED09D7E4ECF9}"/>
              </ns1:ext>
            </ns1:extLst>
          </ns0:cNvPr>
          <ns0:cNvSpPr>
            <ns1:spLocks noGrp="1"/>
          </ns0:cNvSpPr>
          <ns0:nvPr>
            <ns0:ph type="pic" sz="quarter" idx="11"/>
          </ns0:nvPr>
        </ns0:nvSpPr>
        <ns0:spPr/>
      </ns0:sp>
      <ns0:sp>
        <ns0:nvSpPr>
          <ns0:cNvPr id="64" name="Picture Placeholder 63">
            <ns1:extLst>
              <ns1:ext uri="{FF2B5EF4-FFF2-40B4-BE49-F238E27FC236}">
                <ns2:creationId id="{977FD87B-E151-406A-B732-57BF052E31D3}"/>
              </ns1:ext>
            </ns1:extLst>
          </ns0:cNvPr>
          <ns0:cNvSpPr>
            <ns1:spLocks noGrp="1"/>
          </ns0:cNvSpPr>
          <ns0:nvPr>
            <ns0:ph type="pic" sz="quarter" idx="10"/>
          </ns0:nvPr>
        </ns0:nvSpPr>
        <ns0:spPr/>
      </ns0:sp>
    </ns0:spTree>
    <ns0:extLst>
      <ns0:ext uri="{BB962C8B-B14F-4D97-AF65-F5344CB8AC3E}">
        <ns3:creationId val="2160330527"/>
      </ns0:ext>
    </ns0:extLst>
  </ns0:cSld>
  <ns0:clrMapOvr>
    <ns1:masterClrMapping/>
  </ns0:clrMapOvr>
</ns0:sld>
</file>

<file path=ppt/slides/slide11.xml><?xml version="1.0" encoding="utf-8"?>
<ns0:sld xmlns:ns0="http://schemas.openxmlformats.org/presentationml/2006/main" xmlns:ns1="http://schemas.openxmlformats.org/drawingml/2006/main" xmlns:ns2="http://schemas.microsoft.com/office/drawing/2014/main" xmlns:ns3="http://schemas.microsoft.com/office/powerpoint/2010/main">
  <ns0:cSld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7" name="TextBox 6">
            <ns1:extLst>
              <ns1:ext uri="{FF2B5EF4-FFF2-40B4-BE49-F238E27FC236}">
                <ns2:creationId id="{92033AC5-415F-4311-9FAE-57B66A47D737}"/>
              </ns1:ext>
            </ns1:extLst>
          </ns0:cNvPr>
          <ns0:cNvSpPr txBox="1"/>
          <ns0:nvPr/>
        </ns0:nvSpPr>
        <ns0:spPr>
          <ns1:xfrm>
            <ns1:off x="2504933" y="739929"/>
            <ns1:ext cx="7182135" cy="1384995"/>
          </ns1:xfrm>
          <ns1:prstGeom prst="rect">
            <ns1:avLst/>
          </ns1:prstGeom>
          <ns1:noFill/>
        </ns0:spPr>
        <ns0:txBody>
          <ns1:bodyPr wrap="square" rtlCol="0">
            <ns1:spAutoFit/>
          </ns1:bodyPr>
          <ns1:lstStyle/>
          <ns1:p>
            <ns1:pPr algn="ctr"/>
            <ns1:r>
              <ns1:rPr lang="en-US" sz="2800" spc="300">
                <ns1:solidFill>
                  <ns1:schemeClr val="tx1">
                    <ns1:lumMod val="85000"/>
                    <ns1:lumOff val="15000"/>
                  </ns1:schemeClr>
                </ns1:solidFill>
                <ns1:latin typeface="Poppins SemiBold" panose="00000700000000000000" pitchFamily="2" charset="0"/>
                <ns1:cs typeface="Poppins SemiBold" panose="00000700000000000000" pitchFamily="2" charset="0"/>
              </ns1:rPr>
              <ns1:t>{SlideMainExplanation}</ns1:t>
            </ns1:r>
          </ns1:p>
        </ns0:txBody>
      </ns0:sp>
      <ns0:sp>
        <ns0:nvSpPr>
          <ns0:cNvPr id="8" name="TextBox 7">
            <ns1:extLst>
              <ns1:ext uri="{FF2B5EF4-FFF2-40B4-BE49-F238E27FC236}">
                <ns2:creationId id="{0A3B9D10-35DA-4C94-9BDA-681EA2903633}"/>
              </ns1:ext>
            </ns1:extLst>
          </ns0:cNvPr>
          <ns0:cNvSpPr txBox="1"/>
          <ns0:nvPr/>
        </ns0:nvSpPr>
        <ns0:spPr>
          <ns1:xfrm>
            <ns1:off x="548185" y="5490872"/>
            <ns1:ext cx="2562311" cy="292388"/>
          </ns1:xfrm>
          <ns1:prstGeom prst="rect">
            <ns1:avLst/>
          </ns1:prstGeom>
          <ns1:noFill/>
        </ns0:spPr>
        <ns0:txBody>
          <ns1:bodyPr wrap="square" rtlCol="0">
            <ns1:spAutoFit/>
          </ns1:bodyPr>
          <ns1:lstStyle/>
          <ns1:p>
            <ns1:pPr algn="ctr"/>
            <ns1:r>
              <ns1:rPr lang="en-US" sz="1300" b="1">
                <ns1:solidFill>
                  <ns1:schemeClr val="tx1">
                    <ns1:lumMod val="85000"/>
                    <ns1:lumOff val="15000"/>
                  </ns1:schemeClr>
                </ns1:solidFill>
                <ns1:latin typeface="Poppins SemiBold" panose="00000700000000000000" pitchFamily="2" charset="0"/>
                <ns1:ea typeface="Lato" panose="020F0502020204030203" pitchFamily="34" charset="0"/>
                <ns1:cs typeface="Poppins SemiBold" panose="00000700000000000000" pitchFamily="2" charset="0"/>
              </ns1:rPr>
              <ns1:t>{SlideSupportingContent}</ns1:t>
            </ns1:r>
          </ns1:p>
        </ns0:txBody>
      </ns0:sp>
      <ns0:sp>
        <ns0:nvSpPr>
          <ns0:cNvPr id="9" name="TextBox 8">
            <ns1:extLst>
              <ns1:ext uri="{FF2B5EF4-FFF2-40B4-BE49-F238E27FC236}">
                <ns2:creationId id="{A1A110AC-672A-4A75-BDF9-FAA5D929B2C4}"/>
              </ns1:ext>
            </ns1:extLst>
          </ns0:cNvPr>
          <ns0:cNvSpPr txBox="1"/>
          <ns0:nvPr/>
        </ns0:nvSpPr>
        <ns0:spPr>
          <ns1:xfrm>
            <ns1:off x="3407390" y="5490872"/>
            <ns1:ext cx="2524836" cy="292388"/>
          </ns1:xfrm>
          <ns1:prstGeom prst="rect">
            <ns1:avLst/>
          </ns1:prstGeom>
          <ns1:noFill/>
        </ns0:spPr>
        <ns0:txBody>
          <ns1:bodyPr wrap="square" rtlCol="0">
            <ns1:spAutoFit/>
          </ns1:bodyPr>
          <ns1:lstStyle/>
          <ns1:p>
            <ns1:pPr algn="ctr"/>
            <ns1:r>
              <ns1:rPr lang="en-US" sz="1300" b="1">
                <ns1:solidFill>
                  <ns1:schemeClr val="tx1">
                    <ns1:lumMod val="85000"/>
                    <ns1:lumOff val="15000"/>
                  </ns1:schemeClr>
                </ns1:solidFill>
                <ns1:latin typeface="Poppins SemiBold" panose="00000700000000000000" pitchFamily="2" charset="0"/>
                <ns1:ea typeface="Lato" panose="020F0502020204030203" pitchFamily="34" charset="0"/>
                <ns1:cs typeface="Poppins SemiBold" panose="00000700000000000000" pitchFamily="2" charset="0"/>
              </ns1:rPr>
              <ns1:t>{SlideCallout}</ns1:t>
            </ns1:r>
          </ns1:p>
        </ns0:txBody>
      </ns0:sp>
      <ns0:sp>
        <ns0:nvSpPr>
          <ns0:cNvPr id="10" name="TextBox 9">
            <ns1:extLst>
              <ns1:ext uri="{FF2B5EF4-FFF2-40B4-BE49-F238E27FC236}">
                <ns2:creationId id="{2592D35E-D370-4A6A-83A0-ED83A46897AC}"/>
              </ns1:ext>
            </ns1:extLst>
          </ns0:cNvPr>
          <ns0:cNvSpPr txBox="1"/>
          <ns0:nvPr/>
        </ns0:nvSpPr>
        <ns0:spPr>
          <ns1:xfrm>
            <ns1:off x="6234753" y="5490872"/>
            <ns1:ext cx="2565778" cy="299190"/>
          </ns1:xfrm>
          <ns1:prstGeom prst="rect">
            <ns1:avLst/>
          </ns1:prstGeom>
          <ns1:noFill/>
        </ns0:spPr>
        <ns0:txBody>
          <ns1:bodyPr wrap="square" rtlCol="0">
            <ns1:spAutoFit/>
          </ns1:bodyPr>
          <ns1:lstStyle/>
          <ns1:p>
            <ns1:pPr algn="ctr"/>
            <ns1:r>
              <ns1:rPr lang="en-US" sz="1300" b="1">
                <ns1:solidFill>
                  <ns1:schemeClr val="tx1">
                    <ns1:lumMod val="85000"/>
                    <ns1:lumOff val="15000"/>
                  </ns1:schemeClr>
                </ns1:solidFill>
                <ns1:latin typeface="Poppins SemiBold" panose="00000700000000000000" pitchFamily="2" charset="0"/>
                <ns1:ea typeface="Lato" panose="020F0502020204030203" pitchFamily="34" charset="0"/>
                <ns1:cs typeface="Poppins SemiBold" panose="00000700000000000000" pitchFamily="2" charset="0"/>
              </ns1:rPr>
              <ns1:t>{SlideCaption}</ns1:t>
            </ns1:r>
          </ns1:p>
        </ns0:txBody>
      </ns0:sp>
      <ns0:sp>
        <ns0:nvSpPr>
          <ns0:cNvPr id="11" name="TextBox 10">
            <ns1:extLst>
              <ns1:ext uri="{FF2B5EF4-FFF2-40B4-BE49-F238E27FC236}">
                <ns2:creationId id="{CEADD2B9-A0FD-4F77-93E7-272B9C6DCA38}"/>
              </ns1:ext>
            </ns1:extLst>
          </ns0:cNvPr>
          <ns0:cNvSpPr txBox="1"/>
          <ns0:nvPr/>
        </ns0:nvSpPr>
        <ns0:spPr>
          <ns1:xfrm>
            <ns1:off x="9078037" y="5490872"/>
            <ns1:ext cx="2565778" cy="292388"/>
          </ns1:xfrm>
          <ns1:prstGeom prst="rect">
            <ns1:avLst/>
          </ns1:prstGeom>
          <ns1:noFill/>
        </ns0:spPr>
        <ns0:txBody>
          <ns1:bodyPr wrap="square" rtlCol="0">
            <ns1:spAutoFit/>
          </ns1:bodyPr>
          <ns1:lstStyle/>
          <ns1:p>
            <ns1:pPr algn="ctr"/>
            <ns1:r>
              <ns1:rPr lang="en-US" sz="1300" b="1">
                <ns1:solidFill>
                  <ns1:schemeClr val="tx1">
                    <ns1:lumMod val="85000"/>
                    <ns1:lumOff val="15000"/>
                  </ns1:schemeClr>
                </ns1:solidFill>
                <ns1:latin typeface="Poppins SemiBold" panose="00000700000000000000" pitchFamily="2" charset="0"/>
                <ns1:ea typeface="Lato" panose="020F0502020204030203" pitchFamily="34" charset="0"/>
                <ns1:cs typeface="Poppins SemiBold" panose="00000700000000000000" pitchFamily="2" charset="0"/>
              </ns1:rPr>
              <ns1:t>{SlideSupportingContent2}</ns1:t>
            </ns1:r>
          </ns1:p>
        </ns0:txBody>
      </ns0:sp>
      <ns0:grpSp>
        <ns0:nvGrpSpPr>
          <ns0:cNvPr id="18" name="Group 17">
            <ns1:extLst>
              <ns1:ext uri="{FF2B5EF4-FFF2-40B4-BE49-F238E27FC236}">
                <ns2:creationId id="{7690D3AE-DF5C-4DC6-A8E8-1827EA7DAE2E}"/>
              </ns1:ext>
            </ns1:extLst>
          </ns0:cNvPr>
          <ns0:cNvGrpSpPr/>
          <ns0:nvPr/>
        </ns0:nvGrpSpPr>
        <ns0:grpSpPr>
          <ns1:xfrm>
            <ns1:off x="5691116" y="2287228"/>
            <ns1:ext cx="809768" cy="204717"/>
            <ns1:chOff x="5895833" y="2247347"/>
            <ns1:chExt cx="809768" cy="204717"/>
          </ns1:xfrm>
        </ns0:grpSpPr>
        <ns0:sp>
          <ns0:nvSpPr>
            <ns0:cNvPr id="6" name="Diamond 5">
              <ns1:extLst>
                <ns1:ext uri="{FF2B5EF4-FFF2-40B4-BE49-F238E27FC236}">
                  <ns2:creationId id="{05E76BA1-2EE6-42E3-AE7B-6A41E42EBB3D}"/>
                </ns1:ext>
              </ns1:extLst>
            </ns0:cNvPr>
            <ns0:cNvSpPr/>
            <ns0:nvPr/>
          </ns0:nvSpPr>
          <ns0:spPr>
            <ns1:xfrm>
              <ns1:off x="5895833" y="2247347"/>
              <ns1:ext cx="204717" cy="204717"/>
            </ns1:xfrm>
            <ns1:prstGeom prst="diamond">
              <ns1:avLst/>
            </ns1:prstGeom>
            <ns1:solidFill>
              <ns1:schemeClr val="accent4"/>
            </ns1:solidFill>
            <ns1:ln>
              <ns1:noFill/>
            </ns1:ln>
          </ns0:spPr>
          <ns0:style>
            <ns1:lnRef idx="2">
              <ns1:schemeClr val="accent1">
                <ns1:shade val="50000"/>
              </ns1:schemeClr>
            </ns1:lnRef>
            <ns1:fillRef idx="1">
              <ns1:schemeClr val="accent1"/>
            </ns1:fillRef>
            <ns1:effectRef idx="0">
              <ns1:schemeClr val="accent1"/>
            </ns1:effectRef>
            <ns1:fontRef idx="minor">
              <ns1:schemeClr val="lt1"/>
            </ns1:fontRef>
          </ns0:style>
          <ns0:txBody>
            <ns1:bodyPr rtlCol="0" anchor="ctr"/>
            <ns1:lstStyle/>
            <ns1:p>
              <ns1:pPr algn="ctr"/>
              <ns1:endParaRPr lang="en-US"/>
            </ns1:p>
          </ns0:txBody>
        </ns0:sp>
        <ns0:sp>
          <ns0:nvSpPr>
            <ns0:cNvPr id="15" name="Diamond 14">
              <ns1:extLst>
                <ns1:ext uri="{FF2B5EF4-FFF2-40B4-BE49-F238E27FC236}">
                  <ns2:creationId id="{FBDD7F52-F40B-4861-8BD0-4CDA34F3B545}"/>
                </ns1:ext>
              </ns1:extLst>
            </ns0:cNvPr>
            <ns0:cNvSpPr/>
            <ns0:nvPr/>
          </ns0:nvSpPr>
          <ns0:spPr>
            <ns1:xfrm>
              <ns1:off x="6096000" y="2247347"/>
              <ns1:ext cx="204717" cy="204717"/>
            </ns1:xfrm>
            <ns1:prstGeom prst="diamond">
              <ns1:avLst/>
            </ns1:prstGeom>
            <ns1:solidFill>
              <ns1:schemeClr val="accent4">
                <ns1:lumMod val="60000"/>
                <ns1:lumOff val="40000"/>
              </ns1:schemeClr>
            </ns1:solidFill>
            <ns1:ln>
              <ns1:noFill/>
            </ns1:ln>
          </ns0:spPr>
          <ns0:style>
            <ns1:lnRef idx="2">
              <ns1:schemeClr val="accent1">
                <ns1:shade val="50000"/>
              </ns1:schemeClr>
            </ns1:lnRef>
            <ns1:fillRef idx="1">
              <ns1:schemeClr val="accent1"/>
            </ns1:fillRef>
            <ns1:effectRef idx="0">
              <ns1:schemeClr val="accent1"/>
            </ns1:effectRef>
            <ns1:fontRef idx="minor">
              <ns1:schemeClr val="lt1"/>
            </ns1:fontRef>
          </ns0:style>
          <ns0:txBody>
            <ns1:bodyPr rtlCol="0" anchor="ctr"/>
            <ns1:lstStyle/>
            <ns1:p>
              <ns1:pPr algn="ctr"/>
              <ns1:endParaRPr lang="en-US"/>
            </ns1:p>
          </ns0:txBody>
        </ns0:sp>
        <ns0:sp>
          <ns0:nvSpPr>
            <ns0:cNvPr id="16" name="Diamond 15">
              <ns1:extLst>
                <ns1:ext uri="{FF2B5EF4-FFF2-40B4-BE49-F238E27FC236}">
                  <ns2:creationId id="{6717CC4A-8213-40EA-833B-93CFC690629F}"/>
                </ns1:ext>
              </ns1:extLst>
            </ns0:cNvPr>
            <ns0:cNvSpPr/>
            <ns0:nvPr/>
          </ns0:nvSpPr>
          <ns0:spPr>
            <ns1:xfrm>
              <ns1:off x="6300717" y="2247347"/>
              <ns1:ext cx="204717" cy="204717"/>
            </ns1:xfrm>
            <ns1:prstGeom prst="diamond">
              <ns1:avLst/>
            </ns1:prstGeom>
            <ns1:solidFill>
              <ns1:schemeClr val="accent4">
                <ns1:lumMod val="40000"/>
                <ns1:lumOff val="60000"/>
              </ns1:schemeClr>
            </ns1:solidFill>
            <ns1:ln>
              <ns1:noFill/>
            </ns1:ln>
          </ns0:spPr>
          <ns0:style>
            <ns1:lnRef idx="2">
              <ns1:schemeClr val="accent1">
                <ns1:shade val="50000"/>
              </ns1:schemeClr>
            </ns1:lnRef>
            <ns1:fillRef idx="1">
              <ns1:schemeClr val="accent1"/>
            </ns1:fillRef>
            <ns1:effectRef idx="0">
              <ns1:schemeClr val="accent1"/>
            </ns1:effectRef>
            <ns1:fontRef idx="minor">
              <ns1:schemeClr val="lt1"/>
            </ns1:fontRef>
          </ns0:style>
          <ns0:txBody>
            <ns1:bodyPr rtlCol="0" anchor="ctr"/>
            <ns1:lstStyle/>
            <ns1:p>
              <ns1:pPr algn="ctr"/>
              <ns1:endParaRPr lang="en-US"/>
            </ns1:p>
          </ns0:txBody>
        </ns0:sp>
        <ns0:sp>
          <ns0:nvSpPr>
            <ns0:cNvPr id="17" name="Diamond 16">
              <ns1:extLst>
                <ns1:ext uri="{FF2B5EF4-FFF2-40B4-BE49-F238E27FC236}">
                  <ns2:creationId id="{6D7A3641-63C7-4CCC-A037-694D004AC10A}"/>
                </ns1:ext>
              </ns1:extLst>
            </ns0:cNvPr>
            <ns0:cNvSpPr/>
            <ns0:nvPr/>
          </ns0:nvSpPr>
          <ns0:spPr>
            <ns1:xfrm>
              <ns1:off x="6500884" y="2247347"/>
              <ns1:ext cx="204717" cy="204717"/>
            </ns1:xfrm>
            <ns1:prstGeom prst="diamond">
              <ns1:avLst/>
            </ns1:prstGeom>
            <ns1:solidFill>
              <ns1:schemeClr val="accent4">
                <ns1:lumMod val="20000"/>
                <ns1:lumOff val="80000"/>
              </ns1:schemeClr>
            </ns1:solidFill>
            <ns1:ln>
              <ns1:noFill/>
            </ns1:ln>
          </ns0:spPr>
          <ns0:style>
            <ns1:lnRef idx="2">
              <ns1:schemeClr val="accent1">
                <ns1:shade val="50000"/>
              </ns1:schemeClr>
            </ns1:lnRef>
            <ns1:fillRef idx="1">
              <ns1:schemeClr val="accent1"/>
            </ns1:fillRef>
            <ns1:effectRef idx="0">
              <ns1:schemeClr val="accent1"/>
            </ns1:effectRef>
            <ns1:fontRef idx="minor">
              <ns1:schemeClr val="lt1"/>
            </ns1:fontRef>
          </ns0:style>
          <ns0:txBody>
            <ns1:bodyPr rtlCol="0" anchor="ctr"/>
            <ns1:lstStyle/>
            <ns1:p>
              <ns1:pPr algn="ctr"/>
              <ns1:endParaRPr lang="en-US"/>
            </ns1:p>
          </ns0:txBody>
        </ns0:sp>
      </ns0:grpSp>
      <ns0:sp>
        <ns0:nvSpPr>
          <ns0:cNvPr id="3" name="Picture Placeholder 2">
            <ns1:extLst>
              <ns1:ext uri="{FF2B5EF4-FFF2-40B4-BE49-F238E27FC236}">
                <ns2:creationId id="{C7E79AF4-5830-471D-A281-DF993D71C91C}"/>
              </ns1:ext>
            </ns1:extLst>
          </ns0:cNvPr>
          <ns0:cNvSpPr>
            <ns1:spLocks noGrp="1"/>
          </ns0:cNvSpPr>
          <ns0:nvPr>
            <ns0:ph type="pic" sz="quarter" idx="10"/>
          </ns0:nvPr>
        </ns0:nvSpPr>
        <ns0:spPr/>
      </ns0:sp>
      <ns0:sp>
        <ns0:nvSpPr>
          <ns0:cNvPr id="5" name="Picture Placeholder 4">
            <ns1:extLst>
              <ns1:ext uri="{FF2B5EF4-FFF2-40B4-BE49-F238E27FC236}">
                <ns2:creationId id="{CBC32A07-070D-4343-BE2B-17634D158B45}"/>
              </ns1:ext>
            </ns1:extLst>
          </ns0:cNvPr>
          <ns0:cNvSpPr>
            <ns1:spLocks noGrp="1"/>
          </ns0:cNvSpPr>
          <ns0:nvPr>
            <ns0:ph type="pic" sz="quarter" idx="11"/>
          </ns0:nvPr>
        </ns0:nvSpPr>
        <ns0:spPr/>
      </ns0:sp>
      <ns0:sp>
        <ns0:nvSpPr>
          <ns0:cNvPr id="13" name="Picture Placeholder 12">
            <ns1:extLst>
              <ns1:ext uri="{FF2B5EF4-FFF2-40B4-BE49-F238E27FC236}">
                <ns2:creationId id="{6D1E45A7-5CA8-4658-9106-0F7E3A7EE5BB}"/>
              </ns1:ext>
            </ns1:extLst>
          </ns0:cNvPr>
          <ns0:cNvSpPr>
            <ns1:spLocks noGrp="1"/>
          </ns0:cNvSpPr>
          <ns0:nvPr>
            <ns0:ph type="pic" sz="quarter" idx="12"/>
          </ns0:nvPr>
        </ns0:nvSpPr>
        <ns0:spPr/>
      </ns0:sp>
      <ns0:sp>
        <ns0:nvSpPr>
          <ns0:cNvPr id="19" name="Picture Placeholder 18">
            <ns1:extLst>
              <ns1:ext uri="{FF2B5EF4-FFF2-40B4-BE49-F238E27FC236}">
                <ns2:creationId id="{38579E25-160D-4358-B1BE-B3A62C81CC4F}"/>
              </ns1:ext>
            </ns1:extLst>
          </ns0:cNvPr>
          <ns0:cNvSpPr>
            <ns1:spLocks noGrp="1"/>
          </ns0:cNvSpPr>
          <ns0:nvPr>
            <ns0:ph type="pic" sz="quarter" idx="13"/>
          </ns0:nvPr>
        </ns0:nvSpPr>
        <ns0:spPr/>
      </ns0:sp>
    </ns0:spTree>
    <ns0:extLst>
      <ns0:ext uri="{BB962C8B-B14F-4D97-AF65-F5344CB8AC3E}">
        <ns3:creationId val="1443448145"/>
      </ns0:ext>
    </ns0:extLst>
  </ns0:cSld>
  <ns0:clrMapOvr>
    <ns1:masterClrMapping/>
  </ns0:clrMapOvr>
</ns0:sld>
</file>

<file path=ppt/slides/slide12.xml><?xml version="1.0" encoding="utf-8"?>
<ns0:sld xmlns:ns0="http://schemas.openxmlformats.org/presentationml/2006/main" xmlns:ns1="http://schemas.openxmlformats.org/drawingml/2006/main" xmlns:ns2="http://schemas.microsoft.com/office/drawing/2014/main" xmlns:ns3="http://schemas.microsoft.com/office/powerpoint/2010/main">
  <ns0:cSld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10" name="TextBox 9">
            <ns1:extLst>
              <ns1:ext uri="{FF2B5EF4-FFF2-40B4-BE49-F238E27FC236}">
                <ns2:creationId id="{8A37FC52-2AE2-44A0-AD15-480C21EDF778}"/>
              </ns1:ext>
            </ns1:extLst>
          </ns0:cNvPr>
          <ns0:cNvSpPr txBox="1"/>
          <ns0:nvPr/>
        </ns0:nvSpPr>
        <ns0:spPr>
          <ns1:xfrm>
            <ns1:off x="859485" y="2281112"/>
            <ns1:ext cx="2383487" cy="308752"/>
          </ns1:xfrm>
          <ns1:prstGeom prst="rect">
            <ns1:avLst/>
          </ns1:prstGeom>
          <ns1:noFill/>
        </ns0:spPr>
        <ns0:txBody>
          <ns1:bodyPr wrap="square" rtlCol="0">
            <ns1:spAutoFit/>
          </ns1:bodyPr>
          <ns1:lstStyle/>
          <ns1:p>
            <ns1:pPr algn="r"/>
            <ns1:r>
              <ns1:rPr lang="en-US" sz="1400" b="1">
                <ns1:solidFill>
                  <ns1:schemeClr val="tx1">
                    <ns1:lumMod val="85000"/>
                    <ns1:lumOff val="15000"/>
                  </ns1:schemeClr>
                </ns1:solidFill>
                <ns1:latin typeface="Poppins SemiBold" panose="00000700000000000000" pitchFamily="2" charset="0"/>
                <ns1:ea typeface="Lato" panose="020F0502020204030203" pitchFamily="34" charset="0"/>
                <ns1:cs typeface="Poppins SemiBold" panose="00000700000000000000" pitchFamily="2" charset="0"/>
              </ns1:rPr>
              <ns1:t>{SlideMainExplanation}</ns1:t>
            </ns1:r>
          </ns1:p>
        </ns0:txBody>
      </ns0:sp>
      <ns0:sp>
        <ns0:nvSpPr>
          <ns0:cNvPr id="12" name="TextBox 11">
            <ns1:extLst>
              <ns1:ext uri="{FF2B5EF4-FFF2-40B4-BE49-F238E27FC236}">
                <ns2:creationId id="{85C2867D-BF19-4DEE-BB0D-89DFA2531DDF}"/>
              </ns1:ext>
            </ns1:extLst>
          </ns0:cNvPr>
          <ns0:cNvSpPr txBox="1"/>
          <ns0:nvPr/>
        </ns0:nvSpPr>
        <ns0:spPr>
          <ns1:xfrm>
            <ns1:off x="859484" y="2588889"/>
            <ns1:ext cx="2383487" cy="261610"/>
          </ns1:xfrm>
          <ns1:prstGeom prst="rect">
            <ns1:avLst/>
          </ns1:prstGeom>
          <ns1:noFill/>
        </ns0:spPr>
        <ns0:txBody>
          <ns1:bodyPr wrap="square" rtlCol="0">
            <ns1:spAutoFit/>
          </ns1:bodyPr>
          <ns1:lstStyle/>
          <ns1:p>
            <ns1:pPr algn="r"/>
            <ns1:r>
              <ns1:rPr lang="en-US" sz="1100">
                <ns1:solidFill>
                  <ns1:schemeClr val="tx1">
                    <ns1:lumMod val="75000"/>
                    <ns1:lumOff val="25000"/>
                  </ns1:schemeClr>
                </ns1:solidFill>
                <ns1:latin typeface="Lato" panose="020F0502020204030203" pitchFamily="34" charset="0"/>
                <ns1:ea typeface="Lato" panose="020F0502020204030203" pitchFamily="34" charset="0"/>
                <ns1:cs typeface="Lato" panose="020F0502020204030203" pitchFamily="34" charset="0"/>
              </ns1:rPr>
              <ns1:t>{SlideSupportingContent}</ns1:t>
            </ns1:r>
          </ns1:p>
        </ns0:txBody>
      </ns0:sp>
      <ns0:sp>
        <ns0:nvSpPr>
          <ns0:cNvPr id="14" name="TextBox 13">
            <ns1:extLst>
              <ns1:ext uri="{FF2B5EF4-FFF2-40B4-BE49-F238E27FC236}">
                <ns2:creationId id="{D3DFB114-24BB-43B0-BCA7-2528D40B333F}"/>
              </ns1:ext>
            </ns1:extLst>
          </ns0:cNvPr>
          <ns0:cNvSpPr txBox="1"/>
          <ns0:nvPr/>
        </ns0:nvSpPr>
        <ns0:spPr>
          <ns1:xfrm>
            <ns1:off x="859485" y="4763089"/>
            <ns1:ext cx="2383487" cy="308752"/>
          </ns1:xfrm>
          <ns1:prstGeom prst="rect">
            <ns1:avLst/>
          </ns1:prstGeom>
          <ns1:noFill/>
        </ns0:spPr>
        <ns0:txBody>
          <ns1:bodyPr wrap="square" rtlCol="0">
            <ns1:spAutoFit/>
          </ns1:bodyPr>
          <ns1:lstStyle/>
          <ns1:p>
            <ns1:pPr algn="r"/>
            <ns1:r>
              <ns1:rPr lang="en-US" sz="1400" b="1">
                <ns1:solidFill>
                  <ns1:schemeClr val="tx1">
                    <ns1:lumMod val="85000"/>
                    <ns1:lumOff val="15000"/>
                  </ns1:schemeClr>
                </ns1:solidFill>
                <ns1:latin typeface="Poppins SemiBold" panose="00000700000000000000" pitchFamily="2" charset="0"/>
                <ns1:ea typeface="Lato" panose="020F0502020204030203" pitchFamily="34" charset="0"/>
                <ns1:cs typeface="Poppins SemiBold" panose="00000700000000000000" pitchFamily="2" charset="0"/>
              </ns1:rPr>
              <ns1:t>{SlideCallout}</ns1:t>
            </ns1:r>
          </ns1:p>
        </ns0:txBody>
      </ns0:sp>
      <ns0:sp>
        <ns0:nvSpPr>
          <ns0:cNvPr id="15" name="TextBox 14">
            <ns1:extLst>
              <ns1:ext uri="{FF2B5EF4-FFF2-40B4-BE49-F238E27FC236}">
                <ns2:creationId id="{30D4F5BE-9315-49B1-9537-6F76FC4969BF}"/>
              </ns1:ext>
            </ns1:extLst>
          </ns0:cNvPr>
          <ns0:cNvSpPr txBox="1"/>
          <ns0:nvPr/>
        </ns0:nvSpPr>
        <ns0:spPr>
          <ns1:xfrm>
            <ns1:off x="859484" y="5070866"/>
            <ns1:ext cx="2383487" cy="261610"/>
          </ns1:xfrm>
          <ns1:prstGeom prst="rect">
            <ns1:avLst/>
          </ns1:prstGeom>
          <ns1:noFill/>
        </ns0:spPr>
        <ns0:txBody>
          <ns1:bodyPr wrap="square" rtlCol="0">
            <ns1:spAutoFit/>
          </ns1:bodyPr>
          <ns1:lstStyle/>
          <ns1:p>
            <ns1:pPr algn="r"/>
            <ns1:r>
              <ns1:rPr lang="en-US" sz="1100">
                <ns1:solidFill>
                  <ns1:schemeClr val="tx1">
                    <ns1:lumMod val="75000"/>
                    <ns1:lumOff val="25000"/>
                  </ns1:schemeClr>
                </ns1:solidFill>
                <ns1:latin typeface="Lato" panose="020F0502020204030203" pitchFamily="34" charset="0"/>
                <ns1:ea typeface="Lato" panose="020F0502020204030203" pitchFamily="34" charset="0"/>
                <ns1:cs typeface="Lato" panose="020F0502020204030203" pitchFamily="34" charset="0"/>
              </ns1:rPr>
              <ns1:t>{SlideCaption}</ns1:t>
            </ns1:r>
          </ns1:p>
        </ns0:txBody>
      </ns0:sp>
      <ns0:sp>
        <ns0:nvSpPr>
          <ns0:cNvPr id="16" name="TextBox 15">
            <ns1:extLst>
              <ns1:ext uri="{FF2B5EF4-FFF2-40B4-BE49-F238E27FC236}">
                <ns2:creationId id="{B320E601-6417-4DA9-A219-139EE8781787}"/>
              </ns1:ext>
            </ns1:extLst>
          </ns0:cNvPr>
          <ns0:cNvSpPr txBox="1"/>
          <ns0:nvPr/>
        </ns0:nvSpPr>
        <ns0:spPr>
          <ns1:xfrm>
            <ns1:off x="8949029" y="2281112"/>
            <ns1:ext cx="2383487" cy="308752"/>
          </ns1:xfrm>
          <ns1:prstGeom prst="rect">
            <ns1:avLst/>
          </ns1:prstGeom>
          <ns1:noFill/>
        </ns0:spPr>
        <ns0:txBody>
          <ns1:bodyPr wrap="square" rtlCol="0">
            <ns1:spAutoFit/>
          </ns1:bodyPr>
          <ns1:lstStyle/>
          <ns1:p>
            <ns1:r>
              <ns1:rPr lang="en-US" sz="1400" b="1">
                <ns1:solidFill>
                  <ns1:schemeClr val="tx1">
                    <ns1:lumMod val="85000"/>
                    <ns1:lumOff val="15000"/>
                  </ns1:schemeClr>
                </ns1:solidFill>
                <ns1:latin typeface="Poppins SemiBold" panose="00000700000000000000" pitchFamily="2" charset="0"/>
                <ns1:ea typeface="Lato" panose="020F0502020204030203" pitchFamily="34" charset="0"/>
                <ns1:cs typeface="Poppins SemiBold" panose="00000700000000000000" pitchFamily="2" charset="0"/>
              </ns1:rPr>
              <ns1:t>{SlideSupportingContent2}</ns1:t>
            </ns1:r>
          </ns1:p>
        </ns0:txBody>
      </ns0:sp>
      <ns0:sp>
        <ns0:nvSpPr>
          <ns0:cNvPr id="17" name="TextBox 16">
            <ns1:extLst>
              <ns1:ext uri="{FF2B5EF4-FFF2-40B4-BE49-F238E27FC236}">
                <ns2:creationId id="{5657B091-ED9E-49B7-BA8D-ED9253338D64}"/>
              </ns1:ext>
            </ns1:extLst>
          </ns0:cNvPr>
          <ns0:cNvSpPr txBox="1"/>
          <ns0:nvPr/>
        </ns0:nvSpPr>
        <ns0:spPr>
          <ns1:xfrm>
            <ns1:off x="8949028" y="2588889"/>
            <ns1:ext cx="2383487" cy="261610"/>
          </ns1:xfrm>
          <ns1:prstGeom prst="rect">
            <ns1:avLst/>
          </ns1:prstGeom>
          <ns1:noFill/>
        </ns0:spPr>
        <ns0:txBody>
          <ns1:bodyPr wrap="square" rtlCol="0">
            <ns1:spAutoFit/>
          </ns1:bodyPr>
          <ns1:lstStyle/>
          <ns1:p>
            <ns1:r>
              <ns1:rPr lang="en-US" sz="1100">
                <ns1:solidFill>
                  <ns1:schemeClr val="tx1">
                    <ns1:lumMod val="75000"/>
                    <ns1:lumOff val="25000"/>
                  </ns1:schemeClr>
                </ns1:solidFill>
                <ns1:latin typeface="Lato" panose="020F0502020204030203" pitchFamily="34" charset="0"/>
                <ns1:ea typeface="Lato" panose="020F0502020204030203" pitchFamily="34" charset="0"/>
                <ns1:cs typeface="Lato" panose="020F0502020204030203" pitchFamily="34" charset="0"/>
              </ns1:rPr>
              <ns1:t>{SlideSupportingContent3}</ns1:t>
            </ns1:r>
          </ns1:p>
        </ns0:txBody>
      </ns0:sp>
      <ns0:sp>
        <ns0:nvSpPr>
          <ns0:cNvPr id="18" name="TextBox 17">
            <ns1:extLst>
              <ns1:ext uri="{FF2B5EF4-FFF2-40B4-BE49-F238E27FC236}">
                <ns2:creationId id="{235D6FDB-BCB1-4D42-91C3-3D4B9A8D752A}"/>
              </ns1:ext>
            </ns1:extLst>
          </ns0:cNvPr>
          <ns0:cNvSpPr txBox="1"/>
          <ns0:nvPr/>
        </ns0:nvSpPr>
        <ns0:spPr>
          <ns1:xfrm>
            <ns1:off x="8949029" y="4763089"/>
            <ns1:ext cx="2383487" cy="308752"/>
          </ns1:xfrm>
          <ns1:prstGeom prst="rect">
            <ns1:avLst/>
          </ns1:prstGeom>
          <ns1:noFill/>
        </ns0:spPr>
        <ns0:txBody>
          <ns1:bodyPr wrap="square" rtlCol="0">
            <ns1:spAutoFit/>
          </ns1:bodyPr>
          <ns1:lstStyle/>
          <ns1:p>
            <ns1:r>
              <ns1:rPr lang="en-US" sz="1400" b="1">
                <ns1:solidFill>
                  <ns1:schemeClr val="tx1">
                    <ns1:lumMod val="85000"/>
                    <ns1:lumOff val="15000"/>
                  </ns1:schemeClr>
                </ns1:solidFill>
                <ns1:latin typeface="Poppins SemiBold" panose="00000700000000000000" pitchFamily="2" charset="0"/>
                <ns1:ea typeface="Lato" panose="020F0502020204030203" pitchFamily="34" charset="0"/>
                <ns1:cs typeface="Poppins SemiBold" panose="00000700000000000000" pitchFamily="2" charset="0"/>
              </ns1:rPr>
              <ns1:t>{SlideSupportingContent4}</ns1:t>
            </ns1:r>
          </ns1:p>
        </ns0:txBody>
      </ns0:sp>
      <ns0:sp>
        <ns0:nvSpPr>
          <ns0:cNvPr id="19" name="TextBox 18">
            <ns1:extLst>
              <ns1:ext uri="{FF2B5EF4-FFF2-40B4-BE49-F238E27FC236}">
                <ns2:creationId id="{24001972-1519-4A38-A7E3-45F2225DF3CD}"/>
              </ns1:ext>
            </ns1:extLst>
          </ns0:cNvPr>
          <ns0:cNvSpPr txBox="1"/>
          <ns0:nvPr/>
        </ns0:nvSpPr>
        <ns0:spPr>
          <ns1:xfrm>
            <ns1:off x="8949028" y="5070866"/>
            <ns1:ext cx="2383487" cy="261610"/>
          </ns1:xfrm>
          <ns1:prstGeom prst="rect">
            <ns1:avLst/>
          </ns1:prstGeom>
          <ns1:noFill/>
        </ns0:spPr>
        <ns0:txBody>
          <ns1:bodyPr wrap="square" rtlCol="0">
            <ns1:spAutoFit/>
          </ns1:bodyPr>
          <ns1:lstStyle/>
          <ns1:p>
            <ns1:r>
              <ns1:rPr lang="en-US" sz="1100">
                <ns1:solidFill>
                  <ns1:schemeClr val="tx1">
                    <ns1:lumMod val="75000"/>
                    <ns1:lumOff val="25000"/>
                  </ns1:schemeClr>
                </ns1:solidFill>
                <ns1:latin typeface="Lato" panose="020F0502020204030203" pitchFamily="34" charset="0"/>
                <ns1:ea typeface="Lato" panose="020F0502020204030203" pitchFamily="34" charset="0"/>
                <ns1:cs typeface="Lato" panose="020F0502020204030203" pitchFamily="34" charset="0"/>
              </ns1:rPr>
              <ns1:t>{SlideSupportingContent5}</ns1:t>
            </ns1:r>
          </ns1:p>
        </ns0:txBody>
      </ns0:sp>
      <ns0:sp>
        <ns0:nvSpPr>
          <ns0:cNvPr id="23" name="TextBox 22">
            <ns1:extLst>
              <ns1:ext uri="{FF2B5EF4-FFF2-40B4-BE49-F238E27FC236}">
                <ns2:creationId id="{E38BC2B7-035D-4E4C-8ABF-E0E3ECE1A34C}"/>
              </ns1:ext>
            </ns1:extLst>
          </ns0:cNvPr>
          <ns0:cNvSpPr txBox="1"/>
          <ns0:nvPr/>
        </ns0:nvSpPr>
        <ns0:spPr>
          <ns1:xfrm>
            <ns1:off x="3957851" y="614148"/>
            <ns1:ext cx="4271749" cy="461665"/>
          </ns1:xfrm>
          <ns1:prstGeom prst="rect">
            <ns1:avLst/>
          </ns1:prstGeom>
          <ns1:noFill/>
        </ns0:spPr>
        <ns0:txBody>
          <ns1:bodyPr wrap="square" rtlCol="0">
            <ns1:spAutoFit/>
          </ns1:bodyPr>
          <ns1:lstStyle/>
          <ns1:p>
            <ns1:pPr algn="ctr"/>
            <ns1:r>
              <ns1:rPr lang="en-US" sz="2400" spc="300">
                <ns1:solidFill>
                  <ns1:schemeClr val="tx1">
                    <ns1:lumMod val="85000"/>
                    <ns1:lumOff val="15000"/>
                  </ns1:schemeClr>
                </ns1:solidFill>
                <ns1:latin typeface="Poppins SemiBold" panose="00000700000000000000" pitchFamily="2" charset="0"/>
                <ns1:cs typeface="Poppins SemiBold" panose="00000700000000000000" pitchFamily="2" charset="0"/>
              </ns1:rPr>
              <ns1:t>{SlideSectionLabel}</ns1:t>
            </ns1:r>
          </ns1:p>
        </ns0:txBody>
      </ns0:sp>
      <ns0:sp>
        <ns0:nvSpPr>
          <ns0:cNvPr id="3" name="Picture Placeholder 2">
            <ns1:extLst>
              <ns1:ext uri="{FF2B5EF4-FFF2-40B4-BE49-F238E27FC236}">
                <ns2:creationId id="{078D9608-00B2-450B-98BC-4FA4A4A8748B}"/>
              </ns1:ext>
            </ns1:extLst>
          </ns0:cNvPr>
          <ns0:cNvSpPr>
            <ns1:spLocks noGrp="1"/>
          </ns0:cNvSpPr>
          <ns0:nvPr>
            <ns0:ph type="pic" sz="quarter" idx="11"/>
          </ns0:nvPr>
        </ns0:nvSpPr>
        <ns0:spPr/>
      </ns0:sp>
      <ns0:sp>
        <ns0:nvSpPr>
          <ns0:cNvPr id="5" name="Picture Placeholder 4">
            <ns1:extLst>
              <ns1:ext uri="{FF2B5EF4-FFF2-40B4-BE49-F238E27FC236}">
                <ns2:creationId id="{3976549C-F515-4DB2-B258-E9E55891B7D5}"/>
              </ns1:ext>
            </ns1:extLst>
          </ns0:cNvPr>
          <ns0:cNvSpPr>
            <ns1:spLocks noGrp="1"/>
          </ns0:cNvSpPr>
          <ns0:nvPr>
            <ns0:ph type="pic" sz="quarter" idx="13"/>
          </ns0:nvPr>
        </ns0:nvSpPr>
        <ns0:spPr/>
      </ns0:sp>
      <ns0:sp>
        <ns0:nvSpPr>
          <ns0:cNvPr id="7" name="Picture Placeholder 6">
            <ns1:extLst>
              <ns1:ext uri="{FF2B5EF4-FFF2-40B4-BE49-F238E27FC236}">
                <ns2:creationId id="{BBC69287-80F5-4A96-9F75-1FB757AF24C2}"/>
              </ns1:ext>
            </ns1:extLst>
          </ns0:cNvPr>
          <ns0:cNvSpPr>
            <ns1:spLocks noGrp="1"/>
          </ns0:cNvSpPr>
          <ns0:nvPr>
            <ns0:ph type="pic" sz="quarter" idx="14"/>
          </ns0:nvPr>
        </ns0:nvSpPr>
        <ns0:spPr/>
      </ns0:sp>
      <ns0:sp>
        <ns0:nvSpPr>
          <ns0:cNvPr id="9" name="Picture Placeholder 8">
            <ns1:extLst>
              <ns1:ext uri="{FF2B5EF4-FFF2-40B4-BE49-F238E27FC236}">
                <ns2:creationId id="{C50C9108-8238-4421-B4C3-A1383D455D94}"/>
              </ns1:ext>
            </ns1:extLst>
          </ns0:cNvPr>
          <ns0:cNvSpPr>
            <ns1:spLocks noGrp="1"/>
          </ns0:cNvSpPr>
          <ns0:nvPr>
            <ns0:ph type="pic" sz="quarter" idx="12"/>
          </ns0:nvPr>
        </ns0:nvSpPr>
        <ns0:spPr/>
      </ns0:sp>
    </ns0:spTree>
    <ns0:extLst>
      <ns0:ext uri="{BB962C8B-B14F-4D97-AF65-F5344CB8AC3E}">
        <ns3:creationId val="1061122631"/>
      </ns0:ext>
    </ns0:extLst>
  </ns0:cSld>
  <ns0:clrMapOvr>
    <ns1:masterClrMapping/>
  </ns0:clrMapOvr>
</ns0:sld>
</file>

<file path=ppt/slides/slide13.xml><?xml version="1.0" encoding="utf-8"?>
<ns0:sld xmlns:ns0="http://schemas.openxmlformats.org/presentationml/2006/main" xmlns:ns1="http://schemas.openxmlformats.org/drawingml/2006/main" xmlns:ns2="http://schemas.microsoft.com/office/drawing/2014/main" xmlns:ns3="http://schemas.microsoft.com/office/powerpoint/2010/main">
  <ns0:cSld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5" name="TextBox 4">
            <ns1:extLst>
              <ns1:ext uri="{FF2B5EF4-FFF2-40B4-BE49-F238E27FC236}">
                <ns2:creationId id="{73FA2B7E-7B0B-4DE6-A271-CD3EDA399166}"/>
              </ns1:ext>
            </ns1:extLst>
          </ns0:cNvPr>
          <ns0:cNvSpPr txBox="1"/>
          <ns0:nvPr/>
        </ns0:nvSpPr>
        <ns0:spPr>
          <ns1:xfrm>
            <ns1:off x="743803" y="1067475"/>
            <ns1:ext cx="3425588" cy="954107"/>
          </ns1:xfrm>
          <ns1:prstGeom prst="rect">
            <ns1:avLst/>
          </ns1:prstGeom>
          <ns1:noFill/>
        </ns0:spPr>
        <ns0:txBody>
          <ns1:bodyPr wrap="square" rtlCol="0">
            <ns1:spAutoFit/>
          </ns1:bodyPr>
          <ns1:lstStyle/>
          <ns1:p>
            <ns1:r>
              <ns1:rPr lang="en-US" sz="2800" spc="300">
                <ns1:solidFill>
                  <ns1:schemeClr val="tx1">
                    <ns1:lumMod val="85000"/>
                    <ns1:lumOff val="15000"/>
                  </ns1:schemeClr>
                </ns1:solidFill>
                <ns1:latin typeface="Poppins SemiBold" panose="00000700000000000000" pitchFamily="2" charset="0"/>
                <ns1:cs typeface="Poppins SemiBold" panose="00000700000000000000" pitchFamily="2" charset="0"/>
              </ns1:rPr>
              <ns1:t>{SlideSectionLabel}</ns1:t>
            </ns1:r>
          </ns1:p>
        </ns0:txBody>
      </ns0:sp>
      <ns0:sp>
        <ns0:nvSpPr>
          <ns0:cNvPr id="14" name="TextBox 13">
            <ns1:extLst>
              <ns1:ext uri="{FF2B5EF4-FFF2-40B4-BE49-F238E27FC236}">
                <ns2:creationId id="{CAF7EC54-F8EA-41CF-8CF3-878EBD5747B3}"/>
              </ns1:ext>
            </ns1:extLst>
          </ns0:cNvPr>
          <ns0:cNvSpPr txBox="1"/>
          <ns0:nvPr/>
        </ns0:nvSpPr>
        <ns0:spPr>
          <ns1:xfrm>
            <ns1:off x="4722120" y="4770042"/>
            <ns1:ext cx="3507473" cy="1717843"/>
          </ns1:xfrm>
          <ns1:prstGeom prst="rect">
            <ns1:avLst/>
          </ns1:prstGeom>
          <ns1:noFill/>
        </ns0:spPr>
        <ns0:txBody>
          <ns1:bodyPr wrap="square" rtlCol="0">
            <ns1:spAutoFit/>
          </ns1:bodyPr>
          <ns1:lstStyle/>
          <ns1:p>
            <ns1:pPr>
              <ns1:lnSpc>
                <ns1:spcPct val="150000"/>
              </ns1:lnSpc>
            </ns1:pPr>
            <ns1:r>
              <ns1:rPr lang="en-US" sz="1200">
                <ns1:solidFill>
                  <ns1:schemeClr val="bg1">
                    <ns1:lumMod val="50000"/>
                  </ns1:schemeClr>
                </ns1:solidFill>
                <ns1:latin typeface="Lato" panose="020F0502020204030203" pitchFamily="34" charset="0"/>
                <ns1:ea typeface="Lato" panose="020F0502020204030203" pitchFamily="34" charset="0"/>
                <ns1:cs typeface="Lato" panose="020F0502020204030203" pitchFamily="34" charset="0"/>
              </ns1:rPr>
              <ns1:t>{SlideSupportingContent}</ns1:t>
            </ns1:r>
          </ns1:p>
        </ns0:txBody>
      </ns0:sp>
      <ns0:sp>
        <ns0:nvSpPr>
          <ns0:cNvPr id="17" name="TextBox 16">
            <ns1:extLst>
              <ns1:ext uri="{FF2B5EF4-FFF2-40B4-BE49-F238E27FC236}">
                <ns2:creationId id="{BF55FC0D-3031-4B2E-B9E2-F73CC4C7AC48}"/>
              </ns1:ext>
            </ns1:extLst>
          </ns0:cNvPr>
          <ns0:cNvSpPr txBox="1"/>
          <ns0:nvPr/>
        </ns0:nvSpPr>
        <ns0:spPr>
          <ns1:xfrm>
            <ns1:off x="743802" y="776827"/>
            <ns1:ext cx="3425588" cy="276999"/>
          </ns1:xfrm>
          <ns1:prstGeom prst="rect">
            <ns1:avLst/>
          </ns1:prstGeom>
          <ns1:noFill/>
        </ns0:spPr>
        <ns0:txBody>
          <ns1:bodyPr wrap="square" rtlCol="0">
            <ns1:spAutoFit/>
          </ns1:bodyPr>
          <ns1:lstStyle/>
          <ns1:p>
            <ns1:r>
              <ns1:rPr lang="en-US" sz="1200">
                <ns1:solidFill>
                  <ns1:schemeClr val="tx1">
                    <ns1:lumMod val="85000"/>
                    <ns1:lumOff val="15000"/>
                  </ns1:schemeClr>
                </ns1:solidFill>
                <ns1:latin typeface="Poppins" panose="00000500000000000000" pitchFamily="2" charset="0"/>
                <ns1:cs typeface="Poppins" panose="00000500000000000000" pitchFamily="2" charset="0"/>
              </ns1:rPr>
              <ns1:t>{SlideSectionLabel}</ns1:t>
            </ns1:r>
          </ns1:p>
        </ns0:txBody>
      </ns0:sp>
      <ns0:sp>
        <ns0:nvSpPr>
          <ns0:cNvPr id="16" name="TextBox 15">
            <ns1:extLst>
              <ns1:ext uri="{FF2B5EF4-FFF2-40B4-BE49-F238E27FC236}">
                <ns2:creationId id="{4698DDE2-FD4F-4A60-895E-1CCFAE364148}"/>
              </ns1:ext>
            </ns1:extLst>
          </ns0:cNvPr>
          <ns0:cNvSpPr txBox="1"/>
          <ns0:nvPr/>
        </ns0:nvSpPr>
        <ns0:spPr>
          <ns1:xfrm>
            <ns1:off x="8666324" y="3669313"/>
            <ns1:ext cx="3125340" cy="1938992"/>
          </ns1:xfrm>
          <ns1:prstGeom prst="rect">
            <ns1:avLst/>
          </ns1:prstGeom>
          <ns1:noFill/>
        </ns0:spPr>
        <ns0:txBody>
          <ns1:bodyPr wrap="square" rtlCol="0">
            <ns1:spAutoFit/>
          </ns1:bodyPr>
          <ns1:lstStyle/>
          <ns1:p>
            <ns1:pPr algn="r"/>
            <ns1:r>
              <ns1:rPr lang="en-US" sz="2400" spc="300">
                <ns1:solidFill>
                  <ns1:schemeClr val="tx1">
                    <ns1:lumMod val="85000"/>
                    <ns1:lumOff val="15000"/>
                  </ns1:schemeClr>
                </ns1:solidFill>
                <ns1:latin typeface="Poppins SemiBold" panose="00000700000000000000" pitchFamily="2" charset="0"/>
                <ns1:cs typeface="Poppins SemiBold" panose="00000700000000000000" pitchFamily="2" charset="0"/>
              </ns1:rPr>
              <ns1:t>{SlideCaption}</ns1:t>
            </ns1:r>
          </ns1:p>
        </ns0:txBody>
      </ns0:sp>
      <ns0:sp>
        <ns0:nvSpPr>
          <ns0:cNvPr id="30" name="TextBox 29">
            <ns1:extLst>
              <ns1:ext uri="{FF2B5EF4-FFF2-40B4-BE49-F238E27FC236}">
                <ns2:creationId id="{9AFEEE86-7FE0-4B5B-911C-CE5EB3F03CF8}"/>
              </ns1:ext>
            </ns1:extLst>
          </ns0:cNvPr>
          <ns0:cNvSpPr txBox="1"/>
          <ns0:nvPr/>
        </ns0:nvSpPr>
        <ns0:spPr>
          <ns1:xfrm>
            <ns1:off x="8664050" y="1605379"/>
            <ns1:ext cx="2936547" cy="1717843"/>
          </ns1:xfrm>
          <ns1:prstGeom prst="rect">
            <ns1:avLst/>
          </ns1:prstGeom>
          <ns1:noFill/>
        </ns0:spPr>
        <ns0:txBody>
          <ns1:bodyPr wrap="square" rtlCol="0">
            <ns1:spAutoFit/>
          </ns1:bodyPr>
          <ns1:lstStyle/>
          <ns1:p>
            <ns1:pPr>
              <ns1:lnSpc>
                <ns1:spcPct val="150000"/>
              </ns1:lnSpc>
            </ns1:pPr>
            <ns1:r>
              <ns1:rPr lang="en-US" sz="1200">
                <ns1:solidFill>
                  <ns1:schemeClr val="bg1">
                    <ns1:lumMod val="50000"/>
                  </ns1:schemeClr>
                </ns1:solidFill>
                <ns1:latin typeface="Lato" panose="020F0502020204030203" pitchFamily="34" charset="0"/>
                <ns1:ea typeface="Lato" panose="020F0502020204030203" pitchFamily="34" charset="0"/>
                <ns1:cs typeface="Lato" panose="020F0502020204030203" pitchFamily="34" charset="0"/>
              </ns1:rPr>
              <ns1:t>{SlideSupportingContent2}</ns1:t>
            </ns1:r>
          </ns1:p>
        </ns0:txBody>
      </ns0:sp>
      <ns0:sp>
        <ns0:nvSpPr>
          <ns0:cNvPr id="38" name="TextBox 37">
            <ns1:extLst>
              <ns1:ext uri="{FF2B5EF4-FFF2-40B4-BE49-F238E27FC236}">
                <ns2:creationId id="{FB47A8B0-FB11-42D8-B9BC-0B00343BCABB}"/>
              </ns1:ext>
            </ns1:extLst>
          </ns0:cNvPr>
          <ns0:cNvSpPr txBox="1"/>
          <ns0:nvPr/>
        </ns0:nvSpPr>
        <ns0:spPr>
          <ns1:xfrm>
            <ns1:off x="8664050" y="1222399"/>
            <ns1:ext cx="2527114" cy="369332"/>
          </ns1:xfrm>
          <ns1:prstGeom prst="rect">
            <ns1:avLst/>
          </ns1:prstGeom>
          <ns1:noFill/>
        </ns0:spPr>
        <ns0:txBody>
          <ns1:bodyPr wrap="square" rtlCol="0">
            <ns1:spAutoFit/>
          </ns1:bodyPr>
          <ns1:lstStyle/>
          <ns1:p>
            <ns1:r>
              <ns1:rPr lang="en-US" spc="300">
                <ns1:solidFill>
                  <ns1:schemeClr val="tx1">
                    <ns1:lumMod val="85000"/>
                    <ns1:lumOff val="15000"/>
                  </ns1:schemeClr>
                </ns1:solidFill>
                <ns1:latin typeface="Poppins SemiBold" panose="00000700000000000000" pitchFamily="2" charset="0"/>
                <ns1:cs typeface="Poppins SemiBold" panose="00000700000000000000" pitchFamily="2" charset="0"/>
              </ns1:rPr>
              <ns1:t>{SlideSectionLabel}</ns1:t>
            </ns1:r>
          </ns1:p>
        </ns0:txBody>
      </ns0:sp>
      <ns0:sp>
        <ns0:nvSpPr>
          <ns0:cNvPr id="3" name="Picture Placeholder 2">
            <ns1:extLst>
              <ns1:ext uri="{FF2B5EF4-FFF2-40B4-BE49-F238E27FC236}">
                <ns2:creationId id="{8CF18E22-6D49-488B-80B7-98AFF4D3A0F3}"/>
              </ns1:ext>
            </ns1:extLst>
          </ns0:cNvPr>
          <ns0:cNvSpPr>
            <ns1:spLocks noGrp="1"/>
          </ns0:cNvSpPr>
          <ns0:nvPr>
            <ns0:ph type="pic" sz="quarter" idx="12"/>
          </ns0:nvPr>
        </ns0:nvSpPr>
        <ns0:spPr/>
      </ns0:sp>
      <ns0:sp>
        <ns0:nvSpPr>
          <ns0:cNvPr id="6" name="Picture Placeholder 5">
            <ns1:extLst>
              <ns1:ext uri="{FF2B5EF4-FFF2-40B4-BE49-F238E27FC236}">
                <ns2:creationId id="{C84C19FA-BADA-4A7A-B941-0E21710763A1}"/>
              </ns1:ext>
            </ns1:extLst>
          </ns0:cNvPr>
          <ns0:cNvSpPr>
            <ns1:spLocks noGrp="1"/>
          </ns0:cNvSpPr>
          <ns0:nvPr>
            <ns0:ph type="pic" sz="quarter" idx="13"/>
          </ns0:nvPr>
        </ns0:nvSpPr>
        <ns0:spPr/>
      </ns0:sp>
    </ns0:spTree>
    <ns0:extLst>
      <ns0:ext uri="{BB962C8B-B14F-4D97-AF65-F5344CB8AC3E}">
        <ns3:creationId val="2150768861"/>
      </ns0:ext>
    </ns0:extLst>
  </ns0:cSld>
  <ns0:clrMapOvr>
    <ns1:masterClrMapping/>
  </ns0:clrMapOvr>
</ns0:sld>
</file>

<file path=ppt/slides/slide14.xml><?xml version="1.0" encoding="utf-8"?>
<ns0:sld xmlns:ns0="http://schemas.openxmlformats.org/presentationml/2006/main" xmlns:ns1="http://schemas.openxmlformats.org/drawingml/2006/main" xmlns:ns2="http://schemas.microsoft.com/office/drawing/2014/main" xmlns:ns3="http://schemas.microsoft.com/office/drawing/2010/main" xmlns:ns4="http://schemas.microsoft.com/office/powerpoint/2010/main">
  <ns0:cSld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4" name="TextBox 3">
            <ns1:extLst>
              <ns1:ext uri="{FF2B5EF4-FFF2-40B4-BE49-F238E27FC236}">
                <ns2:creationId id="{DC96AF76-3B57-49F4-82F4-4ADD378C8A38}"/>
              </ns1:ext>
            </ns1:extLst>
          </ns0:cNvPr>
          <ns0:cNvSpPr txBox="1"/>
          <ns0:nvPr/>
        </ns0:nvSpPr>
        <ns0:spPr>
          <ns1:xfrm>
            <ns1:off x="2811083" y="641437"/>
            <ns1:ext cx="6569833" cy="461665"/>
          </ns1:xfrm>
          <ns1:prstGeom prst="rect">
            <ns1:avLst/>
          </ns1:prstGeom>
          <ns1:noFill/>
        </ns0:spPr>
        <ns0:txBody>
          <ns1:bodyPr wrap="square" rtlCol="0">
            <ns1:spAutoFit/>
          </ns1:bodyPr>
          <ns1:lstStyle/>
          <ns1:p>
            <ns1:pPr algn="ctr"/>
            <ns1:r>
              <ns1:rPr lang="en-US" sz="2400" spc="300">
                <ns1:solidFill>
                  <ns1:schemeClr val="tx1">
                    <ns1:lumMod val="85000"/>
                    <ns1:lumOff val="15000"/>
                  </ns1:schemeClr>
                </ns1:solidFill>
                <ns1:latin typeface="Poppins SemiBold" panose="00000700000000000000" pitchFamily="2" charset="0"/>
                <ns1:cs typeface="Poppins SemiBold" panose="00000700000000000000" pitchFamily="2" charset="0"/>
              </ns1:rPr>
              <ns1:t>{SlideSectionLabel}</ns1:t>
            </ns1:r>
          </ns1:p>
        </ns0:txBody>
      </ns0:sp>
      <ns0:sp>
        <ns0:nvSpPr>
          <ns0:cNvPr id="10" name="TextBox 9">
            <ns1:extLst>
              <ns1:ext uri="{FF2B5EF4-FFF2-40B4-BE49-F238E27FC236}">
                <ns2:creationId id="{4A222537-1352-43F6-A909-77C7C02B6B9D}"/>
              </ns1:ext>
            </ns1:extLst>
          </ns0:cNvPr>
          <ns0:cNvSpPr txBox="1"/>
          <ns0:nvPr/>
        </ns0:nvSpPr>
        <ns0:spPr>
          <ns1:xfrm>
            <ns1:off x="856835" y="3131706"/>
            <ns1:ext cx="2708961" cy="292388"/>
          </ns1:xfrm>
          <ns1:prstGeom prst="rect">
            <ns1:avLst/>
          </ns1:prstGeom>
          <ns1:noFill/>
        </ns0:spPr>
        <ns0:txBody>
          <ns1:bodyPr wrap="square" rtlCol="0">
            <ns1:spAutoFit/>
          </ns1:bodyPr>
          <ns1:lstStyle/>
          <ns1:p>
            <ns1:pPr algn="r"/>
            <ns1:r>
              <ns1:rPr lang="en-US" sz="1300" b="1">
                <ns1:solidFill>
                  <ns1:schemeClr val="tx1">
                    <ns1:lumMod val="85000"/>
                    <ns1:lumOff val="15000"/>
                  </ns1:schemeClr>
                </ns1:solidFill>
                <ns1:latin typeface="Poppins SemiBold" panose="00000700000000000000" pitchFamily="2" charset="0"/>
                <ns1:ea typeface="Lato" panose="020F0502020204030203" pitchFamily="34" charset="0"/>
                <ns1:cs typeface="Poppins SemiBold" panose="00000700000000000000" pitchFamily="2" charset="0"/>
              </ns1:rPr>
              <ns1:t>{SlideSupportingContent}</ns1:t>
            </ns1:r>
          </ns1:p>
        </ns0:txBody>
      </ns0:sp>
      <ns0:sp>
        <ns0:nvSpPr>
          <ns0:cNvPr id="11" name="TextBox 10">
            <ns1:extLst>
              <ns1:ext uri="{FF2B5EF4-FFF2-40B4-BE49-F238E27FC236}">
                <ns2:creationId id="{1D33319E-47D3-4AE5-B6A2-414DDC3384F3}"/>
              </ns1:ext>
            </ns1:extLst>
          </ns0:cNvPr>
          <ns0:cNvSpPr txBox="1"/>
          <ns0:nvPr/>
        </ns0:nvSpPr>
        <ns0:spPr>
          <ns1:xfrm>
            <ns1:off x="856835" y="3439483"/>
            <ns1:ext cx="2708961" cy="566758"/>
          </ns1:xfrm>
          <ns1:prstGeom prst="rect">
            <ns1:avLst/>
          </ns1:prstGeom>
          <ns1:noFill/>
        </ns0:spPr>
        <ns0:txBody>
          <ns1:bodyPr wrap="square" rtlCol="0">
            <ns1:spAutoFit/>
          </ns1:bodyPr>
          <ns1:lstStyle/>
          <ns1:p>
            <ns1:pPr algn="r">
              <ns1:lnSpc>
                <ns1:spcPct val="150000"/>
              </ns1:lnSpc>
            </ns1:pPr>
            <ns1:r>
              <ns1:rPr lang="en-US" sz="1100">
                <ns1:solidFill>
                  <ns1:schemeClr val="bg1">
                    <ns1:lumMod val="50000"/>
                  </ns1:schemeClr>
                </ns1:solidFill>
                <ns1:latin typeface="Lato" panose="020F0502020204030203" pitchFamily="34" charset="0"/>
                <ns1:ea typeface="Lato" panose="020F0502020204030203" pitchFamily="34" charset="0"/>
                <ns1:cs typeface="Lato" panose="020F0502020204030203" pitchFamily="34" charset="0"/>
              </ns1:rPr>
              <ns1:t>{SlideCallout}</ns1:t>
            </ns1:r>
          </ns1:p>
        </ns0:txBody>
      </ns0:sp>
      <ns0:sp>
        <ns0:nvSpPr>
          <ns0:cNvPr id="12" name="TextBox 11">
            <ns1:extLst>
              <ns1:ext uri="{FF2B5EF4-FFF2-40B4-BE49-F238E27FC236}">
                <ns2:creationId id="{9422C1DA-8FE1-4128-B789-017BDD183C41}"/>
              </ns1:ext>
            </ns1:extLst>
          </ns0:cNvPr>
          <ns0:cNvSpPr txBox="1"/>
          <ns0:nvPr/>
        </ns0:nvSpPr>
        <ns0:spPr>
          <ns1:xfrm>
            <ns1:off x="856835" y="5413336"/>
            <ns1:ext cx="2708961" cy="292388"/>
          </ns1:xfrm>
          <ns1:prstGeom prst="rect">
            <ns1:avLst/>
          </ns1:prstGeom>
          <ns1:noFill/>
        </ns0:spPr>
        <ns0:txBody>
          <ns1:bodyPr wrap="square" rtlCol="0">
            <ns1:spAutoFit/>
          </ns1:bodyPr>
          <ns1:lstStyle/>
          <ns1:p>
            <ns1:pPr algn="r"/>
            <ns1:r>
              <ns1:rPr lang="en-US" sz="1300" b="1">
                <ns1:solidFill>
                  <ns1:schemeClr val="tx1">
                    <ns1:lumMod val="85000"/>
                    <ns1:lumOff val="15000"/>
                  </ns1:schemeClr>
                </ns1:solidFill>
                <ns1:latin typeface="Poppins SemiBold" panose="00000700000000000000" pitchFamily="2" charset="0"/>
                <ns1:ea typeface="Lato" panose="020F0502020204030203" pitchFamily="34" charset="0"/>
                <ns1:cs typeface="Poppins SemiBold" panose="00000700000000000000" pitchFamily="2" charset="0"/>
              </ns1:rPr>
              <ns1:t>{SlideCaption}</ns1:t>
            </ns1:r>
          </ns1:p>
        </ns0:txBody>
      </ns0:sp>
      <ns0:sp>
        <ns0:nvSpPr>
          <ns0:cNvPr id="13" name="TextBox 12">
            <ns1:extLst>
              <ns1:ext uri="{FF2B5EF4-FFF2-40B4-BE49-F238E27FC236}">
                <ns2:creationId id="{2043D739-8752-46A2-AC8D-0B9DCBB8A4BE}"/>
              </ns1:ext>
            </ns1:extLst>
          </ns0:cNvPr>
          <ns0:cNvSpPr txBox="1"/>
          <ns0:nvPr/>
        </ns0:nvSpPr>
        <ns0:spPr>
          <ns1:xfrm>
            <ns1:off x="856835" y="5721114"/>
            <ns1:ext cx="2708961" cy="566758"/>
          </ns1:xfrm>
          <ns1:prstGeom prst="rect">
            <ns1:avLst/>
          </ns1:prstGeom>
          <ns1:noFill/>
        </ns0:spPr>
        <ns0:txBody>
          <ns1:bodyPr wrap="square" rtlCol="0">
            <ns1:spAutoFit/>
          </ns1:bodyPr>
          <ns1:lstStyle/>
          <ns1:p>
            <ns1:pPr algn="r">
              <ns1:lnSpc>
                <ns1:spcPct val="150000"/>
              </ns1:lnSpc>
            </ns1:pPr>
            <ns1:r>
              <ns1:rPr lang="en-US" sz="1100">
                <ns1:solidFill>
                  <ns1:schemeClr val="bg1">
                    <ns1:lumMod val="50000"/>
                  </ns1:schemeClr>
                </ns1:solidFill>
                <ns1:latin typeface="Lato" panose="020F0502020204030203" pitchFamily="34" charset="0"/>
                <ns1:ea typeface="Lato" panose="020F0502020204030203" pitchFamily="34" charset="0"/>
                <ns1:cs typeface="Lato" panose="020F0502020204030203" pitchFamily="34" charset="0"/>
              </ns1:rPr>
              <ns1:t>{SlideSupportingContent2}</ns1:t>
            </ns1:r>
          </ns1:p>
        </ns0:txBody>
      </ns0:sp>
      <ns0:sp>
        <ns0:nvSpPr>
          <ns0:cNvPr id="18" name="TextBox 17">
            <ns1:extLst>
              <ns1:ext uri="{FF2B5EF4-FFF2-40B4-BE49-F238E27FC236}">
                <ns2:creationId id="{3FE141C9-F0B5-4E2E-8E02-A9A71808F207}"/>
              </ns1:ext>
            </ns1:extLst>
          </ns0:cNvPr>
          <ns0:cNvSpPr txBox="1"/>
          <ns0:nvPr/>
        </ns0:nvSpPr>
        <ns0:spPr>
          <ns1:xfrm>
            <ns1:off x="8638864" y="3054748"/>
            <ns1:ext cx="2696301" cy="292388"/>
          </ns1:xfrm>
          <ns1:prstGeom prst="rect">
            <ns1:avLst/>
          </ns1:prstGeom>
          <ns1:noFill/>
        </ns0:spPr>
        <ns0:txBody>
          <ns1:bodyPr wrap="square" rtlCol="0">
            <ns1:spAutoFit/>
          </ns1:bodyPr>
          <ns1:lstStyle/>
          <ns1:p>
            <ns1:r>
              <ns1:rPr lang="en-US" sz="1300" b="1">
                <ns1:solidFill>
                  <ns1:schemeClr val="tx1">
                    <ns1:lumMod val="85000"/>
                    <ns1:lumOff val="15000"/>
                  </ns1:schemeClr>
                </ns1:solidFill>
                <ns1:latin typeface="Poppins SemiBold" panose="00000700000000000000" pitchFamily="2" charset="0"/>
                <ns1:ea typeface="Lato" panose="020F0502020204030203" pitchFamily="34" charset="0"/>
                <ns1:cs typeface="Poppins SemiBold" panose="00000700000000000000" pitchFamily="2" charset="0"/>
              </ns1:rPr>
              <ns1:t>{SlideSupportingContent3}</ns1:t>
            </ns1:r>
          </ns1:p>
        </ns0:txBody>
      </ns0:sp>
      <ns0:sp>
        <ns0:nvSpPr>
          <ns0:cNvPr id="19" name="TextBox 18">
            <ns1:extLst>
              <ns1:ext uri="{FF2B5EF4-FFF2-40B4-BE49-F238E27FC236}">
                <ns2:creationId id="{ED7F2B3B-A10E-4682-B583-68AA20825A90}"/>
              </ns1:ext>
            </ns1:extLst>
          </ns0:cNvPr>
          <ns0:cNvSpPr txBox="1"/>
          <ns0:nvPr/>
        </ns0:nvSpPr>
        <ns0:spPr>
          <ns1:xfrm>
            <ns1:off x="8638864" y="3362525"/>
            <ns1:ext cx="2696301" cy="566758"/>
          </ns1:xfrm>
          <ns1:prstGeom prst="rect">
            <ns1:avLst/>
          </ns1:prstGeom>
          <ns1:noFill/>
        </ns0:spPr>
        <ns0:txBody>
          <ns1:bodyPr wrap="square" rtlCol="0">
            <ns1:spAutoFit/>
          </ns1:bodyPr>
          <ns1:lstStyle/>
          <ns1:p>
            <ns1:pPr>
              <ns1:lnSpc>
                <ns1:spcPct val="150000"/>
              </ns1:lnSpc>
            </ns1:pPr>
            <ns1:r>
              <ns1:rPr lang="en-US" sz="1100">
                <ns1:solidFill>
                  <ns1:schemeClr val="bg1">
                    <ns1:lumMod val="50000"/>
                  </ns1:schemeClr>
                </ns1:solidFill>
                <ns1:latin typeface="Lato" panose="020F0502020204030203" pitchFamily="34" charset="0"/>
                <ns1:ea typeface="Lato" panose="020F0502020204030203" pitchFamily="34" charset="0"/>
                <ns1:cs typeface="Lato" panose="020F0502020204030203" pitchFamily="34" charset="0"/>
              </ns1:rPr>
              <ns1:t>{SlideSupportingContent4}</ns1:t>
            </ns1:r>
          </ns1:p>
        </ns0:txBody>
      </ns0:sp>
      <ns0:sp>
        <ns0:nvSpPr>
          <ns0:cNvPr id="20" name="TextBox 19">
            <ns1:extLst>
              <ns1:ext uri="{FF2B5EF4-FFF2-40B4-BE49-F238E27FC236}">
                <ns2:creationId id="{2F8CDEBA-7F60-49B6-9328-E928AF8654FA}"/>
              </ns1:ext>
            </ns1:extLst>
          </ns0:cNvPr>
          <ns0:cNvSpPr txBox="1"/>
          <ns0:nvPr/>
        </ns0:nvSpPr>
        <ns0:spPr>
          <ns1:xfrm>
            <ns1:off x="8638864" y="5428725"/>
            <ns1:ext cx="2696301" cy="292388"/>
          </ns1:xfrm>
          <ns1:prstGeom prst="rect">
            <ns1:avLst/>
          </ns1:prstGeom>
          <ns1:noFill/>
        </ns0:spPr>
        <ns0:txBody>
          <ns1:bodyPr wrap="square" rtlCol="0">
            <ns1:spAutoFit/>
          </ns1:bodyPr>
          <ns1:lstStyle/>
          <ns1:p>
            <ns1:r>
              <ns1:rPr lang="en-US" sz="1300" b="1">
                <ns1:solidFill>
                  <ns1:schemeClr val="tx1">
                    <ns1:lumMod val="85000"/>
                    <ns1:lumOff val="15000"/>
                  </ns1:schemeClr>
                </ns1:solidFill>
                <ns1:latin typeface="Poppins SemiBold" panose="00000700000000000000" pitchFamily="2" charset="0"/>
                <ns1:ea typeface="Lato" panose="020F0502020204030203" pitchFamily="34" charset="0"/>
                <ns1:cs typeface="Poppins SemiBold" panose="00000700000000000000" pitchFamily="2" charset="0"/>
              </ns1:rPr>
              <ns1:t>{SlideSupportingContent5}</ns1:t>
            </ns1:r>
          </ns1:p>
        </ns0:txBody>
      </ns0:sp>
      <ns0:sp>
        <ns0:nvSpPr>
          <ns0:cNvPr id="21" name="TextBox 20">
            <ns1:extLst>
              <ns1:ext uri="{FF2B5EF4-FFF2-40B4-BE49-F238E27FC236}">
                <ns2:creationId id="{20896636-CCF0-41D9-94B5-BD6B2CC047C9}"/>
              </ns1:ext>
            </ns1:extLst>
          </ns0:cNvPr>
          <ns0:cNvSpPr txBox="1"/>
          <ns0:nvPr/>
        </ns0:nvSpPr>
        <ns0:spPr>
          <ns1:xfrm>
            <ns1:off x="8638864" y="5736503"/>
            <ns1:ext cx="2696301" cy="566758"/>
          </ns1:xfrm>
          <ns1:prstGeom prst="rect">
            <ns1:avLst/>
          </ns1:prstGeom>
          <ns1:noFill/>
        </ns0:spPr>
        <ns0:txBody>
          <ns1:bodyPr wrap="square" rtlCol="0">
            <ns1:spAutoFit/>
          </ns1:bodyPr>
          <ns1:lstStyle/>
          <ns1:p>
            <ns1:pPr>
              <ns1:lnSpc>
                <ns1:spcPct val="150000"/>
              </ns1:lnSpc>
            </ns1:pPr>
            <ns1:r>
              <ns1:rPr lang="en-US" sz="1100">
                <ns1:solidFill>
                  <ns1:schemeClr val="bg1">
                    <ns1:lumMod val="50000"/>
                  </ns1:schemeClr>
                </ns1:solidFill>
                <ns1:latin typeface="Lato" panose="020F0502020204030203" pitchFamily="34" charset="0"/>
                <ns1:ea typeface="Lato" panose="020F0502020204030203" pitchFamily="34" charset="0"/>
                <ns1:cs typeface="Lato" panose="020F0502020204030203" pitchFamily="34" charset="0"/>
              </ns1:rPr>
              <ns1:t>{SlideSupportingContent}</ns1:t>
            </ns1:r>
          </ns1:p>
        </ns0:txBody>
      </ns0:sp>
      <ns0:grpSp>
        <ns0:nvGrpSpPr>
          <ns0:cNvPr id="84" name="Group 83">
            <ns1:extLst>
              <ns1:ext uri="{FF2B5EF4-FFF2-40B4-BE49-F238E27FC236}">
                <ns2:creationId id="{77BC9A47-744B-4F82-852E-521BB56302F6}"/>
              </ns1:ext>
            </ns1:extLst>
          </ns0:cNvPr>
          <ns0:cNvGrpSpPr/>
          <ns0:nvPr/>
        </ns0:nvGrpSpPr>
        <ns0:grpSpPr>
          <ns1:xfrm>
            <ns1:off x="2602569" y="1992904"/>
            <ns1:ext cx="963227" cy="963227"/>
            <ns1:chOff x="2602569" y="1992904"/>
            <ns1:chExt cx="963227" cy="963227"/>
          </ns1:xfrm>
        </ns0:grpSpPr>
        <ns0:sp>
          <ns0:nvSpPr>
            <ns0:cNvPr id="29" name="Oval 28">
              <ns1:extLst>
                <ns1:ext uri="{FF2B5EF4-FFF2-40B4-BE49-F238E27FC236}">
                  <ns2:creationId id="{1029B936-98A6-4DE2-8304-92BD4B15367F}"/>
                </ns1:ext>
              </ns1:extLst>
            </ns0:cNvPr>
            <ns0:cNvSpPr/>
            <ns0:nvPr/>
          </ns0:nvSpPr>
          <ns0:spPr>
            <ns1:xfrm>
              <ns1:off x="2602569" y="1992904"/>
              <ns1:ext cx="963227" cy="963227"/>
            </ns1:xfrm>
            <ns1:prstGeom prst="ellipse">
              <ns1:avLst/>
            </ns1:prstGeom>
            <ns1:solidFill>
              <ns1:schemeClr val="accent4">
                <ns1:lumMod val="40000"/>
                <ns1:lumOff val="60000"/>
              </ns1:schemeClr>
            </ns1:solidFill>
            <ns1:ln>
              <ns1:noFill/>
            </ns1:ln>
          </ns0:spPr>
          <ns0:style>
            <ns1:lnRef idx="2">
              <ns1:schemeClr val="accent1">
                <ns1:shade val="50000"/>
              </ns1:schemeClr>
            </ns1:lnRef>
            <ns1:fillRef idx="1">
              <ns1:schemeClr val="accent1"/>
            </ns1:fillRef>
            <ns1:effectRef idx="0">
              <ns1:schemeClr val="accent1"/>
            </ns1:effectRef>
            <ns1:fontRef idx="minor">
              <ns1:schemeClr val="lt1"/>
            </ns1:fontRef>
          </ns0:style>
          <ns0:txBody>
            <ns1:bodyPr rtlCol="0" anchor="ctr"/>
            <ns1:lstStyle/>
            <ns1:p>
              <ns1:pPr algn="ctr"/>
              <ns1:endParaRPr lang="en-US"/>
            </ns1:p>
          </ns0:txBody>
        </ns0:sp>
        <ns0:sp>
          <ns0:nvSpPr>
            <ns0:cNvPr id="31" name="Freeform 112">
              <ns1:extLst>
                <ns1:ext uri="{FF2B5EF4-FFF2-40B4-BE49-F238E27FC236}">
                  <ns2:creationId id="{EE92681E-62C7-4947-AF6C-270D01BD44EF}"/>
                </ns1:ext>
              </ns1:extLst>
            </ns0:cNvPr>
            <ns0:cNvSpPr>
              <ns1:spLocks noEditPoints="1"/>
            </ns0:cNvSpPr>
            <ns0:nvPr/>
          </ns0:nvSpPr>
          <ns0:spPr bwMode="auto">
            <ns1:xfrm>
              <ns1:off x="2883995" y="2275320"/>
              <ns1:ext cx="400375" cy="398394"/>
            </ns1:xfrm>
            <ns1:custGeom>
              <ns1:avLst/>
              <ns1:gdLst>
                <ns1:gd name="T0" fmla="*/ 176 w 176"/>
                <ns1:gd name="T1" fmla="*/ 52 h 176"/>
                <ns1:gd name="T2" fmla="*/ 175 w 176"/>
                <ns1:gd name="T3" fmla="*/ 50 h 176"/>
                <ns1:gd name="T4" fmla="*/ 175 w 176"/>
                <ns1:gd name="T5" fmla="*/ 50 h 176"/>
                <ns1:gd name="T6" fmla="*/ 175 w 176"/>
                <ns1:gd name="T7" fmla="*/ 49 h 176"/>
                <ns1:gd name="T8" fmla="*/ 175 w 176"/>
                <ns1:gd name="T9" fmla="*/ 49 h 176"/>
                <ns1:gd name="T10" fmla="*/ 127 w 176"/>
                <ns1:gd name="T11" fmla="*/ 2 h 176"/>
                <ns1:gd name="T12" fmla="*/ 127 w 176"/>
                <ns1:gd name="T13" fmla="*/ 2 h 176"/>
                <ns1:gd name="T14" fmla="*/ 124 w 176"/>
                <ns1:gd name="T15" fmla="*/ 0 h 176"/>
                <ns1:gd name="T16" fmla="*/ 52 w 176"/>
                <ns1:gd name="T17" fmla="*/ 0 h 176"/>
                <ns1:gd name="T18" fmla="*/ 49 w 176"/>
                <ns1:gd name="T19" fmla="*/ 2 h 176"/>
                <ns1:gd name="T20" fmla="*/ 49 w 176"/>
                <ns1:gd name="T21" fmla="*/ 2 h 176"/>
                <ns1:gd name="T22" fmla="*/ 1 w 176"/>
                <ns1:gd name="T23" fmla="*/ 49 h 176"/>
                <ns1:gd name="T24" fmla="*/ 1 w 176"/>
                <ns1:gd name="T25" fmla="*/ 49 h 176"/>
                <ns1:gd name="T26" fmla="*/ 1 w 176"/>
                <ns1:gd name="T27" fmla="*/ 50 h 176"/>
                <ns1:gd name="T28" fmla="*/ 1 w 176"/>
                <ns1:gd name="T29" fmla="*/ 50 h 176"/>
                <ns1:gd name="T30" fmla="*/ 0 w 176"/>
                <ns1:gd name="T31" fmla="*/ 52 h 176"/>
                <ns1:gd name="T32" fmla="*/ 1 w 176"/>
                <ns1:gd name="T33" fmla="*/ 54 h 176"/>
                <ns1:gd name="T34" fmla="*/ 1 w 176"/>
                <ns1:gd name="T35" fmla="*/ 55 h 176"/>
                <ns1:gd name="T36" fmla="*/ 85 w 176"/>
                <ns1:gd name="T37" fmla="*/ 175 h 176"/>
                <ns1:gd name="T38" fmla="*/ 85 w 176"/>
                <ns1:gd name="T39" fmla="*/ 174 h 176"/>
                <ns1:gd name="T40" fmla="*/ 88 w 176"/>
                <ns1:gd name="T41" fmla="*/ 176 h 176"/>
                <ns1:gd name="T42" fmla="*/ 91 w 176"/>
                <ns1:gd name="T43" fmla="*/ 174 h 176"/>
                <ns1:gd name="T44" fmla="*/ 91 w 176"/>
                <ns1:gd name="T45" fmla="*/ 175 h 176"/>
                <ns1:gd name="T46" fmla="*/ 175 w 176"/>
                <ns1:gd name="T47" fmla="*/ 55 h 176"/>
                <ns1:gd name="T48" fmla="*/ 175 w 176"/>
                <ns1:gd name="T49" fmla="*/ 54 h 176"/>
                <ns1:gd name="T50" fmla="*/ 176 w 176"/>
                <ns1:gd name="T51" fmla="*/ 52 h 176"/>
                <ns1:gd name="T52" fmla="*/ 122 w 176"/>
                <ns1:gd name="T53" fmla="*/ 8 h 176"/>
                <ns1:gd name="T54" fmla="*/ 162 w 176"/>
                <ns1:gd name="T55" fmla="*/ 48 h 176"/>
                <ns1:gd name="T56" fmla="*/ 126 w 176"/>
                <ns1:gd name="T57" fmla="*/ 48 h 176"/>
                <ns1:gd name="T58" fmla="*/ 106 w 176"/>
                <ns1:gd name="T59" fmla="*/ 8 h 176"/>
                <ns1:gd name="T60" fmla="*/ 122 w 176"/>
                <ns1:gd name="T61" fmla="*/ 8 h 176"/>
                <ns1:gd name="T62" fmla="*/ 98 w 176"/>
                <ns1:gd name="T63" fmla="*/ 8 h 176"/>
                <ns1:gd name="T64" fmla="*/ 118 w 176"/>
                <ns1:gd name="T65" fmla="*/ 48 h 176"/>
                <ns1:gd name="T66" fmla="*/ 58 w 176"/>
                <ns1:gd name="T67" fmla="*/ 48 h 176"/>
                <ns1:gd name="T68" fmla="*/ 78 w 176"/>
                <ns1:gd name="T69" fmla="*/ 8 h 176"/>
                <ns1:gd name="T70" fmla="*/ 98 w 176"/>
                <ns1:gd name="T71" fmla="*/ 8 h 176"/>
                <ns1:gd name="T72" fmla="*/ 54 w 176"/>
                <ns1:gd name="T73" fmla="*/ 8 h 176"/>
                <ns1:gd name="T74" fmla="*/ 70 w 176"/>
                <ns1:gd name="T75" fmla="*/ 8 h 176"/>
                <ns1:gd name="T76" fmla="*/ 50 w 176"/>
                <ns1:gd name="T77" fmla="*/ 48 h 176"/>
                <ns1:gd name="T78" fmla="*/ 14 w 176"/>
                <ns1:gd name="T79" fmla="*/ 48 h 176"/>
                <ns1:gd name="T80" fmla="*/ 54 w 176"/>
                <ns1:gd name="T81" fmla="*/ 8 h 176"/>
                <ns1:gd name="T82" fmla="*/ 12 w 176"/>
                <ns1:gd name="T83" fmla="*/ 56 h 176"/>
                <ns1:gd name="T84" fmla="*/ 49 w 176"/>
                <ns1:gd name="T85" fmla="*/ 56 h 176"/>
                <ns1:gd name="T86" fmla="*/ 77 w 176"/>
                <ns1:gd name="T87" fmla="*/ 149 h 176"/>
                <ns1:gd name="T88" fmla="*/ 12 w 176"/>
                <ns1:gd name="T89" fmla="*/ 56 h 176"/>
                <ns1:gd name="T90" fmla="*/ 88 w 176"/>
                <ns1:gd name="T91" fmla="*/ 158 h 176"/>
                <ns1:gd name="T92" fmla="*/ 57 w 176"/>
                <ns1:gd name="T93" fmla="*/ 56 h 176"/>
                <ns1:gd name="T94" fmla="*/ 119 w 176"/>
                <ns1:gd name="T95" fmla="*/ 56 h 176"/>
                <ns1:gd name="T96" fmla="*/ 88 w 176"/>
                <ns1:gd name="T97" fmla="*/ 158 h 176"/>
                <ns1:gd name="T98" fmla="*/ 99 w 176"/>
                <ns1:gd name="T99" fmla="*/ 149 h 176"/>
                <ns1:gd name="T100" fmla="*/ 127 w 176"/>
                <ns1:gd name="T101" fmla="*/ 56 h 176"/>
                <ns1:gd name="T102" fmla="*/ 164 w 176"/>
                <ns1:gd name="T103" fmla="*/ 56 h 176"/>
                <ns1:gd name="T104" fmla="*/ 99 w 176"/>
                <ns1:gd name="T105" fmla="*/ 149 h 176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  <ns1:cxn ang="0">
                  <ns1:pos x="T14" y="T15"/>
                </ns1:cxn>
                <ns1:cxn ang="0">
                  <ns1:pos x="T16" y="T17"/>
                </ns1:cxn>
                <ns1:cxn ang="0">
                  <ns1:pos x="T18" y="T19"/>
                </ns1:cxn>
                <ns1:cxn ang="0">
                  <ns1:pos x="T20" y="T21"/>
                </ns1:cxn>
                <ns1:cxn ang="0">
                  <ns1:pos x="T22" y="T23"/>
                </ns1:cxn>
                <ns1:cxn ang="0">
                  <ns1:pos x="T24" y="T25"/>
                </ns1:cxn>
                <ns1:cxn ang="0">
                  <ns1:pos x="T26" y="T27"/>
                </ns1:cxn>
                <ns1:cxn ang="0">
                  <ns1:pos x="T28" y="T29"/>
                </ns1:cxn>
                <ns1:cxn ang="0">
                  <ns1:pos x="T30" y="T31"/>
                </ns1:cxn>
                <ns1:cxn ang="0">
                  <ns1:pos x="T32" y="T33"/>
                </ns1:cxn>
                <ns1:cxn ang="0">
                  <ns1:pos x="T34" y="T35"/>
                </ns1:cxn>
                <ns1:cxn ang="0">
                  <ns1:pos x="T36" y="T37"/>
                </ns1:cxn>
                <ns1:cxn ang="0">
                  <ns1:pos x="T38" y="T39"/>
                </ns1:cxn>
                <ns1:cxn ang="0">
                  <ns1:pos x="T40" y="T41"/>
                </ns1:cxn>
                <ns1:cxn ang="0">
                  <ns1:pos x="T42" y="T43"/>
                </ns1:cxn>
                <ns1:cxn ang="0">
                  <ns1:pos x="T44" y="T45"/>
                </ns1:cxn>
                <ns1:cxn ang="0">
                  <ns1:pos x="T46" y="T47"/>
                </ns1:cxn>
                <ns1:cxn ang="0">
                  <ns1:pos x="T48" y="T49"/>
                </ns1:cxn>
                <ns1:cxn ang="0">
                  <ns1:pos x="T50" y="T51"/>
                </ns1:cxn>
                <ns1:cxn ang="0">
                  <ns1:pos x="T52" y="T53"/>
                </ns1:cxn>
                <ns1:cxn ang="0">
                  <ns1:pos x="T54" y="T55"/>
                </ns1:cxn>
                <ns1:cxn ang="0">
                  <ns1:pos x="T56" y="T57"/>
                </ns1:cxn>
                <ns1:cxn ang="0">
                  <ns1:pos x="T58" y="T59"/>
                </ns1:cxn>
                <ns1:cxn ang="0">
                  <ns1:pos x="T60" y="T61"/>
                </ns1:cxn>
                <ns1:cxn ang="0">
                  <ns1:pos x="T62" y="T63"/>
                </ns1:cxn>
                <ns1:cxn ang="0">
                  <ns1:pos x="T64" y="T65"/>
                </ns1:cxn>
                <ns1:cxn ang="0">
                  <ns1:pos x="T66" y="T67"/>
                </ns1:cxn>
                <ns1:cxn ang="0">
                  <ns1:pos x="T68" y="T69"/>
                </ns1:cxn>
                <ns1:cxn ang="0">
                  <ns1:pos x="T70" y="T71"/>
                </ns1:cxn>
                <ns1:cxn ang="0">
                  <ns1:pos x="T72" y="T73"/>
                </ns1:cxn>
                <ns1:cxn ang="0">
                  <ns1:pos x="T74" y="T75"/>
                </ns1:cxn>
                <ns1:cxn ang="0">
                  <ns1:pos x="T76" y="T77"/>
                </ns1:cxn>
                <ns1:cxn ang="0">
                  <ns1:pos x="T78" y="T79"/>
                </ns1:cxn>
                <ns1:cxn ang="0">
                  <ns1:pos x="T80" y="T81"/>
                </ns1:cxn>
                <ns1:cxn ang="0">
                  <ns1:pos x="T82" y="T83"/>
                </ns1:cxn>
                <ns1:cxn ang="0">
                  <ns1:pos x="T84" y="T85"/>
                </ns1:cxn>
                <ns1:cxn ang="0">
                  <ns1:pos x="T86" y="T87"/>
                </ns1:cxn>
                <ns1:cxn ang="0">
                  <ns1:pos x="T88" y="T89"/>
                </ns1:cxn>
                <ns1:cxn ang="0">
                  <ns1:pos x="T90" y="T91"/>
                </ns1:cxn>
                <ns1:cxn ang="0">
                  <ns1:pos x="T92" y="T93"/>
                </ns1:cxn>
                <ns1:cxn ang="0">
                  <ns1:pos x="T94" y="T95"/>
                </ns1:cxn>
                <ns1:cxn ang="0">
                  <ns1:pos x="T96" y="T97"/>
                </ns1:cxn>
                <ns1:cxn ang="0">
                  <ns1:pos x="T98" y="T99"/>
                </ns1:cxn>
                <ns1:cxn ang="0">
                  <ns1:pos x="T100" y="T101"/>
                </ns1:cxn>
                <ns1:cxn ang="0">
                  <ns1:pos x="T102" y="T103"/>
                </ns1:cxn>
                <ns1:cxn ang="0">
                  <ns1:pos x="T104" y="T105"/>
                </ns1:cxn>
              </ns1:cxnLst>
              <ns1:rect l="0" t="0" r="r" b="b"/>
              <ns1:pathLst>
                <ns1:path w="176" h="176">
                  <ns1:moveTo>
                    <ns1:pt x="176" y="52"/>
                  </ns1:moveTo>
                  <ns1:cubicBezTo>
                    <ns1:pt x="176" y="51"/>
                    <ns1:pt x="176" y="50"/>
                    <ns1:pt x="175" y="50"/>
                  </ns1:cubicBezTo>
                  <ns1:cubicBezTo>
                    <ns1:pt x="175" y="50"/>
                    <ns1:pt x="175" y="50"/>
                    <ns1:pt x="175" y="50"/>
                  </ns1:cubicBezTo>
                  <ns1:cubicBezTo>
                    <ns1:pt x="175" y="49"/>
                    <ns1:pt x="175" y="49"/>
                    <ns1:pt x="175" y="49"/>
                  </ns1:cubicBezTo>
                  <ns1:cubicBezTo>
                    <ns1:pt x="175" y="49"/>
                    <ns1:pt x="175" y="49"/>
                    <ns1:pt x="175" y="49"/>
                  </ns1:cubicBezTo>
                  <ns1:cubicBezTo>
                    <ns1:pt x="127" y="2"/>
                    <ns1:pt x="127" y="2"/>
                    <ns1:pt x="127" y="2"/>
                  </ns1:cubicBezTo>
                  <ns1:cubicBezTo>
                    <ns1:pt x="127" y="2"/>
                    <ns1:pt x="127" y="2"/>
                    <ns1:pt x="127" y="2"/>
                  </ns1:cubicBezTo>
                  <ns1:cubicBezTo>
                    <ns1:pt x="126" y="1"/>
                    <ns1:pt x="125" y="0"/>
                    <ns1:pt x="124" y="0"/>
                  </ns1:cubicBezTo>
                  <ns1:cubicBezTo>
                    <ns1:pt x="52" y="0"/>
                    <ns1:pt x="52" y="0"/>
                    <ns1:pt x="52" y="0"/>
                  </ns1:cubicBezTo>
                  <ns1:cubicBezTo>
                    <ns1:pt x="51" y="0"/>
                    <ns1:pt x="50" y="1"/>
                    <ns1:pt x="49" y="2"/>
                  </ns1:cubicBezTo>
                  <ns1:cubicBezTo>
                    <ns1:pt x="49" y="2"/>
                    <ns1:pt x="49" y="2"/>
                    <ns1:pt x="49" y="2"/>
                  </ns1:cubicBezTo>
                  <ns1:cubicBezTo>
                    <ns1:pt x="1" y="49"/>
                    <ns1:pt x="1" y="49"/>
                    <ns1:pt x="1" y="49"/>
                  </ns1:cubicBezTo>
                  <ns1:cubicBezTo>
                    <ns1:pt x="1" y="49"/>
                    <ns1:pt x="1" y="49"/>
                    <ns1:pt x="1" y="49"/>
                  </ns1:cubicBezTo>
                  <ns1:cubicBezTo>
                    <ns1:pt x="1" y="50"/>
                    <ns1:pt x="1" y="50"/>
                    <ns1:pt x="1" y="50"/>
                  </ns1:cubicBezTo>
                  <ns1:cubicBezTo>
                    <ns1:pt x="1" y="50"/>
                    <ns1:pt x="1" y="50"/>
                    <ns1:pt x="1" y="50"/>
                  </ns1:cubicBezTo>
                  <ns1:cubicBezTo>
                    <ns1:pt x="0" y="50"/>
                    <ns1:pt x="0" y="51"/>
                    <ns1:pt x="0" y="52"/>
                  </ns1:cubicBezTo>
                  <ns1:cubicBezTo>
                    <ns1:pt x="0" y="53"/>
                    <ns1:pt x="0" y="54"/>
                    <ns1:pt x="1" y="54"/>
                  </ns1:cubicBezTo>
                  <ns1:cubicBezTo>
                    <ns1:pt x="1" y="55"/>
                    <ns1:pt x="1" y="55"/>
                    <ns1:pt x="1" y="55"/>
                  </ns1:cubicBezTo>
                  <ns1:cubicBezTo>
                    <ns1:pt x="85" y="175"/>
                    <ns1:pt x="85" y="175"/>
                    <ns1:pt x="85" y="175"/>
                  </ns1:cubicBezTo>
                  <ns1:cubicBezTo>
                    <ns1:pt x="85" y="174"/>
                    <ns1:pt x="85" y="174"/>
                    <ns1:pt x="85" y="174"/>
                  </ns1:cubicBezTo>
                  <ns1:cubicBezTo>
                    <ns1:pt x="86" y="175"/>
                    <ns1:pt x="87" y="176"/>
                    <ns1:pt x="88" y="176"/>
                  </ns1:cubicBezTo>
                  <ns1:cubicBezTo>
                    <ns1:pt x="89" y="176"/>
                    <ns1:pt x="90" y="175"/>
                    <ns1:pt x="91" y="174"/>
                  </ns1:cubicBezTo>
                  <ns1:cubicBezTo>
                    <ns1:pt x="91" y="175"/>
                    <ns1:pt x="91" y="175"/>
                    <ns1:pt x="91" y="175"/>
                  </ns1:cubicBezTo>
                  <ns1:cubicBezTo>
                    <ns1:pt x="175" y="55"/>
                    <ns1:pt x="175" y="55"/>
                    <ns1:pt x="175" y="55"/>
                  </ns1:cubicBezTo>
                  <ns1:cubicBezTo>
                    <ns1:pt x="175" y="54"/>
                    <ns1:pt x="175" y="54"/>
                    <ns1:pt x="175" y="54"/>
                  </ns1:cubicBezTo>
                  <ns1:cubicBezTo>
                    <ns1:pt x="176" y="54"/>
                    <ns1:pt x="176" y="53"/>
                    <ns1:pt x="176" y="52"/>
                  </ns1:cubicBezTo>
                  <ns1:moveTo>
                    <ns1:pt x="122" y="8"/>
                  </ns1:moveTo>
                  <ns1:cubicBezTo>
                    <ns1:pt x="162" y="48"/>
                    <ns1:pt x="162" y="48"/>
                    <ns1:pt x="162" y="48"/>
                  </ns1:cubicBezTo>
                  <ns1:cubicBezTo>
                    <ns1:pt x="126" y="48"/>
                    <ns1:pt x="126" y="48"/>
                    <ns1:pt x="126" y="48"/>
                  </ns1:cubicBezTo>
                  <ns1:cubicBezTo>
                    <ns1:pt x="106" y="8"/>
                    <ns1:pt x="106" y="8"/>
                    <ns1:pt x="106" y="8"/>
                  </ns1:cubicBezTo>
                  <ns1:lnTo>
                    <ns1:pt x="122" y="8"/>
                  </ns1:lnTo>
                  <ns1:close/>
                  <ns1:moveTo>
                    <ns1:pt x="98" y="8"/>
                  </ns1:moveTo>
                  <ns1:cubicBezTo>
                    <ns1:pt x="118" y="48"/>
                    <ns1:pt x="118" y="48"/>
                    <ns1:pt x="118" y="48"/>
                  </ns1:cubicBezTo>
                  <ns1:cubicBezTo>
                    <ns1:pt x="58" y="48"/>
                    <ns1:pt x="58" y="48"/>
                    <ns1:pt x="58" y="48"/>
                  </ns1:cubicBezTo>
                  <ns1:cubicBezTo>
                    <ns1:pt x="78" y="8"/>
                    <ns1:pt x="78" y="8"/>
                    <ns1:pt x="78" y="8"/>
                  </ns1:cubicBezTo>
                  <ns1:lnTo>
                    <ns1:pt x="98" y="8"/>
                  </ns1:lnTo>
                  <ns1:close/>
                  <ns1:moveTo>
                    <ns1:pt x="54" y="8"/>
                  </ns1:moveTo>
                  <ns1:cubicBezTo>
                    <ns1:pt x="70" y="8"/>
                    <ns1:pt x="70" y="8"/>
                    <ns1:pt x="70" y="8"/>
                  </ns1:cubicBezTo>
                  <ns1:cubicBezTo>
                    <ns1:pt x="50" y="48"/>
                    <ns1:pt x="50" y="48"/>
                    <ns1:pt x="50" y="48"/>
                  </ns1:cubicBezTo>
                  <ns1:cubicBezTo>
                    <ns1:pt x="14" y="48"/>
                    <ns1:pt x="14" y="48"/>
                    <ns1:pt x="14" y="48"/>
                  </ns1:cubicBezTo>
                  <ns1:lnTo>
                    <ns1:pt x="54" y="8"/>
                  </ns1:lnTo>
                  <ns1:close/>
                  <ns1:moveTo>
                    <ns1:pt x="12" y="56"/>
                  </ns1:moveTo>
                  <ns1:cubicBezTo>
                    <ns1:pt x="49" y="56"/>
                    <ns1:pt x="49" y="56"/>
                    <ns1:pt x="49" y="56"/>
                  </ns1:cubicBezTo>
                  <ns1:cubicBezTo>
                    <ns1:pt x="77" y="149"/>
                    <ns1:pt x="77" y="149"/>
                    <ns1:pt x="77" y="149"/>
                  </ns1:cubicBezTo>
                  <ns1:lnTo>
                    <ns1:pt x="12" y="56"/>
                  </ns1:lnTo>
                  <ns1:close/>
                  <ns1:moveTo>
                    <ns1:pt x="88" y="158"/>
                  </ns1:moveTo>
                  <ns1:cubicBezTo>
                    <ns1:pt x="57" y="56"/>
                    <ns1:pt x="57" y="56"/>
                    <ns1:pt x="57" y="56"/>
                  </ns1:cubicBezTo>
                  <ns1:cubicBezTo>
                    <ns1:pt x="119" y="56"/>
                    <ns1:pt x="119" y="56"/>
                    <ns1:pt x="119" y="56"/>
                  </ns1:cubicBezTo>
                  <ns1:lnTo>
                    <ns1:pt x="88" y="158"/>
                  </ns1:lnTo>
                  <ns1:close/>
                  <ns1:moveTo>
                    <ns1:pt x="99" y="149"/>
                  </ns1:moveTo>
                  <ns1:cubicBezTo>
                    <ns1:pt x="127" y="56"/>
                    <ns1:pt x="127" y="56"/>
                    <ns1:pt x="127" y="56"/>
                  </ns1:cubicBezTo>
                  <ns1:cubicBezTo>
                    <ns1:pt x="164" y="56"/>
                    <ns1:pt x="164" y="56"/>
                    <ns1:pt x="164" y="56"/>
                  </ns1:cubicBezTo>
                  <ns1:lnTo>
                    <ns1:pt x="99" y="149"/>
                  </ns1:lnTo>
                  <ns1:close/>
                </ns1:path>
              </ns1:pathLst>
            </ns1:custGeom>
            <ns1:solidFill>
              <ns1:schemeClr val="tx2">
                <ns1:lumMod val="75000"/>
              </ns1:schemeClr>
            </ns1:solidFill>
            <ns1:ln>
              <ns1:noFill/>
            </ns1:ln>
            <ns1:extLst/>
          </ns0:spPr>
          <ns0:txBody>
            <ns1:bodyPr vert="horz" wrap="square" lIns="91440" tIns="45720" rIns="91440" bIns="45720" numCol="1" anchor="t" anchorCtr="0" compatLnSpc="1">
              <ns1:prstTxWarp prst="textNoShape">
                <ns1:avLst/>
              </ns1:prstTxWarp>
            </ns1:bodyPr>
            <ns1:lstStyle/>
            <ns1:p>
              <ns1:endParaRPr lang="en-US" sz="2700"/>
            </ns1:p>
          </ns0:txBody>
        </ns0:sp>
      </ns0:grpSp>
      <ns0:grpSp>
        <ns0:nvGrpSpPr>
          <ns0:cNvPr id="85" name="Group 84">
            <ns1:extLst>
              <ns1:ext uri="{FF2B5EF4-FFF2-40B4-BE49-F238E27FC236}">
                <ns2:creationId id="{F729933E-893C-4778-8AB9-21B7B59B09FB}"/>
              </ns1:ext>
            </ns1:extLst>
          </ns0:cNvPr>
          <ns0:cNvGrpSpPr/>
          <ns0:nvPr/>
        </ns0:nvGrpSpPr>
        <ns0:grpSpPr>
          <ns1:xfrm>
            <ns1:off x="2602569" y="4268579"/>
            <ns1:ext cx="963227" cy="963227"/>
            <ns1:chOff x="2602569" y="4268579"/>
            <ns1:chExt cx="963227" cy="963227"/>
          </ns1:xfrm>
        </ns0:grpSpPr>
        <ns0:sp>
          <ns0:nvSpPr>
            <ns0:cNvPr id="34" name="Oval 33">
              <ns1:extLst>
                <ns1:ext uri="{FF2B5EF4-FFF2-40B4-BE49-F238E27FC236}">
                  <ns2:creationId id="{D1A75B7D-44B7-4B3F-91E1-FD0B39C0C028}"/>
                </ns1:ext>
              </ns1:extLst>
            </ns0:cNvPr>
            <ns0:cNvSpPr/>
            <ns0:nvPr/>
          </ns0:nvSpPr>
          <ns0:spPr>
            <ns1:xfrm>
              <ns1:off x="2602569" y="4268579"/>
              <ns1:ext cx="963227" cy="963227"/>
            </ns1:xfrm>
            <ns1:prstGeom prst="ellipse">
              <ns1:avLst/>
            </ns1:prstGeom>
            <ns1:solidFill>
              <ns1:schemeClr val="accent4">
                <ns1:lumMod val="40000"/>
                <ns1:lumOff val="60000"/>
              </ns1:schemeClr>
            </ns1:solidFill>
            <ns1:ln>
              <ns1:noFill/>
            </ns1:ln>
          </ns0:spPr>
          <ns0:style>
            <ns1:lnRef idx="2">
              <ns1:schemeClr val="accent1">
                <ns1:shade val="50000"/>
              </ns1:schemeClr>
            </ns1:lnRef>
            <ns1:fillRef idx="1">
              <ns1:schemeClr val="accent1"/>
            </ns1:fillRef>
            <ns1:effectRef idx="0">
              <ns1:schemeClr val="accent1"/>
            </ns1:effectRef>
            <ns1:fontRef idx="minor">
              <ns1:schemeClr val="lt1"/>
            </ns1:fontRef>
          </ns0:style>
          <ns0:txBody>
            <ns1:bodyPr rtlCol="0" anchor="ctr"/>
            <ns1:lstStyle/>
            <ns1:p>
              <ns1:pPr algn="ctr"/>
              <ns1:endParaRPr lang="en-US"/>
            </ns1:p>
          </ns0:txBody>
        </ns0:sp>
        <ns0:grpSp>
          <ns0:nvGrpSpPr>
            <ns0:cNvPr id="43" name="Group 42">
              <ns1:extLst>
                <ns1:ext uri="{FF2B5EF4-FFF2-40B4-BE49-F238E27FC236}">
                  <ns2:creationId id="{4D801797-C796-4F1D-826F-B5735DEF3756}"/>
                </ns1:ext>
              </ns1:extLst>
            </ns0:cNvPr>
            <ns0:cNvGrpSpPr/>
            <ns0:nvPr/>
          </ns0:nvGrpSpPr>
          <ns0:grpSpPr>
            <ns1:xfrm>
              <ns1:off x="2865666" y="4575310"/>
              <ns1:ext cx="437032" cy="349765"/>
              <ns1:chOff x="10755313" y="4014788"/>
              <ns1:chExt cx="1001712" cy="801688"/>
            </ns1:xfrm>
            <ns1:solidFill>
              <ns1:schemeClr val="tx1">
                <ns1:lumMod val="75000"/>
                <ns1:lumOff val="25000"/>
              </ns1:schemeClr>
            </ns1:solidFill>
          </ns0:grpSpPr>
          <ns0:sp>
            <ns0:nvSpPr>
              <ns0:cNvPr id="44" name="Freeform 30">
                <ns1:extLst>
                  <ns1:ext uri="{FF2B5EF4-FFF2-40B4-BE49-F238E27FC236}">
                    <ns2:creationId id="{31B44178-A515-4BD6-94E8-54356ABC4353}"/>
                  </ns1:ext>
                </ns1:extLst>
              </ns0:cNvPr>
              <ns0:cNvSpPr>
                <ns1:spLocks/>
              </ns0:cNvSpPr>
              <ns0:nvPr/>
            </ns0:nvSpPr>
            <ns0:spPr bwMode="auto">
              <ns1:xfrm>
                <ns1:off x="10755313" y="4014788"/>
                <ns1:ext cx="1001712" cy="669925"/>
              </ns1:xfrm>
              <ns1:custGeom>
                <ns1:avLst/>
                <ns1:gdLst>
                  <ns1:gd name="T0" fmla="*/ 193 w 264"/>
                  <ns1:gd name="T1" fmla="*/ 176 h 176"/>
                  <ns1:gd name="T2" fmla="*/ 184 w 264"/>
                  <ns1:gd name="T3" fmla="*/ 167 h 176"/>
                  <ns1:gd name="T4" fmla="*/ 193 w 264"/>
                  <ns1:gd name="T5" fmla="*/ 159 h 176"/>
                  <ns1:gd name="T6" fmla="*/ 211 w 264"/>
                  <ns1:gd name="T7" fmla="*/ 158 h 176"/>
                  <ns1:gd name="T8" fmla="*/ 212 w 264"/>
                  <ns1:gd name="T9" fmla="*/ 158 h 176"/>
                  <ns1:gd name="T10" fmla="*/ 212 w 264"/>
                  <ns1:gd name="T11" fmla="*/ 158 h 176"/>
                  <ns1:gd name="T12" fmla="*/ 246 w 264"/>
                  <ns1:gd name="T13" fmla="*/ 123 h 176"/>
                  <ns1:gd name="T14" fmla="*/ 211 w 264"/>
                  <ns1:gd name="T15" fmla="*/ 88 h 176"/>
                  <ns1:gd name="T16" fmla="*/ 203 w 264"/>
                  <ns1:gd name="T17" fmla="*/ 89 h 176"/>
                  <ns1:gd name="T18" fmla="*/ 195 w 264"/>
                  <ns1:gd name="T19" fmla="*/ 87 h 176"/>
                  <ns1:gd name="T20" fmla="*/ 193 w 264"/>
                  <ns1:gd name="T21" fmla="*/ 79 h 176"/>
                  <ns1:gd name="T22" fmla="*/ 194 w 264"/>
                  <ns1:gd name="T23" fmla="*/ 70 h 176"/>
                  <ns1:gd name="T24" fmla="*/ 141 w 264"/>
                  <ns1:gd name="T25" fmla="*/ 18 h 176"/>
                  <ns1:gd name="T26" fmla="*/ 88 w 264"/>
                  <ns1:gd name="T27" fmla="*/ 66 h 176"/>
                  <ns1:gd name="T28" fmla="*/ 84 w 264"/>
                  <ns1:gd name="T29" fmla="*/ 72 h 176"/>
                  <ns1:gd name="T30" fmla="*/ 77 w 264"/>
                  <ns1:gd name="T31" fmla="*/ 73 h 176"/>
                  <ns1:gd name="T32" fmla="*/ 62 w 264"/>
                  <ns1:gd name="T33" fmla="*/ 70 h 176"/>
                  <ns1:gd name="T34" fmla="*/ 18 w 264"/>
                  <ns1:gd name="T35" fmla="*/ 114 h 176"/>
                  <ns1:gd name="T36" fmla="*/ 60 w 264"/>
                  <ns1:gd name="T37" fmla="*/ 158 h 176"/>
                  <ns1:gd name="T38" fmla="*/ 61 w 264"/>
                  <ns1:gd name="T39" fmla="*/ 158 h 176"/>
                  <ns1:gd name="T40" fmla="*/ 65 w 264"/>
                  <ns1:gd name="T41" fmla="*/ 159 h 176"/>
                  <ns1:gd name="T42" fmla="*/ 80 w 264"/>
                  <ns1:gd name="T43" fmla="*/ 159 h 176"/>
                  <ns1:gd name="T44" fmla="*/ 88 w 264"/>
                  <ns1:gd name="T45" fmla="*/ 167 h 176"/>
                  <ns1:gd name="T46" fmla="*/ 80 w 264"/>
                  <ns1:gd name="T47" fmla="*/ 176 h 176"/>
                  <ns1:gd name="T48" fmla="*/ 63 w 264"/>
                  <ns1:gd name="T49" fmla="*/ 176 h 176"/>
                  <ns1:gd name="T50" fmla="*/ 62 w 264"/>
                  <ns1:gd name="T51" fmla="*/ 176 h 176"/>
                  <ns1:gd name="T52" fmla="*/ 0 w 264"/>
                  <ns1:gd name="T53" fmla="*/ 114 h 176"/>
                  <ns1:gd name="T54" fmla="*/ 62 w 264"/>
                  <ns1:gd name="T55" fmla="*/ 53 h 176"/>
                  <ns1:gd name="T56" fmla="*/ 73 w 264"/>
                  <ns1:gd name="T57" fmla="*/ 54 h 176"/>
                  <ns1:gd name="T58" fmla="*/ 141 w 264"/>
                  <ns1:gd name="T59" fmla="*/ 0 h 176"/>
                  <ns1:gd name="T60" fmla="*/ 211 w 264"/>
                  <ns1:gd name="T61" fmla="*/ 70 h 176"/>
                  <ns1:gd name="T62" fmla="*/ 211 w 264"/>
                  <ns1:gd name="T63" fmla="*/ 70 h 176"/>
                  <ns1:gd name="T64" fmla="*/ 211 w 264"/>
                  <ns1:gd name="T65" fmla="*/ 70 h 176"/>
                  <ns1:gd name="T66" fmla="*/ 264 w 264"/>
                  <ns1:gd name="T67" fmla="*/ 123 h 176"/>
                  <ns1:gd name="T68" fmla="*/ 211 w 264"/>
                  <ns1:gd name="T69" fmla="*/ 176 h 176"/>
                  <ns1:gd name="T70" fmla="*/ 210 w 264"/>
                  <ns1:gd name="T71" fmla="*/ 176 h 176"/>
                  <ns1:gd name="T72" fmla="*/ 193 w 264"/>
                  <ns1:gd name="T73" fmla="*/ 176 h 176"/>
                </ns1:gdLst>
                <ns1:ahLst/>
                <ns1:cxnLst>
                  <ns1:cxn ang="0">
                    <ns1:pos x="T0" y="T1"/>
                  </ns1:cxn>
                  <ns1:cxn ang="0">
                    <ns1:pos x="T2" y="T3"/>
                  </ns1:cxn>
                  <ns1:cxn ang="0">
                    <ns1:pos x="T4" y="T5"/>
                  </ns1:cxn>
                  <ns1:cxn ang="0">
                    <ns1:pos x="T6" y="T7"/>
                  </ns1:cxn>
                  <ns1:cxn ang="0">
                    <ns1:pos x="T8" y="T9"/>
                  </ns1:cxn>
                  <ns1:cxn ang="0">
                    <ns1:pos x="T10" y="T11"/>
                  </ns1:cxn>
                  <ns1:cxn ang="0">
                    <ns1:pos x="T12" y="T13"/>
                  </ns1:cxn>
                  <ns1:cxn ang="0">
                    <ns1:pos x="T14" y="T15"/>
                  </ns1:cxn>
                  <ns1:cxn ang="0">
                    <ns1:pos x="T16" y="T17"/>
                  </ns1:cxn>
                  <ns1:cxn ang="0">
                    <ns1:pos x="T18" y="T19"/>
                  </ns1:cxn>
                  <ns1:cxn ang="0">
                    <ns1:pos x="T20" y="T21"/>
                  </ns1:cxn>
                  <ns1:cxn ang="0">
                    <ns1:pos x="T22" y="T23"/>
                  </ns1:cxn>
                  <ns1:cxn ang="0">
                    <ns1:pos x="T24" y="T25"/>
                  </ns1:cxn>
                  <ns1:cxn ang="0">
                    <ns1:pos x="T26" y="T27"/>
                  </ns1:cxn>
                  <ns1:cxn ang="0">
                    <ns1:pos x="T28" y="T29"/>
                  </ns1:cxn>
                  <ns1:cxn ang="0">
                    <ns1:pos x="T30" y="T31"/>
                  </ns1:cxn>
                  <ns1:cxn ang="0">
                    <ns1:pos x="T32" y="T33"/>
                  </ns1:cxn>
                  <ns1:cxn ang="0">
                    <ns1:pos x="T34" y="T35"/>
                  </ns1:cxn>
                  <ns1:cxn ang="0">
                    <ns1:pos x="T36" y="T37"/>
                  </ns1:cxn>
                  <ns1:cxn ang="0">
                    <ns1:pos x="T38" y="T39"/>
                  </ns1:cxn>
                  <ns1:cxn ang="0">
                    <ns1:pos x="T40" y="T41"/>
                  </ns1:cxn>
                  <ns1:cxn ang="0">
                    <ns1:pos x="T42" y="T43"/>
                  </ns1:cxn>
                  <ns1:cxn ang="0">
                    <ns1:pos x="T44" y="T45"/>
                  </ns1:cxn>
                  <ns1:cxn ang="0">
                    <ns1:pos x="T46" y="T47"/>
                  </ns1:cxn>
                  <ns1:cxn ang="0">
                    <ns1:pos x="T48" y="T49"/>
                  </ns1:cxn>
                  <ns1:cxn ang="0">
                    <ns1:pos x="T50" y="T51"/>
                  </ns1:cxn>
                  <ns1:cxn ang="0">
                    <ns1:pos x="T52" y="T53"/>
                  </ns1:cxn>
                  <ns1:cxn ang="0">
                    <ns1:pos x="T54" y="T55"/>
                  </ns1:cxn>
                  <ns1:cxn ang="0">
                    <ns1:pos x="T56" y="T57"/>
                  </ns1:cxn>
                  <ns1:cxn ang="0">
                    <ns1:pos x="T58" y="T59"/>
                  </ns1:cxn>
                  <ns1:cxn ang="0">
                    <ns1:pos x="T60" y="T61"/>
                  </ns1:cxn>
                  <ns1:cxn ang="0">
                    <ns1:pos x="T62" y="T63"/>
                  </ns1:cxn>
                  <ns1:cxn ang="0">
                    <ns1:pos x="T64" y="T65"/>
                  </ns1:cxn>
                  <ns1:cxn ang="0">
                    <ns1:pos x="T66" y="T67"/>
                  </ns1:cxn>
                  <ns1:cxn ang="0">
                    <ns1:pos x="T68" y="T69"/>
                  </ns1:cxn>
                  <ns1:cxn ang="0">
                    <ns1:pos x="T70" y="T71"/>
                  </ns1:cxn>
                  <ns1:cxn ang="0">
                    <ns1:pos x="T72" y="T73"/>
                  </ns1:cxn>
                </ns1:cxnLst>
                <ns1:rect l="0" t="0" r="r" b="b"/>
                <ns1:pathLst>
                  <ns1:path w="264" h="176">
                    <ns1:moveTo>
                      <ns1:pt x="193" y="176"/>
                    </ns1:moveTo>
                    <ns1:cubicBezTo>
                      <ns1:pt x="188" y="176"/>
                      <ns1:pt x="184" y="172"/>
                      <ns1:pt x="184" y="167"/>
                    </ns1:cubicBezTo>
                    <ns1:cubicBezTo>
                      <ns1:pt x="184" y="162"/>
                      <ns1:pt x="188" y="159"/>
                      <ns1:pt x="193" y="159"/>
                    </ns1:cubicBezTo>
                    <ns1:cubicBezTo>
                      <ns1:pt x="211" y="158"/>
                      <ns1:pt x="211" y="158"/>
                      <ns1:pt x="211" y="158"/>
                    </ns1:cubicBezTo>
                    <ns1:cubicBezTo>
                      <ns1:pt x="211" y="158"/>
                      <ns1:pt x="212" y="158"/>
                      <ns1:pt x="212" y="158"/>
                    </ns1:cubicBezTo>
                    <ns1:cubicBezTo>
                      <ns1:pt x="212" y="158"/>
                      <ns1:pt x="212" y="158"/>
                      <ns1:pt x="212" y="158"/>
                    </ns1:cubicBezTo>
                    <ns1:cubicBezTo>
                      <ns1:pt x="231" y="158"/>
                      <ns1:pt x="246" y="142"/>
                      <ns1:pt x="246" y="123"/>
                    </ns1:cubicBezTo>
                    <ns1:cubicBezTo>
                      <ns1:pt x="246" y="104"/>
                      <ns1:pt x="231" y="88"/>
                      <ns1:pt x="211" y="88"/>
                    </ns1:cubicBezTo>
                    <ns1:cubicBezTo>
                      <ns1:pt x="209" y="88"/>
                      <ns1:pt x="206" y="88"/>
                      <ns1:pt x="203" y="89"/>
                    </ns1:cubicBezTo>
                    <ns1:cubicBezTo>
                      <ns1:pt x="201" y="90"/>
                      <ns1:pt x="198" y="89"/>
                      <ns1:pt x="195" y="87"/>
                    </ns1:cubicBezTo>
                    <ns1:cubicBezTo>
                      <ns1:pt x="193" y="85"/>
                      <ns1:pt x="192" y="82"/>
                      <ns1:pt x="193" y="79"/>
                    </ns1:cubicBezTo>
                    <ns1:cubicBezTo>
                      <ns1:pt x="193" y="76"/>
                      <ns1:pt x="194" y="73"/>
                      <ns1:pt x="194" y="70"/>
                    </ns1:cubicBezTo>
                    <ns1:cubicBezTo>
                      <ns1:pt x="194" y="41"/>
                      <ns1:pt x="170" y="18"/>
                      <ns1:pt x="141" y="18"/>
                    </ns1:cubicBezTo>
                    <ns1:cubicBezTo>
                      <ns1:pt x="113" y="18"/>
                      <ns1:pt x="91" y="38"/>
                      <ns1:pt x="88" y="66"/>
                    </ns1:cubicBezTo>
                    <ns1:cubicBezTo>
                      <ns1:pt x="88" y="68"/>
                      <ns1:pt x="87" y="71"/>
                      <ns1:pt x="84" y="72"/>
                    </ns1:cubicBezTo>
                    <ns1:cubicBezTo>
                      <ns1:pt x="82" y="74"/>
                      <ns1:pt x="79" y="74"/>
                      <ns1:pt x="77" y="73"/>
                    </ns1:cubicBezTo>
                    <ns1:cubicBezTo>
                      <ns1:pt x="71" y="71"/>
                      <ns1:pt x="67" y="70"/>
                      <ns1:pt x="62" y="70"/>
                    </ns1:cubicBezTo>
                    <ns1:cubicBezTo>
                      <ns1:pt x="37" y="70"/>
                      <ns1:pt x="18" y="90"/>
                      <ns1:pt x="18" y="114"/>
                    </ns1:cubicBezTo>
                    <ns1:cubicBezTo>
                      <ns1:pt x="18" y="138"/>
                      <ns1:pt x="37" y="158"/>
                      <ns1:pt x="60" y="158"/>
                    </ns1:cubicBezTo>
                    <ns1:cubicBezTo>
                      <ns1:pt x="61" y="158"/>
                      <ns1:pt x="61" y="158"/>
                      <ns1:pt x="61" y="158"/>
                    </ns1:cubicBezTo>
                    <ns1:cubicBezTo>
                      <ns1:pt x="65" y="159"/>
                      <ns1:pt x="65" y="159"/>
                      <ns1:pt x="65" y="159"/>
                    </ns1:cubicBezTo>
                    <ns1:cubicBezTo>
                      <ns1:pt x="80" y="159"/>
                      <ns1:pt x="80" y="159"/>
                      <ns1:pt x="80" y="159"/>
                    </ns1:cubicBezTo>
                    <ns1:cubicBezTo>
                      <ns1:pt x="85" y="159"/>
                      <ns1:pt x="88" y="162"/>
                      <ns1:pt x="88" y="167"/>
                    </ns1:cubicBezTo>
                    <ns1:cubicBezTo>
                      <ns1:pt x="88" y="172"/>
                      <ns1:pt x="85" y="176"/>
                      <ns1:pt x="80" y="176"/>
                    </ns1:cubicBezTo>
                    <ns1:cubicBezTo>
                      <ns1:pt x="63" y="176"/>
                      <ns1:pt x="63" y="176"/>
                      <ns1:pt x="63" y="176"/>
                    </ns1:cubicBezTo>
                    <ns1:cubicBezTo>
                      <ns1:pt x="62" y="176"/>
                      <ns1:pt x="62" y="176"/>
                      <ns1:pt x="62" y="176"/>
                    </ns1:cubicBezTo>
                    <ns1:cubicBezTo>
                      <ns1:pt x="28" y="176"/>
                      <ns1:pt x="0" y="148"/>
                      <ns1:pt x="0" y="114"/>
                    </ns1:cubicBezTo>
                    <ns1:cubicBezTo>
                      <ns1:pt x="0" y="80"/>
                      <ns1:pt x="28" y="53"/>
                      <ns1:pt x="62" y="53"/>
                    </ns1:cubicBezTo>
                    <ns1:cubicBezTo>
                      <ns1:pt x="65" y="53"/>
                      <ns1:pt x="69" y="53"/>
                      <ns1:pt x="73" y="54"/>
                    </ns1:cubicBezTo>
                    <ns1:cubicBezTo>
                      <ns1:pt x="80" y="23"/>
                      <ns1:pt x="108" y="0"/>
                      <ns1:pt x="141" y="0"/>
                    </ns1:cubicBezTo>
                    <ns1:cubicBezTo>
                      <ns1:pt x="180" y="0"/>
                      <ns1:pt x="211" y="32"/>
                      <ns1:pt x="211" y="70"/>
                    </ns1:cubicBezTo>
                    <ns1:cubicBezTo>
                      <ns1:pt x="211" y="70"/>
                      <ns1:pt x="211" y="70"/>
                      <ns1:pt x="211" y="70"/>
                    </ns1:cubicBezTo>
                    <ns1:cubicBezTo>
                      <ns1:pt x="211" y="70"/>
                      <ns1:pt x="211" y="70"/>
                      <ns1:pt x="211" y="70"/>
                    </ns1:cubicBezTo>
                    <ns1:cubicBezTo>
                      <ns1:pt x="240" y="70"/>
                      <ns1:pt x="264" y="94"/>
                      <ns1:pt x="264" y="123"/>
                    </ns1:cubicBezTo>
                    <ns1:cubicBezTo>
                      <ns1:pt x="264" y="152"/>
                      <ns1:pt x="240" y="176"/>
                      <ns1:pt x="211" y="176"/>
                    </ns1:cubicBezTo>
                    <ns1:cubicBezTo>
                      <ns1:pt x="211" y="176"/>
                      <ns1:pt x="211" y="176"/>
                      <ns1:pt x="210" y="176"/>
                    </ns1:cubicBezTo>
                    <ns1:lnTo>
                      <ns1:pt x="193" y="176"/>
                    </ns1:lnTo>
                    <ns1:close/>
                  </ns1:path>
                </ns1:pathLst>
              </ns1:custGeom>
              <ns1:grpFill/>
              <ns1:ln>
                <ns1:noFill/>
              </ns1:ln>
              <ns1:extLst>
                <ns1:ext uri="{91240B29-F687-4F45-9708-019B960494DF}">
                  <ns3:hiddenLine w="9525">
                    <ns1:solidFill>
                      <ns1:srgbClr val="000000"/>
                    </ns1:solidFill>
                    <ns1:round/>
                    <ns1:headEnd/>
                    <ns1:tailEnd/>
                  </ns3:hiddenLine>
                </ns1:ext>
              </ns1:extLst>
            </ns0:spPr>
            <ns0:txBody>
              <ns1:bodyPr vert="horz" wrap="square" lIns="91440" tIns="45720" rIns="91440" bIns="45720" numCol="1" anchor="t" anchorCtr="0" compatLnSpc="1">
                <ns1:prstTxWarp prst="textNoShape">
                  <ns1:avLst/>
                </ns1:prstTxWarp>
              </ns1:bodyPr>
              <ns1:lstStyle/>
              <ns1:p>
                <ns1:endParaRPr lang="id-ID" sz="2700"/>
              </ns1:p>
            </ns0:txBody>
          </ns0:sp>
          <ns0:sp>
            <ns0:nvSpPr>
              <ns0:cNvPr id="45" name="Freeform 31">
                <ns1:extLst>
                  <ns1:ext uri="{FF2B5EF4-FFF2-40B4-BE49-F238E27FC236}">
                    <ns2:creationId id="{919CC401-1F6D-47F3-BCD0-54AA261DC67C}"/>
                  </ns1:ext>
                </ns1:extLst>
              </ns0:cNvPr>
              <ns0:cNvSpPr>
                <ns1:spLocks/>
              </ns0:cNvSpPr>
              <ns0:nvPr/>
            </ns0:nvSpPr>
            <ns0:spPr bwMode="auto">
              <ns1:xfrm>
                <ns1:off x="11122025" y="4251326"/>
                <ns1:ext cx="334962" cy="565150"/>
              </ns1:xfrm>
              <ns1:custGeom>
                <ns1:avLst/>
                <ns1:gdLst>
                  <ns1:gd name="T0" fmla="*/ 211 w 211"/>
                  <ns1:gd name="T1" fmla="*/ 146 h 356"/>
                  <ns1:gd name="T2" fmla="*/ 127 w 211"/>
                  <ns1:gd name="T3" fmla="*/ 146 h 356"/>
                  <ns1:gd name="T4" fmla="*/ 127 w 211"/>
                  <ns1:gd name="T5" fmla="*/ 0 h 356"/>
                  <ns1:gd name="T6" fmla="*/ 0 w 211"/>
                  <ns1:gd name="T7" fmla="*/ 210 h 356"/>
                  <ns1:gd name="T8" fmla="*/ 84 w 211"/>
                  <ns1:gd name="T9" fmla="*/ 210 h 356"/>
                  <ns1:gd name="T10" fmla="*/ 84 w 211"/>
                  <ns1:gd name="T11" fmla="*/ 356 h 356"/>
                  <ns1:gd name="T12" fmla="*/ 211 w 211"/>
                  <ns1:gd name="T13" fmla="*/ 146 h 356"/>
                </ns1:gdLst>
                <ns1:ahLst/>
                <ns1:cxnLst>
                  <ns1:cxn ang="0">
                    <ns1:pos x="T0" y="T1"/>
                  </ns1:cxn>
                  <ns1:cxn ang="0">
                    <ns1:pos x="T2" y="T3"/>
                  </ns1:cxn>
                  <ns1:cxn ang="0">
                    <ns1:pos x="T4" y="T5"/>
                  </ns1:cxn>
                  <ns1:cxn ang="0">
                    <ns1:pos x="T6" y="T7"/>
                  </ns1:cxn>
                  <ns1:cxn ang="0">
                    <ns1:pos x="T8" y="T9"/>
                  </ns1:cxn>
                  <ns1:cxn ang="0">
                    <ns1:pos x="T10" y="T11"/>
                  </ns1:cxn>
                  <ns1:cxn ang="0">
                    <ns1:pos x="T12" y="T13"/>
                  </ns1:cxn>
                </ns1:cxnLst>
                <ns1:rect l="0" t="0" r="r" b="b"/>
                <ns1:pathLst>
                  <ns1:path w="211" h="356">
                    <ns1:moveTo>
                      <ns1:pt x="211" y="146"/>
                    </ns1:moveTo>
                    <ns1:lnTo>
                      <ns1:pt x="127" y="146"/>
                    </ns1:lnTo>
                    <ns1:lnTo>
                      <ns1:pt x="127" y="0"/>
                    </ns1:lnTo>
                    <ns1:lnTo>
                      <ns1:pt x="0" y="210"/>
                    </ns1:lnTo>
                    <ns1:lnTo>
                      <ns1:pt x="84" y="210"/>
                    </ns1:lnTo>
                    <ns1:lnTo>
                      <ns1:pt x="84" y="356"/>
                    </ns1:lnTo>
                    <ns1:lnTo>
                      <ns1:pt x="211" y="146"/>
                    </ns1:lnTo>
                    <ns1:close/>
                  </ns1:path>
                </ns1:pathLst>
              </ns1:custGeom>
              <ns1:grpFill/>
              <ns1:ln>
                <ns1:noFill/>
              </ns1:ln>
              <ns1:extLst>
                <ns1:ext uri="{91240B29-F687-4F45-9708-019B960494DF}">
                  <ns3:hiddenLine w="9525">
                    <ns1:solidFill>
                      <ns1:srgbClr val="000000"/>
                    </ns1:solidFill>
                    <ns1:round/>
                    <ns1:headEnd/>
                    <ns1:tailEnd/>
                  </ns3:hiddenLine>
                </ns1:ext>
              </ns1:extLst>
            </ns0:spPr>
            <ns0:txBody>
              <ns1:bodyPr vert="horz" wrap="square" lIns="91440" tIns="45720" rIns="91440" bIns="45720" numCol="1" anchor="t" anchorCtr="0" compatLnSpc="1">
                <ns1:prstTxWarp prst="textNoShape">
                  <ns1:avLst/>
                </ns1:prstTxWarp>
              </ns1:bodyPr>
              <ns1:lstStyle/>
              <ns1:p>
                <ns1:endParaRPr lang="id-ID" sz="2700"/>
              </ns1:p>
            </ns0:txBody>
          </ns0:sp>
        </ns0:grpSp>
      </ns0:grpSp>
      <ns0:grpSp>
        <ns0:nvGrpSpPr>
          <ns0:cNvPr id="86" name="Group 85">
            <ns1:extLst>
              <ns1:ext uri="{FF2B5EF4-FFF2-40B4-BE49-F238E27FC236}">
                <ns2:creationId id="{FD528115-FED9-4EA8-BBF7-8FF35BB5052E}"/>
              </ns1:ext>
            </ns1:extLst>
          </ns0:cNvPr>
          <ns0:cNvGrpSpPr/>
          <ns0:nvPr/>
        </ns0:nvGrpSpPr>
        <ns0:grpSpPr>
          <ns1:xfrm>
            <ns1:off x="8638864" y="1992904"/>
            <ns1:ext cx="963227" cy="963227"/>
            <ns1:chOff x="8638864" y="1992904"/>
            <ns1:chExt cx="963227" cy="963227"/>
          </ns1:xfrm>
        </ns0:grpSpPr>
        <ns0:sp>
          <ns0:nvSpPr>
            <ns0:cNvPr id="37" name="Oval 36">
              <ns1:extLst>
                <ns1:ext uri="{FF2B5EF4-FFF2-40B4-BE49-F238E27FC236}">
                  <ns2:creationId id="{38138613-82EB-441D-9065-624D7CAEDD10}"/>
                </ns1:ext>
              </ns1:extLst>
            </ns0:cNvPr>
            <ns0:cNvSpPr/>
            <ns0:nvPr/>
          </ns0:nvSpPr>
          <ns0:spPr>
            <ns1:xfrm>
              <ns1:off x="8638864" y="1992904"/>
              <ns1:ext cx="963227" cy="963227"/>
            </ns1:xfrm>
            <ns1:prstGeom prst="ellipse">
              <ns1:avLst/>
            </ns1:prstGeom>
            <ns1:solidFill>
              <ns1:schemeClr val="accent4">
                <ns1:lumMod val="40000"/>
                <ns1:lumOff val="60000"/>
              </ns1:schemeClr>
            </ns1:solidFill>
            <ns1:ln>
              <ns1:noFill/>
            </ns1:ln>
          </ns0:spPr>
          <ns0:style>
            <ns1:lnRef idx="2">
              <ns1:schemeClr val="accent1">
                <ns1:shade val="50000"/>
              </ns1:schemeClr>
            </ns1:lnRef>
            <ns1:fillRef idx="1">
              <ns1:schemeClr val="accent1"/>
            </ns1:fillRef>
            <ns1:effectRef idx="0">
              <ns1:schemeClr val="accent1"/>
            </ns1:effectRef>
            <ns1:fontRef idx="minor">
              <ns1:schemeClr val="lt1"/>
            </ns1:fontRef>
          </ns0:style>
          <ns0:txBody>
            <ns1:bodyPr rtlCol="0" anchor="ctr"/>
            <ns1:lstStyle/>
            <ns1:p>
              <ns1:pPr algn="ctr"/>
              <ns1:endParaRPr lang="en-US"/>
            </ns1:p>
          </ns0:txBody>
        </ns0:sp>
        <ns0:sp>
          <ns0:nvSpPr>
            <ns0:cNvPr id="46" name="Freeform 81">
              <ns1:extLst>
                <ns1:ext uri="{FF2B5EF4-FFF2-40B4-BE49-F238E27FC236}">
                  <ns2:creationId id="{3DD84D4D-F722-46DD-A8B3-88C3564E6DC7}"/>
                </ns1:ext>
              </ns1:extLst>
            </ns0:cNvPr>
            <ns0:cNvSpPr>
              <ns1:spLocks/>
            </ns0:cNvSpPr>
            <ns0:nvPr/>
          </ns0:nvSpPr>
          <ns0:spPr bwMode="auto">
            <ns1:xfrm>
              <ns1:off x="8935131" y="2294556"/>
              <ns1:ext cx="370692" cy="359922"/>
            </ns1:xfrm>
            <ns1:custGeom>
              <ns1:avLst/>
              <ns1:gdLst>
                <ns1:gd name="T0" fmla="*/ 94 w 97"/>
                <ns1:gd name="T1" fmla="*/ 16 h 94"/>
                <ns1:gd name="T2" fmla="*/ 81 w 97"/>
                <ns1:gd name="T3" fmla="*/ 27 h 94"/>
                <ns1:gd name="T4" fmla="*/ 73 w 97"/>
                <ns1:gd name="T5" fmla="*/ 12 h 94"/>
                <ns1:gd name="T6" fmla="*/ 82 w 97"/>
                <ns1:gd name="T7" fmla="*/ 2 h 94"/>
                <ns1:gd name="T8" fmla="*/ 77 w 97"/>
                <ns1:gd name="T9" fmla="*/ 2 h 94"/>
                <ns1:gd name="T10" fmla="*/ 64 w 97"/>
                <ns1:gd name="T11" fmla="*/ 5 h 94"/>
                <ns1:gd name="T12" fmla="*/ 61 w 97"/>
                <ns1:gd name="T13" fmla="*/ 14 h 94"/>
                <ns1:gd name="T14" fmla="*/ 63 w 97"/>
                <ns1:gd name="T15" fmla="*/ 27 h 94"/>
                <ns1:gd name="T16" fmla="*/ 52 w 97"/>
                <ns1:gd name="T17" fmla="*/ 42 h 94"/>
                <ns1:gd name="T18" fmla="*/ 43 w 97"/>
                <ns1:gd name="T19" fmla="*/ 39 h 94"/>
                <ns1:gd name="T20" fmla="*/ 35 w 97"/>
                <ns1:gd name="T21" fmla="*/ 33 h 94"/>
                <ns1:gd name="T22" fmla="*/ 34 w 97"/>
                <ns1:gd name="T23" fmla="*/ 31 h 94"/>
                <ns1:gd name="T24" fmla="*/ 33 w 97"/>
                <ns1:gd name="T25" fmla="*/ 27 h 94"/>
                <ns1:gd name="T26" fmla="*/ 31 w 97"/>
                <ns1:gd name="T27" fmla="*/ 23 h 94"/>
                <ns1:gd name="T28" fmla="*/ 47 w 97"/>
                <ns1:gd name="T29" fmla="*/ 17 h 94"/>
                <ns1:gd name="T30" fmla="*/ 45 w 97"/>
                <ns1:gd name="T31" fmla="*/ 12 h 94"/>
                <ns1:gd name="T32" fmla="*/ 44 w 97"/>
                <ns1:gd name="T33" fmla="*/ 10 h 94"/>
                <ns1:gd name="T34" fmla="*/ 11 w 97"/>
                <ns1:gd name="T35" fmla="*/ 23 h 94"/>
                <ns1:gd name="T36" fmla="*/ 11 w 97"/>
                <ns1:gd name="T37" fmla="*/ 24 h 94"/>
                <ns1:gd name="T38" fmla="*/ 9 w 97"/>
                <ns1:gd name="T39" fmla="*/ 33 h 94"/>
                <ns1:gd name="T40" fmla="*/ 0 w 97"/>
                <ns1:gd name="T41" fmla="*/ 38 h 94"/>
                <ns1:gd name="T42" fmla="*/ 17 w 97"/>
                <ns1:gd name="T43" fmla="*/ 41 h 94"/>
                <ns1:gd name="T44" fmla="*/ 16 w 97"/>
                <ns1:gd name="T45" fmla="*/ 36 h 94"/>
                <ns1:gd name="T46" fmla="*/ 24 w 97"/>
                <ns1:gd name="T47" fmla="*/ 37 h 94"/>
                <ns1:gd name="T48" fmla="*/ 27 w 97"/>
                <ns1:gd name="T49" fmla="*/ 39 h 94"/>
                <ns1:gd name="T50" fmla="*/ 29 w 97"/>
                <ns1:gd name="T51" fmla="*/ 39 h 94"/>
                <ns1:gd name="T52" fmla="*/ 36 w 97"/>
                <ns1:gd name="T53" fmla="*/ 49 h 94"/>
                <ns1:gd name="T54" fmla="*/ 15 w 97"/>
                <ns1:gd name="T55" fmla="*/ 84 h 94"/>
                <ns1:gd name="T56" fmla="*/ 23 w 97"/>
                <ns1:gd name="T57" fmla="*/ 93 h 94"/>
                <ns1:gd name="T58" fmla="*/ 77 w 97"/>
                <ns1:gd name="T59" fmla="*/ 89 h 94"/>
                <ns1:gd name="T60" fmla="*/ 85 w 97"/>
                <ns1:gd name="T61" fmla="*/ 81 h 94"/>
                <ns1:gd name="T62" fmla="*/ 59 w 97"/>
                <ns1:gd name="T63" fmla="*/ 53 h 94"/>
                <ns1:gd name="T64" fmla="*/ 69 w 97"/>
                <ns1:gd name="T65" fmla="*/ 42 h 94"/>
                <ns1:gd name="T66" fmla="*/ 77 w 97"/>
                <ns1:gd name="T67" fmla="*/ 38 h 94"/>
                <ns1:gd name="T68" fmla="*/ 96 w 97"/>
                <ns1:gd name="T69" fmla="*/ 28 h 94"/>
                <ns1:gd name="T70" fmla="*/ 97 w 97"/>
                <ns1:gd name="T71" fmla="*/ 17 h 94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  <ns1:cxn ang="0">
                  <ns1:pos x="T14" y="T15"/>
                </ns1:cxn>
                <ns1:cxn ang="0">
                  <ns1:pos x="T16" y="T17"/>
                </ns1:cxn>
                <ns1:cxn ang="0">
                  <ns1:pos x="T18" y="T19"/>
                </ns1:cxn>
                <ns1:cxn ang="0">
                  <ns1:pos x="T20" y="T21"/>
                </ns1:cxn>
                <ns1:cxn ang="0">
                  <ns1:pos x="T22" y="T23"/>
                </ns1:cxn>
                <ns1:cxn ang="0">
                  <ns1:pos x="T24" y="T25"/>
                </ns1:cxn>
                <ns1:cxn ang="0">
                  <ns1:pos x="T26" y="T27"/>
                </ns1:cxn>
                <ns1:cxn ang="0">
                  <ns1:pos x="T28" y="T29"/>
                </ns1:cxn>
                <ns1:cxn ang="0">
                  <ns1:pos x="T30" y="T31"/>
                </ns1:cxn>
                <ns1:cxn ang="0">
                  <ns1:pos x="T32" y="T33"/>
                </ns1:cxn>
                <ns1:cxn ang="0">
                  <ns1:pos x="T34" y="T35"/>
                </ns1:cxn>
                <ns1:cxn ang="0">
                  <ns1:pos x="T36" y="T37"/>
                </ns1:cxn>
                <ns1:cxn ang="0">
                  <ns1:pos x="T38" y="T39"/>
                </ns1:cxn>
                <ns1:cxn ang="0">
                  <ns1:pos x="T40" y="T41"/>
                </ns1:cxn>
                <ns1:cxn ang="0">
                  <ns1:pos x="T42" y="T43"/>
                </ns1:cxn>
                <ns1:cxn ang="0">
                  <ns1:pos x="T44" y="T45"/>
                </ns1:cxn>
                <ns1:cxn ang="0">
                  <ns1:pos x="T46" y="T47"/>
                </ns1:cxn>
                <ns1:cxn ang="0">
                  <ns1:pos x="T48" y="T49"/>
                </ns1:cxn>
                <ns1:cxn ang="0">
                  <ns1:pos x="T50" y="T51"/>
                </ns1:cxn>
                <ns1:cxn ang="0">
                  <ns1:pos x="T52" y="T53"/>
                </ns1:cxn>
                <ns1:cxn ang="0">
                  <ns1:pos x="T54" y="T55"/>
                </ns1:cxn>
                <ns1:cxn ang="0">
                  <ns1:pos x="T56" y="T57"/>
                </ns1:cxn>
                <ns1:cxn ang="0">
                  <ns1:pos x="T58" y="T59"/>
                </ns1:cxn>
                <ns1:cxn ang="0">
                  <ns1:pos x="T60" y="T61"/>
                </ns1:cxn>
                <ns1:cxn ang="0">
                  <ns1:pos x="T62" y="T63"/>
                </ns1:cxn>
                <ns1:cxn ang="0">
                  <ns1:pos x="T64" y="T65"/>
                </ns1:cxn>
                <ns1:cxn ang="0">
                  <ns1:pos x="T66" y="T67"/>
                </ns1:cxn>
                <ns1:cxn ang="0">
                  <ns1:pos x="T68" y="T69"/>
                </ns1:cxn>
                <ns1:cxn ang="0">
                  <ns1:pos x="T70" y="T71"/>
                </ns1:cxn>
              </ns1:cxnLst>
              <ns1:rect l="0" t="0" r="r" b="b"/>
              <ns1:pathLst>
                <ns1:path w="97" h="94">
                  <ns1:moveTo>
                    <ns1:pt x="96" y="16"/>
                  </ns1:moveTo>
                  <ns1:cubicBezTo>
                    <ns1:pt x="95" y="16"/>
                    <ns1:pt x="94" y="16"/>
                    <ns1:pt x="94" y="16"/>
                  </ns1:cubicBezTo>
                  <ns1:cubicBezTo>
                    <ns1:pt x="94" y="16"/>
                    <ns1:pt x="94" y="16"/>
                    <ns1:pt x="87" y="27"/>
                  </ns1:cubicBezTo>
                  <ns1:cubicBezTo>
                    <ns1:pt x="87" y="27"/>
                    <ns1:pt x="87" y="27"/>
                    <ns1:pt x="81" y="27"/>
                  </ns1:cubicBezTo>
                  <ns1:cubicBezTo>
                    <ns1:pt x="81" y="27"/>
                    <ns1:pt x="81" y="27"/>
                    <ns1:pt x="73" y="19"/>
                  </ns1:cubicBezTo>
                  <ns1:cubicBezTo>
                    <ns1:pt x="73" y="19"/>
                    <ns1:pt x="73" y="19"/>
                    <ns1:pt x="73" y="12"/>
                  </ns1:cubicBezTo>
                  <ns1:cubicBezTo>
                    <ns1:pt x="73" y="12"/>
                    <ns1:pt x="73" y="12"/>
                    <ns1:pt x="83" y="4"/>
                  </ns1:cubicBezTo>
                  <ns1:cubicBezTo>
                    <ns1:pt x="83" y="3"/>
                    <ns1:pt x="83" y="2"/>
                    <ns1:pt x="82" y="2"/>
                  </ns1:cubicBezTo>
                  <ns1:cubicBezTo>
                    <ns1:pt x="82" y="2"/>
                    <ns1:pt x="82" y="2"/>
                    <ns1:pt x="81" y="2"/>
                  </ns1:cubicBezTo>
                  <ns1:cubicBezTo>
                    <ns1:pt x="81" y="2"/>
                    <ns1:pt x="79" y="2"/>
                    <ns1:pt x="77" y="2"/>
                  </ns1:cubicBezTo>
                  <ns1:cubicBezTo>
                    <ns1:pt x="77" y="1"/>
                    <ns1:pt x="76" y="1"/>
                    <ns1:pt x="75" y="1"/>
                  </ns1:cubicBezTo>
                  <ns1:cubicBezTo>
                    <ns1:pt x="69" y="0"/>
                    <ns1:pt x="66" y="3"/>
                    <ns1:pt x="64" y="5"/>
                  </ns1:cubicBezTo>
                  <ns1:cubicBezTo>
                    <ns1:pt x="62" y="8"/>
                    <ns1:pt x="61" y="10"/>
                    <ns1:pt x="61" y="10"/>
                  </ns1:cubicBezTo>
                  <ns1:cubicBezTo>
                    <ns1:pt x="61" y="10"/>
                    <ns1:pt x="61" y="11"/>
                    <ns1:pt x="61" y="14"/>
                  </ns1:cubicBezTo>
                  <ns1:cubicBezTo>
                    <ns1:pt x="61" y="18"/>
                    <ns1:pt x="61" y="23"/>
                    <ns1:pt x="62" y="26"/>
                  </ns1:cubicBezTo>
                  <ns1:cubicBezTo>
                    <ns1:pt x="63" y="27"/>
                    <ns1:pt x="63" y="27"/>
                    <ns1:pt x="63" y="27"/>
                  </ns1:cubicBezTo>
                  <ns1:cubicBezTo>
                    <ns1:pt x="62" y="30"/>
                    <ns1:pt x="59" y="35"/>
                    <ns1:pt x="59" y="35"/>
                  </ns1:cubicBezTo>
                  <ns1:cubicBezTo>
                    <ns1:pt x="59" y="35"/>
                    <ns1:pt x="59" y="35"/>
                    <ns1:pt x="52" y="42"/>
                  </ns1:cubicBezTo>
                  <ns1:cubicBezTo>
                    <ns1:pt x="52" y="42"/>
                    <ns1:pt x="52" y="42"/>
                    <ns1:pt x="50" y="45"/>
                  </ns1:cubicBezTo>
                  <ns1:cubicBezTo>
                    <ns1:pt x="50" y="45"/>
                    <ns1:pt x="50" y="45"/>
                    <ns1:pt x="43" y="39"/>
                  </ns1:cubicBezTo>
                  <ns1:cubicBezTo>
                    <ns1:pt x="43" y="40"/>
                    <ns1:pt x="42" y="41"/>
                    <ns1:pt x="42" y="41"/>
                  </ns1:cubicBezTo>
                  <ns1:cubicBezTo>
                    <ns1:pt x="42" y="41"/>
                    <ns1:pt x="42" y="41"/>
                    <ns1:pt x="35" y="33"/>
                  </ns1:cubicBezTo>
                  <ns1:cubicBezTo>
                    <ns1:pt x="35" y="33"/>
                    <ns1:pt x="35" y="33"/>
                    <ns1:pt x="35" y="33"/>
                  </ns1:cubicBezTo>
                  <ns1:cubicBezTo>
                    <ns1:pt x="35" y="33"/>
                    <ns1:pt x="35" y="33"/>
                    <ns1:pt x="34" y="31"/>
                  </ns1:cubicBezTo>
                  <ns1:cubicBezTo>
                    <ns1:pt x="34" y="31"/>
                    <ns1:pt x="34" y="31"/>
                    <ns1:pt x="31" y="29"/>
                  </ns1:cubicBezTo>
                  <ns1:cubicBezTo>
                    <ns1:pt x="31" y="29"/>
                    <ns1:pt x="31" y="29"/>
                    <ns1:pt x="33" y="27"/>
                  </ns1:cubicBezTo>
                  <ns1:cubicBezTo>
                    <ns1:pt x="33" y="27"/>
                    <ns1:pt x="33" y="27"/>
                    <ns1:pt x="31" y="26"/>
                  </ns1:cubicBezTo>
                  <ns1:cubicBezTo>
                    <ns1:pt x="31" y="25"/>
                    <ns1:pt x="31" y="24"/>
                    <ns1:pt x="31" y="23"/>
                  </ns1:cubicBezTo>
                  <ns1:cubicBezTo>
                    <ns1:pt x="32" y="22"/>
                    <ns1:pt x="39" y="20"/>
                    <ns1:pt x="45" y="18"/>
                  </ns1:cubicBezTo>
                  <ns1:cubicBezTo>
                    <ns1:pt x="45" y="18"/>
                    <ns1:pt x="45" y="18"/>
                    <ns1:pt x="47" y="17"/>
                  </ns1:cubicBezTo>
                  <ns1:cubicBezTo>
                    <ns1:pt x="47" y="17"/>
                    <ns1:pt x="47" y="17"/>
                    <ns1:pt x="46" y="15"/>
                  </ns1:cubicBezTo>
                  <ns1:cubicBezTo>
                    <ns1:pt x="46" y="15"/>
                    <ns1:pt x="46" y="15"/>
                    <ns1:pt x="45" y="12"/>
                  </ns1:cubicBezTo>
                  <ns1:cubicBezTo>
                    <ns1:pt x="45" y="12"/>
                    <ns1:pt x="45" y="12"/>
                    <ns1:pt x="44" y="11"/>
                  </ns1:cubicBezTo>
                  <ns1:cubicBezTo>
                    <ns1:pt x="44" y="11"/>
                    <ns1:pt x="44" y="11"/>
                    <ns1:pt x="44" y="10"/>
                  </ns1:cubicBezTo>
                  <ns1:cubicBezTo>
                    <ns1:pt x="43" y="10"/>
                    <ns1:pt x="38" y="10"/>
                    <ns1:pt x="32" y="11"/>
                  </ns1:cubicBezTo>
                  <ns1:cubicBezTo>
                    <ns1:pt x="23" y="13"/>
                    <ns1:pt x="17" y="17"/>
                    <ns1:pt x="11" y="23"/>
                  </ns1:cubicBezTo>
                  <ns1:cubicBezTo>
                    <ns1:pt x="11" y="23"/>
                    <ns1:pt x="11" y="23"/>
                    <ns1:pt x="11" y="23"/>
                  </ns1:cubicBezTo>
                  <ns1:cubicBezTo>
                    <ns1:pt x="11" y="23"/>
                    <ns1:pt x="11" y="23"/>
                    <ns1:pt x="11" y="24"/>
                  </ns1:cubicBezTo>
                  <ns1:cubicBezTo>
                    <ns1:pt x="11" y="27"/>
                    <ns1:pt x="11" y="29"/>
                    <ns1:pt x="11" y="30"/>
                  </ns1:cubicBezTo>
                  <ns1:cubicBezTo>
                    <ns1:pt x="11" y="31"/>
                    <ns1:pt x="11" y="33"/>
                    <ns1:pt x="9" y="33"/>
                  </ns1:cubicBezTo>
                  <ns1:cubicBezTo>
                    <ns1:pt x="9" y="33"/>
                    <ns1:pt x="9" y="33"/>
                    <ns1:pt x="6" y="31"/>
                  </ns1:cubicBezTo>
                  <ns1:cubicBezTo>
                    <ns1:pt x="6" y="31"/>
                    <ns1:pt x="6" y="31"/>
                    <ns1:pt x="0" y="38"/>
                  </ns1:cubicBezTo>
                  <ns1:cubicBezTo>
                    <ns1:pt x="0" y="38"/>
                    <ns1:pt x="0" y="38"/>
                    <ns1:pt x="10" y="48"/>
                  </ns1:cubicBezTo>
                  <ns1:cubicBezTo>
                    <ns1:pt x="10" y="48"/>
                    <ns1:pt x="10" y="48"/>
                    <ns1:pt x="17" y="41"/>
                  </ns1:cubicBezTo>
                  <ns1:cubicBezTo>
                    <ns1:pt x="17" y="41"/>
                    <ns1:pt x="17" y="41"/>
                    <ns1:pt x="13" y="37"/>
                  </ns1:cubicBezTo>
                  <ns1:cubicBezTo>
                    <ns1:pt x="14" y="37"/>
                    <ns1:pt x="15" y="37"/>
                    <ns1:pt x="16" y="36"/>
                  </ns1:cubicBezTo>
                  <ns1:cubicBezTo>
                    <ns1:pt x="17" y="35"/>
                    <ns1:pt x="21" y="35"/>
                    <ns1:pt x="23" y="36"/>
                  </ns1:cubicBezTo>
                  <ns1:cubicBezTo>
                    <ns1:pt x="23" y="36"/>
                    <ns1:pt x="23" y="36"/>
                    <ns1:pt x="24" y="37"/>
                  </ns1:cubicBezTo>
                  <ns1:cubicBezTo>
                    <ns1:pt x="24" y="37"/>
                    <ns1:pt x="24" y="37"/>
                    <ns1:pt x="25" y="36"/>
                  </ns1:cubicBezTo>
                  <ns1:cubicBezTo>
                    <ns1:pt x="25" y="36"/>
                    <ns1:pt x="25" y="36"/>
                    <ns1:pt x="27" y="39"/>
                  </ns1:cubicBezTo>
                  <ns1:cubicBezTo>
                    <ns1:pt x="27" y="39"/>
                    <ns1:pt x="27" y="39"/>
                    <ns1:pt x="29" y="40"/>
                  </ns1:cubicBezTo>
                  <ns1:cubicBezTo>
                    <ns1:pt x="29" y="40"/>
                    <ns1:pt x="29" y="40"/>
                    <ns1:pt x="29" y="39"/>
                  </ns1:cubicBezTo>
                  <ns1:cubicBezTo>
                    <ns1:pt x="29" y="39"/>
                    <ns1:pt x="29" y="39"/>
                    <ns1:pt x="37" y="47"/>
                  </ns1:cubicBezTo>
                  <ns1:cubicBezTo>
                    <ns1:pt x="36" y="48"/>
                    <ns1:pt x="36" y="48"/>
                    <ns1:pt x="36" y="49"/>
                  </ns1:cubicBezTo>
                  <ns1:cubicBezTo>
                    <ns1:pt x="36" y="49"/>
                    <ns1:pt x="36" y="49"/>
                    <ns1:pt x="42" y="55"/>
                  </ns1:cubicBezTo>
                  <ns1:cubicBezTo>
                    <ns1:pt x="42" y="55"/>
                    <ns1:pt x="42" y="55"/>
                    <ns1:pt x="15" y="84"/>
                  </ns1:cubicBezTo>
                  <ns1:cubicBezTo>
                    <ns1:pt x="13" y="86"/>
                    <ns1:pt x="14" y="89"/>
                    <ns1:pt x="17" y="91"/>
                  </ns1:cubicBezTo>
                  <ns1:cubicBezTo>
                    <ns1:pt x="19" y="93"/>
                    <ns1:pt x="22" y="94"/>
                    <ns1:pt x="23" y="93"/>
                  </ns1:cubicBezTo>
                  <ns1:cubicBezTo>
                    <ns1:pt x="23" y="93"/>
                    <ns1:pt x="23" y="93"/>
                    <ns1:pt x="50" y="63"/>
                  </ns1:cubicBezTo>
                  <ns1:cubicBezTo>
                    <ns1:pt x="50" y="63"/>
                    <ns1:pt x="50" y="63"/>
                    <ns1:pt x="77" y="89"/>
                  </ns1:cubicBezTo>
                  <ns1:cubicBezTo>
                    <ns1:pt x="79" y="91"/>
                    <ns1:pt x="82" y="90"/>
                    <ns1:pt x="84" y="88"/>
                  </ns1:cubicBezTo>
                  <ns1:cubicBezTo>
                    <ns1:pt x="86" y="85"/>
                    <ns1:pt x="87" y="82"/>
                    <ns1:pt x="85" y="81"/>
                  </ns1:cubicBezTo>
                  <ns1:cubicBezTo>
                    <ns1:pt x="85" y="81"/>
                    <ns1:pt x="85" y="81"/>
                    <ns1:pt x="58" y="54"/>
                  </ns1:cubicBezTo>
                  <ns1:cubicBezTo>
                    <ns1:pt x="58" y="54"/>
                    <ns1:pt x="58" y="54"/>
                    <ns1:pt x="59" y="53"/>
                  </ns1:cubicBezTo>
                  <ns1:cubicBezTo>
                    <ns1:pt x="59" y="53"/>
                    <ns1:pt x="59" y="53"/>
                    <ns1:pt x="59" y="52"/>
                  </ns1:cubicBezTo>
                  <ns1:cubicBezTo>
                    <ns1:pt x="59" y="52"/>
                    <ns1:pt x="65" y="45"/>
                    <ns1:pt x="69" y="42"/>
                  </ns1:cubicBezTo>
                  <ns1:cubicBezTo>
                    <ns1:pt x="71" y="40"/>
                    <ns1:pt x="73" y="39"/>
                    <ns1:pt x="74" y="38"/>
                  </ns1:cubicBezTo>
                  <ns1:cubicBezTo>
                    <ns1:pt x="75" y="38"/>
                    <ns1:pt x="77" y="38"/>
                    <ns1:pt x="77" y="38"/>
                  </ns1:cubicBezTo>
                  <ns1:cubicBezTo>
                    <ns1:pt x="77" y="38"/>
                    <ns1:pt x="83" y="39"/>
                    <ns1:pt x="83" y="39"/>
                  </ns1:cubicBezTo>
                  <ns1:cubicBezTo>
                    <ns1:pt x="92" y="39"/>
                    <ns1:pt x="96" y="28"/>
                    <ns1:pt x="96" y="28"/>
                  </ns1:cubicBezTo>
                  <ns1:cubicBezTo>
                    <ns1:pt x="96" y="28"/>
                    <ns1:pt x="96" y="27"/>
                    <ns1:pt x="97" y="21"/>
                  </ns1:cubicBezTo>
                  <ns1:cubicBezTo>
                    <ns1:pt x="97" y="19"/>
                    <ns1:pt x="97" y="18"/>
                    <ns1:pt x="97" y="17"/>
                  </ns1:cubicBezTo>
                  <ns1:cubicBezTo>
                    <ns1:pt x="96" y="16"/>
                    <ns1:pt x="96" y="16"/>
                    <ns1:pt x="96" y="16"/>
                  </ns1:cubicBezTo>
                  <ns1:close/>
                </ns1:path>
              </ns1:pathLst>
            </ns1:custGeom>
            <ns1:solidFill>
              <ns1:schemeClr val="tx1">
                <ns1:lumMod val="75000"/>
                <ns1:lumOff val="25000"/>
              </ns1:schemeClr>
            </ns1:solidFill>
            <ns1:ln>
              <ns1:noFill/>
            </ns1:ln>
          </ns0:spPr>
          <ns0:txBody>
            <ns1:bodyPr vert="horz" wrap="square" lIns="91440" tIns="45720" rIns="91440" bIns="45720" numCol="1" anchor="t" anchorCtr="0" compatLnSpc="1">
              <ns1:prstTxWarp prst="textNoShape">
                <ns1:avLst/>
              </ns1:prstTxWarp>
            </ns1:bodyPr>
            <ns1:lstStyle/>
            <ns1:p>
              <ns1:endParaRPr lang="id-ID" sz="2700"/>
            </ns1:p>
          </ns0:txBody>
        </ns0:sp>
      </ns0:grpSp>
      <ns0:grpSp>
        <ns0:nvGrpSpPr>
          <ns0:cNvPr id="87" name="Group 86">
            <ns1:extLst>
              <ns1:ext uri="{FF2B5EF4-FFF2-40B4-BE49-F238E27FC236}">
                <ns2:creationId id="{911A3896-EAE1-44B5-8BA8-89989DAAD721}"/>
              </ns1:ext>
            </ns1:extLst>
          </ns0:cNvPr>
          <ns0:cNvGrpSpPr/>
          <ns0:nvPr/>
        </ns0:nvGrpSpPr>
        <ns0:grpSpPr>
          <ns1:xfrm>
            <ns1:off x="8638863" y="4268578"/>
            <ns1:ext cx="963227" cy="963227"/>
            <ns1:chOff x="8638863" y="4268578"/>
            <ns1:chExt cx="963227" cy="963227"/>
          </ns1:xfrm>
        </ns0:grpSpPr>
        <ns0:sp>
          <ns0:nvSpPr>
            <ns0:cNvPr id="40" name="Oval 39">
              <ns1:extLst>
                <ns1:ext uri="{FF2B5EF4-FFF2-40B4-BE49-F238E27FC236}">
                  <ns2:creationId id="{3324366A-BCA0-4029-9CF6-E2EF66B23FCD}"/>
                </ns1:ext>
              </ns1:extLst>
            </ns0:cNvPr>
            <ns0:cNvSpPr/>
            <ns0:nvPr/>
          </ns0:nvSpPr>
          <ns0:spPr>
            <ns1:xfrm>
              <ns1:off x="8638863" y="4268578"/>
              <ns1:ext cx="963227" cy="963227"/>
            </ns1:xfrm>
            <ns1:prstGeom prst="ellipse">
              <ns1:avLst/>
            </ns1:prstGeom>
            <ns1:solidFill>
              <ns1:schemeClr val="accent4">
                <ns1:lumMod val="40000"/>
                <ns1:lumOff val="60000"/>
              </ns1:schemeClr>
            </ns1:solidFill>
            <ns1:ln>
              <ns1:noFill/>
            </ns1:ln>
          </ns0:spPr>
          <ns0:style>
            <ns1:lnRef idx="2">
              <ns1:schemeClr val="accent1">
                <ns1:shade val="50000"/>
              </ns1:schemeClr>
            </ns1:lnRef>
            <ns1:fillRef idx="1">
              <ns1:schemeClr val="accent1"/>
            </ns1:fillRef>
            <ns1:effectRef idx="0">
              <ns1:schemeClr val="accent1"/>
            </ns1:effectRef>
            <ns1:fontRef idx="minor">
              <ns1:schemeClr val="lt1"/>
            </ns1:fontRef>
          </ns0:style>
          <ns0:txBody>
            <ns1:bodyPr rtlCol="0" anchor="ctr"/>
            <ns1:lstStyle/>
            <ns1:p>
              <ns1:pPr algn="ctr"/>
              <ns1:endParaRPr lang="en-US"/>
            </ns1:p>
          </ns0:txBody>
        </ns0:sp>
        <ns0:grpSp>
          <ns0:nvGrpSpPr>
            <ns0:cNvPr id="47" name="Group 46">
              <ns1:extLst>
                <ns1:ext uri="{FF2B5EF4-FFF2-40B4-BE49-F238E27FC236}">
                  <ns2:creationId id="{68F4DBF3-EBBD-4C85-A9B1-E50F0D51361A}"/>
                </ns1:ext>
              </ns1:extLst>
            </ns0:cNvPr>
            <ns0:cNvGrpSpPr/>
            <ns0:nvPr/>
          </ns0:nvGrpSpPr>
          <ns0:grpSpPr>
            <ns1:xfrm>
              <ns1:off x="8935210" y="4571327"/>
              <ns1:ext cx="370533" cy="357729"/>
              <ns1:chOff x="4064000" y="5461000"/>
              <ns1:chExt cx="735013" cy="709613"/>
            </ns1:xfrm>
            <ns1:solidFill>
              <ns1:schemeClr val="tx1">
                <ns1:lumMod val="75000"/>
                <ns1:lumOff val="25000"/>
              </ns1:schemeClr>
            </ns1:solidFill>
          </ns0:grpSpPr>
          <ns0:sp>
            <ns0:nvSpPr>
              <ns0:cNvPr id="48" name="Freeform 20">
                <ns1:extLst>
                  <ns1:ext uri="{FF2B5EF4-FFF2-40B4-BE49-F238E27FC236}">
                    <ns2:creationId id="{C3A8EF4C-418D-4481-BC73-688D1FE75EA6}"/>
                  </ns1:ext>
                </ns1:extLst>
              </ns0:cNvPr>
              <ns0:cNvSpPr>
                <ns1:spLocks noEditPoints="1"/>
              </ns0:cNvSpPr>
              <ns0:nvPr/>
            </ns0:nvSpPr>
            <ns0:spPr bwMode="auto">
              <ns1:xfrm>
                <ns1:off x="4064000" y="5461000"/>
                <ns1:ext cx="708025" cy="709613"/>
              </ns1:xfrm>
              <ns1:custGeom>
                <ns1:avLst/>
                <ns1:gdLst>
                  <ns1:gd name="T0" fmla="*/ 142 w 186"/>
                  <ns1:gd name="T1" fmla="*/ 155 h 186"/>
                  <ns1:gd name="T2" fmla="*/ 125 w 186"/>
                  <ns1:gd name="T3" fmla="*/ 165 h 186"/>
                  <ns1:gd name="T4" fmla="*/ 131 w 186"/>
                  <ns1:gd name="T5" fmla="*/ 156 h 186"/>
                  <ns1:gd name="T6" fmla="*/ 121 w 186"/>
                  <ns1:gd name="T7" fmla="*/ 157 h 186"/>
                  <ns1:gd name="T8" fmla="*/ 114 w 186"/>
                  <ns1:gd name="T9" fmla="*/ 156 h 186"/>
                  <ns1:gd name="T10" fmla="*/ 93 w 186"/>
                  <ns1:gd name="T11" fmla="*/ 172 h 186"/>
                  <ns1:gd name="T12" fmla="*/ 60 w 186"/>
                  <ns1:gd name="T13" fmla="*/ 131 h 186"/>
                  <ns1:gd name="T14" fmla="*/ 76 w 186"/>
                  <ns1:gd name="T15" fmla="*/ 131 h 186"/>
                  <ns1:gd name="T16" fmla="*/ 72 w 186"/>
                  <ns1:gd name="T17" fmla="*/ 120 h 186"/>
                  <ns1:gd name="T18" fmla="*/ 71 w 186"/>
                  <ns1:gd name="T19" fmla="*/ 117 h 186"/>
                  <ns1:gd name="T20" fmla="*/ 57 w 186"/>
                  <ns1:gd name="T21" fmla="*/ 117 h 186"/>
                  <ns1:gd name="T22" fmla="*/ 56 w 186"/>
                  <ns1:gd name="T23" fmla="*/ 93 h 186"/>
                  <ns1:gd name="T24" fmla="*/ 57 w 186"/>
                  <ns1:gd name="T25" fmla="*/ 72 h 186"/>
                  <ns1:gd name="T26" fmla="*/ 81 w 186"/>
                  <ns1:gd name="T27" fmla="*/ 72 h 186"/>
                  <ns1:gd name="T28" fmla="*/ 98 w 186"/>
                  <ns1:gd name="T29" fmla="*/ 58 h 186"/>
                  <ns1:gd name="T30" fmla="*/ 60 w 186"/>
                  <ns1:gd name="T31" fmla="*/ 58 h 186"/>
                  <ns1:gd name="T32" fmla="*/ 93 w 186"/>
                  <ns1:gd name="T33" fmla="*/ 14 h 186"/>
                  <ns1:gd name="T34" fmla="*/ 125 w 186"/>
                  <ns1:gd name="T35" fmla="*/ 53 h 186"/>
                  <ns1:gd name="T36" fmla="*/ 140 w 186"/>
                  <ns1:gd name="T37" fmla="*/ 56 h 186"/>
                  <ns1:gd name="T38" fmla="*/ 125 w 186"/>
                  <ns1:gd name="T39" fmla="*/ 21 h 186"/>
                  <ns1:gd name="T40" fmla="*/ 164 w 186"/>
                  <ns1:gd name="T41" fmla="*/ 58 h 186"/>
                  <ns1:gd name="T42" fmla="*/ 145 w 186"/>
                  <ns1:gd name="T43" fmla="*/ 58 h 186"/>
                  <ns1:gd name="T44" fmla="*/ 162 w 186"/>
                  <ns1:gd name="T45" fmla="*/ 72 h 186"/>
                  <ns1:gd name="T46" fmla="*/ 169 w 186"/>
                  <ns1:gd name="T47" fmla="*/ 72 h 186"/>
                  <ns1:gd name="T48" fmla="*/ 172 w 186"/>
                  <ns1:gd name="T49" fmla="*/ 93 h 186"/>
                  <ns1:gd name="T50" fmla="*/ 172 w 186"/>
                  <ns1:gd name="T51" fmla="*/ 94 h 186"/>
                  <ns1:gd name="T52" fmla="*/ 170 w 186"/>
                  <ns1:gd name="T53" fmla="*/ 123 h 186"/>
                  <ns1:gd name="T54" fmla="*/ 178 w 186"/>
                  <ns1:gd name="T55" fmla="*/ 131 h 186"/>
                  <ns1:gd name="T56" fmla="*/ 178 w 186"/>
                  <ns1:gd name="T57" fmla="*/ 131 h 186"/>
                  <ns1:gd name="T58" fmla="*/ 179 w 186"/>
                  <ns1:gd name="T59" fmla="*/ 131 h 186"/>
                  <ns1:gd name="T60" fmla="*/ 179 w 186"/>
                  <ns1:gd name="T61" fmla="*/ 128 h 186"/>
                  <ns1:gd name="T62" fmla="*/ 186 w 186"/>
                  <ns1:gd name="T63" fmla="*/ 93 h 186"/>
                  <ns1:gd name="T64" fmla="*/ 93 w 186"/>
                  <ns1:gd name="T65" fmla="*/ 0 h 186"/>
                  <ns1:gd name="T66" fmla="*/ 0 w 186"/>
                  <ns1:gd name="T67" fmla="*/ 93 h 186"/>
                  <ns1:gd name="T68" fmla="*/ 93 w 186"/>
                  <ns1:gd name="T69" fmla="*/ 186 h 186"/>
                  <ns1:gd name="T70" fmla="*/ 151 w 186"/>
                  <ns1:gd name="T71" fmla="*/ 166 h 186"/>
                  <ns1:gd name="T72" fmla="*/ 142 w 186"/>
                  <ns1:gd name="T73" fmla="*/ 155 h 186"/>
                  <ns1:gd name="T74" fmla="*/ 61 w 186"/>
                  <ns1:gd name="T75" fmla="*/ 21 h 186"/>
                  <ns1:gd name="T76" fmla="*/ 45 w 186"/>
                  <ns1:gd name="T77" fmla="*/ 58 h 186"/>
                  <ns1:gd name="T78" fmla="*/ 22 w 186"/>
                  <ns1:gd name="T79" fmla="*/ 58 h 186"/>
                  <ns1:gd name="T80" fmla="*/ 61 w 186"/>
                  <ns1:gd name="T81" fmla="*/ 21 h 186"/>
                  <ns1:gd name="T82" fmla="*/ 14 w 186"/>
                  <ns1:gd name="T83" fmla="*/ 93 h 186"/>
                  <ns1:gd name="T84" fmla="*/ 17 w 186"/>
                  <ns1:gd name="T85" fmla="*/ 72 h 186"/>
                  <ns1:gd name="T86" fmla="*/ 43 w 186"/>
                  <ns1:gd name="T87" fmla="*/ 72 h 186"/>
                  <ns1:gd name="T88" fmla="*/ 42 w 186"/>
                  <ns1:gd name="T89" fmla="*/ 93 h 186"/>
                  <ns1:gd name="T90" fmla="*/ 43 w 186"/>
                  <ns1:gd name="T91" fmla="*/ 117 h 186"/>
                  <ns1:gd name="T92" fmla="*/ 17 w 186"/>
                  <ns1:gd name="T93" fmla="*/ 117 h 186"/>
                  <ns1:gd name="T94" fmla="*/ 14 w 186"/>
                  <ns1:gd name="T95" fmla="*/ 93 h 186"/>
                  <ns1:gd name="T96" fmla="*/ 23 w 186"/>
                  <ns1:gd name="T97" fmla="*/ 131 h 186"/>
                  <ns1:gd name="T98" fmla="*/ 46 w 186"/>
                  <ns1:gd name="T99" fmla="*/ 131 h 186"/>
                  <ns1:gd name="T100" fmla="*/ 61 w 186"/>
                  <ns1:gd name="T101" fmla="*/ 165 h 186"/>
                  <ns1:gd name="T102" fmla="*/ 23 w 186"/>
                  <ns1:gd name="T103" fmla="*/ 131 h 186"/>
                </ns1:gdLst>
                <ns1:ahLst/>
                <ns1:cxnLst>
                  <ns1:cxn ang="0">
                    <ns1:pos x="T0" y="T1"/>
                  </ns1:cxn>
                  <ns1:cxn ang="0">
                    <ns1:pos x="T2" y="T3"/>
                  </ns1:cxn>
                  <ns1:cxn ang="0">
                    <ns1:pos x="T4" y="T5"/>
                  </ns1:cxn>
                  <ns1:cxn ang="0">
                    <ns1:pos x="T6" y="T7"/>
                  </ns1:cxn>
                  <ns1:cxn ang="0">
                    <ns1:pos x="T8" y="T9"/>
                  </ns1:cxn>
                  <ns1:cxn ang="0">
                    <ns1:pos x="T10" y="T11"/>
                  </ns1:cxn>
                  <ns1:cxn ang="0">
                    <ns1:pos x="T12" y="T13"/>
                  </ns1:cxn>
                  <ns1:cxn ang="0">
                    <ns1:pos x="T14" y="T15"/>
                  </ns1:cxn>
                  <ns1:cxn ang="0">
                    <ns1:pos x="T16" y="T17"/>
                  </ns1:cxn>
                  <ns1:cxn ang="0">
                    <ns1:pos x="T18" y="T19"/>
                  </ns1:cxn>
                  <ns1:cxn ang="0">
                    <ns1:pos x="T20" y="T21"/>
                  </ns1:cxn>
                  <ns1:cxn ang="0">
                    <ns1:pos x="T22" y="T23"/>
                  </ns1:cxn>
                  <ns1:cxn ang="0">
                    <ns1:pos x="T24" y="T25"/>
                  </ns1:cxn>
                  <ns1:cxn ang="0">
                    <ns1:pos x="T26" y="T27"/>
                  </ns1:cxn>
                  <ns1:cxn ang="0">
                    <ns1:pos x="T28" y="T29"/>
                  </ns1:cxn>
                  <ns1:cxn ang="0">
                    <ns1:pos x="T30" y="T31"/>
                  </ns1:cxn>
                  <ns1:cxn ang="0">
                    <ns1:pos x="T32" y="T33"/>
                  </ns1:cxn>
                  <ns1:cxn ang="0">
                    <ns1:pos x="T34" y="T35"/>
                  </ns1:cxn>
                  <ns1:cxn ang="0">
                    <ns1:pos x="T36" y="T37"/>
                  </ns1:cxn>
                  <ns1:cxn ang="0">
                    <ns1:pos x="T38" y="T39"/>
                  </ns1:cxn>
                  <ns1:cxn ang="0">
                    <ns1:pos x="T40" y="T41"/>
                  </ns1:cxn>
                  <ns1:cxn ang="0">
                    <ns1:pos x="T42" y="T43"/>
                  </ns1:cxn>
                  <ns1:cxn ang="0">
                    <ns1:pos x="T44" y="T45"/>
                  </ns1:cxn>
                  <ns1:cxn ang="0">
                    <ns1:pos x="T46" y="T47"/>
                  </ns1:cxn>
                  <ns1:cxn ang="0">
                    <ns1:pos x="T48" y="T49"/>
                  </ns1:cxn>
                  <ns1:cxn ang="0">
                    <ns1:pos x="T50" y="T51"/>
                  </ns1:cxn>
                  <ns1:cxn ang="0">
                    <ns1:pos x="T52" y="T53"/>
                  </ns1:cxn>
                  <ns1:cxn ang="0">
                    <ns1:pos x="T54" y="T55"/>
                  </ns1:cxn>
                  <ns1:cxn ang="0">
                    <ns1:pos x="T56" y="T57"/>
                  </ns1:cxn>
                  <ns1:cxn ang="0">
                    <ns1:pos x="T58" y="T59"/>
                  </ns1:cxn>
                  <ns1:cxn ang="0">
                    <ns1:pos x="T60" y="T61"/>
                  </ns1:cxn>
                  <ns1:cxn ang="0">
                    <ns1:pos x="T62" y="T63"/>
                  </ns1:cxn>
                  <ns1:cxn ang="0">
                    <ns1:pos x="T64" y="T65"/>
                  </ns1:cxn>
                  <ns1:cxn ang="0">
                    <ns1:pos x="T66" y="T67"/>
                  </ns1:cxn>
                  <ns1:cxn ang="0">
                    <ns1:pos x="T68" y="T69"/>
                  </ns1:cxn>
                  <ns1:cxn ang="0">
                    <ns1:pos x="T70" y="T71"/>
                  </ns1:cxn>
                  <ns1:cxn ang="0">
                    <ns1:pos x="T72" y="T73"/>
                  </ns1:cxn>
                  <ns1:cxn ang="0">
                    <ns1:pos x="T74" y="T75"/>
                  </ns1:cxn>
                  <ns1:cxn ang="0">
                    <ns1:pos x="T76" y="T77"/>
                  </ns1:cxn>
                  <ns1:cxn ang="0">
                    <ns1:pos x="T78" y="T79"/>
                  </ns1:cxn>
                  <ns1:cxn ang="0">
                    <ns1:pos x="T80" y="T81"/>
                  </ns1:cxn>
                  <ns1:cxn ang="0">
                    <ns1:pos x="T82" y="T83"/>
                  </ns1:cxn>
                  <ns1:cxn ang="0">
                    <ns1:pos x="T84" y="T85"/>
                  </ns1:cxn>
                  <ns1:cxn ang="0">
                    <ns1:pos x="T86" y="T87"/>
                  </ns1:cxn>
                  <ns1:cxn ang="0">
                    <ns1:pos x="T88" y="T89"/>
                  </ns1:cxn>
                  <ns1:cxn ang="0">
                    <ns1:pos x="T90" y="T91"/>
                  </ns1:cxn>
                  <ns1:cxn ang="0">
                    <ns1:pos x="T92" y="T93"/>
                  </ns1:cxn>
                  <ns1:cxn ang="0">
                    <ns1:pos x="T94" y="T95"/>
                  </ns1:cxn>
                  <ns1:cxn ang="0">
                    <ns1:pos x="T96" y="T97"/>
                  </ns1:cxn>
                  <ns1:cxn ang="0">
                    <ns1:pos x="T98" y="T99"/>
                  </ns1:cxn>
                  <ns1:cxn ang="0">
                    <ns1:pos x="T100" y="T101"/>
                  </ns1:cxn>
                  <ns1:cxn ang="0">
                    <ns1:pos x="T102" y="T103"/>
                  </ns1:cxn>
                </ns1:cxnLst>
                <ns1:rect l="0" t="0" r="r" b="b"/>
                <ns1:pathLst>
                  <ns1:path w="186" h="186">
                    <ns1:moveTo>
                      <ns1:pt x="142" y="155"/>
                    </ns1:moveTo>
                    <ns1:cubicBezTo>
                      <ns1:pt x="137" y="159"/>
                      <ns1:pt x="131" y="163"/>
                      <ns1:pt x="125" y="165"/>
                    </ns1:cubicBezTo>
                    <ns1:cubicBezTo>
                      <ns1:pt x="127" y="162"/>
                      <ns1:pt x="129" y="159"/>
                      <ns1:pt x="131" y="156"/>
                    </ns1:cubicBezTo>
                    <ns1:cubicBezTo>
                      <ns1:pt x="128" y="157"/>
                      <ns1:pt x="124" y="157"/>
                      <ns1:pt x="121" y="157"/>
                    </ns1:cubicBezTo>
                    <ns1:cubicBezTo>
                      <ns1:pt x="119" y="157"/>
                      <ns1:pt x="117" y="157"/>
                      <ns1:pt x="114" y="156"/>
                    </ns1:cubicBezTo>
                    <ns1:cubicBezTo>
                      <ns1:pt x="108" y="166"/>
                      <ns1:pt x="100" y="172"/>
                      <ns1:pt x="93" y="172"/>
                    </ns1:cubicBezTo>
                    <ns1:cubicBezTo>
                      <ns1:pt x="81" y="172"/>
                      <ns1:pt x="67" y="156"/>
                      <ns1:pt x="60" y="131"/>
                    </ns1:cubicBezTo>
                    <ns1:cubicBezTo>
                      <ns1:pt x="76" y="131"/>
                      <ns1:pt x="76" y="131"/>
                      <ns1:pt x="76" y="131"/>
                    </ns1:cubicBezTo>
                    <ns1:cubicBezTo>
                      <ns1:pt x="74" y="127"/>
                      <ns1:pt x="73" y="124"/>
                      <ns1:pt x="72" y="120"/>
                    </ns1:cubicBezTo>
                    <ns1:cubicBezTo>
                      <ns1:pt x="71" y="119"/>
                      <ns1:pt x="71" y="118"/>
                      <ns1:pt x="71" y="117"/>
                    </ns1:cubicBezTo>
                    <ns1:cubicBezTo>
                      <ns1:pt x="57" y="117"/>
                      <ns1:pt x="57" y="117"/>
                      <ns1:pt x="57" y="117"/>
                    </ns1:cubicBezTo>
                    <ns1:cubicBezTo>
                      <ns1:pt x="56" y="109"/>
                      <ns1:pt x="56" y="101"/>
                      <ns1:pt x="56" y="93"/>
                    </ns1:cubicBezTo>
                    <ns1:cubicBezTo>
                      <ns1:pt x="56" y="86"/>
                      <ns1:pt x="56" y="79"/>
                      <ns1:pt x="57" y="72"/>
                    </ns1:cubicBezTo>
                    <ns1:cubicBezTo>
                      <ns1:pt x="81" y="72"/>
                      <ns1:pt x="81" y="72"/>
                      <ns1:pt x="81" y="72"/>
                    </ns1:cubicBezTo>
                    <ns1:cubicBezTo>
                      <ns1:pt x="85" y="66"/>
                      <ns1:pt x="91" y="62"/>
                      <ns1:pt x="98" y="58"/>
                    </ns1:cubicBezTo>
                    <ns1:cubicBezTo>
                      <ns1:pt x="60" y="58"/>
                      <ns1:pt x="60" y="58"/>
                      <ns1:pt x="60" y="58"/>
                    </ns1:cubicBezTo>
                    <ns1:cubicBezTo>
                      <ns1:pt x="66" y="32"/>
                      <ns1:pt x="80" y="14"/>
                      <ns1:pt x="93" y="14"/>
                    </ns1:cubicBezTo>
                    <ns1:cubicBezTo>
                      <ns1:pt x="105" y="14"/>
                      <ns1:pt x="118" y="29"/>
                      <ns1:pt x="125" y="53"/>
                    </ns1:cubicBezTo>
                    <ns1:cubicBezTo>
                      <ns1:pt x="130" y="53"/>
                      <ns1:pt x="135" y="54"/>
                      <ns1:pt x="140" y="56"/>
                    </ns1:cubicBezTo>
                    <ns1:cubicBezTo>
                      <ns1:pt x="137" y="42"/>
                      <ns1:pt x="132" y="30"/>
                      <ns1:pt x="125" y="21"/>
                    </ns1:cubicBezTo>
                    <ns1:cubicBezTo>
                      <ns1:pt x="142" y="28"/>
                      <ns1:pt x="156" y="42"/>
                      <ns1:pt x="164" y="58"/>
                    </ns1:cubicBezTo>
                    <ns1:cubicBezTo>
                      <ns1:pt x="145" y="58"/>
                      <ns1:pt x="145" y="58"/>
                      <ns1:pt x="145" y="58"/>
                    </ns1:cubicBezTo>
                    <ns1:cubicBezTo>
                      <ns1:pt x="151" y="62"/>
                      <ns1:pt x="157" y="66"/>
                      <ns1:pt x="162" y="72"/>
                    </ns1:cubicBezTo>
                    <ns1:cubicBezTo>
                      <ns1:pt x="169" y="72"/>
                      <ns1:pt x="169" y="72"/>
                      <ns1:pt x="169" y="72"/>
                    </ns1:cubicBezTo>
                    <ns1:cubicBezTo>
                      <ns1:pt x="171" y="79"/>
                      <ns1:pt x="172" y="86"/>
                      <ns1:pt x="172" y="93"/>
                    </ns1:cubicBezTo>
                    <ns1:cubicBezTo>
                      <ns1:pt x="172" y="93"/>
                      <ns1:pt x="172" y="94"/>
                      <ns1:pt x="172" y="94"/>
                    </ns1:cubicBezTo>
                    <ns1:cubicBezTo>
                      <ns1:pt x="174" y="104"/>
                      <ns1:pt x="173" y="113"/>
                      <ns1:pt x="170" y="123"/>
                    </ns1:cubicBezTo>
                    <ns1:cubicBezTo>
                      <ns1:pt x="178" y="131"/>
                      <ns1:pt x="178" y="131"/>
                      <ns1:pt x="178" y="131"/>
                    </ns1:cubicBezTo>
                    <ns1:cubicBezTo>
                      <ns1:pt x="178" y="131"/>
                      <ns1:pt x="178" y="131"/>
                      <ns1:pt x="178" y="131"/>
                    </ns1:cubicBezTo>
                    <ns1:cubicBezTo>
                      <ns1:pt x="179" y="131"/>
                      <ns1:pt x="179" y="131"/>
                      <ns1:pt x="179" y="131"/>
                    </ns1:cubicBezTo>
                    <ns1:cubicBezTo>
                      <ns1:pt x="179" y="128"/>
                      <ns1:pt x="179" y="128"/>
                      <ns1:pt x="179" y="128"/>
                    </ns1:cubicBezTo>
                    <ns1:cubicBezTo>
                      <ns1:pt x="184" y="117"/>
                      <ns1:pt x="186" y="106"/>
                      <ns1:pt x="186" y="93"/>
                    </ns1:cubicBezTo>
                    <ns1:cubicBezTo>
                      <ns1:pt x="186" y="42"/>
                      <ns1:pt x="144" y="0"/>
                      <ns1:pt x="93" y="0"/>
                    </ns1:cubicBezTo>
                    <ns1:cubicBezTo>
                      <ns1:pt x="42" y="0"/>
                      <ns1:pt x="0" y="42"/>
                      <ns1:pt x="0" y="93"/>
                    </ns1:cubicBezTo>
                    <ns1:cubicBezTo>
                      <ns1:pt x="0" y="144"/>
                      <ns1:pt x="42" y="186"/>
                      <ns1:pt x="93" y="186"/>
                    </ns1:cubicBezTo>
                    <ns1:cubicBezTo>
                      <ns1:pt x="115" y="186"/>
                      <ns1:pt x="135" y="178"/>
                      <ns1:pt x="151" y="166"/>
                    </ns1:cubicBezTo>
                    <ns1:lnTo>
                      <ns1:pt x="142" y="155"/>
                    </ns1:lnTo>
                    <ns1:close/>
                    <ns1:moveTo>
                      <ns1:pt x="61" y="21"/>
                    </ns1:moveTo>
                    <ns1:cubicBezTo>
                      <ns1:pt x="54" y="31"/>
                      <ns1:pt x="49" y="44"/>
                      <ns1:pt x="45" y="58"/>
                    </ns1:cubicBezTo>
                    <ns1:cubicBezTo>
                      <ns1:pt x="22" y="58"/>
                      <ns1:pt x="22" y="58"/>
                      <ns1:pt x="22" y="58"/>
                    </ns1:cubicBezTo>
                    <ns1:cubicBezTo>
                      <ns1:pt x="30" y="42"/>
                      <ns1:pt x="44" y="28"/>
                      <ns1:pt x="61" y="21"/>
                    </ns1:cubicBezTo>
                    <ns1:close/>
                    <ns1:moveTo>
                      <ns1:pt x="14" y="93"/>
                    </ns1:moveTo>
                    <ns1:cubicBezTo>
                      <ns1:pt x="14" y="86"/>
                      <ns1:pt x="15" y="79"/>
                      <ns1:pt x="17" y="72"/>
                    </ns1:cubicBezTo>
                    <ns1:cubicBezTo>
                      <ns1:pt x="43" y="72"/>
                      <ns1:pt x="43" y="72"/>
                      <ns1:pt x="43" y="72"/>
                    </ns1:cubicBezTo>
                    <ns1:cubicBezTo>
                      <ns1:pt x="42" y="79"/>
                      <ns1:pt x="42" y="86"/>
                      <ns1:pt x="42" y="93"/>
                    </ns1:cubicBezTo>
                    <ns1:cubicBezTo>
                      <ns1:pt x="42" y="101"/>
                      <ns1:pt x="42" y="109"/>
                      <ns1:pt x="43" y="117"/>
                    </ns1:cubicBezTo>
                    <ns1:cubicBezTo>
                      <ns1:pt x="17" y="117"/>
                      <ns1:pt x="17" y="117"/>
                      <ns1:pt x="17" y="117"/>
                    </ns1:cubicBezTo>
                    <ns1:cubicBezTo>
                      <ns1:pt x="15" y="109"/>
                      <ns1:pt x="14" y="101"/>
                      <ns1:pt x="14" y="93"/>
                    </ns1:cubicBezTo>
                    <ns1:close/>
                    <ns1:moveTo>
                      <ns1:pt x="23" y="131"/>
                    </ns1:moveTo>
                    <ns1:cubicBezTo>
                      <ns1:pt x="46" y="131"/>
                      <ns1:pt x="46" y="131"/>
                      <ns1:pt x="46" y="131"/>
                    </ns1:cubicBezTo>
                    <ns1:cubicBezTo>
                      <ns1:pt x="49" y="144"/>
                      <ns1:pt x="54" y="156"/>
                      <ns1:pt x="61" y="165"/>
                    </ns1:cubicBezTo>
                    <ns1:cubicBezTo>
                      <ns1:pt x="45" y="158"/>
                      <ns1:pt x="32" y="146"/>
                      <ns1:pt x="23" y="131"/>
                    </ns1:cubicBezTo>
                    <ns1:close/>
                  </ns1:path>
                </ns1:pathLst>
              </ns1:custGeom>
              <ns1:grpFill/>
              <ns1:ln>
                <ns1:noFill/>
              </ns1:ln>
              <ns1:extLst>
                <ns1:ext uri="{91240B29-F687-4F45-9708-019B960494DF}">
                  <ns3:hiddenLine w="9525">
                    <ns1:solidFill>
                      <ns1:srgbClr val="000000"/>
                    </ns1:solidFill>
                    <ns1:round/>
                    <ns1:headEnd/>
                    <ns1:tailEnd/>
                  </ns3:hiddenLine>
                </ns1:ext>
              </ns1:extLst>
            </ns0:spPr>
            <ns0:txBody>
              <ns1:bodyPr vert="horz" wrap="square" lIns="91440" tIns="45720" rIns="91440" bIns="45720" numCol="1" anchor="t" anchorCtr="0" compatLnSpc="1">
                <ns1:prstTxWarp prst="textNoShape">
                  <ns1:avLst/>
                </ns1:prstTxWarp>
              </ns1:bodyPr>
              <ns1:lstStyle/>
              <ns1:p>
                <ns1:endParaRPr lang="id-ID" sz="2700"/>
              </ns1:p>
            </ns0:txBody>
          </ns0:sp>
          <ns0:sp>
            <ns0:nvSpPr>
              <ns0:cNvPr id="49" name="Freeform 21">
                <ns1:extLst>
                  <ns1:ext uri="{FF2B5EF4-FFF2-40B4-BE49-F238E27FC236}">
                    <ns2:creationId id="{6B22B860-4D33-4B7B-8E32-088AF778F090}"/>
                  </ns1:ext>
                </ns1:extLst>
              </ns0:cNvPr>
              <ns0:cNvSpPr>
                <ns1:spLocks noEditPoints="1"/>
              </ns0:cNvSpPr>
              <ns0:nvPr/>
            </ns0:nvSpPr>
            <ns0:spPr bwMode="auto">
              <ns1:xfrm>
                <ns1:off x="4352925" y="5691188"/>
                <ns1:ext cx="446088" cy="446088"/>
              </ns1:xfrm>
              <ns1:custGeom>
                <ns1:avLst/>
                <ns1:gdLst>
                  <ns1:gd name="T0" fmla="*/ 116 w 117"/>
                  <ns1:gd name="T1" fmla="*/ 103 h 117"/>
                  <ns1:gd name="T2" fmla="*/ 81 w 117"/>
                  <ns1:gd name="T3" fmla="*/ 65 h 117"/>
                  <ns1:gd name="T4" fmla="*/ 80 w 117"/>
                  <ns1:gd name="T5" fmla="*/ 65 h 117"/>
                  <ns1:gd name="T6" fmla="*/ 84 w 117"/>
                  <ns1:gd name="T7" fmla="*/ 33 h 117"/>
                  <ns1:gd name="T8" fmla="*/ 33 w 117"/>
                  <ns1:gd name="T9" fmla="*/ 6 h 117"/>
                  <ns1:gd name="T10" fmla="*/ 7 w 117"/>
                  <ns1:gd name="T11" fmla="*/ 57 h 117"/>
                  <ns1:gd name="T12" fmla="*/ 57 w 117"/>
                  <ns1:gd name="T13" fmla="*/ 83 h 117"/>
                  <ns1:gd name="T14" fmla="*/ 67 w 117"/>
                  <ns1:gd name="T15" fmla="*/ 79 h 117"/>
                  <ns1:gd name="T16" fmla="*/ 101 w 117"/>
                  <ns1:gd name="T17" fmla="*/ 116 h 117"/>
                  <ns1:gd name="T18" fmla="*/ 106 w 117"/>
                  <ns1:gd name="T19" fmla="*/ 115 h 117"/>
                  <ns1:gd name="T20" fmla="*/ 114 w 117"/>
                  <ns1:gd name="T21" fmla="*/ 108 h 117"/>
                  <ns1:gd name="T22" fmla="*/ 116 w 117"/>
                  <ns1:gd name="T23" fmla="*/ 103 h 117"/>
                  <ns1:gd name="T24" fmla="*/ 17 w 117"/>
                  <ns1:gd name="T25" fmla="*/ 54 h 117"/>
                  <ns1:gd name="T26" fmla="*/ 36 w 117"/>
                  <ns1:gd name="T27" fmla="*/ 17 h 117"/>
                  <ns1:gd name="T28" fmla="*/ 73 w 117"/>
                  <ns1:gd name="T29" fmla="*/ 36 h 117"/>
                  <ns1:gd name="T30" fmla="*/ 54 w 117"/>
                  <ns1:gd name="T31" fmla="*/ 73 h 117"/>
                  <ns1:gd name="T32" fmla="*/ 17 w 117"/>
                  <ns1:gd name="T33" fmla="*/ 54 h 117"/>
                </ns1:gdLst>
                <ns1:ahLst/>
                <ns1:cxnLst>
                  <ns1:cxn ang="0">
                    <ns1:pos x="T0" y="T1"/>
                  </ns1:cxn>
                  <ns1:cxn ang="0">
                    <ns1:pos x="T2" y="T3"/>
                  </ns1:cxn>
                  <ns1:cxn ang="0">
                    <ns1:pos x="T4" y="T5"/>
                  </ns1:cxn>
                  <ns1:cxn ang="0">
                    <ns1:pos x="T6" y="T7"/>
                  </ns1:cxn>
                  <ns1:cxn ang="0">
                    <ns1:pos x="T8" y="T9"/>
                  </ns1:cxn>
                  <ns1:cxn ang="0">
                    <ns1:pos x="T10" y="T11"/>
                  </ns1:cxn>
                  <ns1:cxn ang="0">
                    <ns1:pos x="T12" y="T13"/>
                  </ns1:cxn>
                  <ns1:cxn ang="0">
                    <ns1:pos x="T14" y="T15"/>
                  </ns1:cxn>
                  <ns1:cxn ang="0">
                    <ns1:pos x="T16" y="T17"/>
                  </ns1:cxn>
                  <ns1:cxn ang="0">
                    <ns1:pos x="T18" y="T19"/>
                  </ns1:cxn>
                  <ns1:cxn ang="0">
                    <ns1:pos x="T20" y="T21"/>
                  </ns1:cxn>
                  <ns1:cxn ang="0">
                    <ns1:pos x="T22" y="T23"/>
                  </ns1:cxn>
                  <ns1:cxn ang="0">
                    <ns1:pos x="T24" y="T25"/>
                  </ns1:cxn>
                  <ns1:cxn ang="0">
                    <ns1:pos x="T26" y="T27"/>
                  </ns1:cxn>
                  <ns1:cxn ang="0">
                    <ns1:pos x="T28" y="T29"/>
                  </ns1:cxn>
                  <ns1:cxn ang="0">
                    <ns1:pos x="T30" y="T31"/>
                  </ns1:cxn>
                  <ns1:cxn ang="0">
                    <ns1:pos x="T32" y="T33"/>
                  </ns1:cxn>
                </ns1:cxnLst>
                <ns1:rect l="0" t="0" r="r" b="b"/>
                <ns1:pathLst>
                  <ns1:path w="117" h="117">
                    <ns1:moveTo>
                      <ns1:pt x="116" y="103"/>
                    </ns1:moveTo>
                    <ns1:cubicBezTo>
                      <ns1:pt x="81" y="65"/>
                      <ns1:pt x="81" y="65"/>
                      <ns1:pt x="81" y="65"/>
                    </ns1:cubicBezTo>
                    <ns1:cubicBezTo>
                      <ns1:pt x="81" y="65"/>
                      <ns1:pt x="80" y="65"/>
                      <ns1:pt x="80" y="65"/>
                    </ns1:cubicBezTo>
                    <ns1:cubicBezTo>
                      <ns1:pt x="86" y="55"/>
                      <ns1:pt x="87" y="44"/>
                      <ns1:pt x="84" y="33"/>
                    </ns1:cubicBezTo>
                    <ns1:cubicBezTo>
                      <ns1:pt x="77" y="11"/>
                      <ns1:pt x="54" y="0"/>
                      <ns1:pt x="33" y="6"/>
                    </ns1:cubicBezTo>
                    <ns1:cubicBezTo>
                      <ns1:pt x="12" y="13"/>
                      <ns1:pt x="0" y="36"/>
                      <ns1:pt x="7" y="57"/>
                    </ns1:cubicBezTo>
                    <ns1:cubicBezTo>
                      <ns1:pt x="13" y="78"/>
                      <ns1:pt x="36" y="90"/>
                      <ns1:pt x="57" y="83"/>
                    </ns1:cubicBezTo>
                    <ns1:cubicBezTo>
                      <ns1:pt x="61" y="82"/>
                      <ns1:pt x="64" y="81"/>
                      <ns1:pt x="67" y="79"/>
                    </ns1:cubicBezTo>
                    <ns1:cubicBezTo>
                      <ns1:pt x="101" y="116"/>
                      <ns1:pt x="101" y="116"/>
                      <ns1:pt x="101" y="116"/>
                    </ns1:cubicBezTo>
                    <ns1:cubicBezTo>
                      <ns1:pt x="102" y="117"/>
                      <ns1:pt x="104" y="117"/>
                      <ns1:pt x="106" y="115"/>
                    </ns1:cubicBezTo>
                    <ns1:cubicBezTo>
                      <ns1:pt x="114" y="108"/>
                      <ns1:pt x="114" y="108"/>
                      <ns1:pt x="114" y="108"/>
                    </ns1:cubicBezTo>
                    <ns1:cubicBezTo>
                      <ns1:pt x="116" y="106"/>
                      <ns1:pt x="117" y="104"/>
                      <ns1:pt x="116" y="103"/>
                    </ns1:cubicBezTo>
                    <ns1:close/>
                    <ns1:moveTo>
                      <ns1:pt x="17" y="54"/>
                    </ns1:moveTo>
                    <ns1:cubicBezTo>
                      <ns1:pt x="12" y="38"/>
                      <ns1:pt x="21" y="22"/>
                      <ns1:pt x="36" y="17"/>
                    </ns1:cubicBezTo>
                    <ns1:cubicBezTo>
                      <ns1:pt x="52" y="12"/>
                      <ns1:pt x="69" y="20"/>
                      <ns1:pt x="73" y="36"/>
                    </ns1:cubicBezTo>
                    <ns1:cubicBezTo>
                      <ns1:pt x="78" y="52"/>
                      <ns1:pt x="70" y="68"/>
                      <ns1:pt x="54" y="73"/>
                    </ns1:cubicBezTo>
                    <ns1:cubicBezTo>
                      <ns1:pt x="39" y="78"/>
                      <ns1:pt x="22" y="69"/>
                      <ns1:pt x="17" y="54"/>
                    </ns1:cubicBezTo>
                    <ns1:close/>
                  </ns1:path>
                </ns1:pathLst>
              </ns1:custGeom>
              <ns1:grpFill/>
              <ns1:ln>
                <ns1:noFill/>
              </ns1:ln>
              <ns1:extLst>
                <ns1:ext uri="{91240B29-F687-4F45-9708-019B960494DF}">
                  <ns3:hiddenLine w="9525">
                    <ns1:solidFill>
                      <ns1:srgbClr val="000000"/>
                    </ns1:solidFill>
                    <ns1:round/>
                    <ns1:headEnd/>
                    <ns1:tailEnd/>
                  </ns3:hiddenLine>
                </ns1:ext>
              </ns1:extLst>
            </ns0:spPr>
            <ns0:txBody>
              <ns1:bodyPr vert="horz" wrap="square" lIns="91440" tIns="45720" rIns="91440" bIns="45720" numCol="1" anchor="t" anchorCtr="0" compatLnSpc="1">
                <ns1:prstTxWarp prst="textNoShape">
                  <ns1:avLst/>
                </ns1:prstTxWarp>
              </ns1:bodyPr>
              <ns1:lstStyle/>
              <ns1:p>
                <ns1:endParaRPr lang="id-ID" sz="2700"/>
              </ns1:p>
            </ns0:txBody>
          </ns0:sp>
          <ns0:sp>
            <ns0:nvSpPr>
              <ns0:cNvPr id="50" name="Freeform 22">
                <ns1:extLst>
                  <ns1:ext uri="{FF2B5EF4-FFF2-40B4-BE49-F238E27FC236}">
                    <ns2:creationId id="{55732C5D-379E-4173-B8C5-B53F4AE7DD53}"/>
                  </ns1:ext>
                </ns1:extLst>
              </ns0:cNvPr>
              <ns0:cNvSpPr>
                <ns1:spLocks/>
              </ns0:cNvSpPr>
              <ns0:nvPr/>
            </ns0:nvSpPr>
            <ns0:spPr bwMode="auto">
              <ns1:xfrm>
                <ns1:off x="4433888" y="5754688"/>
                <ns1:ext cx="190500" cy="141288"/>
              </ns1:xfrm>
              <ns1:custGeom>
                <ns1:avLst/>
                <ns1:gdLst>
                  <ns1:gd name="T0" fmla="*/ 10 w 50"/>
                  <ns1:gd name="T1" fmla="*/ 16 h 37"/>
                  <ns1:gd name="T2" fmla="*/ 48 w 50"/>
                  <ns1:gd name="T3" fmla="*/ 36 h 37"/>
                  <ns1:gd name="T4" fmla="*/ 48 w 50"/>
                  <ns1:gd name="T5" fmla="*/ 37 h 37"/>
                  <ns1:gd name="T6" fmla="*/ 49 w 50"/>
                  <ns1:gd name="T7" fmla="*/ 20 h 37"/>
                  <ns1:gd name="T8" fmla="*/ 17 w 50"/>
                  <ns1:gd name="T9" fmla="*/ 4 h 37"/>
                  <ns1:gd name="T10" fmla="*/ 0 w 50"/>
                  <ns1:gd name="T11" fmla="*/ 21 h 37"/>
                  <ns1:gd name="T12" fmla="*/ 10 w 50"/>
                  <ns1:gd name="T13" fmla="*/ 16 h 37"/>
                </ns1:gdLst>
                <ns1:ahLst/>
                <ns1:cxnLst>
                  <ns1:cxn ang="0">
                    <ns1:pos x="T0" y="T1"/>
                  </ns1:cxn>
                  <ns1:cxn ang="0">
                    <ns1:pos x="T2" y="T3"/>
                  </ns1:cxn>
                  <ns1:cxn ang="0">
                    <ns1:pos x="T4" y="T5"/>
                  </ns1:cxn>
                  <ns1:cxn ang="0">
                    <ns1:pos x="T6" y="T7"/>
                  </ns1:cxn>
                  <ns1:cxn ang="0">
                    <ns1:pos x="T8" y="T9"/>
                  </ns1:cxn>
                  <ns1:cxn ang="0">
                    <ns1:pos x="T10" y="T11"/>
                  </ns1:cxn>
                  <ns1:cxn ang="0">
                    <ns1:pos x="T12" y="T13"/>
                  </ns1:cxn>
                </ns1:cxnLst>
                <ns1:rect l="0" t="0" r="r" b="b"/>
                <ns1:pathLst>
                  <ns1:path w="50" h="37">
                    <ns1:moveTo>
                      <ns1:pt x="10" y="16"/>
                    </ns1:moveTo>
                    <ns1:cubicBezTo>
                      <ns1:pt x="26" y="11"/>
                      <ns1:pt x="43" y="20"/>
                      <ns1:pt x="48" y="36"/>
                    </ns1:cubicBezTo>
                    <ns1:cubicBezTo>
                      <ns1:pt x="48" y="36"/>
                      <ns1:pt x="48" y="36"/>
                      <ns1:pt x="48" y="37"/>
                    </ns1:cubicBezTo>
                    <ns1:cubicBezTo>
                      <ns1:pt x="50" y="32"/>
                      <ns1:pt x="50" y="26"/>
                      <ns1:pt x="49" y="20"/>
                    </ns1:cubicBezTo>
                    <ns1:cubicBezTo>
                      <ns1:pt x="45" y="7"/>
                      <ns1:pt x="30" y="0"/>
                      <ns1:pt x="17" y="4"/>
                    </ns1:cubicBezTo>
                    <ns1:cubicBezTo>
                      <ns1:pt x="8" y="6"/>
                      <ns1:pt x="2" y="13"/>
                      <ns1:pt x="0" y="21"/>
                    </ns1:cubicBezTo>
                    <ns1:cubicBezTo>
                      <ns1:pt x="3" y="19"/>
                      <ns1:pt x="6" y="17"/>
                      <ns1:pt x="10" y="16"/>
                    </ns1:cubicBezTo>
                    <ns1:close/>
                  </ns1:path>
                </ns1:pathLst>
              </ns1:custGeom>
              <ns1:grpFill/>
              <ns1:ln>
                <ns1:noFill/>
              </ns1:ln>
              <ns1:extLst>
                <ns1:ext uri="{91240B29-F687-4F45-9708-019B960494DF}">
                  <ns3:hiddenLine w="9525">
                    <ns1:solidFill>
                      <ns1:srgbClr val="000000"/>
                    </ns1:solidFill>
                    <ns1:round/>
                    <ns1:headEnd/>
                    <ns1:tailEnd/>
                  </ns3:hiddenLine>
                </ns1:ext>
              </ns1:extLst>
            </ns0:spPr>
            <ns0:txBody>
              <ns1:bodyPr vert="horz" wrap="square" lIns="91440" tIns="45720" rIns="91440" bIns="45720" numCol="1" anchor="t" anchorCtr="0" compatLnSpc="1">
                <ns1:prstTxWarp prst="textNoShape">
                  <ns1:avLst/>
                </ns1:prstTxWarp>
              </ns1:bodyPr>
              <ns1:lstStyle/>
              <ns1:p>
                <ns1:endParaRPr lang="id-ID" sz="2700"/>
              </ns1:p>
            </ns0:txBody>
          </ns0:sp>
        </ns0:grpSp>
      </ns0:grpSp>
      <ns0:sp>
        <ns0:nvSpPr>
          <ns0:cNvPr id="3" name="Picture Placeholder 2">
            <ns1:extLst>
              <ns1:ext uri="{FF2B5EF4-FFF2-40B4-BE49-F238E27FC236}">
                <ns2:creationId id="{6056720D-35DB-4B7E-BAB9-6E2F54F081B4}"/>
              </ns1:ext>
            </ns1:extLst>
          </ns0:cNvPr>
          <ns0:cNvSpPr>
            <ns1:spLocks noGrp="1"/>
          </ns0:cNvSpPr>
          <ns0:nvPr>
            <ns0:ph type="pic" sz="quarter" idx="16"/>
          </ns0:nvPr>
        </ns0:nvSpPr>
        <ns0:spPr/>
      </ns0:sp>
    </ns0:spTree>
    <ns0:extLst>
      <ns0:ext uri="{BB962C8B-B14F-4D97-AF65-F5344CB8AC3E}">
        <ns4:creationId val="1499827892"/>
      </ns0:ext>
    </ns0:extLst>
  </ns0:cSld>
  <ns0:clrMapOvr>
    <ns1:masterClrMapping/>
  </ns0:clrMapOvr>
</ns0:sld>
</file>

<file path=ppt/slides/slide15.xml><?xml version="1.0" encoding="utf-8"?>
<ns0:sld xmlns:ns0="http://schemas.openxmlformats.org/presentationml/2006/main" xmlns:ns1="http://schemas.openxmlformats.org/drawingml/2006/main" xmlns:ns2="http://schemas.microsoft.com/office/drawing/2014/main" xmlns:ns3="http://schemas.microsoft.com/office/powerpoint/2010/main">
  <ns0:cSld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7" name="TextBox 6">
            <ns1:extLst>
              <ns1:ext uri="{FF2B5EF4-FFF2-40B4-BE49-F238E27FC236}">
                <ns2:creationId id="{92033AC5-415F-4311-9FAE-57B66A47D737}"/>
              </ns1:ext>
            </ns1:extLst>
          </ns0:cNvPr>
          <ns0:cNvSpPr txBox="1"/>
          <ns0:nvPr/>
        </ns0:nvSpPr>
        <ns0:spPr>
          <ns1:xfrm>
            <ns1:off x="2504933" y="739929"/>
            <ns1:ext cx="7182135" cy="1384995"/>
          </ns1:xfrm>
          <ns1:prstGeom prst="rect">
            <ns1:avLst/>
          </ns1:prstGeom>
          <ns1:noFill/>
        </ns0:spPr>
        <ns0:txBody>
          <ns1:bodyPr wrap="square" rtlCol="0">
            <ns1:spAutoFit/>
          </ns1:bodyPr>
          <ns1:lstStyle/>
          <ns1:p>
            <ns1:pPr algn="ctr"/>
            <ns1:r>
              <ns1:rPr lang="en-US" sz="2800" spc="300">
                <ns1:solidFill>
                  <ns1:schemeClr val="tx1">
                    <ns1:lumMod val="85000"/>
                    <ns1:lumOff val="15000"/>
                  </ns1:schemeClr>
                </ns1:solidFill>
                <ns1:latin typeface="Poppins SemiBold" panose="00000700000000000000" pitchFamily="2" charset="0"/>
                <ns1:cs typeface="Poppins SemiBold" panose="00000700000000000000" pitchFamily="2" charset="0"/>
              </ns1:rPr>
              <ns1:t>{SlideMainExplanation}</ns1:t>
            </ns1:r>
          </ns1:p>
        </ns0:txBody>
      </ns0:sp>
      <ns0:grpSp>
        <ns0:nvGrpSpPr>
          <ns0:cNvPr id="18" name="Group 17">
            <ns1:extLst>
              <ns1:ext uri="{FF2B5EF4-FFF2-40B4-BE49-F238E27FC236}">
                <ns2:creationId id="{7690D3AE-DF5C-4DC6-A8E8-1827EA7DAE2E}"/>
              </ns1:ext>
            </ns1:extLst>
          </ns0:cNvPr>
          <ns0:cNvGrpSpPr/>
          <ns0:nvPr/>
        </ns0:nvGrpSpPr>
        <ns0:grpSpPr>
          <ns1:xfrm>
            <ns1:off x="5691116" y="2336523"/>
            <ns1:ext cx="809768" cy="204717"/>
            <ns1:chOff x="5895833" y="2247347"/>
            <ns1:chExt cx="809768" cy="204717"/>
          </ns1:xfrm>
        </ns0:grpSpPr>
        <ns0:sp>
          <ns0:nvSpPr>
            <ns0:cNvPr id="6" name="Diamond 5">
              <ns1:extLst>
                <ns1:ext uri="{FF2B5EF4-FFF2-40B4-BE49-F238E27FC236}">
                  <ns2:creationId id="{05E76BA1-2EE6-42E3-AE7B-6A41E42EBB3D}"/>
                </ns1:ext>
              </ns1:extLst>
            </ns0:cNvPr>
            <ns0:cNvSpPr/>
            <ns0:nvPr/>
          </ns0:nvSpPr>
          <ns0:spPr>
            <ns1:xfrm>
              <ns1:off x="5895833" y="2247347"/>
              <ns1:ext cx="204717" cy="204717"/>
            </ns1:xfrm>
            <ns1:prstGeom prst="diamond">
              <ns1:avLst/>
            </ns1:prstGeom>
            <ns1:solidFill>
              <ns1:schemeClr val="accent4"/>
            </ns1:solidFill>
            <ns1:ln>
              <ns1:noFill/>
            </ns1:ln>
          </ns0:spPr>
          <ns0:style>
            <ns1:lnRef idx="2">
              <ns1:schemeClr val="accent1">
                <ns1:shade val="50000"/>
              </ns1:schemeClr>
            </ns1:lnRef>
            <ns1:fillRef idx="1">
              <ns1:schemeClr val="accent1"/>
            </ns1:fillRef>
            <ns1:effectRef idx="0">
              <ns1:schemeClr val="accent1"/>
            </ns1:effectRef>
            <ns1:fontRef idx="minor">
              <ns1:schemeClr val="lt1"/>
            </ns1:fontRef>
          </ns0:style>
          <ns0:txBody>
            <ns1:bodyPr rtlCol="0" anchor="ctr"/>
            <ns1:lstStyle/>
            <ns1:p>
              <ns1:pPr algn="ctr"/>
              <ns1:endParaRPr lang="en-US"/>
            </ns1:p>
          </ns0:txBody>
        </ns0:sp>
        <ns0:sp>
          <ns0:nvSpPr>
            <ns0:cNvPr id="15" name="Diamond 14">
              <ns1:extLst>
                <ns1:ext uri="{FF2B5EF4-FFF2-40B4-BE49-F238E27FC236}">
                  <ns2:creationId id="{FBDD7F52-F40B-4861-8BD0-4CDA34F3B545}"/>
                </ns1:ext>
              </ns1:extLst>
            </ns0:cNvPr>
            <ns0:cNvSpPr/>
            <ns0:nvPr/>
          </ns0:nvSpPr>
          <ns0:spPr>
            <ns1:xfrm>
              <ns1:off x="6096000" y="2247347"/>
              <ns1:ext cx="204717" cy="204717"/>
            </ns1:xfrm>
            <ns1:prstGeom prst="diamond">
              <ns1:avLst/>
            </ns1:prstGeom>
            <ns1:solidFill>
              <ns1:schemeClr val="accent4">
                <ns1:lumMod val="60000"/>
                <ns1:lumOff val="40000"/>
              </ns1:schemeClr>
            </ns1:solidFill>
            <ns1:ln>
              <ns1:noFill/>
            </ns1:ln>
          </ns0:spPr>
          <ns0:style>
            <ns1:lnRef idx="2">
              <ns1:schemeClr val="accent1">
                <ns1:shade val="50000"/>
              </ns1:schemeClr>
            </ns1:lnRef>
            <ns1:fillRef idx="1">
              <ns1:schemeClr val="accent1"/>
            </ns1:fillRef>
            <ns1:effectRef idx="0">
              <ns1:schemeClr val="accent1"/>
            </ns1:effectRef>
            <ns1:fontRef idx="minor">
              <ns1:schemeClr val="lt1"/>
            </ns1:fontRef>
          </ns0:style>
          <ns0:txBody>
            <ns1:bodyPr rtlCol="0" anchor="ctr"/>
            <ns1:lstStyle/>
            <ns1:p>
              <ns1:pPr algn="ctr"/>
              <ns1:endParaRPr lang="en-US"/>
            </ns1:p>
          </ns0:txBody>
        </ns0:sp>
        <ns0:sp>
          <ns0:nvSpPr>
            <ns0:cNvPr id="16" name="Diamond 15">
              <ns1:extLst>
                <ns1:ext uri="{FF2B5EF4-FFF2-40B4-BE49-F238E27FC236}">
                  <ns2:creationId id="{6717CC4A-8213-40EA-833B-93CFC690629F}"/>
                </ns1:ext>
              </ns1:extLst>
            </ns0:cNvPr>
            <ns0:cNvSpPr/>
            <ns0:nvPr/>
          </ns0:nvSpPr>
          <ns0:spPr>
            <ns1:xfrm>
              <ns1:off x="6300717" y="2247347"/>
              <ns1:ext cx="204717" cy="204717"/>
            </ns1:xfrm>
            <ns1:prstGeom prst="diamond">
              <ns1:avLst/>
            </ns1:prstGeom>
            <ns1:solidFill>
              <ns1:schemeClr val="accent4">
                <ns1:lumMod val="40000"/>
                <ns1:lumOff val="60000"/>
              </ns1:schemeClr>
            </ns1:solidFill>
            <ns1:ln>
              <ns1:noFill/>
            </ns1:ln>
          </ns0:spPr>
          <ns0:style>
            <ns1:lnRef idx="2">
              <ns1:schemeClr val="accent1">
                <ns1:shade val="50000"/>
              </ns1:schemeClr>
            </ns1:lnRef>
            <ns1:fillRef idx="1">
              <ns1:schemeClr val="accent1"/>
            </ns1:fillRef>
            <ns1:effectRef idx="0">
              <ns1:schemeClr val="accent1"/>
            </ns1:effectRef>
            <ns1:fontRef idx="minor">
              <ns1:schemeClr val="lt1"/>
            </ns1:fontRef>
          </ns0:style>
          <ns0:txBody>
            <ns1:bodyPr rtlCol="0" anchor="ctr"/>
            <ns1:lstStyle/>
            <ns1:p>
              <ns1:pPr algn="ctr"/>
              <ns1:endParaRPr lang="en-US"/>
            </ns1:p>
          </ns0:txBody>
        </ns0:sp>
        <ns0:sp>
          <ns0:nvSpPr>
            <ns0:cNvPr id="17" name="Diamond 16">
              <ns1:extLst>
                <ns1:ext uri="{FF2B5EF4-FFF2-40B4-BE49-F238E27FC236}">
                  <ns2:creationId id="{6D7A3641-63C7-4CCC-A037-694D004AC10A}"/>
                </ns1:ext>
              </ns1:extLst>
            </ns0:cNvPr>
            <ns0:cNvSpPr/>
            <ns0:nvPr/>
          </ns0:nvSpPr>
          <ns0:spPr>
            <ns1:xfrm>
              <ns1:off x="6500884" y="2247347"/>
              <ns1:ext cx="204717" cy="204717"/>
            </ns1:xfrm>
            <ns1:prstGeom prst="diamond">
              <ns1:avLst/>
            </ns1:prstGeom>
            <ns1:solidFill>
              <ns1:schemeClr val="accent4">
                <ns1:lumMod val="20000"/>
                <ns1:lumOff val="80000"/>
              </ns1:schemeClr>
            </ns1:solidFill>
            <ns1:ln>
              <ns1:noFill/>
            </ns1:ln>
          </ns0:spPr>
          <ns0:style>
            <ns1:lnRef idx="2">
              <ns1:schemeClr val="accent1">
                <ns1:shade val="50000"/>
              </ns1:schemeClr>
            </ns1:lnRef>
            <ns1:fillRef idx="1">
              <ns1:schemeClr val="accent1"/>
            </ns1:fillRef>
            <ns1:effectRef idx="0">
              <ns1:schemeClr val="accent1"/>
            </ns1:effectRef>
            <ns1:fontRef idx="minor">
              <ns1:schemeClr val="lt1"/>
            </ns1:fontRef>
          </ns0:style>
          <ns0:txBody>
            <ns1:bodyPr rtlCol="0" anchor="ctr"/>
            <ns1:lstStyle/>
            <ns1:p>
              <ns1:pPr algn="ctr"/>
              <ns1:endParaRPr lang="en-US"/>
            </ns1:p>
          </ns0:txBody>
        </ns0:sp>
      </ns0:grpSp>
      <ns0:sp>
        <ns0:nvSpPr>
          <ns0:cNvPr id="8" name="TextBox 7">
            <ns1:extLst>
              <ns1:ext uri="{FF2B5EF4-FFF2-40B4-BE49-F238E27FC236}">
                <ns2:creationId id="{0A3B9D10-35DA-4C94-9BDA-681EA2903633}"/>
              </ns1:ext>
            </ns1:extLst>
          </ns0:cNvPr>
          <ns0:cNvSpPr txBox="1"/>
          <ns0:nvPr/>
        </ns0:nvSpPr>
        <ns0:spPr>
          <ns1:xfrm>
            <ns1:off x="848189" y="5406190"/>
            <ns1:ext cx="2562311" cy="292388"/>
          </ns1:xfrm>
          <ns1:prstGeom prst="rect">
            <ns1:avLst/>
          </ns1:prstGeom>
          <ns1:noFill/>
        </ns0:spPr>
        <ns0:txBody>
          <ns1:bodyPr wrap="square" rtlCol="0">
            <ns1:spAutoFit/>
          </ns1:bodyPr>
          <ns1:lstStyle/>
          <ns1:p>
            <ns1:pPr algn="ctr"/>
            <ns1:r>
              <ns1:rPr lang="en-US" sz="1300" b="1">
                <ns1:solidFill>
                  <ns1:schemeClr val="tx1">
                    <ns1:lumMod val="85000"/>
                    <ns1:lumOff val="15000"/>
                  </ns1:schemeClr>
                </ns1:solidFill>
                <ns1:latin typeface="Poppins SemiBold" panose="00000700000000000000" pitchFamily="2" charset="0"/>
                <ns1:ea typeface="Lato" panose="020F0502020204030203" pitchFamily="34" charset="0"/>
                <ns1:cs typeface="Poppins SemiBold" panose="00000700000000000000" pitchFamily="2" charset="0"/>
              </ns1:rPr>
              <ns1:t>{SlideSupportingContent}</ns1:t>
            </ns1:r>
          </ns1:p>
        </ns0:txBody>
      </ns0:sp>
      <ns0:sp>
        <ns0:nvSpPr>
          <ns0:cNvPr id="9" name="TextBox 8">
            <ns1:extLst>
              <ns1:ext uri="{FF2B5EF4-FFF2-40B4-BE49-F238E27FC236}">
                <ns2:creationId id="{A1A110AC-672A-4A75-BDF9-FAA5D929B2C4}"/>
              </ns1:ext>
            </ns1:extLst>
          </ns0:cNvPr>
          <ns0:cNvSpPr txBox="1"/>
          <ns0:nvPr/>
        </ns0:nvSpPr>
        <ns0:spPr>
          <ns1:xfrm>
            <ns1:off x="3516869" y="5406190"/>
            <ns1:ext cx="2524836" cy="292388"/>
          </ns1:xfrm>
          <ns1:prstGeom prst="rect">
            <ns1:avLst/>
          </ns1:prstGeom>
          <ns1:noFill/>
        </ns0:spPr>
        <ns0:txBody>
          <ns1:bodyPr wrap="square" rtlCol="0">
            <ns1:spAutoFit/>
          </ns1:bodyPr>
          <ns1:lstStyle/>
          <ns1:p>
            <ns1:pPr algn="ctr"/>
            <ns1:r>
              <ns1:rPr lang="en-US" sz="1300" b="1">
                <ns1:solidFill>
                  <ns1:schemeClr val="tx1">
                    <ns1:lumMod val="85000"/>
                    <ns1:lumOff val="15000"/>
                  </ns1:schemeClr>
                </ns1:solidFill>
                <ns1:latin typeface="Poppins SemiBold" panose="00000700000000000000" pitchFamily="2" charset="0"/>
                <ns1:ea typeface="Lato" panose="020F0502020204030203" pitchFamily="34" charset="0"/>
                <ns1:cs typeface="Poppins SemiBold" panose="00000700000000000000" pitchFamily="2" charset="0"/>
              </ns1:rPr>
              <ns1:t>{SlideCallout}</ns1:t>
            </ns1:r>
          </ns1:p>
        </ns0:txBody>
      </ns0:sp>
      <ns0:sp>
        <ns0:nvSpPr>
          <ns0:cNvPr id="10" name="TextBox 9">
            <ns1:extLst>
              <ns1:ext uri="{FF2B5EF4-FFF2-40B4-BE49-F238E27FC236}">
                <ns2:creationId id="{2592D35E-D370-4A6A-83A0-ED83A46897AC}"/>
              </ns1:ext>
            </ns1:extLst>
          </ns0:cNvPr>
          <ns0:cNvSpPr txBox="1"/>
          <ns0:nvPr/>
        </ns0:nvSpPr>
        <ns0:spPr>
          <ns1:xfrm>
            <ns1:off x="6134806" y="5406190"/>
            <ns1:ext cx="2565778" cy="299190"/>
          </ns1:xfrm>
          <ns1:prstGeom prst="rect">
            <ns1:avLst/>
          </ns1:prstGeom>
          <ns1:noFill/>
        </ns0:spPr>
        <ns0:txBody>
          <ns1:bodyPr wrap="square" rtlCol="0">
            <ns1:spAutoFit/>
          </ns1:bodyPr>
          <ns1:lstStyle/>
          <ns1:p>
            <ns1:pPr algn="ctr"/>
            <ns1:r>
              <ns1:rPr lang="en-US" sz="1300" b="1">
                <ns1:solidFill>
                  <ns1:schemeClr val="tx1">
                    <ns1:lumMod val="85000"/>
                    <ns1:lumOff val="15000"/>
                  </ns1:schemeClr>
                </ns1:solidFill>
                <ns1:latin typeface="Poppins SemiBold" panose="00000700000000000000" pitchFamily="2" charset="0"/>
                <ns1:ea typeface="Lato" panose="020F0502020204030203" pitchFamily="34" charset="0"/>
                <ns1:cs typeface="Poppins SemiBold" panose="00000700000000000000" pitchFamily="2" charset="0"/>
              </ns1:rPr>
              <ns1:t>{SlideCaption}</ns1:t>
            </ns1:r>
          </ns1:p>
        </ns0:txBody>
      </ns0:sp>
      <ns0:sp>
        <ns0:nvSpPr>
          <ns0:cNvPr id="11" name="TextBox 10">
            <ns1:extLst>
              <ns1:ext uri="{FF2B5EF4-FFF2-40B4-BE49-F238E27FC236}">
                <ns2:creationId id="{CEADD2B9-A0FD-4F77-93E7-272B9C6DCA38}"/>
              </ns1:ext>
            </ns1:extLst>
          </ns0:cNvPr>
          <ns0:cNvSpPr txBox="1"/>
          <ns0:nvPr/>
        </ns0:nvSpPr>
        <ns0:spPr>
          <ns1:xfrm>
            <ns1:off x="8778033" y="5406190"/>
            <ns1:ext cx="2565778" cy="292388"/>
          </ns1:xfrm>
          <ns1:prstGeom prst="rect">
            <ns1:avLst/>
          </ns1:prstGeom>
          <ns1:noFill/>
        </ns0:spPr>
        <ns0:txBody>
          <ns1:bodyPr wrap="square" rtlCol="0">
            <ns1:spAutoFit/>
          </ns1:bodyPr>
          <ns1:lstStyle/>
          <ns1:p>
            <ns1:pPr algn="ctr"/>
            <ns1:r>
              <ns1:rPr lang="en-US" sz="1300" b="1">
                <ns1:solidFill>
                  <ns1:schemeClr val="tx1">
                    <ns1:lumMod val="85000"/>
                    <ns1:lumOff val="15000"/>
                  </ns1:schemeClr>
                </ns1:solidFill>
                <ns1:latin typeface="Poppins SemiBold" panose="00000700000000000000" pitchFamily="2" charset="0"/>
                <ns1:ea typeface="Lato" panose="020F0502020204030203" pitchFamily="34" charset="0"/>
                <ns1:cs typeface="Poppins SemiBold" panose="00000700000000000000" pitchFamily="2" charset="0"/>
              </ns1:rPr>
              <ns1:t>{SlideSupportingContent2}</ns1:t>
            </ns1:r>
          </ns1:p>
        </ns0:txBody>
      </ns0:sp>
      <ns0:sp>
        <ns0:nvSpPr>
          <ns0:cNvPr id="3" name="Picture Placeholder 2">
            <ns1:extLst>
              <ns1:ext uri="{FF2B5EF4-FFF2-40B4-BE49-F238E27FC236}">
                <ns2:creationId id="{B547FA64-6783-4D75-8812-7A128E323F7E}"/>
              </ns1:ext>
            </ns1:extLst>
          </ns0:cNvPr>
          <ns0:cNvSpPr>
            <ns1:spLocks noGrp="1"/>
          </ns0:cNvSpPr>
          <ns0:nvPr>
            <ns0:ph type="pic" sz="quarter" idx="12"/>
          </ns0:nvPr>
        </ns0:nvSpPr>
        <ns0:spPr/>
      </ns0:sp>
      <ns0:sp>
        <ns0:nvSpPr>
          <ns0:cNvPr id="5" name="Picture Placeholder 4">
            <ns1:extLst>
              <ns1:ext uri="{FF2B5EF4-FFF2-40B4-BE49-F238E27FC236}">
                <ns2:creationId id="{54B08766-B24C-49E1-B2A6-DFA0114796ED}"/>
              </ns1:ext>
            </ns1:extLst>
          </ns0:cNvPr>
          <ns0:cNvSpPr>
            <ns1:spLocks noGrp="1"/>
          </ns0:cNvSpPr>
          <ns0:nvPr>
            <ns0:ph type="pic" sz="quarter" idx="13"/>
          </ns0:nvPr>
        </ns0:nvSpPr>
        <ns0:spPr/>
      </ns0:sp>
      <ns0:sp>
        <ns0:nvSpPr>
          <ns0:cNvPr id="13" name="Picture Placeholder 12">
            <ns1:extLst>
              <ns1:ext uri="{FF2B5EF4-FFF2-40B4-BE49-F238E27FC236}">
                <ns2:creationId id="{4047FBAC-9446-4836-B896-81FEF36DF916}"/>
              </ns1:ext>
            </ns1:extLst>
          </ns0:cNvPr>
          <ns0:cNvSpPr>
            <ns1:spLocks noGrp="1"/>
          </ns0:cNvSpPr>
          <ns0:nvPr>
            <ns0:ph type="pic" sz="quarter" idx="14"/>
          </ns0:nvPr>
        </ns0:nvSpPr>
        <ns0:spPr/>
      </ns0:sp>
      <ns0:sp>
        <ns0:nvSpPr>
          <ns0:cNvPr id="19" name="Picture Placeholder 18">
            <ns1:extLst>
              <ns1:ext uri="{FF2B5EF4-FFF2-40B4-BE49-F238E27FC236}">
                <ns2:creationId id="{C3310F54-03BA-471A-B83F-E3D41803D139}"/>
              </ns1:ext>
            </ns1:extLst>
          </ns0:cNvPr>
          <ns0:cNvSpPr>
            <ns1:spLocks noGrp="1"/>
          </ns0:cNvSpPr>
          <ns0:nvPr>
            <ns0:ph type="pic" sz="quarter" idx="15"/>
          </ns0:nvPr>
        </ns0:nvSpPr>
        <ns0:spPr/>
      </ns0:sp>
    </ns0:spTree>
    <ns0:extLst>
      <ns0:ext uri="{BB962C8B-B14F-4D97-AF65-F5344CB8AC3E}">
        <ns3:creationId val="1168354178"/>
      </ns0:ext>
    </ns0:extLst>
  </ns0:cSld>
  <ns0:clrMapOvr>
    <ns1:masterClrMapping/>
  </ns0:clrMapOvr>
</ns0:sld>
</file>

<file path=ppt/slides/slide16.xml><?xml version="1.0" encoding="utf-8"?>
<ns0:sld xmlns:ns0="http://schemas.openxmlformats.org/presentationml/2006/main" xmlns:ns1="http://schemas.openxmlformats.org/drawingml/2006/main" xmlns:ns2="http://schemas.microsoft.com/office/drawing/2014/main" xmlns:ns3="http://schemas.microsoft.com/office/drawing/2010/main" xmlns:ns4="http://schemas.microsoft.com/office/powerpoint/2010/main">
  <ns0:cSld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3" name="TextBox 2">
            <ns1:extLst>
              <ns1:ext uri="{FF2B5EF4-FFF2-40B4-BE49-F238E27FC236}">
                <ns2:creationId id="{8DF36C53-3FFF-4BC6-B6B8-5B6539915955}"/>
              </ns1:ext>
            </ns1:extLst>
          </ns0:cNvPr>
          <ns0:cNvSpPr txBox="1"/>
          <ns0:nvPr/>
        </ns0:nvSpPr>
        <ns0:spPr>
          <ns1:xfrm>
            <ns1:off x="6037944" y="2072543"/>
            <ns1:ext cx="2576489" cy="292388"/>
          </ns1:xfrm>
          <ns1:prstGeom prst="rect">
            <ns1:avLst/>
          </ns1:prstGeom>
          <ns1:noFill/>
        </ns0:spPr>
        <ns0:txBody>
          <ns1:bodyPr wrap="square" rtlCol="0">
            <ns1:spAutoFit/>
          </ns1:bodyPr>
          <ns1:lstStyle/>
          <ns1:p>
            <ns1:pPr algn="ctr"/>
            <ns1:r>
              <ns1:rPr lang="en-US" sz="1300" b="1">
                <ns1:solidFill>
                  <ns1:schemeClr val="tx1">
                    <ns1:lumMod val="85000"/>
                    <ns1:lumOff val="15000"/>
                  </ns1:schemeClr>
                </ns1:solidFill>
                <ns1:latin typeface="Poppins SemiBold" panose="00000700000000000000" pitchFamily="2" charset="0"/>
                <ns1:ea typeface="Lato" panose="020F0502020204030203" pitchFamily="34" charset="0"/>
                <ns1:cs typeface="Poppins SemiBold" panose="00000700000000000000" pitchFamily="2" charset="0"/>
              </ns1:rPr>
              <ns1:t>{SlideMainExplanation}</ns1:t>
            </ns1:r>
          </ns1:p>
        </ns0:txBody>
      </ns0:sp>
      <ns0:sp>
        <ns0:nvSpPr>
          <ns0:cNvPr id="4" name="TextBox 3">
            <ns1:extLst>
              <ns1:ext uri="{FF2B5EF4-FFF2-40B4-BE49-F238E27FC236}">
                <ns2:creationId id="{AA4D48DA-6DE0-41A2-B635-3BD622281406}"/>
              </ns1:ext>
            </ns1:extLst>
          </ns0:cNvPr>
          <ns0:cNvSpPr txBox="1"/>
          <ns0:nvPr/>
        </ns0:nvSpPr>
        <ns0:spPr>
          <ns1:xfrm>
            <ns1:off x="6037944" y="2380320"/>
            <ns1:ext cx="2576489" cy="820674"/>
          </ns1:xfrm>
          <ns1:prstGeom prst="rect">
            <ns1:avLst/>
          </ns1:prstGeom>
          <ns1:noFill/>
        </ns0:spPr>
        <ns0:txBody>
          <ns1:bodyPr wrap="square" rtlCol="0">
            <ns1:spAutoFit/>
          </ns1:bodyPr>
          <ns1:lstStyle/>
          <ns1:p>
            <ns1:pPr algn="ctr">
              <ns1:lnSpc>
                <ns1:spcPct val="150000"/>
              </ns1:lnSpc>
            </ns1:pPr>
            <ns1:r>
              <ns1:rPr lang="en-US" sz="1100">
                <ns1:solidFill>
                  <ns1:schemeClr val="bg1">
                    <ns1:lumMod val="50000"/>
                  </ns1:schemeClr>
                </ns1:solidFill>
                <ns1:latin typeface="Lato" panose="020F0502020204030203" pitchFamily="34" charset="0"/>
                <ns1:ea typeface="Lato" panose="020F0502020204030203" pitchFamily="34" charset="0"/>
                <ns1:cs typeface="Lato" panose="020F0502020204030203" pitchFamily="34" charset="0"/>
              </ns1:rPr>
              <ns1:t>{SlideSupportingContent}</ns1:t>
            </ns1:r>
          </ns1:p>
          <ns1:p>
            <ns1:pPr algn="ctr">
              <ns1:lnSpc>
                <ns1:spcPct val="150000"/>
              </ns1:lnSpc>
            </ns1:pPr>
            <ns1:r>
              <ns1:rPr lang="en-US" sz="1100">
                <ns1:solidFill>
                  <ns1:schemeClr val="bg1">
                    <ns1:lumMod val="50000"/>
                  </ns1:schemeClr>
                </ns1:solidFill>
                <ns1:latin typeface="Lato" panose="020F0502020204030203" pitchFamily="34" charset="0"/>
                <ns1:ea typeface="Lato" panose="020F0502020204030203" pitchFamily="34" charset="0"/>
                <ns1:cs typeface="Lato" panose="020F0502020204030203" pitchFamily="34" charset="0"/>
              </ns1:rPr>
              <ns1:t/>
            </ns1:r>
          </ns1:p>
        </ns0:txBody>
      </ns0:sp>
      <ns0:sp>
        <ns0:nvSpPr>
          <ns0:cNvPr id="5" name="TextBox 4">
            <ns1:extLst>
              <ns1:ext uri="{FF2B5EF4-FFF2-40B4-BE49-F238E27FC236}">
                <ns2:creationId id="{A14DC7FB-6F77-4254-AAE3-CA4B1B2426D8}"/>
              </ns1:ext>
            </ns1:extLst>
          </ns0:cNvPr>
          <ns0:cNvSpPr txBox="1"/>
          <ns0:nvPr/>
        </ns0:nvSpPr>
        <ns0:spPr>
          <ns1:xfrm>
            <ns1:off x="6037944" y="4793413"/>
            <ns1:ext cx="2576489" cy="292388"/>
          </ns1:xfrm>
          <ns1:prstGeom prst="rect">
            <ns1:avLst/>
          </ns1:prstGeom>
          <ns1:noFill/>
        </ns0:spPr>
        <ns0:txBody>
          <ns1:bodyPr wrap="square" rtlCol="0">
            <ns1:spAutoFit/>
          </ns1:bodyPr>
          <ns1:lstStyle/>
          <ns1:p>
            <ns1:pPr algn="ctr"/>
            <ns1:r>
              <ns1:rPr lang="en-US" sz="1300" b="1">
                <ns1:solidFill>
                  <ns1:schemeClr val="tx1">
                    <ns1:lumMod val="85000"/>
                    <ns1:lumOff val="15000"/>
                  </ns1:schemeClr>
                </ns1:solidFill>
                <ns1:latin typeface="Poppins SemiBold" panose="00000700000000000000" pitchFamily="2" charset="0"/>
                <ns1:ea typeface="Lato" panose="020F0502020204030203" pitchFamily="34" charset="0"/>
                <ns1:cs typeface="Poppins SemiBold" panose="00000700000000000000" pitchFamily="2" charset="0"/>
              </ns1:rPr>
              <ns1:t>{SlideCallout}</ns1:t>
            </ns1:r>
          </ns1:p>
        </ns0:txBody>
      </ns0:sp>
      <ns0:sp>
        <ns0:nvSpPr>
          <ns0:cNvPr id="6" name="TextBox 5">
            <ns1:extLst>
              <ns1:ext uri="{FF2B5EF4-FFF2-40B4-BE49-F238E27FC236}">
                <ns2:creationId id="{4D743314-3B8C-46BC-8E9B-F98856FAB8E6}"/>
              </ns1:ext>
            </ns1:extLst>
          </ns0:cNvPr>
          <ns0:cNvSpPr txBox="1"/>
          <ns0:nvPr/>
        </ns0:nvSpPr>
        <ns0:spPr>
          <ns1:xfrm>
            <ns1:off x="6037944" y="5101191"/>
            <ns1:ext cx="2576489" cy="820674"/>
          </ns1:xfrm>
          <ns1:prstGeom prst="rect">
            <ns1:avLst/>
          </ns1:prstGeom>
          <ns1:noFill/>
        </ns0:spPr>
        <ns0:txBody>
          <ns1:bodyPr wrap="square" rtlCol="0">
            <ns1:spAutoFit/>
          </ns1:bodyPr>
          <ns1:lstStyle/>
          <ns1:p>
            <ns1:pPr algn="ctr">
              <ns1:lnSpc>
                <ns1:spcPct val="150000"/>
              </ns1:lnSpc>
            </ns1:pPr>
            <ns1:r>
              <ns1:rPr lang="en-US" sz="1100">
                <ns1:solidFill>
                  <ns1:schemeClr val="bg1">
                    <ns1:lumMod val="50000"/>
                  </ns1:schemeClr>
                </ns1:solidFill>
                <ns1:latin typeface="Lato" panose="020F0502020204030203" pitchFamily="34" charset="0"/>
                <ns1:ea typeface="Lato" panose="020F0502020204030203" pitchFamily="34" charset="0"/>
                <ns1:cs typeface="Lato" panose="020F0502020204030203" pitchFamily="34" charset="0"/>
              </ns1:rPr>
              <ns1:t>{SlideCaption}</ns1:t>
            </ns1:r>
          </ns1:p>
          <ns1:p>
            <ns1:pPr algn="ctr">
              <ns1:lnSpc>
                <ns1:spcPct val="150000"/>
              </ns1:lnSpc>
            </ns1:pPr>
            <ns1:r>
              <ns1:rPr lang="en-US" sz="1100">
                <ns1:solidFill>
                  <ns1:schemeClr val="bg1">
                    <ns1:lumMod val="50000"/>
                  </ns1:schemeClr>
                </ns1:solidFill>
                <ns1:latin typeface="Lato" panose="020F0502020204030203" pitchFamily="34" charset="0"/>
                <ns1:ea typeface="Lato" panose="020F0502020204030203" pitchFamily="34" charset="0"/>
                <ns1:cs typeface="Lato" panose="020F0502020204030203" pitchFamily="34" charset="0"/>
              </ns1:rPr>
              <ns1:t/>
            </ns1:r>
          </ns1:p>
        </ns0:txBody>
      </ns0:sp>
      <ns0:grpSp>
        <ns0:nvGrpSpPr>
          <ns0:cNvPr id="2" name="Group 1">
            <ns1:extLst>
              <ns1:ext uri="{FF2B5EF4-FFF2-40B4-BE49-F238E27FC236}">
                <ns2:creationId id="{AE77CAEB-DFBF-4533-BE48-7ABEC338FB60}"/>
              </ns1:ext>
            </ns1:extLst>
          </ns0:cNvPr>
          <ns0:cNvGrpSpPr/>
          <ns0:nvPr/>
        </ns0:nvGrpSpPr>
        <ns0:grpSpPr>
          <ns1:xfrm>
            <ns1:off x="6844576" y="937398"/>
            <ns1:ext cx="963227" cy="963227"/>
            <ns1:chOff x="6844576" y="937398"/>
            <ns1:chExt cx="963227" cy="963227"/>
          </ns1:xfrm>
        </ns0:grpSpPr>
        <ns0:sp>
          <ns0:nvSpPr>
            <ns0:cNvPr id="8" name="Oval 7">
              <ns1:extLst>
                <ns1:ext uri="{FF2B5EF4-FFF2-40B4-BE49-F238E27FC236}">
                  <ns2:creationId id="{5E7F75A6-6D1C-4140-922C-FF7AE9537A27}"/>
                </ns1:ext>
              </ns1:extLst>
            </ns0:cNvPr>
            <ns0:cNvSpPr/>
            <ns0:nvPr/>
          </ns0:nvSpPr>
          <ns0:spPr>
            <ns1:xfrm>
              <ns1:off x="6844576" y="937398"/>
              <ns1:ext cx="963227" cy="963227"/>
            </ns1:xfrm>
            <ns1:prstGeom prst="ellipse">
              <ns1:avLst/>
            </ns1:prstGeom>
            <ns1:solidFill>
              <ns1:schemeClr val="accent4">
                <ns1:lumMod val="40000"/>
                <ns1:lumOff val="60000"/>
              </ns1:schemeClr>
            </ns1:solidFill>
            <ns1:ln>
              <ns1:noFill/>
            </ns1:ln>
          </ns0:spPr>
          <ns0:style>
            <ns1:lnRef idx="2">
              <ns1:schemeClr val="accent1">
                <ns1:shade val="50000"/>
              </ns1:schemeClr>
            </ns1:lnRef>
            <ns1:fillRef idx="1">
              <ns1:schemeClr val="accent1"/>
            </ns1:fillRef>
            <ns1:effectRef idx="0">
              <ns1:schemeClr val="accent1"/>
            </ns1:effectRef>
            <ns1:fontRef idx="minor">
              <ns1:schemeClr val="lt1"/>
            </ns1:fontRef>
          </ns0:style>
          <ns0:txBody>
            <ns1:bodyPr rtlCol="0" anchor="ctr"/>
            <ns1:lstStyle/>
            <ns1:p>
              <ns1:pPr algn="ctr"/>
              <ns1:endParaRPr lang="en-US"/>
            </ns1:p>
          </ns0:txBody>
        </ns0:sp>
        <ns0:sp>
          <ns0:nvSpPr>
            <ns0:cNvPr id="9" name="Freeform 81">
              <ns1:extLst>
                <ns1:ext uri="{FF2B5EF4-FFF2-40B4-BE49-F238E27FC236}">
                  <ns2:creationId id="{EBC34418-6FBF-49EB-8273-38A0FBF1656D}"/>
                </ns1:ext>
              </ns1:extLst>
            </ns0:cNvPr>
            <ns0:cNvSpPr>
              <ns1:spLocks/>
            </ns0:cNvSpPr>
            <ns0:nvPr/>
          </ns0:nvSpPr>
          <ns0:spPr bwMode="auto">
            <ns1:xfrm>
              <ns1:off x="7140843" y="1239050"/>
              <ns1:ext cx="370692" cy="359922"/>
            </ns1:xfrm>
            <ns1:custGeom>
              <ns1:avLst/>
              <ns1:gdLst>
                <ns1:gd name="T0" fmla="*/ 94 w 97"/>
                <ns1:gd name="T1" fmla="*/ 16 h 94"/>
                <ns1:gd name="T2" fmla="*/ 81 w 97"/>
                <ns1:gd name="T3" fmla="*/ 27 h 94"/>
                <ns1:gd name="T4" fmla="*/ 73 w 97"/>
                <ns1:gd name="T5" fmla="*/ 12 h 94"/>
                <ns1:gd name="T6" fmla="*/ 82 w 97"/>
                <ns1:gd name="T7" fmla="*/ 2 h 94"/>
                <ns1:gd name="T8" fmla="*/ 77 w 97"/>
                <ns1:gd name="T9" fmla="*/ 2 h 94"/>
                <ns1:gd name="T10" fmla="*/ 64 w 97"/>
                <ns1:gd name="T11" fmla="*/ 5 h 94"/>
                <ns1:gd name="T12" fmla="*/ 61 w 97"/>
                <ns1:gd name="T13" fmla="*/ 14 h 94"/>
                <ns1:gd name="T14" fmla="*/ 63 w 97"/>
                <ns1:gd name="T15" fmla="*/ 27 h 94"/>
                <ns1:gd name="T16" fmla="*/ 52 w 97"/>
                <ns1:gd name="T17" fmla="*/ 42 h 94"/>
                <ns1:gd name="T18" fmla="*/ 43 w 97"/>
                <ns1:gd name="T19" fmla="*/ 39 h 94"/>
                <ns1:gd name="T20" fmla="*/ 35 w 97"/>
                <ns1:gd name="T21" fmla="*/ 33 h 94"/>
                <ns1:gd name="T22" fmla="*/ 34 w 97"/>
                <ns1:gd name="T23" fmla="*/ 31 h 94"/>
                <ns1:gd name="T24" fmla="*/ 33 w 97"/>
                <ns1:gd name="T25" fmla="*/ 27 h 94"/>
                <ns1:gd name="T26" fmla="*/ 31 w 97"/>
                <ns1:gd name="T27" fmla="*/ 23 h 94"/>
                <ns1:gd name="T28" fmla="*/ 47 w 97"/>
                <ns1:gd name="T29" fmla="*/ 17 h 94"/>
                <ns1:gd name="T30" fmla="*/ 45 w 97"/>
                <ns1:gd name="T31" fmla="*/ 12 h 94"/>
                <ns1:gd name="T32" fmla="*/ 44 w 97"/>
                <ns1:gd name="T33" fmla="*/ 10 h 94"/>
                <ns1:gd name="T34" fmla="*/ 11 w 97"/>
                <ns1:gd name="T35" fmla="*/ 23 h 94"/>
                <ns1:gd name="T36" fmla="*/ 11 w 97"/>
                <ns1:gd name="T37" fmla="*/ 24 h 94"/>
                <ns1:gd name="T38" fmla="*/ 9 w 97"/>
                <ns1:gd name="T39" fmla="*/ 33 h 94"/>
                <ns1:gd name="T40" fmla="*/ 0 w 97"/>
                <ns1:gd name="T41" fmla="*/ 38 h 94"/>
                <ns1:gd name="T42" fmla="*/ 17 w 97"/>
                <ns1:gd name="T43" fmla="*/ 41 h 94"/>
                <ns1:gd name="T44" fmla="*/ 16 w 97"/>
                <ns1:gd name="T45" fmla="*/ 36 h 94"/>
                <ns1:gd name="T46" fmla="*/ 24 w 97"/>
                <ns1:gd name="T47" fmla="*/ 37 h 94"/>
                <ns1:gd name="T48" fmla="*/ 27 w 97"/>
                <ns1:gd name="T49" fmla="*/ 39 h 94"/>
                <ns1:gd name="T50" fmla="*/ 29 w 97"/>
                <ns1:gd name="T51" fmla="*/ 39 h 94"/>
                <ns1:gd name="T52" fmla="*/ 36 w 97"/>
                <ns1:gd name="T53" fmla="*/ 49 h 94"/>
                <ns1:gd name="T54" fmla="*/ 15 w 97"/>
                <ns1:gd name="T55" fmla="*/ 84 h 94"/>
                <ns1:gd name="T56" fmla="*/ 23 w 97"/>
                <ns1:gd name="T57" fmla="*/ 93 h 94"/>
                <ns1:gd name="T58" fmla="*/ 77 w 97"/>
                <ns1:gd name="T59" fmla="*/ 89 h 94"/>
                <ns1:gd name="T60" fmla="*/ 85 w 97"/>
                <ns1:gd name="T61" fmla="*/ 81 h 94"/>
                <ns1:gd name="T62" fmla="*/ 59 w 97"/>
                <ns1:gd name="T63" fmla="*/ 53 h 94"/>
                <ns1:gd name="T64" fmla="*/ 69 w 97"/>
                <ns1:gd name="T65" fmla="*/ 42 h 94"/>
                <ns1:gd name="T66" fmla="*/ 77 w 97"/>
                <ns1:gd name="T67" fmla="*/ 38 h 94"/>
                <ns1:gd name="T68" fmla="*/ 96 w 97"/>
                <ns1:gd name="T69" fmla="*/ 28 h 94"/>
                <ns1:gd name="T70" fmla="*/ 97 w 97"/>
                <ns1:gd name="T71" fmla="*/ 17 h 94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  <ns1:cxn ang="0">
                  <ns1:pos x="T14" y="T15"/>
                </ns1:cxn>
                <ns1:cxn ang="0">
                  <ns1:pos x="T16" y="T17"/>
                </ns1:cxn>
                <ns1:cxn ang="0">
                  <ns1:pos x="T18" y="T19"/>
                </ns1:cxn>
                <ns1:cxn ang="0">
                  <ns1:pos x="T20" y="T21"/>
                </ns1:cxn>
                <ns1:cxn ang="0">
                  <ns1:pos x="T22" y="T23"/>
                </ns1:cxn>
                <ns1:cxn ang="0">
                  <ns1:pos x="T24" y="T25"/>
                </ns1:cxn>
                <ns1:cxn ang="0">
                  <ns1:pos x="T26" y="T27"/>
                </ns1:cxn>
                <ns1:cxn ang="0">
                  <ns1:pos x="T28" y="T29"/>
                </ns1:cxn>
                <ns1:cxn ang="0">
                  <ns1:pos x="T30" y="T31"/>
                </ns1:cxn>
                <ns1:cxn ang="0">
                  <ns1:pos x="T32" y="T33"/>
                </ns1:cxn>
                <ns1:cxn ang="0">
                  <ns1:pos x="T34" y="T35"/>
                </ns1:cxn>
                <ns1:cxn ang="0">
                  <ns1:pos x="T36" y="T37"/>
                </ns1:cxn>
                <ns1:cxn ang="0">
                  <ns1:pos x="T38" y="T39"/>
                </ns1:cxn>
                <ns1:cxn ang="0">
                  <ns1:pos x="T40" y="T41"/>
                </ns1:cxn>
                <ns1:cxn ang="0">
                  <ns1:pos x="T42" y="T43"/>
                </ns1:cxn>
                <ns1:cxn ang="0">
                  <ns1:pos x="T44" y="T45"/>
                </ns1:cxn>
                <ns1:cxn ang="0">
                  <ns1:pos x="T46" y="T47"/>
                </ns1:cxn>
                <ns1:cxn ang="0">
                  <ns1:pos x="T48" y="T49"/>
                </ns1:cxn>
                <ns1:cxn ang="0">
                  <ns1:pos x="T50" y="T51"/>
                </ns1:cxn>
                <ns1:cxn ang="0">
                  <ns1:pos x="T52" y="T53"/>
                </ns1:cxn>
                <ns1:cxn ang="0">
                  <ns1:pos x="T54" y="T55"/>
                </ns1:cxn>
                <ns1:cxn ang="0">
                  <ns1:pos x="T56" y="T57"/>
                </ns1:cxn>
                <ns1:cxn ang="0">
                  <ns1:pos x="T58" y="T59"/>
                </ns1:cxn>
                <ns1:cxn ang="0">
                  <ns1:pos x="T60" y="T61"/>
                </ns1:cxn>
                <ns1:cxn ang="0">
                  <ns1:pos x="T62" y="T63"/>
                </ns1:cxn>
                <ns1:cxn ang="0">
                  <ns1:pos x="T64" y="T65"/>
                </ns1:cxn>
                <ns1:cxn ang="0">
                  <ns1:pos x="T66" y="T67"/>
                </ns1:cxn>
                <ns1:cxn ang="0">
                  <ns1:pos x="T68" y="T69"/>
                </ns1:cxn>
                <ns1:cxn ang="0">
                  <ns1:pos x="T70" y="T71"/>
                </ns1:cxn>
              </ns1:cxnLst>
              <ns1:rect l="0" t="0" r="r" b="b"/>
              <ns1:pathLst>
                <ns1:path w="97" h="94">
                  <ns1:moveTo>
                    <ns1:pt x="96" y="16"/>
                  </ns1:moveTo>
                  <ns1:cubicBezTo>
                    <ns1:pt x="95" y="16"/>
                    <ns1:pt x="94" y="16"/>
                    <ns1:pt x="94" y="16"/>
                  </ns1:cubicBezTo>
                  <ns1:cubicBezTo>
                    <ns1:pt x="94" y="16"/>
                    <ns1:pt x="94" y="16"/>
                    <ns1:pt x="87" y="27"/>
                  </ns1:cubicBezTo>
                  <ns1:cubicBezTo>
                    <ns1:pt x="87" y="27"/>
                    <ns1:pt x="87" y="27"/>
                    <ns1:pt x="81" y="27"/>
                  </ns1:cubicBezTo>
                  <ns1:cubicBezTo>
                    <ns1:pt x="81" y="27"/>
                    <ns1:pt x="81" y="27"/>
                    <ns1:pt x="73" y="19"/>
                  </ns1:cubicBezTo>
                  <ns1:cubicBezTo>
                    <ns1:pt x="73" y="19"/>
                    <ns1:pt x="73" y="19"/>
                    <ns1:pt x="73" y="12"/>
                  </ns1:cubicBezTo>
                  <ns1:cubicBezTo>
                    <ns1:pt x="73" y="12"/>
                    <ns1:pt x="73" y="12"/>
                    <ns1:pt x="83" y="4"/>
                  </ns1:cubicBezTo>
                  <ns1:cubicBezTo>
                    <ns1:pt x="83" y="3"/>
                    <ns1:pt x="83" y="2"/>
                    <ns1:pt x="82" y="2"/>
                  </ns1:cubicBezTo>
                  <ns1:cubicBezTo>
                    <ns1:pt x="82" y="2"/>
                    <ns1:pt x="82" y="2"/>
                    <ns1:pt x="81" y="2"/>
                  </ns1:cubicBezTo>
                  <ns1:cubicBezTo>
                    <ns1:pt x="81" y="2"/>
                    <ns1:pt x="79" y="2"/>
                    <ns1:pt x="77" y="2"/>
                  </ns1:cubicBezTo>
                  <ns1:cubicBezTo>
                    <ns1:pt x="77" y="1"/>
                    <ns1:pt x="76" y="1"/>
                    <ns1:pt x="75" y="1"/>
                  </ns1:cubicBezTo>
                  <ns1:cubicBezTo>
                    <ns1:pt x="69" y="0"/>
                    <ns1:pt x="66" y="3"/>
                    <ns1:pt x="64" y="5"/>
                  </ns1:cubicBezTo>
                  <ns1:cubicBezTo>
                    <ns1:pt x="62" y="8"/>
                    <ns1:pt x="61" y="10"/>
                    <ns1:pt x="61" y="10"/>
                  </ns1:cubicBezTo>
                  <ns1:cubicBezTo>
                    <ns1:pt x="61" y="10"/>
                    <ns1:pt x="61" y="11"/>
                    <ns1:pt x="61" y="14"/>
                  </ns1:cubicBezTo>
                  <ns1:cubicBezTo>
                    <ns1:pt x="61" y="18"/>
                    <ns1:pt x="61" y="23"/>
                    <ns1:pt x="62" y="26"/>
                  </ns1:cubicBezTo>
                  <ns1:cubicBezTo>
                    <ns1:pt x="63" y="27"/>
                    <ns1:pt x="63" y="27"/>
                    <ns1:pt x="63" y="27"/>
                  </ns1:cubicBezTo>
                  <ns1:cubicBezTo>
                    <ns1:pt x="62" y="30"/>
                    <ns1:pt x="59" y="35"/>
                    <ns1:pt x="59" y="35"/>
                  </ns1:cubicBezTo>
                  <ns1:cubicBezTo>
                    <ns1:pt x="59" y="35"/>
                    <ns1:pt x="59" y="35"/>
                    <ns1:pt x="52" y="42"/>
                  </ns1:cubicBezTo>
                  <ns1:cubicBezTo>
                    <ns1:pt x="52" y="42"/>
                    <ns1:pt x="52" y="42"/>
                    <ns1:pt x="50" y="45"/>
                  </ns1:cubicBezTo>
                  <ns1:cubicBezTo>
                    <ns1:pt x="50" y="45"/>
                    <ns1:pt x="50" y="45"/>
                    <ns1:pt x="43" y="39"/>
                  </ns1:cubicBezTo>
                  <ns1:cubicBezTo>
                    <ns1:pt x="43" y="40"/>
                    <ns1:pt x="42" y="41"/>
                    <ns1:pt x="42" y="41"/>
                  </ns1:cubicBezTo>
                  <ns1:cubicBezTo>
                    <ns1:pt x="42" y="41"/>
                    <ns1:pt x="42" y="41"/>
                    <ns1:pt x="35" y="33"/>
                  </ns1:cubicBezTo>
                  <ns1:cubicBezTo>
                    <ns1:pt x="35" y="33"/>
                    <ns1:pt x="35" y="33"/>
                    <ns1:pt x="35" y="33"/>
                  </ns1:cubicBezTo>
                  <ns1:cubicBezTo>
                    <ns1:pt x="35" y="33"/>
                    <ns1:pt x="35" y="33"/>
                    <ns1:pt x="34" y="31"/>
                  </ns1:cubicBezTo>
                  <ns1:cubicBezTo>
                    <ns1:pt x="34" y="31"/>
                    <ns1:pt x="34" y="31"/>
                    <ns1:pt x="31" y="29"/>
                  </ns1:cubicBezTo>
                  <ns1:cubicBezTo>
                    <ns1:pt x="31" y="29"/>
                    <ns1:pt x="31" y="29"/>
                    <ns1:pt x="33" y="27"/>
                  </ns1:cubicBezTo>
                  <ns1:cubicBezTo>
                    <ns1:pt x="33" y="27"/>
                    <ns1:pt x="33" y="27"/>
                    <ns1:pt x="31" y="26"/>
                  </ns1:cubicBezTo>
                  <ns1:cubicBezTo>
                    <ns1:pt x="31" y="25"/>
                    <ns1:pt x="31" y="24"/>
                    <ns1:pt x="31" y="23"/>
                  </ns1:cubicBezTo>
                  <ns1:cubicBezTo>
                    <ns1:pt x="32" y="22"/>
                    <ns1:pt x="39" y="20"/>
                    <ns1:pt x="45" y="18"/>
                  </ns1:cubicBezTo>
                  <ns1:cubicBezTo>
                    <ns1:pt x="45" y="18"/>
                    <ns1:pt x="45" y="18"/>
                    <ns1:pt x="47" y="17"/>
                  </ns1:cubicBezTo>
                  <ns1:cubicBezTo>
                    <ns1:pt x="47" y="17"/>
                    <ns1:pt x="47" y="17"/>
                    <ns1:pt x="46" y="15"/>
                  </ns1:cubicBezTo>
                  <ns1:cubicBezTo>
                    <ns1:pt x="46" y="15"/>
                    <ns1:pt x="46" y="15"/>
                    <ns1:pt x="45" y="12"/>
                  </ns1:cubicBezTo>
                  <ns1:cubicBezTo>
                    <ns1:pt x="45" y="12"/>
                    <ns1:pt x="45" y="12"/>
                    <ns1:pt x="44" y="11"/>
                  </ns1:cubicBezTo>
                  <ns1:cubicBezTo>
                    <ns1:pt x="44" y="11"/>
                    <ns1:pt x="44" y="11"/>
                    <ns1:pt x="44" y="10"/>
                  </ns1:cubicBezTo>
                  <ns1:cubicBezTo>
                    <ns1:pt x="43" y="10"/>
                    <ns1:pt x="38" y="10"/>
                    <ns1:pt x="32" y="11"/>
                  </ns1:cubicBezTo>
                  <ns1:cubicBezTo>
                    <ns1:pt x="23" y="13"/>
                    <ns1:pt x="17" y="17"/>
                    <ns1:pt x="11" y="23"/>
                  </ns1:cubicBezTo>
                  <ns1:cubicBezTo>
                    <ns1:pt x="11" y="23"/>
                    <ns1:pt x="11" y="23"/>
                    <ns1:pt x="11" y="23"/>
                  </ns1:cubicBezTo>
                  <ns1:cubicBezTo>
                    <ns1:pt x="11" y="23"/>
                    <ns1:pt x="11" y="23"/>
                    <ns1:pt x="11" y="24"/>
                  </ns1:cubicBezTo>
                  <ns1:cubicBezTo>
                    <ns1:pt x="11" y="27"/>
                    <ns1:pt x="11" y="29"/>
                    <ns1:pt x="11" y="30"/>
                  </ns1:cubicBezTo>
                  <ns1:cubicBezTo>
                    <ns1:pt x="11" y="31"/>
                    <ns1:pt x="11" y="33"/>
                    <ns1:pt x="9" y="33"/>
                  </ns1:cubicBezTo>
                  <ns1:cubicBezTo>
                    <ns1:pt x="9" y="33"/>
                    <ns1:pt x="9" y="33"/>
                    <ns1:pt x="6" y="31"/>
                  </ns1:cubicBezTo>
                  <ns1:cubicBezTo>
                    <ns1:pt x="6" y="31"/>
                    <ns1:pt x="6" y="31"/>
                    <ns1:pt x="0" y="38"/>
                  </ns1:cubicBezTo>
                  <ns1:cubicBezTo>
                    <ns1:pt x="0" y="38"/>
                    <ns1:pt x="0" y="38"/>
                    <ns1:pt x="10" y="48"/>
                  </ns1:cubicBezTo>
                  <ns1:cubicBezTo>
                    <ns1:pt x="10" y="48"/>
                    <ns1:pt x="10" y="48"/>
                    <ns1:pt x="17" y="41"/>
                  </ns1:cubicBezTo>
                  <ns1:cubicBezTo>
                    <ns1:pt x="17" y="41"/>
                    <ns1:pt x="17" y="41"/>
                    <ns1:pt x="13" y="37"/>
                  </ns1:cubicBezTo>
                  <ns1:cubicBezTo>
                    <ns1:pt x="14" y="37"/>
                    <ns1:pt x="15" y="37"/>
                    <ns1:pt x="16" y="36"/>
                  </ns1:cubicBezTo>
                  <ns1:cubicBezTo>
                    <ns1:pt x="17" y="35"/>
                    <ns1:pt x="21" y="35"/>
                    <ns1:pt x="23" y="36"/>
                  </ns1:cubicBezTo>
                  <ns1:cubicBezTo>
                    <ns1:pt x="23" y="36"/>
                    <ns1:pt x="23" y="36"/>
                    <ns1:pt x="24" y="37"/>
                  </ns1:cubicBezTo>
                  <ns1:cubicBezTo>
                    <ns1:pt x="24" y="37"/>
                    <ns1:pt x="24" y="37"/>
                    <ns1:pt x="25" y="36"/>
                  </ns1:cubicBezTo>
                  <ns1:cubicBezTo>
                    <ns1:pt x="25" y="36"/>
                    <ns1:pt x="25" y="36"/>
                    <ns1:pt x="27" y="39"/>
                  </ns1:cubicBezTo>
                  <ns1:cubicBezTo>
                    <ns1:pt x="27" y="39"/>
                    <ns1:pt x="27" y="39"/>
                    <ns1:pt x="29" y="40"/>
                  </ns1:cubicBezTo>
                  <ns1:cubicBezTo>
                    <ns1:pt x="29" y="40"/>
                    <ns1:pt x="29" y="40"/>
                    <ns1:pt x="29" y="39"/>
                  </ns1:cubicBezTo>
                  <ns1:cubicBezTo>
                    <ns1:pt x="29" y="39"/>
                    <ns1:pt x="29" y="39"/>
                    <ns1:pt x="37" y="47"/>
                  </ns1:cubicBezTo>
                  <ns1:cubicBezTo>
                    <ns1:pt x="36" y="48"/>
                    <ns1:pt x="36" y="48"/>
                    <ns1:pt x="36" y="49"/>
                  </ns1:cubicBezTo>
                  <ns1:cubicBezTo>
                    <ns1:pt x="36" y="49"/>
                    <ns1:pt x="36" y="49"/>
                    <ns1:pt x="42" y="55"/>
                  </ns1:cubicBezTo>
                  <ns1:cubicBezTo>
                    <ns1:pt x="42" y="55"/>
                    <ns1:pt x="42" y="55"/>
                    <ns1:pt x="15" y="84"/>
                  </ns1:cubicBezTo>
                  <ns1:cubicBezTo>
                    <ns1:pt x="13" y="86"/>
                    <ns1:pt x="14" y="89"/>
                    <ns1:pt x="17" y="91"/>
                  </ns1:cubicBezTo>
                  <ns1:cubicBezTo>
                    <ns1:pt x="19" y="93"/>
                    <ns1:pt x="22" y="94"/>
                    <ns1:pt x="23" y="93"/>
                  </ns1:cubicBezTo>
                  <ns1:cubicBezTo>
                    <ns1:pt x="23" y="93"/>
                    <ns1:pt x="23" y="93"/>
                    <ns1:pt x="50" y="63"/>
                  </ns1:cubicBezTo>
                  <ns1:cubicBezTo>
                    <ns1:pt x="50" y="63"/>
                    <ns1:pt x="50" y="63"/>
                    <ns1:pt x="77" y="89"/>
                  </ns1:cubicBezTo>
                  <ns1:cubicBezTo>
                    <ns1:pt x="79" y="91"/>
                    <ns1:pt x="82" y="90"/>
                    <ns1:pt x="84" y="88"/>
                  </ns1:cubicBezTo>
                  <ns1:cubicBezTo>
                    <ns1:pt x="86" y="85"/>
                    <ns1:pt x="87" y="82"/>
                    <ns1:pt x="85" y="81"/>
                  </ns1:cubicBezTo>
                  <ns1:cubicBezTo>
                    <ns1:pt x="85" y="81"/>
                    <ns1:pt x="85" y="81"/>
                    <ns1:pt x="58" y="54"/>
                  </ns1:cubicBezTo>
                  <ns1:cubicBezTo>
                    <ns1:pt x="58" y="54"/>
                    <ns1:pt x="58" y="54"/>
                    <ns1:pt x="59" y="53"/>
                  </ns1:cubicBezTo>
                  <ns1:cubicBezTo>
                    <ns1:pt x="59" y="53"/>
                    <ns1:pt x="59" y="53"/>
                    <ns1:pt x="59" y="52"/>
                  </ns1:cubicBezTo>
                  <ns1:cubicBezTo>
                    <ns1:pt x="59" y="52"/>
                    <ns1:pt x="65" y="45"/>
                    <ns1:pt x="69" y="42"/>
                  </ns1:cubicBezTo>
                  <ns1:cubicBezTo>
                    <ns1:pt x="71" y="40"/>
                    <ns1:pt x="73" y="39"/>
                    <ns1:pt x="74" y="38"/>
                  </ns1:cubicBezTo>
                  <ns1:cubicBezTo>
                    <ns1:pt x="75" y="38"/>
                    <ns1:pt x="77" y="38"/>
                    <ns1:pt x="77" y="38"/>
                  </ns1:cubicBezTo>
                  <ns1:cubicBezTo>
                    <ns1:pt x="77" y="38"/>
                    <ns1:pt x="83" y="39"/>
                    <ns1:pt x="83" y="39"/>
                  </ns1:cubicBezTo>
                  <ns1:cubicBezTo>
                    <ns1:pt x="92" y="39"/>
                    <ns1:pt x="96" y="28"/>
                    <ns1:pt x="96" y="28"/>
                  </ns1:cubicBezTo>
                  <ns1:cubicBezTo>
                    <ns1:pt x="96" y="28"/>
                    <ns1:pt x="96" y="27"/>
                    <ns1:pt x="97" y="21"/>
                  </ns1:cubicBezTo>
                  <ns1:cubicBezTo>
                    <ns1:pt x="97" y="19"/>
                    <ns1:pt x="97" y="18"/>
                    <ns1:pt x="97" y="17"/>
                  </ns1:cubicBezTo>
                  <ns1:cubicBezTo>
                    <ns1:pt x="96" y="16"/>
                    <ns1:pt x="96" y="16"/>
                    <ns1:pt x="96" y="16"/>
                  </ns1:cubicBezTo>
                  <ns1:close/>
                </ns1:path>
              </ns1:pathLst>
            </ns1:custGeom>
            <ns1:solidFill>
              <ns1:schemeClr val="tx1">
                <ns1:lumMod val="75000"/>
                <ns1:lumOff val="25000"/>
              </ns1:schemeClr>
            </ns1:solidFill>
            <ns1:ln>
              <ns1:noFill/>
            </ns1:ln>
          </ns0:spPr>
          <ns0:txBody>
            <ns1:bodyPr vert="horz" wrap="square" lIns="91440" tIns="45720" rIns="91440" bIns="45720" numCol="1" anchor="t" anchorCtr="0" compatLnSpc="1">
              <ns1:prstTxWarp prst="textNoShape">
                <ns1:avLst/>
              </ns1:prstTxWarp>
            </ns1:bodyPr>
            <ns1:lstStyle/>
            <ns1:p>
              <ns1:pPr algn="ctr"/>
              <ns1:endParaRPr lang="id-ID" sz="2700"/>
            </ns1:p>
          </ns0:txBody>
        </ns0:sp>
      </ns0:grpSp>
      <ns0:grpSp>
        <ns0:nvGrpSpPr>
          <ns0:cNvPr id="29" name="Group 28">
            <ns1:extLst>
              <ns1:ext uri="{FF2B5EF4-FFF2-40B4-BE49-F238E27FC236}">
                <ns2:creationId id="{AA6BD6C5-D797-4763-8A62-221FBEBACD90}"/>
              </ns1:ext>
            </ns1:extLst>
          </ns0:cNvPr>
          <ns0:cNvGrpSpPr/>
          <ns0:nvPr/>
        </ns0:nvGrpSpPr>
        <ns0:grpSpPr>
          <ns1:xfrm>
            <ns1:off x="6844576" y="3662294"/>
            <ns1:ext cx="963227" cy="963227"/>
            <ns1:chOff x="6844576" y="3662294"/>
            <ns1:chExt cx="963227" cy="963227"/>
          </ns1:xfrm>
        </ns0:grpSpPr>
        <ns0:sp>
          <ns0:nvSpPr>
            <ns0:cNvPr id="11" name="Oval 10">
              <ns1:extLst>
                <ns1:ext uri="{FF2B5EF4-FFF2-40B4-BE49-F238E27FC236}">
                  <ns2:creationId id="{82650A2C-1365-41DB-8D88-544DA7AAB0EC}"/>
                </ns1:ext>
              </ns1:extLst>
            </ns0:cNvPr>
            <ns0:cNvSpPr/>
            <ns0:nvPr/>
          </ns0:nvSpPr>
          <ns0:spPr>
            <ns1:xfrm>
              <ns1:off x="6844576" y="3662294"/>
              <ns1:ext cx="963227" cy="963227"/>
            </ns1:xfrm>
            <ns1:prstGeom prst="ellipse">
              <ns1:avLst/>
            </ns1:prstGeom>
            <ns1:solidFill>
              <ns1:schemeClr val="accent4">
                <ns1:lumMod val="40000"/>
                <ns1:lumOff val="60000"/>
              </ns1:schemeClr>
            </ns1:solidFill>
            <ns1:ln>
              <ns1:noFill/>
            </ns1:ln>
          </ns0:spPr>
          <ns0:style>
            <ns1:lnRef idx="2">
              <ns1:schemeClr val="accent1">
                <ns1:shade val="50000"/>
              </ns1:schemeClr>
            </ns1:lnRef>
            <ns1:fillRef idx="1">
              <ns1:schemeClr val="accent1"/>
            </ns1:fillRef>
            <ns1:effectRef idx="0">
              <ns1:schemeClr val="accent1"/>
            </ns1:effectRef>
            <ns1:fontRef idx="minor">
              <ns1:schemeClr val="lt1"/>
            </ns1:fontRef>
          </ns0:style>
          <ns0:txBody>
            <ns1:bodyPr rtlCol="0" anchor="ctr"/>
            <ns1:lstStyle/>
            <ns1:p>
              <ns1:pPr algn="ctr"/>
              <ns1:endParaRPr lang="en-US"/>
            </ns1:p>
          </ns0:txBody>
        </ns0:sp>
        <ns0:grpSp>
          <ns0:nvGrpSpPr>
            <ns0:cNvPr id="12" name="Group 11">
              <ns1:extLst>
                <ns1:ext uri="{FF2B5EF4-FFF2-40B4-BE49-F238E27FC236}">
                  <ns2:creationId id="{30912BDE-71E1-4FCD-9EF2-60FACCFD5B2F}"/>
                </ns1:ext>
              </ns1:extLst>
            </ns0:cNvPr>
            <ns0:cNvGrpSpPr/>
            <ns0:nvPr/>
          </ns0:nvGrpSpPr>
          <ns0:grpSpPr>
            <ns1:xfrm>
              <ns1:off x="7140923" y="3965043"/>
              <ns1:ext cx="370533" cy="357729"/>
              <ns1:chOff x="4064000" y="5461000"/>
              <ns1:chExt cx="735013" cy="709613"/>
            </ns1:xfrm>
            <ns1:solidFill>
              <ns1:schemeClr val="tx1">
                <ns1:lumMod val="75000"/>
                <ns1:lumOff val="25000"/>
              </ns1:schemeClr>
            </ns1:solidFill>
          </ns0:grpSpPr>
          <ns0:sp>
            <ns0:nvSpPr>
              <ns0:cNvPr id="13" name="Freeform 20">
                <ns1:extLst>
                  <ns1:ext uri="{FF2B5EF4-FFF2-40B4-BE49-F238E27FC236}">
                    <ns2:creationId id="{D9DEDC10-D536-4D85-A22B-84870C253A80}"/>
                  </ns1:ext>
                </ns1:extLst>
              </ns0:cNvPr>
              <ns0:cNvSpPr>
                <ns1:spLocks noEditPoints="1"/>
              </ns0:cNvSpPr>
              <ns0:nvPr/>
            </ns0:nvSpPr>
            <ns0:spPr bwMode="auto">
              <ns1:xfrm>
                <ns1:off x="4064000" y="5461000"/>
                <ns1:ext cx="708025" cy="709613"/>
              </ns1:xfrm>
              <ns1:custGeom>
                <ns1:avLst/>
                <ns1:gdLst>
                  <ns1:gd name="T0" fmla="*/ 142 w 186"/>
                  <ns1:gd name="T1" fmla="*/ 155 h 186"/>
                  <ns1:gd name="T2" fmla="*/ 125 w 186"/>
                  <ns1:gd name="T3" fmla="*/ 165 h 186"/>
                  <ns1:gd name="T4" fmla="*/ 131 w 186"/>
                  <ns1:gd name="T5" fmla="*/ 156 h 186"/>
                  <ns1:gd name="T6" fmla="*/ 121 w 186"/>
                  <ns1:gd name="T7" fmla="*/ 157 h 186"/>
                  <ns1:gd name="T8" fmla="*/ 114 w 186"/>
                  <ns1:gd name="T9" fmla="*/ 156 h 186"/>
                  <ns1:gd name="T10" fmla="*/ 93 w 186"/>
                  <ns1:gd name="T11" fmla="*/ 172 h 186"/>
                  <ns1:gd name="T12" fmla="*/ 60 w 186"/>
                  <ns1:gd name="T13" fmla="*/ 131 h 186"/>
                  <ns1:gd name="T14" fmla="*/ 76 w 186"/>
                  <ns1:gd name="T15" fmla="*/ 131 h 186"/>
                  <ns1:gd name="T16" fmla="*/ 72 w 186"/>
                  <ns1:gd name="T17" fmla="*/ 120 h 186"/>
                  <ns1:gd name="T18" fmla="*/ 71 w 186"/>
                  <ns1:gd name="T19" fmla="*/ 117 h 186"/>
                  <ns1:gd name="T20" fmla="*/ 57 w 186"/>
                  <ns1:gd name="T21" fmla="*/ 117 h 186"/>
                  <ns1:gd name="T22" fmla="*/ 56 w 186"/>
                  <ns1:gd name="T23" fmla="*/ 93 h 186"/>
                  <ns1:gd name="T24" fmla="*/ 57 w 186"/>
                  <ns1:gd name="T25" fmla="*/ 72 h 186"/>
                  <ns1:gd name="T26" fmla="*/ 81 w 186"/>
                  <ns1:gd name="T27" fmla="*/ 72 h 186"/>
                  <ns1:gd name="T28" fmla="*/ 98 w 186"/>
                  <ns1:gd name="T29" fmla="*/ 58 h 186"/>
                  <ns1:gd name="T30" fmla="*/ 60 w 186"/>
                  <ns1:gd name="T31" fmla="*/ 58 h 186"/>
                  <ns1:gd name="T32" fmla="*/ 93 w 186"/>
                  <ns1:gd name="T33" fmla="*/ 14 h 186"/>
                  <ns1:gd name="T34" fmla="*/ 125 w 186"/>
                  <ns1:gd name="T35" fmla="*/ 53 h 186"/>
                  <ns1:gd name="T36" fmla="*/ 140 w 186"/>
                  <ns1:gd name="T37" fmla="*/ 56 h 186"/>
                  <ns1:gd name="T38" fmla="*/ 125 w 186"/>
                  <ns1:gd name="T39" fmla="*/ 21 h 186"/>
                  <ns1:gd name="T40" fmla="*/ 164 w 186"/>
                  <ns1:gd name="T41" fmla="*/ 58 h 186"/>
                  <ns1:gd name="T42" fmla="*/ 145 w 186"/>
                  <ns1:gd name="T43" fmla="*/ 58 h 186"/>
                  <ns1:gd name="T44" fmla="*/ 162 w 186"/>
                  <ns1:gd name="T45" fmla="*/ 72 h 186"/>
                  <ns1:gd name="T46" fmla="*/ 169 w 186"/>
                  <ns1:gd name="T47" fmla="*/ 72 h 186"/>
                  <ns1:gd name="T48" fmla="*/ 172 w 186"/>
                  <ns1:gd name="T49" fmla="*/ 93 h 186"/>
                  <ns1:gd name="T50" fmla="*/ 172 w 186"/>
                  <ns1:gd name="T51" fmla="*/ 94 h 186"/>
                  <ns1:gd name="T52" fmla="*/ 170 w 186"/>
                  <ns1:gd name="T53" fmla="*/ 123 h 186"/>
                  <ns1:gd name="T54" fmla="*/ 178 w 186"/>
                  <ns1:gd name="T55" fmla="*/ 131 h 186"/>
                  <ns1:gd name="T56" fmla="*/ 178 w 186"/>
                  <ns1:gd name="T57" fmla="*/ 131 h 186"/>
                  <ns1:gd name="T58" fmla="*/ 179 w 186"/>
                  <ns1:gd name="T59" fmla="*/ 131 h 186"/>
                  <ns1:gd name="T60" fmla="*/ 179 w 186"/>
                  <ns1:gd name="T61" fmla="*/ 128 h 186"/>
                  <ns1:gd name="T62" fmla="*/ 186 w 186"/>
                  <ns1:gd name="T63" fmla="*/ 93 h 186"/>
                  <ns1:gd name="T64" fmla="*/ 93 w 186"/>
                  <ns1:gd name="T65" fmla="*/ 0 h 186"/>
                  <ns1:gd name="T66" fmla="*/ 0 w 186"/>
                  <ns1:gd name="T67" fmla="*/ 93 h 186"/>
                  <ns1:gd name="T68" fmla="*/ 93 w 186"/>
                  <ns1:gd name="T69" fmla="*/ 186 h 186"/>
                  <ns1:gd name="T70" fmla="*/ 151 w 186"/>
                  <ns1:gd name="T71" fmla="*/ 166 h 186"/>
                  <ns1:gd name="T72" fmla="*/ 142 w 186"/>
                  <ns1:gd name="T73" fmla="*/ 155 h 186"/>
                  <ns1:gd name="T74" fmla="*/ 61 w 186"/>
                  <ns1:gd name="T75" fmla="*/ 21 h 186"/>
                  <ns1:gd name="T76" fmla="*/ 45 w 186"/>
                  <ns1:gd name="T77" fmla="*/ 58 h 186"/>
                  <ns1:gd name="T78" fmla="*/ 22 w 186"/>
                  <ns1:gd name="T79" fmla="*/ 58 h 186"/>
                  <ns1:gd name="T80" fmla="*/ 61 w 186"/>
                  <ns1:gd name="T81" fmla="*/ 21 h 186"/>
                  <ns1:gd name="T82" fmla="*/ 14 w 186"/>
                  <ns1:gd name="T83" fmla="*/ 93 h 186"/>
                  <ns1:gd name="T84" fmla="*/ 17 w 186"/>
                  <ns1:gd name="T85" fmla="*/ 72 h 186"/>
                  <ns1:gd name="T86" fmla="*/ 43 w 186"/>
                  <ns1:gd name="T87" fmla="*/ 72 h 186"/>
                  <ns1:gd name="T88" fmla="*/ 42 w 186"/>
                  <ns1:gd name="T89" fmla="*/ 93 h 186"/>
                  <ns1:gd name="T90" fmla="*/ 43 w 186"/>
                  <ns1:gd name="T91" fmla="*/ 117 h 186"/>
                  <ns1:gd name="T92" fmla="*/ 17 w 186"/>
                  <ns1:gd name="T93" fmla="*/ 117 h 186"/>
                  <ns1:gd name="T94" fmla="*/ 14 w 186"/>
                  <ns1:gd name="T95" fmla="*/ 93 h 186"/>
                  <ns1:gd name="T96" fmla="*/ 23 w 186"/>
                  <ns1:gd name="T97" fmla="*/ 131 h 186"/>
                  <ns1:gd name="T98" fmla="*/ 46 w 186"/>
                  <ns1:gd name="T99" fmla="*/ 131 h 186"/>
                  <ns1:gd name="T100" fmla="*/ 61 w 186"/>
                  <ns1:gd name="T101" fmla="*/ 165 h 186"/>
                  <ns1:gd name="T102" fmla="*/ 23 w 186"/>
                  <ns1:gd name="T103" fmla="*/ 131 h 186"/>
                </ns1:gdLst>
                <ns1:ahLst/>
                <ns1:cxnLst>
                  <ns1:cxn ang="0">
                    <ns1:pos x="T0" y="T1"/>
                  </ns1:cxn>
                  <ns1:cxn ang="0">
                    <ns1:pos x="T2" y="T3"/>
                  </ns1:cxn>
                  <ns1:cxn ang="0">
                    <ns1:pos x="T4" y="T5"/>
                  </ns1:cxn>
                  <ns1:cxn ang="0">
                    <ns1:pos x="T6" y="T7"/>
                  </ns1:cxn>
                  <ns1:cxn ang="0">
                    <ns1:pos x="T8" y="T9"/>
                  </ns1:cxn>
                  <ns1:cxn ang="0">
                    <ns1:pos x="T10" y="T11"/>
                  </ns1:cxn>
                  <ns1:cxn ang="0">
                    <ns1:pos x="T12" y="T13"/>
                  </ns1:cxn>
                  <ns1:cxn ang="0">
                    <ns1:pos x="T14" y="T15"/>
                  </ns1:cxn>
                  <ns1:cxn ang="0">
                    <ns1:pos x="T16" y="T17"/>
                  </ns1:cxn>
                  <ns1:cxn ang="0">
                    <ns1:pos x="T18" y="T19"/>
                  </ns1:cxn>
                  <ns1:cxn ang="0">
                    <ns1:pos x="T20" y="T21"/>
                  </ns1:cxn>
                  <ns1:cxn ang="0">
                    <ns1:pos x="T22" y="T23"/>
                  </ns1:cxn>
                  <ns1:cxn ang="0">
                    <ns1:pos x="T24" y="T25"/>
                  </ns1:cxn>
                  <ns1:cxn ang="0">
                    <ns1:pos x="T26" y="T27"/>
                  </ns1:cxn>
                  <ns1:cxn ang="0">
                    <ns1:pos x="T28" y="T29"/>
                  </ns1:cxn>
                  <ns1:cxn ang="0">
                    <ns1:pos x="T30" y="T31"/>
                  </ns1:cxn>
                  <ns1:cxn ang="0">
                    <ns1:pos x="T32" y="T33"/>
                  </ns1:cxn>
                  <ns1:cxn ang="0">
                    <ns1:pos x="T34" y="T35"/>
                  </ns1:cxn>
                  <ns1:cxn ang="0">
                    <ns1:pos x="T36" y="T37"/>
                  </ns1:cxn>
                  <ns1:cxn ang="0">
                    <ns1:pos x="T38" y="T39"/>
                  </ns1:cxn>
                  <ns1:cxn ang="0">
                    <ns1:pos x="T40" y="T41"/>
                  </ns1:cxn>
                  <ns1:cxn ang="0">
                    <ns1:pos x="T42" y="T43"/>
                  </ns1:cxn>
                  <ns1:cxn ang="0">
                    <ns1:pos x="T44" y="T45"/>
                  </ns1:cxn>
                  <ns1:cxn ang="0">
                    <ns1:pos x="T46" y="T47"/>
                  </ns1:cxn>
                  <ns1:cxn ang="0">
                    <ns1:pos x="T48" y="T49"/>
                  </ns1:cxn>
                  <ns1:cxn ang="0">
                    <ns1:pos x="T50" y="T51"/>
                  </ns1:cxn>
                  <ns1:cxn ang="0">
                    <ns1:pos x="T52" y="T53"/>
                  </ns1:cxn>
                  <ns1:cxn ang="0">
                    <ns1:pos x="T54" y="T55"/>
                  </ns1:cxn>
                  <ns1:cxn ang="0">
                    <ns1:pos x="T56" y="T57"/>
                  </ns1:cxn>
                  <ns1:cxn ang="0">
                    <ns1:pos x="T58" y="T59"/>
                  </ns1:cxn>
                  <ns1:cxn ang="0">
                    <ns1:pos x="T60" y="T61"/>
                  </ns1:cxn>
                  <ns1:cxn ang="0">
                    <ns1:pos x="T62" y="T63"/>
                  </ns1:cxn>
                  <ns1:cxn ang="0">
                    <ns1:pos x="T64" y="T65"/>
                  </ns1:cxn>
                  <ns1:cxn ang="0">
                    <ns1:pos x="T66" y="T67"/>
                  </ns1:cxn>
                  <ns1:cxn ang="0">
                    <ns1:pos x="T68" y="T69"/>
                  </ns1:cxn>
                  <ns1:cxn ang="0">
                    <ns1:pos x="T70" y="T71"/>
                  </ns1:cxn>
                  <ns1:cxn ang="0">
                    <ns1:pos x="T72" y="T73"/>
                  </ns1:cxn>
                  <ns1:cxn ang="0">
                    <ns1:pos x="T74" y="T75"/>
                  </ns1:cxn>
                  <ns1:cxn ang="0">
                    <ns1:pos x="T76" y="T77"/>
                  </ns1:cxn>
                  <ns1:cxn ang="0">
                    <ns1:pos x="T78" y="T79"/>
                  </ns1:cxn>
                  <ns1:cxn ang="0">
                    <ns1:pos x="T80" y="T81"/>
                  </ns1:cxn>
                  <ns1:cxn ang="0">
                    <ns1:pos x="T82" y="T83"/>
                  </ns1:cxn>
                  <ns1:cxn ang="0">
                    <ns1:pos x="T84" y="T85"/>
                  </ns1:cxn>
                  <ns1:cxn ang="0">
                    <ns1:pos x="T86" y="T87"/>
                  </ns1:cxn>
                  <ns1:cxn ang="0">
                    <ns1:pos x="T88" y="T89"/>
                  </ns1:cxn>
                  <ns1:cxn ang="0">
                    <ns1:pos x="T90" y="T91"/>
                  </ns1:cxn>
                  <ns1:cxn ang="0">
                    <ns1:pos x="T92" y="T93"/>
                  </ns1:cxn>
                  <ns1:cxn ang="0">
                    <ns1:pos x="T94" y="T95"/>
                  </ns1:cxn>
                  <ns1:cxn ang="0">
                    <ns1:pos x="T96" y="T97"/>
                  </ns1:cxn>
                  <ns1:cxn ang="0">
                    <ns1:pos x="T98" y="T99"/>
                  </ns1:cxn>
                  <ns1:cxn ang="0">
                    <ns1:pos x="T100" y="T101"/>
                  </ns1:cxn>
                  <ns1:cxn ang="0">
                    <ns1:pos x="T102" y="T103"/>
                  </ns1:cxn>
                </ns1:cxnLst>
                <ns1:rect l="0" t="0" r="r" b="b"/>
                <ns1:pathLst>
                  <ns1:path w="186" h="186">
                    <ns1:moveTo>
                      <ns1:pt x="142" y="155"/>
                    </ns1:moveTo>
                    <ns1:cubicBezTo>
                      <ns1:pt x="137" y="159"/>
                      <ns1:pt x="131" y="163"/>
                      <ns1:pt x="125" y="165"/>
                    </ns1:cubicBezTo>
                    <ns1:cubicBezTo>
                      <ns1:pt x="127" y="162"/>
                      <ns1:pt x="129" y="159"/>
                      <ns1:pt x="131" y="156"/>
                    </ns1:cubicBezTo>
                    <ns1:cubicBezTo>
                      <ns1:pt x="128" y="157"/>
                      <ns1:pt x="124" y="157"/>
                      <ns1:pt x="121" y="157"/>
                    </ns1:cubicBezTo>
                    <ns1:cubicBezTo>
                      <ns1:pt x="119" y="157"/>
                      <ns1:pt x="117" y="157"/>
                      <ns1:pt x="114" y="156"/>
                    </ns1:cubicBezTo>
                    <ns1:cubicBezTo>
                      <ns1:pt x="108" y="166"/>
                      <ns1:pt x="100" y="172"/>
                      <ns1:pt x="93" y="172"/>
                    </ns1:cubicBezTo>
                    <ns1:cubicBezTo>
                      <ns1:pt x="81" y="172"/>
                      <ns1:pt x="67" y="156"/>
                      <ns1:pt x="60" y="131"/>
                    </ns1:cubicBezTo>
                    <ns1:cubicBezTo>
                      <ns1:pt x="76" y="131"/>
                      <ns1:pt x="76" y="131"/>
                      <ns1:pt x="76" y="131"/>
                    </ns1:cubicBezTo>
                    <ns1:cubicBezTo>
                      <ns1:pt x="74" y="127"/>
                      <ns1:pt x="73" y="124"/>
                      <ns1:pt x="72" y="120"/>
                    </ns1:cubicBezTo>
                    <ns1:cubicBezTo>
                      <ns1:pt x="71" y="119"/>
                      <ns1:pt x="71" y="118"/>
                      <ns1:pt x="71" y="117"/>
                    </ns1:cubicBezTo>
                    <ns1:cubicBezTo>
                      <ns1:pt x="57" y="117"/>
                      <ns1:pt x="57" y="117"/>
                      <ns1:pt x="57" y="117"/>
                    </ns1:cubicBezTo>
                    <ns1:cubicBezTo>
                      <ns1:pt x="56" y="109"/>
                      <ns1:pt x="56" y="101"/>
                      <ns1:pt x="56" y="93"/>
                    </ns1:cubicBezTo>
                    <ns1:cubicBezTo>
                      <ns1:pt x="56" y="86"/>
                      <ns1:pt x="56" y="79"/>
                      <ns1:pt x="57" y="72"/>
                    </ns1:cubicBezTo>
                    <ns1:cubicBezTo>
                      <ns1:pt x="81" y="72"/>
                      <ns1:pt x="81" y="72"/>
                      <ns1:pt x="81" y="72"/>
                    </ns1:cubicBezTo>
                    <ns1:cubicBezTo>
                      <ns1:pt x="85" y="66"/>
                      <ns1:pt x="91" y="62"/>
                      <ns1:pt x="98" y="58"/>
                    </ns1:cubicBezTo>
                    <ns1:cubicBezTo>
                      <ns1:pt x="60" y="58"/>
                      <ns1:pt x="60" y="58"/>
                      <ns1:pt x="60" y="58"/>
                    </ns1:cubicBezTo>
                    <ns1:cubicBezTo>
                      <ns1:pt x="66" y="32"/>
                      <ns1:pt x="80" y="14"/>
                      <ns1:pt x="93" y="14"/>
                    </ns1:cubicBezTo>
                    <ns1:cubicBezTo>
                      <ns1:pt x="105" y="14"/>
                      <ns1:pt x="118" y="29"/>
                      <ns1:pt x="125" y="53"/>
                    </ns1:cubicBezTo>
                    <ns1:cubicBezTo>
                      <ns1:pt x="130" y="53"/>
                      <ns1:pt x="135" y="54"/>
                      <ns1:pt x="140" y="56"/>
                    </ns1:cubicBezTo>
                    <ns1:cubicBezTo>
                      <ns1:pt x="137" y="42"/>
                      <ns1:pt x="132" y="30"/>
                      <ns1:pt x="125" y="21"/>
                    </ns1:cubicBezTo>
                    <ns1:cubicBezTo>
                      <ns1:pt x="142" y="28"/>
                      <ns1:pt x="156" y="42"/>
                      <ns1:pt x="164" y="58"/>
                    </ns1:cubicBezTo>
                    <ns1:cubicBezTo>
                      <ns1:pt x="145" y="58"/>
                      <ns1:pt x="145" y="58"/>
                      <ns1:pt x="145" y="58"/>
                    </ns1:cubicBezTo>
                    <ns1:cubicBezTo>
                      <ns1:pt x="151" y="62"/>
                      <ns1:pt x="157" y="66"/>
                      <ns1:pt x="162" y="72"/>
                    </ns1:cubicBezTo>
                    <ns1:cubicBezTo>
                      <ns1:pt x="169" y="72"/>
                      <ns1:pt x="169" y="72"/>
                      <ns1:pt x="169" y="72"/>
                    </ns1:cubicBezTo>
                    <ns1:cubicBezTo>
                      <ns1:pt x="171" y="79"/>
                      <ns1:pt x="172" y="86"/>
                      <ns1:pt x="172" y="93"/>
                    </ns1:cubicBezTo>
                    <ns1:cubicBezTo>
                      <ns1:pt x="172" y="93"/>
                      <ns1:pt x="172" y="94"/>
                      <ns1:pt x="172" y="94"/>
                    </ns1:cubicBezTo>
                    <ns1:cubicBezTo>
                      <ns1:pt x="174" y="104"/>
                      <ns1:pt x="173" y="113"/>
                      <ns1:pt x="170" y="123"/>
                    </ns1:cubicBezTo>
                    <ns1:cubicBezTo>
                      <ns1:pt x="178" y="131"/>
                      <ns1:pt x="178" y="131"/>
                      <ns1:pt x="178" y="131"/>
                    </ns1:cubicBezTo>
                    <ns1:cubicBezTo>
                      <ns1:pt x="178" y="131"/>
                      <ns1:pt x="178" y="131"/>
                      <ns1:pt x="178" y="131"/>
                    </ns1:cubicBezTo>
                    <ns1:cubicBezTo>
                      <ns1:pt x="179" y="131"/>
                      <ns1:pt x="179" y="131"/>
                      <ns1:pt x="179" y="131"/>
                    </ns1:cubicBezTo>
                    <ns1:cubicBezTo>
                      <ns1:pt x="179" y="128"/>
                      <ns1:pt x="179" y="128"/>
                      <ns1:pt x="179" y="128"/>
                    </ns1:cubicBezTo>
                    <ns1:cubicBezTo>
                      <ns1:pt x="184" y="117"/>
                      <ns1:pt x="186" y="106"/>
                      <ns1:pt x="186" y="93"/>
                    </ns1:cubicBezTo>
                    <ns1:cubicBezTo>
                      <ns1:pt x="186" y="42"/>
                      <ns1:pt x="144" y="0"/>
                      <ns1:pt x="93" y="0"/>
                    </ns1:cubicBezTo>
                    <ns1:cubicBezTo>
                      <ns1:pt x="42" y="0"/>
                      <ns1:pt x="0" y="42"/>
                      <ns1:pt x="0" y="93"/>
                    </ns1:cubicBezTo>
                    <ns1:cubicBezTo>
                      <ns1:pt x="0" y="144"/>
                      <ns1:pt x="42" y="186"/>
                      <ns1:pt x="93" y="186"/>
                    </ns1:cubicBezTo>
                    <ns1:cubicBezTo>
                      <ns1:pt x="115" y="186"/>
                      <ns1:pt x="135" y="178"/>
                      <ns1:pt x="151" y="166"/>
                    </ns1:cubicBezTo>
                    <ns1:lnTo>
                      <ns1:pt x="142" y="155"/>
                    </ns1:lnTo>
                    <ns1:close/>
                    <ns1:moveTo>
                      <ns1:pt x="61" y="21"/>
                    </ns1:moveTo>
                    <ns1:cubicBezTo>
                      <ns1:pt x="54" y="31"/>
                      <ns1:pt x="49" y="44"/>
                      <ns1:pt x="45" y="58"/>
                    </ns1:cubicBezTo>
                    <ns1:cubicBezTo>
                      <ns1:pt x="22" y="58"/>
                      <ns1:pt x="22" y="58"/>
                      <ns1:pt x="22" y="58"/>
                    </ns1:cubicBezTo>
                    <ns1:cubicBezTo>
                      <ns1:pt x="30" y="42"/>
                      <ns1:pt x="44" y="28"/>
                      <ns1:pt x="61" y="21"/>
                    </ns1:cubicBezTo>
                    <ns1:close/>
                    <ns1:moveTo>
                      <ns1:pt x="14" y="93"/>
                    </ns1:moveTo>
                    <ns1:cubicBezTo>
                      <ns1:pt x="14" y="86"/>
                      <ns1:pt x="15" y="79"/>
                      <ns1:pt x="17" y="72"/>
                    </ns1:cubicBezTo>
                    <ns1:cubicBezTo>
                      <ns1:pt x="43" y="72"/>
                      <ns1:pt x="43" y="72"/>
                      <ns1:pt x="43" y="72"/>
                    </ns1:cubicBezTo>
                    <ns1:cubicBezTo>
                      <ns1:pt x="42" y="79"/>
                      <ns1:pt x="42" y="86"/>
                      <ns1:pt x="42" y="93"/>
                    </ns1:cubicBezTo>
                    <ns1:cubicBezTo>
                      <ns1:pt x="42" y="101"/>
                      <ns1:pt x="42" y="109"/>
                      <ns1:pt x="43" y="117"/>
                    </ns1:cubicBezTo>
                    <ns1:cubicBezTo>
                      <ns1:pt x="17" y="117"/>
                      <ns1:pt x="17" y="117"/>
                      <ns1:pt x="17" y="117"/>
                    </ns1:cubicBezTo>
                    <ns1:cubicBezTo>
                      <ns1:pt x="15" y="109"/>
                      <ns1:pt x="14" y="101"/>
                      <ns1:pt x="14" y="93"/>
                    </ns1:cubicBezTo>
                    <ns1:close/>
                    <ns1:moveTo>
                      <ns1:pt x="23" y="131"/>
                    </ns1:moveTo>
                    <ns1:cubicBezTo>
                      <ns1:pt x="46" y="131"/>
                      <ns1:pt x="46" y="131"/>
                      <ns1:pt x="46" y="131"/>
                    </ns1:cubicBezTo>
                    <ns1:cubicBezTo>
                      <ns1:pt x="49" y="144"/>
                      <ns1:pt x="54" y="156"/>
                      <ns1:pt x="61" y="165"/>
                    </ns1:cubicBezTo>
                    <ns1:cubicBezTo>
                      <ns1:pt x="45" y="158"/>
                      <ns1:pt x="32" y="146"/>
                      <ns1:pt x="23" y="131"/>
                    </ns1:cubicBezTo>
                    <ns1:close/>
                  </ns1:path>
                </ns1:pathLst>
              </ns1:custGeom>
              <ns1:grpFill/>
              <ns1:ln>
                <ns1:noFill/>
              </ns1:ln>
              <ns1:extLst>
                <ns1:ext uri="{91240B29-F687-4F45-9708-019B960494DF}">
                  <ns3:hiddenLine w="9525">
                    <ns1:solidFill>
                      <ns1:srgbClr val="000000"/>
                    </ns1:solidFill>
                    <ns1:round/>
                    <ns1:headEnd/>
                    <ns1:tailEnd/>
                  </ns3:hiddenLine>
                </ns1:ext>
              </ns1:extLst>
            </ns0:spPr>
            <ns0:txBody>
              <ns1:bodyPr vert="horz" wrap="square" lIns="91440" tIns="45720" rIns="91440" bIns="45720" numCol="1" anchor="t" anchorCtr="0" compatLnSpc="1">
                <ns1:prstTxWarp prst="textNoShape">
                  <ns1:avLst/>
                </ns1:prstTxWarp>
              </ns1:bodyPr>
              <ns1:lstStyle/>
              <ns1:p>
                <ns1:pPr algn="ctr"/>
                <ns1:endParaRPr lang="id-ID" sz="2700"/>
              </ns1:p>
            </ns0:txBody>
          </ns0:sp>
          <ns0:sp>
            <ns0:nvSpPr>
              <ns0:cNvPr id="14" name="Freeform 21">
                <ns1:extLst>
                  <ns1:ext uri="{FF2B5EF4-FFF2-40B4-BE49-F238E27FC236}">
                    <ns2:creationId id="{C35B645B-2493-429E-B5D4-E8BE47BDE37D}"/>
                  </ns1:ext>
                </ns1:extLst>
              </ns0:cNvPr>
              <ns0:cNvSpPr>
                <ns1:spLocks noEditPoints="1"/>
              </ns0:cNvSpPr>
              <ns0:nvPr/>
            </ns0:nvSpPr>
            <ns0:spPr bwMode="auto">
              <ns1:xfrm>
                <ns1:off x="4352925" y="5691188"/>
                <ns1:ext cx="446088" cy="446088"/>
              </ns1:xfrm>
              <ns1:custGeom>
                <ns1:avLst/>
                <ns1:gdLst>
                  <ns1:gd name="T0" fmla="*/ 116 w 117"/>
                  <ns1:gd name="T1" fmla="*/ 103 h 117"/>
                  <ns1:gd name="T2" fmla="*/ 81 w 117"/>
                  <ns1:gd name="T3" fmla="*/ 65 h 117"/>
                  <ns1:gd name="T4" fmla="*/ 80 w 117"/>
                  <ns1:gd name="T5" fmla="*/ 65 h 117"/>
                  <ns1:gd name="T6" fmla="*/ 84 w 117"/>
                  <ns1:gd name="T7" fmla="*/ 33 h 117"/>
                  <ns1:gd name="T8" fmla="*/ 33 w 117"/>
                  <ns1:gd name="T9" fmla="*/ 6 h 117"/>
                  <ns1:gd name="T10" fmla="*/ 7 w 117"/>
                  <ns1:gd name="T11" fmla="*/ 57 h 117"/>
                  <ns1:gd name="T12" fmla="*/ 57 w 117"/>
                  <ns1:gd name="T13" fmla="*/ 83 h 117"/>
                  <ns1:gd name="T14" fmla="*/ 67 w 117"/>
                  <ns1:gd name="T15" fmla="*/ 79 h 117"/>
                  <ns1:gd name="T16" fmla="*/ 101 w 117"/>
                  <ns1:gd name="T17" fmla="*/ 116 h 117"/>
                  <ns1:gd name="T18" fmla="*/ 106 w 117"/>
                  <ns1:gd name="T19" fmla="*/ 115 h 117"/>
                  <ns1:gd name="T20" fmla="*/ 114 w 117"/>
                  <ns1:gd name="T21" fmla="*/ 108 h 117"/>
                  <ns1:gd name="T22" fmla="*/ 116 w 117"/>
                  <ns1:gd name="T23" fmla="*/ 103 h 117"/>
                  <ns1:gd name="T24" fmla="*/ 17 w 117"/>
                  <ns1:gd name="T25" fmla="*/ 54 h 117"/>
                  <ns1:gd name="T26" fmla="*/ 36 w 117"/>
                  <ns1:gd name="T27" fmla="*/ 17 h 117"/>
                  <ns1:gd name="T28" fmla="*/ 73 w 117"/>
                  <ns1:gd name="T29" fmla="*/ 36 h 117"/>
                  <ns1:gd name="T30" fmla="*/ 54 w 117"/>
                  <ns1:gd name="T31" fmla="*/ 73 h 117"/>
                  <ns1:gd name="T32" fmla="*/ 17 w 117"/>
                  <ns1:gd name="T33" fmla="*/ 54 h 117"/>
                </ns1:gdLst>
                <ns1:ahLst/>
                <ns1:cxnLst>
                  <ns1:cxn ang="0">
                    <ns1:pos x="T0" y="T1"/>
                  </ns1:cxn>
                  <ns1:cxn ang="0">
                    <ns1:pos x="T2" y="T3"/>
                  </ns1:cxn>
                  <ns1:cxn ang="0">
                    <ns1:pos x="T4" y="T5"/>
                  </ns1:cxn>
                  <ns1:cxn ang="0">
                    <ns1:pos x="T6" y="T7"/>
                  </ns1:cxn>
                  <ns1:cxn ang="0">
                    <ns1:pos x="T8" y="T9"/>
                  </ns1:cxn>
                  <ns1:cxn ang="0">
                    <ns1:pos x="T10" y="T11"/>
                  </ns1:cxn>
                  <ns1:cxn ang="0">
                    <ns1:pos x="T12" y="T13"/>
                  </ns1:cxn>
                  <ns1:cxn ang="0">
                    <ns1:pos x="T14" y="T15"/>
                  </ns1:cxn>
                  <ns1:cxn ang="0">
                    <ns1:pos x="T16" y="T17"/>
                  </ns1:cxn>
                  <ns1:cxn ang="0">
                    <ns1:pos x="T18" y="T19"/>
                  </ns1:cxn>
                  <ns1:cxn ang="0">
                    <ns1:pos x="T20" y="T21"/>
                  </ns1:cxn>
                  <ns1:cxn ang="0">
                    <ns1:pos x="T22" y="T23"/>
                  </ns1:cxn>
                  <ns1:cxn ang="0">
                    <ns1:pos x="T24" y="T25"/>
                  </ns1:cxn>
                  <ns1:cxn ang="0">
                    <ns1:pos x="T26" y="T27"/>
                  </ns1:cxn>
                  <ns1:cxn ang="0">
                    <ns1:pos x="T28" y="T29"/>
                  </ns1:cxn>
                  <ns1:cxn ang="0">
                    <ns1:pos x="T30" y="T31"/>
                  </ns1:cxn>
                  <ns1:cxn ang="0">
                    <ns1:pos x="T32" y="T33"/>
                  </ns1:cxn>
                </ns1:cxnLst>
                <ns1:rect l="0" t="0" r="r" b="b"/>
                <ns1:pathLst>
                  <ns1:path w="117" h="117">
                    <ns1:moveTo>
                      <ns1:pt x="116" y="103"/>
                    </ns1:moveTo>
                    <ns1:cubicBezTo>
                      <ns1:pt x="81" y="65"/>
                      <ns1:pt x="81" y="65"/>
                      <ns1:pt x="81" y="65"/>
                    </ns1:cubicBezTo>
                    <ns1:cubicBezTo>
                      <ns1:pt x="81" y="65"/>
                      <ns1:pt x="80" y="65"/>
                      <ns1:pt x="80" y="65"/>
                    </ns1:cubicBezTo>
                    <ns1:cubicBezTo>
                      <ns1:pt x="86" y="55"/>
                      <ns1:pt x="87" y="44"/>
                      <ns1:pt x="84" y="33"/>
                    </ns1:cubicBezTo>
                    <ns1:cubicBezTo>
                      <ns1:pt x="77" y="11"/>
                      <ns1:pt x="54" y="0"/>
                      <ns1:pt x="33" y="6"/>
                    </ns1:cubicBezTo>
                    <ns1:cubicBezTo>
                      <ns1:pt x="12" y="13"/>
                      <ns1:pt x="0" y="36"/>
                      <ns1:pt x="7" y="57"/>
                    </ns1:cubicBezTo>
                    <ns1:cubicBezTo>
                      <ns1:pt x="13" y="78"/>
                      <ns1:pt x="36" y="90"/>
                      <ns1:pt x="57" y="83"/>
                    </ns1:cubicBezTo>
                    <ns1:cubicBezTo>
                      <ns1:pt x="61" y="82"/>
                      <ns1:pt x="64" y="81"/>
                      <ns1:pt x="67" y="79"/>
                    </ns1:cubicBezTo>
                    <ns1:cubicBezTo>
                      <ns1:pt x="101" y="116"/>
                      <ns1:pt x="101" y="116"/>
                      <ns1:pt x="101" y="116"/>
                    </ns1:cubicBezTo>
                    <ns1:cubicBezTo>
                      <ns1:pt x="102" y="117"/>
                      <ns1:pt x="104" y="117"/>
                      <ns1:pt x="106" y="115"/>
                    </ns1:cubicBezTo>
                    <ns1:cubicBezTo>
                      <ns1:pt x="114" y="108"/>
                      <ns1:pt x="114" y="108"/>
                      <ns1:pt x="114" y="108"/>
                    </ns1:cubicBezTo>
                    <ns1:cubicBezTo>
                      <ns1:pt x="116" y="106"/>
                      <ns1:pt x="117" y="104"/>
                      <ns1:pt x="116" y="103"/>
                    </ns1:cubicBezTo>
                    <ns1:close/>
                    <ns1:moveTo>
                      <ns1:pt x="17" y="54"/>
                    </ns1:moveTo>
                    <ns1:cubicBezTo>
                      <ns1:pt x="12" y="38"/>
                      <ns1:pt x="21" y="22"/>
                      <ns1:pt x="36" y="17"/>
                    </ns1:cubicBezTo>
                    <ns1:cubicBezTo>
                      <ns1:pt x="52" y="12"/>
                      <ns1:pt x="69" y="20"/>
                      <ns1:pt x="73" y="36"/>
                    </ns1:cubicBezTo>
                    <ns1:cubicBezTo>
                      <ns1:pt x="78" y="52"/>
                      <ns1:pt x="70" y="68"/>
                      <ns1:pt x="54" y="73"/>
                    </ns1:cubicBezTo>
                    <ns1:cubicBezTo>
                      <ns1:pt x="39" y="78"/>
                      <ns1:pt x="22" y="69"/>
                      <ns1:pt x="17" y="54"/>
                    </ns1:cubicBezTo>
                    <ns1:close/>
                  </ns1:path>
                </ns1:pathLst>
              </ns1:custGeom>
              <ns1:grpFill/>
              <ns1:ln>
                <ns1:noFill/>
              </ns1:ln>
              <ns1:extLst>
                <ns1:ext uri="{91240B29-F687-4F45-9708-019B960494DF}">
                  <ns3:hiddenLine w="9525">
                    <ns1:solidFill>
                      <ns1:srgbClr val="000000"/>
                    </ns1:solidFill>
                    <ns1:round/>
                    <ns1:headEnd/>
                    <ns1:tailEnd/>
                  </ns3:hiddenLine>
                </ns1:ext>
              </ns1:extLst>
            </ns0:spPr>
            <ns0:txBody>
              <ns1:bodyPr vert="horz" wrap="square" lIns="91440" tIns="45720" rIns="91440" bIns="45720" numCol="1" anchor="t" anchorCtr="0" compatLnSpc="1">
                <ns1:prstTxWarp prst="textNoShape">
                  <ns1:avLst/>
                </ns1:prstTxWarp>
              </ns1:bodyPr>
              <ns1:lstStyle/>
              <ns1:p>
                <ns1:pPr algn="ctr"/>
                <ns1:endParaRPr lang="id-ID" sz="2700"/>
              </ns1:p>
            </ns0:txBody>
          </ns0:sp>
          <ns0:sp>
            <ns0:nvSpPr>
              <ns0:cNvPr id="15" name="Freeform 22">
                <ns1:extLst>
                  <ns1:ext uri="{FF2B5EF4-FFF2-40B4-BE49-F238E27FC236}">
                    <ns2:creationId id="{A0B3C55E-4970-4B90-B24C-24EC7E9CC5CC}"/>
                  </ns1:ext>
                </ns1:extLst>
              </ns0:cNvPr>
              <ns0:cNvSpPr>
                <ns1:spLocks/>
              </ns0:cNvSpPr>
              <ns0:nvPr/>
            </ns0:nvSpPr>
            <ns0:spPr bwMode="auto">
              <ns1:xfrm>
                <ns1:off x="4433888" y="5754688"/>
                <ns1:ext cx="190500" cy="141288"/>
              </ns1:xfrm>
              <ns1:custGeom>
                <ns1:avLst/>
                <ns1:gdLst>
                  <ns1:gd name="T0" fmla="*/ 10 w 50"/>
                  <ns1:gd name="T1" fmla="*/ 16 h 37"/>
                  <ns1:gd name="T2" fmla="*/ 48 w 50"/>
                  <ns1:gd name="T3" fmla="*/ 36 h 37"/>
                  <ns1:gd name="T4" fmla="*/ 48 w 50"/>
                  <ns1:gd name="T5" fmla="*/ 37 h 37"/>
                  <ns1:gd name="T6" fmla="*/ 49 w 50"/>
                  <ns1:gd name="T7" fmla="*/ 20 h 37"/>
                  <ns1:gd name="T8" fmla="*/ 17 w 50"/>
                  <ns1:gd name="T9" fmla="*/ 4 h 37"/>
                  <ns1:gd name="T10" fmla="*/ 0 w 50"/>
                  <ns1:gd name="T11" fmla="*/ 21 h 37"/>
                  <ns1:gd name="T12" fmla="*/ 10 w 50"/>
                  <ns1:gd name="T13" fmla="*/ 16 h 37"/>
                </ns1:gdLst>
                <ns1:ahLst/>
                <ns1:cxnLst>
                  <ns1:cxn ang="0">
                    <ns1:pos x="T0" y="T1"/>
                  </ns1:cxn>
                  <ns1:cxn ang="0">
                    <ns1:pos x="T2" y="T3"/>
                  </ns1:cxn>
                  <ns1:cxn ang="0">
                    <ns1:pos x="T4" y="T5"/>
                  </ns1:cxn>
                  <ns1:cxn ang="0">
                    <ns1:pos x="T6" y="T7"/>
                  </ns1:cxn>
                  <ns1:cxn ang="0">
                    <ns1:pos x="T8" y="T9"/>
                  </ns1:cxn>
                  <ns1:cxn ang="0">
                    <ns1:pos x="T10" y="T11"/>
                  </ns1:cxn>
                  <ns1:cxn ang="0">
                    <ns1:pos x="T12" y="T13"/>
                  </ns1:cxn>
                </ns1:cxnLst>
                <ns1:rect l="0" t="0" r="r" b="b"/>
                <ns1:pathLst>
                  <ns1:path w="50" h="37">
                    <ns1:moveTo>
                      <ns1:pt x="10" y="16"/>
                    </ns1:moveTo>
                    <ns1:cubicBezTo>
                      <ns1:pt x="26" y="11"/>
                      <ns1:pt x="43" y="20"/>
                      <ns1:pt x="48" y="36"/>
                    </ns1:cubicBezTo>
                    <ns1:cubicBezTo>
                      <ns1:pt x="48" y="36"/>
                      <ns1:pt x="48" y="36"/>
                      <ns1:pt x="48" y="37"/>
                    </ns1:cubicBezTo>
                    <ns1:cubicBezTo>
                      <ns1:pt x="50" y="32"/>
                      <ns1:pt x="50" y="26"/>
                      <ns1:pt x="49" y="20"/>
                    </ns1:cubicBezTo>
                    <ns1:cubicBezTo>
                      <ns1:pt x="45" y="7"/>
                      <ns1:pt x="30" y="0"/>
                      <ns1:pt x="17" y="4"/>
                    </ns1:cubicBezTo>
                    <ns1:cubicBezTo>
                      <ns1:pt x="8" y="6"/>
                      <ns1:pt x="2" y="13"/>
                      <ns1:pt x="0" y="21"/>
                    </ns1:cubicBezTo>
                    <ns1:cubicBezTo>
                      <ns1:pt x="3" y="19"/>
                      <ns1:pt x="6" y="17"/>
                      <ns1:pt x="10" y="16"/>
                    </ns1:cubicBezTo>
                    <ns1:close/>
                  </ns1:path>
                </ns1:pathLst>
              </ns1:custGeom>
              <ns1:grpFill/>
              <ns1:ln>
                <ns1:noFill/>
              </ns1:ln>
              <ns1:extLst>
                <ns1:ext uri="{91240B29-F687-4F45-9708-019B960494DF}">
                  <ns3:hiddenLine w="9525">
                    <ns1:solidFill>
                      <ns1:srgbClr val="000000"/>
                    </ns1:solidFill>
                    <ns1:round/>
                    <ns1:headEnd/>
                    <ns1:tailEnd/>
                  </ns3:hiddenLine>
                </ns1:ext>
              </ns1:extLst>
            </ns0:spPr>
            <ns0:txBody>
              <ns1:bodyPr vert="horz" wrap="square" lIns="91440" tIns="45720" rIns="91440" bIns="45720" numCol="1" anchor="t" anchorCtr="0" compatLnSpc="1">
                <ns1:prstTxWarp prst="textNoShape">
                  <ns1:avLst/>
                </ns1:prstTxWarp>
              </ns1:bodyPr>
              <ns1:lstStyle/>
              <ns1:p>
                <ns1:pPr algn="ctr"/>
                <ns1:endParaRPr lang="id-ID" sz="2700"/>
              </ns1:p>
            </ns0:txBody>
          </ns0:sp>
        </ns0:grpSp>
      </ns0:grpSp>
      <ns0:sp>
        <ns0:nvSpPr>
          <ns0:cNvPr id="16" name="TextBox 15">
            <ns1:extLst>
              <ns1:ext uri="{FF2B5EF4-FFF2-40B4-BE49-F238E27FC236}">
                <ns2:creationId id="{6385397C-7FE9-4BAF-AABE-A83BF7B5711C}"/>
              </ns1:ext>
            </ns1:extLst>
          </ns0:cNvPr>
          <ns0:cNvSpPr txBox="1"/>
          <ns0:nvPr/>
        </ns0:nvSpPr>
        <ns0:spPr>
          <ns1:xfrm>
            <ns1:off x="8897722" y="2073417"/>
            <ns1:ext cx="2553500" cy="292388"/>
          </ns1:xfrm>
          <ns1:prstGeom prst="rect">
            <ns1:avLst/>
          </ns1:prstGeom>
          <ns1:noFill/>
        </ns0:spPr>
        <ns0:txBody>
          <ns1:bodyPr wrap="square" rtlCol="0">
            <ns1:spAutoFit/>
          </ns1:bodyPr>
          <ns1:lstStyle/>
          <ns1:p>
            <ns1:pPr algn="ctr"/>
            <ns1:r>
              <ns1:rPr lang="en-US" sz="1300" b="1">
                <ns1:solidFill>
                  <ns1:schemeClr val="tx1">
                    <ns1:lumMod val="85000"/>
                    <ns1:lumOff val="15000"/>
                  </ns1:schemeClr>
                </ns1:solidFill>
                <ns1:latin typeface="Poppins SemiBold" panose="00000700000000000000" pitchFamily="2" charset="0"/>
                <ns1:ea typeface="Lato" panose="020F0502020204030203" pitchFamily="34" charset="0"/>
                <ns1:cs typeface="Poppins SemiBold" panose="00000700000000000000" pitchFamily="2" charset="0"/>
              </ns1:rPr>
              <ns1:t>{SlideSupportingContent2}</ns1:t>
            </ns1:r>
          </ns1:p>
        </ns0:txBody>
      </ns0:sp>
      <ns0:sp>
        <ns0:nvSpPr>
          <ns0:cNvPr id="17" name="TextBox 16">
            <ns1:extLst>
              <ns1:ext uri="{FF2B5EF4-FFF2-40B4-BE49-F238E27FC236}">
                <ns2:creationId id="{F7F01C20-7DA9-4736-B418-C654E7249877}"/>
              </ns1:ext>
            </ns1:extLst>
          </ns0:cNvPr>
          <ns0:cNvSpPr txBox="1"/>
          <ns0:nvPr/>
        </ns0:nvSpPr>
        <ns0:spPr>
          <ns1:xfrm>
            <ns1:off x="8897721" y="2381195"/>
            <ns1:ext cx="2553500" cy="820674"/>
          </ns1:xfrm>
          <ns1:prstGeom prst="rect">
            <ns1:avLst/>
          </ns1:prstGeom>
          <ns1:noFill/>
        </ns0:spPr>
        <ns0:txBody>
          <ns1:bodyPr wrap="square" rtlCol="0">
            <ns1:spAutoFit/>
          </ns1:bodyPr>
          <ns1:lstStyle/>
          <ns1:p>
            <ns1:pPr algn="ctr">
              <ns1:lnSpc>
                <ns1:spcPct val="150000"/>
              </ns1:lnSpc>
            </ns1:pPr>
            <ns1:r>
              <ns1:rPr lang="en-US" sz="1100">
                <ns1:solidFill>
                  <ns1:schemeClr val="bg1">
                    <ns1:lumMod val="50000"/>
                  </ns1:schemeClr>
                </ns1:solidFill>
                <ns1:latin typeface="Lato" panose="020F0502020204030203" pitchFamily="34" charset="0"/>
                <ns1:ea typeface="Lato" panose="020F0502020204030203" pitchFamily="34" charset="0"/>
                <ns1:cs typeface="Lato" panose="020F0502020204030203" pitchFamily="34" charset="0"/>
              </ns1:rPr>
              <ns1:t>{SlideSupportingContent3}</ns1:t>
            </ns1:r>
          </ns1:p>
          <ns1:p>
            <ns1:pPr algn="ctr">
              <ns1:lnSpc>
                <ns1:spcPct val="150000"/>
              </ns1:lnSpc>
            </ns1:pPr>
            <ns1:r>
              <ns1:rPr lang="en-US" sz="1100">
                <ns1:solidFill>
                  <ns1:schemeClr val="bg1">
                    <ns1:lumMod val="50000"/>
                  </ns1:schemeClr>
                </ns1:solidFill>
                <ns1:latin typeface="Lato" panose="020F0502020204030203" pitchFamily="34" charset="0"/>
                <ns1:ea typeface="Lato" panose="020F0502020204030203" pitchFamily="34" charset="0"/>
                <ns1:cs typeface="Lato" panose="020F0502020204030203" pitchFamily="34" charset="0"/>
              </ns1:rPr>
              <ns1:t/>
            </ns1:r>
          </ns1:p>
        </ns0:txBody>
      </ns0:sp>
      <ns0:sp>
        <ns0:nvSpPr>
          <ns0:cNvPr id="18" name="TextBox 17">
            <ns1:extLst>
              <ns1:ext uri="{FF2B5EF4-FFF2-40B4-BE49-F238E27FC236}">
                <ns2:creationId id="{C6893532-5890-470E-9094-8FA22094F3A2}"/>
              </ns1:ext>
            </ns1:extLst>
          </ns0:cNvPr>
          <ns0:cNvSpPr txBox="1"/>
          <ns0:nvPr/>
        </ns0:nvSpPr>
        <ns0:spPr>
          <ns1:xfrm>
            <ns1:off x="8897720" y="4778899"/>
            <ns1:ext cx="2553501" cy="292388"/>
          </ns1:xfrm>
          <ns1:prstGeom prst="rect">
            <ns1:avLst/>
          </ns1:prstGeom>
          <ns1:noFill/>
        </ns0:spPr>
        <ns0:txBody>
          <ns1:bodyPr wrap="square" rtlCol="0">
            <ns1:spAutoFit/>
          </ns1:bodyPr>
          <ns1:lstStyle/>
          <ns1:p>
            <ns1:pPr algn="ctr"/>
            <ns1:r>
              <ns1:rPr lang="en-US" sz="1300" b="1">
                <ns1:solidFill>
                  <ns1:schemeClr val="tx1">
                    <ns1:lumMod val="85000"/>
                    <ns1:lumOff val="15000"/>
                  </ns1:schemeClr>
                </ns1:solidFill>
                <ns1:latin typeface="Poppins SemiBold" panose="00000700000000000000" pitchFamily="2" charset="0"/>
                <ns1:ea typeface="Lato" panose="020F0502020204030203" pitchFamily="34" charset="0"/>
                <ns1:cs typeface="Poppins SemiBold" panose="00000700000000000000" pitchFamily="2" charset="0"/>
              </ns1:rPr>
              <ns1:t>{SlideSupportingContent4}</ns1:t>
            </ns1:r>
          </ns1:p>
        </ns0:txBody>
      </ns0:sp>
      <ns0:sp>
        <ns0:nvSpPr>
          <ns0:cNvPr id="19" name="TextBox 18">
            <ns1:extLst>
              <ns1:ext uri="{FF2B5EF4-FFF2-40B4-BE49-F238E27FC236}">
                <ns2:creationId id="{1E371759-8616-47D5-B9DC-2C36810737BF}"/>
              </ns1:ext>
            </ns1:extLst>
          </ns0:cNvPr>
          <ns0:cNvSpPr txBox="1"/>
          <ns0:nvPr/>
        </ns0:nvSpPr>
        <ns0:spPr>
          <ns1:xfrm>
            <ns1:off x="8897722" y="5086677"/>
            <ns1:ext cx="2553500" cy="820674"/>
          </ns1:xfrm>
          <ns1:prstGeom prst="rect">
            <ns1:avLst/>
          </ns1:prstGeom>
          <ns1:noFill/>
        </ns0:spPr>
        <ns0:txBody>
          <ns1:bodyPr wrap="square" rtlCol="0">
            <ns1:spAutoFit/>
          </ns1:bodyPr>
          <ns1:lstStyle/>
          <ns1:p>
            <ns1:pPr algn="ctr">
              <ns1:lnSpc>
                <ns1:spcPct val="150000"/>
              </ns1:lnSpc>
            </ns1:pPr>
            <ns1:r>
              <ns1:rPr lang="en-US" sz="1100">
                <ns1:solidFill>
                  <ns1:schemeClr val="bg1">
                    <ns1:lumMod val="50000"/>
                  </ns1:schemeClr>
                </ns1:solidFill>
                <ns1:latin typeface="Lato" panose="020F0502020204030203" pitchFamily="34" charset="0"/>
                <ns1:ea typeface="Lato" panose="020F0502020204030203" pitchFamily="34" charset="0"/>
                <ns1:cs typeface="Lato" panose="020F0502020204030203" pitchFamily="34" charset="0"/>
              </ns1:rPr>
              <ns1:t>{SlideSupportingContent5}</ns1:t>
            </ns1:r>
          </ns1:p>
          <ns1:p>
            <ns1:pPr algn="ctr">
              <ns1:lnSpc>
                <ns1:spcPct val="150000"/>
              </ns1:lnSpc>
            </ns1:pPr>
            <ns1:r>
              <ns1:rPr lang="en-US" sz="1100">
                <ns1:solidFill>
                  <ns1:schemeClr val="bg1">
                    <ns1:lumMod val="50000"/>
                  </ns1:schemeClr>
                </ns1:solidFill>
                <ns1:latin typeface="Lato" panose="020F0502020204030203" pitchFamily="34" charset="0"/>
                <ns1:ea typeface="Lato" panose="020F0502020204030203" pitchFamily="34" charset="0"/>
                <ns1:cs typeface="Lato" panose="020F0502020204030203" pitchFamily="34" charset="0"/>
              </ns1:rPr>
              <ns1:t/>
            </ns1:r>
          </ns1:p>
        </ns0:txBody>
      </ns0:sp>
      <ns0:grpSp>
        <ns0:nvGrpSpPr>
          <ns0:cNvPr id="28" name="Group 27">
            <ns1:extLst>
              <ns1:ext uri="{FF2B5EF4-FFF2-40B4-BE49-F238E27FC236}">
                <ns2:creationId id="{824C0D80-E48B-4E00-A1CB-BF7D9E809A5E}"/>
              </ns1:ext>
            </ns1:extLst>
          </ns0:cNvPr>
          <ns0:cNvGrpSpPr/>
          <ns0:nvPr/>
        </ns0:nvGrpSpPr>
        <ns0:grpSpPr>
          <ns1:xfrm>
            <ns1:off x="9692859" y="936135"/>
            <ns1:ext cx="963227" cy="963227"/>
            <ns1:chOff x="9692859" y="936135"/>
            <ns1:chExt cx="963227" cy="963227"/>
          </ns1:xfrm>
        </ns0:grpSpPr>
        <ns0:sp>
          <ns0:nvSpPr>
            <ns0:cNvPr id="21" name="Oval 20">
              <ns1:extLst>
                <ns1:ext uri="{FF2B5EF4-FFF2-40B4-BE49-F238E27FC236}">
                  <ns2:creationId id="{7F916B0C-6564-4245-A50A-1E7E2A4B308E}"/>
                </ns1:ext>
              </ns1:extLst>
            </ns0:cNvPr>
            <ns0:cNvSpPr/>
            <ns0:nvPr/>
          </ns0:nvSpPr>
          <ns0:spPr>
            <ns1:xfrm>
              <ns1:off x="9692859" y="936135"/>
              <ns1:ext cx="963227" cy="963227"/>
            </ns1:xfrm>
            <ns1:prstGeom prst="ellipse">
              <ns1:avLst/>
            </ns1:prstGeom>
            <ns1:solidFill>
              <ns1:schemeClr val="accent4">
                <ns1:lumMod val="40000"/>
                <ns1:lumOff val="60000"/>
              </ns1:schemeClr>
            </ns1:solidFill>
            <ns1:ln>
              <ns1:noFill/>
            </ns1:ln>
          </ns0:spPr>
          <ns0:style>
            <ns1:lnRef idx="2">
              <ns1:schemeClr val="accent1">
                <ns1:shade val="50000"/>
              </ns1:schemeClr>
            </ns1:lnRef>
            <ns1:fillRef idx="1">
              <ns1:schemeClr val="accent1"/>
            </ns1:fillRef>
            <ns1:effectRef idx="0">
              <ns1:schemeClr val="accent1"/>
            </ns1:effectRef>
            <ns1:fontRef idx="minor">
              <ns1:schemeClr val="lt1"/>
            </ns1:fontRef>
          </ns0:style>
          <ns0:txBody>
            <ns1:bodyPr rtlCol="0" anchor="ctr"/>
            <ns1:lstStyle/>
            <ns1:p>
              <ns1:pPr algn="ctr"/>
              <ns1:endParaRPr lang="en-US"/>
            </ns1:p>
          </ns0:txBody>
        </ns0:sp>
        <ns0:sp>
          <ns0:nvSpPr>
            <ns0:cNvPr id="22" name="Freeform 112">
              <ns1:extLst>
                <ns1:ext uri="{FF2B5EF4-FFF2-40B4-BE49-F238E27FC236}">
                  <ns2:creationId id="{8C9EAD51-7E81-496E-9C24-4730CFEDD0BC}"/>
                </ns1:ext>
              </ns1:extLst>
            </ns0:cNvPr>
            <ns0:cNvSpPr>
              <ns1:spLocks noEditPoints="1"/>
            </ns0:cNvSpPr>
            <ns0:nvPr/>
          </ns0:nvSpPr>
          <ns0:spPr bwMode="auto">
            <ns1:xfrm>
              <ns1:off x="9974285" y="1218551"/>
              <ns1:ext cx="400375" cy="398394"/>
            </ns1:xfrm>
            <ns1:custGeom>
              <ns1:avLst/>
              <ns1:gdLst>
                <ns1:gd name="T0" fmla="*/ 176 w 176"/>
                <ns1:gd name="T1" fmla="*/ 52 h 176"/>
                <ns1:gd name="T2" fmla="*/ 175 w 176"/>
                <ns1:gd name="T3" fmla="*/ 50 h 176"/>
                <ns1:gd name="T4" fmla="*/ 175 w 176"/>
                <ns1:gd name="T5" fmla="*/ 50 h 176"/>
                <ns1:gd name="T6" fmla="*/ 175 w 176"/>
                <ns1:gd name="T7" fmla="*/ 49 h 176"/>
                <ns1:gd name="T8" fmla="*/ 175 w 176"/>
                <ns1:gd name="T9" fmla="*/ 49 h 176"/>
                <ns1:gd name="T10" fmla="*/ 127 w 176"/>
                <ns1:gd name="T11" fmla="*/ 2 h 176"/>
                <ns1:gd name="T12" fmla="*/ 127 w 176"/>
                <ns1:gd name="T13" fmla="*/ 2 h 176"/>
                <ns1:gd name="T14" fmla="*/ 124 w 176"/>
                <ns1:gd name="T15" fmla="*/ 0 h 176"/>
                <ns1:gd name="T16" fmla="*/ 52 w 176"/>
                <ns1:gd name="T17" fmla="*/ 0 h 176"/>
                <ns1:gd name="T18" fmla="*/ 49 w 176"/>
                <ns1:gd name="T19" fmla="*/ 2 h 176"/>
                <ns1:gd name="T20" fmla="*/ 49 w 176"/>
                <ns1:gd name="T21" fmla="*/ 2 h 176"/>
                <ns1:gd name="T22" fmla="*/ 1 w 176"/>
                <ns1:gd name="T23" fmla="*/ 49 h 176"/>
                <ns1:gd name="T24" fmla="*/ 1 w 176"/>
                <ns1:gd name="T25" fmla="*/ 49 h 176"/>
                <ns1:gd name="T26" fmla="*/ 1 w 176"/>
                <ns1:gd name="T27" fmla="*/ 50 h 176"/>
                <ns1:gd name="T28" fmla="*/ 1 w 176"/>
                <ns1:gd name="T29" fmla="*/ 50 h 176"/>
                <ns1:gd name="T30" fmla="*/ 0 w 176"/>
                <ns1:gd name="T31" fmla="*/ 52 h 176"/>
                <ns1:gd name="T32" fmla="*/ 1 w 176"/>
                <ns1:gd name="T33" fmla="*/ 54 h 176"/>
                <ns1:gd name="T34" fmla="*/ 1 w 176"/>
                <ns1:gd name="T35" fmla="*/ 55 h 176"/>
                <ns1:gd name="T36" fmla="*/ 85 w 176"/>
                <ns1:gd name="T37" fmla="*/ 175 h 176"/>
                <ns1:gd name="T38" fmla="*/ 85 w 176"/>
                <ns1:gd name="T39" fmla="*/ 174 h 176"/>
                <ns1:gd name="T40" fmla="*/ 88 w 176"/>
                <ns1:gd name="T41" fmla="*/ 176 h 176"/>
                <ns1:gd name="T42" fmla="*/ 91 w 176"/>
                <ns1:gd name="T43" fmla="*/ 174 h 176"/>
                <ns1:gd name="T44" fmla="*/ 91 w 176"/>
                <ns1:gd name="T45" fmla="*/ 175 h 176"/>
                <ns1:gd name="T46" fmla="*/ 175 w 176"/>
                <ns1:gd name="T47" fmla="*/ 55 h 176"/>
                <ns1:gd name="T48" fmla="*/ 175 w 176"/>
                <ns1:gd name="T49" fmla="*/ 54 h 176"/>
                <ns1:gd name="T50" fmla="*/ 176 w 176"/>
                <ns1:gd name="T51" fmla="*/ 52 h 176"/>
                <ns1:gd name="T52" fmla="*/ 122 w 176"/>
                <ns1:gd name="T53" fmla="*/ 8 h 176"/>
                <ns1:gd name="T54" fmla="*/ 162 w 176"/>
                <ns1:gd name="T55" fmla="*/ 48 h 176"/>
                <ns1:gd name="T56" fmla="*/ 126 w 176"/>
                <ns1:gd name="T57" fmla="*/ 48 h 176"/>
                <ns1:gd name="T58" fmla="*/ 106 w 176"/>
                <ns1:gd name="T59" fmla="*/ 8 h 176"/>
                <ns1:gd name="T60" fmla="*/ 122 w 176"/>
                <ns1:gd name="T61" fmla="*/ 8 h 176"/>
                <ns1:gd name="T62" fmla="*/ 98 w 176"/>
                <ns1:gd name="T63" fmla="*/ 8 h 176"/>
                <ns1:gd name="T64" fmla="*/ 118 w 176"/>
                <ns1:gd name="T65" fmla="*/ 48 h 176"/>
                <ns1:gd name="T66" fmla="*/ 58 w 176"/>
                <ns1:gd name="T67" fmla="*/ 48 h 176"/>
                <ns1:gd name="T68" fmla="*/ 78 w 176"/>
                <ns1:gd name="T69" fmla="*/ 8 h 176"/>
                <ns1:gd name="T70" fmla="*/ 98 w 176"/>
                <ns1:gd name="T71" fmla="*/ 8 h 176"/>
                <ns1:gd name="T72" fmla="*/ 54 w 176"/>
                <ns1:gd name="T73" fmla="*/ 8 h 176"/>
                <ns1:gd name="T74" fmla="*/ 70 w 176"/>
                <ns1:gd name="T75" fmla="*/ 8 h 176"/>
                <ns1:gd name="T76" fmla="*/ 50 w 176"/>
                <ns1:gd name="T77" fmla="*/ 48 h 176"/>
                <ns1:gd name="T78" fmla="*/ 14 w 176"/>
                <ns1:gd name="T79" fmla="*/ 48 h 176"/>
                <ns1:gd name="T80" fmla="*/ 54 w 176"/>
                <ns1:gd name="T81" fmla="*/ 8 h 176"/>
                <ns1:gd name="T82" fmla="*/ 12 w 176"/>
                <ns1:gd name="T83" fmla="*/ 56 h 176"/>
                <ns1:gd name="T84" fmla="*/ 49 w 176"/>
                <ns1:gd name="T85" fmla="*/ 56 h 176"/>
                <ns1:gd name="T86" fmla="*/ 77 w 176"/>
                <ns1:gd name="T87" fmla="*/ 149 h 176"/>
                <ns1:gd name="T88" fmla="*/ 12 w 176"/>
                <ns1:gd name="T89" fmla="*/ 56 h 176"/>
                <ns1:gd name="T90" fmla="*/ 88 w 176"/>
                <ns1:gd name="T91" fmla="*/ 158 h 176"/>
                <ns1:gd name="T92" fmla="*/ 57 w 176"/>
                <ns1:gd name="T93" fmla="*/ 56 h 176"/>
                <ns1:gd name="T94" fmla="*/ 119 w 176"/>
                <ns1:gd name="T95" fmla="*/ 56 h 176"/>
                <ns1:gd name="T96" fmla="*/ 88 w 176"/>
                <ns1:gd name="T97" fmla="*/ 158 h 176"/>
                <ns1:gd name="T98" fmla="*/ 99 w 176"/>
                <ns1:gd name="T99" fmla="*/ 149 h 176"/>
                <ns1:gd name="T100" fmla="*/ 127 w 176"/>
                <ns1:gd name="T101" fmla="*/ 56 h 176"/>
                <ns1:gd name="T102" fmla="*/ 164 w 176"/>
                <ns1:gd name="T103" fmla="*/ 56 h 176"/>
                <ns1:gd name="T104" fmla="*/ 99 w 176"/>
                <ns1:gd name="T105" fmla="*/ 149 h 176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  <ns1:cxn ang="0">
                  <ns1:pos x="T14" y="T15"/>
                </ns1:cxn>
                <ns1:cxn ang="0">
                  <ns1:pos x="T16" y="T17"/>
                </ns1:cxn>
                <ns1:cxn ang="0">
                  <ns1:pos x="T18" y="T19"/>
                </ns1:cxn>
                <ns1:cxn ang="0">
                  <ns1:pos x="T20" y="T21"/>
                </ns1:cxn>
                <ns1:cxn ang="0">
                  <ns1:pos x="T22" y="T23"/>
                </ns1:cxn>
                <ns1:cxn ang="0">
                  <ns1:pos x="T24" y="T25"/>
                </ns1:cxn>
                <ns1:cxn ang="0">
                  <ns1:pos x="T26" y="T27"/>
                </ns1:cxn>
                <ns1:cxn ang="0">
                  <ns1:pos x="T28" y="T29"/>
                </ns1:cxn>
                <ns1:cxn ang="0">
                  <ns1:pos x="T30" y="T31"/>
                </ns1:cxn>
                <ns1:cxn ang="0">
                  <ns1:pos x="T32" y="T33"/>
                </ns1:cxn>
                <ns1:cxn ang="0">
                  <ns1:pos x="T34" y="T35"/>
                </ns1:cxn>
                <ns1:cxn ang="0">
                  <ns1:pos x="T36" y="T37"/>
                </ns1:cxn>
                <ns1:cxn ang="0">
                  <ns1:pos x="T38" y="T39"/>
                </ns1:cxn>
                <ns1:cxn ang="0">
                  <ns1:pos x="T40" y="T41"/>
                </ns1:cxn>
                <ns1:cxn ang="0">
                  <ns1:pos x="T42" y="T43"/>
                </ns1:cxn>
                <ns1:cxn ang="0">
                  <ns1:pos x="T44" y="T45"/>
                </ns1:cxn>
                <ns1:cxn ang="0">
                  <ns1:pos x="T46" y="T47"/>
                </ns1:cxn>
                <ns1:cxn ang="0">
                  <ns1:pos x="T48" y="T49"/>
                </ns1:cxn>
                <ns1:cxn ang="0">
                  <ns1:pos x="T50" y="T51"/>
                </ns1:cxn>
                <ns1:cxn ang="0">
                  <ns1:pos x="T52" y="T53"/>
                </ns1:cxn>
                <ns1:cxn ang="0">
                  <ns1:pos x="T54" y="T55"/>
                </ns1:cxn>
                <ns1:cxn ang="0">
                  <ns1:pos x="T56" y="T57"/>
                </ns1:cxn>
                <ns1:cxn ang="0">
                  <ns1:pos x="T58" y="T59"/>
                </ns1:cxn>
                <ns1:cxn ang="0">
                  <ns1:pos x="T60" y="T61"/>
                </ns1:cxn>
                <ns1:cxn ang="0">
                  <ns1:pos x="T62" y="T63"/>
                </ns1:cxn>
                <ns1:cxn ang="0">
                  <ns1:pos x="T64" y="T65"/>
                </ns1:cxn>
                <ns1:cxn ang="0">
                  <ns1:pos x="T66" y="T67"/>
                </ns1:cxn>
                <ns1:cxn ang="0">
                  <ns1:pos x="T68" y="T69"/>
                </ns1:cxn>
                <ns1:cxn ang="0">
                  <ns1:pos x="T70" y="T71"/>
                </ns1:cxn>
                <ns1:cxn ang="0">
                  <ns1:pos x="T72" y="T73"/>
                </ns1:cxn>
                <ns1:cxn ang="0">
                  <ns1:pos x="T74" y="T75"/>
                </ns1:cxn>
                <ns1:cxn ang="0">
                  <ns1:pos x="T76" y="T77"/>
                </ns1:cxn>
                <ns1:cxn ang="0">
                  <ns1:pos x="T78" y="T79"/>
                </ns1:cxn>
                <ns1:cxn ang="0">
                  <ns1:pos x="T80" y="T81"/>
                </ns1:cxn>
                <ns1:cxn ang="0">
                  <ns1:pos x="T82" y="T83"/>
                </ns1:cxn>
                <ns1:cxn ang="0">
                  <ns1:pos x="T84" y="T85"/>
                </ns1:cxn>
                <ns1:cxn ang="0">
                  <ns1:pos x="T86" y="T87"/>
                </ns1:cxn>
                <ns1:cxn ang="0">
                  <ns1:pos x="T88" y="T89"/>
                </ns1:cxn>
                <ns1:cxn ang="0">
                  <ns1:pos x="T90" y="T91"/>
                </ns1:cxn>
                <ns1:cxn ang="0">
                  <ns1:pos x="T92" y="T93"/>
                </ns1:cxn>
                <ns1:cxn ang="0">
                  <ns1:pos x="T94" y="T95"/>
                </ns1:cxn>
                <ns1:cxn ang="0">
                  <ns1:pos x="T96" y="T97"/>
                </ns1:cxn>
                <ns1:cxn ang="0">
                  <ns1:pos x="T98" y="T99"/>
                </ns1:cxn>
                <ns1:cxn ang="0">
                  <ns1:pos x="T100" y="T101"/>
                </ns1:cxn>
                <ns1:cxn ang="0">
                  <ns1:pos x="T102" y="T103"/>
                </ns1:cxn>
                <ns1:cxn ang="0">
                  <ns1:pos x="T104" y="T105"/>
                </ns1:cxn>
              </ns1:cxnLst>
              <ns1:rect l="0" t="0" r="r" b="b"/>
              <ns1:pathLst>
                <ns1:path w="176" h="176">
                  <ns1:moveTo>
                    <ns1:pt x="176" y="52"/>
                  </ns1:moveTo>
                  <ns1:cubicBezTo>
                    <ns1:pt x="176" y="51"/>
                    <ns1:pt x="176" y="50"/>
                    <ns1:pt x="175" y="50"/>
                  </ns1:cubicBezTo>
                  <ns1:cubicBezTo>
                    <ns1:pt x="175" y="50"/>
                    <ns1:pt x="175" y="50"/>
                    <ns1:pt x="175" y="50"/>
                  </ns1:cubicBezTo>
                  <ns1:cubicBezTo>
                    <ns1:pt x="175" y="49"/>
                    <ns1:pt x="175" y="49"/>
                    <ns1:pt x="175" y="49"/>
                  </ns1:cubicBezTo>
                  <ns1:cubicBezTo>
                    <ns1:pt x="175" y="49"/>
                    <ns1:pt x="175" y="49"/>
                    <ns1:pt x="175" y="49"/>
                  </ns1:cubicBezTo>
                  <ns1:cubicBezTo>
                    <ns1:pt x="127" y="2"/>
                    <ns1:pt x="127" y="2"/>
                    <ns1:pt x="127" y="2"/>
                  </ns1:cubicBezTo>
                  <ns1:cubicBezTo>
                    <ns1:pt x="127" y="2"/>
                    <ns1:pt x="127" y="2"/>
                    <ns1:pt x="127" y="2"/>
                  </ns1:cubicBezTo>
                  <ns1:cubicBezTo>
                    <ns1:pt x="126" y="1"/>
                    <ns1:pt x="125" y="0"/>
                    <ns1:pt x="124" y="0"/>
                  </ns1:cubicBezTo>
                  <ns1:cubicBezTo>
                    <ns1:pt x="52" y="0"/>
                    <ns1:pt x="52" y="0"/>
                    <ns1:pt x="52" y="0"/>
                  </ns1:cubicBezTo>
                  <ns1:cubicBezTo>
                    <ns1:pt x="51" y="0"/>
                    <ns1:pt x="50" y="1"/>
                    <ns1:pt x="49" y="2"/>
                  </ns1:cubicBezTo>
                  <ns1:cubicBezTo>
                    <ns1:pt x="49" y="2"/>
                    <ns1:pt x="49" y="2"/>
                    <ns1:pt x="49" y="2"/>
                  </ns1:cubicBezTo>
                  <ns1:cubicBezTo>
                    <ns1:pt x="1" y="49"/>
                    <ns1:pt x="1" y="49"/>
                    <ns1:pt x="1" y="49"/>
                  </ns1:cubicBezTo>
                  <ns1:cubicBezTo>
                    <ns1:pt x="1" y="49"/>
                    <ns1:pt x="1" y="49"/>
                    <ns1:pt x="1" y="49"/>
                  </ns1:cubicBezTo>
                  <ns1:cubicBezTo>
                    <ns1:pt x="1" y="50"/>
                    <ns1:pt x="1" y="50"/>
                    <ns1:pt x="1" y="50"/>
                  </ns1:cubicBezTo>
                  <ns1:cubicBezTo>
                    <ns1:pt x="1" y="50"/>
                    <ns1:pt x="1" y="50"/>
                    <ns1:pt x="1" y="50"/>
                  </ns1:cubicBezTo>
                  <ns1:cubicBezTo>
                    <ns1:pt x="0" y="50"/>
                    <ns1:pt x="0" y="51"/>
                    <ns1:pt x="0" y="52"/>
                  </ns1:cubicBezTo>
                  <ns1:cubicBezTo>
                    <ns1:pt x="0" y="53"/>
                    <ns1:pt x="0" y="54"/>
                    <ns1:pt x="1" y="54"/>
                  </ns1:cubicBezTo>
                  <ns1:cubicBezTo>
                    <ns1:pt x="1" y="55"/>
                    <ns1:pt x="1" y="55"/>
                    <ns1:pt x="1" y="55"/>
                  </ns1:cubicBezTo>
                  <ns1:cubicBezTo>
                    <ns1:pt x="85" y="175"/>
                    <ns1:pt x="85" y="175"/>
                    <ns1:pt x="85" y="175"/>
                  </ns1:cubicBezTo>
                  <ns1:cubicBezTo>
                    <ns1:pt x="85" y="174"/>
                    <ns1:pt x="85" y="174"/>
                    <ns1:pt x="85" y="174"/>
                  </ns1:cubicBezTo>
                  <ns1:cubicBezTo>
                    <ns1:pt x="86" y="175"/>
                    <ns1:pt x="87" y="176"/>
                    <ns1:pt x="88" y="176"/>
                  </ns1:cubicBezTo>
                  <ns1:cubicBezTo>
                    <ns1:pt x="89" y="176"/>
                    <ns1:pt x="90" y="175"/>
                    <ns1:pt x="91" y="174"/>
                  </ns1:cubicBezTo>
                  <ns1:cubicBezTo>
                    <ns1:pt x="91" y="175"/>
                    <ns1:pt x="91" y="175"/>
                    <ns1:pt x="91" y="175"/>
                  </ns1:cubicBezTo>
                  <ns1:cubicBezTo>
                    <ns1:pt x="175" y="55"/>
                    <ns1:pt x="175" y="55"/>
                    <ns1:pt x="175" y="55"/>
                  </ns1:cubicBezTo>
                  <ns1:cubicBezTo>
                    <ns1:pt x="175" y="54"/>
                    <ns1:pt x="175" y="54"/>
                    <ns1:pt x="175" y="54"/>
                  </ns1:cubicBezTo>
                  <ns1:cubicBezTo>
                    <ns1:pt x="176" y="54"/>
                    <ns1:pt x="176" y="53"/>
                    <ns1:pt x="176" y="52"/>
                  </ns1:cubicBezTo>
                  <ns1:moveTo>
                    <ns1:pt x="122" y="8"/>
                  </ns1:moveTo>
                  <ns1:cubicBezTo>
                    <ns1:pt x="162" y="48"/>
                    <ns1:pt x="162" y="48"/>
                    <ns1:pt x="162" y="48"/>
                  </ns1:cubicBezTo>
                  <ns1:cubicBezTo>
                    <ns1:pt x="126" y="48"/>
                    <ns1:pt x="126" y="48"/>
                    <ns1:pt x="126" y="48"/>
                  </ns1:cubicBezTo>
                  <ns1:cubicBezTo>
                    <ns1:pt x="106" y="8"/>
                    <ns1:pt x="106" y="8"/>
                    <ns1:pt x="106" y="8"/>
                  </ns1:cubicBezTo>
                  <ns1:lnTo>
                    <ns1:pt x="122" y="8"/>
                  </ns1:lnTo>
                  <ns1:close/>
                  <ns1:moveTo>
                    <ns1:pt x="98" y="8"/>
                  </ns1:moveTo>
                  <ns1:cubicBezTo>
                    <ns1:pt x="118" y="48"/>
                    <ns1:pt x="118" y="48"/>
                    <ns1:pt x="118" y="48"/>
                  </ns1:cubicBezTo>
                  <ns1:cubicBezTo>
                    <ns1:pt x="58" y="48"/>
                    <ns1:pt x="58" y="48"/>
                    <ns1:pt x="58" y="48"/>
                  </ns1:cubicBezTo>
                  <ns1:cubicBezTo>
                    <ns1:pt x="78" y="8"/>
                    <ns1:pt x="78" y="8"/>
                    <ns1:pt x="78" y="8"/>
                  </ns1:cubicBezTo>
                  <ns1:lnTo>
                    <ns1:pt x="98" y="8"/>
                  </ns1:lnTo>
                  <ns1:close/>
                  <ns1:moveTo>
                    <ns1:pt x="54" y="8"/>
                  </ns1:moveTo>
                  <ns1:cubicBezTo>
                    <ns1:pt x="70" y="8"/>
                    <ns1:pt x="70" y="8"/>
                    <ns1:pt x="70" y="8"/>
                  </ns1:cubicBezTo>
                  <ns1:cubicBezTo>
                    <ns1:pt x="50" y="48"/>
                    <ns1:pt x="50" y="48"/>
                    <ns1:pt x="50" y="48"/>
                  </ns1:cubicBezTo>
                  <ns1:cubicBezTo>
                    <ns1:pt x="14" y="48"/>
                    <ns1:pt x="14" y="48"/>
                    <ns1:pt x="14" y="48"/>
                  </ns1:cubicBezTo>
                  <ns1:lnTo>
                    <ns1:pt x="54" y="8"/>
                  </ns1:lnTo>
                  <ns1:close/>
                  <ns1:moveTo>
                    <ns1:pt x="12" y="56"/>
                  </ns1:moveTo>
                  <ns1:cubicBezTo>
                    <ns1:pt x="49" y="56"/>
                    <ns1:pt x="49" y="56"/>
                    <ns1:pt x="49" y="56"/>
                  </ns1:cubicBezTo>
                  <ns1:cubicBezTo>
                    <ns1:pt x="77" y="149"/>
                    <ns1:pt x="77" y="149"/>
                    <ns1:pt x="77" y="149"/>
                  </ns1:cubicBezTo>
                  <ns1:lnTo>
                    <ns1:pt x="12" y="56"/>
                  </ns1:lnTo>
                  <ns1:close/>
                  <ns1:moveTo>
                    <ns1:pt x="88" y="158"/>
                  </ns1:moveTo>
                  <ns1:cubicBezTo>
                    <ns1:pt x="57" y="56"/>
                    <ns1:pt x="57" y="56"/>
                    <ns1:pt x="57" y="56"/>
                  </ns1:cubicBezTo>
                  <ns1:cubicBezTo>
                    <ns1:pt x="119" y="56"/>
                    <ns1:pt x="119" y="56"/>
                    <ns1:pt x="119" y="56"/>
                  </ns1:cubicBezTo>
                  <ns1:lnTo>
                    <ns1:pt x="88" y="158"/>
                  </ns1:lnTo>
                  <ns1:close/>
                  <ns1:moveTo>
                    <ns1:pt x="99" y="149"/>
                  </ns1:moveTo>
                  <ns1:cubicBezTo>
                    <ns1:pt x="127" y="56"/>
                    <ns1:pt x="127" y="56"/>
                    <ns1:pt x="127" y="56"/>
                  </ns1:cubicBezTo>
                  <ns1:cubicBezTo>
                    <ns1:pt x="164" y="56"/>
                    <ns1:pt x="164" y="56"/>
                    <ns1:pt x="164" y="56"/>
                  </ns1:cubicBezTo>
                  <ns1:lnTo>
                    <ns1:pt x="99" y="149"/>
                  </ns1:lnTo>
                  <ns1:close/>
                </ns1:path>
              </ns1:pathLst>
            </ns1:custGeom>
            <ns1:solidFill>
              <ns1:schemeClr val="tx2">
                <ns1:lumMod val="75000"/>
              </ns1:schemeClr>
            </ns1:solidFill>
            <ns1:ln>
              <ns1:noFill/>
            </ns1:ln>
            <ns1:extLst/>
          </ns0:spPr>
          <ns0:txBody>
            <ns1:bodyPr vert="horz" wrap="square" lIns="91440" tIns="45720" rIns="91440" bIns="45720" numCol="1" anchor="t" anchorCtr="0" compatLnSpc="1">
              <ns1:prstTxWarp prst="textNoShape">
                <ns1:avLst/>
              </ns1:prstTxWarp>
            </ns1:bodyPr>
            <ns1:lstStyle/>
            <ns1:p>
              <ns1:endParaRPr lang="en-US" sz="2700"/>
            </ns1:p>
          </ns0:txBody>
        </ns0:sp>
      </ns0:grpSp>
      <ns0:grpSp>
        <ns0:nvGrpSpPr>
          <ns0:cNvPr id="30" name="Group 29">
            <ns1:extLst>
              <ns1:ext uri="{FF2B5EF4-FFF2-40B4-BE49-F238E27FC236}">
                <ns2:creationId id="{5A268BBD-E7B3-40FD-B448-28C1790712B5}"/>
              </ns1:ext>
            </ns1:extLst>
          </ns0:cNvPr>
          <ns0:cNvGrpSpPr/>
          <ns0:nvPr/>
        </ns0:nvGrpSpPr>
        <ns0:grpSpPr>
          <ns1:xfrm>
            <ns1:off x="9692858" y="3632593"/>
            <ns1:ext cx="963227" cy="963227"/>
            <ns1:chOff x="9692858" y="3632593"/>
            <ns1:chExt cx="963227" cy="963227"/>
          </ns1:xfrm>
        </ns0:grpSpPr>
        <ns0:sp>
          <ns0:nvSpPr>
            <ns0:cNvPr id="24" name="Oval 23">
              <ns1:extLst>
                <ns1:ext uri="{FF2B5EF4-FFF2-40B4-BE49-F238E27FC236}">
                  <ns2:creationId id="{1D86B61A-1264-4874-BA3F-6E605B62A626}"/>
                </ns1:ext>
              </ns1:extLst>
            </ns0:cNvPr>
            <ns0:cNvSpPr/>
            <ns0:nvPr/>
          </ns0:nvSpPr>
          <ns0:spPr>
            <ns1:xfrm>
              <ns1:off x="9692858" y="3632593"/>
              <ns1:ext cx="963227" cy="963227"/>
            </ns1:xfrm>
            <ns1:prstGeom prst="ellipse">
              <ns1:avLst/>
            </ns1:prstGeom>
            <ns1:solidFill>
              <ns1:schemeClr val="accent4">
                <ns1:lumMod val="40000"/>
                <ns1:lumOff val="60000"/>
              </ns1:schemeClr>
            </ns1:solidFill>
            <ns1:ln>
              <ns1:noFill/>
            </ns1:ln>
          </ns0:spPr>
          <ns0:style>
            <ns1:lnRef idx="2">
              <ns1:schemeClr val="accent1">
                <ns1:shade val="50000"/>
              </ns1:schemeClr>
            </ns1:lnRef>
            <ns1:fillRef idx="1">
              <ns1:schemeClr val="accent1"/>
            </ns1:fillRef>
            <ns1:effectRef idx="0">
              <ns1:schemeClr val="accent1"/>
            </ns1:effectRef>
            <ns1:fontRef idx="minor">
              <ns1:schemeClr val="lt1"/>
            </ns1:fontRef>
          </ns0:style>
          <ns0:txBody>
            <ns1:bodyPr rtlCol="0" anchor="ctr"/>
            <ns1:lstStyle/>
            <ns1:p>
              <ns1:pPr algn="ctr"/>
              <ns1:endParaRPr lang="en-US"/>
            </ns1:p>
          </ns0:txBody>
        </ns0:sp>
        <ns0:grpSp>
          <ns0:nvGrpSpPr>
            <ns0:cNvPr id="25" name="Group 24">
              <ns1:extLst>
                <ns1:ext uri="{FF2B5EF4-FFF2-40B4-BE49-F238E27FC236}">
                  <ns2:creationId id="{942F65CE-CD1A-4F1A-8E31-1E180A63BCB6}"/>
                </ns1:ext>
              </ns1:extLst>
            </ns0:cNvPr>
            <ns0:cNvGrpSpPr/>
            <ns0:nvPr/>
          </ns0:nvGrpSpPr>
          <ns0:grpSpPr>
            <ns1:xfrm>
              <ns1:off x="9955955" y="3939324"/>
              <ns1:ext cx="437032" cy="349765"/>
              <ns1:chOff x="10755313" y="4014788"/>
              <ns1:chExt cx="1001712" cy="801688"/>
            </ns1:xfrm>
            <ns1:solidFill>
              <ns1:schemeClr val="tx1">
                <ns1:lumMod val="75000"/>
                <ns1:lumOff val="25000"/>
              </ns1:schemeClr>
            </ns1:solidFill>
          </ns0:grpSpPr>
          <ns0:sp>
            <ns0:nvSpPr>
              <ns0:cNvPr id="26" name="Freeform 30">
                <ns1:extLst>
                  <ns1:ext uri="{FF2B5EF4-FFF2-40B4-BE49-F238E27FC236}">
                    <ns2:creationId id="{4BCC044B-E5F6-4890-A55B-3286EE4C3BD6}"/>
                  </ns1:ext>
                </ns1:extLst>
              </ns0:cNvPr>
              <ns0:cNvSpPr>
                <ns1:spLocks/>
              </ns0:cNvSpPr>
              <ns0:nvPr/>
            </ns0:nvSpPr>
            <ns0:spPr bwMode="auto">
              <ns1:xfrm>
                <ns1:off x="10755313" y="4014788"/>
                <ns1:ext cx="1001712" cy="669925"/>
              </ns1:xfrm>
              <ns1:custGeom>
                <ns1:avLst/>
                <ns1:gdLst>
                  <ns1:gd name="T0" fmla="*/ 193 w 264"/>
                  <ns1:gd name="T1" fmla="*/ 176 h 176"/>
                  <ns1:gd name="T2" fmla="*/ 184 w 264"/>
                  <ns1:gd name="T3" fmla="*/ 167 h 176"/>
                  <ns1:gd name="T4" fmla="*/ 193 w 264"/>
                  <ns1:gd name="T5" fmla="*/ 159 h 176"/>
                  <ns1:gd name="T6" fmla="*/ 211 w 264"/>
                  <ns1:gd name="T7" fmla="*/ 158 h 176"/>
                  <ns1:gd name="T8" fmla="*/ 212 w 264"/>
                  <ns1:gd name="T9" fmla="*/ 158 h 176"/>
                  <ns1:gd name="T10" fmla="*/ 212 w 264"/>
                  <ns1:gd name="T11" fmla="*/ 158 h 176"/>
                  <ns1:gd name="T12" fmla="*/ 246 w 264"/>
                  <ns1:gd name="T13" fmla="*/ 123 h 176"/>
                  <ns1:gd name="T14" fmla="*/ 211 w 264"/>
                  <ns1:gd name="T15" fmla="*/ 88 h 176"/>
                  <ns1:gd name="T16" fmla="*/ 203 w 264"/>
                  <ns1:gd name="T17" fmla="*/ 89 h 176"/>
                  <ns1:gd name="T18" fmla="*/ 195 w 264"/>
                  <ns1:gd name="T19" fmla="*/ 87 h 176"/>
                  <ns1:gd name="T20" fmla="*/ 193 w 264"/>
                  <ns1:gd name="T21" fmla="*/ 79 h 176"/>
                  <ns1:gd name="T22" fmla="*/ 194 w 264"/>
                  <ns1:gd name="T23" fmla="*/ 70 h 176"/>
                  <ns1:gd name="T24" fmla="*/ 141 w 264"/>
                  <ns1:gd name="T25" fmla="*/ 18 h 176"/>
                  <ns1:gd name="T26" fmla="*/ 88 w 264"/>
                  <ns1:gd name="T27" fmla="*/ 66 h 176"/>
                  <ns1:gd name="T28" fmla="*/ 84 w 264"/>
                  <ns1:gd name="T29" fmla="*/ 72 h 176"/>
                  <ns1:gd name="T30" fmla="*/ 77 w 264"/>
                  <ns1:gd name="T31" fmla="*/ 73 h 176"/>
                  <ns1:gd name="T32" fmla="*/ 62 w 264"/>
                  <ns1:gd name="T33" fmla="*/ 70 h 176"/>
                  <ns1:gd name="T34" fmla="*/ 18 w 264"/>
                  <ns1:gd name="T35" fmla="*/ 114 h 176"/>
                  <ns1:gd name="T36" fmla="*/ 60 w 264"/>
                  <ns1:gd name="T37" fmla="*/ 158 h 176"/>
                  <ns1:gd name="T38" fmla="*/ 61 w 264"/>
                  <ns1:gd name="T39" fmla="*/ 158 h 176"/>
                  <ns1:gd name="T40" fmla="*/ 65 w 264"/>
                  <ns1:gd name="T41" fmla="*/ 159 h 176"/>
                  <ns1:gd name="T42" fmla="*/ 80 w 264"/>
                  <ns1:gd name="T43" fmla="*/ 159 h 176"/>
                  <ns1:gd name="T44" fmla="*/ 88 w 264"/>
                  <ns1:gd name="T45" fmla="*/ 167 h 176"/>
                  <ns1:gd name="T46" fmla="*/ 80 w 264"/>
                  <ns1:gd name="T47" fmla="*/ 176 h 176"/>
                  <ns1:gd name="T48" fmla="*/ 63 w 264"/>
                  <ns1:gd name="T49" fmla="*/ 176 h 176"/>
                  <ns1:gd name="T50" fmla="*/ 62 w 264"/>
                  <ns1:gd name="T51" fmla="*/ 176 h 176"/>
                  <ns1:gd name="T52" fmla="*/ 0 w 264"/>
                  <ns1:gd name="T53" fmla="*/ 114 h 176"/>
                  <ns1:gd name="T54" fmla="*/ 62 w 264"/>
                  <ns1:gd name="T55" fmla="*/ 53 h 176"/>
                  <ns1:gd name="T56" fmla="*/ 73 w 264"/>
                  <ns1:gd name="T57" fmla="*/ 54 h 176"/>
                  <ns1:gd name="T58" fmla="*/ 141 w 264"/>
                  <ns1:gd name="T59" fmla="*/ 0 h 176"/>
                  <ns1:gd name="T60" fmla="*/ 211 w 264"/>
                  <ns1:gd name="T61" fmla="*/ 70 h 176"/>
                  <ns1:gd name="T62" fmla="*/ 211 w 264"/>
                  <ns1:gd name="T63" fmla="*/ 70 h 176"/>
                  <ns1:gd name="T64" fmla="*/ 211 w 264"/>
                  <ns1:gd name="T65" fmla="*/ 70 h 176"/>
                  <ns1:gd name="T66" fmla="*/ 264 w 264"/>
                  <ns1:gd name="T67" fmla="*/ 123 h 176"/>
                  <ns1:gd name="T68" fmla="*/ 211 w 264"/>
                  <ns1:gd name="T69" fmla="*/ 176 h 176"/>
                  <ns1:gd name="T70" fmla="*/ 210 w 264"/>
                  <ns1:gd name="T71" fmla="*/ 176 h 176"/>
                  <ns1:gd name="T72" fmla="*/ 193 w 264"/>
                  <ns1:gd name="T73" fmla="*/ 176 h 176"/>
                </ns1:gdLst>
                <ns1:ahLst/>
                <ns1:cxnLst>
                  <ns1:cxn ang="0">
                    <ns1:pos x="T0" y="T1"/>
                  </ns1:cxn>
                  <ns1:cxn ang="0">
                    <ns1:pos x="T2" y="T3"/>
                  </ns1:cxn>
                  <ns1:cxn ang="0">
                    <ns1:pos x="T4" y="T5"/>
                  </ns1:cxn>
                  <ns1:cxn ang="0">
                    <ns1:pos x="T6" y="T7"/>
                  </ns1:cxn>
                  <ns1:cxn ang="0">
                    <ns1:pos x="T8" y="T9"/>
                  </ns1:cxn>
                  <ns1:cxn ang="0">
                    <ns1:pos x="T10" y="T11"/>
                  </ns1:cxn>
                  <ns1:cxn ang="0">
                    <ns1:pos x="T12" y="T13"/>
                  </ns1:cxn>
                  <ns1:cxn ang="0">
                    <ns1:pos x="T14" y="T15"/>
                  </ns1:cxn>
                  <ns1:cxn ang="0">
                    <ns1:pos x="T16" y="T17"/>
                  </ns1:cxn>
                  <ns1:cxn ang="0">
                    <ns1:pos x="T18" y="T19"/>
                  </ns1:cxn>
                  <ns1:cxn ang="0">
                    <ns1:pos x="T20" y="T21"/>
                  </ns1:cxn>
                  <ns1:cxn ang="0">
                    <ns1:pos x="T22" y="T23"/>
                  </ns1:cxn>
                  <ns1:cxn ang="0">
                    <ns1:pos x="T24" y="T25"/>
                  </ns1:cxn>
                  <ns1:cxn ang="0">
                    <ns1:pos x="T26" y="T27"/>
                  </ns1:cxn>
                  <ns1:cxn ang="0">
                    <ns1:pos x="T28" y="T29"/>
                  </ns1:cxn>
                  <ns1:cxn ang="0">
                    <ns1:pos x="T30" y="T31"/>
                  </ns1:cxn>
                  <ns1:cxn ang="0">
                    <ns1:pos x="T32" y="T33"/>
                  </ns1:cxn>
                  <ns1:cxn ang="0">
                    <ns1:pos x="T34" y="T35"/>
                  </ns1:cxn>
                  <ns1:cxn ang="0">
                    <ns1:pos x="T36" y="T37"/>
                  </ns1:cxn>
                  <ns1:cxn ang="0">
                    <ns1:pos x="T38" y="T39"/>
                  </ns1:cxn>
                  <ns1:cxn ang="0">
                    <ns1:pos x="T40" y="T41"/>
                  </ns1:cxn>
                  <ns1:cxn ang="0">
                    <ns1:pos x="T42" y="T43"/>
                  </ns1:cxn>
                  <ns1:cxn ang="0">
                    <ns1:pos x="T44" y="T45"/>
                  </ns1:cxn>
                  <ns1:cxn ang="0">
                    <ns1:pos x="T46" y="T47"/>
                  </ns1:cxn>
                  <ns1:cxn ang="0">
                    <ns1:pos x="T48" y="T49"/>
                  </ns1:cxn>
                  <ns1:cxn ang="0">
                    <ns1:pos x="T50" y="T51"/>
                  </ns1:cxn>
                  <ns1:cxn ang="0">
                    <ns1:pos x="T52" y="T53"/>
                  </ns1:cxn>
                  <ns1:cxn ang="0">
                    <ns1:pos x="T54" y="T55"/>
                  </ns1:cxn>
                  <ns1:cxn ang="0">
                    <ns1:pos x="T56" y="T57"/>
                  </ns1:cxn>
                  <ns1:cxn ang="0">
                    <ns1:pos x="T58" y="T59"/>
                  </ns1:cxn>
                  <ns1:cxn ang="0">
                    <ns1:pos x="T60" y="T61"/>
                  </ns1:cxn>
                  <ns1:cxn ang="0">
                    <ns1:pos x="T62" y="T63"/>
                  </ns1:cxn>
                  <ns1:cxn ang="0">
                    <ns1:pos x="T64" y="T65"/>
                  </ns1:cxn>
                  <ns1:cxn ang="0">
                    <ns1:pos x="T66" y="T67"/>
                  </ns1:cxn>
                  <ns1:cxn ang="0">
                    <ns1:pos x="T68" y="T69"/>
                  </ns1:cxn>
                  <ns1:cxn ang="0">
                    <ns1:pos x="T70" y="T71"/>
                  </ns1:cxn>
                  <ns1:cxn ang="0">
                    <ns1:pos x="T72" y="T73"/>
                  </ns1:cxn>
                </ns1:cxnLst>
                <ns1:rect l="0" t="0" r="r" b="b"/>
                <ns1:pathLst>
                  <ns1:path w="264" h="176">
                    <ns1:moveTo>
                      <ns1:pt x="193" y="176"/>
                    </ns1:moveTo>
                    <ns1:cubicBezTo>
                      <ns1:pt x="188" y="176"/>
                      <ns1:pt x="184" y="172"/>
                      <ns1:pt x="184" y="167"/>
                    </ns1:cubicBezTo>
                    <ns1:cubicBezTo>
                      <ns1:pt x="184" y="162"/>
                      <ns1:pt x="188" y="159"/>
                      <ns1:pt x="193" y="159"/>
                    </ns1:cubicBezTo>
                    <ns1:cubicBezTo>
                      <ns1:pt x="211" y="158"/>
                      <ns1:pt x="211" y="158"/>
                      <ns1:pt x="211" y="158"/>
                    </ns1:cubicBezTo>
                    <ns1:cubicBezTo>
                      <ns1:pt x="211" y="158"/>
                      <ns1:pt x="212" y="158"/>
                      <ns1:pt x="212" y="158"/>
                    </ns1:cubicBezTo>
                    <ns1:cubicBezTo>
                      <ns1:pt x="212" y="158"/>
                      <ns1:pt x="212" y="158"/>
                      <ns1:pt x="212" y="158"/>
                    </ns1:cubicBezTo>
                    <ns1:cubicBezTo>
                      <ns1:pt x="231" y="158"/>
                      <ns1:pt x="246" y="142"/>
                      <ns1:pt x="246" y="123"/>
                    </ns1:cubicBezTo>
                    <ns1:cubicBezTo>
                      <ns1:pt x="246" y="104"/>
                      <ns1:pt x="231" y="88"/>
                      <ns1:pt x="211" y="88"/>
                    </ns1:cubicBezTo>
                    <ns1:cubicBezTo>
                      <ns1:pt x="209" y="88"/>
                      <ns1:pt x="206" y="88"/>
                      <ns1:pt x="203" y="89"/>
                    </ns1:cubicBezTo>
                    <ns1:cubicBezTo>
                      <ns1:pt x="201" y="90"/>
                      <ns1:pt x="198" y="89"/>
                      <ns1:pt x="195" y="87"/>
                    </ns1:cubicBezTo>
                    <ns1:cubicBezTo>
                      <ns1:pt x="193" y="85"/>
                      <ns1:pt x="192" y="82"/>
                      <ns1:pt x="193" y="79"/>
                    </ns1:cubicBezTo>
                    <ns1:cubicBezTo>
                      <ns1:pt x="193" y="76"/>
                      <ns1:pt x="194" y="73"/>
                      <ns1:pt x="194" y="70"/>
                    </ns1:cubicBezTo>
                    <ns1:cubicBezTo>
                      <ns1:pt x="194" y="41"/>
                      <ns1:pt x="170" y="18"/>
                      <ns1:pt x="141" y="18"/>
                    </ns1:cubicBezTo>
                    <ns1:cubicBezTo>
                      <ns1:pt x="113" y="18"/>
                      <ns1:pt x="91" y="38"/>
                      <ns1:pt x="88" y="66"/>
                    </ns1:cubicBezTo>
                    <ns1:cubicBezTo>
                      <ns1:pt x="88" y="68"/>
                      <ns1:pt x="87" y="71"/>
                      <ns1:pt x="84" y="72"/>
                    </ns1:cubicBezTo>
                    <ns1:cubicBezTo>
                      <ns1:pt x="82" y="74"/>
                      <ns1:pt x="79" y="74"/>
                      <ns1:pt x="77" y="73"/>
                    </ns1:cubicBezTo>
                    <ns1:cubicBezTo>
                      <ns1:pt x="71" y="71"/>
                      <ns1:pt x="67" y="70"/>
                      <ns1:pt x="62" y="70"/>
                    </ns1:cubicBezTo>
                    <ns1:cubicBezTo>
                      <ns1:pt x="37" y="70"/>
                      <ns1:pt x="18" y="90"/>
                      <ns1:pt x="18" y="114"/>
                    </ns1:cubicBezTo>
                    <ns1:cubicBezTo>
                      <ns1:pt x="18" y="138"/>
                      <ns1:pt x="37" y="158"/>
                      <ns1:pt x="60" y="158"/>
                    </ns1:cubicBezTo>
                    <ns1:cubicBezTo>
                      <ns1:pt x="61" y="158"/>
                      <ns1:pt x="61" y="158"/>
                      <ns1:pt x="61" y="158"/>
                    </ns1:cubicBezTo>
                    <ns1:cubicBezTo>
                      <ns1:pt x="65" y="159"/>
                      <ns1:pt x="65" y="159"/>
                      <ns1:pt x="65" y="159"/>
                    </ns1:cubicBezTo>
                    <ns1:cubicBezTo>
                      <ns1:pt x="80" y="159"/>
                      <ns1:pt x="80" y="159"/>
                      <ns1:pt x="80" y="159"/>
                    </ns1:cubicBezTo>
                    <ns1:cubicBezTo>
                      <ns1:pt x="85" y="159"/>
                      <ns1:pt x="88" y="162"/>
                      <ns1:pt x="88" y="167"/>
                    </ns1:cubicBezTo>
                    <ns1:cubicBezTo>
                      <ns1:pt x="88" y="172"/>
                      <ns1:pt x="85" y="176"/>
                      <ns1:pt x="80" y="176"/>
                    </ns1:cubicBezTo>
                    <ns1:cubicBezTo>
                      <ns1:pt x="63" y="176"/>
                      <ns1:pt x="63" y="176"/>
                      <ns1:pt x="63" y="176"/>
                    </ns1:cubicBezTo>
                    <ns1:cubicBezTo>
                      <ns1:pt x="62" y="176"/>
                      <ns1:pt x="62" y="176"/>
                      <ns1:pt x="62" y="176"/>
                    </ns1:cubicBezTo>
                    <ns1:cubicBezTo>
                      <ns1:pt x="28" y="176"/>
                      <ns1:pt x="0" y="148"/>
                      <ns1:pt x="0" y="114"/>
                    </ns1:cubicBezTo>
                    <ns1:cubicBezTo>
                      <ns1:pt x="0" y="80"/>
                      <ns1:pt x="28" y="53"/>
                      <ns1:pt x="62" y="53"/>
                    </ns1:cubicBezTo>
                    <ns1:cubicBezTo>
                      <ns1:pt x="65" y="53"/>
                      <ns1:pt x="69" y="53"/>
                      <ns1:pt x="73" y="54"/>
                    </ns1:cubicBezTo>
                    <ns1:cubicBezTo>
                      <ns1:pt x="80" y="23"/>
                      <ns1:pt x="108" y="0"/>
                      <ns1:pt x="141" y="0"/>
                    </ns1:cubicBezTo>
                    <ns1:cubicBezTo>
                      <ns1:pt x="180" y="0"/>
                      <ns1:pt x="211" y="32"/>
                      <ns1:pt x="211" y="70"/>
                    </ns1:cubicBezTo>
                    <ns1:cubicBezTo>
                      <ns1:pt x="211" y="70"/>
                      <ns1:pt x="211" y="70"/>
                      <ns1:pt x="211" y="70"/>
                    </ns1:cubicBezTo>
                    <ns1:cubicBezTo>
                      <ns1:pt x="211" y="70"/>
                      <ns1:pt x="211" y="70"/>
                      <ns1:pt x="211" y="70"/>
                    </ns1:cubicBezTo>
                    <ns1:cubicBezTo>
                      <ns1:pt x="240" y="70"/>
                      <ns1:pt x="264" y="94"/>
                      <ns1:pt x="264" y="123"/>
                    </ns1:cubicBezTo>
                    <ns1:cubicBezTo>
                      <ns1:pt x="264" y="152"/>
                      <ns1:pt x="240" y="176"/>
                      <ns1:pt x="211" y="176"/>
                    </ns1:cubicBezTo>
                    <ns1:cubicBezTo>
                      <ns1:pt x="211" y="176"/>
                      <ns1:pt x="211" y="176"/>
                      <ns1:pt x="210" y="176"/>
                    </ns1:cubicBezTo>
                    <ns1:lnTo>
                      <ns1:pt x="193" y="176"/>
                    </ns1:lnTo>
                    <ns1:close/>
                  </ns1:path>
                </ns1:pathLst>
              </ns1:custGeom>
              <ns1:grpFill/>
              <ns1:ln>
                <ns1:noFill/>
              </ns1:ln>
              <ns1:extLst>
                <ns1:ext uri="{91240B29-F687-4F45-9708-019B960494DF}">
                  <ns3:hiddenLine w="9525">
                    <ns1:solidFill>
                      <ns1:srgbClr val="000000"/>
                    </ns1:solidFill>
                    <ns1:round/>
                    <ns1:headEnd/>
                    <ns1:tailEnd/>
                  </ns3:hiddenLine>
                </ns1:ext>
              </ns1:extLst>
            </ns0:spPr>
            <ns0:txBody>
              <ns1:bodyPr vert="horz" wrap="square" lIns="91440" tIns="45720" rIns="91440" bIns="45720" numCol="1" anchor="t" anchorCtr="0" compatLnSpc="1">
                <ns1:prstTxWarp prst="textNoShape">
                  <ns1:avLst/>
                </ns1:prstTxWarp>
              </ns1:bodyPr>
              <ns1:lstStyle/>
              <ns1:p>
                <ns1:endParaRPr lang="id-ID" sz="2700"/>
              </ns1:p>
            </ns0:txBody>
          </ns0:sp>
          <ns0:sp>
            <ns0:nvSpPr>
              <ns0:cNvPr id="27" name="Freeform 31">
                <ns1:extLst>
                  <ns1:ext uri="{FF2B5EF4-FFF2-40B4-BE49-F238E27FC236}">
                    <ns2:creationId id="{CB8E65D0-C2B8-44C8-B253-7C8EC7D3569E}"/>
                  </ns1:ext>
                </ns1:extLst>
              </ns0:cNvPr>
              <ns0:cNvSpPr>
                <ns1:spLocks/>
              </ns0:cNvSpPr>
              <ns0:nvPr/>
            </ns0:nvSpPr>
            <ns0:spPr bwMode="auto">
              <ns1:xfrm>
                <ns1:off x="11122025" y="4251326"/>
                <ns1:ext cx="334962" cy="565150"/>
              </ns1:xfrm>
              <ns1:custGeom>
                <ns1:avLst/>
                <ns1:gdLst>
                  <ns1:gd name="T0" fmla="*/ 211 w 211"/>
                  <ns1:gd name="T1" fmla="*/ 146 h 356"/>
                  <ns1:gd name="T2" fmla="*/ 127 w 211"/>
                  <ns1:gd name="T3" fmla="*/ 146 h 356"/>
                  <ns1:gd name="T4" fmla="*/ 127 w 211"/>
                  <ns1:gd name="T5" fmla="*/ 0 h 356"/>
                  <ns1:gd name="T6" fmla="*/ 0 w 211"/>
                  <ns1:gd name="T7" fmla="*/ 210 h 356"/>
                  <ns1:gd name="T8" fmla="*/ 84 w 211"/>
                  <ns1:gd name="T9" fmla="*/ 210 h 356"/>
                  <ns1:gd name="T10" fmla="*/ 84 w 211"/>
                  <ns1:gd name="T11" fmla="*/ 356 h 356"/>
                  <ns1:gd name="T12" fmla="*/ 211 w 211"/>
                  <ns1:gd name="T13" fmla="*/ 146 h 356"/>
                </ns1:gdLst>
                <ns1:ahLst/>
                <ns1:cxnLst>
                  <ns1:cxn ang="0">
                    <ns1:pos x="T0" y="T1"/>
                  </ns1:cxn>
                  <ns1:cxn ang="0">
                    <ns1:pos x="T2" y="T3"/>
                  </ns1:cxn>
                  <ns1:cxn ang="0">
                    <ns1:pos x="T4" y="T5"/>
                  </ns1:cxn>
                  <ns1:cxn ang="0">
                    <ns1:pos x="T6" y="T7"/>
                  </ns1:cxn>
                  <ns1:cxn ang="0">
                    <ns1:pos x="T8" y="T9"/>
                  </ns1:cxn>
                  <ns1:cxn ang="0">
                    <ns1:pos x="T10" y="T11"/>
                  </ns1:cxn>
                  <ns1:cxn ang="0">
                    <ns1:pos x="T12" y="T13"/>
                  </ns1:cxn>
                </ns1:cxnLst>
                <ns1:rect l="0" t="0" r="r" b="b"/>
                <ns1:pathLst>
                  <ns1:path w="211" h="356">
                    <ns1:moveTo>
                      <ns1:pt x="211" y="146"/>
                    </ns1:moveTo>
                    <ns1:lnTo>
                      <ns1:pt x="127" y="146"/>
                    </ns1:lnTo>
                    <ns1:lnTo>
                      <ns1:pt x="127" y="0"/>
                    </ns1:lnTo>
                    <ns1:lnTo>
                      <ns1:pt x="0" y="210"/>
                    </ns1:lnTo>
                    <ns1:lnTo>
                      <ns1:pt x="84" y="210"/>
                    </ns1:lnTo>
                    <ns1:lnTo>
                      <ns1:pt x="84" y="356"/>
                    </ns1:lnTo>
                    <ns1:lnTo>
                      <ns1:pt x="211" y="146"/>
                    </ns1:lnTo>
                    <ns1:close/>
                  </ns1:path>
                </ns1:pathLst>
              </ns1:custGeom>
              <ns1:grpFill/>
              <ns1:ln>
                <ns1:noFill/>
              </ns1:ln>
              <ns1:extLst>
                <ns1:ext uri="{91240B29-F687-4F45-9708-019B960494DF}">
                  <ns3:hiddenLine w="9525">
                    <ns1:solidFill>
                      <ns1:srgbClr val="000000"/>
                    </ns1:solidFill>
                    <ns1:round/>
                    <ns1:headEnd/>
                    <ns1:tailEnd/>
                  </ns3:hiddenLine>
                </ns1:ext>
              </ns1:extLst>
            </ns0:spPr>
            <ns0:txBody>
              <ns1:bodyPr vert="horz" wrap="square" lIns="91440" tIns="45720" rIns="91440" bIns="45720" numCol="1" anchor="t" anchorCtr="0" compatLnSpc="1">
                <ns1:prstTxWarp prst="textNoShape">
                  <ns1:avLst/>
                </ns1:prstTxWarp>
              </ns1:bodyPr>
              <ns1:lstStyle/>
              <ns1:p>
                <ns1:endParaRPr lang="id-ID" sz="2700"/>
              </ns1:p>
            </ns0:txBody>
          </ns0:sp>
        </ns0:grpSp>
      </ns0:grpSp>
      <ns0:sp>
        <ns0:nvSpPr>
          <ns0:cNvPr id="32" name="TextBox 31">
            <ns1:extLst>
              <ns1:ext uri="{FF2B5EF4-FFF2-40B4-BE49-F238E27FC236}">
                <ns2:creationId id="{5C274834-94AB-4D4D-92D7-459286FDFD14}"/>
              </ns1:ext>
            </ns1:extLst>
          </ns0:cNvPr>
          <ns0:cNvSpPr txBox="1"/>
          <ns0:nvPr/>
        </ns0:nvSpPr>
        <ns0:spPr>
          <ns1:xfrm>
            <ns1:off x="702160" y="3198168"/>
            <ns1:ext cx="3885049" cy="461665"/>
          </ns1:xfrm>
          <ns1:prstGeom prst="rect">
            <ns1:avLst/>
          </ns1:prstGeom>
          <ns1:noFill/>
        </ns0:spPr>
        <ns0:txBody>
          <ns1:bodyPr wrap="square" rtlCol="0">
            <ns1:spAutoFit/>
          </ns1:bodyPr>
          <ns1:lstStyle/>
          <ns1:p>
            <ns1:pPr algn="ctr"/>
            <ns1:r>
              <ns1:rPr lang="en-US" sz="2400" spc="300">
                <ns1:solidFill>
                  <ns1:schemeClr val="bg1"/>
                </ns1:solidFill>
                <ns1:latin typeface="Poppins SemiBold" panose="00000700000000000000" pitchFamily="2" charset="0"/>
                <ns1:cs typeface="Poppins SemiBold" panose="00000700000000000000" pitchFamily="2" charset="0"/>
              </ns1:rPr>
              <ns1:t>{SlideSupportingContent}</ns1:t>
            </ns1:r>
          </ns1:p>
        </ns0:txBody>
      </ns0:sp>
      <ns0:cxnSp>
        <ns0:nvCxnSpPr>
          <ns0:cNvPr id="45" name="Straight Connector 44">
            <ns1:extLst>
              <ns1:ext uri="{FF2B5EF4-FFF2-40B4-BE49-F238E27FC236}">
                <ns2:creationId id="{715D2600-DD0A-4BA7-AAD6-3D4AA9E513D1}"/>
              </ns1:ext>
            </ns1:extLst>
          </ns0:cNvPr>
          <ns0:cNvCxnSpPr/>
          <ns0:nvPr/>
        </ns0:nvCxnSpPr>
        <ns0:spPr>
          <ns1:xfrm>
            <ns1:off x="450376" y="0"/>
            <ns1:ext cx="0" cy="6277970"/>
          </ns1:xfrm>
          <ns1:prstGeom prst="line">
            <ns1:avLst/>
          </ns1:prstGeom>
          <ns1:ln w="25400">
            <ns1:solidFill>
              <ns1:schemeClr val="bg1">
                <ns1:alpha val="30000"/>
              </ns1:schemeClr>
            </ns1:solidFill>
          </ns1:ln>
        </ns0:spPr>
        <ns0:style>
          <ns1:lnRef idx="1">
            <ns1:schemeClr val="accent1"/>
          </ns1:lnRef>
          <ns1:fillRef idx="0">
            <ns1:schemeClr val="accent1"/>
          </ns1:fillRef>
          <ns1:effectRef idx="0">
            <ns1:schemeClr val="accent1"/>
          </ns1:effectRef>
          <ns1:fontRef idx="minor">
            <ns1:schemeClr val="tx1"/>
          </ns1:fontRef>
        </ns0:style>
      </ns0:cxnSp>
      <ns0:cxnSp>
        <ns0:nvCxnSpPr>
          <ns0:cNvPr id="46" name="Straight Connector 45">
            <ns1:extLst>
              <ns1:ext uri="{FF2B5EF4-FFF2-40B4-BE49-F238E27FC236}">
                <ns2:creationId id="{033BF037-66EC-4C4A-8E33-4BCF2CDAB095}"/>
              </ns1:ext>
            </ns1:extLst>
          </ns0:cNvPr>
          <ns0:cNvCxnSpPr>
            <ns1:cxnSpLocks/>
          </ns0:cNvCxnSpPr>
          <ns0:nvPr/>
        </ns0:nvCxnSpPr>
        <ns0:spPr>
          <ns1:xfrm>
            <ns1:off x="450376" y="6283833"/>
            <ns1:ext cx="4838993" cy="0"/>
          </ns1:xfrm>
          <ns1:prstGeom prst="line">
            <ns1:avLst/>
          </ns1:prstGeom>
          <ns1:ln w="25400">
            <ns1:solidFill>
              <ns1:schemeClr val="bg1">
                <ns1:alpha val="30000"/>
              </ns1:schemeClr>
            </ns1:solidFill>
          </ns1:ln>
        </ns0:spPr>
        <ns0:style>
          <ns1:lnRef idx="1">
            <ns1:schemeClr val="accent1"/>
          </ns1:lnRef>
          <ns1:fillRef idx="0">
            <ns1:schemeClr val="accent1"/>
          </ns1:fillRef>
          <ns1:effectRef idx="0">
            <ns1:schemeClr val="accent1"/>
          </ns1:effectRef>
          <ns1:fontRef idx="minor">
            <ns1:schemeClr val="tx1"/>
          </ns1:fontRef>
        </ns0:style>
      </ns0:cxnSp>
      <ns0:cxnSp>
        <ns0:nvCxnSpPr>
          <ns0:cNvPr id="48" name="Straight Connector 47">
            <ns1:extLst>
              <ns1:ext uri="{FF2B5EF4-FFF2-40B4-BE49-F238E27FC236}">
                <ns2:creationId id="{FFC52654-18A7-49E3-B4B2-39AFBC24E277}"/>
              </ns1:ext>
            </ns1:extLst>
          </ns0:cNvPr>
          <ns0:cNvCxnSpPr/>
          <ns0:nvPr/>
        </ns0:nvCxnSpPr>
        <ns0:spPr>
          <ns1:xfrm>
            <ns1:off x="4860878" y="580030"/>
            <ns1:ext cx="0" cy="6277970"/>
          </ns1:xfrm>
          <ns1:prstGeom prst="line">
            <ns1:avLst/>
          </ns1:prstGeom>
          <ns1:ln w="25400">
            <ns1:solidFill>
              <ns1:schemeClr val="bg1">
                <ns1:alpha val="30000"/>
              </ns1:schemeClr>
            </ns1:solidFill>
          </ns1:ln>
        </ns0:spPr>
        <ns0:style>
          <ns1:lnRef idx="1">
            <ns1:schemeClr val="accent1"/>
          </ns1:lnRef>
          <ns1:fillRef idx="0">
            <ns1:schemeClr val="accent1"/>
          </ns1:fillRef>
          <ns1:effectRef idx="0">
            <ns1:schemeClr val="accent1"/>
          </ns1:effectRef>
          <ns1:fontRef idx="minor">
            <ns1:schemeClr val="tx1"/>
          </ns1:fontRef>
        </ns0:style>
      </ns0:cxnSp>
      <ns0:cxnSp>
        <ns0:nvCxnSpPr>
          <ns0:cNvPr id="49" name="Straight Connector 48">
            <ns1:extLst>
              <ns1:ext uri="{FF2B5EF4-FFF2-40B4-BE49-F238E27FC236}">
                <ns2:creationId id="{CFC5EF71-2E28-48B8-BBB4-8408A19DF55B}"/>
              </ns1:ext>
            </ns1:extLst>
          </ns0:cNvPr>
          <ns0:cNvCxnSpPr>
            <ns1:cxnSpLocks/>
          </ns0:cNvCxnSpPr>
          <ns0:nvPr/>
        </ns0:nvCxnSpPr>
        <ns0:spPr>
          <ns1:xfrm>
            <ns1:off x="0" y="580030"/>
            <ns1:ext cx="4860878" cy="0"/>
          </ns1:xfrm>
          <ns1:prstGeom prst="line">
            <ns1:avLst/>
          </ns1:prstGeom>
          <ns1:ln w="25400">
            <ns1:solidFill>
              <ns1:schemeClr val="bg1">
                <ns1:alpha val="30000"/>
              </ns1:schemeClr>
            </ns1:solidFill>
          </ns1:ln>
        </ns0:spPr>
        <ns0:style>
          <ns1:lnRef idx="1">
            <ns1:schemeClr val="accent1"/>
          </ns1:lnRef>
          <ns1:fillRef idx="0">
            <ns1:schemeClr val="accent1"/>
          </ns1:fillRef>
          <ns1:effectRef idx="0">
            <ns1:schemeClr val="accent1"/>
          </ns1:effectRef>
          <ns1:fontRef idx="minor">
            <ns1:schemeClr val="tx1"/>
          </ns1:fontRef>
        </ns0:style>
      </ns0:cxnSp>
      <ns0:sp>
        <ns0:nvSpPr>
          <ns0:cNvPr id="10" name="Picture Placeholder 9">
            <ns1:extLst>
              <ns1:ext uri="{FF2B5EF4-FFF2-40B4-BE49-F238E27FC236}">
                <ns2:creationId id="{1E4DF349-E07E-4217-A757-6ECC57D2EB23}"/>
              </ns1:ext>
            </ns1:extLst>
          </ns0:cNvPr>
          <ns0:cNvSpPr>
            <ns1:spLocks noGrp="1"/>
          </ns0:cNvSpPr>
          <ns0:nvPr>
            <ns0:ph type="pic" sz="quarter" idx="13"/>
          </ns0:nvPr>
        </ns0:nvSpPr>
        <ns0:spPr/>
      </ns0:sp>
    </ns0:spTree>
    <ns0:extLst>
      <ns0:ext uri="{BB962C8B-B14F-4D97-AF65-F5344CB8AC3E}">
        <ns4:creationId val="2947152654"/>
      </ns0:ext>
    </ns0:extLst>
  </ns0:cSld>
  <ns0:clrMapOvr>
    <ns1:masterClrMapping/>
  </ns0:clrMapOvr>
</ns0:sld>
</file>

<file path=ppt/slides/slide17.xml><?xml version="1.0" encoding="utf-8"?>
<ns0:sld xmlns:ns0="http://schemas.openxmlformats.org/presentationml/2006/main" xmlns:ns1="http://schemas.openxmlformats.org/drawingml/2006/main" xmlns:ns2="http://schemas.microsoft.com/office/drawing/2014/main" xmlns:ns3="http://schemas.microsoft.com/office/drawing/2010/main" xmlns:ns4="http://schemas.microsoft.com/office/powerpoint/2010/main">
  <ns0:cSld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3" name="Picture Placeholder 2">
            <ns1:extLst>
              <ns1:ext uri="{FF2B5EF4-FFF2-40B4-BE49-F238E27FC236}">
                <ns2:creationId id="{9C683805-D409-43BB-909C-1060A328C160}"/>
              </ns1:ext>
            </ns1:extLst>
          </ns0:cNvPr>
          <ns0:cNvSpPr>
            <ns1:spLocks noGrp="1"/>
          </ns0:cNvSpPr>
          <ns0:nvPr>
            <ns0:ph type="pic" sz="quarter" idx="12"/>
          </ns0:nvPr>
        </ns0:nvSpPr>
        <ns0:spPr/>
      </ns0:sp>
      <ns0:sp>
        <ns0:nvSpPr>
          <ns0:cNvPr id="5" name="Picture Placeholder 4">
            <ns1:extLst>
              <ns1:ext uri="{FF2B5EF4-FFF2-40B4-BE49-F238E27FC236}">
                <ns2:creationId id="{7D40B4C1-AF8F-4B6D-B542-2E2165ABCCF7}"/>
              </ns1:ext>
            </ns1:extLst>
          </ns0:cNvPr>
          <ns0:cNvSpPr>
            <ns1:spLocks noGrp="1"/>
          </ns0:cNvSpPr>
          <ns0:nvPr>
            <ns0:ph type="pic" sz="quarter" idx="13"/>
          </ns0:nvPr>
        </ns0:nvSpPr>
        <ns0:spPr/>
      </ns0:sp>
      <ns0:sp>
        <ns0:nvSpPr>
          <ns0:cNvPr id="7" name="Picture Placeholder 6">
            <ns1:extLst>
              <ns1:ext uri="{FF2B5EF4-FFF2-40B4-BE49-F238E27FC236}">
                <ns2:creationId id="{0110DCF9-2490-4DF8-AE25-B43A8C7B5FAF}"/>
              </ns1:ext>
            </ns1:extLst>
          </ns0:cNvPr>
          <ns0:cNvSpPr>
            <ns1:spLocks noGrp="1"/>
          </ns0:cNvSpPr>
          <ns0:nvPr>
            <ns0:ph type="pic" sz="quarter" idx="14"/>
          </ns0:nvPr>
        </ns0:nvSpPr>
        <ns0:spPr/>
      </ns0:sp>
      <ns0:sp>
        <ns0:nvSpPr>
          <ns0:cNvPr id="9" name="Picture Placeholder 8">
            <ns1:extLst>
              <ns1:ext uri="{FF2B5EF4-FFF2-40B4-BE49-F238E27FC236}">
                <ns2:creationId id="{E03ACBC1-ED18-4DAD-A381-E21A2914F3E2}"/>
              </ns1:ext>
            </ns1:extLst>
          </ns0:cNvPr>
          <ns0:cNvSpPr>
            <ns1:spLocks noGrp="1"/>
          </ns0:cNvSpPr>
          <ns0:nvPr>
            <ns0:ph type="pic" sz="quarter" idx="15"/>
          </ns0:nvPr>
        </ns0:nvSpPr>
        <ns0:spPr/>
      </ns0:sp>
      <ns0:sp>
        <ns0:nvSpPr>
          <ns0:cNvPr id="10" name="TextBox 9">
            <ns1:extLst>
              <ns1:ext uri="{FF2B5EF4-FFF2-40B4-BE49-F238E27FC236}">
                <ns2:creationId id="{F059E343-BBFC-45E9-BAD7-A6A753CBE7AA}"/>
              </ns1:ext>
            </ns1:extLst>
          </ns0:cNvPr>
          <ns0:cNvSpPr txBox="1"/>
          <ns0:nvPr/>
        </ns0:nvSpPr>
        <ns0:spPr>
          <ns1:xfrm>
            <ns1:off x="922735" y="1423321"/>
            <ns1:ext cx="4442621" cy="1815882"/>
          </ns1:xfrm>
          <ns1:prstGeom prst="rect">
            <ns1:avLst/>
          </ns1:prstGeom>
          <ns1:noFill/>
        </ns0:spPr>
        <ns0:txBody>
          <ns1:bodyPr wrap="square" rtlCol="0">
            <ns1:spAutoFit/>
          </ns1:bodyPr>
          <ns1:lstStyle/>
          <ns1:p>
            <ns1:r>
              <ns1:rPr lang="en-US" sz="2800" spc="300">
                <ns1:solidFill>
                  <ns1:schemeClr val="tx1">
                    <ns1:lumMod val="85000"/>
                    <ns1:lumOff val="15000"/>
                  </ns1:schemeClr>
                </ns1:solidFill>
                <ns1:latin typeface="Poppins SemiBold" panose="00000700000000000000" pitchFamily="2" charset="0"/>
                <ns1:cs typeface="Poppins SemiBold" panose="00000700000000000000" pitchFamily="2" charset="0"/>
              </ns1:rPr>
              <ns1:t>{SlideMainExplanation}</ns1:t>
            </ns1:r>
          </ns1:p>
        </ns0:txBody>
      </ns0:sp>
      <ns0:grpSp>
        <ns0:nvGrpSpPr>
          <ns0:cNvPr id="28" name="Group 27">
            <ns1:extLst>
              <ns1:ext uri="{FF2B5EF4-FFF2-40B4-BE49-F238E27FC236}">
                <ns2:creationId id="{FECF681A-3570-40F6-A573-28744E8102E1}"/>
              </ns1:ext>
            </ns1:extLst>
          </ns0:cNvPr>
          <ns0:cNvGrpSpPr/>
          <ns0:nvPr/>
        </ns0:nvGrpSpPr>
        <ns0:grpSpPr>
          <ns1:xfrm>
            <ns1:off x="1061160" y="3432968"/>
            <ns1:ext cx="927067" cy="204717"/>
            <ns1:chOff x="5895833" y="2247347"/>
            <ns1:chExt cx="809768" cy="204717"/>
          </ns1:xfrm>
        </ns0:grpSpPr>
        <ns0:sp>
          <ns0:nvSpPr>
            <ns0:cNvPr id="29" name="Diamond 28">
              <ns1:extLst>
                <ns1:ext uri="{FF2B5EF4-FFF2-40B4-BE49-F238E27FC236}">
                  <ns2:creationId id="{16270862-A0C4-4C84-B84D-4C112A33E5EC}"/>
                </ns1:ext>
              </ns1:extLst>
            </ns0:cNvPr>
            <ns0:cNvSpPr/>
            <ns0:nvPr/>
          </ns0:nvSpPr>
          <ns0:spPr>
            <ns1:xfrm>
              <ns1:off x="5895833" y="2247347"/>
              <ns1:ext cx="204717" cy="204717"/>
            </ns1:xfrm>
            <ns1:prstGeom prst="diamond">
              <ns1:avLst/>
            </ns1:prstGeom>
            <ns1:solidFill>
              <ns1:schemeClr val="accent4"/>
            </ns1:solidFill>
            <ns1:ln>
              <ns1:noFill/>
            </ns1:ln>
          </ns0:spPr>
          <ns0:style>
            <ns1:lnRef idx="2">
              <ns1:schemeClr val="accent1">
                <ns1:shade val="50000"/>
              </ns1:schemeClr>
            </ns1:lnRef>
            <ns1:fillRef idx="1">
              <ns1:schemeClr val="accent1"/>
            </ns1:fillRef>
            <ns1:effectRef idx="0">
              <ns1:schemeClr val="accent1"/>
            </ns1:effectRef>
            <ns1:fontRef idx="minor">
              <ns1:schemeClr val="lt1"/>
            </ns1:fontRef>
          </ns0:style>
          <ns0:txBody>
            <ns1:bodyPr rtlCol="0" anchor="ctr"/>
            <ns1:lstStyle/>
            <ns1:p>
              <ns1:pPr algn="ctr"/>
              <ns1:endParaRPr lang="en-US"/>
            </ns1:p>
          </ns0:txBody>
        </ns0:sp>
        <ns0:sp>
          <ns0:nvSpPr>
            <ns0:cNvPr id="30" name="Diamond 29">
              <ns1:extLst>
                <ns1:ext uri="{FF2B5EF4-FFF2-40B4-BE49-F238E27FC236}">
                  <ns2:creationId id="{2848FD5B-0039-47E8-B996-0F012D2C6FC6}"/>
                </ns1:ext>
              </ns1:extLst>
            </ns0:cNvPr>
            <ns0:cNvSpPr/>
            <ns0:nvPr/>
          </ns0:nvSpPr>
          <ns0:spPr>
            <ns1:xfrm>
              <ns1:off x="6096000" y="2247347"/>
              <ns1:ext cx="204717" cy="204717"/>
            </ns1:xfrm>
            <ns1:prstGeom prst="diamond">
              <ns1:avLst/>
            </ns1:prstGeom>
            <ns1:solidFill>
              <ns1:schemeClr val="accent4">
                <ns1:lumMod val="60000"/>
                <ns1:lumOff val="40000"/>
              </ns1:schemeClr>
            </ns1:solidFill>
            <ns1:ln>
              <ns1:noFill/>
            </ns1:ln>
          </ns0:spPr>
          <ns0:style>
            <ns1:lnRef idx="2">
              <ns1:schemeClr val="accent1">
                <ns1:shade val="50000"/>
              </ns1:schemeClr>
            </ns1:lnRef>
            <ns1:fillRef idx="1">
              <ns1:schemeClr val="accent1"/>
            </ns1:fillRef>
            <ns1:effectRef idx="0">
              <ns1:schemeClr val="accent1"/>
            </ns1:effectRef>
            <ns1:fontRef idx="minor">
              <ns1:schemeClr val="lt1"/>
            </ns1:fontRef>
          </ns0:style>
          <ns0:txBody>
            <ns1:bodyPr rtlCol="0" anchor="ctr"/>
            <ns1:lstStyle/>
            <ns1:p>
              <ns1:pPr algn="ctr"/>
              <ns1:endParaRPr lang="en-US"/>
            </ns1:p>
          </ns0:txBody>
        </ns0:sp>
        <ns0:sp>
          <ns0:nvSpPr>
            <ns0:cNvPr id="31" name="Diamond 30">
              <ns1:extLst>
                <ns1:ext uri="{FF2B5EF4-FFF2-40B4-BE49-F238E27FC236}">
                  <ns2:creationId id="{F7B269B3-302D-48BA-A6C5-655E2E9DBFFB}"/>
                </ns1:ext>
              </ns1:extLst>
            </ns0:cNvPr>
            <ns0:cNvSpPr/>
            <ns0:nvPr/>
          </ns0:nvSpPr>
          <ns0:spPr>
            <ns1:xfrm>
              <ns1:off x="6300717" y="2247347"/>
              <ns1:ext cx="204717" cy="204717"/>
            </ns1:xfrm>
            <ns1:prstGeom prst="diamond">
              <ns1:avLst/>
            </ns1:prstGeom>
            <ns1:solidFill>
              <ns1:schemeClr val="accent4">
                <ns1:lumMod val="40000"/>
                <ns1:lumOff val="60000"/>
              </ns1:schemeClr>
            </ns1:solidFill>
            <ns1:ln>
              <ns1:noFill/>
            </ns1:ln>
          </ns0:spPr>
          <ns0:style>
            <ns1:lnRef idx="2">
              <ns1:schemeClr val="accent1">
                <ns1:shade val="50000"/>
              </ns1:schemeClr>
            </ns1:lnRef>
            <ns1:fillRef idx="1">
              <ns1:schemeClr val="accent1"/>
            </ns1:fillRef>
            <ns1:effectRef idx="0">
              <ns1:schemeClr val="accent1"/>
            </ns1:effectRef>
            <ns1:fontRef idx="minor">
              <ns1:schemeClr val="lt1"/>
            </ns1:fontRef>
          </ns0:style>
          <ns0:txBody>
            <ns1:bodyPr rtlCol="0" anchor="ctr"/>
            <ns1:lstStyle/>
            <ns1:p>
              <ns1:pPr algn="ctr"/>
              <ns1:endParaRPr lang="en-US"/>
            </ns1:p>
          </ns0:txBody>
        </ns0:sp>
        <ns0:sp>
          <ns0:nvSpPr>
            <ns0:cNvPr id="32" name="Diamond 31">
              <ns1:extLst>
                <ns1:ext uri="{FF2B5EF4-FFF2-40B4-BE49-F238E27FC236}">
                  <ns2:creationId id="{3CED3101-A3BC-4880-8333-6914A0ECD382}"/>
                </ns1:ext>
              </ns1:extLst>
            </ns0:cNvPr>
            <ns0:cNvSpPr/>
            <ns0:nvPr/>
          </ns0:nvSpPr>
          <ns0:spPr>
            <ns1:xfrm>
              <ns1:off x="6500884" y="2247347"/>
              <ns1:ext cx="204717" cy="204717"/>
            </ns1:xfrm>
            <ns1:prstGeom prst="diamond">
              <ns1:avLst/>
            </ns1:prstGeom>
            <ns1:solidFill>
              <ns1:schemeClr val="accent4">
                <ns1:lumMod val="20000"/>
                <ns1:lumOff val="80000"/>
              </ns1:schemeClr>
            </ns1:solidFill>
            <ns1:ln>
              <ns1:noFill/>
            </ns1:ln>
          </ns0:spPr>
          <ns0:style>
            <ns1:lnRef idx="2">
              <ns1:schemeClr val="accent1">
                <ns1:shade val="50000"/>
              </ns1:schemeClr>
            </ns1:lnRef>
            <ns1:fillRef idx="1">
              <ns1:schemeClr val="accent1"/>
            </ns1:fillRef>
            <ns1:effectRef idx="0">
              <ns1:schemeClr val="accent1"/>
            </ns1:effectRef>
            <ns1:fontRef idx="minor">
              <ns1:schemeClr val="lt1"/>
            </ns1:fontRef>
          </ns0:style>
          <ns0:txBody>
            <ns1:bodyPr rtlCol="0" anchor="ctr"/>
            <ns1:lstStyle/>
            <ns1:p>
              <ns1:pPr algn="ctr"/>
              <ns1:endParaRPr lang="en-US"/>
            </ns1:p>
          </ns0:txBody>
        </ns0:sp>
      </ns0:grpSp>
      <ns0:grpSp>
        <ns0:nvGrpSpPr>
          <ns0:cNvPr id="11" name="Group 10">
            <ns1:extLst>
              <ns1:ext uri="{FF2B5EF4-FFF2-40B4-BE49-F238E27FC236}">
                <ns2:creationId id="{3D8EF93D-355F-474E-ABAC-57A8F7AF25ED}"/>
              </ns1:ext>
            </ns1:extLst>
          </ns0:cNvPr>
          <ns0:cNvGrpSpPr/>
          <ns0:nvPr/>
        </ns0:nvGrpSpPr>
        <ns0:grpSpPr>
          <ns1:xfrm>
            <ns1:off x="6295801" y="588681"/>
            <ns1:ext cx="657143" cy="657143"/>
            <ns1:chOff x="8638864" y="1992904"/>
            <ns1:chExt cx="963227" cy="963227"/>
          </ns1:xfrm>
        </ns0:grpSpPr>
        <ns0:sp>
          <ns0:nvSpPr>
            <ns0:cNvPr id="12" name="Oval 11">
              <ns1:extLst>
                <ns1:ext uri="{FF2B5EF4-FFF2-40B4-BE49-F238E27FC236}">
                  <ns2:creationId id="{2660F3B3-6F37-48F3-913A-906F43223966}"/>
                </ns1:ext>
              </ns1:extLst>
            </ns0:cNvPr>
            <ns0:cNvSpPr/>
            <ns0:nvPr/>
          </ns0:nvSpPr>
          <ns0:spPr>
            <ns1:xfrm>
              <ns1:off x="8638864" y="1992904"/>
              <ns1:ext cx="963227" cy="963227"/>
            </ns1:xfrm>
            <ns1:prstGeom prst="ellipse">
              <ns1:avLst/>
            </ns1:prstGeom>
            <ns1:solidFill>
              <ns1:schemeClr val="accent4">
                <ns1:lumMod val="40000"/>
                <ns1:lumOff val="60000"/>
              </ns1:schemeClr>
            </ns1:solidFill>
            <ns1:ln>
              <ns1:noFill/>
            </ns1:ln>
          </ns0:spPr>
          <ns0:style>
            <ns1:lnRef idx="2">
              <ns1:schemeClr val="accent1">
                <ns1:shade val="50000"/>
              </ns1:schemeClr>
            </ns1:lnRef>
            <ns1:fillRef idx="1">
              <ns1:schemeClr val="accent1"/>
            </ns1:fillRef>
            <ns1:effectRef idx="0">
              <ns1:schemeClr val="accent1"/>
            </ns1:effectRef>
            <ns1:fontRef idx="minor">
              <ns1:schemeClr val="lt1"/>
            </ns1:fontRef>
          </ns0:style>
          <ns0:txBody>
            <ns1:bodyPr rtlCol="0" anchor="ctr"/>
            <ns1:lstStyle/>
            <ns1:p>
              <ns1:pPr algn="ctr"/>
              <ns1:endParaRPr lang="en-US"/>
            </ns1:p>
          </ns0:txBody>
        </ns0:sp>
        <ns0:sp>
          <ns0:nvSpPr>
            <ns0:cNvPr id="13" name="Freeform 81">
              <ns1:extLst>
                <ns1:ext uri="{FF2B5EF4-FFF2-40B4-BE49-F238E27FC236}">
                  <ns2:creationId id="{4C812810-893F-4776-876F-8BA3F450DCE2}"/>
                </ns1:ext>
              </ns1:extLst>
            </ns0:cNvPr>
            <ns0:cNvSpPr>
              <ns1:spLocks/>
            </ns0:cNvSpPr>
            <ns0:nvPr/>
          </ns0:nvSpPr>
          <ns0:spPr bwMode="auto">
            <ns1:xfrm>
              <ns1:off x="8935131" y="2294556"/>
              <ns1:ext cx="370692" cy="359922"/>
            </ns1:xfrm>
            <ns1:custGeom>
              <ns1:avLst/>
              <ns1:gdLst>
                <ns1:gd name="T0" fmla="*/ 94 w 97"/>
                <ns1:gd name="T1" fmla="*/ 16 h 94"/>
                <ns1:gd name="T2" fmla="*/ 81 w 97"/>
                <ns1:gd name="T3" fmla="*/ 27 h 94"/>
                <ns1:gd name="T4" fmla="*/ 73 w 97"/>
                <ns1:gd name="T5" fmla="*/ 12 h 94"/>
                <ns1:gd name="T6" fmla="*/ 82 w 97"/>
                <ns1:gd name="T7" fmla="*/ 2 h 94"/>
                <ns1:gd name="T8" fmla="*/ 77 w 97"/>
                <ns1:gd name="T9" fmla="*/ 2 h 94"/>
                <ns1:gd name="T10" fmla="*/ 64 w 97"/>
                <ns1:gd name="T11" fmla="*/ 5 h 94"/>
                <ns1:gd name="T12" fmla="*/ 61 w 97"/>
                <ns1:gd name="T13" fmla="*/ 14 h 94"/>
                <ns1:gd name="T14" fmla="*/ 63 w 97"/>
                <ns1:gd name="T15" fmla="*/ 27 h 94"/>
                <ns1:gd name="T16" fmla="*/ 52 w 97"/>
                <ns1:gd name="T17" fmla="*/ 42 h 94"/>
                <ns1:gd name="T18" fmla="*/ 43 w 97"/>
                <ns1:gd name="T19" fmla="*/ 39 h 94"/>
                <ns1:gd name="T20" fmla="*/ 35 w 97"/>
                <ns1:gd name="T21" fmla="*/ 33 h 94"/>
                <ns1:gd name="T22" fmla="*/ 34 w 97"/>
                <ns1:gd name="T23" fmla="*/ 31 h 94"/>
                <ns1:gd name="T24" fmla="*/ 33 w 97"/>
                <ns1:gd name="T25" fmla="*/ 27 h 94"/>
                <ns1:gd name="T26" fmla="*/ 31 w 97"/>
                <ns1:gd name="T27" fmla="*/ 23 h 94"/>
                <ns1:gd name="T28" fmla="*/ 47 w 97"/>
                <ns1:gd name="T29" fmla="*/ 17 h 94"/>
                <ns1:gd name="T30" fmla="*/ 45 w 97"/>
                <ns1:gd name="T31" fmla="*/ 12 h 94"/>
                <ns1:gd name="T32" fmla="*/ 44 w 97"/>
                <ns1:gd name="T33" fmla="*/ 10 h 94"/>
                <ns1:gd name="T34" fmla="*/ 11 w 97"/>
                <ns1:gd name="T35" fmla="*/ 23 h 94"/>
                <ns1:gd name="T36" fmla="*/ 11 w 97"/>
                <ns1:gd name="T37" fmla="*/ 24 h 94"/>
                <ns1:gd name="T38" fmla="*/ 9 w 97"/>
                <ns1:gd name="T39" fmla="*/ 33 h 94"/>
                <ns1:gd name="T40" fmla="*/ 0 w 97"/>
                <ns1:gd name="T41" fmla="*/ 38 h 94"/>
                <ns1:gd name="T42" fmla="*/ 17 w 97"/>
                <ns1:gd name="T43" fmla="*/ 41 h 94"/>
                <ns1:gd name="T44" fmla="*/ 16 w 97"/>
                <ns1:gd name="T45" fmla="*/ 36 h 94"/>
                <ns1:gd name="T46" fmla="*/ 24 w 97"/>
                <ns1:gd name="T47" fmla="*/ 37 h 94"/>
                <ns1:gd name="T48" fmla="*/ 27 w 97"/>
                <ns1:gd name="T49" fmla="*/ 39 h 94"/>
                <ns1:gd name="T50" fmla="*/ 29 w 97"/>
                <ns1:gd name="T51" fmla="*/ 39 h 94"/>
                <ns1:gd name="T52" fmla="*/ 36 w 97"/>
                <ns1:gd name="T53" fmla="*/ 49 h 94"/>
                <ns1:gd name="T54" fmla="*/ 15 w 97"/>
                <ns1:gd name="T55" fmla="*/ 84 h 94"/>
                <ns1:gd name="T56" fmla="*/ 23 w 97"/>
                <ns1:gd name="T57" fmla="*/ 93 h 94"/>
                <ns1:gd name="T58" fmla="*/ 77 w 97"/>
                <ns1:gd name="T59" fmla="*/ 89 h 94"/>
                <ns1:gd name="T60" fmla="*/ 85 w 97"/>
                <ns1:gd name="T61" fmla="*/ 81 h 94"/>
                <ns1:gd name="T62" fmla="*/ 59 w 97"/>
                <ns1:gd name="T63" fmla="*/ 53 h 94"/>
                <ns1:gd name="T64" fmla="*/ 69 w 97"/>
                <ns1:gd name="T65" fmla="*/ 42 h 94"/>
                <ns1:gd name="T66" fmla="*/ 77 w 97"/>
                <ns1:gd name="T67" fmla="*/ 38 h 94"/>
                <ns1:gd name="T68" fmla="*/ 96 w 97"/>
                <ns1:gd name="T69" fmla="*/ 28 h 94"/>
                <ns1:gd name="T70" fmla="*/ 97 w 97"/>
                <ns1:gd name="T71" fmla="*/ 17 h 94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  <ns1:cxn ang="0">
                  <ns1:pos x="T14" y="T15"/>
                </ns1:cxn>
                <ns1:cxn ang="0">
                  <ns1:pos x="T16" y="T17"/>
                </ns1:cxn>
                <ns1:cxn ang="0">
                  <ns1:pos x="T18" y="T19"/>
                </ns1:cxn>
                <ns1:cxn ang="0">
                  <ns1:pos x="T20" y="T21"/>
                </ns1:cxn>
                <ns1:cxn ang="0">
                  <ns1:pos x="T22" y="T23"/>
                </ns1:cxn>
                <ns1:cxn ang="0">
                  <ns1:pos x="T24" y="T25"/>
                </ns1:cxn>
                <ns1:cxn ang="0">
                  <ns1:pos x="T26" y="T27"/>
                </ns1:cxn>
                <ns1:cxn ang="0">
                  <ns1:pos x="T28" y="T29"/>
                </ns1:cxn>
                <ns1:cxn ang="0">
                  <ns1:pos x="T30" y="T31"/>
                </ns1:cxn>
                <ns1:cxn ang="0">
                  <ns1:pos x="T32" y="T33"/>
                </ns1:cxn>
                <ns1:cxn ang="0">
                  <ns1:pos x="T34" y="T35"/>
                </ns1:cxn>
                <ns1:cxn ang="0">
                  <ns1:pos x="T36" y="T37"/>
                </ns1:cxn>
                <ns1:cxn ang="0">
                  <ns1:pos x="T38" y="T39"/>
                </ns1:cxn>
                <ns1:cxn ang="0">
                  <ns1:pos x="T40" y="T41"/>
                </ns1:cxn>
                <ns1:cxn ang="0">
                  <ns1:pos x="T42" y="T43"/>
                </ns1:cxn>
                <ns1:cxn ang="0">
                  <ns1:pos x="T44" y="T45"/>
                </ns1:cxn>
                <ns1:cxn ang="0">
                  <ns1:pos x="T46" y="T47"/>
                </ns1:cxn>
                <ns1:cxn ang="0">
                  <ns1:pos x="T48" y="T49"/>
                </ns1:cxn>
                <ns1:cxn ang="0">
                  <ns1:pos x="T50" y="T51"/>
                </ns1:cxn>
                <ns1:cxn ang="0">
                  <ns1:pos x="T52" y="T53"/>
                </ns1:cxn>
                <ns1:cxn ang="0">
                  <ns1:pos x="T54" y="T55"/>
                </ns1:cxn>
                <ns1:cxn ang="0">
                  <ns1:pos x="T56" y="T57"/>
                </ns1:cxn>
                <ns1:cxn ang="0">
                  <ns1:pos x="T58" y="T59"/>
                </ns1:cxn>
                <ns1:cxn ang="0">
                  <ns1:pos x="T60" y="T61"/>
                </ns1:cxn>
                <ns1:cxn ang="0">
                  <ns1:pos x="T62" y="T63"/>
                </ns1:cxn>
                <ns1:cxn ang="0">
                  <ns1:pos x="T64" y="T65"/>
                </ns1:cxn>
                <ns1:cxn ang="0">
                  <ns1:pos x="T66" y="T67"/>
                </ns1:cxn>
                <ns1:cxn ang="0">
                  <ns1:pos x="T68" y="T69"/>
                </ns1:cxn>
                <ns1:cxn ang="0">
                  <ns1:pos x="T70" y="T71"/>
                </ns1:cxn>
              </ns1:cxnLst>
              <ns1:rect l="0" t="0" r="r" b="b"/>
              <ns1:pathLst>
                <ns1:path w="97" h="94">
                  <ns1:moveTo>
                    <ns1:pt x="96" y="16"/>
                  </ns1:moveTo>
                  <ns1:cubicBezTo>
                    <ns1:pt x="95" y="16"/>
                    <ns1:pt x="94" y="16"/>
                    <ns1:pt x="94" y="16"/>
                  </ns1:cubicBezTo>
                  <ns1:cubicBezTo>
                    <ns1:pt x="94" y="16"/>
                    <ns1:pt x="94" y="16"/>
                    <ns1:pt x="87" y="27"/>
                  </ns1:cubicBezTo>
                  <ns1:cubicBezTo>
                    <ns1:pt x="87" y="27"/>
                    <ns1:pt x="87" y="27"/>
                    <ns1:pt x="81" y="27"/>
                  </ns1:cubicBezTo>
                  <ns1:cubicBezTo>
                    <ns1:pt x="81" y="27"/>
                    <ns1:pt x="81" y="27"/>
                    <ns1:pt x="73" y="19"/>
                  </ns1:cubicBezTo>
                  <ns1:cubicBezTo>
                    <ns1:pt x="73" y="19"/>
                    <ns1:pt x="73" y="19"/>
                    <ns1:pt x="73" y="12"/>
                  </ns1:cubicBezTo>
                  <ns1:cubicBezTo>
                    <ns1:pt x="73" y="12"/>
                    <ns1:pt x="73" y="12"/>
                    <ns1:pt x="83" y="4"/>
                  </ns1:cubicBezTo>
                  <ns1:cubicBezTo>
                    <ns1:pt x="83" y="3"/>
                    <ns1:pt x="83" y="2"/>
                    <ns1:pt x="82" y="2"/>
                  </ns1:cubicBezTo>
                  <ns1:cubicBezTo>
                    <ns1:pt x="82" y="2"/>
                    <ns1:pt x="82" y="2"/>
                    <ns1:pt x="81" y="2"/>
                  </ns1:cubicBezTo>
                  <ns1:cubicBezTo>
                    <ns1:pt x="81" y="2"/>
                    <ns1:pt x="79" y="2"/>
                    <ns1:pt x="77" y="2"/>
                  </ns1:cubicBezTo>
                  <ns1:cubicBezTo>
                    <ns1:pt x="77" y="1"/>
                    <ns1:pt x="76" y="1"/>
                    <ns1:pt x="75" y="1"/>
                  </ns1:cubicBezTo>
                  <ns1:cubicBezTo>
                    <ns1:pt x="69" y="0"/>
                    <ns1:pt x="66" y="3"/>
                    <ns1:pt x="64" y="5"/>
                  </ns1:cubicBezTo>
                  <ns1:cubicBezTo>
                    <ns1:pt x="62" y="8"/>
                    <ns1:pt x="61" y="10"/>
                    <ns1:pt x="61" y="10"/>
                  </ns1:cubicBezTo>
                  <ns1:cubicBezTo>
                    <ns1:pt x="61" y="10"/>
                    <ns1:pt x="61" y="11"/>
                    <ns1:pt x="61" y="14"/>
                  </ns1:cubicBezTo>
                  <ns1:cubicBezTo>
                    <ns1:pt x="61" y="18"/>
                    <ns1:pt x="61" y="23"/>
                    <ns1:pt x="62" y="26"/>
                  </ns1:cubicBezTo>
                  <ns1:cubicBezTo>
                    <ns1:pt x="63" y="27"/>
                    <ns1:pt x="63" y="27"/>
                    <ns1:pt x="63" y="27"/>
                  </ns1:cubicBezTo>
                  <ns1:cubicBezTo>
                    <ns1:pt x="62" y="30"/>
                    <ns1:pt x="59" y="35"/>
                    <ns1:pt x="59" y="35"/>
                  </ns1:cubicBezTo>
                  <ns1:cubicBezTo>
                    <ns1:pt x="59" y="35"/>
                    <ns1:pt x="59" y="35"/>
                    <ns1:pt x="52" y="42"/>
                  </ns1:cubicBezTo>
                  <ns1:cubicBezTo>
                    <ns1:pt x="52" y="42"/>
                    <ns1:pt x="52" y="42"/>
                    <ns1:pt x="50" y="45"/>
                  </ns1:cubicBezTo>
                  <ns1:cubicBezTo>
                    <ns1:pt x="50" y="45"/>
                    <ns1:pt x="50" y="45"/>
                    <ns1:pt x="43" y="39"/>
                  </ns1:cubicBezTo>
                  <ns1:cubicBezTo>
                    <ns1:pt x="43" y="40"/>
                    <ns1:pt x="42" y="41"/>
                    <ns1:pt x="42" y="41"/>
                  </ns1:cubicBezTo>
                  <ns1:cubicBezTo>
                    <ns1:pt x="42" y="41"/>
                    <ns1:pt x="42" y="41"/>
                    <ns1:pt x="35" y="33"/>
                  </ns1:cubicBezTo>
                  <ns1:cubicBezTo>
                    <ns1:pt x="35" y="33"/>
                    <ns1:pt x="35" y="33"/>
                    <ns1:pt x="35" y="33"/>
                  </ns1:cubicBezTo>
                  <ns1:cubicBezTo>
                    <ns1:pt x="35" y="33"/>
                    <ns1:pt x="35" y="33"/>
                    <ns1:pt x="34" y="31"/>
                  </ns1:cubicBezTo>
                  <ns1:cubicBezTo>
                    <ns1:pt x="34" y="31"/>
                    <ns1:pt x="34" y="31"/>
                    <ns1:pt x="31" y="29"/>
                  </ns1:cubicBezTo>
                  <ns1:cubicBezTo>
                    <ns1:pt x="31" y="29"/>
                    <ns1:pt x="31" y="29"/>
                    <ns1:pt x="33" y="27"/>
                  </ns1:cubicBezTo>
                  <ns1:cubicBezTo>
                    <ns1:pt x="33" y="27"/>
                    <ns1:pt x="33" y="27"/>
                    <ns1:pt x="31" y="26"/>
                  </ns1:cubicBezTo>
                  <ns1:cubicBezTo>
                    <ns1:pt x="31" y="25"/>
                    <ns1:pt x="31" y="24"/>
                    <ns1:pt x="31" y="23"/>
                  </ns1:cubicBezTo>
                  <ns1:cubicBezTo>
                    <ns1:pt x="32" y="22"/>
                    <ns1:pt x="39" y="20"/>
                    <ns1:pt x="45" y="18"/>
                  </ns1:cubicBezTo>
                  <ns1:cubicBezTo>
                    <ns1:pt x="45" y="18"/>
                    <ns1:pt x="45" y="18"/>
                    <ns1:pt x="47" y="17"/>
                  </ns1:cubicBezTo>
                  <ns1:cubicBezTo>
                    <ns1:pt x="47" y="17"/>
                    <ns1:pt x="47" y="17"/>
                    <ns1:pt x="46" y="15"/>
                  </ns1:cubicBezTo>
                  <ns1:cubicBezTo>
                    <ns1:pt x="46" y="15"/>
                    <ns1:pt x="46" y="15"/>
                    <ns1:pt x="45" y="12"/>
                  </ns1:cubicBezTo>
                  <ns1:cubicBezTo>
                    <ns1:pt x="45" y="12"/>
                    <ns1:pt x="45" y="12"/>
                    <ns1:pt x="44" y="11"/>
                  </ns1:cubicBezTo>
                  <ns1:cubicBezTo>
                    <ns1:pt x="44" y="11"/>
                    <ns1:pt x="44" y="11"/>
                    <ns1:pt x="44" y="10"/>
                  </ns1:cubicBezTo>
                  <ns1:cubicBezTo>
                    <ns1:pt x="43" y="10"/>
                    <ns1:pt x="38" y="10"/>
                    <ns1:pt x="32" y="11"/>
                  </ns1:cubicBezTo>
                  <ns1:cubicBezTo>
                    <ns1:pt x="23" y="13"/>
                    <ns1:pt x="17" y="17"/>
                    <ns1:pt x="11" y="23"/>
                  </ns1:cubicBezTo>
                  <ns1:cubicBezTo>
                    <ns1:pt x="11" y="23"/>
                    <ns1:pt x="11" y="23"/>
                    <ns1:pt x="11" y="23"/>
                  </ns1:cubicBezTo>
                  <ns1:cubicBezTo>
                    <ns1:pt x="11" y="23"/>
                    <ns1:pt x="11" y="23"/>
                    <ns1:pt x="11" y="24"/>
                  </ns1:cubicBezTo>
                  <ns1:cubicBezTo>
                    <ns1:pt x="11" y="27"/>
                    <ns1:pt x="11" y="29"/>
                    <ns1:pt x="11" y="30"/>
                  </ns1:cubicBezTo>
                  <ns1:cubicBezTo>
                    <ns1:pt x="11" y="31"/>
                    <ns1:pt x="11" y="33"/>
                    <ns1:pt x="9" y="33"/>
                  </ns1:cubicBezTo>
                  <ns1:cubicBezTo>
                    <ns1:pt x="9" y="33"/>
                    <ns1:pt x="9" y="33"/>
                    <ns1:pt x="6" y="31"/>
                  </ns1:cubicBezTo>
                  <ns1:cubicBezTo>
                    <ns1:pt x="6" y="31"/>
                    <ns1:pt x="6" y="31"/>
                    <ns1:pt x="0" y="38"/>
                  </ns1:cubicBezTo>
                  <ns1:cubicBezTo>
                    <ns1:pt x="0" y="38"/>
                    <ns1:pt x="0" y="38"/>
                    <ns1:pt x="10" y="48"/>
                  </ns1:cubicBezTo>
                  <ns1:cubicBezTo>
                    <ns1:pt x="10" y="48"/>
                    <ns1:pt x="10" y="48"/>
                    <ns1:pt x="17" y="41"/>
                  </ns1:cubicBezTo>
                  <ns1:cubicBezTo>
                    <ns1:pt x="17" y="41"/>
                    <ns1:pt x="17" y="41"/>
                    <ns1:pt x="13" y="37"/>
                  </ns1:cubicBezTo>
                  <ns1:cubicBezTo>
                    <ns1:pt x="14" y="37"/>
                    <ns1:pt x="15" y="37"/>
                    <ns1:pt x="16" y="36"/>
                  </ns1:cubicBezTo>
                  <ns1:cubicBezTo>
                    <ns1:pt x="17" y="35"/>
                    <ns1:pt x="21" y="35"/>
                    <ns1:pt x="23" y="36"/>
                  </ns1:cubicBezTo>
                  <ns1:cubicBezTo>
                    <ns1:pt x="23" y="36"/>
                    <ns1:pt x="23" y="36"/>
                    <ns1:pt x="24" y="37"/>
                  </ns1:cubicBezTo>
                  <ns1:cubicBezTo>
                    <ns1:pt x="24" y="37"/>
                    <ns1:pt x="24" y="37"/>
                    <ns1:pt x="25" y="36"/>
                  </ns1:cubicBezTo>
                  <ns1:cubicBezTo>
                    <ns1:pt x="25" y="36"/>
                    <ns1:pt x="25" y="36"/>
                    <ns1:pt x="27" y="39"/>
                  </ns1:cubicBezTo>
                  <ns1:cubicBezTo>
                    <ns1:pt x="27" y="39"/>
                    <ns1:pt x="27" y="39"/>
                    <ns1:pt x="29" y="40"/>
                  </ns1:cubicBezTo>
                  <ns1:cubicBezTo>
                    <ns1:pt x="29" y="40"/>
                    <ns1:pt x="29" y="40"/>
                    <ns1:pt x="29" y="39"/>
                  </ns1:cubicBezTo>
                  <ns1:cubicBezTo>
                    <ns1:pt x="29" y="39"/>
                    <ns1:pt x="29" y="39"/>
                    <ns1:pt x="37" y="47"/>
                  </ns1:cubicBezTo>
                  <ns1:cubicBezTo>
                    <ns1:pt x="36" y="48"/>
                    <ns1:pt x="36" y="48"/>
                    <ns1:pt x="36" y="49"/>
                  </ns1:cubicBezTo>
                  <ns1:cubicBezTo>
                    <ns1:pt x="36" y="49"/>
                    <ns1:pt x="36" y="49"/>
                    <ns1:pt x="42" y="55"/>
                  </ns1:cubicBezTo>
                  <ns1:cubicBezTo>
                    <ns1:pt x="42" y="55"/>
                    <ns1:pt x="42" y="55"/>
                    <ns1:pt x="15" y="84"/>
                  </ns1:cubicBezTo>
                  <ns1:cubicBezTo>
                    <ns1:pt x="13" y="86"/>
                    <ns1:pt x="14" y="89"/>
                    <ns1:pt x="17" y="91"/>
                  </ns1:cubicBezTo>
                  <ns1:cubicBezTo>
                    <ns1:pt x="19" y="93"/>
                    <ns1:pt x="22" y="94"/>
                    <ns1:pt x="23" y="93"/>
                  </ns1:cubicBezTo>
                  <ns1:cubicBezTo>
                    <ns1:pt x="23" y="93"/>
                    <ns1:pt x="23" y="93"/>
                    <ns1:pt x="50" y="63"/>
                  </ns1:cubicBezTo>
                  <ns1:cubicBezTo>
                    <ns1:pt x="50" y="63"/>
                    <ns1:pt x="50" y="63"/>
                    <ns1:pt x="77" y="89"/>
                  </ns1:cubicBezTo>
                  <ns1:cubicBezTo>
                    <ns1:pt x="79" y="91"/>
                    <ns1:pt x="82" y="90"/>
                    <ns1:pt x="84" y="88"/>
                  </ns1:cubicBezTo>
                  <ns1:cubicBezTo>
                    <ns1:pt x="86" y="85"/>
                    <ns1:pt x="87" y="82"/>
                    <ns1:pt x="85" y="81"/>
                  </ns1:cubicBezTo>
                  <ns1:cubicBezTo>
                    <ns1:pt x="85" y="81"/>
                    <ns1:pt x="85" y="81"/>
                    <ns1:pt x="58" y="54"/>
                  </ns1:cubicBezTo>
                  <ns1:cubicBezTo>
                    <ns1:pt x="58" y="54"/>
                    <ns1:pt x="58" y="54"/>
                    <ns1:pt x="59" y="53"/>
                  </ns1:cubicBezTo>
                  <ns1:cubicBezTo>
                    <ns1:pt x="59" y="53"/>
                    <ns1:pt x="59" y="53"/>
                    <ns1:pt x="59" y="52"/>
                  </ns1:cubicBezTo>
                  <ns1:cubicBezTo>
                    <ns1:pt x="59" y="52"/>
                    <ns1:pt x="65" y="45"/>
                    <ns1:pt x="69" y="42"/>
                  </ns1:cubicBezTo>
                  <ns1:cubicBezTo>
                    <ns1:pt x="71" y="40"/>
                    <ns1:pt x="73" y="39"/>
                    <ns1:pt x="74" y="38"/>
                  </ns1:cubicBezTo>
                  <ns1:cubicBezTo>
                    <ns1:pt x="75" y="38"/>
                    <ns1:pt x="77" y="38"/>
                    <ns1:pt x="77" y="38"/>
                  </ns1:cubicBezTo>
                  <ns1:cubicBezTo>
                    <ns1:pt x="77" y="38"/>
                    <ns1:pt x="83" y="39"/>
                    <ns1:pt x="83" y="39"/>
                  </ns1:cubicBezTo>
                  <ns1:cubicBezTo>
                    <ns1:pt x="92" y="39"/>
                    <ns1:pt x="96" y="28"/>
                    <ns1:pt x="96" y="28"/>
                  </ns1:cubicBezTo>
                  <ns1:cubicBezTo>
                    <ns1:pt x="96" y="28"/>
                    <ns1:pt x="96" y="27"/>
                    <ns1:pt x="97" y="21"/>
                  </ns1:cubicBezTo>
                  <ns1:cubicBezTo>
                    <ns1:pt x="97" y="19"/>
                    <ns1:pt x="97" y="18"/>
                    <ns1:pt x="97" y="17"/>
                  </ns1:cubicBezTo>
                  <ns1:cubicBezTo>
                    <ns1:pt x="96" y="16"/>
                    <ns1:pt x="96" y="16"/>
                    <ns1:pt x="96" y="16"/>
                  </ns1:cubicBezTo>
                  <ns1:close/>
                </ns1:path>
              </ns1:pathLst>
            </ns1:custGeom>
            <ns1:solidFill>
              <ns1:schemeClr val="tx1">
                <ns1:lumMod val="75000"/>
                <ns1:lumOff val="25000"/>
              </ns1:schemeClr>
            </ns1:solidFill>
            <ns1:ln>
              <ns1:noFill/>
            </ns1:ln>
          </ns0:spPr>
          <ns0:txBody>
            <ns1:bodyPr vert="horz" wrap="square" lIns="91440" tIns="45720" rIns="91440" bIns="45720" numCol="1" anchor="t" anchorCtr="0" compatLnSpc="1">
              <ns1:prstTxWarp prst="textNoShape">
                <ns1:avLst/>
              </ns1:prstTxWarp>
            </ns1:bodyPr>
            <ns1:lstStyle/>
            <ns1:p>
              <ns1:pPr algn="ctr"/>
              <ns1:endParaRPr lang="id-ID" sz="2700"/>
            </ns1:p>
          </ns0:txBody>
        </ns0:sp>
      </ns0:grpSp>
      <ns0:grpSp>
        <ns0:nvGrpSpPr>
          <ns0:cNvPr id="14" name="Group 13">
            <ns1:extLst>
              <ns1:ext uri="{FF2B5EF4-FFF2-40B4-BE49-F238E27FC236}">
                <ns2:creationId id="{542967CC-FE9C-4669-BB79-4F9F6D181354}"/>
              </ns1:ext>
            </ns1:extLst>
          </ns0:cNvPr>
          <ns0:cNvGrpSpPr/>
          <ns0:nvPr/>
        </ns0:nvGrpSpPr>
        <ns0:grpSpPr>
          <ns1:xfrm>
            <ns1:off x="8964468" y="588681"/>
            <ns1:ext cx="657143" cy="657143"/>
            <ns1:chOff x="2602569" y="1992904"/>
            <ns1:chExt cx="963227" cy="963227"/>
          </ns1:xfrm>
        </ns0:grpSpPr>
        <ns0:sp>
          <ns0:nvSpPr>
            <ns0:cNvPr id="15" name="Oval 14">
              <ns1:extLst>
                <ns1:ext uri="{FF2B5EF4-FFF2-40B4-BE49-F238E27FC236}">
                  <ns2:creationId id="{075C0A43-81B2-4876-AEC7-047CAA018568}"/>
                </ns1:ext>
              </ns1:extLst>
            </ns0:cNvPr>
            <ns0:cNvSpPr/>
            <ns0:nvPr/>
          </ns0:nvSpPr>
          <ns0:spPr>
            <ns1:xfrm>
              <ns1:off x="2602569" y="1992904"/>
              <ns1:ext cx="963227" cy="963227"/>
            </ns1:xfrm>
            <ns1:prstGeom prst="ellipse">
              <ns1:avLst/>
            </ns1:prstGeom>
            <ns1:solidFill>
              <ns1:schemeClr val="accent4">
                <ns1:lumMod val="40000"/>
                <ns1:lumOff val="60000"/>
              </ns1:schemeClr>
            </ns1:solidFill>
            <ns1:ln>
              <ns1:noFill/>
            </ns1:ln>
          </ns0:spPr>
          <ns0:style>
            <ns1:lnRef idx="2">
              <ns1:schemeClr val="accent1">
                <ns1:shade val="50000"/>
              </ns1:schemeClr>
            </ns1:lnRef>
            <ns1:fillRef idx="1">
              <ns1:schemeClr val="accent1"/>
            </ns1:fillRef>
            <ns1:effectRef idx="0">
              <ns1:schemeClr val="accent1"/>
            </ns1:effectRef>
            <ns1:fontRef idx="minor">
              <ns1:schemeClr val="lt1"/>
            </ns1:fontRef>
          </ns0:style>
          <ns0:txBody>
            <ns1:bodyPr rtlCol="0" anchor="ctr"/>
            <ns1:lstStyle/>
            <ns1:p>
              <ns1:pPr algn="ctr"/>
              <ns1:endParaRPr lang="en-US"/>
            </ns1:p>
          </ns0:txBody>
        </ns0:sp>
        <ns0:sp>
          <ns0:nvSpPr>
            <ns0:cNvPr id="16" name="Freeform 112">
              <ns1:extLst>
                <ns1:ext uri="{FF2B5EF4-FFF2-40B4-BE49-F238E27FC236}">
                  <ns2:creationId id="{7C30E2E7-FD2F-4A3C-B823-1876E83D4639}"/>
                </ns1:ext>
              </ns1:extLst>
            </ns0:cNvPr>
            <ns0:cNvSpPr>
              <ns1:spLocks noEditPoints="1"/>
            </ns0:cNvSpPr>
            <ns0:nvPr/>
          </ns0:nvSpPr>
          <ns0:spPr bwMode="auto">
            <ns1:xfrm>
              <ns1:off x="2883995" y="2275320"/>
              <ns1:ext cx="400375" cy="398394"/>
            </ns1:xfrm>
            <ns1:custGeom>
              <ns1:avLst/>
              <ns1:gdLst>
                <ns1:gd name="T0" fmla="*/ 176 w 176"/>
                <ns1:gd name="T1" fmla="*/ 52 h 176"/>
                <ns1:gd name="T2" fmla="*/ 175 w 176"/>
                <ns1:gd name="T3" fmla="*/ 50 h 176"/>
                <ns1:gd name="T4" fmla="*/ 175 w 176"/>
                <ns1:gd name="T5" fmla="*/ 50 h 176"/>
                <ns1:gd name="T6" fmla="*/ 175 w 176"/>
                <ns1:gd name="T7" fmla="*/ 49 h 176"/>
                <ns1:gd name="T8" fmla="*/ 175 w 176"/>
                <ns1:gd name="T9" fmla="*/ 49 h 176"/>
                <ns1:gd name="T10" fmla="*/ 127 w 176"/>
                <ns1:gd name="T11" fmla="*/ 2 h 176"/>
                <ns1:gd name="T12" fmla="*/ 127 w 176"/>
                <ns1:gd name="T13" fmla="*/ 2 h 176"/>
                <ns1:gd name="T14" fmla="*/ 124 w 176"/>
                <ns1:gd name="T15" fmla="*/ 0 h 176"/>
                <ns1:gd name="T16" fmla="*/ 52 w 176"/>
                <ns1:gd name="T17" fmla="*/ 0 h 176"/>
                <ns1:gd name="T18" fmla="*/ 49 w 176"/>
                <ns1:gd name="T19" fmla="*/ 2 h 176"/>
                <ns1:gd name="T20" fmla="*/ 49 w 176"/>
                <ns1:gd name="T21" fmla="*/ 2 h 176"/>
                <ns1:gd name="T22" fmla="*/ 1 w 176"/>
                <ns1:gd name="T23" fmla="*/ 49 h 176"/>
                <ns1:gd name="T24" fmla="*/ 1 w 176"/>
                <ns1:gd name="T25" fmla="*/ 49 h 176"/>
                <ns1:gd name="T26" fmla="*/ 1 w 176"/>
                <ns1:gd name="T27" fmla="*/ 50 h 176"/>
                <ns1:gd name="T28" fmla="*/ 1 w 176"/>
                <ns1:gd name="T29" fmla="*/ 50 h 176"/>
                <ns1:gd name="T30" fmla="*/ 0 w 176"/>
                <ns1:gd name="T31" fmla="*/ 52 h 176"/>
                <ns1:gd name="T32" fmla="*/ 1 w 176"/>
                <ns1:gd name="T33" fmla="*/ 54 h 176"/>
                <ns1:gd name="T34" fmla="*/ 1 w 176"/>
                <ns1:gd name="T35" fmla="*/ 55 h 176"/>
                <ns1:gd name="T36" fmla="*/ 85 w 176"/>
                <ns1:gd name="T37" fmla="*/ 175 h 176"/>
                <ns1:gd name="T38" fmla="*/ 85 w 176"/>
                <ns1:gd name="T39" fmla="*/ 174 h 176"/>
                <ns1:gd name="T40" fmla="*/ 88 w 176"/>
                <ns1:gd name="T41" fmla="*/ 176 h 176"/>
                <ns1:gd name="T42" fmla="*/ 91 w 176"/>
                <ns1:gd name="T43" fmla="*/ 174 h 176"/>
                <ns1:gd name="T44" fmla="*/ 91 w 176"/>
                <ns1:gd name="T45" fmla="*/ 175 h 176"/>
                <ns1:gd name="T46" fmla="*/ 175 w 176"/>
                <ns1:gd name="T47" fmla="*/ 55 h 176"/>
                <ns1:gd name="T48" fmla="*/ 175 w 176"/>
                <ns1:gd name="T49" fmla="*/ 54 h 176"/>
                <ns1:gd name="T50" fmla="*/ 176 w 176"/>
                <ns1:gd name="T51" fmla="*/ 52 h 176"/>
                <ns1:gd name="T52" fmla="*/ 122 w 176"/>
                <ns1:gd name="T53" fmla="*/ 8 h 176"/>
                <ns1:gd name="T54" fmla="*/ 162 w 176"/>
                <ns1:gd name="T55" fmla="*/ 48 h 176"/>
                <ns1:gd name="T56" fmla="*/ 126 w 176"/>
                <ns1:gd name="T57" fmla="*/ 48 h 176"/>
                <ns1:gd name="T58" fmla="*/ 106 w 176"/>
                <ns1:gd name="T59" fmla="*/ 8 h 176"/>
                <ns1:gd name="T60" fmla="*/ 122 w 176"/>
                <ns1:gd name="T61" fmla="*/ 8 h 176"/>
                <ns1:gd name="T62" fmla="*/ 98 w 176"/>
                <ns1:gd name="T63" fmla="*/ 8 h 176"/>
                <ns1:gd name="T64" fmla="*/ 118 w 176"/>
                <ns1:gd name="T65" fmla="*/ 48 h 176"/>
                <ns1:gd name="T66" fmla="*/ 58 w 176"/>
                <ns1:gd name="T67" fmla="*/ 48 h 176"/>
                <ns1:gd name="T68" fmla="*/ 78 w 176"/>
                <ns1:gd name="T69" fmla="*/ 8 h 176"/>
                <ns1:gd name="T70" fmla="*/ 98 w 176"/>
                <ns1:gd name="T71" fmla="*/ 8 h 176"/>
                <ns1:gd name="T72" fmla="*/ 54 w 176"/>
                <ns1:gd name="T73" fmla="*/ 8 h 176"/>
                <ns1:gd name="T74" fmla="*/ 70 w 176"/>
                <ns1:gd name="T75" fmla="*/ 8 h 176"/>
                <ns1:gd name="T76" fmla="*/ 50 w 176"/>
                <ns1:gd name="T77" fmla="*/ 48 h 176"/>
                <ns1:gd name="T78" fmla="*/ 14 w 176"/>
                <ns1:gd name="T79" fmla="*/ 48 h 176"/>
                <ns1:gd name="T80" fmla="*/ 54 w 176"/>
                <ns1:gd name="T81" fmla="*/ 8 h 176"/>
                <ns1:gd name="T82" fmla="*/ 12 w 176"/>
                <ns1:gd name="T83" fmla="*/ 56 h 176"/>
                <ns1:gd name="T84" fmla="*/ 49 w 176"/>
                <ns1:gd name="T85" fmla="*/ 56 h 176"/>
                <ns1:gd name="T86" fmla="*/ 77 w 176"/>
                <ns1:gd name="T87" fmla="*/ 149 h 176"/>
                <ns1:gd name="T88" fmla="*/ 12 w 176"/>
                <ns1:gd name="T89" fmla="*/ 56 h 176"/>
                <ns1:gd name="T90" fmla="*/ 88 w 176"/>
                <ns1:gd name="T91" fmla="*/ 158 h 176"/>
                <ns1:gd name="T92" fmla="*/ 57 w 176"/>
                <ns1:gd name="T93" fmla="*/ 56 h 176"/>
                <ns1:gd name="T94" fmla="*/ 119 w 176"/>
                <ns1:gd name="T95" fmla="*/ 56 h 176"/>
                <ns1:gd name="T96" fmla="*/ 88 w 176"/>
                <ns1:gd name="T97" fmla="*/ 158 h 176"/>
                <ns1:gd name="T98" fmla="*/ 99 w 176"/>
                <ns1:gd name="T99" fmla="*/ 149 h 176"/>
                <ns1:gd name="T100" fmla="*/ 127 w 176"/>
                <ns1:gd name="T101" fmla="*/ 56 h 176"/>
                <ns1:gd name="T102" fmla="*/ 164 w 176"/>
                <ns1:gd name="T103" fmla="*/ 56 h 176"/>
                <ns1:gd name="T104" fmla="*/ 99 w 176"/>
                <ns1:gd name="T105" fmla="*/ 149 h 176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  <ns1:cxn ang="0">
                  <ns1:pos x="T14" y="T15"/>
                </ns1:cxn>
                <ns1:cxn ang="0">
                  <ns1:pos x="T16" y="T17"/>
                </ns1:cxn>
                <ns1:cxn ang="0">
                  <ns1:pos x="T18" y="T19"/>
                </ns1:cxn>
                <ns1:cxn ang="0">
                  <ns1:pos x="T20" y="T21"/>
                </ns1:cxn>
                <ns1:cxn ang="0">
                  <ns1:pos x="T22" y="T23"/>
                </ns1:cxn>
                <ns1:cxn ang="0">
                  <ns1:pos x="T24" y="T25"/>
                </ns1:cxn>
                <ns1:cxn ang="0">
                  <ns1:pos x="T26" y="T27"/>
                </ns1:cxn>
                <ns1:cxn ang="0">
                  <ns1:pos x="T28" y="T29"/>
                </ns1:cxn>
                <ns1:cxn ang="0">
                  <ns1:pos x="T30" y="T31"/>
                </ns1:cxn>
                <ns1:cxn ang="0">
                  <ns1:pos x="T32" y="T33"/>
                </ns1:cxn>
                <ns1:cxn ang="0">
                  <ns1:pos x="T34" y="T35"/>
                </ns1:cxn>
                <ns1:cxn ang="0">
                  <ns1:pos x="T36" y="T37"/>
                </ns1:cxn>
                <ns1:cxn ang="0">
                  <ns1:pos x="T38" y="T39"/>
                </ns1:cxn>
                <ns1:cxn ang="0">
                  <ns1:pos x="T40" y="T41"/>
                </ns1:cxn>
                <ns1:cxn ang="0">
                  <ns1:pos x="T42" y="T43"/>
                </ns1:cxn>
                <ns1:cxn ang="0">
                  <ns1:pos x="T44" y="T45"/>
                </ns1:cxn>
                <ns1:cxn ang="0">
                  <ns1:pos x="T46" y="T47"/>
                </ns1:cxn>
                <ns1:cxn ang="0">
                  <ns1:pos x="T48" y="T49"/>
                </ns1:cxn>
                <ns1:cxn ang="0">
                  <ns1:pos x="T50" y="T51"/>
                </ns1:cxn>
                <ns1:cxn ang="0">
                  <ns1:pos x="T52" y="T53"/>
                </ns1:cxn>
                <ns1:cxn ang="0">
                  <ns1:pos x="T54" y="T55"/>
                </ns1:cxn>
                <ns1:cxn ang="0">
                  <ns1:pos x="T56" y="T57"/>
                </ns1:cxn>
                <ns1:cxn ang="0">
                  <ns1:pos x="T58" y="T59"/>
                </ns1:cxn>
                <ns1:cxn ang="0">
                  <ns1:pos x="T60" y="T61"/>
                </ns1:cxn>
                <ns1:cxn ang="0">
                  <ns1:pos x="T62" y="T63"/>
                </ns1:cxn>
                <ns1:cxn ang="0">
                  <ns1:pos x="T64" y="T65"/>
                </ns1:cxn>
                <ns1:cxn ang="0">
                  <ns1:pos x="T66" y="T67"/>
                </ns1:cxn>
                <ns1:cxn ang="0">
                  <ns1:pos x="T68" y="T69"/>
                </ns1:cxn>
                <ns1:cxn ang="0">
                  <ns1:pos x="T70" y="T71"/>
                </ns1:cxn>
                <ns1:cxn ang="0">
                  <ns1:pos x="T72" y="T73"/>
                </ns1:cxn>
                <ns1:cxn ang="0">
                  <ns1:pos x="T74" y="T75"/>
                </ns1:cxn>
                <ns1:cxn ang="0">
                  <ns1:pos x="T76" y="T77"/>
                </ns1:cxn>
                <ns1:cxn ang="0">
                  <ns1:pos x="T78" y="T79"/>
                </ns1:cxn>
                <ns1:cxn ang="0">
                  <ns1:pos x="T80" y="T81"/>
                </ns1:cxn>
                <ns1:cxn ang="0">
                  <ns1:pos x="T82" y="T83"/>
                </ns1:cxn>
                <ns1:cxn ang="0">
                  <ns1:pos x="T84" y="T85"/>
                </ns1:cxn>
                <ns1:cxn ang="0">
                  <ns1:pos x="T86" y="T87"/>
                </ns1:cxn>
                <ns1:cxn ang="0">
                  <ns1:pos x="T88" y="T89"/>
                </ns1:cxn>
                <ns1:cxn ang="0">
                  <ns1:pos x="T90" y="T91"/>
                </ns1:cxn>
                <ns1:cxn ang="0">
                  <ns1:pos x="T92" y="T93"/>
                </ns1:cxn>
                <ns1:cxn ang="0">
                  <ns1:pos x="T94" y="T95"/>
                </ns1:cxn>
                <ns1:cxn ang="0">
                  <ns1:pos x="T96" y="T97"/>
                </ns1:cxn>
                <ns1:cxn ang="0">
                  <ns1:pos x="T98" y="T99"/>
                </ns1:cxn>
                <ns1:cxn ang="0">
                  <ns1:pos x="T100" y="T101"/>
                </ns1:cxn>
                <ns1:cxn ang="0">
                  <ns1:pos x="T102" y="T103"/>
                </ns1:cxn>
                <ns1:cxn ang="0">
                  <ns1:pos x="T104" y="T105"/>
                </ns1:cxn>
              </ns1:cxnLst>
              <ns1:rect l="0" t="0" r="r" b="b"/>
              <ns1:pathLst>
                <ns1:path w="176" h="176">
                  <ns1:moveTo>
                    <ns1:pt x="176" y="52"/>
                  </ns1:moveTo>
                  <ns1:cubicBezTo>
                    <ns1:pt x="176" y="51"/>
                    <ns1:pt x="176" y="50"/>
                    <ns1:pt x="175" y="50"/>
                  </ns1:cubicBezTo>
                  <ns1:cubicBezTo>
                    <ns1:pt x="175" y="50"/>
                    <ns1:pt x="175" y="50"/>
                    <ns1:pt x="175" y="50"/>
                  </ns1:cubicBezTo>
                  <ns1:cubicBezTo>
                    <ns1:pt x="175" y="49"/>
                    <ns1:pt x="175" y="49"/>
                    <ns1:pt x="175" y="49"/>
                  </ns1:cubicBezTo>
                  <ns1:cubicBezTo>
                    <ns1:pt x="175" y="49"/>
                    <ns1:pt x="175" y="49"/>
                    <ns1:pt x="175" y="49"/>
                  </ns1:cubicBezTo>
                  <ns1:cubicBezTo>
                    <ns1:pt x="127" y="2"/>
                    <ns1:pt x="127" y="2"/>
                    <ns1:pt x="127" y="2"/>
                  </ns1:cubicBezTo>
                  <ns1:cubicBezTo>
                    <ns1:pt x="127" y="2"/>
                    <ns1:pt x="127" y="2"/>
                    <ns1:pt x="127" y="2"/>
                  </ns1:cubicBezTo>
                  <ns1:cubicBezTo>
                    <ns1:pt x="126" y="1"/>
                    <ns1:pt x="125" y="0"/>
                    <ns1:pt x="124" y="0"/>
                  </ns1:cubicBezTo>
                  <ns1:cubicBezTo>
                    <ns1:pt x="52" y="0"/>
                    <ns1:pt x="52" y="0"/>
                    <ns1:pt x="52" y="0"/>
                  </ns1:cubicBezTo>
                  <ns1:cubicBezTo>
                    <ns1:pt x="51" y="0"/>
                    <ns1:pt x="50" y="1"/>
                    <ns1:pt x="49" y="2"/>
                  </ns1:cubicBezTo>
                  <ns1:cubicBezTo>
                    <ns1:pt x="49" y="2"/>
                    <ns1:pt x="49" y="2"/>
                    <ns1:pt x="49" y="2"/>
                  </ns1:cubicBezTo>
                  <ns1:cubicBezTo>
                    <ns1:pt x="1" y="49"/>
                    <ns1:pt x="1" y="49"/>
                    <ns1:pt x="1" y="49"/>
                  </ns1:cubicBezTo>
                  <ns1:cubicBezTo>
                    <ns1:pt x="1" y="49"/>
                    <ns1:pt x="1" y="49"/>
                    <ns1:pt x="1" y="49"/>
                  </ns1:cubicBezTo>
                  <ns1:cubicBezTo>
                    <ns1:pt x="1" y="50"/>
                    <ns1:pt x="1" y="50"/>
                    <ns1:pt x="1" y="50"/>
                  </ns1:cubicBezTo>
                  <ns1:cubicBezTo>
                    <ns1:pt x="1" y="50"/>
                    <ns1:pt x="1" y="50"/>
                    <ns1:pt x="1" y="50"/>
                  </ns1:cubicBezTo>
                  <ns1:cubicBezTo>
                    <ns1:pt x="0" y="50"/>
                    <ns1:pt x="0" y="51"/>
                    <ns1:pt x="0" y="52"/>
                  </ns1:cubicBezTo>
                  <ns1:cubicBezTo>
                    <ns1:pt x="0" y="53"/>
                    <ns1:pt x="0" y="54"/>
                    <ns1:pt x="1" y="54"/>
                  </ns1:cubicBezTo>
                  <ns1:cubicBezTo>
                    <ns1:pt x="1" y="55"/>
                    <ns1:pt x="1" y="55"/>
                    <ns1:pt x="1" y="55"/>
                  </ns1:cubicBezTo>
                  <ns1:cubicBezTo>
                    <ns1:pt x="85" y="175"/>
                    <ns1:pt x="85" y="175"/>
                    <ns1:pt x="85" y="175"/>
                  </ns1:cubicBezTo>
                  <ns1:cubicBezTo>
                    <ns1:pt x="85" y="174"/>
                    <ns1:pt x="85" y="174"/>
                    <ns1:pt x="85" y="174"/>
                  </ns1:cubicBezTo>
                  <ns1:cubicBezTo>
                    <ns1:pt x="86" y="175"/>
                    <ns1:pt x="87" y="176"/>
                    <ns1:pt x="88" y="176"/>
                  </ns1:cubicBezTo>
                  <ns1:cubicBezTo>
                    <ns1:pt x="89" y="176"/>
                    <ns1:pt x="90" y="175"/>
                    <ns1:pt x="91" y="174"/>
                  </ns1:cubicBezTo>
                  <ns1:cubicBezTo>
                    <ns1:pt x="91" y="175"/>
                    <ns1:pt x="91" y="175"/>
                    <ns1:pt x="91" y="175"/>
                  </ns1:cubicBezTo>
                  <ns1:cubicBezTo>
                    <ns1:pt x="175" y="55"/>
                    <ns1:pt x="175" y="55"/>
                    <ns1:pt x="175" y="55"/>
                  </ns1:cubicBezTo>
                  <ns1:cubicBezTo>
                    <ns1:pt x="175" y="54"/>
                    <ns1:pt x="175" y="54"/>
                    <ns1:pt x="175" y="54"/>
                  </ns1:cubicBezTo>
                  <ns1:cubicBezTo>
                    <ns1:pt x="176" y="54"/>
                    <ns1:pt x="176" y="53"/>
                    <ns1:pt x="176" y="52"/>
                  </ns1:cubicBezTo>
                  <ns1:moveTo>
                    <ns1:pt x="122" y="8"/>
                  </ns1:moveTo>
                  <ns1:cubicBezTo>
                    <ns1:pt x="162" y="48"/>
                    <ns1:pt x="162" y="48"/>
                    <ns1:pt x="162" y="48"/>
                  </ns1:cubicBezTo>
                  <ns1:cubicBezTo>
                    <ns1:pt x="126" y="48"/>
                    <ns1:pt x="126" y="48"/>
                    <ns1:pt x="126" y="48"/>
                  </ns1:cubicBezTo>
                  <ns1:cubicBezTo>
                    <ns1:pt x="106" y="8"/>
                    <ns1:pt x="106" y="8"/>
                    <ns1:pt x="106" y="8"/>
                  </ns1:cubicBezTo>
                  <ns1:lnTo>
                    <ns1:pt x="122" y="8"/>
                  </ns1:lnTo>
                  <ns1:close/>
                  <ns1:moveTo>
                    <ns1:pt x="98" y="8"/>
                  </ns1:moveTo>
                  <ns1:cubicBezTo>
                    <ns1:pt x="118" y="48"/>
                    <ns1:pt x="118" y="48"/>
                    <ns1:pt x="118" y="48"/>
                  </ns1:cubicBezTo>
                  <ns1:cubicBezTo>
                    <ns1:pt x="58" y="48"/>
                    <ns1:pt x="58" y="48"/>
                    <ns1:pt x="58" y="48"/>
                  </ns1:cubicBezTo>
                  <ns1:cubicBezTo>
                    <ns1:pt x="78" y="8"/>
                    <ns1:pt x="78" y="8"/>
                    <ns1:pt x="78" y="8"/>
                  </ns1:cubicBezTo>
                  <ns1:lnTo>
                    <ns1:pt x="98" y="8"/>
                  </ns1:lnTo>
                  <ns1:close/>
                  <ns1:moveTo>
                    <ns1:pt x="54" y="8"/>
                  </ns1:moveTo>
                  <ns1:cubicBezTo>
                    <ns1:pt x="70" y="8"/>
                    <ns1:pt x="70" y="8"/>
                    <ns1:pt x="70" y="8"/>
                  </ns1:cubicBezTo>
                  <ns1:cubicBezTo>
                    <ns1:pt x="50" y="48"/>
                    <ns1:pt x="50" y="48"/>
                    <ns1:pt x="50" y="48"/>
                  </ns1:cubicBezTo>
                  <ns1:cubicBezTo>
                    <ns1:pt x="14" y="48"/>
                    <ns1:pt x="14" y="48"/>
                    <ns1:pt x="14" y="48"/>
                  </ns1:cubicBezTo>
                  <ns1:lnTo>
                    <ns1:pt x="54" y="8"/>
                  </ns1:lnTo>
                  <ns1:close/>
                  <ns1:moveTo>
                    <ns1:pt x="12" y="56"/>
                  </ns1:moveTo>
                  <ns1:cubicBezTo>
                    <ns1:pt x="49" y="56"/>
                    <ns1:pt x="49" y="56"/>
                    <ns1:pt x="49" y="56"/>
                  </ns1:cubicBezTo>
                  <ns1:cubicBezTo>
                    <ns1:pt x="77" y="149"/>
                    <ns1:pt x="77" y="149"/>
                    <ns1:pt x="77" y="149"/>
                  </ns1:cubicBezTo>
                  <ns1:lnTo>
                    <ns1:pt x="12" y="56"/>
                  </ns1:lnTo>
                  <ns1:close/>
                  <ns1:moveTo>
                    <ns1:pt x="88" y="158"/>
                  </ns1:moveTo>
                  <ns1:cubicBezTo>
                    <ns1:pt x="57" y="56"/>
                    <ns1:pt x="57" y="56"/>
                    <ns1:pt x="57" y="56"/>
                  </ns1:cubicBezTo>
                  <ns1:cubicBezTo>
                    <ns1:pt x="119" y="56"/>
                    <ns1:pt x="119" y="56"/>
                    <ns1:pt x="119" y="56"/>
                  </ns1:cubicBezTo>
                  <ns1:lnTo>
                    <ns1:pt x="88" y="158"/>
                  </ns1:lnTo>
                  <ns1:close/>
                  <ns1:moveTo>
                    <ns1:pt x="99" y="149"/>
                  </ns1:moveTo>
                  <ns1:cubicBezTo>
                    <ns1:pt x="127" y="56"/>
                    <ns1:pt x="127" y="56"/>
                    <ns1:pt x="127" y="56"/>
                  </ns1:cubicBezTo>
                  <ns1:cubicBezTo>
                    <ns1:pt x="164" y="56"/>
                    <ns1:pt x="164" y="56"/>
                    <ns1:pt x="164" y="56"/>
                  </ns1:cubicBezTo>
                  <ns1:lnTo>
                    <ns1:pt x="99" y="149"/>
                  </ns1:lnTo>
                  <ns1:close/>
                </ns1:path>
              </ns1:pathLst>
            </ns1:custGeom>
            <ns1:solidFill>
              <ns1:schemeClr val="tx2">
                <ns1:lumMod val="75000"/>
              </ns1:schemeClr>
            </ns1:solidFill>
            <ns1:ln>
              <ns1:noFill/>
            </ns1:ln>
            <ns1:extLst/>
          </ns0:spPr>
          <ns0:txBody>
            <ns1:bodyPr vert="horz" wrap="square" lIns="91440" tIns="45720" rIns="91440" bIns="45720" numCol="1" anchor="t" anchorCtr="0" compatLnSpc="1">
              <ns1:prstTxWarp prst="textNoShape">
                <ns1:avLst/>
              </ns1:prstTxWarp>
            </ns1:bodyPr>
            <ns1:lstStyle/>
            <ns1:p>
              <ns1:endParaRPr lang="en-US" sz="2700"/>
            </ns1:p>
          </ns0:txBody>
        </ns0:sp>
      </ns0:grpSp>
      <ns0:grpSp>
        <ns0:nvGrpSpPr>
          <ns0:cNvPr id="17" name="Group 16">
            <ns1:extLst>
              <ns1:ext uri="{FF2B5EF4-FFF2-40B4-BE49-F238E27FC236}">
                <ns2:creationId id="{F731F756-2928-4DAE-8B13-D2F36A528D2F}"/>
              </ns1:ext>
            </ns1:extLst>
          </ns0:cNvPr>
          <ns0:cNvGrpSpPr/>
          <ns0:nvPr/>
        </ns0:nvGrpSpPr>
        <ns0:grpSpPr>
          <ns1:xfrm>
            <ns1:off x="6295801" y="3604742"/>
            <ns1:ext cx="657143" cy="657143"/>
            <ns1:chOff x="8638863" y="4268578"/>
            <ns1:chExt cx="963227" cy="963227"/>
          </ns1:xfrm>
        </ns0:grpSpPr>
        <ns0:sp>
          <ns0:nvSpPr>
            <ns0:cNvPr id="18" name="Oval 17">
              <ns1:extLst>
                <ns1:ext uri="{FF2B5EF4-FFF2-40B4-BE49-F238E27FC236}">
                  <ns2:creationId id="{DF1BDDFD-7BB2-4CC6-B708-61E78DB2A012}"/>
                </ns1:ext>
              </ns1:extLst>
            </ns0:cNvPr>
            <ns0:cNvSpPr/>
            <ns0:nvPr/>
          </ns0:nvSpPr>
          <ns0:spPr>
            <ns1:xfrm>
              <ns1:off x="8638863" y="4268578"/>
              <ns1:ext cx="963227" cy="963227"/>
            </ns1:xfrm>
            <ns1:prstGeom prst="ellipse">
              <ns1:avLst/>
            </ns1:prstGeom>
            <ns1:solidFill>
              <ns1:schemeClr val="accent4">
                <ns1:lumMod val="40000"/>
                <ns1:lumOff val="60000"/>
              </ns1:schemeClr>
            </ns1:solidFill>
            <ns1:ln>
              <ns1:noFill/>
            </ns1:ln>
          </ns0:spPr>
          <ns0:style>
            <ns1:lnRef idx="2">
              <ns1:schemeClr val="accent1">
                <ns1:shade val="50000"/>
              </ns1:schemeClr>
            </ns1:lnRef>
            <ns1:fillRef idx="1">
              <ns1:schemeClr val="accent1"/>
            </ns1:fillRef>
            <ns1:effectRef idx="0">
              <ns1:schemeClr val="accent1"/>
            </ns1:effectRef>
            <ns1:fontRef idx="minor">
              <ns1:schemeClr val="lt1"/>
            </ns1:fontRef>
          </ns0:style>
          <ns0:txBody>
            <ns1:bodyPr rtlCol="0" anchor="ctr"/>
            <ns1:lstStyle/>
            <ns1:p>
              <ns1:pPr algn="ctr"/>
              <ns1:endParaRPr lang="en-US"/>
            </ns1:p>
          </ns0:txBody>
        </ns0:sp>
        <ns0:grpSp>
          <ns0:nvGrpSpPr>
            <ns0:cNvPr id="19" name="Group 18">
              <ns1:extLst>
                <ns1:ext uri="{FF2B5EF4-FFF2-40B4-BE49-F238E27FC236}">
                  <ns2:creationId id="{00C0B06E-CAE7-4CCC-A160-51C766F599BD}"/>
                </ns1:ext>
              </ns1:extLst>
            </ns0:cNvPr>
            <ns0:cNvGrpSpPr/>
            <ns0:nvPr/>
          </ns0:nvGrpSpPr>
          <ns0:grpSpPr>
            <ns1:xfrm>
              <ns1:off x="8935210" y="4571327"/>
              <ns1:ext cx="370533" cy="357729"/>
              <ns1:chOff x="4064000" y="5461000"/>
              <ns1:chExt cx="735013" cy="709613"/>
            </ns1:xfrm>
            <ns1:solidFill>
              <ns1:schemeClr val="tx1">
                <ns1:lumMod val="75000"/>
                <ns1:lumOff val="25000"/>
              </ns1:schemeClr>
            </ns1:solidFill>
          </ns0:grpSpPr>
          <ns0:sp>
            <ns0:nvSpPr>
              <ns0:cNvPr id="20" name="Freeform 20">
                <ns1:extLst>
                  <ns1:ext uri="{FF2B5EF4-FFF2-40B4-BE49-F238E27FC236}">
                    <ns2:creationId id="{4F8869E6-2B6A-4CDD-BC52-435EEBD8D446}"/>
                  </ns1:ext>
                </ns1:extLst>
              </ns0:cNvPr>
              <ns0:cNvSpPr>
                <ns1:spLocks noEditPoints="1"/>
              </ns0:cNvSpPr>
              <ns0:nvPr/>
            </ns0:nvSpPr>
            <ns0:spPr bwMode="auto">
              <ns1:xfrm>
                <ns1:off x="4064000" y="5461000"/>
                <ns1:ext cx="708025" cy="709613"/>
              </ns1:xfrm>
              <ns1:custGeom>
                <ns1:avLst/>
                <ns1:gdLst>
                  <ns1:gd name="T0" fmla="*/ 142 w 186"/>
                  <ns1:gd name="T1" fmla="*/ 155 h 186"/>
                  <ns1:gd name="T2" fmla="*/ 125 w 186"/>
                  <ns1:gd name="T3" fmla="*/ 165 h 186"/>
                  <ns1:gd name="T4" fmla="*/ 131 w 186"/>
                  <ns1:gd name="T5" fmla="*/ 156 h 186"/>
                  <ns1:gd name="T6" fmla="*/ 121 w 186"/>
                  <ns1:gd name="T7" fmla="*/ 157 h 186"/>
                  <ns1:gd name="T8" fmla="*/ 114 w 186"/>
                  <ns1:gd name="T9" fmla="*/ 156 h 186"/>
                  <ns1:gd name="T10" fmla="*/ 93 w 186"/>
                  <ns1:gd name="T11" fmla="*/ 172 h 186"/>
                  <ns1:gd name="T12" fmla="*/ 60 w 186"/>
                  <ns1:gd name="T13" fmla="*/ 131 h 186"/>
                  <ns1:gd name="T14" fmla="*/ 76 w 186"/>
                  <ns1:gd name="T15" fmla="*/ 131 h 186"/>
                  <ns1:gd name="T16" fmla="*/ 72 w 186"/>
                  <ns1:gd name="T17" fmla="*/ 120 h 186"/>
                  <ns1:gd name="T18" fmla="*/ 71 w 186"/>
                  <ns1:gd name="T19" fmla="*/ 117 h 186"/>
                  <ns1:gd name="T20" fmla="*/ 57 w 186"/>
                  <ns1:gd name="T21" fmla="*/ 117 h 186"/>
                  <ns1:gd name="T22" fmla="*/ 56 w 186"/>
                  <ns1:gd name="T23" fmla="*/ 93 h 186"/>
                  <ns1:gd name="T24" fmla="*/ 57 w 186"/>
                  <ns1:gd name="T25" fmla="*/ 72 h 186"/>
                  <ns1:gd name="T26" fmla="*/ 81 w 186"/>
                  <ns1:gd name="T27" fmla="*/ 72 h 186"/>
                  <ns1:gd name="T28" fmla="*/ 98 w 186"/>
                  <ns1:gd name="T29" fmla="*/ 58 h 186"/>
                  <ns1:gd name="T30" fmla="*/ 60 w 186"/>
                  <ns1:gd name="T31" fmla="*/ 58 h 186"/>
                  <ns1:gd name="T32" fmla="*/ 93 w 186"/>
                  <ns1:gd name="T33" fmla="*/ 14 h 186"/>
                  <ns1:gd name="T34" fmla="*/ 125 w 186"/>
                  <ns1:gd name="T35" fmla="*/ 53 h 186"/>
                  <ns1:gd name="T36" fmla="*/ 140 w 186"/>
                  <ns1:gd name="T37" fmla="*/ 56 h 186"/>
                  <ns1:gd name="T38" fmla="*/ 125 w 186"/>
                  <ns1:gd name="T39" fmla="*/ 21 h 186"/>
                  <ns1:gd name="T40" fmla="*/ 164 w 186"/>
                  <ns1:gd name="T41" fmla="*/ 58 h 186"/>
                  <ns1:gd name="T42" fmla="*/ 145 w 186"/>
                  <ns1:gd name="T43" fmla="*/ 58 h 186"/>
                  <ns1:gd name="T44" fmla="*/ 162 w 186"/>
                  <ns1:gd name="T45" fmla="*/ 72 h 186"/>
                  <ns1:gd name="T46" fmla="*/ 169 w 186"/>
                  <ns1:gd name="T47" fmla="*/ 72 h 186"/>
                  <ns1:gd name="T48" fmla="*/ 172 w 186"/>
                  <ns1:gd name="T49" fmla="*/ 93 h 186"/>
                  <ns1:gd name="T50" fmla="*/ 172 w 186"/>
                  <ns1:gd name="T51" fmla="*/ 94 h 186"/>
                  <ns1:gd name="T52" fmla="*/ 170 w 186"/>
                  <ns1:gd name="T53" fmla="*/ 123 h 186"/>
                  <ns1:gd name="T54" fmla="*/ 178 w 186"/>
                  <ns1:gd name="T55" fmla="*/ 131 h 186"/>
                  <ns1:gd name="T56" fmla="*/ 178 w 186"/>
                  <ns1:gd name="T57" fmla="*/ 131 h 186"/>
                  <ns1:gd name="T58" fmla="*/ 179 w 186"/>
                  <ns1:gd name="T59" fmla="*/ 131 h 186"/>
                  <ns1:gd name="T60" fmla="*/ 179 w 186"/>
                  <ns1:gd name="T61" fmla="*/ 128 h 186"/>
                  <ns1:gd name="T62" fmla="*/ 186 w 186"/>
                  <ns1:gd name="T63" fmla="*/ 93 h 186"/>
                  <ns1:gd name="T64" fmla="*/ 93 w 186"/>
                  <ns1:gd name="T65" fmla="*/ 0 h 186"/>
                  <ns1:gd name="T66" fmla="*/ 0 w 186"/>
                  <ns1:gd name="T67" fmla="*/ 93 h 186"/>
                  <ns1:gd name="T68" fmla="*/ 93 w 186"/>
                  <ns1:gd name="T69" fmla="*/ 186 h 186"/>
                  <ns1:gd name="T70" fmla="*/ 151 w 186"/>
                  <ns1:gd name="T71" fmla="*/ 166 h 186"/>
                  <ns1:gd name="T72" fmla="*/ 142 w 186"/>
                  <ns1:gd name="T73" fmla="*/ 155 h 186"/>
                  <ns1:gd name="T74" fmla="*/ 61 w 186"/>
                  <ns1:gd name="T75" fmla="*/ 21 h 186"/>
                  <ns1:gd name="T76" fmla="*/ 45 w 186"/>
                  <ns1:gd name="T77" fmla="*/ 58 h 186"/>
                  <ns1:gd name="T78" fmla="*/ 22 w 186"/>
                  <ns1:gd name="T79" fmla="*/ 58 h 186"/>
                  <ns1:gd name="T80" fmla="*/ 61 w 186"/>
                  <ns1:gd name="T81" fmla="*/ 21 h 186"/>
                  <ns1:gd name="T82" fmla="*/ 14 w 186"/>
                  <ns1:gd name="T83" fmla="*/ 93 h 186"/>
                  <ns1:gd name="T84" fmla="*/ 17 w 186"/>
                  <ns1:gd name="T85" fmla="*/ 72 h 186"/>
                  <ns1:gd name="T86" fmla="*/ 43 w 186"/>
                  <ns1:gd name="T87" fmla="*/ 72 h 186"/>
                  <ns1:gd name="T88" fmla="*/ 42 w 186"/>
                  <ns1:gd name="T89" fmla="*/ 93 h 186"/>
                  <ns1:gd name="T90" fmla="*/ 43 w 186"/>
                  <ns1:gd name="T91" fmla="*/ 117 h 186"/>
                  <ns1:gd name="T92" fmla="*/ 17 w 186"/>
                  <ns1:gd name="T93" fmla="*/ 117 h 186"/>
                  <ns1:gd name="T94" fmla="*/ 14 w 186"/>
                  <ns1:gd name="T95" fmla="*/ 93 h 186"/>
                  <ns1:gd name="T96" fmla="*/ 23 w 186"/>
                  <ns1:gd name="T97" fmla="*/ 131 h 186"/>
                  <ns1:gd name="T98" fmla="*/ 46 w 186"/>
                  <ns1:gd name="T99" fmla="*/ 131 h 186"/>
                  <ns1:gd name="T100" fmla="*/ 61 w 186"/>
                  <ns1:gd name="T101" fmla="*/ 165 h 186"/>
                  <ns1:gd name="T102" fmla="*/ 23 w 186"/>
                  <ns1:gd name="T103" fmla="*/ 131 h 186"/>
                </ns1:gdLst>
                <ns1:ahLst/>
                <ns1:cxnLst>
                  <ns1:cxn ang="0">
                    <ns1:pos x="T0" y="T1"/>
                  </ns1:cxn>
                  <ns1:cxn ang="0">
                    <ns1:pos x="T2" y="T3"/>
                  </ns1:cxn>
                  <ns1:cxn ang="0">
                    <ns1:pos x="T4" y="T5"/>
                  </ns1:cxn>
                  <ns1:cxn ang="0">
                    <ns1:pos x="T6" y="T7"/>
                  </ns1:cxn>
                  <ns1:cxn ang="0">
                    <ns1:pos x="T8" y="T9"/>
                  </ns1:cxn>
                  <ns1:cxn ang="0">
                    <ns1:pos x="T10" y="T11"/>
                  </ns1:cxn>
                  <ns1:cxn ang="0">
                    <ns1:pos x="T12" y="T13"/>
                  </ns1:cxn>
                  <ns1:cxn ang="0">
                    <ns1:pos x="T14" y="T15"/>
                  </ns1:cxn>
                  <ns1:cxn ang="0">
                    <ns1:pos x="T16" y="T17"/>
                  </ns1:cxn>
                  <ns1:cxn ang="0">
                    <ns1:pos x="T18" y="T19"/>
                  </ns1:cxn>
                  <ns1:cxn ang="0">
                    <ns1:pos x="T20" y="T21"/>
                  </ns1:cxn>
                  <ns1:cxn ang="0">
                    <ns1:pos x="T22" y="T23"/>
                  </ns1:cxn>
                  <ns1:cxn ang="0">
                    <ns1:pos x="T24" y="T25"/>
                  </ns1:cxn>
                  <ns1:cxn ang="0">
                    <ns1:pos x="T26" y="T27"/>
                  </ns1:cxn>
                  <ns1:cxn ang="0">
                    <ns1:pos x="T28" y="T29"/>
                  </ns1:cxn>
                  <ns1:cxn ang="0">
                    <ns1:pos x="T30" y="T31"/>
                  </ns1:cxn>
                  <ns1:cxn ang="0">
                    <ns1:pos x="T32" y="T33"/>
                  </ns1:cxn>
                  <ns1:cxn ang="0">
                    <ns1:pos x="T34" y="T35"/>
                  </ns1:cxn>
                  <ns1:cxn ang="0">
                    <ns1:pos x="T36" y="T37"/>
                  </ns1:cxn>
                  <ns1:cxn ang="0">
                    <ns1:pos x="T38" y="T39"/>
                  </ns1:cxn>
                  <ns1:cxn ang="0">
                    <ns1:pos x="T40" y="T41"/>
                  </ns1:cxn>
                  <ns1:cxn ang="0">
                    <ns1:pos x="T42" y="T43"/>
                  </ns1:cxn>
                  <ns1:cxn ang="0">
                    <ns1:pos x="T44" y="T45"/>
                  </ns1:cxn>
                  <ns1:cxn ang="0">
                    <ns1:pos x="T46" y="T47"/>
                  </ns1:cxn>
                  <ns1:cxn ang="0">
                    <ns1:pos x="T48" y="T49"/>
                  </ns1:cxn>
                  <ns1:cxn ang="0">
                    <ns1:pos x="T50" y="T51"/>
                  </ns1:cxn>
                  <ns1:cxn ang="0">
                    <ns1:pos x="T52" y="T53"/>
                  </ns1:cxn>
                  <ns1:cxn ang="0">
                    <ns1:pos x="T54" y="T55"/>
                  </ns1:cxn>
                  <ns1:cxn ang="0">
                    <ns1:pos x="T56" y="T57"/>
                  </ns1:cxn>
                  <ns1:cxn ang="0">
                    <ns1:pos x="T58" y="T59"/>
                  </ns1:cxn>
                  <ns1:cxn ang="0">
                    <ns1:pos x="T60" y="T61"/>
                  </ns1:cxn>
                  <ns1:cxn ang="0">
                    <ns1:pos x="T62" y="T63"/>
                  </ns1:cxn>
                  <ns1:cxn ang="0">
                    <ns1:pos x="T64" y="T65"/>
                  </ns1:cxn>
                  <ns1:cxn ang="0">
                    <ns1:pos x="T66" y="T67"/>
                  </ns1:cxn>
                  <ns1:cxn ang="0">
                    <ns1:pos x="T68" y="T69"/>
                  </ns1:cxn>
                  <ns1:cxn ang="0">
                    <ns1:pos x="T70" y="T71"/>
                  </ns1:cxn>
                  <ns1:cxn ang="0">
                    <ns1:pos x="T72" y="T73"/>
                  </ns1:cxn>
                  <ns1:cxn ang="0">
                    <ns1:pos x="T74" y="T75"/>
                  </ns1:cxn>
                  <ns1:cxn ang="0">
                    <ns1:pos x="T76" y="T77"/>
                  </ns1:cxn>
                  <ns1:cxn ang="0">
                    <ns1:pos x="T78" y="T79"/>
                  </ns1:cxn>
                  <ns1:cxn ang="0">
                    <ns1:pos x="T80" y="T81"/>
                  </ns1:cxn>
                  <ns1:cxn ang="0">
                    <ns1:pos x="T82" y="T83"/>
                  </ns1:cxn>
                  <ns1:cxn ang="0">
                    <ns1:pos x="T84" y="T85"/>
                  </ns1:cxn>
                  <ns1:cxn ang="0">
                    <ns1:pos x="T86" y="T87"/>
                  </ns1:cxn>
                  <ns1:cxn ang="0">
                    <ns1:pos x="T88" y="T89"/>
                  </ns1:cxn>
                  <ns1:cxn ang="0">
                    <ns1:pos x="T90" y="T91"/>
                  </ns1:cxn>
                  <ns1:cxn ang="0">
                    <ns1:pos x="T92" y="T93"/>
                  </ns1:cxn>
                  <ns1:cxn ang="0">
                    <ns1:pos x="T94" y="T95"/>
                  </ns1:cxn>
                  <ns1:cxn ang="0">
                    <ns1:pos x="T96" y="T97"/>
                  </ns1:cxn>
                  <ns1:cxn ang="0">
                    <ns1:pos x="T98" y="T99"/>
                  </ns1:cxn>
                  <ns1:cxn ang="0">
                    <ns1:pos x="T100" y="T101"/>
                  </ns1:cxn>
                  <ns1:cxn ang="0">
                    <ns1:pos x="T102" y="T103"/>
                  </ns1:cxn>
                </ns1:cxnLst>
                <ns1:rect l="0" t="0" r="r" b="b"/>
                <ns1:pathLst>
                  <ns1:path w="186" h="186">
                    <ns1:moveTo>
                      <ns1:pt x="142" y="155"/>
                    </ns1:moveTo>
                    <ns1:cubicBezTo>
                      <ns1:pt x="137" y="159"/>
                      <ns1:pt x="131" y="163"/>
                      <ns1:pt x="125" y="165"/>
                    </ns1:cubicBezTo>
                    <ns1:cubicBezTo>
                      <ns1:pt x="127" y="162"/>
                      <ns1:pt x="129" y="159"/>
                      <ns1:pt x="131" y="156"/>
                    </ns1:cubicBezTo>
                    <ns1:cubicBezTo>
                      <ns1:pt x="128" y="157"/>
                      <ns1:pt x="124" y="157"/>
                      <ns1:pt x="121" y="157"/>
                    </ns1:cubicBezTo>
                    <ns1:cubicBezTo>
                      <ns1:pt x="119" y="157"/>
                      <ns1:pt x="117" y="157"/>
                      <ns1:pt x="114" y="156"/>
                    </ns1:cubicBezTo>
                    <ns1:cubicBezTo>
                      <ns1:pt x="108" y="166"/>
                      <ns1:pt x="100" y="172"/>
                      <ns1:pt x="93" y="172"/>
                    </ns1:cubicBezTo>
                    <ns1:cubicBezTo>
                      <ns1:pt x="81" y="172"/>
                      <ns1:pt x="67" y="156"/>
                      <ns1:pt x="60" y="131"/>
                    </ns1:cubicBezTo>
                    <ns1:cubicBezTo>
                      <ns1:pt x="76" y="131"/>
                      <ns1:pt x="76" y="131"/>
                      <ns1:pt x="76" y="131"/>
                    </ns1:cubicBezTo>
                    <ns1:cubicBezTo>
                      <ns1:pt x="74" y="127"/>
                      <ns1:pt x="73" y="124"/>
                      <ns1:pt x="72" y="120"/>
                    </ns1:cubicBezTo>
                    <ns1:cubicBezTo>
                      <ns1:pt x="71" y="119"/>
                      <ns1:pt x="71" y="118"/>
                      <ns1:pt x="71" y="117"/>
                    </ns1:cubicBezTo>
                    <ns1:cubicBezTo>
                      <ns1:pt x="57" y="117"/>
                      <ns1:pt x="57" y="117"/>
                      <ns1:pt x="57" y="117"/>
                    </ns1:cubicBezTo>
                    <ns1:cubicBezTo>
                      <ns1:pt x="56" y="109"/>
                      <ns1:pt x="56" y="101"/>
                      <ns1:pt x="56" y="93"/>
                    </ns1:cubicBezTo>
                    <ns1:cubicBezTo>
                      <ns1:pt x="56" y="86"/>
                      <ns1:pt x="56" y="79"/>
                      <ns1:pt x="57" y="72"/>
                    </ns1:cubicBezTo>
                    <ns1:cubicBezTo>
                      <ns1:pt x="81" y="72"/>
                      <ns1:pt x="81" y="72"/>
                      <ns1:pt x="81" y="72"/>
                    </ns1:cubicBezTo>
                    <ns1:cubicBezTo>
                      <ns1:pt x="85" y="66"/>
                      <ns1:pt x="91" y="62"/>
                      <ns1:pt x="98" y="58"/>
                    </ns1:cubicBezTo>
                    <ns1:cubicBezTo>
                      <ns1:pt x="60" y="58"/>
                      <ns1:pt x="60" y="58"/>
                      <ns1:pt x="60" y="58"/>
                    </ns1:cubicBezTo>
                    <ns1:cubicBezTo>
                      <ns1:pt x="66" y="32"/>
                      <ns1:pt x="80" y="14"/>
                      <ns1:pt x="93" y="14"/>
                    </ns1:cubicBezTo>
                    <ns1:cubicBezTo>
                      <ns1:pt x="105" y="14"/>
                      <ns1:pt x="118" y="29"/>
                      <ns1:pt x="125" y="53"/>
                    </ns1:cubicBezTo>
                    <ns1:cubicBezTo>
                      <ns1:pt x="130" y="53"/>
                      <ns1:pt x="135" y="54"/>
                      <ns1:pt x="140" y="56"/>
                    </ns1:cubicBezTo>
                    <ns1:cubicBezTo>
                      <ns1:pt x="137" y="42"/>
                      <ns1:pt x="132" y="30"/>
                      <ns1:pt x="125" y="21"/>
                    </ns1:cubicBezTo>
                    <ns1:cubicBezTo>
                      <ns1:pt x="142" y="28"/>
                      <ns1:pt x="156" y="42"/>
                      <ns1:pt x="164" y="58"/>
                    </ns1:cubicBezTo>
                    <ns1:cubicBezTo>
                      <ns1:pt x="145" y="58"/>
                      <ns1:pt x="145" y="58"/>
                      <ns1:pt x="145" y="58"/>
                    </ns1:cubicBezTo>
                    <ns1:cubicBezTo>
                      <ns1:pt x="151" y="62"/>
                      <ns1:pt x="157" y="66"/>
                      <ns1:pt x="162" y="72"/>
                    </ns1:cubicBezTo>
                    <ns1:cubicBezTo>
                      <ns1:pt x="169" y="72"/>
                      <ns1:pt x="169" y="72"/>
                      <ns1:pt x="169" y="72"/>
                    </ns1:cubicBezTo>
                    <ns1:cubicBezTo>
                      <ns1:pt x="171" y="79"/>
                      <ns1:pt x="172" y="86"/>
                      <ns1:pt x="172" y="93"/>
                    </ns1:cubicBezTo>
                    <ns1:cubicBezTo>
                      <ns1:pt x="172" y="93"/>
                      <ns1:pt x="172" y="94"/>
                      <ns1:pt x="172" y="94"/>
                    </ns1:cubicBezTo>
                    <ns1:cubicBezTo>
                      <ns1:pt x="174" y="104"/>
                      <ns1:pt x="173" y="113"/>
                      <ns1:pt x="170" y="123"/>
                    </ns1:cubicBezTo>
                    <ns1:cubicBezTo>
                      <ns1:pt x="178" y="131"/>
                      <ns1:pt x="178" y="131"/>
                      <ns1:pt x="178" y="131"/>
                    </ns1:cubicBezTo>
                    <ns1:cubicBezTo>
                      <ns1:pt x="178" y="131"/>
                      <ns1:pt x="178" y="131"/>
                      <ns1:pt x="178" y="131"/>
                    </ns1:cubicBezTo>
                    <ns1:cubicBezTo>
                      <ns1:pt x="179" y="131"/>
                      <ns1:pt x="179" y="131"/>
                      <ns1:pt x="179" y="131"/>
                    </ns1:cubicBezTo>
                    <ns1:cubicBezTo>
                      <ns1:pt x="179" y="128"/>
                      <ns1:pt x="179" y="128"/>
                      <ns1:pt x="179" y="128"/>
                    </ns1:cubicBezTo>
                    <ns1:cubicBezTo>
                      <ns1:pt x="184" y="117"/>
                      <ns1:pt x="186" y="106"/>
                      <ns1:pt x="186" y="93"/>
                    </ns1:cubicBezTo>
                    <ns1:cubicBezTo>
                      <ns1:pt x="186" y="42"/>
                      <ns1:pt x="144" y="0"/>
                      <ns1:pt x="93" y="0"/>
                    </ns1:cubicBezTo>
                    <ns1:cubicBezTo>
                      <ns1:pt x="42" y="0"/>
                      <ns1:pt x="0" y="42"/>
                      <ns1:pt x="0" y="93"/>
                    </ns1:cubicBezTo>
                    <ns1:cubicBezTo>
                      <ns1:pt x="0" y="144"/>
                      <ns1:pt x="42" y="186"/>
                      <ns1:pt x="93" y="186"/>
                    </ns1:cubicBezTo>
                    <ns1:cubicBezTo>
                      <ns1:pt x="115" y="186"/>
                      <ns1:pt x="135" y="178"/>
                      <ns1:pt x="151" y="166"/>
                    </ns1:cubicBezTo>
                    <ns1:lnTo>
                      <ns1:pt x="142" y="155"/>
                    </ns1:lnTo>
                    <ns1:close/>
                    <ns1:moveTo>
                      <ns1:pt x="61" y="21"/>
                    </ns1:moveTo>
                    <ns1:cubicBezTo>
                      <ns1:pt x="54" y="31"/>
                      <ns1:pt x="49" y="44"/>
                      <ns1:pt x="45" y="58"/>
                    </ns1:cubicBezTo>
                    <ns1:cubicBezTo>
                      <ns1:pt x="22" y="58"/>
                      <ns1:pt x="22" y="58"/>
                      <ns1:pt x="22" y="58"/>
                    </ns1:cubicBezTo>
                    <ns1:cubicBezTo>
                      <ns1:pt x="30" y="42"/>
                      <ns1:pt x="44" y="28"/>
                      <ns1:pt x="61" y="21"/>
                    </ns1:cubicBezTo>
                    <ns1:close/>
                    <ns1:moveTo>
                      <ns1:pt x="14" y="93"/>
                    </ns1:moveTo>
                    <ns1:cubicBezTo>
                      <ns1:pt x="14" y="86"/>
                      <ns1:pt x="15" y="79"/>
                      <ns1:pt x="17" y="72"/>
                    </ns1:cubicBezTo>
                    <ns1:cubicBezTo>
                      <ns1:pt x="43" y="72"/>
                      <ns1:pt x="43" y="72"/>
                      <ns1:pt x="43" y="72"/>
                    </ns1:cubicBezTo>
                    <ns1:cubicBezTo>
                      <ns1:pt x="42" y="79"/>
                      <ns1:pt x="42" y="86"/>
                      <ns1:pt x="42" y="93"/>
                    </ns1:cubicBezTo>
                    <ns1:cubicBezTo>
                      <ns1:pt x="42" y="101"/>
                      <ns1:pt x="42" y="109"/>
                      <ns1:pt x="43" y="117"/>
                    </ns1:cubicBezTo>
                    <ns1:cubicBezTo>
                      <ns1:pt x="17" y="117"/>
                      <ns1:pt x="17" y="117"/>
                      <ns1:pt x="17" y="117"/>
                    </ns1:cubicBezTo>
                    <ns1:cubicBezTo>
                      <ns1:pt x="15" y="109"/>
                      <ns1:pt x="14" y="101"/>
                      <ns1:pt x="14" y="93"/>
                    </ns1:cubicBezTo>
                    <ns1:close/>
                    <ns1:moveTo>
                      <ns1:pt x="23" y="131"/>
                    </ns1:moveTo>
                    <ns1:cubicBezTo>
                      <ns1:pt x="46" y="131"/>
                      <ns1:pt x="46" y="131"/>
                      <ns1:pt x="46" y="131"/>
                    </ns1:cubicBezTo>
                    <ns1:cubicBezTo>
                      <ns1:pt x="49" y="144"/>
                      <ns1:pt x="54" y="156"/>
                      <ns1:pt x="61" y="165"/>
                    </ns1:cubicBezTo>
                    <ns1:cubicBezTo>
                      <ns1:pt x="45" y="158"/>
                      <ns1:pt x="32" y="146"/>
                      <ns1:pt x="23" y="131"/>
                    </ns1:cubicBezTo>
                    <ns1:close/>
                  </ns1:path>
                </ns1:pathLst>
              </ns1:custGeom>
              <ns1:grpFill/>
              <ns1:ln>
                <ns1:noFill/>
              </ns1:ln>
              <ns1:extLst>
                <ns1:ext uri="{91240B29-F687-4F45-9708-019B960494DF}">
                  <ns3:hiddenLine w="9525">
                    <ns1:solidFill>
                      <ns1:srgbClr val="000000"/>
                    </ns1:solidFill>
                    <ns1:round/>
                    <ns1:headEnd/>
                    <ns1:tailEnd/>
                  </ns3:hiddenLine>
                </ns1:ext>
              </ns1:extLst>
            </ns0:spPr>
            <ns0:txBody>
              <ns1:bodyPr vert="horz" wrap="square" lIns="91440" tIns="45720" rIns="91440" bIns="45720" numCol="1" anchor="t" anchorCtr="0" compatLnSpc="1">
                <ns1:prstTxWarp prst="textNoShape">
                  <ns1:avLst/>
                </ns1:prstTxWarp>
              </ns1:bodyPr>
              <ns1:lstStyle/>
              <ns1:p>
                <ns1:pPr algn="ctr"/>
                <ns1:endParaRPr lang="id-ID" sz="2700"/>
              </ns1:p>
            </ns0:txBody>
          </ns0:sp>
          <ns0:sp>
            <ns0:nvSpPr>
              <ns0:cNvPr id="21" name="Freeform 21">
                <ns1:extLst>
                  <ns1:ext uri="{FF2B5EF4-FFF2-40B4-BE49-F238E27FC236}">
                    <ns2:creationId id="{E82FE332-EB27-4A78-92F7-115333F21076}"/>
                  </ns1:ext>
                </ns1:extLst>
              </ns0:cNvPr>
              <ns0:cNvSpPr>
                <ns1:spLocks noEditPoints="1"/>
              </ns0:cNvSpPr>
              <ns0:nvPr/>
            </ns0:nvSpPr>
            <ns0:spPr bwMode="auto">
              <ns1:xfrm>
                <ns1:off x="4352925" y="5691188"/>
                <ns1:ext cx="446088" cy="446088"/>
              </ns1:xfrm>
              <ns1:custGeom>
                <ns1:avLst/>
                <ns1:gdLst>
                  <ns1:gd name="T0" fmla="*/ 116 w 117"/>
                  <ns1:gd name="T1" fmla="*/ 103 h 117"/>
                  <ns1:gd name="T2" fmla="*/ 81 w 117"/>
                  <ns1:gd name="T3" fmla="*/ 65 h 117"/>
                  <ns1:gd name="T4" fmla="*/ 80 w 117"/>
                  <ns1:gd name="T5" fmla="*/ 65 h 117"/>
                  <ns1:gd name="T6" fmla="*/ 84 w 117"/>
                  <ns1:gd name="T7" fmla="*/ 33 h 117"/>
                  <ns1:gd name="T8" fmla="*/ 33 w 117"/>
                  <ns1:gd name="T9" fmla="*/ 6 h 117"/>
                  <ns1:gd name="T10" fmla="*/ 7 w 117"/>
                  <ns1:gd name="T11" fmla="*/ 57 h 117"/>
                  <ns1:gd name="T12" fmla="*/ 57 w 117"/>
                  <ns1:gd name="T13" fmla="*/ 83 h 117"/>
                  <ns1:gd name="T14" fmla="*/ 67 w 117"/>
                  <ns1:gd name="T15" fmla="*/ 79 h 117"/>
                  <ns1:gd name="T16" fmla="*/ 101 w 117"/>
                  <ns1:gd name="T17" fmla="*/ 116 h 117"/>
                  <ns1:gd name="T18" fmla="*/ 106 w 117"/>
                  <ns1:gd name="T19" fmla="*/ 115 h 117"/>
                  <ns1:gd name="T20" fmla="*/ 114 w 117"/>
                  <ns1:gd name="T21" fmla="*/ 108 h 117"/>
                  <ns1:gd name="T22" fmla="*/ 116 w 117"/>
                  <ns1:gd name="T23" fmla="*/ 103 h 117"/>
                  <ns1:gd name="T24" fmla="*/ 17 w 117"/>
                  <ns1:gd name="T25" fmla="*/ 54 h 117"/>
                  <ns1:gd name="T26" fmla="*/ 36 w 117"/>
                  <ns1:gd name="T27" fmla="*/ 17 h 117"/>
                  <ns1:gd name="T28" fmla="*/ 73 w 117"/>
                  <ns1:gd name="T29" fmla="*/ 36 h 117"/>
                  <ns1:gd name="T30" fmla="*/ 54 w 117"/>
                  <ns1:gd name="T31" fmla="*/ 73 h 117"/>
                  <ns1:gd name="T32" fmla="*/ 17 w 117"/>
                  <ns1:gd name="T33" fmla="*/ 54 h 117"/>
                </ns1:gdLst>
                <ns1:ahLst/>
                <ns1:cxnLst>
                  <ns1:cxn ang="0">
                    <ns1:pos x="T0" y="T1"/>
                  </ns1:cxn>
                  <ns1:cxn ang="0">
                    <ns1:pos x="T2" y="T3"/>
                  </ns1:cxn>
                  <ns1:cxn ang="0">
                    <ns1:pos x="T4" y="T5"/>
                  </ns1:cxn>
                  <ns1:cxn ang="0">
                    <ns1:pos x="T6" y="T7"/>
                  </ns1:cxn>
                  <ns1:cxn ang="0">
                    <ns1:pos x="T8" y="T9"/>
                  </ns1:cxn>
                  <ns1:cxn ang="0">
                    <ns1:pos x="T10" y="T11"/>
                  </ns1:cxn>
                  <ns1:cxn ang="0">
                    <ns1:pos x="T12" y="T13"/>
                  </ns1:cxn>
                  <ns1:cxn ang="0">
                    <ns1:pos x="T14" y="T15"/>
                  </ns1:cxn>
                  <ns1:cxn ang="0">
                    <ns1:pos x="T16" y="T17"/>
                  </ns1:cxn>
                  <ns1:cxn ang="0">
                    <ns1:pos x="T18" y="T19"/>
                  </ns1:cxn>
                  <ns1:cxn ang="0">
                    <ns1:pos x="T20" y="T21"/>
                  </ns1:cxn>
                  <ns1:cxn ang="0">
                    <ns1:pos x="T22" y="T23"/>
                  </ns1:cxn>
                  <ns1:cxn ang="0">
                    <ns1:pos x="T24" y="T25"/>
                  </ns1:cxn>
                  <ns1:cxn ang="0">
                    <ns1:pos x="T26" y="T27"/>
                  </ns1:cxn>
                  <ns1:cxn ang="0">
                    <ns1:pos x="T28" y="T29"/>
                  </ns1:cxn>
                  <ns1:cxn ang="0">
                    <ns1:pos x="T30" y="T31"/>
                  </ns1:cxn>
                  <ns1:cxn ang="0">
                    <ns1:pos x="T32" y="T33"/>
                  </ns1:cxn>
                </ns1:cxnLst>
                <ns1:rect l="0" t="0" r="r" b="b"/>
                <ns1:pathLst>
                  <ns1:path w="117" h="117">
                    <ns1:moveTo>
                      <ns1:pt x="116" y="103"/>
                    </ns1:moveTo>
                    <ns1:cubicBezTo>
                      <ns1:pt x="81" y="65"/>
                      <ns1:pt x="81" y="65"/>
                      <ns1:pt x="81" y="65"/>
                    </ns1:cubicBezTo>
                    <ns1:cubicBezTo>
                      <ns1:pt x="81" y="65"/>
                      <ns1:pt x="80" y="65"/>
                      <ns1:pt x="80" y="65"/>
                    </ns1:cubicBezTo>
                    <ns1:cubicBezTo>
                      <ns1:pt x="86" y="55"/>
                      <ns1:pt x="87" y="44"/>
                      <ns1:pt x="84" y="33"/>
                    </ns1:cubicBezTo>
                    <ns1:cubicBezTo>
                      <ns1:pt x="77" y="11"/>
                      <ns1:pt x="54" y="0"/>
                      <ns1:pt x="33" y="6"/>
                    </ns1:cubicBezTo>
                    <ns1:cubicBezTo>
                      <ns1:pt x="12" y="13"/>
                      <ns1:pt x="0" y="36"/>
                      <ns1:pt x="7" y="57"/>
                    </ns1:cubicBezTo>
                    <ns1:cubicBezTo>
                      <ns1:pt x="13" y="78"/>
                      <ns1:pt x="36" y="90"/>
                      <ns1:pt x="57" y="83"/>
                    </ns1:cubicBezTo>
                    <ns1:cubicBezTo>
                      <ns1:pt x="61" y="82"/>
                      <ns1:pt x="64" y="81"/>
                      <ns1:pt x="67" y="79"/>
                    </ns1:cubicBezTo>
                    <ns1:cubicBezTo>
                      <ns1:pt x="101" y="116"/>
                      <ns1:pt x="101" y="116"/>
                      <ns1:pt x="101" y="116"/>
                    </ns1:cubicBezTo>
                    <ns1:cubicBezTo>
                      <ns1:pt x="102" y="117"/>
                      <ns1:pt x="104" y="117"/>
                      <ns1:pt x="106" y="115"/>
                    </ns1:cubicBezTo>
                    <ns1:cubicBezTo>
                      <ns1:pt x="114" y="108"/>
                      <ns1:pt x="114" y="108"/>
                      <ns1:pt x="114" y="108"/>
                    </ns1:cubicBezTo>
                    <ns1:cubicBezTo>
                      <ns1:pt x="116" y="106"/>
                      <ns1:pt x="117" y="104"/>
                      <ns1:pt x="116" y="103"/>
                    </ns1:cubicBezTo>
                    <ns1:close/>
                    <ns1:moveTo>
                      <ns1:pt x="17" y="54"/>
                    </ns1:moveTo>
                    <ns1:cubicBezTo>
                      <ns1:pt x="12" y="38"/>
                      <ns1:pt x="21" y="22"/>
                      <ns1:pt x="36" y="17"/>
                    </ns1:cubicBezTo>
                    <ns1:cubicBezTo>
                      <ns1:pt x="52" y="12"/>
                      <ns1:pt x="69" y="20"/>
                      <ns1:pt x="73" y="36"/>
                    </ns1:cubicBezTo>
                    <ns1:cubicBezTo>
                      <ns1:pt x="78" y="52"/>
                      <ns1:pt x="70" y="68"/>
                      <ns1:pt x="54" y="73"/>
                    </ns1:cubicBezTo>
                    <ns1:cubicBezTo>
                      <ns1:pt x="39" y="78"/>
                      <ns1:pt x="22" y="69"/>
                      <ns1:pt x="17" y="54"/>
                    </ns1:cubicBezTo>
                    <ns1:close/>
                  </ns1:path>
                </ns1:pathLst>
              </ns1:custGeom>
              <ns1:grpFill/>
              <ns1:ln>
                <ns1:noFill/>
              </ns1:ln>
              <ns1:extLst>
                <ns1:ext uri="{91240B29-F687-4F45-9708-019B960494DF}">
                  <ns3:hiddenLine w="9525">
                    <ns1:solidFill>
                      <ns1:srgbClr val="000000"/>
                    </ns1:solidFill>
                    <ns1:round/>
                    <ns1:headEnd/>
                    <ns1:tailEnd/>
                  </ns3:hiddenLine>
                </ns1:ext>
              </ns1:extLst>
            </ns0:spPr>
            <ns0:txBody>
              <ns1:bodyPr vert="horz" wrap="square" lIns="91440" tIns="45720" rIns="91440" bIns="45720" numCol="1" anchor="t" anchorCtr="0" compatLnSpc="1">
                <ns1:prstTxWarp prst="textNoShape">
                  <ns1:avLst/>
                </ns1:prstTxWarp>
              </ns1:bodyPr>
              <ns1:lstStyle/>
              <ns1:p>
                <ns1:pPr algn="ctr"/>
                <ns1:endParaRPr lang="id-ID" sz="2700"/>
              </ns1:p>
            </ns0:txBody>
          </ns0:sp>
          <ns0:sp>
            <ns0:nvSpPr>
              <ns0:cNvPr id="22" name="Freeform 22">
                <ns1:extLst>
                  <ns1:ext uri="{FF2B5EF4-FFF2-40B4-BE49-F238E27FC236}">
                    <ns2:creationId id="{3CB81CBC-794D-43CD-8893-93FEB86544BF}"/>
                  </ns1:ext>
                </ns1:extLst>
              </ns0:cNvPr>
              <ns0:cNvSpPr>
                <ns1:spLocks/>
              </ns0:cNvSpPr>
              <ns0:nvPr/>
            </ns0:nvSpPr>
            <ns0:spPr bwMode="auto">
              <ns1:xfrm>
                <ns1:off x="4433888" y="5754688"/>
                <ns1:ext cx="190500" cy="141288"/>
              </ns1:xfrm>
              <ns1:custGeom>
                <ns1:avLst/>
                <ns1:gdLst>
                  <ns1:gd name="T0" fmla="*/ 10 w 50"/>
                  <ns1:gd name="T1" fmla="*/ 16 h 37"/>
                  <ns1:gd name="T2" fmla="*/ 48 w 50"/>
                  <ns1:gd name="T3" fmla="*/ 36 h 37"/>
                  <ns1:gd name="T4" fmla="*/ 48 w 50"/>
                  <ns1:gd name="T5" fmla="*/ 37 h 37"/>
                  <ns1:gd name="T6" fmla="*/ 49 w 50"/>
                  <ns1:gd name="T7" fmla="*/ 20 h 37"/>
                  <ns1:gd name="T8" fmla="*/ 17 w 50"/>
                  <ns1:gd name="T9" fmla="*/ 4 h 37"/>
                  <ns1:gd name="T10" fmla="*/ 0 w 50"/>
                  <ns1:gd name="T11" fmla="*/ 21 h 37"/>
                  <ns1:gd name="T12" fmla="*/ 10 w 50"/>
                  <ns1:gd name="T13" fmla="*/ 16 h 37"/>
                </ns1:gdLst>
                <ns1:ahLst/>
                <ns1:cxnLst>
                  <ns1:cxn ang="0">
                    <ns1:pos x="T0" y="T1"/>
                  </ns1:cxn>
                  <ns1:cxn ang="0">
                    <ns1:pos x="T2" y="T3"/>
                  </ns1:cxn>
                  <ns1:cxn ang="0">
                    <ns1:pos x="T4" y="T5"/>
                  </ns1:cxn>
                  <ns1:cxn ang="0">
                    <ns1:pos x="T6" y="T7"/>
                  </ns1:cxn>
                  <ns1:cxn ang="0">
                    <ns1:pos x="T8" y="T9"/>
                  </ns1:cxn>
                  <ns1:cxn ang="0">
                    <ns1:pos x="T10" y="T11"/>
                  </ns1:cxn>
                  <ns1:cxn ang="0">
                    <ns1:pos x="T12" y="T13"/>
                  </ns1:cxn>
                </ns1:cxnLst>
                <ns1:rect l="0" t="0" r="r" b="b"/>
                <ns1:pathLst>
                  <ns1:path w="50" h="37">
                    <ns1:moveTo>
                      <ns1:pt x="10" y="16"/>
                    </ns1:moveTo>
                    <ns1:cubicBezTo>
                      <ns1:pt x="26" y="11"/>
                      <ns1:pt x="43" y="20"/>
                      <ns1:pt x="48" y="36"/>
                    </ns1:cubicBezTo>
                    <ns1:cubicBezTo>
                      <ns1:pt x="48" y="36"/>
                      <ns1:pt x="48" y="36"/>
                      <ns1:pt x="48" y="37"/>
                    </ns1:cubicBezTo>
                    <ns1:cubicBezTo>
                      <ns1:pt x="50" y="32"/>
                      <ns1:pt x="50" y="26"/>
                      <ns1:pt x="49" y="20"/>
                    </ns1:cubicBezTo>
                    <ns1:cubicBezTo>
                      <ns1:pt x="45" y="7"/>
                      <ns1:pt x="30" y="0"/>
                      <ns1:pt x="17" y="4"/>
                    </ns1:cubicBezTo>
                    <ns1:cubicBezTo>
                      <ns1:pt x="8" y="6"/>
                      <ns1:pt x="2" y="13"/>
                      <ns1:pt x="0" y="21"/>
                    </ns1:cubicBezTo>
                    <ns1:cubicBezTo>
                      <ns1:pt x="3" y="19"/>
                      <ns1:pt x="6" y="17"/>
                      <ns1:pt x="10" y="16"/>
                    </ns1:cubicBezTo>
                    <ns1:close/>
                  </ns1:path>
                </ns1:pathLst>
              </ns1:custGeom>
              <ns1:grpFill/>
              <ns1:ln>
                <ns1:noFill/>
              </ns1:ln>
              <ns1:extLst>
                <ns1:ext uri="{91240B29-F687-4F45-9708-019B960494DF}">
                  <ns3:hiddenLine w="9525">
                    <ns1:solidFill>
                      <ns1:srgbClr val="000000"/>
                    </ns1:solidFill>
                    <ns1:round/>
                    <ns1:headEnd/>
                    <ns1:tailEnd/>
                  </ns3:hiddenLine>
                </ns1:ext>
              </ns1:extLst>
            </ns0:spPr>
            <ns0:txBody>
              <ns1:bodyPr vert="horz" wrap="square" lIns="91440" tIns="45720" rIns="91440" bIns="45720" numCol="1" anchor="t" anchorCtr="0" compatLnSpc="1">
                <ns1:prstTxWarp prst="textNoShape">
                  <ns1:avLst/>
                </ns1:prstTxWarp>
              </ns1:bodyPr>
              <ns1:lstStyle/>
              <ns1:p>
                <ns1:pPr algn="ctr"/>
                <ns1:endParaRPr lang="id-ID" sz="2700"/>
              </ns1:p>
            </ns0:txBody>
          </ns0:sp>
        </ns0:grpSp>
      </ns0:grpSp>
      <ns0:grpSp>
        <ns0:nvGrpSpPr>
          <ns0:cNvPr id="23" name="Group 22">
            <ns1:extLst>
              <ns1:ext uri="{FF2B5EF4-FFF2-40B4-BE49-F238E27FC236}">
                <ns2:creationId id="{87FF54E1-286E-4210-9610-8C78CF806F31}"/>
              </ns1:ext>
            </ns1:extLst>
          </ns0:cNvPr>
          <ns0:cNvGrpSpPr/>
          <ns0:nvPr/>
        </ns0:nvGrpSpPr>
        <ns0:grpSpPr>
          <ns1:xfrm>
            <ns1:off x="8964468" y="3632315"/>
            <ns1:ext cx="657143" cy="657143"/>
            <ns1:chOff x="2602569" y="4268579"/>
            <ns1:chExt cx="963227" cy="963227"/>
          </ns1:xfrm>
        </ns0:grpSpPr>
        <ns0:sp>
          <ns0:nvSpPr>
            <ns0:cNvPr id="24" name="Oval 23">
              <ns1:extLst>
                <ns1:ext uri="{FF2B5EF4-FFF2-40B4-BE49-F238E27FC236}">
                  <ns2:creationId id="{FC57EE33-7B48-4069-97ED-CFF20570F38D}"/>
                </ns1:ext>
              </ns1:extLst>
            </ns0:cNvPr>
            <ns0:cNvSpPr/>
            <ns0:nvPr/>
          </ns0:nvSpPr>
          <ns0:spPr>
            <ns1:xfrm>
              <ns1:off x="2602569" y="4268579"/>
              <ns1:ext cx="963227" cy="963227"/>
            </ns1:xfrm>
            <ns1:prstGeom prst="ellipse">
              <ns1:avLst/>
            </ns1:prstGeom>
            <ns1:solidFill>
              <ns1:schemeClr val="accent4">
                <ns1:lumMod val="40000"/>
                <ns1:lumOff val="60000"/>
              </ns1:schemeClr>
            </ns1:solidFill>
            <ns1:ln>
              <ns1:noFill/>
            </ns1:ln>
          </ns0:spPr>
          <ns0:style>
            <ns1:lnRef idx="2">
              <ns1:schemeClr val="accent1">
                <ns1:shade val="50000"/>
              </ns1:schemeClr>
            </ns1:lnRef>
            <ns1:fillRef idx="1">
              <ns1:schemeClr val="accent1"/>
            </ns1:fillRef>
            <ns1:effectRef idx="0">
              <ns1:schemeClr val="accent1"/>
            </ns1:effectRef>
            <ns1:fontRef idx="minor">
              <ns1:schemeClr val="lt1"/>
            </ns1:fontRef>
          </ns0:style>
          <ns0:txBody>
            <ns1:bodyPr rtlCol="0" anchor="ctr"/>
            <ns1:lstStyle/>
            <ns1:p>
              <ns1:pPr algn="ctr"/>
              <ns1:endParaRPr lang="en-US"/>
            </ns1:p>
          </ns0:txBody>
        </ns0:sp>
        <ns0:grpSp>
          <ns0:nvGrpSpPr>
            <ns0:cNvPr id="25" name="Group 24">
              <ns1:extLst>
                <ns1:ext uri="{FF2B5EF4-FFF2-40B4-BE49-F238E27FC236}">
                  <ns2:creationId id="{63B4E126-DB7B-4BDF-9888-1463228E1B14}"/>
                </ns1:ext>
              </ns1:extLst>
            </ns0:cNvPr>
            <ns0:cNvGrpSpPr/>
            <ns0:nvPr/>
          </ns0:nvGrpSpPr>
          <ns0:grpSpPr>
            <ns1:xfrm>
              <ns1:off x="2865666" y="4575310"/>
              <ns1:ext cx="437032" cy="349765"/>
              <ns1:chOff x="10755313" y="4014788"/>
              <ns1:chExt cx="1001712" cy="801688"/>
            </ns1:xfrm>
            <ns1:solidFill>
              <ns1:schemeClr val="tx1">
                <ns1:lumMod val="75000"/>
                <ns1:lumOff val="25000"/>
              </ns1:schemeClr>
            </ns1:solidFill>
          </ns0:grpSpPr>
          <ns0:sp>
            <ns0:nvSpPr>
              <ns0:cNvPr id="26" name="Freeform 30">
                <ns1:extLst>
                  <ns1:ext uri="{FF2B5EF4-FFF2-40B4-BE49-F238E27FC236}">
                    <ns2:creationId id="{70EEB95E-0D10-471A-877F-BC1A31EB5D52}"/>
                  </ns1:ext>
                </ns1:extLst>
              </ns0:cNvPr>
              <ns0:cNvSpPr>
                <ns1:spLocks/>
              </ns0:cNvSpPr>
              <ns0:nvPr/>
            </ns0:nvSpPr>
            <ns0:spPr bwMode="auto">
              <ns1:xfrm>
                <ns1:off x="10755313" y="4014788"/>
                <ns1:ext cx="1001712" cy="669925"/>
              </ns1:xfrm>
              <ns1:custGeom>
                <ns1:avLst/>
                <ns1:gdLst>
                  <ns1:gd name="T0" fmla="*/ 193 w 264"/>
                  <ns1:gd name="T1" fmla="*/ 176 h 176"/>
                  <ns1:gd name="T2" fmla="*/ 184 w 264"/>
                  <ns1:gd name="T3" fmla="*/ 167 h 176"/>
                  <ns1:gd name="T4" fmla="*/ 193 w 264"/>
                  <ns1:gd name="T5" fmla="*/ 159 h 176"/>
                  <ns1:gd name="T6" fmla="*/ 211 w 264"/>
                  <ns1:gd name="T7" fmla="*/ 158 h 176"/>
                  <ns1:gd name="T8" fmla="*/ 212 w 264"/>
                  <ns1:gd name="T9" fmla="*/ 158 h 176"/>
                  <ns1:gd name="T10" fmla="*/ 212 w 264"/>
                  <ns1:gd name="T11" fmla="*/ 158 h 176"/>
                  <ns1:gd name="T12" fmla="*/ 246 w 264"/>
                  <ns1:gd name="T13" fmla="*/ 123 h 176"/>
                  <ns1:gd name="T14" fmla="*/ 211 w 264"/>
                  <ns1:gd name="T15" fmla="*/ 88 h 176"/>
                  <ns1:gd name="T16" fmla="*/ 203 w 264"/>
                  <ns1:gd name="T17" fmla="*/ 89 h 176"/>
                  <ns1:gd name="T18" fmla="*/ 195 w 264"/>
                  <ns1:gd name="T19" fmla="*/ 87 h 176"/>
                  <ns1:gd name="T20" fmla="*/ 193 w 264"/>
                  <ns1:gd name="T21" fmla="*/ 79 h 176"/>
                  <ns1:gd name="T22" fmla="*/ 194 w 264"/>
                  <ns1:gd name="T23" fmla="*/ 70 h 176"/>
                  <ns1:gd name="T24" fmla="*/ 141 w 264"/>
                  <ns1:gd name="T25" fmla="*/ 18 h 176"/>
                  <ns1:gd name="T26" fmla="*/ 88 w 264"/>
                  <ns1:gd name="T27" fmla="*/ 66 h 176"/>
                  <ns1:gd name="T28" fmla="*/ 84 w 264"/>
                  <ns1:gd name="T29" fmla="*/ 72 h 176"/>
                  <ns1:gd name="T30" fmla="*/ 77 w 264"/>
                  <ns1:gd name="T31" fmla="*/ 73 h 176"/>
                  <ns1:gd name="T32" fmla="*/ 62 w 264"/>
                  <ns1:gd name="T33" fmla="*/ 70 h 176"/>
                  <ns1:gd name="T34" fmla="*/ 18 w 264"/>
                  <ns1:gd name="T35" fmla="*/ 114 h 176"/>
                  <ns1:gd name="T36" fmla="*/ 60 w 264"/>
                  <ns1:gd name="T37" fmla="*/ 158 h 176"/>
                  <ns1:gd name="T38" fmla="*/ 61 w 264"/>
                  <ns1:gd name="T39" fmla="*/ 158 h 176"/>
                  <ns1:gd name="T40" fmla="*/ 65 w 264"/>
                  <ns1:gd name="T41" fmla="*/ 159 h 176"/>
                  <ns1:gd name="T42" fmla="*/ 80 w 264"/>
                  <ns1:gd name="T43" fmla="*/ 159 h 176"/>
                  <ns1:gd name="T44" fmla="*/ 88 w 264"/>
                  <ns1:gd name="T45" fmla="*/ 167 h 176"/>
                  <ns1:gd name="T46" fmla="*/ 80 w 264"/>
                  <ns1:gd name="T47" fmla="*/ 176 h 176"/>
                  <ns1:gd name="T48" fmla="*/ 63 w 264"/>
                  <ns1:gd name="T49" fmla="*/ 176 h 176"/>
                  <ns1:gd name="T50" fmla="*/ 62 w 264"/>
                  <ns1:gd name="T51" fmla="*/ 176 h 176"/>
                  <ns1:gd name="T52" fmla="*/ 0 w 264"/>
                  <ns1:gd name="T53" fmla="*/ 114 h 176"/>
                  <ns1:gd name="T54" fmla="*/ 62 w 264"/>
                  <ns1:gd name="T55" fmla="*/ 53 h 176"/>
                  <ns1:gd name="T56" fmla="*/ 73 w 264"/>
                  <ns1:gd name="T57" fmla="*/ 54 h 176"/>
                  <ns1:gd name="T58" fmla="*/ 141 w 264"/>
                  <ns1:gd name="T59" fmla="*/ 0 h 176"/>
                  <ns1:gd name="T60" fmla="*/ 211 w 264"/>
                  <ns1:gd name="T61" fmla="*/ 70 h 176"/>
                  <ns1:gd name="T62" fmla="*/ 211 w 264"/>
                  <ns1:gd name="T63" fmla="*/ 70 h 176"/>
                  <ns1:gd name="T64" fmla="*/ 211 w 264"/>
                  <ns1:gd name="T65" fmla="*/ 70 h 176"/>
                  <ns1:gd name="T66" fmla="*/ 264 w 264"/>
                  <ns1:gd name="T67" fmla="*/ 123 h 176"/>
                  <ns1:gd name="T68" fmla="*/ 211 w 264"/>
                  <ns1:gd name="T69" fmla="*/ 176 h 176"/>
                  <ns1:gd name="T70" fmla="*/ 210 w 264"/>
                  <ns1:gd name="T71" fmla="*/ 176 h 176"/>
                  <ns1:gd name="T72" fmla="*/ 193 w 264"/>
                  <ns1:gd name="T73" fmla="*/ 176 h 176"/>
                </ns1:gdLst>
                <ns1:ahLst/>
                <ns1:cxnLst>
                  <ns1:cxn ang="0">
                    <ns1:pos x="T0" y="T1"/>
                  </ns1:cxn>
                  <ns1:cxn ang="0">
                    <ns1:pos x="T2" y="T3"/>
                  </ns1:cxn>
                  <ns1:cxn ang="0">
                    <ns1:pos x="T4" y="T5"/>
                  </ns1:cxn>
                  <ns1:cxn ang="0">
                    <ns1:pos x="T6" y="T7"/>
                  </ns1:cxn>
                  <ns1:cxn ang="0">
                    <ns1:pos x="T8" y="T9"/>
                  </ns1:cxn>
                  <ns1:cxn ang="0">
                    <ns1:pos x="T10" y="T11"/>
                  </ns1:cxn>
                  <ns1:cxn ang="0">
                    <ns1:pos x="T12" y="T13"/>
                  </ns1:cxn>
                  <ns1:cxn ang="0">
                    <ns1:pos x="T14" y="T15"/>
                  </ns1:cxn>
                  <ns1:cxn ang="0">
                    <ns1:pos x="T16" y="T17"/>
                  </ns1:cxn>
                  <ns1:cxn ang="0">
                    <ns1:pos x="T18" y="T19"/>
                  </ns1:cxn>
                  <ns1:cxn ang="0">
                    <ns1:pos x="T20" y="T21"/>
                  </ns1:cxn>
                  <ns1:cxn ang="0">
                    <ns1:pos x="T22" y="T23"/>
                  </ns1:cxn>
                  <ns1:cxn ang="0">
                    <ns1:pos x="T24" y="T25"/>
                  </ns1:cxn>
                  <ns1:cxn ang="0">
                    <ns1:pos x="T26" y="T27"/>
                  </ns1:cxn>
                  <ns1:cxn ang="0">
                    <ns1:pos x="T28" y="T29"/>
                  </ns1:cxn>
                  <ns1:cxn ang="0">
                    <ns1:pos x="T30" y="T31"/>
                  </ns1:cxn>
                  <ns1:cxn ang="0">
                    <ns1:pos x="T32" y="T33"/>
                  </ns1:cxn>
                  <ns1:cxn ang="0">
                    <ns1:pos x="T34" y="T35"/>
                  </ns1:cxn>
                  <ns1:cxn ang="0">
                    <ns1:pos x="T36" y="T37"/>
                  </ns1:cxn>
                  <ns1:cxn ang="0">
                    <ns1:pos x="T38" y="T39"/>
                  </ns1:cxn>
                  <ns1:cxn ang="0">
                    <ns1:pos x="T40" y="T41"/>
                  </ns1:cxn>
                  <ns1:cxn ang="0">
                    <ns1:pos x="T42" y="T43"/>
                  </ns1:cxn>
                  <ns1:cxn ang="0">
                    <ns1:pos x="T44" y="T45"/>
                  </ns1:cxn>
                  <ns1:cxn ang="0">
                    <ns1:pos x="T46" y="T47"/>
                  </ns1:cxn>
                  <ns1:cxn ang="0">
                    <ns1:pos x="T48" y="T49"/>
                  </ns1:cxn>
                  <ns1:cxn ang="0">
                    <ns1:pos x="T50" y="T51"/>
                  </ns1:cxn>
                  <ns1:cxn ang="0">
                    <ns1:pos x="T52" y="T53"/>
                  </ns1:cxn>
                  <ns1:cxn ang="0">
                    <ns1:pos x="T54" y="T55"/>
                  </ns1:cxn>
                  <ns1:cxn ang="0">
                    <ns1:pos x="T56" y="T57"/>
                  </ns1:cxn>
                  <ns1:cxn ang="0">
                    <ns1:pos x="T58" y="T59"/>
                  </ns1:cxn>
                  <ns1:cxn ang="0">
                    <ns1:pos x="T60" y="T61"/>
                  </ns1:cxn>
                  <ns1:cxn ang="0">
                    <ns1:pos x="T62" y="T63"/>
                  </ns1:cxn>
                  <ns1:cxn ang="0">
                    <ns1:pos x="T64" y="T65"/>
                  </ns1:cxn>
                  <ns1:cxn ang="0">
                    <ns1:pos x="T66" y="T67"/>
                  </ns1:cxn>
                  <ns1:cxn ang="0">
                    <ns1:pos x="T68" y="T69"/>
                  </ns1:cxn>
                  <ns1:cxn ang="0">
                    <ns1:pos x="T70" y="T71"/>
                  </ns1:cxn>
                  <ns1:cxn ang="0">
                    <ns1:pos x="T72" y="T73"/>
                  </ns1:cxn>
                </ns1:cxnLst>
                <ns1:rect l="0" t="0" r="r" b="b"/>
                <ns1:pathLst>
                  <ns1:path w="264" h="176">
                    <ns1:moveTo>
                      <ns1:pt x="193" y="176"/>
                    </ns1:moveTo>
                    <ns1:cubicBezTo>
                      <ns1:pt x="188" y="176"/>
                      <ns1:pt x="184" y="172"/>
                      <ns1:pt x="184" y="167"/>
                    </ns1:cubicBezTo>
                    <ns1:cubicBezTo>
                      <ns1:pt x="184" y="162"/>
                      <ns1:pt x="188" y="159"/>
                      <ns1:pt x="193" y="159"/>
                    </ns1:cubicBezTo>
                    <ns1:cubicBezTo>
                      <ns1:pt x="211" y="158"/>
                      <ns1:pt x="211" y="158"/>
                      <ns1:pt x="211" y="158"/>
                    </ns1:cubicBezTo>
                    <ns1:cubicBezTo>
                      <ns1:pt x="211" y="158"/>
                      <ns1:pt x="212" y="158"/>
                      <ns1:pt x="212" y="158"/>
                    </ns1:cubicBezTo>
                    <ns1:cubicBezTo>
                      <ns1:pt x="212" y="158"/>
                      <ns1:pt x="212" y="158"/>
                      <ns1:pt x="212" y="158"/>
                    </ns1:cubicBezTo>
                    <ns1:cubicBezTo>
                      <ns1:pt x="231" y="158"/>
                      <ns1:pt x="246" y="142"/>
                      <ns1:pt x="246" y="123"/>
                    </ns1:cubicBezTo>
                    <ns1:cubicBezTo>
                      <ns1:pt x="246" y="104"/>
                      <ns1:pt x="231" y="88"/>
                      <ns1:pt x="211" y="88"/>
                    </ns1:cubicBezTo>
                    <ns1:cubicBezTo>
                      <ns1:pt x="209" y="88"/>
                      <ns1:pt x="206" y="88"/>
                      <ns1:pt x="203" y="89"/>
                    </ns1:cubicBezTo>
                    <ns1:cubicBezTo>
                      <ns1:pt x="201" y="90"/>
                      <ns1:pt x="198" y="89"/>
                      <ns1:pt x="195" y="87"/>
                    </ns1:cubicBezTo>
                    <ns1:cubicBezTo>
                      <ns1:pt x="193" y="85"/>
                      <ns1:pt x="192" y="82"/>
                      <ns1:pt x="193" y="79"/>
                    </ns1:cubicBezTo>
                    <ns1:cubicBezTo>
                      <ns1:pt x="193" y="76"/>
                      <ns1:pt x="194" y="73"/>
                      <ns1:pt x="194" y="70"/>
                    </ns1:cubicBezTo>
                    <ns1:cubicBezTo>
                      <ns1:pt x="194" y="41"/>
                      <ns1:pt x="170" y="18"/>
                      <ns1:pt x="141" y="18"/>
                    </ns1:cubicBezTo>
                    <ns1:cubicBezTo>
                      <ns1:pt x="113" y="18"/>
                      <ns1:pt x="91" y="38"/>
                      <ns1:pt x="88" y="66"/>
                    </ns1:cubicBezTo>
                    <ns1:cubicBezTo>
                      <ns1:pt x="88" y="68"/>
                      <ns1:pt x="87" y="71"/>
                      <ns1:pt x="84" y="72"/>
                    </ns1:cubicBezTo>
                    <ns1:cubicBezTo>
                      <ns1:pt x="82" y="74"/>
                      <ns1:pt x="79" y="74"/>
                      <ns1:pt x="77" y="73"/>
                    </ns1:cubicBezTo>
                    <ns1:cubicBezTo>
                      <ns1:pt x="71" y="71"/>
                      <ns1:pt x="67" y="70"/>
                      <ns1:pt x="62" y="70"/>
                    </ns1:cubicBezTo>
                    <ns1:cubicBezTo>
                      <ns1:pt x="37" y="70"/>
                      <ns1:pt x="18" y="90"/>
                      <ns1:pt x="18" y="114"/>
                    </ns1:cubicBezTo>
                    <ns1:cubicBezTo>
                      <ns1:pt x="18" y="138"/>
                      <ns1:pt x="37" y="158"/>
                      <ns1:pt x="60" y="158"/>
                    </ns1:cubicBezTo>
                    <ns1:cubicBezTo>
                      <ns1:pt x="61" y="158"/>
                      <ns1:pt x="61" y="158"/>
                      <ns1:pt x="61" y="158"/>
                    </ns1:cubicBezTo>
                    <ns1:cubicBezTo>
                      <ns1:pt x="65" y="159"/>
                      <ns1:pt x="65" y="159"/>
                      <ns1:pt x="65" y="159"/>
                    </ns1:cubicBezTo>
                    <ns1:cubicBezTo>
                      <ns1:pt x="80" y="159"/>
                      <ns1:pt x="80" y="159"/>
                      <ns1:pt x="80" y="159"/>
                    </ns1:cubicBezTo>
                    <ns1:cubicBezTo>
                      <ns1:pt x="85" y="159"/>
                      <ns1:pt x="88" y="162"/>
                      <ns1:pt x="88" y="167"/>
                    </ns1:cubicBezTo>
                    <ns1:cubicBezTo>
                      <ns1:pt x="88" y="172"/>
                      <ns1:pt x="85" y="176"/>
                      <ns1:pt x="80" y="176"/>
                    </ns1:cubicBezTo>
                    <ns1:cubicBezTo>
                      <ns1:pt x="63" y="176"/>
                      <ns1:pt x="63" y="176"/>
                      <ns1:pt x="63" y="176"/>
                    </ns1:cubicBezTo>
                    <ns1:cubicBezTo>
                      <ns1:pt x="62" y="176"/>
                      <ns1:pt x="62" y="176"/>
                      <ns1:pt x="62" y="176"/>
                    </ns1:cubicBezTo>
                    <ns1:cubicBezTo>
                      <ns1:pt x="28" y="176"/>
                      <ns1:pt x="0" y="148"/>
                      <ns1:pt x="0" y="114"/>
                    </ns1:cubicBezTo>
                    <ns1:cubicBezTo>
                      <ns1:pt x="0" y="80"/>
                      <ns1:pt x="28" y="53"/>
                      <ns1:pt x="62" y="53"/>
                    </ns1:cubicBezTo>
                    <ns1:cubicBezTo>
                      <ns1:pt x="65" y="53"/>
                      <ns1:pt x="69" y="53"/>
                      <ns1:pt x="73" y="54"/>
                    </ns1:cubicBezTo>
                    <ns1:cubicBezTo>
                      <ns1:pt x="80" y="23"/>
                      <ns1:pt x="108" y="0"/>
                      <ns1:pt x="141" y="0"/>
                    </ns1:cubicBezTo>
                    <ns1:cubicBezTo>
                      <ns1:pt x="180" y="0"/>
                      <ns1:pt x="211" y="32"/>
                      <ns1:pt x="211" y="70"/>
                    </ns1:cubicBezTo>
                    <ns1:cubicBezTo>
                      <ns1:pt x="211" y="70"/>
                      <ns1:pt x="211" y="70"/>
                      <ns1:pt x="211" y="70"/>
                    </ns1:cubicBezTo>
                    <ns1:cubicBezTo>
                      <ns1:pt x="211" y="70"/>
                      <ns1:pt x="211" y="70"/>
                      <ns1:pt x="211" y="70"/>
                    </ns1:cubicBezTo>
                    <ns1:cubicBezTo>
                      <ns1:pt x="240" y="70"/>
                      <ns1:pt x="264" y="94"/>
                      <ns1:pt x="264" y="123"/>
                    </ns1:cubicBezTo>
                    <ns1:cubicBezTo>
                      <ns1:pt x="264" y="152"/>
                      <ns1:pt x="240" y="176"/>
                      <ns1:pt x="211" y="176"/>
                    </ns1:cubicBezTo>
                    <ns1:cubicBezTo>
                      <ns1:pt x="211" y="176"/>
                      <ns1:pt x="211" y="176"/>
                      <ns1:pt x="210" y="176"/>
                    </ns1:cubicBezTo>
                    <ns1:lnTo>
                      <ns1:pt x="193" y="176"/>
                    </ns1:lnTo>
                    <ns1:close/>
                  </ns1:path>
                </ns1:pathLst>
              </ns1:custGeom>
              <ns1:grpFill/>
              <ns1:ln>
                <ns1:noFill/>
              </ns1:ln>
              <ns1:extLst>
                <ns1:ext uri="{91240B29-F687-4F45-9708-019B960494DF}">
                  <ns3:hiddenLine w="9525">
                    <ns1:solidFill>
                      <ns1:srgbClr val="000000"/>
                    </ns1:solidFill>
                    <ns1:round/>
                    <ns1:headEnd/>
                    <ns1:tailEnd/>
                  </ns3:hiddenLine>
                </ns1:ext>
              </ns1:extLst>
            </ns0:spPr>
            <ns0:txBody>
              <ns1:bodyPr vert="horz" wrap="square" lIns="91440" tIns="45720" rIns="91440" bIns="45720" numCol="1" anchor="t" anchorCtr="0" compatLnSpc="1">
                <ns1:prstTxWarp prst="textNoShape">
                  <ns1:avLst/>
                </ns1:prstTxWarp>
              </ns1:bodyPr>
              <ns1:lstStyle/>
              <ns1:p>
                <ns1:endParaRPr lang="id-ID" sz="2700"/>
              </ns1:p>
            </ns0:txBody>
          </ns0:sp>
          <ns0:sp>
            <ns0:nvSpPr>
              <ns0:cNvPr id="27" name="Freeform 31">
                <ns1:extLst>
                  <ns1:ext uri="{FF2B5EF4-FFF2-40B4-BE49-F238E27FC236}">
                    <ns2:creationId id="{0825B893-8E3A-4654-8934-A36AC5E3FC97}"/>
                  </ns1:ext>
                </ns1:extLst>
              </ns0:cNvPr>
              <ns0:cNvSpPr>
                <ns1:spLocks/>
              </ns0:cNvSpPr>
              <ns0:nvPr/>
            </ns0:nvSpPr>
            <ns0:spPr bwMode="auto">
              <ns1:xfrm>
                <ns1:off x="11122025" y="4251326"/>
                <ns1:ext cx="334962" cy="565150"/>
              </ns1:xfrm>
              <ns1:custGeom>
                <ns1:avLst/>
                <ns1:gdLst>
                  <ns1:gd name="T0" fmla="*/ 211 w 211"/>
                  <ns1:gd name="T1" fmla="*/ 146 h 356"/>
                  <ns1:gd name="T2" fmla="*/ 127 w 211"/>
                  <ns1:gd name="T3" fmla="*/ 146 h 356"/>
                  <ns1:gd name="T4" fmla="*/ 127 w 211"/>
                  <ns1:gd name="T5" fmla="*/ 0 h 356"/>
                  <ns1:gd name="T6" fmla="*/ 0 w 211"/>
                  <ns1:gd name="T7" fmla="*/ 210 h 356"/>
                  <ns1:gd name="T8" fmla="*/ 84 w 211"/>
                  <ns1:gd name="T9" fmla="*/ 210 h 356"/>
                  <ns1:gd name="T10" fmla="*/ 84 w 211"/>
                  <ns1:gd name="T11" fmla="*/ 356 h 356"/>
                  <ns1:gd name="T12" fmla="*/ 211 w 211"/>
                  <ns1:gd name="T13" fmla="*/ 146 h 356"/>
                </ns1:gdLst>
                <ns1:ahLst/>
                <ns1:cxnLst>
                  <ns1:cxn ang="0">
                    <ns1:pos x="T0" y="T1"/>
                  </ns1:cxn>
                  <ns1:cxn ang="0">
                    <ns1:pos x="T2" y="T3"/>
                  </ns1:cxn>
                  <ns1:cxn ang="0">
                    <ns1:pos x="T4" y="T5"/>
                  </ns1:cxn>
                  <ns1:cxn ang="0">
                    <ns1:pos x="T6" y="T7"/>
                  </ns1:cxn>
                  <ns1:cxn ang="0">
                    <ns1:pos x="T8" y="T9"/>
                  </ns1:cxn>
                  <ns1:cxn ang="0">
                    <ns1:pos x="T10" y="T11"/>
                  </ns1:cxn>
                  <ns1:cxn ang="0">
                    <ns1:pos x="T12" y="T13"/>
                  </ns1:cxn>
                </ns1:cxnLst>
                <ns1:rect l="0" t="0" r="r" b="b"/>
                <ns1:pathLst>
                  <ns1:path w="211" h="356">
                    <ns1:moveTo>
                      <ns1:pt x="211" y="146"/>
                    </ns1:moveTo>
                    <ns1:lnTo>
                      <ns1:pt x="127" y="146"/>
                    </ns1:lnTo>
                    <ns1:lnTo>
                      <ns1:pt x="127" y="0"/>
                    </ns1:lnTo>
                    <ns1:lnTo>
                      <ns1:pt x="0" y="210"/>
                    </ns1:lnTo>
                    <ns1:lnTo>
                      <ns1:pt x="84" y="210"/>
                    </ns1:lnTo>
                    <ns1:lnTo>
                      <ns1:pt x="84" y="356"/>
                    </ns1:lnTo>
                    <ns1:lnTo>
                      <ns1:pt x="211" y="146"/>
                    </ns1:lnTo>
                    <ns1:close/>
                  </ns1:path>
                </ns1:pathLst>
              </ns1:custGeom>
              <ns1:grpFill/>
              <ns1:ln>
                <ns1:noFill/>
              </ns1:ln>
              <ns1:extLst>
                <ns1:ext uri="{91240B29-F687-4F45-9708-019B960494DF}">
                  <ns3:hiddenLine w="9525">
                    <ns1:solidFill>
                      <ns1:srgbClr val="000000"/>
                    </ns1:solidFill>
                    <ns1:round/>
                    <ns1:headEnd/>
                    <ns1:tailEnd/>
                  </ns3:hiddenLine>
                </ns1:ext>
              </ns1:extLst>
            </ns0:spPr>
            <ns0:txBody>
              <ns1:bodyPr vert="horz" wrap="square" lIns="91440" tIns="45720" rIns="91440" bIns="45720" numCol="1" anchor="t" anchorCtr="0" compatLnSpc="1">
                <ns1:prstTxWarp prst="textNoShape">
                  <ns1:avLst/>
                </ns1:prstTxWarp>
              </ns1:bodyPr>
              <ns1:lstStyle/>
              <ns1:p>
                <ns1:endParaRPr lang="id-ID" sz="2700"/>
              </ns1:p>
            </ns0:txBody>
          </ns0:sp>
        </ns0:grpSp>
      </ns0:grpSp>
      <ns0:sp>
        <ns0:nvSpPr>
          <ns0:cNvPr id="36" name="TextBox 35">
            <ns1:extLst>
              <ns1:ext uri="{FF2B5EF4-FFF2-40B4-BE49-F238E27FC236}">
                <ns2:creationId id="{5EDDB56C-597B-4314-9BA1-599F26D7038B}"/>
              </ns1:ext>
            </ns1:extLst>
          </ns0:cNvPr>
          <ns0:cNvSpPr txBox="1"/>
          <ns0:nvPr/>
        </ns0:nvSpPr>
        <ns0:spPr>
          <ns1:xfrm>
            <ns1:off x="6323097" y="2960463"/>
            <ns1:ext cx="2138690" cy="292388"/>
          </ns1:xfrm>
          <ns1:prstGeom prst="rect">
            <ns1:avLst/>
          </ns1:prstGeom>
          <ns1:noFill/>
        </ns0:spPr>
        <ns0:txBody>
          <ns1:bodyPr wrap="square" rtlCol="0">
            <ns1:spAutoFit/>
          </ns1:bodyPr>
          <ns1:lstStyle/>
          <ns1:p>
            <ns1:pPr algn="ctr"/>
            <ns1:r>
              <ns1:rPr lang="en-US" sz="1300" b="1">
                <ns1:solidFill>
                  <ns1:schemeClr val="tx1">
                    <ns1:lumMod val="85000"/>
                    <ns1:lumOff val="15000"/>
                  </ns1:schemeClr>
                </ns1:solidFill>
                <ns1:latin typeface="Poppins SemiBold" panose="00000700000000000000" pitchFamily="2" charset="0"/>
                <ns1:ea typeface="Lato" panose="020F0502020204030203" pitchFamily="34" charset="0"/>
                <ns1:cs typeface="Poppins SemiBold" panose="00000700000000000000" pitchFamily="2" charset="0"/>
              </ns1:rPr>
              <ns1:t>{SlideSupportingContent}</ns1:t>
            </ns1:r>
          </ns1:p>
        </ns0:txBody>
      </ns0:sp>
      <ns0:sp>
        <ns0:nvSpPr>
          <ns0:cNvPr id="37" name="TextBox 36">
            <ns1:extLst>
              <ns1:ext uri="{FF2B5EF4-FFF2-40B4-BE49-F238E27FC236}">
                <ns2:creationId id="{40E72A34-61CB-43D7-8E73-ABC5EB94D4CC}"/>
              </ns1:ext>
            </ns1:extLst>
          </ns0:cNvPr>
          <ns0:cNvSpPr txBox="1"/>
          <ns0:nvPr/>
        </ns0:nvSpPr>
        <ns0:spPr>
          <ns1:xfrm>
            <ns1:off x="8978116" y="2960463"/>
            <ns1:ext cx="2138690" cy="292388"/>
          </ns1:xfrm>
          <ns1:prstGeom prst="rect">
            <ns1:avLst/>
          </ns1:prstGeom>
          <ns1:noFill/>
        </ns0:spPr>
        <ns0:txBody>
          <ns1:bodyPr wrap="square" rtlCol="0">
            <ns1:spAutoFit/>
          </ns1:bodyPr>
          <ns1:lstStyle/>
          <ns1:p>
            <ns1:pPr algn="ctr"/>
            <ns1:r>
              <ns1:rPr lang="en-US" sz="1300" b="1">
                <ns1:solidFill>
                  <ns1:schemeClr val="tx1">
                    <ns1:lumMod val="85000"/>
                    <ns1:lumOff val="15000"/>
                  </ns1:schemeClr>
                </ns1:solidFill>
                <ns1:latin typeface="Poppins SemiBold" panose="00000700000000000000" pitchFamily="2" charset="0"/>
                <ns1:ea typeface="Lato" panose="020F0502020204030203" pitchFamily="34" charset="0"/>
                <ns1:cs typeface="Poppins SemiBold" panose="00000700000000000000" pitchFamily="2" charset="0"/>
              </ns1:rPr>
              <ns1:t>{SlideCallout}</ns1:t>
            </ns1:r>
          </ns1:p>
        </ns0:txBody>
      </ns0:sp>
      <ns0:sp>
        <ns0:nvSpPr>
          <ns0:cNvPr id="38" name="TextBox 37">
            <ns1:extLst>
              <ns1:ext uri="{FF2B5EF4-FFF2-40B4-BE49-F238E27FC236}">
                <ns2:creationId id="{6A35F1A0-78C6-4A45-A5BD-8A33E18C92A9}"/>
              </ns1:ext>
            </ns1:extLst>
          </ns0:cNvPr>
          <ns0:cNvSpPr txBox="1"/>
          <ns0:nvPr/>
        </ns0:nvSpPr>
        <ns0:spPr>
          <ns1:xfrm>
            <ns1:off x="6318332" y="5976931"/>
            <ns1:ext cx="2138690" cy="292388"/>
          </ns1:xfrm>
          <ns1:prstGeom prst="rect">
            <ns1:avLst/>
          </ns1:prstGeom>
          <ns1:noFill/>
        </ns0:spPr>
        <ns0:txBody>
          <ns1:bodyPr wrap="square" rtlCol="0">
            <ns1:spAutoFit/>
          </ns1:bodyPr>
          <ns1:lstStyle/>
          <ns1:p>
            <ns1:pPr algn="ctr"/>
            <ns1:r>
              <ns1:rPr lang="en-US" sz="1300" b="1">
                <ns1:solidFill>
                  <ns1:schemeClr val="tx1">
                    <ns1:lumMod val="85000"/>
                    <ns1:lumOff val="15000"/>
                  </ns1:schemeClr>
                </ns1:solidFill>
                <ns1:latin typeface="Poppins SemiBold" panose="00000700000000000000" pitchFamily="2" charset="0"/>
                <ns1:ea typeface="Lato" panose="020F0502020204030203" pitchFamily="34" charset="0"/>
                <ns1:cs typeface="Poppins SemiBold" panose="00000700000000000000" pitchFamily="2" charset="0"/>
              </ns1:rPr>
              <ns1:t>{SlideCaption}</ns1:t>
            </ns1:r>
          </ns1:p>
        </ns0:txBody>
      </ns0:sp>
      <ns0:sp>
        <ns0:nvSpPr>
          <ns0:cNvPr id="39" name="TextBox 38">
            <ns1:extLst>
              <ns1:ext uri="{FF2B5EF4-FFF2-40B4-BE49-F238E27FC236}">
                <ns2:creationId id="{DA277FCE-06CA-42A5-9C28-FBA5E6A89A46}"/>
              </ns1:ext>
            </ns1:extLst>
          </ns0:cNvPr>
          <ns0:cNvSpPr txBox="1"/>
          <ns0:nvPr/>
        </ns0:nvSpPr>
        <ns0:spPr>
          <ns1:xfrm>
            <ns1:off x="8982235" y="5976931"/>
            <ns1:ext cx="2138690" cy="292388"/>
          </ns1:xfrm>
          <ns1:prstGeom prst="rect">
            <ns1:avLst/>
          </ns1:prstGeom>
          <ns1:noFill/>
        </ns0:spPr>
        <ns0:txBody>
          <ns1:bodyPr wrap="square" rtlCol="0">
            <ns1:spAutoFit/>
          </ns1:bodyPr>
          <ns1:lstStyle/>
          <ns1:p>
            <ns1:pPr algn="ctr"/>
            <ns1:r>
              <ns1:rPr lang="en-US" sz="1300" b="1">
                <ns1:solidFill>
                  <ns1:schemeClr val="tx1">
                    <ns1:lumMod val="85000"/>
                    <ns1:lumOff val="15000"/>
                  </ns1:schemeClr>
                </ns1:solidFill>
                <ns1:latin typeface="Poppins SemiBold" panose="00000700000000000000" pitchFamily="2" charset="0"/>
                <ns1:ea typeface="Lato" panose="020F0502020204030203" pitchFamily="34" charset="0"/>
                <ns1:cs typeface="Poppins SemiBold" panose="00000700000000000000" pitchFamily="2" charset="0"/>
              </ns1:rPr>
              <ns1:t>{SlideSupportingContent2}</ns1:t>
            </ns1:r>
          </ns1:p>
        </ns0:txBody>
      </ns0:sp>
      <ns0:sp>
        <ns0:nvSpPr>
          <ns0:cNvPr id="33" name="TextBox 32">
            <ns1:extLst>
              <ns1:ext uri="{FF2B5EF4-FFF2-40B4-BE49-F238E27FC236}">
                <ns2:creationId id="{CD4036DD-1B0F-4FCC-A31C-B7EAFE84B2EA}"/>
              </ns1:ext>
            </ns1:extLst>
          </ns0:cNvPr>
          <ns0:cNvSpPr txBox="1"/>
          <ns0:nvPr/>
        </ns0:nvSpPr>
        <ns0:spPr>
          <ns1:xfrm>
            <ns1:off x="989187" y="3899690"/>
            <ns1:ext cx="4442621" cy="1717843"/>
          </ns1:xfrm>
          <ns1:prstGeom prst="rect">
            <ns1:avLst/>
          </ns1:prstGeom>
          <ns1:noFill/>
        </ns0:spPr>
        <ns0:txBody>
          <ns1:bodyPr wrap="square" rtlCol="0">
            <ns1:spAutoFit/>
          </ns1:bodyPr>
          <ns1:lstStyle/>
          <ns1:p>
            <ns1:pPr>
              <ns1:lnSpc>
                <ns1:spcPct val="150000"/>
              </ns1:lnSpc>
            </ns1:pPr>
            <ns1:r>
              <ns1:rPr lang="en-US" sz="1200">
                <ns1:solidFill>
                  <ns1:schemeClr val="bg1">
                    <ns1:lumMod val="50000"/>
                  </ns1:schemeClr>
                </ns1:solidFill>
                <ns1:latin typeface="Lato" panose="020F0502020204030203" pitchFamily="34" charset="0"/>
                <ns1:ea typeface="Lato" panose="020F0502020204030203" pitchFamily="34" charset="0"/>
                <ns1:cs typeface="Lato" panose="020F0502020204030203" pitchFamily="34" charset="0"/>
              </ns1:rPr>
              <ns1:t>{SlideSupportingContent3}</ns1:t>
            </ns1:r>
          </ns1:p>
        </ns0:txBody>
      </ns0:sp>
    </ns0:spTree>
    <ns0:extLst>
      <ns0:ext uri="{BB962C8B-B14F-4D97-AF65-F5344CB8AC3E}">
        <ns4:creationId val="633661240"/>
      </ns0:ext>
    </ns0:extLst>
  </ns0:cSld>
  <ns0:clrMapOvr>
    <ns1:masterClrMapping/>
  </ns0:clrMapOvr>
</ns0:sld>
</file>

<file path=ppt/slides/slide18.xml><?xml version="1.0" encoding="utf-8"?>
<ns0:sld xmlns:ns0="http://schemas.openxmlformats.org/presentationml/2006/main" xmlns:ns1="http://schemas.openxmlformats.org/drawingml/2006/main" xmlns:ns2="http://schemas.microsoft.com/office/drawing/2014/main" xmlns:ns3="http://schemas.microsoft.com/office/powerpoint/2010/main">
  <ns0:cSld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11" name="TextBox 10">
            <ns1:extLst>
              <ns1:ext uri="{FF2B5EF4-FFF2-40B4-BE49-F238E27FC236}">
                <ns2:creationId id="{28FEABBE-7657-4AE6-8DF6-627C13298A89}"/>
              </ns1:ext>
            </ns1:extLst>
          </ns0:cNvPr>
          <ns0:cNvSpPr txBox="1"/>
          <ns0:nvPr/>
        </ns0:nvSpPr>
        <ns0:spPr>
          <ns1:xfrm>
            <ns1:off x="3182382" y="2928540"/>
            <ns1:ext cx="5827236" cy="1015663"/>
          </ns1:xfrm>
          <ns1:prstGeom prst="rect">
            <ns1:avLst/>
          </ns1:prstGeom>
          <ns1:noFill/>
        </ns0:spPr>
        <ns0:txBody>
          <ns1:bodyPr wrap="none" rtlCol="0">
            <ns1:spAutoFit/>
          </ns1:bodyPr>
          <ns1:lstStyle/>
          <ns1:p>
            <ns1:pPr algn="ctr"/>
            <ns1:r>
              <ns1:rPr lang="en-US" sz="6000" spc="300">
                <ns1:solidFill>
                  <ns1:schemeClr val="bg1"/>
                </ns1:solidFill>
                <ns1:latin typeface="Montserrat Semi Bold" panose="00000700000000000000" pitchFamily="50" charset="0"/>
                <ns1:ea typeface="Lato" panose="020F0502020204030203" pitchFamily="34" charset="0"/>
                <ns1:cs typeface="Lato" panose="020F0502020204030203" pitchFamily="34" charset="0"/>
              </ns1:rPr>
              <ns1:t>{SlideMainExplanation}</ns1:t>
            </ns1:r>
          </ns1:p>
        </ns0:txBody>
      </ns0:sp>
      <ns0:sp>
        <ns0:nvSpPr>
          <ns0:cNvPr id="17" name="TextBox 16">
            <ns1:extLst>
              <ns1:ext uri="{FF2B5EF4-FFF2-40B4-BE49-F238E27FC236}">
                <ns2:creationId id="{406DE6CF-8C4C-4D63-84F5-A58B56B03C26}"/>
              </ns1:ext>
            </ns1:extLst>
          </ns0:cNvPr>
          <ns0:cNvSpPr txBox="1"/>
          <ns0:nvPr/>
        </ns0:nvSpPr>
        <ns0:spPr>
          <ns1:xfrm>
            <ns1:off x="5585972" y="2581015"/>
            <ns1:ext cx="3355406" cy="338554"/>
          </ns1:xfrm>
          <ns1:prstGeom prst="rect">
            <ns1:avLst/>
          </ns1:prstGeom>
          <ns1:noFill/>
        </ns0:spPr>
        <ns0:txBody>
          <ns1:bodyPr wrap="none" rtlCol="0">
            <ns1:spAutoFit/>
          </ns1:bodyPr>
          <ns1:lstStyle/>
          <ns1:p>
            <ns1:pPr algn="ctr"/>
            <ns1:r>
              <ns1:rPr lang="en-US" sz="1600">
                <ns1:solidFill>
                  <ns1:schemeClr val="bg1"/>
                </ns1:solidFill>
                <ns1:latin typeface="Poppins SemiBold" panose="00000700000000000000" pitchFamily="2" charset="0"/>
                <ns1:cs typeface="Poppins SemiBold" panose="00000700000000000000" pitchFamily="2" charset="0"/>
              </ns1:rPr>
              <ns1:t>{SlideSupportingContent}</ns1:t>
            </ns1:r>
          </ns1:p>
        </ns0:txBody>
      </ns0:sp>
      <ns0:cxnSp>
        <ns0:nvCxnSpPr>
          <ns0:cNvPr id="25" name="Straight Connector 24">
            <ns1:extLst>
              <ns1:ext uri="{FF2B5EF4-FFF2-40B4-BE49-F238E27FC236}">
                <ns2:creationId id="{8571B0CE-1D92-40D3-BE6F-91492EE44FED}"/>
              </ns1:ext>
            </ns1:extLst>
          </ns0:cNvPr>
          <ns0:cNvCxnSpPr/>
          <ns0:nvPr/>
        </ns0:nvCxnSpPr>
        <ns0:spPr>
          <ns1:xfrm>
            <ns1:off x="4971822" y="2739451"/>
            <ns1:ext cx="545910" cy="0"/>
          </ns1:xfrm>
          <ns1:prstGeom prst="line">
            <ns1:avLst/>
          </ns1:prstGeom>
          <ns1:ln w="25400">
            <ns1:solidFill>
              <ns1:schemeClr val="bg1"/>
            </ns1:solidFill>
          </ns1:ln>
        </ns0:spPr>
        <ns0:style>
          <ns1:lnRef idx="1">
            <ns1:schemeClr val="accent1"/>
          </ns1:lnRef>
          <ns1:fillRef idx="0">
            <ns1:schemeClr val="accent1"/>
          </ns1:fillRef>
          <ns1:effectRef idx="0">
            <ns1:schemeClr val="accent1"/>
          </ns1:effectRef>
          <ns1:fontRef idx="minor">
            <ns1:schemeClr val="tx1"/>
          </ns1:fontRef>
        </ns0:style>
      </ns0:cxnSp>
      <ns0:sp>
        <ns0:nvSpPr>
          <ns0:cNvPr id="5" name="Picture Placeholder 4">
            <ns1:extLst>
              <ns1:ext uri="{FF2B5EF4-FFF2-40B4-BE49-F238E27FC236}">
                <ns2:creationId id="{3083E401-FC9E-4655-9AD9-1BEBD5AD6C8E}"/>
              </ns1:ext>
            </ns1:extLst>
          </ns0:cNvPr>
          <ns0:cNvSpPr>
            <ns1:spLocks noGrp="1"/>
          </ns0:cNvSpPr>
          <ns0:nvPr>
            <ns0:ph type="pic" sz="quarter" idx="10"/>
          </ns0:nvPr>
        </ns0:nvSpPr>
        <ns0:spPr>
          <ns1:xfrm>
            <ns1:off x="0" y="0"/>
            <ns1:ext cx="12192000" cy="6858000"/>
          </ns1:xfrm>
        </ns0:spPr>
      </ns0:sp>
    </ns0:spTree>
    <ns0:extLst>
      <ns0:ext uri="{BB962C8B-B14F-4D97-AF65-F5344CB8AC3E}">
        <ns3:creationId val="3609599399"/>
      </ns0:ext>
    </ns0:extLst>
  </ns0:cSld>
  <ns0:clrMapOvr>
    <ns1:masterClrMapping/>
  </ns0:clrMapOvr>
</ns0:sld>
</file>

<file path=ppt/slides/slide19.xml><?xml version="1.0" encoding="utf-8"?>
<ns0:sld xmlns:ns0="http://schemas.openxmlformats.org/presentationml/2006/main" xmlns:ns1="http://schemas.openxmlformats.org/drawingml/2006/main" xmlns:ns2="http://schemas.microsoft.com/office/drawing/2014/main" xmlns:ns3="http://schemas.microsoft.com/office/powerpoint/2010/main">
  <ns0:cSld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6" name="TextBox 5">
            <ns1:extLst>
              <ns1:ext uri="{FF2B5EF4-FFF2-40B4-BE49-F238E27FC236}">
                <ns2:creationId id="{E393AB64-0E12-43FC-A0BB-E6C93A937F0D}"/>
              </ns1:ext>
            </ns1:extLst>
          </ns0:cNvPr>
          <ns0:cNvSpPr txBox="1"/>
          <ns0:nvPr/>
        </ns0:nvSpPr>
        <ns0:spPr>
          <ns1:xfrm>
            <ns1:off x="4075350" y="3215558"/>
            <ns1:ext cx="4041300" cy="1938992"/>
          </ns1:xfrm>
          <ns1:prstGeom prst="rect">
            <ns1:avLst/>
          </ns1:prstGeom>
          <ns1:noFill/>
        </ns0:spPr>
        <ns0:txBody>
          <ns1:bodyPr wrap="square" rtlCol="0">
            <ns1:spAutoFit/>
          </ns1:bodyPr>
          <ns1:lstStyle/>
          <ns1:p>
            <ns1:pPr algn="ctr"/>
            <ns1:r>
              <ns1:rPr lang="en-US" sz="2400" spc="300">
                <ns1:solidFill>
                  <ns1:schemeClr val="tx1">
                    <ns1:lumMod val="85000"/>
                    <ns1:lumOff val="15000"/>
                  </ns1:schemeClr>
                </ns1:solidFill>
                <ns1:latin typeface="Poppins SemiBold" panose="00000700000000000000" pitchFamily="2" charset="0"/>
                <ns1:cs typeface="Poppins SemiBold" panose="00000700000000000000" pitchFamily="2" charset="0"/>
              </ns1:rPr>
              <ns1:t>{SlideMainExplanation}</ns1:t>
            </ns1:r>
          </ns1:p>
        </ns0:txBody>
      </ns0:sp>
      <ns0:grpSp>
        <ns0:nvGrpSpPr>
          <ns0:cNvPr id="7" name="Group 6">
            <ns1:extLst>
              <ns1:ext uri="{FF2B5EF4-FFF2-40B4-BE49-F238E27FC236}">
                <ns2:creationId id="{A4D4F325-52A1-43C4-9B14-57D22B51B38C}"/>
              </ns1:ext>
            </ns1:extLst>
          </ns0:cNvPr>
          <ns0:cNvGrpSpPr/>
          <ns0:nvPr/>
        </ns0:nvGrpSpPr>
        <ns0:grpSpPr>
          <ns1:xfrm>
            <ns1:off x="5727510" y="5332223"/>
            <ns1:ext cx="736980" cy="186316"/>
            <ns1:chOff x="5895833" y="2247347"/>
            <ns1:chExt cx="809768" cy="204717"/>
          </ns1:xfrm>
        </ns0:grpSpPr>
        <ns0:sp>
          <ns0:nvSpPr>
            <ns0:cNvPr id="8" name="Diamond 7">
              <ns1:extLst>
                <ns1:ext uri="{FF2B5EF4-FFF2-40B4-BE49-F238E27FC236}">
                  <ns2:creationId id="{DFDD9E9A-AC5C-4029-8826-EC3569BB26C2}"/>
                </ns1:ext>
              </ns1:extLst>
            </ns0:cNvPr>
            <ns0:cNvSpPr/>
            <ns0:nvPr/>
          </ns0:nvSpPr>
          <ns0:spPr>
            <ns1:xfrm>
              <ns1:off x="5895833" y="2247347"/>
              <ns1:ext cx="204717" cy="204717"/>
            </ns1:xfrm>
            <ns1:prstGeom prst="diamond">
              <ns1:avLst/>
            </ns1:prstGeom>
            <ns1:solidFill>
              <ns1:schemeClr val="accent4"/>
            </ns1:solidFill>
            <ns1:ln>
              <ns1:noFill/>
            </ns1:ln>
          </ns0:spPr>
          <ns0:style>
            <ns1:lnRef idx="2">
              <ns1:schemeClr val="accent1">
                <ns1:shade val="50000"/>
              </ns1:schemeClr>
            </ns1:lnRef>
            <ns1:fillRef idx="1">
              <ns1:schemeClr val="accent1"/>
            </ns1:fillRef>
            <ns1:effectRef idx="0">
              <ns1:schemeClr val="accent1"/>
            </ns1:effectRef>
            <ns1:fontRef idx="minor">
              <ns1:schemeClr val="lt1"/>
            </ns1:fontRef>
          </ns0:style>
          <ns0:txBody>
            <ns1:bodyPr rtlCol="0" anchor="ctr"/>
            <ns1:lstStyle/>
            <ns1:p>
              <ns1:pPr algn="ctr"/>
              <ns1:endParaRPr lang="en-US"/>
            </ns1:p>
          </ns0:txBody>
        </ns0:sp>
        <ns0:sp>
          <ns0:nvSpPr>
            <ns0:cNvPr id="9" name="Diamond 8">
              <ns1:extLst>
                <ns1:ext uri="{FF2B5EF4-FFF2-40B4-BE49-F238E27FC236}">
                  <ns2:creationId id="{24478F44-503B-4CDD-8FDD-AACBB1F7E352}"/>
                </ns1:ext>
              </ns1:extLst>
            </ns0:cNvPr>
            <ns0:cNvSpPr/>
            <ns0:nvPr/>
          </ns0:nvSpPr>
          <ns0:spPr>
            <ns1:xfrm>
              <ns1:off x="6096000" y="2247347"/>
              <ns1:ext cx="204717" cy="204717"/>
            </ns1:xfrm>
            <ns1:prstGeom prst="diamond">
              <ns1:avLst/>
            </ns1:prstGeom>
            <ns1:solidFill>
              <ns1:schemeClr val="accent4">
                <ns1:lumMod val="60000"/>
                <ns1:lumOff val="40000"/>
              </ns1:schemeClr>
            </ns1:solidFill>
            <ns1:ln>
              <ns1:noFill/>
            </ns1:ln>
          </ns0:spPr>
          <ns0:style>
            <ns1:lnRef idx="2">
              <ns1:schemeClr val="accent1">
                <ns1:shade val="50000"/>
              </ns1:schemeClr>
            </ns1:lnRef>
            <ns1:fillRef idx="1">
              <ns1:schemeClr val="accent1"/>
            </ns1:fillRef>
            <ns1:effectRef idx="0">
              <ns1:schemeClr val="accent1"/>
            </ns1:effectRef>
            <ns1:fontRef idx="minor">
              <ns1:schemeClr val="lt1"/>
            </ns1:fontRef>
          </ns0:style>
          <ns0:txBody>
            <ns1:bodyPr rtlCol="0" anchor="ctr"/>
            <ns1:lstStyle/>
            <ns1:p>
              <ns1:pPr algn="ctr"/>
              <ns1:endParaRPr lang="en-US"/>
            </ns1:p>
          </ns0:txBody>
        </ns0:sp>
        <ns0:sp>
          <ns0:nvSpPr>
            <ns0:cNvPr id="10" name="Diamond 9">
              <ns1:extLst>
                <ns1:ext uri="{FF2B5EF4-FFF2-40B4-BE49-F238E27FC236}">
                  <ns2:creationId id="{8604DC2C-C5C3-44F8-8780-CB4E039E94F5}"/>
                </ns1:ext>
              </ns1:extLst>
            </ns0:cNvPr>
            <ns0:cNvSpPr/>
            <ns0:nvPr/>
          </ns0:nvSpPr>
          <ns0:spPr>
            <ns1:xfrm>
              <ns1:off x="6300717" y="2247347"/>
              <ns1:ext cx="204717" cy="204717"/>
            </ns1:xfrm>
            <ns1:prstGeom prst="diamond">
              <ns1:avLst/>
            </ns1:prstGeom>
            <ns1:solidFill>
              <ns1:schemeClr val="accent4">
                <ns1:lumMod val="40000"/>
                <ns1:lumOff val="60000"/>
              </ns1:schemeClr>
            </ns1:solidFill>
            <ns1:ln>
              <ns1:noFill/>
            </ns1:ln>
          </ns0:spPr>
          <ns0:style>
            <ns1:lnRef idx="2">
              <ns1:schemeClr val="accent1">
                <ns1:shade val="50000"/>
              </ns1:schemeClr>
            </ns1:lnRef>
            <ns1:fillRef idx="1">
              <ns1:schemeClr val="accent1"/>
            </ns1:fillRef>
            <ns1:effectRef idx="0">
              <ns1:schemeClr val="accent1"/>
            </ns1:effectRef>
            <ns1:fontRef idx="minor">
              <ns1:schemeClr val="lt1"/>
            </ns1:fontRef>
          </ns0:style>
          <ns0:txBody>
            <ns1:bodyPr rtlCol="0" anchor="ctr"/>
            <ns1:lstStyle/>
            <ns1:p>
              <ns1:pPr algn="ctr"/>
              <ns1:endParaRPr lang="en-US"/>
            </ns1:p>
          </ns0:txBody>
        </ns0:sp>
        <ns0:sp>
          <ns0:nvSpPr>
            <ns0:cNvPr id="11" name="Diamond 10">
              <ns1:extLst>
                <ns1:ext uri="{FF2B5EF4-FFF2-40B4-BE49-F238E27FC236}">
                  <ns2:creationId id="{661B38E5-1CB6-4D8D-93DE-ECB0BA0FC72C}"/>
                </ns1:ext>
              </ns1:extLst>
            </ns0:cNvPr>
            <ns0:cNvSpPr/>
            <ns0:nvPr/>
          </ns0:nvSpPr>
          <ns0:spPr>
            <ns1:xfrm>
              <ns1:off x="6500884" y="2247347"/>
              <ns1:ext cx="204717" cy="204717"/>
            </ns1:xfrm>
            <ns1:prstGeom prst="diamond">
              <ns1:avLst/>
            </ns1:prstGeom>
            <ns1:solidFill>
              <ns1:schemeClr val="accent4">
                <ns1:lumMod val="20000"/>
                <ns1:lumOff val="80000"/>
              </ns1:schemeClr>
            </ns1:solidFill>
            <ns1:ln>
              <ns1:noFill/>
            </ns1:ln>
          </ns0:spPr>
          <ns0:style>
            <ns1:lnRef idx="2">
              <ns1:schemeClr val="accent1">
                <ns1:shade val="50000"/>
              </ns1:schemeClr>
            </ns1:lnRef>
            <ns1:fillRef idx="1">
              <ns1:schemeClr val="accent1"/>
            </ns1:fillRef>
            <ns1:effectRef idx="0">
              <ns1:schemeClr val="accent1"/>
            </ns1:effectRef>
            <ns1:fontRef idx="minor">
              <ns1:schemeClr val="lt1"/>
            </ns1:fontRef>
          </ns0:style>
          <ns0:txBody>
            <ns1:bodyPr rtlCol="0" anchor="ctr"/>
            <ns1:lstStyle/>
            <ns1:p>
              <ns1:pPr algn="ctr"/>
              <ns1:endParaRPr lang="en-US"/>
            </ns1:p>
          </ns0:txBody>
        </ns0:sp>
      </ns0:grpSp>
      <ns0:sp>
        <ns0:nvSpPr>
          <ns0:cNvPr id="14" name="TextBox 13">
            <ns1:extLst>
              <ns1:ext uri="{FF2B5EF4-FFF2-40B4-BE49-F238E27FC236}">
                <ns2:creationId id="{578D6F94-0347-4C15-8ADE-8EAF4BB8C8C7}"/>
              </ns1:ext>
            </ns1:extLst>
          </ns0:cNvPr>
          <ns0:cNvSpPr txBox="1"/>
          <ns0:nvPr/>
        </ns0:nvSpPr>
        <ns0:spPr>
          <ns1:xfrm>
            <ns1:off x="4075349" y="2843023"/>
            <ns1:ext cx="4041299" cy="276999"/>
          </ns1:xfrm>
          <ns1:prstGeom prst="rect">
            <ns1:avLst/>
          </ns1:prstGeom>
          <ns1:noFill/>
        </ns0:spPr>
        <ns0:txBody>
          <ns1:bodyPr wrap="square" rtlCol="0">
            <ns1:spAutoFit/>
          </ns1:bodyPr>
          <ns1:lstStyle/>
          <ns1:p>
            <ns1:pPr algn="ctr"/>
            <ns1:r>
              <ns1:rPr lang="en-US" sz="1200" spc="100">
                <ns1:solidFill>
                  <ns1:schemeClr val="tx1">
                    <ns1:lumMod val="85000"/>
                    <ns1:lumOff val="15000"/>
                  </ns1:schemeClr>
                </ns1:solidFill>
                <ns1:latin typeface="Poppins" panose="00000500000000000000" pitchFamily="2" charset="0"/>
                <ns1:cs typeface="Poppins" panose="00000500000000000000" pitchFamily="2" charset="0"/>
              </ns1:rPr>
              <ns1:t>{SlideSupportingContent}</ns1:t>
            </ns1:r>
          </ns1:p>
        </ns0:txBody>
      </ns0:sp>
      <ns0:sp>
        <ns0:nvSpPr>
          <ns0:cNvPr id="3" name="Picture Placeholder 2">
            <ns1:extLst>
              <ns1:ext uri="{FF2B5EF4-FFF2-40B4-BE49-F238E27FC236}">
                <ns2:creationId id="{F21AD07A-248B-485C-938C-B814DD27A9D5}"/>
              </ns1:ext>
            </ns1:extLst>
          </ns0:cNvPr>
          <ns0:cNvSpPr>
            <ns1:spLocks noGrp="1"/>
          </ns0:cNvSpPr>
          <ns0:nvPr>
            <ns0:ph type="pic" sz="quarter" idx="13"/>
          </ns0:nvPr>
        </ns0:nvSpPr>
        <ns0:spPr/>
      </ns0:sp>
      <ns0:sp>
        <ns0:nvSpPr>
          <ns0:cNvPr id="13" name="Picture Placeholder 12">
            <ns1:extLst>
              <ns1:ext uri="{FF2B5EF4-FFF2-40B4-BE49-F238E27FC236}">
                <ns2:creationId id="{B3D63F7D-9338-48E2-B04D-92E6ED1F5E3C}"/>
              </ns1:ext>
            </ns1:extLst>
          </ns0:cNvPr>
          <ns0:cNvSpPr>
            <ns1:spLocks noGrp="1"/>
          </ns0:cNvSpPr>
          <ns0:nvPr>
            <ns0:ph type="pic" sz="quarter" idx="14"/>
          </ns0:nvPr>
        </ns0:nvSpPr>
        <ns0:spPr/>
      </ns0:sp>
      <ns0:sp>
        <ns0:nvSpPr>
          <ns0:cNvPr id="16" name="Picture Placeholder 15">
            <ns1:extLst>
              <ns1:ext uri="{FF2B5EF4-FFF2-40B4-BE49-F238E27FC236}">
                <ns2:creationId id="{3BE5FC23-66C6-4ED6-A7C5-872DE5E8B18A}"/>
              </ns1:ext>
            </ns1:extLst>
          </ns0:cNvPr>
          <ns0:cNvSpPr>
            <ns1:spLocks noGrp="1"/>
          </ns0:cNvSpPr>
          <ns0:nvPr>
            <ns0:ph type="pic" sz="quarter" idx="15"/>
          </ns0:nvPr>
        </ns0:nvSpPr>
        <ns0:spPr/>
      </ns0:sp>
    </ns0:spTree>
    <ns0:extLst>
      <ns0:ext uri="{BB962C8B-B14F-4D97-AF65-F5344CB8AC3E}">
        <ns3:creationId val="4212184482"/>
      </ns0:ext>
    </ns0:extLst>
  </ns0:cSld>
  <ns0:clrMapOvr>
    <ns1:masterClrMapping/>
  </ns0:clrMapOvr>
</ns0:sld>
</file>

<file path=ppt/slides/slide20.xml><?xml version="1.0" encoding="utf-8"?>
<ns0:sld xmlns:ns0="http://schemas.openxmlformats.org/presentationml/2006/main" xmlns:ns1="http://schemas.openxmlformats.org/drawingml/2006/main" xmlns:ns2="http://schemas.microsoft.com/office/drawing/2014/main" xmlns:ns3="http://schemas.microsoft.com/office/powerpoint/2010/main">
  <ns0:cSld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9" name="Picture Placeholder 8">
            <ns1:extLst>
              <ns1:ext uri="{FF2B5EF4-FFF2-40B4-BE49-F238E27FC236}">
                <ns2:creationId id="{44F0D990-FD1B-4614-AB03-0948F26F0D62}"/>
              </ns1:ext>
            </ns1:extLst>
          </ns0:cNvPr>
          <ns0:cNvSpPr>
            <ns1:spLocks noGrp="1"/>
          </ns0:cNvSpPr>
          <ns0:nvPr>
            <ns0:ph type="pic" sz="quarter" idx="13"/>
          </ns0:nvPr>
        </ns0:nvSpPr>
        <ns0:spPr/>
      </ns0:sp>
      <ns0:sp>
        <ns0:nvSpPr>
          <ns0:cNvPr id="11" name="Picture Placeholder 10">
            <ns1:extLst>
              <ns1:ext uri="{FF2B5EF4-FFF2-40B4-BE49-F238E27FC236}">
                <ns2:creationId id="{FD009E0B-7D06-4FD5-A33B-C61C162EEC47}"/>
              </ns1:ext>
            </ns1:extLst>
          </ns0:cNvPr>
          <ns0:cNvSpPr>
            <ns1:spLocks noGrp="1"/>
          </ns0:cNvSpPr>
          <ns0:nvPr>
            <ns0:ph type="pic" sz="quarter" idx="14"/>
          </ns0:nvPr>
        </ns0:nvSpPr>
        <ns0:spPr/>
      </ns0:sp>
      <ns0:sp>
        <ns0:nvSpPr>
          <ns0:cNvPr id="13" name="Picture Placeholder 12">
            <ns1:extLst>
              <ns1:ext uri="{FF2B5EF4-FFF2-40B4-BE49-F238E27FC236}">
                <ns2:creationId id="{7DBC24C3-2F6A-4425-B20B-D400A141D2E0}"/>
              </ns1:ext>
            </ns1:extLst>
          </ns0:cNvPr>
          <ns0:cNvSpPr>
            <ns1:spLocks noGrp="1"/>
          </ns0:cNvSpPr>
          <ns0:nvPr>
            <ns0:ph type="pic" sz="quarter" idx="15"/>
          </ns0:nvPr>
        </ns0:nvSpPr>
        <ns0:spPr/>
      </ns0:sp>
      <ns0:sp>
        <ns0:nvSpPr>
          <ns0:cNvPr id="3" name="TextBox 2">
            <ns1:extLst>
              <ns1:ext uri="{FF2B5EF4-FFF2-40B4-BE49-F238E27FC236}">
                <ns2:creationId id="{C45CF432-52F7-4D03-B67D-8ED8683E8A7C}"/>
              </ns1:ext>
            </ns1:extLst>
          </ns0:cNvPr>
          <ns0:cNvSpPr txBox="1"/>
          <ns0:nvPr/>
        </ns0:nvSpPr>
        <ns0:spPr>
          <ns1:xfrm>
            <ns1:off x="8391218" y="1216469"/>
            <ns1:ext cx="3072902" cy="292388"/>
          </ns1:xfrm>
          <ns1:prstGeom prst="rect">
            <ns1:avLst/>
          </ns1:prstGeom>
          <ns1:noFill/>
        </ns0:spPr>
        <ns0:txBody>
          <ns1:bodyPr wrap="square" rtlCol="0">
            <ns1:spAutoFit/>
          </ns1:bodyPr>
          <ns1:lstStyle/>
          <ns1:p>
            <ns1:r>
              <ns1:rPr lang="en-US" sz="1300" b="1">
                <ns1:solidFill>
                  <ns1:schemeClr val="tx1">
                    <ns1:lumMod val="85000"/>
                    <ns1:lumOff val="15000"/>
                  </ns1:schemeClr>
                </ns1:solidFill>
                <ns1:latin typeface="Poppins SemiBold" panose="00000700000000000000" pitchFamily="2" charset="0"/>
                <ns1:ea typeface="Lato" panose="020F0502020204030203" pitchFamily="34" charset="0"/>
                <ns1:cs typeface="Poppins SemiBold" panose="00000700000000000000" pitchFamily="2" charset="0"/>
              </ns1:rPr>
              <ns1:t>{SlideStatistic}</ns1:t>
            </ns1:r>
          </ns1:p>
        </ns0:txBody>
      </ns0:sp>
      <ns0:sp>
        <ns0:nvSpPr>
          <ns0:cNvPr id="4" name="TextBox 3">
            <ns1:extLst>
              <ns1:ext uri="{FF2B5EF4-FFF2-40B4-BE49-F238E27FC236}">
                <ns2:creationId id="{57DCB84D-CA6A-4612-B964-F6B2B4ECD61D}"/>
              </ns1:ext>
            </ns1:extLst>
          </ns0:cNvPr>
          <ns0:cNvSpPr txBox="1"/>
          <ns0:nvPr/>
        </ns0:nvSpPr>
        <ns0:spPr>
          <ns1:xfrm>
            <ns1:off x="8391218" y="1555023"/>
            <ns1:ext cx="3072902" cy="886846"/>
          </ns1:xfrm>
          <ns1:prstGeom prst="rect">
            <ns1:avLst/>
          </ns1:prstGeom>
          <ns1:noFill/>
        </ns0:spPr>
        <ns0:txBody>
          <ns1:bodyPr wrap="square" rtlCol="0">
            <ns1:spAutoFit/>
          </ns1:bodyPr>
          <ns1:lstStyle/>
          <ns1:p>
            <ns1:pPr>
              <ns1:lnSpc>
                <ns1:spcPct val="150000"/>
              </ns1:lnSpc>
            </ns1:pPr>
            <ns1:r>
              <ns1:rPr lang="en-US" sz="1200">
                <ns1:solidFill>
                  <ns1:schemeClr val="bg1">
                    <ns1:lumMod val="50000"/>
                  </ns1:schemeClr>
                </ns1:solidFill>
                <ns1:latin typeface="Lato" panose="020F0502020204030203" pitchFamily="34" charset="0"/>
                <ns1:ea typeface="Lato" panose="020F0502020204030203" pitchFamily="34" charset="0"/>
                <ns1:cs typeface="Lato" panose="020F0502020204030203" pitchFamily="34" charset="0"/>
              </ns1:rPr>
              <ns1:t>{SlideSupportingContent}</ns1:t>
            </ns1:r>
          </ns1:p>
        </ns0:txBody>
      </ns0:sp>
      <ns0:sp>
        <ns0:nvSpPr>
          <ns0:cNvPr id="5" name="TextBox 4">
            <ns1:extLst>
              <ns1:ext uri="{FF2B5EF4-FFF2-40B4-BE49-F238E27FC236}">
                <ns2:creationId id="{E91C204F-4B14-44FB-9882-3565B8C94022}"/>
              </ns1:ext>
            </ns1:extLst>
          </ns0:cNvPr>
          <ns0:cNvSpPr txBox="1"/>
          <ns0:nvPr/>
        </ns0:nvSpPr>
        <ns0:spPr>
          <ns1:xfrm>
            <ns1:off x="8391218" y="2816300"/>
            <ns1:ext cx="3072901" cy="292388"/>
          </ns1:xfrm>
          <ns1:prstGeom prst="rect">
            <ns1:avLst/>
          </ns1:prstGeom>
          <ns1:noFill/>
        </ns0:spPr>
        <ns0:txBody>
          <ns1:bodyPr wrap="square" rtlCol="0">
            <ns1:spAutoFit/>
          </ns1:bodyPr>
          <ns1:lstStyle/>
          <ns1:p>
            <ns1:r>
              <ns1:rPr lang="en-US" sz="1300" b="1">
                <ns1:solidFill>
                  <ns1:schemeClr val="tx1">
                    <ns1:lumMod val="85000"/>
                    <ns1:lumOff val="15000"/>
                  </ns1:schemeClr>
                </ns1:solidFill>
                <ns1:latin typeface="Poppins SemiBold" panose="00000700000000000000" pitchFamily="2" charset="0"/>
                <ns1:ea typeface="Lato" panose="020F0502020204030203" pitchFamily="34" charset="0"/>
                <ns1:cs typeface="Poppins SemiBold" panose="00000700000000000000" pitchFamily="2" charset="0"/>
              </ns1:rPr>
              <ns1:t>{SlideStatistic}</ns1:t>
            </ns1:r>
          </ns1:p>
        </ns0:txBody>
      </ns0:sp>
      <ns0:sp>
        <ns0:nvSpPr>
          <ns0:cNvPr id="6" name="TextBox 5">
            <ns1:extLst>
              <ns1:ext uri="{FF2B5EF4-FFF2-40B4-BE49-F238E27FC236}">
                <ns2:creationId id="{1B649BC3-A6D0-4652-A4CB-0D26E4F05F3F}"/>
              </ns1:ext>
            </ns1:extLst>
          </ns0:cNvPr>
          <ns0:cNvSpPr txBox="1"/>
          <ns0:nvPr/>
        </ns0:nvSpPr>
        <ns0:spPr>
          <ns1:xfrm>
            <ns1:off x="8391218" y="3154854"/>
            <ns1:ext cx="3072901" cy="886846"/>
          </ns1:xfrm>
          <ns1:prstGeom prst="rect">
            <ns1:avLst/>
          </ns1:prstGeom>
          <ns1:noFill/>
        </ns0:spPr>
        <ns0:txBody>
          <ns1:bodyPr wrap="square" rtlCol="0">
            <ns1:spAutoFit/>
          </ns1:bodyPr>
          <ns1:lstStyle/>
          <ns1:p>
            <ns1:pPr>
              <ns1:lnSpc>
                <ns1:spcPct val="150000"/>
              </ns1:lnSpc>
            </ns1:pPr>
            <ns1:r>
              <ns1:rPr lang="en-US" sz="1200">
                <ns1:solidFill>
                  <ns1:schemeClr val="bg1">
                    <ns1:lumMod val="50000"/>
                  </ns1:schemeClr>
                </ns1:solidFill>
                <ns1:latin typeface="Lato" panose="020F0502020204030203" pitchFamily="34" charset="0"/>
                <ns1:ea typeface="Lato" panose="020F0502020204030203" pitchFamily="34" charset="0"/>
                <ns1:cs typeface="Lato" panose="020F0502020204030203" pitchFamily="34" charset="0"/>
              </ns1:rPr>
              <ns1:t>{SlideCaption}</ns1:t>
            </ns1:r>
          </ns1:p>
        </ns0:txBody>
      </ns0:sp>
      <ns0:sp>
        <ns0:nvSpPr>
          <ns0:cNvPr id="7" name="TextBox 6">
            <ns1:extLst>
              <ns1:ext uri="{FF2B5EF4-FFF2-40B4-BE49-F238E27FC236}">
                <ns2:creationId id="{33DE5153-C04F-4DA5-98C8-D1CCFE9167EE}"/>
              </ns1:ext>
            </ns1:extLst>
          </ns0:cNvPr>
          <ns0:cNvSpPr txBox="1"/>
          <ns0:nvPr/>
        </ns0:nvSpPr>
        <ns0:spPr>
          <ns1:xfrm>
            <ns1:off x="8391217" y="4416131"/>
            <ns1:ext cx="3072902" cy="292388"/>
          </ns1:xfrm>
          <ns1:prstGeom prst="rect">
            <ns1:avLst/>
          </ns1:prstGeom>
          <ns1:noFill/>
        </ns0:spPr>
        <ns0:txBody>
          <ns1:bodyPr wrap="square" rtlCol="0">
            <ns1:spAutoFit/>
          </ns1:bodyPr>
          <ns1:lstStyle/>
          <ns1:p>
            <ns1:r>
              <ns1:rPr lang="en-US" sz="1300" b="1">
                <ns1:solidFill>
                  <ns1:schemeClr val="tx1">
                    <ns1:lumMod val="85000"/>
                    <ns1:lumOff val="15000"/>
                  </ns1:schemeClr>
                </ns1:solidFill>
                <ns1:latin typeface="Poppins SemiBold" panose="00000700000000000000" pitchFamily="2" charset="0"/>
                <ns1:ea typeface="Lato" panose="020F0502020204030203" pitchFamily="34" charset="0"/>
                <ns1:cs typeface="Poppins SemiBold" panose="00000700000000000000" pitchFamily="2" charset="0"/>
              </ns1:rPr>
              <ns1:t>{SlideStatistic}</ns1:t>
            </ns1:r>
          </ns1:p>
        </ns0:txBody>
      </ns0:sp>
      <ns0:sp>
        <ns0:nvSpPr>
          <ns0:cNvPr id="8" name="TextBox 7">
            <ns1:extLst>
              <ns1:ext uri="{FF2B5EF4-FFF2-40B4-BE49-F238E27FC236}">
                <ns2:creationId id="{8188639B-5760-474F-81CA-4708B1582D3A}"/>
              </ns1:ext>
            </ns1:extLst>
          </ns0:cNvPr>
          <ns0:cNvSpPr txBox="1"/>
          <ns0:nvPr/>
        </ns0:nvSpPr>
        <ns0:spPr>
          <ns1:xfrm>
            <ns1:off x="8391217" y="4754685"/>
            <ns1:ext cx="3072902" cy="886846"/>
          </ns1:xfrm>
          <ns1:prstGeom prst="rect">
            <ns1:avLst/>
          </ns1:prstGeom>
          <ns1:noFill/>
        </ns0:spPr>
        <ns0:txBody>
          <ns1:bodyPr wrap="square" rtlCol="0">
            <ns1:spAutoFit/>
          </ns1:bodyPr>
          <ns1:lstStyle/>
          <ns1:p>
            <ns1:pPr>
              <ns1:lnSpc>
                <ns1:spcPct val="150000"/>
              </ns1:lnSpc>
            </ns1:pPr>
            <ns1:r>
              <ns1:rPr lang="en-US" sz="1200">
                <ns1:solidFill>
                  <ns1:schemeClr val="bg1">
                    <ns1:lumMod val="50000"/>
                  </ns1:schemeClr>
                </ns1:solidFill>
                <ns1:latin typeface="Lato" panose="020F0502020204030203" pitchFamily="34" charset="0"/>
                <ns1:ea typeface="Lato" panose="020F0502020204030203" pitchFamily="34" charset="0"/>
                <ns1:cs typeface="Lato" panose="020F0502020204030203" pitchFamily="34" charset="0"/>
              </ns1:rPr>
              <ns1:t>{SlideSupportingContent2}</ns1:t>
            </ns1:r>
          </ns1:p>
        </ns0:txBody>
      </ns0:sp>
      <ns0:sp>
        <ns0:nvSpPr>
          <ns0:cNvPr id="16" name="Oval 15">
            <ns1:extLst>
              <ns1:ext uri="{FF2B5EF4-FFF2-40B4-BE49-F238E27FC236}">
                <ns2:creationId id="{FCF196D4-7F3E-4238-B276-8F8E5D6EC1BF}"/>
              </ns1:ext>
            </ns1:extLst>
          </ns0:cNvPr>
          <ns0:cNvSpPr/>
          <ns0:nvPr/>
        </ns0:nvSpPr>
        <ns0:spPr>
          <ns1:xfrm>
            <ns1:off x="470846" y="1370357"/>
            <ns1:ext cx="657143" cy="657143"/>
          </ns1:xfrm>
          <ns1:prstGeom prst="ellipse">
            <ns1:avLst/>
          </ns1:prstGeom>
          <ns1:solidFill>
            <ns1:schemeClr val="accent4">
              <ns1:lumMod val="40000"/>
              <ns1:lumOff val="60000"/>
            </ns1:schemeClr>
          </ns1:solidFill>
          <ns1:ln>
            <ns1:noFill/>
          </ns1:ln>
        </ns0:spPr>
        <ns0:style>
          <ns1:lnRef idx="2">
            <ns1:schemeClr val="accent1">
              <ns1:shade val="50000"/>
            </ns1:schemeClr>
          </ns1:lnRef>
          <ns1:fillRef idx="1">
            <ns1:schemeClr val="accent1"/>
          </ns1:fillRef>
          <ns1:effectRef idx="0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  <ns1:r>
              <ns1:rPr lang="en-US" sz="1400">
                <ns1:solidFill>
                  <ns1:schemeClr val="bg2">
                    <ns1:lumMod val="25000"/>
                  </ns1:schemeClr>
                </ns1:solidFill>
                <ns1:latin typeface="Poppins SemiBold" panose="00000700000000000000" pitchFamily="2" charset="0"/>
                <ns1:cs typeface="Poppins SemiBold" panose="00000700000000000000" pitchFamily="2" charset="0"/>
              </ns1:rPr>
              <ns1:t>{SlideStatistic}</ns1:t>
            </ns1:r>
            <ns1:endParaRPr lang="en-US">
              <ns1:solidFill>
                <ns1:schemeClr val="bg2">
                  <ns1:lumMod val="25000"/>
                </ns1:schemeClr>
              </ns1:solidFill>
              <ns1:latin typeface="Poppins SemiBold" panose="00000700000000000000" pitchFamily="2" charset="0"/>
              <ns1:cs typeface="Poppins SemiBold" panose="00000700000000000000" pitchFamily="2" charset="0"/>
            </ns1:endParaRPr>
          </ns1:p>
        </ns0:txBody>
      </ns0:sp>
      <ns0:sp>
        <ns0:nvSpPr>
          <ns0:cNvPr id="18" name="Oval 17">
            <ns1:extLst>
              <ns1:ext uri="{FF2B5EF4-FFF2-40B4-BE49-F238E27FC236}">
                <ns2:creationId id="{9EEF4FA5-56AA-4542-B88E-C70AF4BB4348}"/>
              </ns1:ext>
            </ns1:extLst>
          </ns0:cNvPr>
          <ns0:cNvSpPr/>
          <ns0:nvPr/>
        </ns0:nvSpPr>
        <ns0:spPr>
          <ns1:xfrm>
            <ns1:off x="399308" y="4514109"/>
            <ns1:ext cx="657143" cy="657143"/>
          </ns1:xfrm>
          <ns1:prstGeom prst="ellipse">
            <ns1:avLst/>
          </ns1:prstGeom>
          <ns1:solidFill>
            <ns1:schemeClr val="accent4">
              <ns1:lumMod val="40000"/>
              <ns1:lumOff val="60000"/>
            </ns1:schemeClr>
          </ns1:solidFill>
          <ns1:ln>
            <ns1:noFill/>
          </ns1:ln>
        </ns0:spPr>
        <ns0:style>
          <ns1:lnRef idx="2">
            <ns1:schemeClr val="accent1">
              <ns1:shade val="50000"/>
            </ns1:schemeClr>
          </ns1:lnRef>
          <ns1:fillRef idx="1">
            <ns1:schemeClr val="accent1"/>
          </ns1:fillRef>
          <ns1:effectRef idx="0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  <ns1:r>
              <ns1:rPr lang="en-US" sz="1400">
                <ns1:solidFill>
                  <ns1:schemeClr val="bg2">
                    <ns1:lumMod val="25000"/>
                  </ns1:schemeClr>
                </ns1:solidFill>
                <ns1:latin typeface="Poppins SemiBold" panose="00000700000000000000" pitchFamily="2" charset="0"/>
                <ns1:cs typeface="Poppins SemiBold" panose="00000700000000000000" pitchFamily="2" charset="0"/>
              </ns1:rPr>
              <ns1:t>{SlideStatistic}</ns1:t>
            </ns1:r>
            <ns1:endParaRPr lang="en-US">
              <ns1:solidFill>
                <ns1:schemeClr val="bg2">
                  <ns1:lumMod val="25000"/>
                </ns1:schemeClr>
              </ns1:solidFill>
              <ns1:latin typeface="Poppins SemiBold" panose="00000700000000000000" pitchFamily="2" charset="0"/>
              <ns1:cs typeface="Poppins SemiBold" panose="00000700000000000000" pitchFamily="2" charset="0"/>
            </ns1:endParaRPr>
          </ns1:p>
        </ns0:txBody>
      </ns0:sp>
      <ns0:sp>
        <ns0:nvSpPr>
          <ns0:cNvPr id="19" name="Oval 18">
            <ns1:extLst>
              <ns1:ext uri="{FF2B5EF4-FFF2-40B4-BE49-F238E27FC236}">
                <ns2:creationId id="{45B6308F-7250-4F19-95B8-872132A80BD4}"/>
              </ns1:ext>
            </ns1:extLst>
          </ns0:cNvPr>
          <ns0:cNvSpPr/>
          <ns0:nvPr/>
        </ns0:nvSpPr>
        <ns0:spPr>
          <ns1:xfrm>
            <ns1:off x="7435982" y="1177344"/>
            <ns1:ext cx="657143" cy="657143"/>
          </ns1:xfrm>
          <ns1:prstGeom prst="ellipse">
            <ns1:avLst/>
          </ns1:prstGeom>
          <ns1:solidFill>
            <ns1:schemeClr val="accent4">
              <ns1:lumMod val="40000"/>
              <ns1:lumOff val="60000"/>
            </ns1:schemeClr>
          </ns1:solidFill>
          <ns1:ln>
            <ns1:noFill/>
          </ns1:ln>
        </ns0:spPr>
        <ns0:style>
          <ns1:lnRef idx="2">
            <ns1:schemeClr val="accent1">
              <ns1:shade val="50000"/>
            </ns1:schemeClr>
          </ns1:lnRef>
          <ns1:fillRef idx="1">
            <ns1:schemeClr val="accent1"/>
          </ns1:fillRef>
          <ns1:effectRef idx="0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  <ns1:r>
              <ns1:rPr lang="en-US" sz="1400">
                <ns1:solidFill>
                  <ns1:schemeClr val="bg2">
                    <ns1:lumMod val="25000"/>
                  </ns1:schemeClr>
                </ns1:solidFill>
                <ns1:latin typeface="Poppins SemiBold" panose="00000700000000000000" pitchFamily="2" charset="0"/>
                <ns1:cs typeface="Poppins SemiBold" panose="00000700000000000000" pitchFamily="2" charset="0"/>
              </ns1:rPr>
              <ns1:t>{SlideStatistic}</ns1:t>
            </ns1:r>
          </ns1:p>
        </ns0:txBody>
      </ns0:sp>
    </ns0:spTree>
    <ns0:extLst>
      <ns0:ext uri="{BB962C8B-B14F-4D97-AF65-F5344CB8AC3E}">
        <ns3:creationId val="957898659"/>
      </ns0:ext>
    </ns0:extLst>
  </ns0:cSld>
  <ns0:clrMapOvr>
    <ns1:masterClrMapping/>
  </ns0:clrMapOvr>
</ns0:sld>
</file>

<file path=ppt/slides/slide21.xml><?xml version="1.0" encoding="utf-8"?>
<ns0:sld xmlns:ns0="http://schemas.openxmlformats.org/presentationml/2006/main" xmlns:ns1="http://schemas.openxmlformats.org/drawingml/2006/main" xmlns:ns2="http://schemas.microsoft.com/office/drawing/2014/main" xmlns:ns3="http://schemas.microsoft.com/office/powerpoint/2010/main">
  <ns0:cSld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15" name="TextBox 14">
            <ns1:extLst>
              <ns1:ext uri="{FF2B5EF4-FFF2-40B4-BE49-F238E27FC236}">
                <ns2:creationId id="{F0176440-E094-4979-A16C-6D4A5DF84CC2}"/>
              </ns1:ext>
            </ns1:extLst>
          </ns0:cNvPr>
          <ns0:cNvSpPr txBox="1"/>
          <ns0:nvPr/>
        </ns0:nvSpPr>
        <ns0:spPr>
          <ns1:xfrm>
            <ns1:off x="1471681" y="5199813"/>
            <ns1:ext cx="2550996" cy="292388"/>
          </ns1:xfrm>
          <ns1:prstGeom prst="rect">
            <ns1:avLst/>
          </ns1:prstGeom>
          <ns1:noFill/>
        </ns0:spPr>
        <ns0:txBody>
          <ns1:bodyPr wrap="square" rtlCol="0">
            <ns1:spAutoFit/>
          </ns1:bodyPr>
          <ns1:lstStyle/>
          <ns1:p>
            <ns1:r>
              <ns1:rPr lang="en-US" sz="1300" b="1">
                <ns1:solidFill>
                  <ns1:schemeClr val="tx1">
                    <ns1:lumMod val="85000"/>
                    <ns1:lumOff val="15000"/>
                  </ns1:schemeClr>
                </ns1:solidFill>
                <ns1:latin typeface="Poppins SemiBold" panose="00000700000000000000" pitchFamily="2" charset="0"/>
                <ns1:ea typeface="Lato" panose="020F0502020204030203" pitchFamily="34" charset="0"/>
                <ns1:cs typeface="Poppins SemiBold" panose="00000700000000000000" pitchFamily="2" charset="0"/>
              </ns1:rPr>
              <ns1:t>{SlideMainExplanation}</ns1:t>
            </ns1:r>
          </ns1:p>
        </ns0:txBody>
      </ns0:sp>
      <ns0:sp>
        <ns0:nvSpPr>
          <ns0:cNvPr id="16" name="TextBox 15">
            <ns1:extLst>
              <ns1:ext uri="{FF2B5EF4-FFF2-40B4-BE49-F238E27FC236}">
                <ns2:creationId id="{1007C65D-E347-4EDB-8167-0750069BE057}"/>
              </ns1:ext>
            </ns1:extLst>
          </ns0:cNvPr>
          <ns0:cNvSpPr txBox="1"/>
          <ns0:nvPr/>
        </ns0:nvSpPr>
        <ns0:spPr>
          <ns1:xfrm>
            <ns1:off x="1471681" y="5451257"/>
            <ns1:ext cx="2550996" cy="609847"/>
          </ns1:xfrm>
          <ns1:prstGeom prst="rect">
            <ns1:avLst/>
          </ns1:prstGeom>
          <ns1:noFill/>
        </ns0:spPr>
        <ns0:txBody>
          <ns1:bodyPr wrap="square" rtlCol="0">
            <ns1:spAutoFit/>
          </ns1:bodyPr>
          <ns1:lstStyle/>
          <ns1:p>
            <ns1:pPr>
              <ns1:lnSpc>
                <ns1:spcPct val="150000"/>
              </ns1:lnSpc>
            </ns1:pPr>
            <ns1:r>
              <ns1:rPr lang="en-US" sz="1200">
                <ns1:solidFill>
                  <ns1:schemeClr val="bg1">
                    <ns1:lumMod val="50000"/>
                  </ns1:schemeClr>
                </ns1:solidFill>
                <ns1:latin typeface="Lato" panose="020F0502020204030203" pitchFamily="34" charset="0"/>
                <ns1:ea typeface="Lato" panose="020F0502020204030203" pitchFamily="34" charset="0"/>
                <ns1:cs typeface="Lato" panose="020F0502020204030203" pitchFamily="34" charset="0"/>
              </ns1:rPr>
              <ns1:t>{SlideSupportingContent}</ns1:t>
            </ns1:r>
          </ns1:p>
        </ns0:txBody>
      </ns0:sp>
      <ns0:sp>
        <ns0:nvSpPr>
          <ns0:cNvPr id="18" name="Oval 17">
            <ns1:extLst>
              <ns1:ext uri="{FF2B5EF4-FFF2-40B4-BE49-F238E27FC236}">
                <ns2:creationId id="{4577FD6F-2396-47B1-8179-D1FC6A08DF1C}"/>
              </ns1:ext>
            </ns1:extLst>
          </ns0:cNvPr>
          <ns0:cNvSpPr/>
          <ns0:nvPr/>
        </ns0:nvSpPr>
        <ns0:spPr>
          <ns1:xfrm>
            <ns1:off x="611872" y="5248321"/>
            <ns1:ext cx="764275" cy="764275"/>
          </ns1:xfrm>
          <ns1:prstGeom prst="ellipse">
            <ns1:avLst/>
          </ns1:prstGeom>
          <ns1:solidFill>
            <ns1:schemeClr val="accent4">
              <ns1:lumMod val="40000"/>
              <ns1:lumOff val="60000"/>
            </ns1:schemeClr>
          </ns1:solidFill>
          <ns1:ln>
            <ns1:noFill/>
          </ns1:ln>
        </ns0:spPr>
        <ns0:style>
          <ns1:lnRef idx="2">
            <ns1:schemeClr val="accent1">
              <ns1:shade val="50000"/>
            </ns1:schemeClr>
          </ns1:lnRef>
          <ns1:fillRef idx="1">
            <ns1:schemeClr val="accent1"/>
          </ns1:fillRef>
          <ns1:effectRef idx="0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  <ns1:r>
              <ns1:rPr lang="en-US" sz="1600">
                <ns1:solidFill>
                  <ns1:schemeClr val="bg2">
                    <ns1:lumMod val="25000"/>
                  </ns1:schemeClr>
                </ns1:solidFill>
                <ns1:latin typeface="Poppins SemiBold" panose="00000700000000000000" pitchFamily="2" charset="0"/>
                <ns1:cs typeface="Poppins SemiBold" panose="00000700000000000000" pitchFamily="2" charset="0"/>
              </ns1:rPr>
              <ns1:t>{SlideStatistic}</ns1:t>
            </ns1:r>
            <ns1:endParaRPr lang="en-US">
              <ns1:solidFill>
                <ns1:schemeClr val="bg2">
                  <ns1:lumMod val="25000"/>
                </ns1:schemeClr>
              </ns1:solidFill>
              <ns1:latin typeface="Poppins SemiBold" panose="00000700000000000000" pitchFamily="2" charset="0"/>
              <ns1:cs typeface="Poppins SemiBold" panose="00000700000000000000" pitchFamily="2" charset="0"/>
            </ns1:endParaRPr>
          </ns1:p>
        </ns0:txBody>
      </ns0:sp>
      <ns0:sp>
        <ns0:nvSpPr>
          <ns0:cNvPr id="23" name="TextBox 22">
            <ns1:extLst>
              <ns1:ext uri="{FF2B5EF4-FFF2-40B4-BE49-F238E27FC236}">
                <ns2:creationId id="{0B7572A2-5BA8-4B10-8BD7-B9562741D9FF}"/>
              </ns1:ext>
            </ns1:extLst>
          </ns0:cNvPr>
          <ns0:cNvSpPr txBox="1"/>
          <ns0:nvPr/>
        </ns0:nvSpPr>
        <ns0:spPr>
          <ns1:xfrm>
            <ns1:off x="5258370" y="5199813"/>
            <ns1:ext cx="2535070" cy="292388"/>
          </ns1:xfrm>
          <ns1:prstGeom prst="rect">
            <ns1:avLst/>
          </ns1:prstGeom>
          <ns1:noFill/>
        </ns0:spPr>
        <ns0:txBody>
          <ns1:bodyPr wrap="square" rtlCol="0">
            <ns1:spAutoFit/>
          </ns1:bodyPr>
          <ns1:lstStyle/>
          <ns1:p>
            <ns1:r>
              <ns1:rPr lang="en-US" sz="1300" b="1">
                <ns1:solidFill>
                  <ns1:schemeClr val="tx1">
                    <ns1:lumMod val="85000"/>
                    <ns1:lumOff val="15000"/>
                  </ns1:schemeClr>
                </ns1:solidFill>
                <ns1:latin typeface="Poppins SemiBold" panose="00000700000000000000" pitchFamily="2" charset="0"/>
                <ns1:ea typeface="Lato" panose="020F0502020204030203" pitchFamily="34" charset="0"/>
                <ns1:cs typeface="Poppins SemiBold" panose="00000700000000000000" pitchFamily="2" charset="0"/>
              </ns1:rPr>
              <ns1:t>{SlideCaption}</ns1:t>
            </ns1:r>
          </ns1:p>
        </ns0:txBody>
      </ns0:sp>
      <ns0:sp>
        <ns0:nvSpPr>
          <ns0:cNvPr id="24" name="TextBox 23">
            <ns1:extLst>
              <ns1:ext uri="{FF2B5EF4-FFF2-40B4-BE49-F238E27FC236}">
                <ns2:creationId id="{BB1FA14E-7154-4938-9BFE-FF0C466F4367}"/>
              </ns1:ext>
            </ns1:extLst>
          </ns0:cNvPr>
          <ns0:cNvSpPr txBox="1"/>
          <ns0:nvPr/>
        </ns0:nvSpPr>
        <ns0:spPr>
          <ns1:xfrm>
            <ns1:off x="5258370" y="5451257"/>
            <ns1:ext cx="2535070" cy="609847"/>
          </ns1:xfrm>
          <ns1:prstGeom prst="rect">
            <ns1:avLst/>
          </ns1:prstGeom>
          <ns1:noFill/>
        </ns0:spPr>
        <ns0:txBody>
          <ns1:bodyPr wrap="square" rtlCol="0">
            <ns1:spAutoFit/>
          </ns1:bodyPr>
          <ns1:lstStyle/>
          <ns1:p>
            <ns1:pPr>
              <ns1:lnSpc>
                <ns1:spcPct val="150000"/>
              </ns1:lnSpc>
            </ns1:pPr>
            <ns1:r>
              <ns1:rPr lang="en-US" sz="1200">
                <ns1:solidFill>
                  <ns1:schemeClr val="bg1">
                    <ns1:lumMod val="50000"/>
                  </ns1:schemeClr>
                </ns1:solidFill>
                <ns1:latin typeface="Lato" panose="020F0502020204030203" pitchFamily="34" charset="0"/>
                <ns1:ea typeface="Lato" panose="020F0502020204030203" pitchFamily="34" charset="0"/>
                <ns1:cs typeface="Lato" panose="020F0502020204030203" pitchFamily="34" charset="0"/>
              </ns1:rPr>
              <ns1:t>{SlideSupportingContent2}</ns1:t>
            </ns1:r>
          </ns1:p>
        </ns0:txBody>
      </ns0:sp>
      <ns0:sp>
        <ns0:nvSpPr>
          <ns0:cNvPr id="26" name="Oval 25">
            <ns1:extLst>
              <ns1:ext uri="{FF2B5EF4-FFF2-40B4-BE49-F238E27FC236}">
                <ns2:creationId id="{E30C73D3-8B3E-4A48-9866-E23B95D88CDD}"/>
              </ns1:ext>
            </ns1:extLst>
          </ns0:cNvPr>
          <ns0:cNvSpPr/>
          <ns0:nvPr/>
        </ns0:nvSpPr>
        <ns0:spPr>
          <ns1:xfrm>
            <ns1:off x="4398561" y="5248321"/>
            <ns1:ext cx="764275" cy="764275"/>
          </ns1:xfrm>
          <ns1:prstGeom prst="ellipse">
            <ns1:avLst/>
          </ns1:prstGeom>
          <ns1:solidFill>
            <ns1:schemeClr val="accent4">
              <ns1:lumMod val="40000"/>
              <ns1:lumOff val="60000"/>
            </ns1:schemeClr>
          </ns1:solidFill>
          <ns1:ln>
            <ns1:noFill/>
          </ns1:ln>
        </ns0:spPr>
        <ns0:style>
          <ns1:lnRef idx="2">
            <ns1:schemeClr val="accent1">
              <ns1:shade val="50000"/>
            </ns1:schemeClr>
          </ns1:lnRef>
          <ns1:fillRef idx="1">
            <ns1:schemeClr val="accent1"/>
          </ns1:fillRef>
          <ns1:effectRef idx="0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  <ns1:r>
              <ns1:rPr lang="en-US" sz="1600">
                <ns1:solidFill>
                  <ns1:schemeClr val="bg2">
                    <ns1:lumMod val="25000"/>
                  </ns1:schemeClr>
                </ns1:solidFill>
                <ns1:latin typeface="Poppins SemiBold" panose="00000700000000000000" pitchFamily="2" charset="0"/>
                <ns1:cs typeface="Poppins SemiBold" panose="00000700000000000000" pitchFamily="2" charset="0"/>
              </ns1:rPr>
              <ns1:t>{SlideStatistic}</ns1:t>
            </ns1:r>
            <ns1:endParaRPr lang="en-US">
              <ns1:solidFill>
                <ns1:schemeClr val="bg2">
                  <ns1:lumMod val="25000"/>
                </ns1:schemeClr>
              </ns1:solidFill>
              <ns1:latin typeface="Poppins SemiBold" panose="00000700000000000000" pitchFamily="2" charset="0"/>
              <ns1:cs typeface="Poppins SemiBold" panose="00000700000000000000" pitchFamily="2" charset="0"/>
            </ns1:endParaRPr>
          </ns1:p>
        </ns0:txBody>
      </ns0:sp>
      <ns0:sp>
        <ns0:nvSpPr>
          <ns0:cNvPr id="29" name="TextBox 28">
            <ns1:extLst>
              <ns1:ext uri="{FF2B5EF4-FFF2-40B4-BE49-F238E27FC236}">
                <ns2:creationId id="{5A12B2C6-FF22-4328-B187-922E8AB676D4}"/>
              </ns1:ext>
            </ns1:extLst>
          </ns0:cNvPr>
          <ns0:cNvSpPr txBox="1"/>
          <ns0:nvPr/>
        </ns0:nvSpPr>
        <ns0:spPr>
          <ns1:xfrm>
            <ns1:off x="9029133" y="5199813"/>
            <ns1:ext cx="2535070" cy="292388"/>
          </ns1:xfrm>
          <ns1:prstGeom prst="rect">
            <ns1:avLst/>
          </ns1:prstGeom>
          <ns1:noFill/>
        </ns0:spPr>
        <ns0:txBody>
          <ns1:bodyPr wrap="square" rtlCol="0">
            <ns1:spAutoFit/>
          </ns1:bodyPr>
          <ns1:lstStyle/>
          <ns1:p>
            <ns1:r>
              <ns1:rPr lang="en-US" sz="1300" b="1">
                <ns1:solidFill>
                  <ns1:schemeClr val="tx1">
                    <ns1:lumMod val="85000"/>
                    <ns1:lumOff val="15000"/>
                  </ns1:schemeClr>
                </ns1:solidFill>
                <ns1:latin typeface="Poppins SemiBold" panose="00000700000000000000" pitchFamily="2" charset="0"/>
                <ns1:ea typeface="Lato" panose="020F0502020204030203" pitchFamily="34" charset="0"/>
                <ns1:cs typeface="Poppins SemiBold" panose="00000700000000000000" pitchFamily="2" charset="0"/>
              </ns1:rPr>
              <ns1:t>{SlideSupportingContent3}</ns1:t>
            </ns1:r>
          </ns1:p>
        </ns0:txBody>
      </ns0:sp>
      <ns0:sp>
        <ns0:nvSpPr>
          <ns0:cNvPr id="30" name="TextBox 29">
            <ns1:extLst>
              <ns1:ext uri="{FF2B5EF4-FFF2-40B4-BE49-F238E27FC236}">
                <ns2:creationId id="{476C9BBD-C3FD-4064-8EA5-4C35293DAE18}"/>
              </ns1:ext>
            </ns1:extLst>
          </ns0:cNvPr>
          <ns0:cNvSpPr txBox="1"/>
          <ns0:nvPr/>
        </ns0:nvSpPr>
        <ns0:spPr>
          <ns1:xfrm>
            <ns1:off x="9029133" y="5451257"/>
            <ns1:ext cx="2535070" cy="609847"/>
          </ns1:xfrm>
          <ns1:prstGeom prst="rect">
            <ns1:avLst/>
          </ns1:prstGeom>
          <ns1:noFill/>
        </ns0:spPr>
        <ns0:txBody>
          <ns1:bodyPr wrap="square" rtlCol="0">
            <ns1:spAutoFit/>
          </ns1:bodyPr>
          <ns1:lstStyle/>
          <ns1:p>
            <ns1:pPr>
              <ns1:lnSpc>
                <ns1:spcPct val="150000"/>
              </ns1:lnSpc>
            </ns1:pPr>
            <ns1:r>
              <ns1:rPr lang="en-US" sz="1200">
                <ns1:solidFill>
                  <ns1:schemeClr val="bg1">
                    <ns1:lumMod val="50000"/>
                  </ns1:schemeClr>
                </ns1:solidFill>
                <ns1:latin typeface="Lato" panose="020F0502020204030203" pitchFamily="34" charset="0"/>
                <ns1:ea typeface="Lato" panose="020F0502020204030203" pitchFamily="34" charset="0"/>
                <ns1:cs typeface="Lato" panose="020F0502020204030203" pitchFamily="34" charset="0"/>
              </ns1:rPr>
              <ns1:t>{SlideSupportingContent4}</ns1:t>
            </ns1:r>
          </ns1:p>
        </ns0:txBody>
      </ns0:sp>
      <ns0:sp>
        <ns0:nvSpPr>
          <ns0:cNvPr id="32" name="Oval 31">
            <ns1:extLst>
              <ns1:ext uri="{FF2B5EF4-FFF2-40B4-BE49-F238E27FC236}">
                <ns2:creationId id="{A128362E-8E41-4CE0-80C5-A0BEE280CEBF}"/>
              </ns1:ext>
            </ns1:extLst>
          </ns0:cNvPr>
          <ns0:cNvSpPr/>
          <ns0:nvPr/>
        </ns0:nvSpPr>
        <ns0:spPr>
          <ns1:xfrm>
            <ns1:off x="8169324" y="5248321"/>
            <ns1:ext cx="764275" cy="764275"/>
          </ns1:xfrm>
          <ns1:prstGeom prst="ellipse">
            <ns1:avLst/>
          </ns1:prstGeom>
          <ns1:solidFill>
            <ns1:schemeClr val="accent4">
              <ns1:lumMod val="40000"/>
              <ns1:lumOff val="60000"/>
            </ns1:schemeClr>
          </ns1:solidFill>
          <ns1:ln>
            <ns1:noFill/>
          </ns1:ln>
        </ns0:spPr>
        <ns0:style>
          <ns1:lnRef idx="2">
            <ns1:schemeClr val="accent1">
              <ns1:shade val="50000"/>
            </ns1:schemeClr>
          </ns1:lnRef>
          <ns1:fillRef idx="1">
            <ns1:schemeClr val="accent1"/>
          </ns1:fillRef>
          <ns1:effectRef idx="0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  <ns1:r>
              <ns1:rPr lang="en-US" sz="1600">
                <ns1:solidFill>
                  <ns1:schemeClr val="bg2">
                    <ns1:lumMod val="25000"/>
                  </ns1:schemeClr>
                </ns1:solidFill>
                <ns1:latin typeface="Poppins SemiBold" panose="00000700000000000000" pitchFamily="2" charset="0"/>
                <ns1:cs typeface="Poppins SemiBold" panose="00000700000000000000" pitchFamily="2" charset="0"/>
              </ns1:rPr>
              <ns1:t>{SlideStatistic}</ns1:t>
            </ns1:r>
            <ns1:endParaRPr lang="en-US">
              <ns1:solidFill>
                <ns1:schemeClr val="bg2">
                  <ns1:lumMod val="25000"/>
                </ns1:schemeClr>
              </ns1:solidFill>
              <ns1:latin typeface="Poppins SemiBold" panose="00000700000000000000" pitchFamily="2" charset="0"/>
              <ns1:cs typeface="Poppins SemiBold" panose="00000700000000000000" pitchFamily="2" charset="0"/>
            </ns1:endParaRPr>
          </ns1:p>
        </ns0:txBody>
      </ns0:sp>
      <ns0:sp>
        <ns0:nvSpPr>
          <ns0:cNvPr id="34" name="TextBox 33">
            <ns1:extLst>
              <ns1:ext uri="{FF2B5EF4-FFF2-40B4-BE49-F238E27FC236}">
                <ns2:creationId id="{3C5DE9CC-CDEB-4B19-B818-C6A7BB88D2EE}"/>
              </ns1:ext>
            </ns1:extLst>
          </ns0:cNvPr>
          <ns0:cNvSpPr txBox="1"/>
          <ns0:nvPr/>
        </ns0:nvSpPr>
        <ns0:spPr>
          <ns1:xfrm>
            <ns1:off x="2504933" y="658631"/>
            <ns1:ext cx="7182135" cy="830997"/>
          </ns1:xfrm>
          <ns1:prstGeom prst="rect">
            <ns1:avLst/>
          </ns1:prstGeom>
          <ns1:noFill/>
        </ns0:spPr>
        <ns0:txBody>
          <ns1:bodyPr wrap="square" rtlCol="0">
            <ns1:spAutoFit/>
          </ns1:bodyPr>
          <ns1:lstStyle/>
          <ns1:p>
            <ns1:pPr algn="ctr"/>
            <ns1:r>
              <ns1:rPr lang="en-US" sz="2400" spc="300">
                <ns1:solidFill>
                  <ns1:schemeClr val="tx1">
                    <ns1:lumMod val="85000"/>
                    <ns1:lumOff val="15000"/>
                  </ns1:schemeClr>
                </ns1:solidFill>
                <ns1:latin typeface="Poppins SemiBold" panose="00000700000000000000" pitchFamily="2" charset="0"/>
                <ns1:cs typeface="Poppins SemiBold" panose="00000700000000000000" pitchFamily="2" charset="0"/>
              </ns1:rPr>
              <ns1:t>{SlideSupportingContent5}</ns1:t>
            </ns1:r>
          </ns1:p>
        </ns0:txBody>
      </ns0:sp>
      <ns0:grpSp>
        <ns0:nvGrpSpPr>
          <ns0:cNvPr id="35" name="Group 34">
            <ns1:extLst>
              <ns1:ext uri="{FF2B5EF4-FFF2-40B4-BE49-F238E27FC236}">
                <ns2:creationId id="{574C4FBF-6543-4745-B57C-517F6A703D9E}"/>
              </ns1:ext>
            </ns1:extLst>
          </ns0:cNvPr>
          <ns0:cNvGrpSpPr/>
          <ns0:nvPr/>
        </ns0:nvGrpSpPr>
        <ns0:grpSpPr>
          <ns1:xfrm>
            <ns1:off x="5691116" y="1660414"/>
            <ns1:ext cx="809768" cy="204717"/>
            <ns1:chOff x="5895833" y="2247347"/>
            <ns1:chExt cx="809768" cy="204717"/>
          </ns1:xfrm>
        </ns0:grpSpPr>
        <ns0:sp>
          <ns0:nvSpPr>
            <ns0:cNvPr id="36" name="Diamond 35">
              <ns1:extLst>
                <ns1:ext uri="{FF2B5EF4-FFF2-40B4-BE49-F238E27FC236}">
                  <ns2:creationId id="{B88A0E2B-6CE0-4507-B6F3-1B5FB78BDC91}"/>
                </ns1:ext>
              </ns1:extLst>
            </ns0:cNvPr>
            <ns0:cNvSpPr/>
            <ns0:nvPr/>
          </ns0:nvSpPr>
          <ns0:spPr>
            <ns1:xfrm>
              <ns1:off x="5895833" y="2247347"/>
              <ns1:ext cx="204717" cy="204717"/>
            </ns1:xfrm>
            <ns1:prstGeom prst="diamond">
              <ns1:avLst/>
            </ns1:prstGeom>
            <ns1:solidFill>
              <ns1:schemeClr val="accent4"/>
            </ns1:solidFill>
            <ns1:ln>
              <ns1:noFill/>
            </ns1:ln>
          </ns0:spPr>
          <ns0:style>
            <ns1:lnRef idx="2">
              <ns1:schemeClr val="accent1">
                <ns1:shade val="50000"/>
              </ns1:schemeClr>
            </ns1:lnRef>
            <ns1:fillRef idx="1">
              <ns1:schemeClr val="accent1"/>
            </ns1:fillRef>
            <ns1:effectRef idx="0">
              <ns1:schemeClr val="accent1"/>
            </ns1:effectRef>
            <ns1:fontRef idx="minor">
              <ns1:schemeClr val="lt1"/>
            </ns1:fontRef>
          </ns0:style>
          <ns0:txBody>
            <ns1:bodyPr rtlCol="0" anchor="ctr"/>
            <ns1:lstStyle/>
            <ns1:p>
              <ns1:pPr algn="ctr"/>
              <ns1:endParaRPr lang="en-US"/>
            </ns1:p>
          </ns0:txBody>
        </ns0:sp>
        <ns0:sp>
          <ns0:nvSpPr>
            <ns0:cNvPr id="37" name="Diamond 36">
              <ns1:extLst>
                <ns1:ext uri="{FF2B5EF4-FFF2-40B4-BE49-F238E27FC236}">
                  <ns2:creationId id="{BAA0BA5C-A027-487E-996D-FBAA30830D4D}"/>
                </ns1:ext>
              </ns1:extLst>
            </ns0:cNvPr>
            <ns0:cNvSpPr/>
            <ns0:nvPr/>
          </ns0:nvSpPr>
          <ns0:spPr>
            <ns1:xfrm>
              <ns1:off x="6096000" y="2247347"/>
              <ns1:ext cx="204717" cy="204717"/>
            </ns1:xfrm>
            <ns1:prstGeom prst="diamond">
              <ns1:avLst/>
            </ns1:prstGeom>
            <ns1:solidFill>
              <ns1:schemeClr val="accent4">
                <ns1:lumMod val="60000"/>
                <ns1:lumOff val="40000"/>
              </ns1:schemeClr>
            </ns1:solidFill>
            <ns1:ln>
              <ns1:noFill/>
            </ns1:ln>
          </ns0:spPr>
          <ns0:style>
            <ns1:lnRef idx="2">
              <ns1:schemeClr val="accent1">
                <ns1:shade val="50000"/>
              </ns1:schemeClr>
            </ns1:lnRef>
            <ns1:fillRef idx="1">
              <ns1:schemeClr val="accent1"/>
            </ns1:fillRef>
            <ns1:effectRef idx="0">
              <ns1:schemeClr val="accent1"/>
            </ns1:effectRef>
            <ns1:fontRef idx="minor">
              <ns1:schemeClr val="lt1"/>
            </ns1:fontRef>
          </ns0:style>
          <ns0:txBody>
            <ns1:bodyPr rtlCol="0" anchor="ctr"/>
            <ns1:lstStyle/>
            <ns1:p>
              <ns1:pPr algn="ctr"/>
              <ns1:endParaRPr lang="en-US"/>
            </ns1:p>
          </ns0:txBody>
        </ns0:sp>
        <ns0:sp>
          <ns0:nvSpPr>
            <ns0:cNvPr id="38" name="Diamond 37">
              <ns1:extLst>
                <ns1:ext uri="{FF2B5EF4-FFF2-40B4-BE49-F238E27FC236}">
                  <ns2:creationId id="{ACFA8774-E2E1-4C7D-8B74-13AF47CA1456}"/>
                </ns1:ext>
              </ns1:extLst>
            </ns0:cNvPr>
            <ns0:cNvSpPr/>
            <ns0:nvPr/>
          </ns0:nvSpPr>
          <ns0:spPr>
            <ns1:xfrm>
              <ns1:off x="6300717" y="2247347"/>
              <ns1:ext cx="204717" cy="204717"/>
            </ns1:xfrm>
            <ns1:prstGeom prst="diamond">
              <ns1:avLst/>
            </ns1:prstGeom>
            <ns1:solidFill>
              <ns1:schemeClr val="accent4">
                <ns1:lumMod val="40000"/>
                <ns1:lumOff val="60000"/>
              </ns1:schemeClr>
            </ns1:solidFill>
            <ns1:ln>
              <ns1:noFill/>
            </ns1:ln>
          </ns0:spPr>
          <ns0:style>
            <ns1:lnRef idx="2">
              <ns1:schemeClr val="accent1">
                <ns1:shade val="50000"/>
              </ns1:schemeClr>
            </ns1:lnRef>
            <ns1:fillRef idx="1">
              <ns1:schemeClr val="accent1"/>
            </ns1:fillRef>
            <ns1:effectRef idx="0">
              <ns1:schemeClr val="accent1"/>
            </ns1:effectRef>
            <ns1:fontRef idx="minor">
              <ns1:schemeClr val="lt1"/>
            </ns1:fontRef>
          </ns0:style>
          <ns0:txBody>
            <ns1:bodyPr rtlCol="0" anchor="ctr"/>
            <ns1:lstStyle/>
            <ns1:p>
              <ns1:pPr algn="ctr"/>
              <ns1:endParaRPr lang="en-US"/>
            </ns1:p>
          </ns0:txBody>
        </ns0:sp>
        <ns0:sp>
          <ns0:nvSpPr>
            <ns0:cNvPr id="39" name="Diamond 38">
              <ns1:extLst>
                <ns1:ext uri="{FF2B5EF4-FFF2-40B4-BE49-F238E27FC236}">
                  <ns2:creationId id="{07FEA78A-1730-4F94-AD08-F2D17E4AD494}"/>
                </ns1:ext>
              </ns1:extLst>
            </ns0:cNvPr>
            <ns0:cNvSpPr/>
            <ns0:nvPr/>
          </ns0:nvSpPr>
          <ns0:spPr>
            <ns1:xfrm>
              <ns1:off x="6500884" y="2247347"/>
              <ns1:ext cx="204717" cy="204717"/>
            </ns1:xfrm>
            <ns1:prstGeom prst="diamond">
              <ns1:avLst/>
            </ns1:prstGeom>
            <ns1:solidFill>
              <ns1:schemeClr val="accent4">
                <ns1:lumMod val="20000"/>
                <ns1:lumOff val="80000"/>
              </ns1:schemeClr>
            </ns1:solidFill>
            <ns1:ln>
              <ns1:noFill/>
            </ns1:ln>
          </ns0:spPr>
          <ns0:style>
            <ns1:lnRef idx="2">
              <ns1:schemeClr val="accent1">
                <ns1:shade val="50000"/>
              </ns1:schemeClr>
            </ns1:lnRef>
            <ns1:fillRef idx="1">
              <ns1:schemeClr val="accent1"/>
            </ns1:fillRef>
            <ns1:effectRef idx="0">
              <ns1:schemeClr val="accent1"/>
            </ns1:effectRef>
            <ns1:fontRef idx="minor">
              <ns1:schemeClr val="lt1"/>
            </ns1:fontRef>
          </ns0:style>
          <ns0:txBody>
            <ns1:bodyPr rtlCol="0" anchor="ctr"/>
            <ns1:lstStyle/>
            <ns1:p>
              <ns1:pPr algn="ctr"/>
              <ns1:endParaRPr lang="en-US"/>
            </ns1:p>
          </ns0:txBody>
        </ns0:sp>
      </ns0:grpSp>
      <ns0:sp>
        <ns0:nvSpPr>
          <ns0:cNvPr id="3" name="Picture Placeholder 2">
            <ns1:extLst>
              <ns1:ext uri="{FF2B5EF4-FFF2-40B4-BE49-F238E27FC236}">
                <ns2:creationId id="{79233A95-F967-4DD5-AB79-F9739CFFC505}"/>
              </ns1:ext>
            </ns1:extLst>
          </ns0:cNvPr>
          <ns0:cNvSpPr>
            <ns1:spLocks noGrp="1"/>
          </ns0:cNvSpPr>
          <ns0:nvPr>
            <ns0:ph type="pic" sz="quarter" idx="14"/>
          </ns0:nvPr>
        </ns0:nvSpPr>
        <ns0:spPr/>
      </ns0:sp>
      <ns0:sp>
        <ns0:nvSpPr>
          <ns0:cNvPr id="5" name="Picture Placeholder 4">
            <ns1:extLst>
              <ns1:ext uri="{FF2B5EF4-FFF2-40B4-BE49-F238E27FC236}">
                <ns2:creationId id="{88FEC7A3-9907-4A05-8FF9-BAA475B43C86}"/>
              </ns1:ext>
            </ns1:extLst>
          </ns0:cNvPr>
          <ns0:cNvSpPr>
            <ns1:spLocks noGrp="1"/>
          </ns0:cNvSpPr>
          <ns0:nvPr>
            <ns0:ph type="pic" sz="quarter" idx="15"/>
          </ns0:nvPr>
        </ns0:nvSpPr>
        <ns0:spPr/>
      </ns0:sp>
      <ns0:sp>
        <ns0:nvSpPr>
          <ns0:cNvPr id="7" name="Picture Placeholder 6">
            <ns1:extLst>
              <ns1:ext uri="{FF2B5EF4-FFF2-40B4-BE49-F238E27FC236}">
                <ns2:creationId id="{7D125127-E5EB-4CDC-ACF3-3147ACFD4CD6}"/>
              </ns1:ext>
            </ns1:extLst>
          </ns0:cNvPr>
          <ns0:cNvSpPr>
            <ns1:spLocks noGrp="1"/>
          </ns0:cNvSpPr>
          <ns0:nvPr>
            <ns0:ph type="pic" sz="quarter" idx="13"/>
          </ns0:nvPr>
        </ns0:nvSpPr>
        <ns0:spPr/>
      </ns0:sp>
    </ns0:spTree>
    <ns0:extLst>
      <ns0:ext uri="{BB962C8B-B14F-4D97-AF65-F5344CB8AC3E}">
        <ns3:creationId val="1376957065"/>
      </ns0:ext>
    </ns0:extLst>
  </ns0:cSld>
  <ns0:clrMapOvr>
    <ns1:masterClrMapping/>
  </ns0:clrMapOvr>
</ns0:sld>
</file>

<file path=ppt/slides/slide22.xml><?xml version="1.0" encoding="utf-8"?>
<ns0:sld xmlns:ns0="http://schemas.openxmlformats.org/presentationml/2006/main" xmlns:ns1="http://schemas.openxmlformats.org/drawingml/2006/main" xmlns:ns2="http://schemas.microsoft.com/office/drawing/2014/main" xmlns:ns3="http://schemas.microsoft.com/office/powerpoint/2010/main">
  <ns0:cSld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17" name="TextBox 16">
            <ns1:extLst>
              <ns1:ext uri="{FF2B5EF4-FFF2-40B4-BE49-F238E27FC236}">
                <ns2:creationId id="{09BA593C-7429-47C1-BFBF-9A53785CA49D}"/>
              </ns1:ext>
            </ns1:extLst>
          </ns0:cNvPr>
          <ns0:cNvSpPr txBox="1"/>
          <ns0:nvPr/>
        </ns0:nvSpPr>
        <ns0:spPr>
          <ns1:xfrm>
            <ns1:off x="8130939" y="513348"/>
            <ns1:ext cx="3072902" cy="292388"/>
          </ns1:xfrm>
          <ns1:prstGeom prst="rect">
            <ns1:avLst/>
          </ns1:prstGeom>
          <ns1:noFill/>
        </ns0:spPr>
        <ns0:txBody>
          <ns1:bodyPr wrap="square" rtlCol="0">
            <ns1:spAutoFit/>
          </ns1:bodyPr>
          <ns1:lstStyle/>
          <ns1:p>
            <ns1:r>
              <ns1:rPr lang="en-US" sz="1300" b="1">
                <ns1:solidFill>
                  <ns1:schemeClr val="tx1">
                    <ns1:lumMod val="85000"/>
                    <ns1:lumOff val="15000"/>
                  </ns1:schemeClr>
                </ns1:solidFill>
                <ns1:latin typeface="Poppins SemiBold" panose="00000700000000000000" pitchFamily="2" charset="0"/>
                <ns1:ea typeface="Lato" panose="020F0502020204030203" pitchFamily="34" charset="0"/>
                <ns1:cs typeface="Poppins SemiBold" panose="00000700000000000000" pitchFamily="2" charset="0"/>
              </ns1:rPr>
              <ns1:t>{SlideSectionLabel}</ns1:t>
            </ns1:r>
          </ns1:p>
        </ns0:txBody>
      </ns0:sp>
      <ns0:sp>
        <ns0:nvSpPr>
          <ns0:cNvPr id="18" name="TextBox 17">
            <ns1:extLst>
              <ns1:ext uri="{FF2B5EF4-FFF2-40B4-BE49-F238E27FC236}">
                <ns2:creationId id="{8ADCBD25-53B6-4F1C-9E99-A38D0F9385CB}"/>
              </ns1:ext>
            </ns1:extLst>
          </ns0:cNvPr>
          <ns0:cNvSpPr txBox="1"/>
          <ns0:nvPr/>
        </ns0:nvSpPr>
        <ns0:spPr>
          <ns1:xfrm>
            <ns1:off x="8130939" y="805736"/>
            <ns1:ext cx="3072902" cy="886846"/>
          </ns1:xfrm>
          <ns1:prstGeom prst="rect">
            <ns1:avLst/>
          </ns1:prstGeom>
          <ns1:noFill/>
        </ns0:spPr>
        <ns0:txBody>
          <ns1:bodyPr wrap="square" rtlCol="0">
            <ns1:spAutoFit/>
          </ns1:bodyPr>
          <ns1:lstStyle/>
          <ns1:p>
            <ns1:pPr>
              <ns1:lnSpc>
                <ns1:spcPct val="150000"/>
              </ns1:lnSpc>
            </ns1:pPr>
            <ns1:r>
              <ns1:rPr lang="en-US" sz="1200">
                <ns1:solidFill>
                  <ns1:schemeClr val="bg1">
                    <ns1:lumMod val="50000"/>
                  </ns1:schemeClr>
                </ns1:solidFill>
                <ns1:latin typeface="Lato" panose="020F0502020204030203" pitchFamily="34" charset="0"/>
                <ns1:ea typeface="Lato" panose="020F0502020204030203" pitchFamily="34" charset="0"/>
                <ns1:cs typeface="Lato" panose="020F0502020204030203" pitchFamily="34" charset="0"/>
              </ns1:rPr>
              <ns1:t>{SlideSupportingContent}</ns1:t>
            </ns1:r>
          </ns1:p>
        </ns0:txBody>
      </ns0:sp>
      <ns0:sp>
        <ns0:nvSpPr>
          <ns0:cNvPr id="21" name="TextBox 20">
            <ns1:extLst>
              <ns1:ext uri="{FF2B5EF4-FFF2-40B4-BE49-F238E27FC236}">
                <ns2:creationId id="{378F3640-0F4F-4424-96F7-53E996DD2BD2}"/>
              </ns1:ext>
            </ns1:extLst>
          </ns0:cNvPr>
          <ns0:cNvSpPr txBox="1"/>
          <ns0:nvPr/>
        </ns0:nvSpPr>
        <ns0:spPr>
          <ns1:xfrm>
            <ns1:off x="8130939" y="2048752"/>
            <ns1:ext cx="3072902" cy="292388"/>
          </ns1:xfrm>
          <ns1:prstGeom prst="rect">
            <ns1:avLst/>
          </ns1:prstGeom>
          <ns1:noFill/>
        </ns0:spPr>
        <ns0:txBody>
          <ns1:bodyPr wrap="square" rtlCol="0">
            <ns1:spAutoFit/>
          </ns1:bodyPr>
          <ns1:lstStyle/>
          <ns1:p>
            <ns1:r>
              <ns1:rPr lang="en-US" sz="1300" b="1">
                <ns1:solidFill>
                  <ns1:schemeClr val="tx1">
                    <ns1:lumMod val="85000"/>
                    <ns1:lumOff val="15000"/>
                  </ns1:schemeClr>
                </ns1:solidFill>
                <ns1:latin typeface="Poppins SemiBold" panose="00000700000000000000" pitchFamily="2" charset="0"/>
                <ns1:ea typeface="Lato" panose="020F0502020204030203" pitchFamily="34" charset="0"/>
                <ns1:cs typeface="Poppins SemiBold" panose="00000700000000000000" pitchFamily="2" charset="0"/>
              </ns1:rPr>
              <ns1:t>{SlideSectionLabel}</ns1:t>
            </ns1:r>
          </ns1:p>
        </ns0:txBody>
      </ns0:sp>
      <ns0:sp>
        <ns0:nvSpPr>
          <ns0:cNvPr id="22" name="TextBox 21">
            <ns1:extLst>
              <ns1:ext uri="{FF2B5EF4-FFF2-40B4-BE49-F238E27FC236}">
                <ns2:creationId id="{27A30B06-E1CD-44F7-B19E-7B70E39D12D1}"/>
              </ns1:ext>
            </ns1:extLst>
          </ns0:cNvPr>
          <ns0:cNvSpPr txBox="1"/>
          <ns0:nvPr/>
        </ns0:nvSpPr>
        <ns0:spPr>
          <ns1:xfrm>
            <ns1:off x="8130939" y="2341140"/>
            <ns1:ext cx="3072902" cy="886846"/>
          </ns1:xfrm>
          <ns1:prstGeom prst="rect">
            <ns1:avLst/>
          </ns1:prstGeom>
          <ns1:noFill/>
        </ns0:spPr>
        <ns0:txBody>
          <ns1:bodyPr wrap="square" rtlCol="0">
            <ns1:spAutoFit/>
          </ns1:bodyPr>
          <ns1:lstStyle/>
          <ns1:p>
            <ns1:pPr>
              <ns1:lnSpc>
                <ns1:spcPct val="150000"/>
              </ns1:lnSpc>
            </ns1:pPr>
            <ns1:r>
              <ns1:rPr lang="en-US" sz="1200">
                <ns1:solidFill>
                  <ns1:schemeClr val="bg1">
                    <ns1:lumMod val="50000"/>
                  </ns1:schemeClr>
                </ns1:solidFill>
                <ns1:latin typeface="Lato" panose="020F0502020204030203" pitchFamily="34" charset="0"/>
                <ns1:ea typeface="Lato" panose="020F0502020204030203" pitchFamily="34" charset="0"/>
                <ns1:cs typeface="Lato" panose="020F0502020204030203" pitchFamily="34" charset="0"/>
              </ns1:rPr>
              <ns1:t>{SlideCaption}</ns1:t>
            </ns1:r>
          </ns1:p>
        </ns0:txBody>
      </ns0:sp>
      <ns0:sp>
        <ns0:nvSpPr>
          <ns0:cNvPr id="24" name="TextBox 23">
            <ns1:extLst>
              <ns1:ext uri="{FF2B5EF4-FFF2-40B4-BE49-F238E27FC236}">
                <ns2:creationId id="{EFDCD458-5EAA-4568-9514-4E19E54DDF7B}"/>
              </ns1:ext>
            </ns1:extLst>
          </ns0:cNvPr>
          <ns0:cNvSpPr txBox="1"/>
          <ns0:nvPr/>
        </ns0:nvSpPr>
        <ns0:spPr>
          <ns1:xfrm>
            <ns1:off x="721342" y="4414667"/>
            <ns1:ext cx="3564058" cy="1440844"/>
          </ns1:xfrm>
          <ns1:prstGeom prst="rect">
            <ns1:avLst/>
          </ns1:prstGeom>
          <ns1:noFill/>
        </ns0:spPr>
        <ns0:txBody>
          <ns1:bodyPr wrap="square" rtlCol="0">
            <ns1:spAutoFit/>
          </ns1:bodyPr>
          <ns1:lstStyle/>
          <ns1:p>
            <ns1:pPr>
              <ns1:lnSpc>
                <ns1:spcPct val="150000"/>
              </ns1:lnSpc>
            </ns1:pPr>
            <ns1:r>
              <ns1:rPr lang="en-US" sz="1200">
                <ns1:solidFill>
                  <ns1:schemeClr val="bg1">
                    <ns1:lumMod val="50000"/>
                  </ns1:schemeClr>
                </ns1:solidFill>
                <ns1:latin typeface="Lato" panose="020F0502020204030203" pitchFamily="34" charset="0"/>
                <ns1:ea typeface="Lato" panose="020F0502020204030203" pitchFamily="34" charset="0"/>
                <ns1:cs typeface="Lato" panose="020F0502020204030203" pitchFamily="34" charset="0"/>
              </ns1:rPr>
              <ns1:t>{SlideSupportingContent2}</ns1:t>
            </ns1:r>
          </ns1:p>
        </ns0:txBody>
      </ns0:sp>
      <ns0:sp>
        <ns0:nvSpPr>
          <ns0:cNvPr id="25" name="TextBox 24">
            <ns1:extLst>
              <ns1:ext uri="{FF2B5EF4-FFF2-40B4-BE49-F238E27FC236}">
                <ns2:creationId id="{69CC5955-E32A-4760-8694-89B34856D666}"/>
              </ns1:ext>
            </ns1:extLst>
          </ns0:cNvPr>
          <ns0:cNvSpPr txBox="1"/>
          <ns0:nvPr/>
        </ns0:nvSpPr>
        <ns0:spPr>
          <ns1:xfrm>
            <ns1:off x="721340" y="3214338"/>
            <ns1:ext cx="3564058" cy="1200329"/>
          </ns1:xfrm>
          <ns1:prstGeom prst="rect">
            <ns1:avLst/>
          </ns1:prstGeom>
          <ns1:noFill/>
        </ns0:spPr>
        <ns0:txBody>
          <ns1:bodyPr wrap="square" rtlCol="0">
            <ns1:spAutoFit/>
          </ns1:bodyPr>
          <ns1:lstStyle/>
          <ns1:p>
            <ns1:r>
              <ns1:rPr lang="en-US" spc="300">
                <ns1:solidFill>
                  <ns1:schemeClr val="tx1">
                    <ns1:lumMod val="85000"/>
                    <ns1:lumOff val="15000"/>
                  </ns1:schemeClr>
                </ns1:solidFill>
                <ns1:latin typeface="Poppins SemiBold" panose="00000700000000000000" pitchFamily="2" charset="0"/>
                <ns1:cs typeface="Poppins SemiBold" panose="00000700000000000000" pitchFamily="2" charset="0"/>
              </ns1:rPr>
              <ns1:t>{SlideSupportingContent3}</ns1:t>
            </ns1:r>
          </ns1:p>
        </ns0:txBody>
      </ns0:sp>
      <ns0:sp>
        <ns0:nvSpPr>
          <ns0:cNvPr id="3" name="Picture Placeholder 2">
            <ns1:extLst>
              <ns1:ext uri="{FF2B5EF4-FFF2-40B4-BE49-F238E27FC236}">
                <ns2:creationId id="{277C3D14-265A-4305-8460-A4F591E360C9}"/>
              </ns1:ext>
            </ns1:extLst>
          </ns0:cNvPr>
          <ns0:cNvSpPr>
            <ns1:spLocks noGrp="1"/>
          </ns0:cNvSpPr>
          <ns0:nvPr>
            <ns0:ph type="pic" sz="quarter" idx="13"/>
          </ns0:nvPr>
        </ns0:nvSpPr>
        <ns0:spPr/>
      </ns0:sp>
      <ns0:sp>
        <ns0:nvSpPr>
          <ns0:cNvPr id="5" name="Picture Placeholder 4">
            <ns1:extLst>
              <ns1:ext uri="{FF2B5EF4-FFF2-40B4-BE49-F238E27FC236}">
                <ns2:creationId id="{2A8F3B11-79FC-414B-820C-EFA4B53A333E}"/>
              </ns1:ext>
            </ns1:extLst>
          </ns0:cNvPr>
          <ns0:cNvSpPr>
            <ns1:spLocks noGrp="1"/>
          </ns0:cNvSpPr>
          <ns0:nvPr>
            <ns0:ph type="pic" sz="quarter" idx="15"/>
          </ns0:nvPr>
        </ns0:nvSpPr>
        <ns0:spPr/>
      </ns0:sp>
      <ns0:sp>
        <ns0:nvSpPr>
          <ns0:cNvPr id="7" name="Picture Placeholder 6">
            <ns1:extLst>
              <ns1:ext uri="{FF2B5EF4-FFF2-40B4-BE49-F238E27FC236}">
                <ns2:creationId id="{43F28242-6D36-41BA-8414-855F62349DA3}"/>
              </ns1:ext>
            </ns1:extLst>
          </ns0:cNvPr>
          <ns0:cNvSpPr>
            <ns1:spLocks noGrp="1"/>
          </ns0:cNvSpPr>
          <ns0:nvPr>
            <ns0:ph type="pic" sz="quarter" idx="14"/>
          </ns0:nvPr>
        </ns0:nvSpPr>
        <ns0:spPr/>
      </ns0:sp>
    </ns0:spTree>
    <ns0:extLst>
      <ns0:ext uri="{BB962C8B-B14F-4D97-AF65-F5344CB8AC3E}">
        <ns3:creationId val="3623281721"/>
      </ns0:ext>
    </ns0:extLst>
  </ns0:cSld>
  <ns0:clrMapOvr>
    <ns1:masterClrMapping/>
  </ns0:clrMapOvr>
</ns0:sld>
</file>

<file path=ppt/slides/slide23.xml><?xml version="1.0" encoding="utf-8"?>
<ns0:sld xmlns:ns0="http://schemas.openxmlformats.org/presentationml/2006/main" xmlns:ns1="http://schemas.openxmlformats.org/drawingml/2006/main" xmlns:ns2="http://schemas.microsoft.com/office/drawing/2014/main" xmlns:ns3="http://schemas.openxmlformats.org/officeDocument/2006/relationships" xmlns:ns4="http://schemas.microsoft.com/office/drawing/2010/main" xmlns:ns5="http://schemas.microsoft.com/office/powerpoint/2010/main">
  <ns0:cSld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pic>
        <ns0:nvPicPr>
          <ns0:cNvPr id="9" name="Picture 8">
            <ns1:extLst>
              <ns1:ext uri="{FF2B5EF4-FFF2-40B4-BE49-F238E27FC236}">
                <ns2:creationId id="{43AFB604-A1AB-44E5-924D-1945EF5056C6}"/>
              </ns1:ext>
            </ns1:extLst>
          </ns0:cNvPr>
          <ns0:cNvPicPr>
            <ns1:picLocks noChangeAspect="1"/>
          </ns0:cNvPicPr>
          <ns0:nvPr/>
        </ns0:nvPicPr>
        <ns0:blipFill>
          <ns1:blip ns3:embed="rId2" cstate="print">
            <ns1:extLst>
              <ns1:ext uri="{28A0092B-C50C-407E-A947-70E740481C1C}">
                <ns4:useLocalDpi val="0"/>
              </ns1:ext>
            </ns1:extLst>
          </ns1:blip>
          <ns1:stretch>
            <ns1:fillRect/>
          </ns1:stretch>
        </ns0:blipFill>
        <ns0:spPr>
          <ns1:xfrm>
            <ns1:off x="2717427" y="2403089"/>
            <ns1:ext cx="6757147" cy="3911207"/>
          </ns1:xfrm>
          <ns1:prstGeom prst="rect">
            <ns1:avLst/>
          </ns1:prstGeom>
        </ns0:spPr>
      </ns0:pic>
      <ns0:sp>
        <ns0:nvSpPr>
          <ns0:cNvPr id="2" name="TextBox 1">
            <ns1:extLst>
              <ns1:ext uri="{FF2B5EF4-FFF2-40B4-BE49-F238E27FC236}">
                <ns2:creationId id="{E4E4F2B0-CFC0-41AF-B54C-967DDF7D9E36}"/>
              </ns1:ext>
            </ns1:extLst>
          </ns0:cNvPr>
          <ns0:cNvSpPr txBox="1"/>
          <ns0:nvPr/>
        </ns0:nvSpPr>
        <ns0:spPr>
          <ns1:xfrm>
            <ns1:off x="2504933" y="658631"/>
            <ns1:ext cx="7182135" cy="830997"/>
          </ns1:xfrm>
          <ns1:prstGeom prst="rect">
            <ns1:avLst/>
          </ns1:prstGeom>
          <ns1:noFill/>
        </ns0:spPr>
        <ns0:txBody>
          <ns1:bodyPr wrap="square" rtlCol="0">
            <ns1:spAutoFit/>
          </ns1:bodyPr>
          <ns1:lstStyle/>
          <ns1:p>
            <ns1:pPr algn="ctr"/>
            <ns1:r>
              <ns1:rPr lang="en-US" sz="2400" spc="300">
                <ns1:solidFill>
                  <ns1:schemeClr val="tx1">
                    <ns1:lumMod val="85000"/>
                    <ns1:lumOff val="15000"/>
                  </ns1:schemeClr>
                </ns1:solidFill>
                <ns1:latin typeface="Poppins SemiBold" panose="00000700000000000000" pitchFamily="2" charset="0"/>
                <ns1:cs typeface="Poppins SemiBold" panose="00000700000000000000" pitchFamily="2" charset="0"/>
              </ns1:rPr>
              <ns1:t>{SlideMainExplanation}</ns1:t>
            </ns1:r>
          </ns1:p>
        </ns0:txBody>
      </ns0:sp>
      <ns0:grpSp>
        <ns0:nvGrpSpPr>
          <ns0:cNvPr id="3" name="Group 2">
            <ns1:extLst>
              <ns1:ext uri="{FF2B5EF4-FFF2-40B4-BE49-F238E27FC236}">
                <ns2:creationId id="{B2528836-6C58-4F98-91A2-B047EAA65F2E}"/>
              </ns1:ext>
            </ns1:extLst>
          </ns0:cNvPr>
          <ns0:cNvGrpSpPr/>
          <ns0:nvPr/>
        </ns0:nvGrpSpPr>
        <ns0:grpSpPr>
          <ns1:xfrm>
            <ns1:off x="5691116" y="1660414"/>
            <ns1:ext cx="809768" cy="204717"/>
            <ns1:chOff x="5895833" y="2247347"/>
            <ns1:chExt cx="809768" cy="204717"/>
          </ns1:xfrm>
        </ns0:grpSpPr>
        <ns0:sp>
          <ns0:nvSpPr>
            <ns0:cNvPr id="4" name="Diamond 3">
              <ns1:extLst>
                <ns1:ext uri="{FF2B5EF4-FFF2-40B4-BE49-F238E27FC236}">
                  <ns2:creationId id="{E8DD5826-1C45-4D1D-9A86-09AF365DD5E7}"/>
                </ns1:ext>
              </ns1:extLst>
            </ns0:cNvPr>
            <ns0:cNvSpPr/>
            <ns0:nvPr/>
          </ns0:nvSpPr>
          <ns0:spPr>
            <ns1:xfrm>
              <ns1:off x="5895833" y="2247347"/>
              <ns1:ext cx="204717" cy="204717"/>
            </ns1:xfrm>
            <ns1:prstGeom prst="diamond">
              <ns1:avLst/>
            </ns1:prstGeom>
            <ns1:solidFill>
              <ns1:schemeClr val="accent4"/>
            </ns1:solidFill>
            <ns1:ln>
              <ns1:noFill/>
            </ns1:ln>
          </ns0:spPr>
          <ns0:style>
            <ns1:lnRef idx="2">
              <ns1:schemeClr val="accent1">
                <ns1:shade val="50000"/>
              </ns1:schemeClr>
            </ns1:lnRef>
            <ns1:fillRef idx="1">
              <ns1:schemeClr val="accent1"/>
            </ns1:fillRef>
            <ns1:effectRef idx="0">
              <ns1:schemeClr val="accent1"/>
            </ns1:effectRef>
            <ns1:fontRef idx="minor">
              <ns1:schemeClr val="lt1"/>
            </ns1:fontRef>
          </ns0:style>
          <ns0:txBody>
            <ns1:bodyPr rtlCol="0" anchor="ctr"/>
            <ns1:lstStyle/>
            <ns1:p>
              <ns1:pPr algn="ctr"/>
              <ns1:endParaRPr lang="en-US"/>
            </ns1:p>
          </ns0:txBody>
        </ns0:sp>
        <ns0:sp>
          <ns0:nvSpPr>
            <ns0:cNvPr id="5" name="Diamond 4">
              <ns1:extLst>
                <ns1:ext uri="{FF2B5EF4-FFF2-40B4-BE49-F238E27FC236}">
                  <ns2:creationId id="{41ED10BA-BF1C-4569-BB8B-0642F3025E18}"/>
                </ns1:ext>
              </ns1:extLst>
            </ns0:cNvPr>
            <ns0:cNvSpPr/>
            <ns0:nvPr/>
          </ns0:nvSpPr>
          <ns0:spPr>
            <ns1:xfrm>
              <ns1:off x="6096000" y="2247347"/>
              <ns1:ext cx="204717" cy="204717"/>
            </ns1:xfrm>
            <ns1:prstGeom prst="diamond">
              <ns1:avLst/>
            </ns1:prstGeom>
            <ns1:solidFill>
              <ns1:schemeClr val="accent4">
                <ns1:lumMod val="60000"/>
                <ns1:lumOff val="40000"/>
              </ns1:schemeClr>
            </ns1:solidFill>
            <ns1:ln>
              <ns1:noFill/>
            </ns1:ln>
          </ns0:spPr>
          <ns0:style>
            <ns1:lnRef idx="2">
              <ns1:schemeClr val="accent1">
                <ns1:shade val="50000"/>
              </ns1:schemeClr>
            </ns1:lnRef>
            <ns1:fillRef idx="1">
              <ns1:schemeClr val="accent1"/>
            </ns1:fillRef>
            <ns1:effectRef idx="0">
              <ns1:schemeClr val="accent1"/>
            </ns1:effectRef>
            <ns1:fontRef idx="minor">
              <ns1:schemeClr val="lt1"/>
            </ns1:fontRef>
          </ns0:style>
          <ns0:txBody>
            <ns1:bodyPr rtlCol="0" anchor="ctr"/>
            <ns1:lstStyle/>
            <ns1:p>
              <ns1:pPr algn="ctr"/>
              <ns1:endParaRPr lang="en-US"/>
            </ns1:p>
          </ns0:txBody>
        </ns0:sp>
        <ns0:sp>
          <ns0:nvSpPr>
            <ns0:cNvPr id="6" name="Diamond 5">
              <ns1:extLst>
                <ns1:ext uri="{FF2B5EF4-FFF2-40B4-BE49-F238E27FC236}">
                  <ns2:creationId id="{D0EDAAC0-CB84-432B-A148-7ECDB0254706}"/>
                </ns1:ext>
              </ns1:extLst>
            </ns0:cNvPr>
            <ns0:cNvSpPr/>
            <ns0:nvPr/>
          </ns0:nvSpPr>
          <ns0:spPr>
            <ns1:xfrm>
              <ns1:off x="6300717" y="2247347"/>
              <ns1:ext cx="204717" cy="204717"/>
            </ns1:xfrm>
            <ns1:prstGeom prst="diamond">
              <ns1:avLst/>
            </ns1:prstGeom>
            <ns1:solidFill>
              <ns1:schemeClr val="accent4">
                <ns1:lumMod val="40000"/>
                <ns1:lumOff val="60000"/>
              </ns1:schemeClr>
            </ns1:solidFill>
            <ns1:ln>
              <ns1:noFill/>
            </ns1:ln>
          </ns0:spPr>
          <ns0:style>
            <ns1:lnRef idx="2">
              <ns1:schemeClr val="accent1">
                <ns1:shade val="50000"/>
              </ns1:schemeClr>
            </ns1:lnRef>
            <ns1:fillRef idx="1">
              <ns1:schemeClr val="accent1"/>
            </ns1:fillRef>
            <ns1:effectRef idx="0">
              <ns1:schemeClr val="accent1"/>
            </ns1:effectRef>
            <ns1:fontRef idx="minor">
              <ns1:schemeClr val="lt1"/>
            </ns1:fontRef>
          </ns0:style>
          <ns0:txBody>
            <ns1:bodyPr rtlCol="0" anchor="ctr"/>
            <ns1:lstStyle/>
            <ns1:p>
              <ns1:pPr algn="ctr"/>
              <ns1:endParaRPr lang="en-US"/>
            </ns1:p>
          </ns0:txBody>
        </ns0:sp>
        <ns0:sp>
          <ns0:nvSpPr>
            <ns0:cNvPr id="7" name="Diamond 6">
              <ns1:extLst>
                <ns1:ext uri="{FF2B5EF4-FFF2-40B4-BE49-F238E27FC236}">
                  <ns2:creationId id="{88A2F35C-C62A-48E4-9E80-4D1577755B30}"/>
                </ns1:ext>
              </ns1:extLst>
            </ns0:cNvPr>
            <ns0:cNvSpPr/>
            <ns0:nvPr/>
          </ns0:nvSpPr>
          <ns0:spPr>
            <ns1:xfrm>
              <ns1:off x="6500884" y="2247347"/>
              <ns1:ext cx="204717" cy="204717"/>
            </ns1:xfrm>
            <ns1:prstGeom prst="diamond">
              <ns1:avLst/>
            </ns1:prstGeom>
            <ns1:solidFill>
              <ns1:schemeClr val="accent4">
                <ns1:lumMod val="20000"/>
                <ns1:lumOff val="80000"/>
              </ns1:schemeClr>
            </ns1:solidFill>
            <ns1:ln>
              <ns1:noFill/>
            </ns1:ln>
          </ns0:spPr>
          <ns0:style>
            <ns1:lnRef idx="2">
              <ns1:schemeClr val="accent1">
                <ns1:shade val="50000"/>
              </ns1:schemeClr>
            </ns1:lnRef>
            <ns1:fillRef idx="1">
              <ns1:schemeClr val="accent1"/>
            </ns1:fillRef>
            <ns1:effectRef idx="0">
              <ns1:schemeClr val="accent1"/>
            </ns1:effectRef>
            <ns1:fontRef idx="minor">
              <ns1:schemeClr val="lt1"/>
            </ns1:fontRef>
          </ns0:style>
          <ns0:txBody>
            <ns1:bodyPr rtlCol="0" anchor="ctr"/>
            <ns1:lstStyle/>
            <ns1:p>
              <ns1:pPr algn="ctr"/>
              <ns1:endParaRPr lang="en-US"/>
            </ns1:p>
          </ns0:txBody>
        </ns0:sp>
      </ns0:grpSp>
      <ns0:sp>
        <ns0:nvSpPr>
          <ns0:cNvPr id="17" name="TextBox 16">
            <ns1:extLst>
              <ns1:ext uri="{FF2B5EF4-FFF2-40B4-BE49-F238E27FC236}">
                <ns2:creationId id="{3C5B3A90-9EED-44F2-BEDF-59077A728DCA}"/>
              </ns1:ext>
            </ns1:extLst>
          </ns0:cNvPr>
          <ns0:cNvSpPr txBox="1"/>
          <ns0:nvPr/>
        </ns0:nvSpPr>
        <ns0:spPr>
          <ns1:xfrm>
            <ns1:off x="464024" y="3586281"/>
            <ns1:ext cx="2552129" cy="292388"/>
          </ns1:xfrm>
          <ns1:prstGeom prst="rect">
            <ns1:avLst/>
          </ns1:prstGeom>
          <ns1:noFill/>
        </ns0:spPr>
        <ns0:txBody>
          <ns1:bodyPr wrap="square" rtlCol="0">
            <ns1:spAutoFit/>
          </ns1:bodyPr>
          <ns1:lstStyle/>
          <ns1:p>
            <ns1:pPr algn="r"/>
            <ns1:r>
              <ns1:rPr lang="en-US" sz="1300" b="1">
                <ns1:solidFill>
                  <ns1:schemeClr val="tx1">
                    <ns1:lumMod val="85000"/>
                    <ns1:lumOff val="15000"/>
                  </ns1:schemeClr>
                </ns1:solidFill>
                <ns1:latin typeface="Poppins SemiBold" panose="00000700000000000000" pitchFamily="2" charset="0"/>
                <ns1:ea typeface="Lato" panose="020F0502020204030203" pitchFamily="34" charset="0"/>
                <ns1:cs typeface="Poppins SemiBold" panose="00000700000000000000" pitchFamily="2" charset="0"/>
              </ns1:rPr>
              <ns1:t>{SlideStatistic}</ns1:t>
            </ns1:r>
          </ns1:p>
        </ns0:txBody>
      </ns0:sp>
      <ns0:sp>
        <ns0:nvSpPr>
          <ns0:cNvPr id="18" name="TextBox 17">
            <ns1:extLst>
              <ns1:ext uri="{FF2B5EF4-FFF2-40B4-BE49-F238E27FC236}">
                <ns2:creationId id="{8D832E08-846C-48A8-8773-C180AB40F7F5}"/>
              </ns1:ext>
            </ns1:extLst>
          </ns0:cNvPr>
          <ns0:cNvSpPr txBox="1"/>
          <ns0:nvPr/>
        </ns0:nvSpPr>
        <ns0:spPr>
          <ns1:xfrm>
            <ns1:off x="464024" y="3865021"/>
            <ns1:ext cx="2552129" cy="1163845"/>
          </ns1:xfrm>
          <ns1:prstGeom prst="rect">
            <ns1:avLst/>
          </ns1:prstGeom>
          <ns1:noFill/>
        </ns0:spPr>
        <ns0:txBody>
          <ns1:bodyPr wrap="square" rtlCol="0">
            <ns1:spAutoFit/>
          </ns1:bodyPr>
          <ns1:lstStyle/>
          <ns1:p>
            <ns1:pPr algn="r">
              <ns1:lnSpc>
                <ns1:spcPct val="150000"/>
              </ns1:lnSpc>
            </ns1:pPr>
            <ns1:r>
              <ns1:rPr lang="en-US" sz="1200">
                <ns1:solidFill>
                  <ns1:schemeClr val="tx1">
                    <ns1:lumMod val="65000"/>
                    <ns1:lumOff val="35000"/>
                  </ns1:schemeClr>
                </ns1:solidFill>
                <ns1:latin typeface="Lato" panose="020F0502020204030203" pitchFamily="34" charset="0"/>
                <ns1:ea typeface="Lato" panose="020F0502020204030203" pitchFamily="34" charset="0"/>
                <ns1:cs typeface="Lato" panose="020F0502020204030203" pitchFamily="34" charset="0"/>
              </ns1:rPr>
              <ns1:t>{SlideCallout}</ns1:t>
            </ns1:r>
          </ns1:p>
        </ns0:txBody>
      </ns0:sp>
      <ns0:sp>
        <ns0:nvSpPr>
          <ns0:cNvPr id="21" name="TextBox 20">
            <ns1:extLst>
              <ns1:ext uri="{FF2B5EF4-FFF2-40B4-BE49-F238E27FC236}">
                <ns2:creationId id="{ED78893E-FB12-4B92-B9D5-E433914370F9}"/>
              </ns1:ext>
            </ns1:extLst>
          </ns0:cNvPr>
          <ns0:cNvSpPr txBox="1"/>
          <ns0:nvPr/>
        </ns0:nvSpPr>
        <ns0:spPr>
          <ns1:xfrm>
            <ns1:off x="9168593" y="3586281"/>
            <ns1:ext cx="2552129" cy="292388"/>
          </ns1:xfrm>
          <ns1:prstGeom prst="rect">
            <ns1:avLst/>
          </ns1:prstGeom>
          <ns1:noFill/>
        </ns0:spPr>
        <ns0:txBody>
          <ns1:bodyPr wrap="square" rtlCol="0">
            <ns1:spAutoFit/>
          </ns1:bodyPr>
          <ns1:lstStyle/>
          <ns1:p>
            <ns1:r>
              <ns1:rPr lang="en-US" sz="1300" b="1">
                <ns1:solidFill>
                  <ns1:schemeClr val="tx1">
                    <ns1:lumMod val="85000"/>
                    <ns1:lumOff val="15000"/>
                  </ns1:schemeClr>
                </ns1:solidFill>
                <ns1:latin typeface="Poppins SemiBold" panose="00000700000000000000" pitchFamily="2" charset="0"/>
                <ns1:ea typeface="Lato" panose="020F0502020204030203" pitchFamily="34" charset="0"/>
                <ns1:cs typeface="Poppins SemiBold" panose="00000700000000000000" pitchFamily="2" charset="0"/>
              </ns1:rPr>
              <ns1:t>{SlideStatistic}</ns1:t>
            </ns1:r>
          </ns1:p>
        </ns0:txBody>
      </ns0:sp>
      <ns0:sp>
        <ns0:nvSpPr>
          <ns0:cNvPr id="22" name="TextBox 21">
            <ns1:extLst>
              <ns1:ext uri="{FF2B5EF4-FFF2-40B4-BE49-F238E27FC236}">
                <ns2:creationId id="{6A4A337C-8B51-460B-8767-CD452E8FCBFA}"/>
              </ns1:ext>
            </ns1:extLst>
          </ns0:cNvPr>
          <ns0:cNvSpPr txBox="1"/>
          <ns0:nvPr/>
        </ns0:nvSpPr>
        <ns0:spPr>
          <ns1:xfrm>
            <ns1:off x="9168593" y="3865021"/>
            <ns1:ext cx="2552129" cy="1163845"/>
          </ns1:xfrm>
          <ns1:prstGeom prst="rect">
            <ns1:avLst/>
          </ns1:prstGeom>
          <ns1:noFill/>
        </ns0:spPr>
        <ns0:txBody>
          <ns1:bodyPr wrap="square" rtlCol="0">
            <ns1:spAutoFit/>
          </ns1:bodyPr>
          <ns1:lstStyle/>
          <ns1:p>
            <ns1:pPr>
              <ns1:lnSpc>
                <ns1:spcPct val="150000"/>
              </ns1:lnSpc>
            </ns1:pPr>
            <ns1:r>
              <ns1:rPr lang="en-US" sz="1200">
                <ns1:solidFill>
                  <ns1:schemeClr val="tx1">
                    <ns1:lumMod val="65000"/>
                    <ns1:lumOff val="35000"/>
                  </ns1:schemeClr>
                </ns1:solidFill>
                <ns1:latin typeface="Lato" panose="020F0502020204030203" pitchFamily="34" charset="0"/>
                <ns1:ea typeface="Lato" panose="020F0502020204030203" pitchFamily="34" charset="0"/>
                <ns1:cs typeface="Lato" panose="020F0502020204030203" pitchFamily="34" charset="0"/>
              </ns1:rPr>
              <ns1:t>{SlideSupportingContent}</ns1:t>
            </ns1:r>
          </ns1:p>
        </ns0:txBody>
      </ns0:sp>
      <ns0:sp>
        <ns0:nvSpPr>
          <ns0:cNvPr id="10" name="Picture Placeholder 9">
            <ns1:extLst>
              <ns1:ext uri="{FF2B5EF4-FFF2-40B4-BE49-F238E27FC236}">
                <ns2:creationId id="{4F1B5023-B649-4F40-AF43-5418ACE47022}"/>
              </ns1:ext>
            </ns1:extLst>
          </ns0:cNvPr>
          <ns0:cNvSpPr>
            <ns1:spLocks noGrp="1"/>
          </ns0:cNvSpPr>
          <ns0:nvPr>
            <ns0:ph type="pic" sz="quarter" idx="13"/>
          </ns0:nvPr>
        </ns0:nvSpPr>
        <ns0:spPr/>
      </ns0:sp>
    </ns0:spTree>
    <ns0:extLst>
      <ns0:ext uri="{BB962C8B-B14F-4D97-AF65-F5344CB8AC3E}">
        <ns5:creationId val="4270367058"/>
      </ns0:ext>
    </ns0:extLst>
  </ns0:cSld>
  <ns0:clrMapOvr>
    <ns1:masterClrMapping/>
  </ns0:clrMapOvr>
</ns0:sld>
</file>

<file path=ppt/slides/slide24.xml><?xml version="1.0" encoding="utf-8"?>
<ns0:sld xmlns:ns0="http://schemas.openxmlformats.org/presentationml/2006/main" xmlns:ns1="http://schemas.openxmlformats.org/drawingml/2006/main" xmlns:ns2="http://schemas.microsoft.com/office/drawing/2014/main" xmlns:ns3="http://schemas.openxmlformats.org/officeDocument/2006/relationships" xmlns:ns4="http://schemas.microsoft.com/office/drawing/2010/main" xmlns:ns5="http://schemas.microsoft.com/office/powerpoint/2010/main">
  <ns0:cSld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pic>
        <ns0:nvPicPr>
          <ns0:cNvPr id="15" name="Picture 14">
            <ns1:extLst>
              <ns1:ext uri="{FF2B5EF4-FFF2-40B4-BE49-F238E27FC236}">
                <ns2:creationId id="{9E2ED438-02D9-4AFB-B4D7-385BE335BE27}"/>
              </ns1:ext>
            </ns1:extLst>
          </ns0:cNvPr>
          <ns0:cNvPicPr>
            <ns1:picLocks noChangeAspect="1"/>
          </ns0:cNvPicPr>
          <ns0:nvPr/>
        </ns0:nvPicPr>
        <ns0:blipFill>
          <ns1:blip ns3:embed="rId2" cstate="print">
            <ns1:extLst>
              <ns1:ext uri="{28A0092B-C50C-407E-A947-70E740481C1C}">
                <ns4:useLocalDpi val="0"/>
              </ns1:ext>
            </ns1:extLst>
          </ns1:blip>
          <ns1:stretch>
            <ns1:fillRect/>
          </ns1:stretch>
        </ns0:blipFill>
        <ns0:spPr>
          <ns1:xfrm>
            <ns1:off x="8472754" y="731357"/>
            <ns1:ext cx="3024563" cy="5504471"/>
          </ns1:xfrm>
          <ns1:prstGeom prst="rect">
            <ns1:avLst/>
          </ns1:prstGeom>
        </ns0:spPr>
      </ns0:pic>
      <ns0:pic>
        <ns0:nvPicPr>
          <ns0:cNvPr id="14" name="Picture 13">
            <ns1:extLst>
              <ns1:ext uri="{FF2B5EF4-FFF2-40B4-BE49-F238E27FC236}">
                <ns2:creationId id="{EA95E94D-20C3-4A43-9643-CDBCFCBFF2A8}"/>
              </ns1:ext>
            </ns1:extLst>
          </ns0:cNvPr>
          <ns0:cNvPicPr>
            <ns1:picLocks noChangeAspect="1"/>
          </ns0:cNvPicPr>
          <ns0:nvPr/>
        </ns0:nvPicPr>
        <ns0:blipFill>
          <ns1:blip ns3:embed="rId2" cstate="print">
            <ns1:extLst>
              <ns1:ext uri="{28A0092B-C50C-407E-A947-70E740481C1C}">
                <ns4:useLocalDpi val="0"/>
              </ns1:ext>
            </ns1:extLst>
          </ns1:blip>
          <ns1:stretch>
            <ns1:fillRect/>
          </ns1:stretch>
        </ns0:blipFill>
        <ns0:spPr>
          <ns1:xfrm>
            <ns1:off x="694683" y="731357"/>
            <ns1:ext cx="3024563" cy="5504471"/>
          </ns1:xfrm>
          <ns1:prstGeom prst="rect">
            <ns1:avLst/>
          </ns1:prstGeom>
        </ns0:spPr>
      </ns0:pic>
      <ns0:sp>
        <ns0:nvSpPr>
          <ns0:cNvPr id="5" name="TextBox 4">
            <ns1:extLst>
              <ns1:ext uri="{FF2B5EF4-FFF2-40B4-BE49-F238E27FC236}">
                <ns2:creationId id="{4D1EC6C9-AC4A-484F-9D84-BBF32777F35B}"/>
              </ns1:ext>
            </ns1:extLst>
          </ns0:cNvPr>
          <ns0:cNvSpPr txBox="1"/>
          <ns0:nvPr/>
        </ns0:nvSpPr>
        <ns0:spPr>
          <ns1:xfrm>
            <ns1:off x="4075350" y="3324740"/>
            <ns1:ext cx="4041300" cy="1938992"/>
          </ns1:xfrm>
          <ns1:prstGeom prst="rect">
            <ns1:avLst/>
          </ns1:prstGeom>
          <ns1:noFill/>
        </ns0:spPr>
        <ns0:txBody>
          <ns1:bodyPr wrap="square" rtlCol="0">
            <ns1:spAutoFit/>
          </ns1:bodyPr>
          <ns1:lstStyle/>
          <ns1:p>
            <ns1:pPr algn="ctr"/>
            <ns1:r>
              <ns1:rPr lang="en-US" sz="2400" spc="300">
                <ns1:solidFill>
                  <ns1:schemeClr val="tx1">
                    <ns1:lumMod val="85000"/>
                    <ns1:lumOff val="15000"/>
                  </ns1:schemeClr>
                </ns1:solidFill>
                <ns1:latin typeface="Poppins SemiBold" panose="00000700000000000000" pitchFamily="2" charset="0"/>
                <ns1:cs typeface="Poppins SemiBold" panose="00000700000000000000" pitchFamily="2" charset="0"/>
              </ns1:rPr>
              <ns1:t>{SlideMainExplanation}</ns1:t>
            </ns1:r>
          </ns1:p>
        </ns0:txBody>
      </ns0:sp>
      <ns0:grpSp>
        <ns0:nvGrpSpPr>
          <ns0:cNvPr id="6" name="Group 5">
            <ns1:extLst>
              <ns1:ext uri="{FF2B5EF4-FFF2-40B4-BE49-F238E27FC236}">
                <ns2:creationId id="{DBBAD9A1-01FD-485E-8216-F113F87C64A7}"/>
              </ns1:ext>
            </ns1:extLst>
          </ns0:cNvPr>
          <ns0:cNvGrpSpPr/>
          <ns0:nvPr/>
        </ns0:nvGrpSpPr>
        <ns0:grpSpPr>
          <ns1:xfrm>
            <ns1:off x="5727510" y="5441405"/>
            <ns1:ext cx="736980" cy="186316"/>
            <ns1:chOff x="5895833" y="2247347"/>
            <ns1:chExt cx="809768" cy="204717"/>
          </ns1:xfrm>
        </ns0:grpSpPr>
        <ns0:sp>
          <ns0:nvSpPr>
            <ns0:cNvPr id="7" name="Diamond 6">
              <ns1:extLst>
                <ns1:ext uri="{FF2B5EF4-FFF2-40B4-BE49-F238E27FC236}">
                  <ns2:creationId id="{D644FF44-6A69-4B2C-82E7-6C9F653AA0D0}"/>
                </ns1:ext>
              </ns1:extLst>
            </ns0:cNvPr>
            <ns0:cNvSpPr/>
            <ns0:nvPr/>
          </ns0:nvSpPr>
          <ns0:spPr>
            <ns1:xfrm>
              <ns1:off x="5895833" y="2247347"/>
              <ns1:ext cx="204717" cy="204717"/>
            </ns1:xfrm>
            <ns1:prstGeom prst="diamond">
              <ns1:avLst/>
            </ns1:prstGeom>
            <ns1:solidFill>
              <ns1:schemeClr val="accent4"/>
            </ns1:solidFill>
            <ns1:ln>
              <ns1:noFill/>
            </ns1:ln>
          </ns0:spPr>
          <ns0:style>
            <ns1:lnRef idx="2">
              <ns1:schemeClr val="accent1">
                <ns1:shade val="50000"/>
              </ns1:schemeClr>
            </ns1:lnRef>
            <ns1:fillRef idx="1">
              <ns1:schemeClr val="accent1"/>
            </ns1:fillRef>
            <ns1:effectRef idx="0">
              <ns1:schemeClr val="accent1"/>
            </ns1:effectRef>
            <ns1:fontRef idx="minor">
              <ns1:schemeClr val="lt1"/>
            </ns1:fontRef>
          </ns0:style>
          <ns0:txBody>
            <ns1:bodyPr rtlCol="0" anchor="ctr"/>
            <ns1:lstStyle/>
            <ns1:p>
              <ns1:pPr algn="ctr"/>
              <ns1:endParaRPr lang="en-US"/>
            </ns1:p>
          </ns0:txBody>
        </ns0:sp>
        <ns0:sp>
          <ns0:nvSpPr>
            <ns0:cNvPr id="8" name="Diamond 7">
              <ns1:extLst>
                <ns1:ext uri="{FF2B5EF4-FFF2-40B4-BE49-F238E27FC236}">
                  <ns2:creationId id="{88E3C543-2FA9-4B68-8E23-707F520FD6EF}"/>
                </ns1:ext>
              </ns1:extLst>
            </ns0:cNvPr>
            <ns0:cNvSpPr/>
            <ns0:nvPr/>
          </ns0:nvSpPr>
          <ns0:spPr>
            <ns1:xfrm>
              <ns1:off x="6096000" y="2247347"/>
              <ns1:ext cx="204717" cy="204717"/>
            </ns1:xfrm>
            <ns1:prstGeom prst="diamond">
              <ns1:avLst/>
            </ns1:prstGeom>
            <ns1:solidFill>
              <ns1:schemeClr val="accent4">
                <ns1:lumMod val="60000"/>
                <ns1:lumOff val="40000"/>
              </ns1:schemeClr>
            </ns1:solidFill>
            <ns1:ln>
              <ns1:noFill/>
            </ns1:ln>
          </ns0:spPr>
          <ns0:style>
            <ns1:lnRef idx="2">
              <ns1:schemeClr val="accent1">
                <ns1:shade val="50000"/>
              </ns1:schemeClr>
            </ns1:lnRef>
            <ns1:fillRef idx="1">
              <ns1:schemeClr val="accent1"/>
            </ns1:fillRef>
            <ns1:effectRef idx="0">
              <ns1:schemeClr val="accent1"/>
            </ns1:effectRef>
            <ns1:fontRef idx="minor">
              <ns1:schemeClr val="lt1"/>
            </ns1:fontRef>
          </ns0:style>
          <ns0:txBody>
            <ns1:bodyPr rtlCol="0" anchor="ctr"/>
            <ns1:lstStyle/>
            <ns1:p>
              <ns1:pPr algn="ctr"/>
              <ns1:endParaRPr lang="en-US"/>
            </ns1:p>
          </ns0:txBody>
        </ns0:sp>
        <ns0:sp>
          <ns0:nvSpPr>
            <ns0:cNvPr id="9" name="Diamond 8">
              <ns1:extLst>
                <ns1:ext uri="{FF2B5EF4-FFF2-40B4-BE49-F238E27FC236}">
                  <ns2:creationId id="{81AE797F-E853-4D92-9FCD-C43C2EEE05BD}"/>
                </ns1:ext>
              </ns1:extLst>
            </ns0:cNvPr>
            <ns0:cNvSpPr/>
            <ns0:nvPr/>
          </ns0:nvSpPr>
          <ns0:spPr>
            <ns1:xfrm>
              <ns1:off x="6300717" y="2247347"/>
              <ns1:ext cx="204717" cy="204717"/>
            </ns1:xfrm>
            <ns1:prstGeom prst="diamond">
              <ns1:avLst/>
            </ns1:prstGeom>
            <ns1:solidFill>
              <ns1:schemeClr val="accent4">
                <ns1:lumMod val="40000"/>
                <ns1:lumOff val="60000"/>
              </ns1:schemeClr>
            </ns1:solidFill>
            <ns1:ln>
              <ns1:noFill/>
            </ns1:ln>
          </ns0:spPr>
          <ns0:style>
            <ns1:lnRef idx="2">
              <ns1:schemeClr val="accent1">
                <ns1:shade val="50000"/>
              </ns1:schemeClr>
            </ns1:lnRef>
            <ns1:fillRef idx="1">
              <ns1:schemeClr val="accent1"/>
            </ns1:fillRef>
            <ns1:effectRef idx="0">
              <ns1:schemeClr val="accent1"/>
            </ns1:effectRef>
            <ns1:fontRef idx="minor">
              <ns1:schemeClr val="lt1"/>
            </ns1:fontRef>
          </ns0:style>
          <ns0:txBody>
            <ns1:bodyPr rtlCol="0" anchor="ctr"/>
            <ns1:lstStyle/>
            <ns1:p>
              <ns1:pPr algn="ctr"/>
              <ns1:endParaRPr lang="en-US"/>
            </ns1:p>
          </ns0:txBody>
        </ns0:sp>
        <ns0:sp>
          <ns0:nvSpPr>
            <ns0:cNvPr id="10" name="Diamond 9">
              <ns1:extLst>
                <ns1:ext uri="{FF2B5EF4-FFF2-40B4-BE49-F238E27FC236}">
                  <ns2:creationId id="{39DE57BA-E50E-4D8E-91D9-E18E71281FB9}"/>
                </ns1:ext>
              </ns1:extLst>
            </ns0:cNvPr>
            <ns0:cNvSpPr/>
            <ns0:nvPr/>
          </ns0:nvSpPr>
          <ns0:spPr>
            <ns1:xfrm>
              <ns1:off x="6500884" y="2247347"/>
              <ns1:ext cx="204717" cy="204717"/>
            </ns1:xfrm>
            <ns1:prstGeom prst="diamond">
              <ns1:avLst/>
            </ns1:prstGeom>
            <ns1:solidFill>
              <ns1:schemeClr val="accent4">
                <ns1:lumMod val="20000"/>
                <ns1:lumOff val="80000"/>
              </ns1:schemeClr>
            </ns1:solidFill>
            <ns1:ln>
              <ns1:noFill/>
            </ns1:ln>
          </ns0:spPr>
          <ns0:style>
            <ns1:lnRef idx="2">
              <ns1:schemeClr val="accent1">
                <ns1:shade val="50000"/>
              </ns1:schemeClr>
            </ns1:lnRef>
            <ns1:fillRef idx="1">
              <ns1:schemeClr val="accent1"/>
            </ns1:fillRef>
            <ns1:effectRef idx="0">
              <ns1:schemeClr val="accent1"/>
            </ns1:effectRef>
            <ns1:fontRef idx="minor">
              <ns1:schemeClr val="lt1"/>
            </ns1:fontRef>
          </ns0:style>
          <ns0:txBody>
            <ns1:bodyPr rtlCol="0" anchor="ctr"/>
            <ns1:lstStyle/>
            <ns1:p>
              <ns1:pPr algn="ctr"/>
              <ns1:endParaRPr lang="en-US"/>
            </ns1:p>
          </ns0:txBody>
        </ns0:sp>
      </ns0:grpSp>
      <ns0:sp>
        <ns0:nvSpPr>
          <ns0:cNvPr id="11" name="TextBox 10">
            <ns1:extLst>
              <ns1:ext uri="{FF2B5EF4-FFF2-40B4-BE49-F238E27FC236}">
                <ns2:creationId id="{4E3F028A-4DA9-4535-BEC4-CC42FCF33069}"/>
              </ns1:ext>
            </ns1:extLst>
          </ns0:cNvPr>
          <ns0:cNvSpPr txBox="1"/>
          <ns0:nvPr/>
        </ns0:nvSpPr>
        <ns0:spPr>
          <ns1:xfrm>
            <ns1:off x="4075349" y="2952205"/>
            <ns1:ext cx="4041299" cy="276999"/>
          </ns1:xfrm>
          <ns1:prstGeom prst="rect">
            <ns1:avLst/>
          </ns1:prstGeom>
          <ns1:noFill/>
        </ns0:spPr>
        <ns0:txBody>
          <ns1:bodyPr wrap="square" rtlCol="0">
            <ns1:spAutoFit/>
          </ns1:bodyPr>
          <ns1:lstStyle/>
          <ns1:p>
            <ns1:pPr algn="ctr"/>
            <ns1:r>
              <ns1:rPr lang="en-US" sz="1200" spc="100">
                <ns1:solidFill>
                  <ns1:schemeClr val="tx1">
                    <ns1:lumMod val="85000"/>
                    <ns1:lumOff val="15000"/>
                  </ns1:schemeClr>
                </ns1:solidFill>
                <ns1:latin typeface="Poppins" panose="00000500000000000000" pitchFamily="2" charset="0"/>
                <ns1:cs typeface="Poppins" panose="00000500000000000000" pitchFamily="2" charset="0"/>
              </ns1:rPr>
              <ns1:t>{SlideSupportingContent}</ns1:t>
            </ns1:r>
          </ns1:p>
        </ns0:txBody>
      </ns0:sp>
      <ns0:sp>
        <ns0:nvSpPr>
          <ns0:cNvPr id="3" name="Picture Placeholder 2">
            <ns1:extLst>
              <ns1:ext uri="{FF2B5EF4-FFF2-40B4-BE49-F238E27FC236}">
                <ns2:creationId id="{5166CB5C-DE7C-4E27-895A-EEA12EAFE1A0}"/>
              </ns1:ext>
            </ns1:extLst>
          </ns0:cNvPr>
          <ns0:cNvSpPr>
            <ns1:spLocks noGrp="1"/>
          </ns0:cNvSpPr>
          <ns0:nvPr>
            <ns0:ph type="pic" sz="quarter" idx="13"/>
          </ns0:nvPr>
        </ns0:nvSpPr>
        <ns0:spPr/>
      </ns0:sp>
      <ns0:sp>
        <ns0:nvSpPr>
          <ns0:cNvPr id="12" name="Picture Placeholder 11">
            <ns1:extLst>
              <ns1:ext uri="{FF2B5EF4-FFF2-40B4-BE49-F238E27FC236}">
                <ns2:creationId id="{C1F8F55F-F40F-4111-B94D-4C5D13851FBB}"/>
              </ns1:ext>
            </ns1:extLst>
          </ns0:cNvPr>
          <ns0:cNvSpPr>
            <ns1:spLocks noGrp="1"/>
          </ns0:cNvSpPr>
          <ns0:nvPr>
            <ns0:ph type="pic" sz="quarter" idx="15"/>
          </ns0:nvPr>
        </ns0:nvSpPr>
        <ns0:spPr/>
      </ns0:sp>
      <ns0:sp>
        <ns0:nvSpPr>
          <ns0:cNvPr id="16" name="Picture Placeholder 15">
            <ns1:extLst>
              <ns1:ext uri="{FF2B5EF4-FFF2-40B4-BE49-F238E27FC236}">
                <ns2:creationId id="{C056A3DD-50DC-4085-BD76-CAF8F2479285}"/>
              </ns1:ext>
            </ns1:extLst>
          </ns0:cNvPr>
          <ns0:cNvSpPr>
            <ns1:spLocks noGrp="1"/>
          </ns0:cNvSpPr>
          <ns0:nvPr>
            <ns0:ph type="pic" sz="quarter" idx="14"/>
          </ns0:nvPr>
        </ns0:nvSpPr>
        <ns0:spPr/>
      </ns0:sp>
    </ns0:spTree>
    <ns0:extLst>
      <ns0:ext uri="{BB962C8B-B14F-4D97-AF65-F5344CB8AC3E}">
        <ns5:creationId val="1394190139"/>
      </ns0:ext>
    </ns0:extLst>
  </ns0:cSld>
  <ns0:clrMapOvr>
    <ns1:masterClrMapping/>
  </ns0:clrMapOvr>
</ns0:sld>
</file>

<file path=ppt/slides/slide25.xml><?xml version="1.0" encoding="utf-8"?>
<ns0:sld xmlns:ns0="http://schemas.openxmlformats.org/presentationml/2006/main" xmlns:ns1="http://schemas.openxmlformats.org/drawingml/2006/main" xmlns:ns2="http://schemas.microsoft.com/office/drawing/2014/main" xmlns:ns3="http://schemas.openxmlformats.org/officeDocument/2006/relationships" xmlns:ns4="http://schemas.microsoft.com/office/drawing/2010/main" xmlns:ns5="http://schemas.microsoft.com/office/powerpoint/2010/main">
  <ns0:cSld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pic>
        <ns0:nvPicPr>
          <ns0:cNvPr id="50" name="Picture 49">
            <ns1:extLst>
              <ns1:ext uri="{FF2B5EF4-FFF2-40B4-BE49-F238E27FC236}">
                <ns2:creationId id="{FB951F60-8E9B-4C7E-9752-1AAEB8717798}"/>
              </ns1:ext>
            </ns1:extLst>
          </ns0:cNvPr>
          <ns0:cNvPicPr>
            <ns1:picLocks noChangeAspect="1"/>
          </ns0:cNvPicPr>
          <ns0:nvPr/>
        </ns0:nvPicPr>
        <ns0:blipFill>
          <ns1:blip ns3:embed="rId2" cstate="print">
            <ns1:extLst>
              <ns1:ext uri="{28A0092B-C50C-407E-A947-70E740481C1C}">
                <ns4:useLocalDpi val="0"/>
              </ns1:ext>
            </ns1:extLst>
          </ns1:blip>
          <ns1:stretch>
            <ns1:fillRect/>
          </ns1:stretch>
        </ns0:blipFill>
        <ns0:spPr>
          <ns1:xfrm>
            <ns1:off x="4812375" y="847087"/>
            <ns1:ext cx="3072901" cy="5375093"/>
          </ns1:xfrm>
          <ns1:prstGeom prst="rect">
            <ns1:avLst/>
          </ns1:prstGeom>
        </ns0:spPr>
      </ns0:pic>
      <ns0:pic>
        <ns0:nvPicPr>
          <ns0:cNvPr id="3" name="Picture 2">
            <ns1:extLst>
              <ns1:ext uri="{FF2B5EF4-FFF2-40B4-BE49-F238E27FC236}">
                <ns2:creationId id="{9853235B-C54E-46A1-9286-C8122C4306AC}"/>
              </ns1:ext>
            </ns1:extLst>
          </ns0:cNvPr>
          <ns0:cNvPicPr>
            <ns1:picLocks noChangeAspect="1"/>
          </ns0:cNvPicPr>
          <ns0:nvPr/>
        </ns0:nvPicPr>
        <ns0:blipFill>
          <ns1:blip ns3:embed="rId3" cstate="print">
            <ns1:extLst>
              <ns1:ext uri="{28A0092B-C50C-407E-A947-70E740481C1C}">
                <ns4:useLocalDpi val="0"/>
              </ns1:ext>
            </ns1:extLst>
          </ns1:blip>
          <ns1:stretch>
            <ns1:fillRect/>
          </ns1:stretch>
        </ns0:blipFill>
        <ns0:spPr>
          <ns1:xfrm>
            <ns1:off x="843955" y="860735"/>
            <ns1:ext cx="3482382" cy="5327600"/>
          </ns1:xfrm>
          <ns1:prstGeom prst="rect">
            <ns1:avLst/>
          </ns1:prstGeom>
        </ns0:spPr>
      </ns0:pic>
      <ns0:sp>
        <ns0:nvSpPr>
          <ns0:cNvPr id="13" name="TextBox 12">
            <ns1:extLst>
              <ns1:ext uri="{FF2B5EF4-FFF2-40B4-BE49-F238E27FC236}">
                <ns2:creationId id="{023592CE-6F78-4070-A51F-E07588F27C8E}"/>
              </ns1:ext>
            </ns1:extLst>
          </ns0:cNvPr>
          <ns0:cNvSpPr txBox="1"/>
          <ns0:nvPr/>
        </ns0:nvSpPr>
        <ns0:spPr>
          <ns1:xfrm>
            <ns1:off x="8391218" y="1216469"/>
            <ns1:ext cx="3072902" cy="292388"/>
          </ns1:xfrm>
          <ns1:prstGeom prst="rect">
            <ns1:avLst/>
          </ns1:prstGeom>
          <ns1:noFill/>
        </ns0:spPr>
        <ns0:txBody>
          <ns1:bodyPr wrap="square" rtlCol="0">
            <ns1:spAutoFit/>
          </ns1:bodyPr>
          <ns1:lstStyle/>
          <ns1:p>
            <ns1:r>
              <ns1:rPr lang="en-US" sz="1300" b="1">
                <ns1:solidFill>
                  <ns1:schemeClr val="tx1">
                    <ns1:lumMod val="85000"/>
                    <ns1:lumOff val="15000"/>
                  </ns1:schemeClr>
                </ns1:solidFill>
                <ns1:latin typeface="Poppins SemiBold" panose="00000700000000000000" pitchFamily="2" charset="0"/>
                <ns1:ea typeface="Lato" panose="020F0502020204030203" pitchFamily="34" charset="0"/>
                <ns1:cs typeface="Poppins SemiBold" panose="00000700000000000000" pitchFamily="2" charset="0"/>
              </ns1:rPr>
              <ns1:t>{SlideStatistic}</ns1:t>
            </ns1:r>
          </ns1:p>
        </ns0:txBody>
      </ns0:sp>
      <ns0:sp>
        <ns0:nvSpPr>
          <ns0:cNvPr id="14" name="TextBox 13">
            <ns1:extLst>
              <ns1:ext uri="{FF2B5EF4-FFF2-40B4-BE49-F238E27FC236}">
                <ns2:creationId id="{BA8903D6-3FBE-411F-8177-FEDEEFBC9DE9}"/>
              </ns1:ext>
            </ns1:extLst>
          </ns0:cNvPr>
          <ns0:cNvSpPr txBox="1"/>
          <ns0:nvPr/>
        </ns0:nvSpPr>
        <ns0:spPr>
          <ns1:xfrm>
            <ns1:off x="8391218" y="1555023"/>
            <ns1:ext cx="3072902" cy="886846"/>
          </ns1:xfrm>
          <ns1:prstGeom prst="rect">
            <ns1:avLst/>
          </ns1:prstGeom>
          <ns1:noFill/>
        </ns0:spPr>
        <ns0:txBody>
          <ns1:bodyPr wrap="square" rtlCol="0">
            <ns1:spAutoFit/>
          </ns1:bodyPr>
          <ns1:lstStyle/>
          <ns1:p>
            <ns1:pPr>
              <ns1:lnSpc>
                <ns1:spcPct val="150000"/>
              </ns1:lnSpc>
            </ns1:pPr>
            <ns1:r>
              <ns1:rPr lang="en-US" sz="1200">
                <ns1:solidFill>
                  <ns1:schemeClr val="bg1">
                    <ns1:lumMod val="50000"/>
                  </ns1:schemeClr>
                </ns1:solidFill>
                <ns1:latin typeface="Lato" panose="020F0502020204030203" pitchFamily="34" charset="0"/>
                <ns1:ea typeface="Lato" panose="020F0502020204030203" pitchFamily="34" charset="0"/>
                <ns1:cs typeface="Lato" panose="020F0502020204030203" pitchFamily="34" charset="0"/>
              </ns1:rPr>
              <ns1:t>{SlideSupportingContent}</ns1:t>
            </ns1:r>
          </ns1:p>
        </ns0:txBody>
      </ns0:sp>
      <ns0:sp>
        <ns0:nvSpPr>
          <ns0:cNvPr id="15" name="TextBox 14">
            <ns1:extLst>
              <ns1:ext uri="{FF2B5EF4-FFF2-40B4-BE49-F238E27FC236}">
                <ns2:creationId id="{03EB2E49-A88D-4526-9708-985BF8DCA16A}"/>
              </ns1:ext>
            </ns1:extLst>
          </ns0:cNvPr>
          <ns0:cNvSpPr txBox="1"/>
          <ns0:nvPr/>
        </ns0:nvSpPr>
        <ns0:spPr>
          <ns1:xfrm>
            <ns1:off x="8391218" y="2816300"/>
            <ns1:ext cx="3072901" cy="292388"/>
          </ns1:xfrm>
          <ns1:prstGeom prst="rect">
            <ns1:avLst/>
          </ns1:prstGeom>
          <ns1:noFill/>
        </ns0:spPr>
        <ns0:txBody>
          <ns1:bodyPr wrap="square" rtlCol="0">
            <ns1:spAutoFit/>
          </ns1:bodyPr>
          <ns1:lstStyle/>
          <ns1:p>
            <ns1:r>
              <ns1:rPr lang="en-US" sz="1300" b="1">
                <ns1:solidFill>
                  <ns1:schemeClr val="tx1">
                    <ns1:lumMod val="85000"/>
                    <ns1:lumOff val="15000"/>
                  </ns1:schemeClr>
                </ns1:solidFill>
                <ns1:latin typeface="Poppins SemiBold" panose="00000700000000000000" pitchFamily="2" charset="0"/>
                <ns1:ea typeface="Lato" panose="020F0502020204030203" pitchFamily="34" charset="0"/>
                <ns1:cs typeface="Poppins SemiBold" panose="00000700000000000000" pitchFamily="2" charset="0"/>
              </ns1:rPr>
              <ns1:t>{SlideStatistic}</ns1:t>
            </ns1:r>
          </ns1:p>
        </ns0:txBody>
      </ns0:sp>
      <ns0:sp>
        <ns0:nvSpPr>
          <ns0:cNvPr id="16" name="TextBox 15">
            <ns1:extLst>
              <ns1:ext uri="{FF2B5EF4-FFF2-40B4-BE49-F238E27FC236}">
                <ns2:creationId id="{D33F7EB3-5F2D-4529-A90E-0AE47F2CF4B3}"/>
              </ns1:ext>
            </ns1:extLst>
          </ns0:cNvPr>
          <ns0:cNvSpPr txBox="1"/>
          <ns0:nvPr/>
        </ns0:nvSpPr>
        <ns0:spPr>
          <ns1:xfrm>
            <ns1:off x="8391218" y="3154854"/>
            <ns1:ext cx="3072901" cy="886846"/>
          </ns1:xfrm>
          <ns1:prstGeom prst="rect">
            <ns1:avLst/>
          </ns1:prstGeom>
          <ns1:noFill/>
        </ns0:spPr>
        <ns0:txBody>
          <ns1:bodyPr wrap="square" rtlCol="0">
            <ns1:spAutoFit/>
          </ns1:bodyPr>
          <ns1:lstStyle/>
          <ns1:p>
            <ns1:pPr>
              <ns1:lnSpc>
                <ns1:spcPct val="150000"/>
              </ns1:lnSpc>
            </ns1:pPr>
            <ns1:r>
              <ns1:rPr lang="en-US" sz="1200">
                <ns1:solidFill>
                  <ns1:schemeClr val="bg1">
                    <ns1:lumMod val="50000"/>
                  </ns1:schemeClr>
                </ns1:solidFill>
                <ns1:latin typeface="Lato" panose="020F0502020204030203" pitchFamily="34" charset="0"/>
                <ns1:ea typeface="Lato" panose="020F0502020204030203" pitchFamily="34" charset="0"/>
                <ns1:cs typeface="Lato" panose="020F0502020204030203" pitchFamily="34" charset="0"/>
              </ns1:rPr>
              <ns1:t>{SlideCaption}</ns1:t>
            </ns1:r>
          </ns1:p>
        </ns0:txBody>
      </ns0:sp>
      <ns0:sp>
        <ns0:nvSpPr>
          <ns0:cNvPr id="17" name="TextBox 16">
            <ns1:extLst>
              <ns1:ext uri="{FF2B5EF4-FFF2-40B4-BE49-F238E27FC236}">
                <ns2:creationId id="{12134767-3D40-4626-877F-541A5E0D54F2}"/>
              </ns1:ext>
            </ns1:extLst>
          </ns0:cNvPr>
          <ns0:cNvSpPr txBox="1"/>
          <ns0:nvPr/>
        </ns0:nvSpPr>
        <ns0:spPr>
          <ns1:xfrm>
            <ns1:off x="8391217" y="4416131"/>
            <ns1:ext cx="3072902" cy="292388"/>
          </ns1:xfrm>
          <ns1:prstGeom prst="rect">
            <ns1:avLst/>
          </ns1:prstGeom>
          <ns1:noFill/>
        </ns0:spPr>
        <ns0:txBody>
          <ns1:bodyPr wrap="square" rtlCol="0">
            <ns1:spAutoFit/>
          </ns1:bodyPr>
          <ns1:lstStyle/>
          <ns1:p>
            <ns1:r>
              <ns1:rPr lang="en-US" sz="1300" b="1">
                <ns1:solidFill>
                  <ns1:schemeClr val="tx1">
                    <ns1:lumMod val="85000"/>
                    <ns1:lumOff val="15000"/>
                  </ns1:schemeClr>
                </ns1:solidFill>
                <ns1:latin typeface="Poppins SemiBold" panose="00000700000000000000" pitchFamily="2" charset="0"/>
                <ns1:ea typeface="Lato" panose="020F0502020204030203" pitchFamily="34" charset="0"/>
                <ns1:cs typeface="Poppins SemiBold" panose="00000700000000000000" pitchFamily="2" charset="0"/>
              </ns1:rPr>
              <ns1:t>{SlideStatistic}</ns1:t>
            </ns1:r>
          </ns1:p>
        </ns0:txBody>
      </ns0:sp>
      <ns0:sp>
        <ns0:nvSpPr>
          <ns0:cNvPr id="18" name="TextBox 17">
            <ns1:extLst>
              <ns1:ext uri="{FF2B5EF4-FFF2-40B4-BE49-F238E27FC236}">
                <ns2:creationId id="{C0C74023-7AA2-47EB-A0F0-FDC43D5352B4}"/>
              </ns1:ext>
            </ns1:extLst>
          </ns0:cNvPr>
          <ns0:cNvSpPr txBox="1"/>
          <ns0:nvPr/>
        </ns0:nvSpPr>
        <ns0:spPr>
          <ns1:xfrm>
            <ns1:off x="8391217" y="4754685"/>
            <ns1:ext cx="3072902" cy="886846"/>
          </ns1:xfrm>
          <ns1:prstGeom prst="rect">
            <ns1:avLst/>
          </ns1:prstGeom>
          <ns1:noFill/>
        </ns0:spPr>
        <ns0:txBody>
          <ns1:bodyPr wrap="square" rtlCol="0">
            <ns1:spAutoFit/>
          </ns1:bodyPr>
          <ns1:lstStyle/>
          <ns1:p>
            <ns1:pPr>
              <ns1:lnSpc>
                <ns1:spcPct val="150000"/>
              </ns1:lnSpc>
            </ns1:pPr>
            <ns1:r>
              <ns1:rPr lang="en-US" sz="1200">
                <ns1:solidFill>
                  <ns1:schemeClr val="bg1">
                    <ns1:lumMod val="50000"/>
                  </ns1:schemeClr>
                </ns1:solidFill>
                <ns1:latin typeface="Lato" panose="020F0502020204030203" pitchFamily="34" charset="0"/>
                <ns1:ea typeface="Lato" panose="020F0502020204030203" pitchFamily="34" charset="0"/>
                <ns1:cs typeface="Lato" panose="020F0502020204030203" pitchFamily="34" charset="0"/>
              </ns1:rPr>
              <ns1:t>{SlideSupportingContent2}</ns1:t>
            </ns1:r>
          </ns1:p>
        </ns0:txBody>
      </ns0:sp>
      <ns0:sp>
        <ns0:nvSpPr>
          <ns0:cNvPr id="4" name="Picture Placeholder 3">
            <ns1:extLst>
              <ns1:ext uri="{FF2B5EF4-FFF2-40B4-BE49-F238E27FC236}">
                <ns2:creationId id="{A5ABF5F9-8925-42D9-974F-AACD4265F12B}"/>
              </ns1:ext>
            </ns1:extLst>
          </ns0:cNvPr>
          <ns0:cNvSpPr>
            <ns1:spLocks noGrp="1"/>
          </ns0:cNvSpPr>
          <ns0:nvPr>
            <ns0:ph type="pic" sz="quarter" idx="13"/>
          </ns0:nvPr>
        </ns0:nvSpPr>
        <ns0:spPr/>
      </ns0:sp>
      <ns0:sp>
        <ns0:nvSpPr>
          <ns0:cNvPr id="6" name="Picture Placeholder 5">
            <ns1:extLst>
              <ns1:ext uri="{FF2B5EF4-FFF2-40B4-BE49-F238E27FC236}">
                <ns2:creationId id="{636EAC4B-2BB6-4AD0-87F6-9117FAD27F70}"/>
              </ns1:ext>
            </ns1:extLst>
          </ns0:cNvPr>
          <ns0:cNvSpPr>
            <ns1:spLocks noGrp="1"/>
          </ns0:cNvSpPr>
          <ns0:nvPr>
            <ns0:ph type="pic" sz="quarter" idx="14"/>
          </ns0:nvPr>
        </ns0:nvSpPr>
        <ns0:spPr/>
      </ns0:sp>
    </ns0:spTree>
    <ns0:extLst>
      <ns0:ext uri="{BB962C8B-B14F-4D97-AF65-F5344CB8AC3E}">
        <ns5:creationId val="550496087"/>
      </ns0:ext>
    </ns0:extLst>
  </ns0:cSld>
  <ns0:clrMapOvr>
    <ns1:masterClrMapping/>
  </ns0:clrMapOvr>
</ns0:sld>
</file>

<file path=ppt/slides/slide26.xml><?xml version="1.0" encoding="utf-8"?>
<ns0:sld xmlns:ns0="http://schemas.openxmlformats.org/presentationml/2006/main" xmlns:ns1="http://schemas.openxmlformats.org/drawingml/2006/main" xmlns:ns2="http://schemas.microsoft.com/office/drawing/2014/main" xmlns:ns3="http://schemas.openxmlformats.org/officeDocument/2006/relationships" xmlns:ns4="http://schemas.microsoft.com/office/drawing/2010/main" xmlns:ns5="http://schemas.microsoft.com/office/powerpoint/2010/main">
  <ns0:cSld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pic>
        <ns0:nvPicPr>
          <ns0:cNvPr id="2" name="Picture 1">
            <ns1:extLst>
              <ns1:ext uri="{FF2B5EF4-FFF2-40B4-BE49-F238E27FC236}">
                <ns2:creationId id="{44EFEE16-236A-4D01-A8E9-4CD940B0F82E}"/>
              </ns1:ext>
            </ns1:extLst>
          </ns0:cNvPr>
          <ns0:cNvPicPr>
            <ns1:picLocks noChangeAspect="1"/>
          </ns0:cNvPicPr>
          <ns0:nvPr/>
        </ns0:nvPicPr>
        <ns0:blipFill rotWithShape="1">
          <ns1:blip ns3:embed="rId2" cstate="print">
            <ns1:extLst>
              <ns1:ext uri="{28A0092B-C50C-407E-A947-70E740481C1C}">
                <ns4:useLocalDpi val="0"/>
              </ns1:ext>
            </ns1:extLst>
          </ns1:blip>
          <ns1:srcRect t="12749" b="2041"/>
          <ns1:stretch/>
        </ns0:blipFill>
        <ns0:spPr>
          <ns1:xfrm>
            <ns1:off x="5486400" y="2286513"/>
            <ns1:ext cx="5718418" cy="4748908"/>
          </ns1:xfrm>
          <ns1:prstGeom prst="rect">
            <ns1:avLst/>
          </ns1:prstGeom>
        </ns0:spPr>
      </ns0:pic>
      <ns0:sp>
        <ns0:nvSpPr>
          <ns0:cNvPr id="3" name="TextBox 2">
            <ns1:extLst>
              <ns1:ext uri="{FF2B5EF4-FFF2-40B4-BE49-F238E27FC236}">
                <ns2:creationId id="{0B815D9B-DBD2-4263-A0D7-DEE8CDD5FA86}"/>
              </ns1:ext>
            </ns1:extLst>
          </ns0:cNvPr>
          <ns0:cNvSpPr txBox="1"/>
          <ns0:nvPr/>
        </ns0:nvSpPr>
        <ns0:spPr>
          <ns1:xfrm>
            <ns1:off x="2504933" y="658631"/>
            <ns1:ext cx="7182135" cy="830997"/>
          </ns1:xfrm>
          <ns1:prstGeom prst="rect">
            <ns1:avLst/>
          </ns1:prstGeom>
          <ns1:noFill/>
        </ns0:spPr>
        <ns0:txBody>
          <ns1:bodyPr wrap="square" rtlCol="0">
            <ns1:spAutoFit/>
          </ns1:bodyPr>
          <ns1:lstStyle/>
          <ns1:p>
            <ns1:pPr algn="ctr"/>
            <ns1:r>
              <ns1:rPr lang="en-US" sz="2400" spc="300">
                <ns1:solidFill>
                  <ns1:schemeClr val="tx1">
                    <ns1:lumMod val="85000"/>
                    <ns1:lumOff val="15000"/>
                  </ns1:schemeClr>
                </ns1:solidFill>
                <ns1:latin typeface="Poppins SemiBold" panose="00000700000000000000" pitchFamily="2" charset="0"/>
                <ns1:cs typeface="Poppins SemiBold" panose="00000700000000000000" pitchFamily="2" charset="0"/>
              </ns1:rPr>
              <ns1:t>{SlideSectionLabel}</ns1:t>
            </ns1:r>
          </ns1:p>
        </ns0:txBody>
      </ns0:sp>
      <ns0:grpSp>
        <ns0:nvGrpSpPr>
          <ns0:cNvPr id="4" name="Group 3">
            <ns1:extLst>
              <ns1:ext uri="{FF2B5EF4-FFF2-40B4-BE49-F238E27FC236}">
                <ns2:creationId id="{21F4F6C9-EB0C-4F48-A46E-D46131CC4390}"/>
              </ns1:ext>
            </ns1:extLst>
          </ns0:cNvPr>
          <ns0:cNvGrpSpPr/>
          <ns0:nvPr/>
        </ns0:nvGrpSpPr>
        <ns0:grpSpPr>
          <ns1:xfrm>
            <ns1:off x="5691116" y="1660414"/>
            <ns1:ext cx="809768" cy="204717"/>
            <ns1:chOff x="5895833" y="2247347"/>
            <ns1:chExt cx="809768" cy="204717"/>
          </ns1:xfrm>
        </ns0:grpSpPr>
        <ns0:sp>
          <ns0:nvSpPr>
            <ns0:cNvPr id="5" name="Diamond 4">
              <ns1:extLst>
                <ns1:ext uri="{FF2B5EF4-FFF2-40B4-BE49-F238E27FC236}">
                  <ns2:creationId id="{8B2DFBBA-F8F4-456D-8B7E-F8EDEC1FE519}"/>
                </ns1:ext>
              </ns1:extLst>
            </ns0:cNvPr>
            <ns0:cNvSpPr/>
            <ns0:nvPr/>
          </ns0:nvSpPr>
          <ns0:spPr>
            <ns1:xfrm>
              <ns1:off x="5895833" y="2247347"/>
              <ns1:ext cx="204717" cy="204717"/>
            </ns1:xfrm>
            <ns1:prstGeom prst="diamond">
              <ns1:avLst/>
            </ns1:prstGeom>
            <ns1:solidFill>
              <ns1:schemeClr val="accent4"/>
            </ns1:solidFill>
            <ns1:ln>
              <ns1:noFill/>
            </ns1:ln>
          </ns0:spPr>
          <ns0:style>
            <ns1:lnRef idx="2">
              <ns1:schemeClr val="accent1">
                <ns1:shade val="50000"/>
              </ns1:schemeClr>
            </ns1:lnRef>
            <ns1:fillRef idx="1">
              <ns1:schemeClr val="accent1"/>
            </ns1:fillRef>
            <ns1:effectRef idx="0">
              <ns1:schemeClr val="accent1"/>
            </ns1:effectRef>
            <ns1:fontRef idx="minor">
              <ns1:schemeClr val="lt1"/>
            </ns1:fontRef>
          </ns0:style>
          <ns0:txBody>
            <ns1:bodyPr rtlCol="0" anchor="ctr"/>
            <ns1:lstStyle/>
            <ns1:p>
              <ns1:pPr algn="ctr"/>
              <ns1:endParaRPr lang="en-US"/>
            </ns1:p>
          </ns0:txBody>
        </ns0:sp>
        <ns0:sp>
          <ns0:nvSpPr>
            <ns0:cNvPr id="6" name="Diamond 5">
              <ns1:extLst>
                <ns1:ext uri="{FF2B5EF4-FFF2-40B4-BE49-F238E27FC236}">
                  <ns2:creationId id="{72D9424A-52F9-4EAF-96BA-966A149BA6EF}"/>
                </ns1:ext>
              </ns1:extLst>
            </ns0:cNvPr>
            <ns0:cNvSpPr/>
            <ns0:nvPr/>
          </ns0:nvSpPr>
          <ns0:spPr>
            <ns1:xfrm>
              <ns1:off x="6096000" y="2247347"/>
              <ns1:ext cx="204717" cy="204717"/>
            </ns1:xfrm>
            <ns1:prstGeom prst="diamond">
              <ns1:avLst/>
            </ns1:prstGeom>
            <ns1:solidFill>
              <ns1:schemeClr val="accent4">
                <ns1:lumMod val="60000"/>
                <ns1:lumOff val="40000"/>
              </ns1:schemeClr>
            </ns1:solidFill>
            <ns1:ln>
              <ns1:noFill/>
            </ns1:ln>
          </ns0:spPr>
          <ns0:style>
            <ns1:lnRef idx="2">
              <ns1:schemeClr val="accent1">
                <ns1:shade val="50000"/>
              </ns1:schemeClr>
            </ns1:lnRef>
            <ns1:fillRef idx="1">
              <ns1:schemeClr val="accent1"/>
            </ns1:fillRef>
            <ns1:effectRef idx="0">
              <ns1:schemeClr val="accent1"/>
            </ns1:effectRef>
            <ns1:fontRef idx="minor">
              <ns1:schemeClr val="lt1"/>
            </ns1:fontRef>
          </ns0:style>
          <ns0:txBody>
            <ns1:bodyPr rtlCol="0" anchor="ctr"/>
            <ns1:lstStyle/>
            <ns1:p>
              <ns1:pPr algn="ctr"/>
              <ns1:endParaRPr lang="en-US"/>
            </ns1:p>
          </ns0:txBody>
        </ns0:sp>
        <ns0:sp>
          <ns0:nvSpPr>
            <ns0:cNvPr id="7" name="Diamond 6">
              <ns1:extLst>
                <ns1:ext uri="{FF2B5EF4-FFF2-40B4-BE49-F238E27FC236}">
                  <ns2:creationId id="{9A5932B4-6DE4-4A24-BEED-36E6FA93D105}"/>
                </ns1:ext>
              </ns1:extLst>
            </ns0:cNvPr>
            <ns0:cNvSpPr/>
            <ns0:nvPr/>
          </ns0:nvSpPr>
          <ns0:spPr>
            <ns1:xfrm>
              <ns1:off x="6300717" y="2247347"/>
              <ns1:ext cx="204717" cy="204717"/>
            </ns1:xfrm>
            <ns1:prstGeom prst="diamond">
              <ns1:avLst/>
            </ns1:prstGeom>
            <ns1:solidFill>
              <ns1:schemeClr val="accent4">
                <ns1:lumMod val="40000"/>
                <ns1:lumOff val="60000"/>
              </ns1:schemeClr>
            </ns1:solidFill>
            <ns1:ln>
              <ns1:noFill/>
            </ns1:ln>
          </ns0:spPr>
          <ns0:style>
            <ns1:lnRef idx="2">
              <ns1:schemeClr val="accent1">
                <ns1:shade val="50000"/>
              </ns1:schemeClr>
            </ns1:lnRef>
            <ns1:fillRef idx="1">
              <ns1:schemeClr val="accent1"/>
            </ns1:fillRef>
            <ns1:effectRef idx="0">
              <ns1:schemeClr val="accent1"/>
            </ns1:effectRef>
            <ns1:fontRef idx="minor">
              <ns1:schemeClr val="lt1"/>
            </ns1:fontRef>
          </ns0:style>
          <ns0:txBody>
            <ns1:bodyPr rtlCol="0" anchor="ctr"/>
            <ns1:lstStyle/>
            <ns1:p>
              <ns1:pPr algn="ctr"/>
              <ns1:endParaRPr lang="en-US"/>
            </ns1:p>
          </ns0:txBody>
        </ns0:sp>
        <ns0:sp>
          <ns0:nvSpPr>
            <ns0:cNvPr id="8" name="Diamond 7">
              <ns1:extLst>
                <ns1:ext uri="{FF2B5EF4-FFF2-40B4-BE49-F238E27FC236}">
                  <ns2:creationId id="{A9A084DF-3071-4AAC-9182-F08E5E9129C8}"/>
                </ns1:ext>
              </ns1:extLst>
            </ns0:cNvPr>
            <ns0:cNvSpPr/>
            <ns0:nvPr/>
          </ns0:nvSpPr>
          <ns0:spPr>
            <ns1:xfrm>
              <ns1:off x="6500884" y="2247347"/>
              <ns1:ext cx="204717" cy="204717"/>
            </ns1:xfrm>
            <ns1:prstGeom prst="diamond">
              <ns1:avLst/>
            </ns1:prstGeom>
            <ns1:solidFill>
              <ns1:schemeClr val="accent4">
                <ns1:lumMod val="20000"/>
                <ns1:lumOff val="80000"/>
              </ns1:schemeClr>
            </ns1:solidFill>
            <ns1:ln>
              <ns1:noFill/>
            </ns1:ln>
          </ns0:spPr>
          <ns0:style>
            <ns1:lnRef idx="2">
              <ns1:schemeClr val="accent1">
                <ns1:shade val="50000"/>
              </ns1:schemeClr>
            </ns1:lnRef>
            <ns1:fillRef idx="1">
              <ns1:schemeClr val="accent1"/>
            </ns1:fillRef>
            <ns1:effectRef idx="0">
              <ns1:schemeClr val="accent1"/>
            </ns1:effectRef>
            <ns1:fontRef idx="minor">
              <ns1:schemeClr val="lt1"/>
            </ns1:fontRef>
          </ns0:style>
          <ns0:txBody>
            <ns1:bodyPr rtlCol="0" anchor="ctr"/>
            <ns1:lstStyle/>
            <ns1:p>
              <ns1:pPr algn="ctr"/>
              <ns1:endParaRPr lang="en-US"/>
            </ns1:p>
          </ns0:txBody>
        </ns0:sp>
      </ns0:grpSp>
      <ns0:sp>
        <ns0:nvSpPr>
          <ns0:cNvPr id="9" name="TextBox 8">
            <ns1:extLst>
              <ns1:ext uri="{FF2B5EF4-FFF2-40B4-BE49-F238E27FC236}">
                <ns2:creationId id="{1D1F59EA-81EC-4A68-BC5E-C7234E37D54F}"/>
              </ns1:ext>
            </ns1:extLst>
          </ns0:cNvPr>
          <ns0:cNvSpPr txBox="1"/>
          <ns0:nvPr/>
        </ns0:nvSpPr>
        <ns0:spPr>
          <ns1:xfrm>
            <ns1:off x="758908" y="2744614"/>
            <ns1:ext cx="4060484" cy="1440844"/>
          </ns1:xfrm>
          <ns1:prstGeom prst="rect">
            <ns1:avLst/>
          </ns1:prstGeom>
          <ns1:noFill/>
        </ns0:spPr>
        <ns0:txBody>
          <ns1:bodyPr wrap="square" rtlCol="0">
            <ns1:spAutoFit/>
          </ns1:bodyPr>
          <ns1:lstStyle/>
          <ns1:p>
            <ns1:pPr>
              <ns1:lnSpc>
                <ns1:spcPct val="150000"/>
              </ns1:lnSpc>
            </ns1:pPr>
            <ns1:r>
              <ns1:rPr lang="en-US" sz="1200">
                <ns1:solidFill>
                  <ns1:schemeClr val="bg1">
                    <ns1:lumMod val="50000"/>
                  </ns1:schemeClr>
                </ns1:solidFill>
                <ns1:latin typeface="Lato" panose="020F0502020204030203" pitchFamily="34" charset="0"/>
                <ns1:ea typeface="Lato" panose="020F0502020204030203" pitchFamily="34" charset="0"/>
                <ns1:cs typeface="Lato" panose="020F0502020204030203" pitchFamily="34" charset="0"/>
              </ns1:rPr>
              <ns1:t>{SlideSupportingContent}</ns1:t>
            </ns1:r>
          </ns1:p>
        </ns0:txBody>
      </ns0:sp>
      <ns0:sp>
        <ns0:nvSpPr>
          <ns0:cNvPr id="12" name="TextBox 11">
            <ns1:extLst>
              <ns1:ext uri="{FF2B5EF4-FFF2-40B4-BE49-F238E27FC236}">
                <ns2:creationId id="{39952A0E-D70B-4E68-9F48-24D106A9F515}"/>
              </ns1:ext>
            </ns1:extLst>
          </ns0:cNvPr>
          <ns0:cNvSpPr txBox="1"/>
          <ns0:nvPr/>
        </ns0:nvSpPr>
        <ns0:spPr>
          <ns1:xfrm>
            <ns1:off x="758907" y="4477846"/>
            <ns1:ext cx="3072902" cy="292388"/>
          </ns1:xfrm>
          <ns1:prstGeom prst="rect">
            <ns1:avLst/>
          </ns1:prstGeom>
          <ns1:noFill/>
        </ns0:spPr>
        <ns0:txBody>
          <ns1:bodyPr wrap="square" rtlCol="0">
            <ns1:spAutoFit/>
          </ns1:bodyPr>
          <ns1:lstStyle/>
          <ns1:p>
            <ns1:r>
              <ns1:rPr lang="en-US" sz="1300" b="1">
                <ns1:solidFill>
                  <ns1:schemeClr val="tx1">
                    <ns1:lumMod val="85000"/>
                    <ns1:lumOff val="15000"/>
                  </ns1:schemeClr>
                </ns1:solidFill>
                <ns1:latin typeface="Poppins SemiBold" panose="00000700000000000000" pitchFamily="2" charset="0"/>
                <ns1:ea typeface="Lato" panose="020F0502020204030203" pitchFamily="34" charset="0"/>
                <ns1:cs typeface="Poppins SemiBold" panose="00000700000000000000" pitchFamily="2" charset="0"/>
              </ns1:rPr>
              <ns1:t>{SlideCallout}</ns1:t>
            </ns1:r>
          </ns1:p>
        </ns0:txBody>
      </ns0:sp>
      <ns0:sp>
        <ns0:nvSpPr>
          <ns0:cNvPr id="13" name="TextBox 12">
            <ns1:extLst>
              <ns1:ext uri="{FF2B5EF4-FFF2-40B4-BE49-F238E27FC236}">
                <ns2:creationId id="{C662AA8A-1761-4049-86D8-83E39198E034}"/>
              </ns1:ext>
            </ns1:extLst>
          </ns0:cNvPr>
          <ns0:cNvSpPr txBox="1"/>
          <ns0:nvPr/>
        </ns0:nvSpPr>
        <ns0:spPr>
          <ns1:xfrm>
            <ns1:off x="758907" y="4770234"/>
            <ns1:ext cx="3072902" cy="886846"/>
          </ns1:xfrm>
          <ns1:prstGeom prst="rect">
            <ns1:avLst/>
          </ns1:prstGeom>
          <ns1:noFill/>
        </ns0:spPr>
        <ns0:txBody>
          <ns1:bodyPr wrap="square" rtlCol="0">
            <ns1:spAutoFit/>
          </ns1:bodyPr>
          <ns1:lstStyle/>
          <ns1:p>
            <ns1:pPr>
              <ns1:lnSpc>
                <ns1:spcPct val="150000"/>
              </ns1:lnSpc>
            </ns1:pPr>
            <ns1:r>
              <ns1:rPr lang="en-US" sz="1200">
                <ns1:solidFill>
                  <ns1:schemeClr val="bg1">
                    <ns1:lumMod val="50000"/>
                  </ns1:schemeClr>
                </ns1:solidFill>
                <ns1:latin typeface="Lato" panose="020F0502020204030203" pitchFamily="34" charset="0"/>
                <ns1:ea typeface="Lato" panose="020F0502020204030203" pitchFamily="34" charset="0"/>
                <ns1:cs typeface="Lato" panose="020F0502020204030203" pitchFamily="34" charset="0"/>
              </ns1:rPr>
              <ns1:t>{SlideCaption}</ns1:t>
            </ns1:r>
          </ns1:p>
        </ns0:txBody>
      </ns0:sp>
      <ns0:sp>
        <ns0:nvSpPr>
          <ns0:cNvPr id="14" name="TextBox 13">
            <ns1:extLst>
              <ns1:ext uri="{FF2B5EF4-FFF2-40B4-BE49-F238E27FC236}">
                <ns2:creationId id="{57F739D6-C7CC-4A65-B32E-8F5DF94CBBF3}"/>
              </ns1:ext>
            </ns1:extLst>
          </ns0:cNvPr>
          <ns0:cNvSpPr txBox="1"/>
          <ns0:nvPr/>
        </ns0:nvSpPr>
        <ns0:spPr>
          <ns1:xfrm>
            <ns1:off x="758907" y="2452226"/>
            <ns1:ext cx="3072902" cy="292388"/>
          </ns1:xfrm>
          <ns1:prstGeom prst="rect">
            <ns1:avLst/>
          </ns1:prstGeom>
          <ns1:noFill/>
        </ns0:spPr>
        <ns0:txBody>
          <ns1:bodyPr wrap="square" rtlCol="0">
            <ns1:spAutoFit/>
          </ns1:bodyPr>
          <ns1:lstStyle/>
          <ns1:p>
            <ns1:r>
              <ns1:rPr lang="en-US" sz="1300" b="1">
                <ns1:solidFill>
                  <ns1:schemeClr val="tx1">
                    <ns1:lumMod val="85000"/>
                    <ns1:lumOff val="15000"/>
                  </ns1:schemeClr>
                </ns1:solidFill>
                <ns1:latin typeface="Poppins SemiBold" panose="00000700000000000000" pitchFamily="2" charset="0"/>
                <ns1:ea typeface="Lato" panose="020F0502020204030203" pitchFamily="34" charset="0"/>
                <ns1:cs typeface="Poppins SemiBold" panose="00000700000000000000" pitchFamily="2" charset="0"/>
              </ns1:rPr>
              <ns1:t>{SlideSupportingContent2}</ns1:t>
            </ns1:r>
          </ns1:p>
        </ns0:txBody>
      </ns0:sp>
      <ns0:sp>
        <ns0:nvSpPr>
          <ns0:cNvPr id="11" name="Picture Placeholder 10">
            <ns1:extLst>
              <ns1:ext uri="{FF2B5EF4-FFF2-40B4-BE49-F238E27FC236}">
                <ns2:creationId id="{80996D72-5E95-4E84-87DA-1EF8AD4C8BDE}"/>
              </ns1:ext>
            </ns1:extLst>
          </ns0:cNvPr>
          <ns0:cNvSpPr>
            <ns1:spLocks noGrp="1"/>
          </ns0:cNvSpPr>
          <ns0:nvPr>
            <ns0:ph type="pic" sz="quarter" idx="13"/>
          </ns0:nvPr>
        </ns0:nvSpPr>
        <ns0:spPr/>
      </ns0:sp>
    </ns0:spTree>
    <ns0:extLst>
      <ns0:ext uri="{BB962C8B-B14F-4D97-AF65-F5344CB8AC3E}">
        <ns5:creationId val="3117959562"/>
      </ns0:ext>
    </ns0:extLst>
  </ns0:cSld>
  <ns0:clrMapOvr>
    <ns1:masterClrMapping/>
  </ns0:clrMapOvr>
</ns0:sld>
</file>

<file path=ppt/slides/slide27.xml><?xml version="1.0" encoding="utf-8"?>
<ns0:sld xmlns:ns0="http://schemas.openxmlformats.org/presentationml/2006/main" xmlns:ns1="http://schemas.openxmlformats.org/drawingml/2006/main" xmlns:ns2="http://schemas.microsoft.com/office/drawing/2014/main" xmlns:ns3="http://schemas.microsoft.com/office/powerpoint/2010/main">
  <ns0:cSld>
    <ns0:bg>
      <ns0:bgPr>
        <ns1:solidFill>
          <ns1:srgbClr val="FFEBB3"/>
        </ns1:solidFill>
        <ns1:effectLst/>
      </ns0:bgPr>
    </ns0:bg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44" name="TextBox 43">
            <ns1:extLst>
              <ns1:ext uri="{FF2B5EF4-FFF2-40B4-BE49-F238E27FC236}">
                <ns2:creationId id="{EED86134-42D9-4C2A-8992-872620D003F0}"/>
              </ns1:ext>
            </ns1:extLst>
          </ns0:cNvPr>
          <ns0:cNvSpPr txBox="1"/>
          <ns0:nvPr/>
        </ns0:nvSpPr>
        <ns0:spPr>
          <ns1:xfrm>
            <ns1:off x="2811083" y="568867"/>
            <ns1:ext cx="6569833" cy="461665"/>
          </ns1:xfrm>
          <ns1:prstGeom prst="rect">
            <ns1:avLst/>
          </ns1:prstGeom>
          <ns1:noFill/>
        </ns0:spPr>
        <ns0:txBody>
          <ns1:bodyPr wrap="square" rtlCol="0">
            <ns1:spAutoFit/>
          </ns1:bodyPr>
          <ns1:lstStyle/>
          <ns1:p>
            <ns1:pPr algn="ctr"/>
            <ns1:r>
              <ns1:rPr lang="en-US" sz="2400" spc="300">
                <ns1:solidFill>
                  <ns1:schemeClr val="tx1">
                    <ns1:lumMod val="85000"/>
                    <ns1:lumOff val="15000"/>
                  </ns1:schemeClr>
                </ns1:solidFill>
                <ns1:latin typeface="Poppins SemiBold" panose="00000700000000000000" pitchFamily="2" charset="0"/>
                <ns1:cs typeface="Poppins SemiBold" panose="00000700000000000000" pitchFamily="2" charset="0"/>
              </ns1:rPr>
              <ns1:t>{SlideSectionLabel}</ns1:t>
            </ns1:r>
          </ns1:p>
        </ns0:txBody>
      </ns0:sp>
      <ns0:grpSp>
        <ns0:nvGrpSpPr>
          <ns0:cNvPr id="2" name="Group 1">
            <ns1:extLst>
              <ns1:ext uri="{FF2B5EF4-FFF2-40B4-BE49-F238E27FC236}">
                <ns2:creationId id="{3454F4B3-E1A1-4912-AD97-BBD41F7919B8}"/>
              </ns1:ext>
            </ns1:extLst>
          </ns0:cNvPr>
          <ns0:cNvGrpSpPr/>
          <ns0:nvPr/>
        </ns0:nvGrpSpPr>
        <ns0:grpSpPr>
          <ns1:xfrm>
            <ns1:off x="1372428" y="1451428"/>
            <ns1:ext cx="2909064" cy="4791803"/>
            <ns1:chOff x="1372428" y="1451428"/>
            <ns1:chExt cx="2909064" cy="4791803"/>
          </ns1:xfrm>
        </ns0:grpSpPr>
        <ns0:sp>
          <ns0:nvSpPr>
            <ns0:cNvPr id="40" name="Rectangle 39">
              <ns1:extLst>
                <ns1:ext uri="{FF2B5EF4-FFF2-40B4-BE49-F238E27FC236}">
                  <ns2:creationId id="{DEE7149D-6DFE-4207-A991-0185EED1EE51}"/>
                </ns1:ext>
              </ns1:extLst>
            </ns0:cNvPr>
            <ns0:cNvSpPr/>
            <ns0:nvPr/>
          </ns0:nvSpPr>
          <ns0:spPr>
            <ns1:xfrm>
              <ns1:off x="1390347" y="1451428"/>
              <ns1:ext cx="2877310" cy="4788367"/>
            </ns1:xfrm>
            <ns1:prstGeom prst="rect">
              <ns1:avLst/>
            </ns1:prstGeom>
            <ns1:solidFill>
              <ns1:schemeClr val="bg1"/>
            </ns1:solidFill>
            <ns1:ln>
              <ns1:noFill/>
            </ns1:ln>
            <ns1:effectLst>
              <ns1:outerShdw blurRad="50800" dist="38100" dir="5400000" algn="t" rotWithShape="0">
                <ns1:prstClr val="black">
                  <ns1:alpha val="16000"/>
                </ns1:prstClr>
              </ns1:outerShdw>
            </ns1:effectLst>
          </ns0:spPr>
          <ns0:style>
            <ns1:lnRef idx="2">
              <ns1:schemeClr val="accent1">
                <ns1:shade val="50000"/>
              </ns1:schemeClr>
            </ns1:lnRef>
            <ns1:fillRef idx="1">
              <ns1:schemeClr val="accent1"/>
            </ns1:fillRef>
            <ns1:effectRef idx="0">
              <ns1:schemeClr val="accent1"/>
            </ns1:effectRef>
            <ns1:fontRef idx="minor">
              <ns1:schemeClr val="lt1"/>
            </ns1:fontRef>
          </ns0:style>
          <ns0:txBody>
            <ns1:bodyPr rtlCol="0" anchor="ctr"/>
            <ns1:lstStyle/>
            <ns1:p>
              <ns1:pPr algn="ctr"/>
              <ns1:endParaRPr lang="en-US"/>
            </ns1:p>
          </ns0:txBody>
        </ns0:sp>
        <ns0:sp>
          <ns0:nvSpPr>
            <ns0:cNvPr id="55" name="Rectangle 54">
              <ns1:extLst>
                <ns1:ext uri="{FF2B5EF4-FFF2-40B4-BE49-F238E27FC236}">
                  <ns2:creationId id="{AA4D3F1B-6B84-4667-A90E-90E3C39F9503}"/>
                </ns1:ext>
              </ns1:extLst>
            </ns0:cNvPr>
            <ns0:cNvSpPr/>
            <ns0:nvPr/>
          </ns0:nvSpPr>
          <ns0:spPr>
            <ns1:xfrm>
              <ns1:off x="2829002" y="2377426"/>
              <ns1:ext cx="1452490" cy="559965"/>
            </ns1:xfrm>
            <ns1:prstGeom prst="rect">
              <ns1:avLst/>
            </ns1:prstGeom>
            <ns1:solidFill>
              <ns1:schemeClr val="accent4">
                <ns1:lumMod val="40000"/>
                <ns1:lumOff val="60000"/>
              </ns1:schemeClr>
            </ns1:solidFill>
            <ns1:ln>
              <ns1:noFill/>
            </ns1:ln>
          </ns0:spPr>
          <ns0:style>
            <ns1:lnRef idx="2">
              <ns1:schemeClr val="accent1">
                <ns1:shade val="50000"/>
              </ns1:schemeClr>
            </ns1:lnRef>
            <ns1:fillRef idx="1">
              <ns1:schemeClr val="accent1"/>
            </ns1:fillRef>
            <ns1:effectRef idx="0">
              <ns1:schemeClr val="accent1"/>
            </ns1:effectRef>
            <ns1:fontRef idx="minor">
              <ns1:schemeClr val="lt1"/>
            </ns1:fontRef>
          </ns0:style>
          <ns0:txBody>
            <ns1:bodyPr rtlCol="0" anchor="ctr"/>
            <ns1:lstStyle/>
            <ns1:p>
              <ns1:pPr algn="ctr"/>
              <ns1:r>
                <ns1:rPr lang="en-US" sz="1100" spc="100">
                  <ns1:solidFill>
                    <ns1:schemeClr val="bg2">
                      <ns1:lumMod val="50000"/>
                    </ns1:schemeClr>
                  </ns1:solidFill>
                  <ns1:latin typeface="Poppins SemiBold" panose="00000700000000000000" pitchFamily="2" charset="0"/>
                  <ns1:cs typeface="Poppins SemiBold" panose="00000700000000000000" pitchFamily="2" charset="0"/>
                </ns1:rPr>
                <ns1:t>{SlideSupportingContent}</ns1:t>
              </ns1:r>
            </ns1:p>
          </ns0:txBody>
        </ns0:sp>
        <ns0:sp>
          <ns0:nvSpPr>
            <ns0:cNvPr id="56" name="Rectangle 55">
              <ns1:extLst>
                <ns1:ext uri="{FF2B5EF4-FFF2-40B4-BE49-F238E27FC236}">
                  <ns2:creationId id="{14969303-78FE-4BD8-8815-D3FD3B5AD043}"/>
                </ns1:ext>
              </ns1:extLst>
            </ns0:cNvPr>
            <ns0:cNvSpPr/>
            <ns0:nvPr/>
          </ns0:nvSpPr>
          <ns0:spPr>
            <ns1:xfrm>
              <ns1:off x="1390347" y="2377426"/>
              <ns1:ext cx="1438655" cy="559965"/>
            </ns1:xfrm>
            <ns1:prstGeom prst="rect">
              <ns1:avLst/>
            </ns1:prstGeom>
            <ns1:solidFill>
              <ns1:schemeClr val="tx1">
                <ns1:lumMod val="65000"/>
                <ns1:lumOff val="35000"/>
              </ns1:schemeClr>
            </ns1:solidFill>
            <ns1:ln>
              <ns1:noFill/>
            </ns1:ln>
          </ns0:spPr>
          <ns0:style>
            <ns1:lnRef idx="2">
              <ns1:schemeClr val="accent1">
                <ns1:shade val="50000"/>
              </ns1:schemeClr>
            </ns1:lnRef>
            <ns1:fillRef idx="1">
              <ns1:schemeClr val="accent1"/>
            </ns1:fillRef>
            <ns1:effectRef idx="0">
              <ns1:schemeClr val="accent1"/>
            </ns1:effectRef>
            <ns1:fontRef idx="minor">
              <ns1:schemeClr val="lt1"/>
            </ns1:fontRef>
          </ns0:style>
          <ns0:txBody>
            <ns1:bodyPr rtlCol="0" anchor="ctr"/>
            <ns1:lstStyle/>
            <ns1:p>
              <ns1:pPr algn="ctr"/>
              <ns1:r>
                <ns1:rPr lang="en-US">
                  <ns1:solidFill>
                    <ns1:schemeClr val="bg1"/>
                  </ns1:solidFill>
                  <ns1:latin typeface="Poppins SemiBold" panose="00000700000000000000" pitchFamily="2" charset="0"/>
                  <ns1:cs typeface="Poppins SemiBold" panose="00000700000000000000" pitchFamily="2" charset="0"/>
                </ns1:rPr>
                <ns1:t>{SlideStatistic}</ns1:t>
              </ns1:r>
            </ns1:p>
          </ns0:txBody>
        </ns0:sp>
        <ns0:sp>
          <ns0:nvSpPr>
            <ns0:cNvPr id="57" name="TextBox 56">
              <ns1:extLst>
                <ns1:ext uri="{FF2B5EF4-FFF2-40B4-BE49-F238E27FC236}">
                  <ns2:creationId id="{A80A428A-5C31-4116-8247-4157A12377D6}"/>
                </ns1:ext>
              </ns1:extLst>
            </ns0:cNvPr>
            <ns0:cNvSpPr txBox="1"/>
            <ns0:nvPr/>
          </ns0:nvSpPr>
          <ns0:spPr>
            <ns1:xfrm>
              <ns1:off x="1372428" y="1774179"/>
              <ns1:ext cx="2877310" cy="323165"/>
            </ns1:xfrm>
            <ns1:prstGeom prst="rect">
              <ns1:avLst/>
            </ns1:prstGeom>
            <ns1:noFill/>
          </ns0:spPr>
          <ns0:txBody>
            <ns1:bodyPr wrap="square" rtlCol="0">
              <ns1:spAutoFit/>
            </ns1:bodyPr>
            <ns1:lstStyle/>
            <ns1:p>
              <ns1:pPr algn="ctr"/>
              <ns1:r>
                <ns1:rPr lang="en-US" sz="1500">
                  <ns1:solidFill>
                    <ns1:schemeClr val="tx1">
                      <ns1:lumMod val="75000"/>
                      <ns1:lumOff val="25000"/>
                    </ns1:schemeClr>
                  </ns1:solidFill>
                  <ns1:latin typeface="Poppins SemiBold" panose="00000700000000000000" pitchFamily="2" charset="0"/>
                  <ns1:ea typeface="Lato" panose="020F0502020204030203" pitchFamily="34" charset="0"/>
                  <ns1:cs typeface="Poppins SemiBold" panose="00000700000000000000" pitchFamily="2" charset="0"/>
                </ns1:rPr>
                <ns1:t>{SlideSectionLabel}</ns1:t>
              </ns1:r>
            </ns1:p>
          </ns0:txBody>
        </ns0:sp>
        <ns0:sp>
          <ns0:nvSpPr>
            <ns0:cNvPr id="58" name="Rectangle 57">
              <ns1:extLst>
                <ns1:ext uri="{FF2B5EF4-FFF2-40B4-BE49-F238E27FC236}">
                  <ns2:creationId id="{AE82616E-8990-4DC3-BADC-467B95C022C4}"/>
                </ns1:ext>
              </ns1:extLst>
            </ns0:cNvPr>
            <ns0:cNvSpPr/>
            <ns0:nvPr/>
          </ns0:nvSpPr>
          <ns0:spPr>
            <ns1:xfrm>
              <ns1:off x="1372428" y="5422549"/>
              <ns1:ext cx="2889256" cy="820682"/>
            </ns1:xfrm>
            <ns1:prstGeom prst="rect">
              <ns1:avLst/>
            </ns1:prstGeom>
            <ns1:solidFill>
              <ns1:schemeClr val="bg1">
                <ns1:lumMod val="95000"/>
              </ns1:schemeClr>
            </ns1:solidFill>
            <ns1:ln>
              <ns1:noFill/>
            </ns1:ln>
          </ns0:spPr>
          <ns0:style>
            <ns1:lnRef idx="2">
              <ns1:schemeClr val="accent1">
                <ns1:shade val="50000"/>
              </ns1:schemeClr>
            </ns1:lnRef>
            <ns1:fillRef idx="1">
              <ns1:schemeClr val="accent1"/>
            </ns1:fillRef>
            <ns1:effectRef idx="0">
              <ns1:schemeClr val="accent1"/>
            </ns1:effectRef>
            <ns1:fontRef idx="minor">
              <ns1:schemeClr val="lt1"/>
            </ns1:fontRef>
          </ns0:style>
          <ns0:txBody>
            <ns1:bodyPr rtlCol="0" anchor="ctr"/>
            <ns1:lstStyle/>
            <ns1:p>
              <ns1:pPr algn="ctr"/>
              <ns1:endParaRPr lang="en-US"/>
            </ns1:p>
          </ns0:txBody>
        </ns0:sp>
        <ns0:sp>
          <ns0:nvSpPr>
            <ns0:cNvPr id="59" name="Rectangle: Rounded Corners 58">
              <ns1:extLst>
                <ns1:ext uri="{FF2B5EF4-FFF2-40B4-BE49-F238E27FC236}">
                  <ns2:creationId id="{2C7CDC4A-1B16-4E12-8270-6855F05FAE13}"/>
                </ns1:ext>
              </ns1:extLst>
            </ns0:cNvPr>
            <ns0:cNvSpPr/>
            <ns0:nvPr/>
          </ns0:nvSpPr>
          <ns0:spPr>
            <ns1:xfrm>
              <ns1:off x="1989742" y="5591180"/>
              <ns1:ext cx="1654629" cy="483420"/>
            </ns1:xfrm>
            <ns1:prstGeom prst="roundRect">
              <ns1:avLst>
                <ns1:gd name="adj" fmla="val 50000"/>
              </ns1:avLst>
            </ns1:prstGeom>
            <ns1:solidFill>
              <ns1:schemeClr val="accent1"/>
            </ns1:solidFill>
            <ns1:ln>
              <ns1:noFill/>
            </ns1:ln>
          </ns0:spPr>
          <ns0:style>
            <ns1:lnRef idx="2">
              <ns1:schemeClr val="accent1">
                <ns1:shade val="50000"/>
              </ns1:schemeClr>
            </ns1:lnRef>
            <ns1:fillRef idx="1">
              <ns1:schemeClr val="accent1"/>
            </ns1:fillRef>
            <ns1:effectRef idx="0">
              <ns1:schemeClr val="accent1"/>
            </ns1:effectRef>
            <ns1:fontRef idx="minor">
              <ns1:schemeClr val="lt1"/>
            </ns1:fontRef>
          </ns0:style>
          <ns0:txBody>
            <ns1:bodyPr rtlCol="0" anchor="ctr"/>
            <ns1:lstStyle/>
            <ns1:p>
              <ns1:pPr algn="ctr"/>
              <ns1:r>
                <ns1:rPr lang="en-US" sz="1200" spc="100">
                  <ns1:latin typeface="Poppins SemiBold" panose="00000700000000000000" pitchFamily="2" charset="0"/>
                  <ns1:cs typeface="Poppins SemiBold" panose="00000700000000000000" pitchFamily="2" charset="0"/>
                </ns1:rPr>
                <ns1:t>{SlideSupportingContent2}</ns1:t>
              </ns1:r>
            </ns1:p>
          </ns0:txBody>
        </ns0:sp>
        <ns0:sp>
          <ns0:nvSpPr>
            <ns0:cNvPr id="78" name="TextBox 77">
              <ns1:extLst>
                <ns1:ext uri="{FF2B5EF4-FFF2-40B4-BE49-F238E27FC236}">
                  <ns2:creationId id="{0F0CA0FC-DFFD-4193-8E1D-7C7260B74A60}"/>
                </ns1:ext>
              </ns1:extLst>
            </ns0:cNvPr>
            <ns0:cNvSpPr txBox="1"/>
            <ns0:nvPr/>
          </ns0:nvSpPr>
          <ns0:spPr>
            <ns1:xfrm>
              <ns1:off x="1618533" y="3352084"/>
              <ns1:ext cx="2430316" cy="261610"/>
            </ns1:xfrm>
            <ns1:prstGeom prst="rect">
              <ns1:avLst/>
            </ns1:prstGeom>
            <ns1:noFill/>
          </ns0:spPr>
          <ns0:txBody>
            <ns1:bodyPr wrap="square" rtlCol="0">
              <ns1:spAutoFit/>
            </ns1:bodyPr>
            <ns1:lstStyle/>
            <ns1:p>
              <ns1:pPr algn="ctr"/>
              <ns1:r>
                <ns1:rPr lang="en-US" sz="1100" spc="100">
                  <ns1:solidFill>
                    <ns1:schemeClr val="tx1">
                      <ns1:lumMod val="65000"/>
                      <ns1:lumOff val="35000"/>
                    </ns1:schemeClr>
                  </ns1:solidFill>
                  <ns1:latin typeface="Poppins" panose="00000500000000000000" pitchFamily="2" charset="0"/>
                  <ns1:ea typeface="Lato" panose="020F0502020204030203" pitchFamily="34" charset="0"/>
                  <ns1:cs typeface="Poppins" panose="00000500000000000000" pitchFamily="2" charset="0"/>
                </ns1:rPr>
                <ns1:t>{SlideSupportingContent3}</ns1:t>
              </ns1:r>
            </ns1:p>
          </ns0:txBody>
        </ns0:sp>
        <ns0:sp>
          <ns0:nvSpPr>
            <ns0:cNvPr id="79" name="TextBox 78">
              <ns1:extLst>
                <ns1:ext uri="{FF2B5EF4-FFF2-40B4-BE49-F238E27FC236}">
                  <ns2:creationId id="{7D5FC2F2-3CF5-4A73-B188-0021D8003207}"/>
                </ns1:ext>
              </ns1:extLst>
            </ns0:cNvPr>
            <ns0:cNvSpPr txBox="1"/>
            <ns0:nvPr/>
          </ns0:nvSpPr>
          <ns0:spPr>
            <ns1:xfrm>
              <ns1:off x="1609155" y="3692718"/>
              <ns1:ext cx="2430316" cy="261610"/>
            </ns1:xfrm>
            <ns1:prstGeom prst="rect">
              <ns1:avLst/>
            </ns1:prstGeom>
            <ns1:noFill/>
          </ns0:spPr>
          <ns0:txBody>
            <ns1:bodyPr wrap="square" rtlCol="0">
              <ns1:spAutoFit/>
            </ns1:bodyPr>
            <ns1:lstStyle/>
            <ns1:p>
              <ns1:pPr algn="ctr"/>
              <ns1:r>
                <ns1:rPr lang="en-US" sz="1100" spc="100">
                  <ns1:solidFill>
                    <ns1:schemeClr val="tx1">
                      <ns1:lumMod val="65000"/>
                      <ns1:lumOff val="35000"/>
                    </ns1:schemeClr>
                  </ns1:solidFill>
                  <ns1:latin typeface="Poppins" panose="00000500000000000000" pitchFamily="2" charset="0"/>
                  <ns1:ea typeface="Lato" panose="020F0502020204030203" pitchFamily="34" charset="0"/>
                  <ns1:cs typeface="Poppins" panose="00000500000000000000" pitchFamily="2" charset="0"/>
                </ns1:rPr>
                <ns1:t>{SlideSupportingContent4}</ns1:t>
              </ns1:r>
            </ns1:p>
          </ns0:txBody>
        </ns0:sp>
        <ns0:sp>
          <ns0:nvSpPr>
            <ns0:cNvPr id="80" name="TextBox 79">
              <ns1:extLst>
                <ns1:ext uri="{FF2B5EF4-FFF2-40B4-BE49-F238E27FC236}">
                  <ns2:creationId id="{596C5F25-9B78-44E3-8971-E16824990437}"/>
                </ns1:ext>
              </ns1:extLst>
            </ns0:cNvPr>
            <ns0:cNvSpPr txBox="1"/>
            <ns0:nvPr/>
          </ns0:nvSpPr>
          <ns0:spPr>
            <ns1:xfrm>
              <ns1:off x="1618533" y="4052496"/>
              <ns1:ext cx="2430316" cy="261610"/>
            </ns1:xfrm>
            <ns1:prstGeom prst="rect">
              <ns1:avLst/>
            </ns1:prstGeom>
            <ns1:noFill/>
          </ns0:spPr>
          <ns0:txBody>
            <ns1:bodyPr wrap="square" rtlCol="0">
              <ns1:spAutoFit/>
            </ns1:bodyPr>
            <ns1:lstStyle/>
            <ns1:p>
              <ns1:pPr algn="ctr"/>
              <ns1:r>
                <ns1:rPr lang="en-US" sz="1100" spc="100">
                  <ns1:solidFill>
                    <ns1:schemeClr val="tx1">
                      <ns1:lumMod val="65000"/>
                      <ns1:lumOff val="35000"/>
                    </ns1:schemeClr>
                  </ns1:solidFill>
                  <ns1:latin typeface="Poppins" panose="00000500000000000000" pitchFamily="2" charset="0"/>
                  <ns1:ea typeface="Lato" panose="020F0502020204030203" pitchFamily="34" charset="0"/>
                  <ns1:cs typeface="Poppins" panose="00000500000000000000" pitchFamily="2" charset="0"/>
                </ns1:rPr>
                <ns1:t>{SlideSupportingContent5}</ns1:t>
              </ns1:r>
            </ns1:p>
          </ns0:txBody>
        </ns0:sp>
        <ns0:sp>
          <ns0:nvSpPr>
            <ns0:cNvPr id="81" name="TextBox 80">
              <ns1:extLst>
                <ns1:ext uri="{FF2B5EF4-FFF2-40B4-BE49-F238E27FC236}">
                  <ns2:creationId id="{97BB680E-DD25-4360-8F53-5E863FBD09B1}"/>
                </ns1:ext>
              </ns1:extLst>
            </ns0:cNvPr>
            <ns0:cNvSpPr txBox="1"/>
            <ns0:nvPr/>
          </ns0:nvSpPr>
          <ns0:spPr>
            <ns1:xfrm>
              <ns1:off x="1613384" y="4395081"/>
              <ns1:ext cx="2430316" cy="261610"/>
            </ns1:xfrm>
            <ns1:prstGeom prst="rect">
              <ns1:avLst/>
            </ns1:prstGeom>
            <ns1:noFill/>
          </ns0:spPr>
          <ns0:txBody>
            <ns1:bodyPr wrap="square" rtlCol="0">
              <ns1:spAutoFit/>
            </ns1:bodyPr>
            <ns1:lstStyle/>
            <ns1:p>
              <ns1:pPr algn="ctr"/>
              <ns1:r>
                <ns1:rPr lang="en-US" sz="1100" spc="100">
                  <ns1:solidFill>
                    <ns1:schemeClr val="tx1">
                      <ns1:lumMod val="65000"/>
                      <ns1:lumOff val="35000"/>
                    </ns1:schemeClr>
                  </ns1:solidFill>
                  <ns1:latin typeface="Poppins" panose="00000500000000000000" pitchFamily="2" charset="0"/>
                  <ns1:ea typeface="Lato" panose="020F0502020204030203" pitchFamily="34" charset="0"/>
                  <ns1:cs typeface="Poppins" panose="00000500000000000000" pitchFamily="2" charset="0"/>
                </ns1:rPr>
                <ns1:t>{SlideSupportingContent}</ns1:t>
              </ns1:r>
            </ns1:p>
          </ns0:txBody>
        </ns0:sp>
        <ns0:sp>
          <ns0:nvSpPr>
            <ns0:cNvPr id="82" name="TextBox 81">
              <ns1:extLst>
                <ns1:ext uri="{FF2B5EF4-FFF2-40B4-BE49-F238E27FC236}">
                  <ns2:creationId id="{A6ADBE61-173A-435A-A125-E25663D2B279}"/>
                </ns1:ext>
              </ns1:extLst>
            </ns0:cNvPr>
            <ns0:cNvSpPr txBox="1"/>
            <ns0:nvPr/>
          </ns0:nvSpPr>
          <ns0:spPr>
            <ns1:xfrm>
              <ns1:off x="1614670" y="4749674"/>
              <ns1:ext cx="2430316" cy="261610"/>
            </ns1:xfrm>
            <ns1:prstGeom prst="rect">
              <ns1:avLst/>
            </ns1:prstGeom>
            <ns1:noFill/>
          </ns0:spPr>
          <ns0:txBody>
            <ns1:bodyPr wrap="square" rtlCol="0">
              <ns1:spAutoFit/>
            </ns1:bodyPr>
            <ns1:lstStyle/>
            <ns1:p>
              <ns1:pPr algn="ctr"/>
              <ns1:r>
                <ns1:rPr lang="en-US" sz="1100" spc="100">
                  <ns1:solidFill>
                    <ns1:schemeClr val="tx1">
                      <ns1:lumMod val="65000"/>
                      <ns1:lumOff val="35000"/>
                    </ns1:schemeClr>
                  </ns1:solidFill>
                  <ns1:latin typeface="Poppins" panose="00000500000000000000" pitchFamily="2" charset="0"/>
                  <ns1:ea typeface="Lato" panose="020F0502020204030203" pitchFamily="34" charset="0"/>
                  <ns1:cs typeface="Poppins" panose="00000500000000000000" pitchFamily="2" charset="0"/>
                </ns1:rPr>
                <ns1:t>{SlideSupportingContent}</ns1:t>
              </ns1:r>
            </ns1:p>
          </ns0:txBody>
        </ns0:sp>
      </ns0:grpSp>
      <ns0:grpSp>
        <ns0:nvGrpSpPr>
          <ns0:cNvPr id="3" name="Group 2">
            <ns1:extLst>
              <ns1:ext uri="{FF2B5EF4-FFF2-40B4-BE49-F238E27FC236}">
                <ns2:creationId id="{5F070B4B-010C-4551-9B1C-6CB7256BD829}"/>
              </ns1:ext>
            </ns1:extLst>
          </ns0:cNvPr>
          <ns0:cNvGrpSpPr/>
          <ns0:nvPr/>
        </ns0:nvGrpSpPr>
        <ns0:grpSpPr>
          <ns1:xfrm>
            <ns1:off x="4666000" y="1451428"/>
            <ns1:ext cx="2891145" cy="4791801"/>
            <ns1:chOff x="4666000" y="1451428"/>
            <ns1:chExt cx="2891145" cy="4791801"/>
          </ns1:xfrm>
        </ns0:grpSpPr>
        <ns0:sp>
          <ns0:nvSpPr>
            <ns0:cNvPr id="66" name="Rectangle 65">
              <ns1:extLst>
                <ns1:ext uri="{FF2B5EF4-FFF2-40B4-BE49-F238E27FC236}">
                  <ns2:creationId id="{49182DA6-D302-4EBF-8253-08F578A379B3}"/>
                </ns1:ext>
              </ns1:extLst>
            </ns0:cNvPr>
            <ns0:cNvSpPr/>
            <ns0:nvPr/>
          </ns0:nvSpPr>
          <ns0:spPr>
            <ns1:xfrm>
              <ns1:off x="4677946" y="1451428"/>
              <ns1:ext cx="2877310" cy="4791799"/>
            </ns1:xfrm>
            <ns1:prstGeom prst="rect">
              <ns1:avLst/>
            </ns1:prstGeom>
            <ns1:solidFill>
              <ns1:schemeClr val="bg1"/>
            </ns1:solidFill>
            <ns1:ln>
              <ns1:noFill/>
            </ns1:ln>
            <ns1:effectLst>
              <ns1:outerShdw blurRad="50800" dist="38100" dir="5400000" algn="t" rotWithShape="0">
                <ns1:prstClr val="black">
                  <ns1:alpha val="16000"/>
                </ns1:prstClr>
              </ns1:outerShdw>
            </ns1:effectLst>
          </ns0:spPr>
          <ns0:style>
            <ns1:lnRef idx="2">
              <ns1:schemeClr val="accent1">
                <ns1:shade val="50000"/>
              </ns1:schemeClr>
            </ns1:lnRef>
            <ns1:fillRef idx="1">
              <ns1:schemeClr val="accent1"/>
            </ns1:fillRef>
            <ns1:effectRef idx="0">
              <ns1:schemeClr val="accent1"/>
            </ns1:effectRef>
            <ns1:fontRef idx="minor">
              <ns1:schemeClr val="lt1"/>
            </ns1:fontRef>
          </ns0:style>
          <ns0:txBody>
            <ns1:bodyPr rtlCol="0" anchor="ctr"/>
            <ns1:lstStyle/>
            <ns1:p>
              <ns1:pPr algn="ctr"/>
              <ns1:endParaRPr lang="en-US"/>
            </ns1:p>
          </ns0:txBody>
        </ns0:sp>
        <ns0:sp>
          <ns0:nvSpPr>
            <ns0:cNvPr id="67" name="Rectangle 66">
              <ns1:extLst>
                <ns1:ext uri="{FF2B5EF4-FFF2-40B4-BE49-F238E27FC236}">
                  <ns2:creationId id="{76DE0AE9-9AB0-4162-8B15-FDDA5BB2D071}"/>
                </ns1:ext>
              </ns1:extLst>
            </ns0:cNvPr>
            <ns0:cNvSpPr/>
            <ns0:nvPr/>
          </ns0:nvSpPr>
          <ns0:spPr>
            <ns1:xfrm>
              <ns1:off x="6104655" y="2377424"/>
              <ns1:ext cx="1452490" cy="559965"/>
            </ns1:xfrm>
            <ns1:prstGeom prst="rect">
              <ns1:avLst/>
            </ns1:prstGeom>
            <ns1:solidFill>
              <ns1:schemeClr val="accent4">
                <ns1:lumMod val="40000"/>
                <ns1:lumOff val="60000"/>
              </ns1:schemeClr>
            </ns1:solidFill>
            <ns1:ln>
              <ns1:noFill/>
            </ns1:ln>
          </ns0:spPr>
          <ns0:style>
            <ns1:lnRef idx="2">
              <ns1:schemeClr val="accent1">
                <ns1:shade val="50000"/>
              </ns1:schemeClr>
            </ns1:lnRef>
            <ns1:fillRef idx="1">
              <ns1:schemeClr val="accent1"/>
            </ns1:fillRef>
            <ns1:effectRef idx="0">
              <ns1:schemeClr val="accent1"/>
            </ns1:effectRef>
            <ns1:fontRef idx="minor">
              <ns1:schemeClr val="lt1"/>
            </ns1:fontRef>
          </ns0:style>
          <ns0:txBody>
            <ns1:bodyPr rtlCol="0" anchor="ctr"/>
            <ns1:lstStyle/>
            <ns1:p>
              <ns1:pPr algn="ctr"/>
              <ns1:r>
                <ns1:rPr lang="en-US" sz="1100" spc="100">
                  <ns1:solidFill>
                    <ns1:schemeClr val="bg2">
                      <ns1:lumMod val="50000"/>
                    </ns1:schemeClr>
                  </ns1:solidFill>
                  <ns1:latin typeface="Poppins SemiBold" panose="00000700000000000000" pitchFamily="2" charset="0"/>
                  <ns1:cs typeface="Poppins SemiBold" panose="00000700000000000000" pitchFamily="2" charset="0"/>
                </ns1:rPr>
                <ns1:t>{SlideSupportingContent}</ns1:t>
              </ns1:r>
            </ns1:p>
          </ns0:txBody>
        </ns0:sp>
        <ns0:sp>
          <ns0:nvSpPr>
            <ns0:cNvPr id="68" name="Rectangle 67">
              <ns1:extLst>
                <ns1:ext uri="{FF2B5EF4-FFF2-40B4-BE49-F238E27FC236}">
                  <ns2:creationId id="{8B852F91-4A9B-42C2-86A5-6C48D4718812}"/>
                </ns1:ext>
              </ns1:extLst>
            </ns0:cNvPr>
            <ns0:cNvSpPr/>
            <ns0:nvPr/>
          </ns0:nvSpPr>
          <ns0:spPr>
            <ns1:xfrm>
              <ns1:off x="4676057" y="2377424"/>
              <ns1:ext cx="1428598" cy="559965"/>
            </ns1:xfrm>
            <ns1:prstGeom prst="rect">
              <ns1:avLst/>
            </ns1:prstGeom>
            <ns1:solidFill>
              <ns1:schemeClr val="tx1">
                <ns1:lumMod val="65000"/>
                <ns1:lumOff val="35000"/>
              </ns1:schemeClr>
            </ns1:solidFill>
            <ns1:ln>
              <ns1:noFill/>
            </ns1:ln>
          </ns0:spPr>
          <ns0:style>
            <ns1:lnRef idx="2">
              <ns1:schemeClr val="accent1">
                <ns1:shade val="50000"/>
              </ns1:schemeClr>
            </ns1:lnRef>
            <ns1:fillRef idx="1">
              <ns1:schemeClr val="accent1"/>
            </ns1:fillRef>
            <ns1:effectRef idx="0">
              <ns1:schemeClr val="accent1"/>
            </ns1:effectRef>
            <ns1:fontRef idx="minor">
              <ns1:schemeClr val="lt1"/>
            </ns1:fontRef>
          </ns0:style>
          <ns0:txBody>
            <ns1:bodyPr rtlCol="0" anchor="ctr"/>
            <ns1:lstStyle/>
            <ns1:p>
              <ns1:pPr algn="ctr"/>
              <ns1:r>
                <ns1:rPr lang="en-US">
                  <ns1:solidFill>
                    <ns1:schemeClr val="bg1"/>
                  </ns1:solidFill>
                  <ns1:latin typeface="Poppins SemiBold" panose="00000700000000000000" pitchFamily="2" charset="0"/>
                  <ns1:cs typeface="Poppins SemiBold" panose="00000700000000000000" pitchFamily="2" charset="0"/>
                </ns1:rPr>
                <ns1:t>{SlideStatistic}</ns1:t>
              </ns1:r>
            </ns1:p>
          </ns0:txBody>
        </ns0:sp>
        <ns0:sp>
          <ns0:nvSpPr>
            <ns0:cNvPr id="69" name="TextBox 68">
              <ns1:extLst>
                <ns1:ext uri="{FF2B5EF4-FFF2-40B4-BE49-F238E27FC236}">
                  <ns2:creationId id="{C37600B8-0FC0-49F6-9159-403A78AD238B}"/>
                </ns1:ext>
              </ns1:extLst>
            </ns0:cNvPr>
            <ns0:cNvSpPr txBox="1"/>
            <ns0:nvPr/>
          </ns0:nvSpPr>
          <ns0:spPr>
            <ns1:xfrm>
              <ns1:off x="4666000" y="1774177"/>
              <ns1:ext cx="2877310" cy="323165"/>
            </ns1:xfrm>
            <ns1:prstGeom prst="rect">
              <ns1:avLst/>
            </ns1:prstGeom>
            <ns1:noFill/>
          </ns0:spPr>
          <ns0:txBody>
            <ns1:bodyPr wrap="square" rtlCol="0">
              <ns1:spAutoFit/>
            </ns1:bodyPr>
            <ns1:lstStyle/>
            <ns1:p>
              <ns1:pPr algn="ctr"/>
              <ns1:r>
                <ns1:rPr lang="en-US" sz="1500">
                  <ns1:solidFill>
                    <ns1:schemeClr val="tx1">
                      <ns1:lumMod val="75000"/>
                      <ns1:lumOff val="25000"/>
                    </ns1:schemeClr>
                  </ns1:solidFill>
                  <ns1:latin typeface="Poppins SemiBold" panose="00000700000000000000" pitchFamily="2" charset="0"/>
                  <ns1:ea typeface="Lato" panose="020F0502020204030203" pitchFamily="34" charset="0"/>
                  <ns1:cs typeface="Poppins SemiBold" panose="00000700000000000000" pitchFamily="2" charset="0"/>
                </ns1:rPr>
                <ns1:t>{SlideSectionLabel}</ns1:t>
              </ns1:r>
            </ns1:p>
          </ns0:txBody>
        </ns0:sp>
        <ns0:sp>
          <ns0:nvSpPr>
            <ns0:cNvPr id="70" name="Rectangle 69">
              <ns1:extLst>
                <ns1:ext uri="{FF2B5EF4-FFF2-40B4-BE49-F238E27FC236}">
                  <ns2:creationId id="{F3B8A401-1C83-4EAD-A8AC-804F6E02D4F6}"/>
                </ns1:ext>
              </ns1:extLst>
            </ns0:cNvPr>
            <ns0:cNvSpPr/>
            <ns0:nvPr/>
          </ns0:nvSpPr>
          <ns0:spPr>
            <ns1:xfrm>
              <ns1:off x="4677946" y="5422547"/>
              <ns1:ext cx="2877310" cy="820682"/>
            </ns1:xfrm>
            <ns1:prstGeom prst="rect">
              <ns1:avLst/>
            </ns1:prstGeom>
            <ns1:solidFill>
              <ns1:schemeClr val="bg1">
                <ns1:lumMod val="95000"/>
              </ns1:schemeClr>
            </ns1:solidFill>
            <ns1:ln>
              <ns1:noFill/>
            </ns1:ln>
          </ns0:spPr>
          <ns0:style>
            <ns1:lnRef idx="2">
              <ns1:schemeClr val="accent1">
                <ns1:shade val="50000"/>
              </ns1:schemeClr>
            </ns1:lnRef>
            <ns1:fillRef idx="1">
              <ns1:schemeClr val="accent1"/>
            </ns1:fillRef>
            <ns1:effectRef idx="0">
              <ns1:schemeClr val="accent1"/>
            </ns1:effectRef>
            <ns1:fontRef idx="minor">
              <ns1:schemeClr val="lt1"/>
            </ns1:fontRef>
          </ns0:style>
          <ns0:txBody>
            <ns1:bodyPr rtlCol="0" anchor="ctr"/>
            <ns1:lstStyle/>
            <ns1:p>
              <ns1:pPr algn="ctr"/>
              <ns1:endParaRPr lang="en-US"/>
            </ns1:p>
          </ns0:txBody>
        </ns0:sp>
        <ns0:sp>
          <ns0:nvSpPr>
            <ns0:cNvPr id="71" name="Rectangle: Rounded Corners 70">
              <ns1:extLst>
                <ns1:ext uri="{FF2B5EF4-FFF2-40B4-BE49-F238E27FC236}">
                  <ns2:creationId id="{5422FE64-8645-44A1-9A31-6B5E7A988039}"/>
                </ns1:ext>
              </ns1:extLst>
            </ns0:cNvPr>
            <ns0:cNvSpPr/>
            <ns0:nvPr/>
          </ns0:nvSpPr>
          <ns0:spPr>
            <ns1:xfrm>
              <ns1:off x="5289287" y="5591178"/>
              <ns1:ext cx="1654629" cy="483420"/>
            </ns1:xfrm>
            <ns1:prstGeom prst="roundRect">
              <ns1:avLst>
                <ns1:gd name="adj" fmla="val 50000"/>
              </ns1:avLst>
            </ns1:prstGeom>
            <ns1:solidFill>
              <ns1:schemeClr val="accent1"/>
            </ns1:solidFill>
            <ns1:ln>
              <ns1:noFill/>
            </ns1:ln>
          </ns0:spPr>
          <ns0:style>
            <ns1:lnRef idx="2">
              <ns1:schemeClr val="accent1">
                <ns1:shade val="50000"/>
              </ns1:schemeClr>
            </ns1:lnRef>
            <ns1:fillRef idx="1">
              <ns1:schemeClr val="accent1"/>
            </ns1:fillRef>
            <ns1:effectRef idx="0">
              <ns1:schemeClr val="accent1"/>
            </ns1:effectRef>
            <ns1:fontRef idx="minor">
              <ns1:schemeClr val="lt1"/>
            </ns1:fontRef>
          </ns0:style>
          <ns0:txBody>
            <ns1:bodyPr rtlCol="0" anchor="ctr"/>
            <ns1:lstStyle/>
            <ns1:p>
              <ns1:pPr algn="ctr"/>
              <ns1:r>
                <ns1:rPr lang="en-US" sz="1200" spc="100">
                  <ns1:latin typeface="Poppins SemiBold" panose="00000700000000000000" pitchFamily="2" charset="0"/>
                  <ns1:cs typeface="Poppins SemiBold" panose="00000700000000000000" pitchFamily="2" charset="0"/>
                </ns1:rPr>
                <ns1:t>{SlideSupportingContent}</ns1:t>
              </ns1:r>
            </ns1:p>
          </ns0:txBody>
        </ns0:sp>
        <ns0:sp>
          <ns0:nvSpPr>
            <ns0:cNvPr id="86" name="TextBox 85">
              <ns1:extLst>
                <ns1:ext uri="{FF2B5EF4-FFF2-40B4-BE49-F238E27FC236}">
                  <ns2:creationId id="{1319C428-EFA3-42CA-94E1-AFB0869DD0A6}"/>
                </ns1:ext>
              </ns1:extLst>
            </ns0:cNvPr>
            <ns0:cNvSpPr txBox="1"/>
            <ns0:nvPr/>
          </ns0:nvSpPr>
          <ns0:spPr>
            <ns1:xfrm>
              <ns1:off x="4906132" y="3350368"/>
              <ns1:ext cx="2430316" cy="261610"/>
            </ns1:xfrm>
            <ns1:prstGeom prst="rect">
              <ns1:avLst/>
            </ns1:prstGeom>
            <ns1:noFill/>
          </ns0:spPr>
          <ns0:txBody>
            <ns1:bodyPr wrap="square" rtlCol="0">
              <ns1:spAutoFit/>
            </ns1:bodyPr>
            <ns1:lstStyle/>
            <ns1:p>
              <ns1:pPr algn="ctr"/>
              <ns1:r>
                <ns1:rPr lang="en-US" sz="1100" spc="100">
                  <ns1:solidFill>
                    <ns1:schemeClr val="tx1">
                      <ns1:lumMod val="65000"/>
                      <ns1:lumOff val="35000"/>
                    </ns1:schemeClr>
                  </ns1:solidFill>
                  <ns1:latin typeface="Poppins" panose="00000500000000000000" pitchFamily="2" charset="0"/>
                  <ns1:ea typeface="Lato" panose="020F0502020204030203" pitchFamily="34" charset="0"/>
                  <ns1:cs typeface="Poppins" panose="00000500000000000000" pitchFamily="2" charset="0"/>
                </ns1:rPr>
                <ns1:t>{SlideSupportingContent}</ns1:t>
              </ns1:r>
            </ns1:p>
          </ns0:txBody>
        </ns0:sp>
        <ns0:sp>
          <ns0:nvSpPr>
            <ns0:cNvPr id="87" name="TextBox 86">
              <ns1:extLst>
                <ns1:ext uri="{FF2B5EF4-FFF2-40B4-BE49-F238E27FC236}">
                  <ns2:creationId id="{9C8946F9-15F1-4A0D-A639-7DAFDED54C0A}"/>
                </ns1:ext>
              </ns1:extLst>
            </ns0:cNvPr>
            <ns0:cNvSpPr txBox="1"/>
            <ns0:nvPr/>
          </ns0:nvSpPr>
          <ns0:spPr>
            <ns1:xfrm>
              <ns1:off x="4896754" y="3691002"/>
              <ns1:ext cx="2430316" cy="261610"/>
            </ns1:xfrm>
            <ns1:prstGeom prst="rect">
              <ns1:avLst/>
            </ns1:prstGeom>
            <ns1:noFill/>
          </ns0:spPr>
          <ns0:txBody>
            <ns1:bodyPr wrap="square" rtlCol="0">
              <ns1:spAutoFit/>
            </ns1:bodyPr>
            <ns1:lstStyle/>
            <ns1:p>
              <ns1:pPr algn="ctr"/>
              <ns1:r>
                <ns1:rPr lang="en-US" sz="1100" spc="100">
                  <ns1:solidFill>
                    <ns1:schemeClr val="tx1">
                      <ns1:lumMod val="65000"/>
                      <ns1:lumOff val="35000"/>
                    </ns1:schemeClr>
                  </ns1:solidFill>
                  <ns1:latin typeface="Poppins" panose="00000500000000000000" pitchFamily="2" charset="0"/>
                  <ns1:ea typeface="Lato" panose="020F0502020204030203" pitchFamily="34" charset="0"/>
                  <ns1:cs typeface="Poppins" panose="00000500000000000000" pitchFamily="2" charset="0"/>
                </ns1:rPr>
                <ns1:t>{SlideSupportingContent}</ns1:t>
              </ns1:r>
            </ns1:p>
          </ns0:txBody>
        </ns0:sp>
        <ns0:sp>
          <ns0:nvSpPr>
            <ns0:cNvPr id="88" name="TextBox 87">
              <ns1:extLst>
                <ns1:ext uri="{FF2B5EF4-FFF2-40B4-BE49-F238E27FC236}">
                  <ns2:creationId id="{F87AAC19-023E-40CD-95B7-D71EDB858EBE}"/>
                </ns1:ext>
              </ns1:extLst>
            </ns0:cNvPr>
            <ns0:cNvSpPr txBox="1"/>
            <ns0:nvPr/>
          </ns0:nvSpPr>
          <ns0:spPr>
            <ns1:xfrm>
              <ns1:off x="4906132" y="4050780"/>
              <ns1:ext cx="2430316" cy="261610"/>
            </ns1:xfrm>
            <ns1:prstGeom prst="rect">
              <ns1:avLst/>
            </ns1:prstGeom>
            <ns1:noFill/>
          </ns0:spPr>
          <ns0:txBody>
            <ns1:bodyPr wrap="square" rtlCol="0">
              <ns1:spAutoFit/>
            </ns1:bodyPr>
            <ns1:lstStyle/>
            <ns1:p>
              <ns1:pPr algn="ctr"/>
              <ns1:r>
                <ns1:rPr lang="en-US" sz="1100" spc="100">
                  <ns1:solidFill>
                    <ns1:schemeClr val="tx1">
                      <ns1:lumMod val="65000"/>
                      <ns1:lumOff val="35000"/>
                    </ns1:schemeClr>
                  </ns1:solidFill>
                  <ns1:latin typeface="Poppins" panose="00000500000000000000" pitchFamily="2" charset="0"/>
                  <ns1:ea typeface="Lato" panose="020F0502020204030203" pitchFamily="34" charset="0"/>
                  <ns1:cs typeface="Poppins" panose="00000500000000000000" pitchFamily="2" charset="0"/>
                </ns1:rPr>
                <ns1:t>{SlideSupportingContent}</ns1:t>
              </ns1:r>
            </ns1:p>
          </ns0:txBody>
        </ns0:sp>
        <ns0:sp>
          <ns0:nvSpPr>
            <ns0:cNvPr id="89" name="TextBox 88">
              <ns1:extLst>
                <ns1:ext uri="{FF2B5EF4-FFF2-40B4-BE49-F238E27FC236}">
                  <ns2:creationId id="{F4E165DF-D1D9-46F7-913C-8F6D40703F82}"/>
                </ns1:ext>
              </ns1:extLst>
            </ns0:cNvPr>
            <ns0:cNvSpPr txBox="1"/>
            <ns0:nvPr/>
          </ns0:nvSpPr>
          <ns0:spPr>
            <ns1:xfrm>
              <ns1:off x="4900983" y="4393365"/>
              <ns1:ext cx="2430316" cy="261610"/>
            </ns1:xfrm>
            <ns1:prstGeom prst="rect">
              <ns1:avLst/>
            </ns1:prstGeom>
            <ns1:noFill/>
          </ns0:spPr>
          <ns0:txBody>
            <ns1:bodyPr wrap="square" rtlCol="0">
              <ns1:spAutoFit/>
            </ns1:bodyPr>
            <ns1:lstStyle/>
            <ns1:p>
              <ns1:pPr algn="ctr"/>
              <ns1:r>
                <ns1:rPr lang="en-US" sz="1100" spc="100">
                  <ns1:solidFill>
                    <ns1:schemeClr val="tx1">
                      <ns1:lumMod val="65000"/>
                      <ns1:lumOff val="35000"/>
                    </ns1:schemeClr>
                  </ns1:solidFill>
                  <ns1:latin typeface="Poppins" panose="00000500000000000000" pitchFamily="2" charset="0"/>
                  <ns1:ea typeface="Lato" panose="020F0502020204030203" pitchFamily="34" charset="0"/>
                  <ns1:cs typeface="Poppins" panose="00000500000000000000" pitchFamily="2" charset="0"/>
                </ns1:rPr>
                <ns1:t>{SlideSupportingContent}</ns1:t>
              </ns1:r>
            </ns1:p>
          </ns0:txBody>
        </ns0:sp>
        <ns0:sp>
          <ns0:nvSpPr>
            <ns0:cNvPr id="90" name="TextBox 89">
              <ns1:extLst>
                <ns1:ext uri="{FF2B5EF4-FFF2-40B4-BE49-F238E27FC236}">
                  <ns2:creationId id="{12CA8194-462D-47C3-8C0D-56AD96A43035}"/>
                </ns1:ext>
              </ns1:extLst>
            </ns0:cNvPr>
            <ns0:cNvSpPr txBox="1"/>
            <ns0:nvPr/>
          </ns0:nvSpPr>
          <ns0:spPr>
            <ns1:xfrm>
              <ns1:off x="4902269" y="4747958"/>
              <ns1:ext cx="2430316" cy="261610"/>
            </ns1:xfrm>
            <ns1:prstGeom prst="rect">
              <ns1:avLst/>
            </ns1:prstGeom>
            <ns1:noFill/>
          </ns0:spPr>
          <ns0:txBody>
            <ns1:bodyPr wrap="square" rtlCol="0">
              <ns1:spAutoFit/>
            </ns1:bodyPr>
            <ns1:lstStyle/>
            <ns1:p>
              <ns1:pPr algn="ctr"/>
              <ns1:r>
                <ns1:rPr lang="en-US" sz="1100" spc="100">
                  <ns1:solidFill>
                    <ns1:schemeClr val="tx1">
                      <ns1:lumMod val="65000"/>
                      <ns1:lumOff val="35000"/>
                    </ns1:schemeClr>
                  </ns1:solidFill>
                  <ns1:latin typeface="Poppins" panose="00000500000000000000" pitchFamily="2" charset="0"/>
                  <ns1:ea typeface="Lato" panose="020F0502020204030203" pitchFamily="34" charset="0"/>
                  <ns1:cs typeface="Poppins" panose="00000500000000000000" pitchFamily="2" charset="0"/>
                </ns1:rPr>
                <ns1:t>{SlideSupportingContent}</ns1:t>
              </ns1:r>
            </ns1:p>
          </ns0:txBody>
        </ns0:sp>
      </ns0:grpSp>
      <ns0:grpSp>
        <ns0:nvGrpSpPr>
          <ns0:cNvPr id="4" name="Group 3">
            <ns1:extLst>
              <ns1:ext uri="{FF2B5EF4-FFF2-40B4-BE49-F238E27FC236}">
                <ns2:creationId id="{0113292E-159C-469A-BEAC-F328319D9E62}"/>
              </ns1:ext>
            </ns1:extLst>
          </ns0:cNvPr>
          <ns0:cNvGrpSpPr/>
          <ns0:nvPr/>
        </ns0:nvGrpSpPr>
        <ns0:grpSpPr>
          <ns1:xfrm>
            <ns1:off x="7969629" y="1454860"/>
            <ns1:ext cx="2891145" cy="4791801"/>
            <ns1:chOff x="7969629" y="1454860"/>
            <ns1:chExt cx="2891145" cy="4791801"/>
          </ns1:xfrm>
        </ns0:grpSpPr>
        <ns0:sp>
          <ns0:nvSpPr>
            <ns0:cNvPr id="72" name="Rectangle 71">
              <ns1:extLst>
                <ns1:ext uri="{FF2B5EF4-FFF2-40B4-BE49-F238E27FC236}">
                  <ns2:creationId id="{C5E569D5-7C98-4541-8C06-FAB1ABFE6C5F}"/>
                </ns1:ext>
              </ns1:extLst>
            </ns0:cNvPr>
            <ns0:cNvSpPr/>
            <ns0:nvPr/>
          </ns0:nvSpPr>
          <ns0:spPr>
            <ns1:xfrm>
              <ns1:off x="7981575" y="1454860"/>
              <ns1:ext cx="2877310" cy="4788367"/>
            </ns1:xfrm>
            <ns1:prstGeom prst="rect">
              <ns1:avLst/>
            </ns1:prstGeom>
            <ns1:solidFill>
              <ns1:schemeClr val="bg1"/>
            </ns1:solidFill>
            <ns1:ln>
              <ns1:noFill/>
            </ns1:ln>
            <ns1:effectLst>
              <ns1:outerShdw blurRad="50800" dist="38100" dir="5400000" algn="t" rotWithShape="0">
                <ns1:prstClr val="black">
                  <ns1:alpha val="16000"/>
                </ns1:prstClr>
              </ns1:outerShdw>
            </ns1:effectLst>
          </ns0:spPr>
          <ns0:style>
            <ns1:lnRef idx="2">
              <ns1:schemeClr val="accent1">
                <ns1:shade val="50000"/>
              </ns1:schemeClr>
            </ns1:lnRef>
            <ns1:fillRef idx="1">
              <ns1:schemeClr val="accent1"/>
            </ns1:fillRef>
            <ns1:effectRef idx="0">
              <ns1:schemeClr val="accent1"/>
            </ns1:effectRef>
            <ns1:fontRef idx="minor">
              <ns1:schemeClr val="lt1"/>
            </ns1:fontRef>
          </ns0:style>
          <ns0:txBody>
            <ns1:bodyPr rtlCol="0" anchor="ctr"/>
            <ns1:lstStyle/>
            <ns1:p>
              <ns1:pPr algn="ctr"/>
              <ns1:endParaRPr lang="en-US"/>
            </ns1:p>
          </ns0:txBody>
        </ns0:sp>
        <ns0:sp>
          <ns0:nvSpPr>
            <ns0:cNvPr id="73" name="Rectangle 72">
              <ns1:extLst>
                <ns1:ext uri="{FF2B5EF4-FFF2-40B4-BE49-F238E27FC236}">
                  <ns2:creationId id="{3DE3D55D-DFFD-4BD8-91F8-701315C0D76E}"/>
                </ns1:ext>
              </ns1:extLst>
            </ns0:cNvPr>
            <ns0:cNvSpPr/>
            <ns0:nvPr/>
          </ns0:nvSpPr>
          <ns0:spPr>
            <ns1:xfrm>
              <ns1:off x="9408284" y="2380856"/>
              <ns1:ext cx="1452490" cy="559965"/>
            </ns1:xfrm>
            <ns1:prstGeom prst="rect">
              <ns1:avLst/>
            </ns1:prstGeom>
            <ns1:solidFill>
              <ns1:schemeClr val="accent4">
                <ns1:lumMod val="40000"/>
                <ns1:lumOff val="60000"/>
              </ns1:schemeClr>
            </ns1:solidFill>
            <ns1:ln>
              <ns1:noFill/>
            </ns1:ln>
          </ns0:spPr>
          <ns0:style>
            <ns1:lnRef idx="2">
              <ns1:schemeClr val="accent1">
                <ns1:shade val="50000"/>
              </ns1:schemeClr>
            </ns1:lnRef>
            <ns1:fillRef idx="1">
              <ns1:schemeClr val="accent1"/>
            </ns1:fillRef>
            <ns1:effectRef idx="0">
              <ns1:schemeClr val="accent1"/>
            </ns1:effectRef>
            <ns1:fontRef idx="minor">
              <ns1:schemeClr val="lt1"/>
            </ns1:fontRef>
          </ns0:style>
          <ns0:txBody>
            <ns1:bodyPr rtlCol="0" anchor="ctr"/>
            <ns1:lstStyle/>
            <ns1:p>
              <ns1:pPr algn="ctr"/>
              <ns1:r>
                <ns1:rPr lang="en-US" sz="1100" spc="100">
                  <ns1:solidFill>
                    <ns1:schemeClr val="bg2">
                      <ns1:lumMod val="50000"/>
                    </ns1:schemeClr>
                  </ns1:solidFill>
                  <ns1:latin typeface="Poppins SemiBold" panose="00000700000000000000" pitchFamily="2" charset="0"/>
                  <ns1:cs typeface="Poppins SemiBold" panose="00000700000000000000" pitchFamily="2" charset="0"/>
                </ns1:rPr>
                <ns1:t>{SlideSupportingContent}</ns1:t>
              </ns1:r>
            </ns1:p>
          </ns0:txBody>
        </ns0:sp>
        <ns0:sp>
          <ns0:nvSpPr>
            <ns0:cNvPr id="74" name="Rectangle 73">
              <ns1:extLst>
                <ns1:ext uri="{FF2B5EF4-FFF2-40B4-BE49-F238E27FC236}">
                  <ns2:creationId id="{2838A480-857D-4241-B437-4A7E06A7E767}"/>
                </ns1:ext>
              </ns1:extLst>
            </ns0:cNvPr>
            <ns0:cNvSpPr/>
            <ns0:nvPr/>
          </ns0:nvSpPr>
          <ns0:spPr>
            <ns1:xfrm>
              <ns1:off x="7979686" y="2380856"/>
              <ns1:ext cx="1428598" cy="559965"/>
            </ns1:xfrm>
            <ns1:prstGeom prst="rect">
              <ns1:avLst/>
            </ns1:prstGeom>
            <ns1:solidFill>
              <ns1:schemeClr val="tx1">
                <ns1:lumMod val="65000"/>
                <ns1:lumOff val="35000"/>
              </ns1:schemeClr>
            </ns1:solidFill>
            <ns1:ln>
              <ns1:noFill/>
            </ns1:ln>
          </ns0:spPr>
          <ns0:style>
            <ns1:lnRef idx="2">
              <ns1:schemeClr val="accent1">
                <ns1:shade val="50000"/>
              </ns1:schemeClr>
            </ns1:lnRef>
            <ns1:fillRef idx="1">
              <ns1:schemeClr val="accent1"/>
            </ns1:fillRef>
            <ns1:effectRef idx="0">
              <ns1:schemeClr val="accent1"/>
            </ns1:effectRef>
            <ns1:fontRef idx="minor">
              <ns1:schemeClr val="lt1"/>
            </ns1:fontRef>
          </ns0:style>
          <ns0:txBody>
            <ns1:bodyPr rtlCol="0" anchor="ctr"/>
            <ns1:lstStyle/>
            <ns1:p>
              <ns1:pPr algn="ctr"/>
              <ns1:r>
                <ns1:rPr lang="en-US">
                  <ns1:solidFill>
                    <ns1:schemeClr val="bg1"/>
                  </ns1:solidFill>
                  <ns1:latin typeface="Poppins SemiBold" panose="00000700000000000000" pitchFamily="2" charset="0"/>
                  <ns1:cs typeface="Poppins SemiBold" panose="00000700000000000000" pitchFamily="2" charset="0"/>
                </ns1:rPr>
                <ns1:t>{SlideStatistic}</ns1:t>
              </ns1:r>
            </ns1:p>
          </ns0:txBody>
        </ns0:sp>
        <ns0:sp>
          <ns0:nvSpPr>
            <ns0:cNvPr id="75" name="TextBox 74">
              <ns1:extLst>
                <ns1:ext uri="{FF2B5EF4-FFF2-40B4-BE49-F238E27FC236}">
                  <ns2:creationId id="{E05B7808-3975-4D7E-89C9-1676288E172B}"/>
                </ns1:ext>
              </ns1:extLst>
            </ns0:cNvPr>
            <ns0:cNvSpPr txBox="1"/>
            <ns0:nvPr/>
          </ns0:nvSpPr>
          <ns0:spPr>
            <ns1:xfrm>
              <ns1:off x="7969629" y="1777609"/>
              <ns1:ext cx="2877310" cy="323165"/>
            </ns1:xfrm>
            <ns1:prstGeom prst="rect">
              <ns1:avLst/>
            </ns1:prstGeom>
            <ns1:noFill/>
          </ns0:spPr>
          <ns0:txBody>
            <ns1:bodyPr wrap="square" rtlCol="0">
              <ns1:spAutoFit/>
            </ns1:bodyPr>
            <ns1:lstStyle/>
            <ns1:p>
              <ns1:pPr algn="ctr"/>
              <ns1:r>
                <ns1:rPr lang="en-US" sz="1500">
                  <ns1:solidFill>
                    <ns1:schemeClr val="tx1">
                      <ns1:lumMod val="75000"/>
                      <ns1:lumOff val="25000"/>
                    </ns1:schemeClr>
                  </ns1:solidFill>
                  <ns1:latin typeface="Poppins SemiBold" panose="00000700000000000000" pitchFamily="2" charset="0"/>
                  <ns1:ea typeface="Lato" panose="020F0502020204030203" pitchFamily="34" charset="0"/>
                  <ns1:cs typeface="Poppins SemiBold" panose="00000700000000000000" pitchFamily="2" charset="0"/>
                </ns1:rPr>
                <ns1:t>{SlideSectionLabel}</ns1:t>
              </ns1:r>
            </ns1:p>
          </ns0:txBody>
        </ns0:sp>
        <ns0:sp>
          <ns0:nvSpPr>
            <ns0:cNvPr id="76" name="Rectangle 75">
              <ns1:extLst>
                <ns1:ext uri="{FF2B5EF4-FFF2-40B4-BE49-F238E27FC236}">
                  <ns2:creationId id="{B2CF80C5-BF3E-47FC-9AE9-6ED26D48CE1A}"/>
                </ns1:ext>
              </ns1:extLst>
            </ns0:cNvPr>
            <ns0:cNvSpPr/>
            <ns0:nvPr/>
          </ns0:nvSpPr>
          <ns0:spPr>
            <ns1:xfrm>
              <ns1:off x="7981575" y="5425979"/>
              <ns1:ext cx="2877310" cy="820682"/>
            </ns1:xfrm>
            <ns1:prstGeom prst="rect">
              <ns1:avLst/>
            </ns1:prstGeom>
            <ns1:solidFill>
              <ns1:schemeClr val="bg1">
                <ns1:lumMod val="95000"/>
              </ns1:schemeClr>
            </ns1:solidFill>
            <ns1:ln>
              <ns1:noFill/>
            </ns1:ln>
          </ns0:spPr>
          <ns0:style>
            <ns1:lnRef idx="2">
              <ns1:schemeClr val="accent1">
                <ns1:shade val="50000"/>
              </ns1:schemeClr>
            </ns1:lnRef>
            <ns1:fillRef idx="1">
              <ns1:schemeClr val="accent1"/>
            </ns1:fillRef>
            <ns1:effectRef idx="0">
              <ns1:schemeClr val="accent1"/>
            </ns1:effectRef>
            <ns1:fontRef idx="minor">
              <ns1:schemeClr val="lt1"/>
            </ns1:fontRef>
          </ns0:style>
          <ns0:txBody>
            <ns1:bodyPr rtlCol="0" anchor="ctr"/>
            <ns1:lstStyle/>
            <ns1:p>
              <ns1:pPr algn="ctr"/>
              <ns1:endParaRPr lang="en-US"/>
            </ns1:p>
          </ns0:txBody>
        </ns0:sp>
        <ns0:sp>
          <ns0:nvSpPr>
            <ns0:cNvPr id="77" name="Rectangle: Rounded Corners 76">
              <ns1:extLst>
                <ns1:ext uri="{FF2B5EF4-FFF2-40B4-BE49-F238E27FC236}">
                  <ns2:creationId id="{915F792D-F9A3-400A-A3A1-E21076995854}"/>
                </ns1:ext>
              </ns1:extLst>
            </ns0:cNvPr>
            <ns0:cNvSpPr/>
            <ns0:nvPr/>
          </ns0:nvSpPr>
          <ns0:spPr>
            <ns1:xfrm>
              <ns1:off x="8586943" y="5594610"/>
              <ns1:ext cx="1654629" cy="483420"/>
            </ns1:xfrm>
            <ns1:prstGeom prst="roundRect">
              <ns1:avLst>
                <ns1:gd name="adj" fmla="val 50000"/>
              </ns1:avLst>
            </ns1:prstGeom>
            <ns1:solidFill>
              <ns1:schemeClr val="accent1"/>
            </ns1:solidFill>
            <ns1:ln>
              <ns1:noFill/>
            </ns1:ln>
          </ns0:spPr>
          <ns0:style>
            <ns1:lnRef idx="2">
              <ns1:schemeClr val="accent1">
                <ns1:shade val="50000"/>
              </ns1:schemeClr>
            </ns1:lnRef>
            <ns1:fillRef idx="1">
              <ns1:schemeClr val="accent1"/>
            </ns1:fillRef>
            <ns1:effectRef idx="0">
              <ns1:schemeClr val="accent1"/>
            </ns1:effectRef>
            <ns1:fontRef idx="minor">
              <ns1:schemeClr val="lt1"/>
            </ns1:fontRef>
          </ns0:style>
          <ns0:txBody>
            <ns1:bodyPr rtlCol="0" anchor="ctr"/>
            <ns1:lstStyle/>
            <ns1:p>
              <ns1:pPr algn="ctr"/>
              <ns1:r>
                <ns1:rPr lang="en-US" sz="1200" spc="100">
                  <ns1:latin typeface="Poppins SemiBold" panose="00000700000000000000" pitchFamily="2" charset="0"/>
                  <ns1:cs typeface="Poppins SemiBold" panose="00000700000000000000" pitchFamily="2" charset="0"/>
                </ns1:rPr>
                <ns1:t>{SlideSupportingContent}</ns1:t>
              </ns1:r>
            </ns1:p>
          </ns0:txBody>
        </ns0:sp>
        <ns0:sp>
          <ns0:nvSpPr>
            <ns0:cNvPr id="92" name="TextBox 91">
              <ns1:extLst>
                <ns1:ext uri="{FF2B5EF4-FFF2-40B4-BE49-F238E27FC236}">
                  <ns2:creationId id="{A4CA149B-8BB6-41D8-8D82-CBDFE5BEC52E}"/>
                </ns1:ext>
              </ns1:extLst>
            </ns0:cNvPr>
            <ns0:cNvSpPr txBox="1"/>
            <ns0:nvPr/>
          </ns0:nvSpPr>
          <ns0:spPr>
            <ns1:xfrm>
              <ns1:off x="8209761" y="3350368"/>
              <ns1:ext cx="2430316" cy="261610"/>
            </ns1:xfrm>
            <ns1:prstGeom prst="rect">
              <ns1:avLst/>
            </ns1:prstGeom>
            <ns1:noFill/>
          </ns0:spPr>
          <ns0:txBody>
            <ns1:bodyPr wrap="square" rtlCol="0">
              <ns1:spAutoFit/>
            </ns1:bodyPr>
            <ns1:lstStyle/>
            <ns1:p>
              <ns1:pPr algn="ctr"/>
              <ns1:r>
                <ns1:rPr lang="en-US" sz="1100" spc="100">
                  <ns1:solidFill>
                    <ns1:schemeClr val="tx1">
                      <ns1:lumMod val="65000"/>
                      <ns1:lumOff val="35000"/>
                    </ns1:schemeClr>
                  </ns1:solidFill>
                  <ns1:latin typeface="Poppins" panose="00000500000000000000" pitchFamily="2" charset="0"/>
                  <ns1:ea typeface="Lato" panose="020F0502020204030203" pitchFamily="34" charset="0"/>
                  <ns1:cs typeface="Poppins" panose="00000500000000000000" pitchFamily="2" charset="0"/>
                </ns1:rPr>
                <ns1:t>{SlideSupportingContent}</ns1:t>
              </ns1:r>
            </ns1:p>
          </ns0:txBody>
        </ns0:sp>
        <ns0:sp>
          <ns0:nvSpPr>
            <ns0:cNvPr id="93" name="TextBox 92">
              <ns1:extLst>
                <ns1:ext uri="{FF2B5EF4-FFF2-40B4-BE49-F238E27FC236}">
                  <ns2:creationId id="{766D6257-BAFD-440F-8209-0313D9538A37}"/>
                </ns1:ext>
              </ns1:extLst>
            </ns0:cNvPr>
            <ns0:cNvSpPr txBox="1"/>
            <ns0:nvPr/>
          </ns0:nvSpPr>
          <ns0:spPr>
            <ns1:xfrm>
              <ns1:off x="8200383" y="3691002"/>
              <ns1:ext cx="2430316" cy="261610"/>
            </ns1:xfrm>
            <ns1:prstGeom prst="rect">
              <ns1:avLst/>
            </ns1:prstGeom>
            <ns1:noFill/>
          </ns0:spPr>
          <ns0:txBody>
            <ns1:bodyPr wrap="square" rtlCol="0">
              <ns1:spAutoFit/>
            </ns1:bodyPr>
            <ns1:lstStyle/>
            <ns1:p>
              <ns1:pPr algn="ctr"/>
              <ns1:r>
                <ns1:rPr lang="en-US" sz="1100" spc="100">
                  <ns1:solidFill>
                    <ns1:schemeClr val="tx1">
                      <ns1:lumMod val="65000"/>
                      <ns1:lumOff val="35000"/>
                    </ns1:schemeClr>
                  </ns1:solidFill>
                  <ns1:latin typeface="Poppins" panose="00000500000000000000" pitchFamily="2" charset="0"/>
                  <ns1:ea typeface="Lato" panose="020F0502020204030203" pitchFamily="34" charset="0"/>
                  <ns1:cs typeface="Poppins" panose="00000500000000000000" pitchFamily="2" charset="0"/>
                </ns1:rPr>
                <ns1:t>{SlideSupportingContent}</ns1:t>
              </ns1:r>
            </ns1:p>
          </ns0:txBody>
        </ns0:sp>
        <ns0:sp>
          <ns0:nvSpPr>
            <ns0:cNvPr id="94" name="TextBox 93">
              <ns1:extLst>
                <ns1:ext uri="{FF2B5EF4-FFF2-40B4-BE49-F238E27FC236}">
                  <ns2:creationId id="{54778D31-9AC3-42C5-BF94-AB6739998931}"/>
                </ns1:ext>
              </ns1:extLst>
            </ns0:cNvPr>
            <ns0:cNvSpPr txBox="1"/>
            <ns0:nvPr/>
          </ns0:nvSpPr>
          <ns0:spPr>
            <ns1:xfrm>
              <ns1:off x="8209761" y="4050780"/>
              <ns1:ext cx="2430316" cy="261610"/>
            </ns1:xfrm>
            <ns1:prstGeom prst="rect">
              <ns1:avLst/>
            </ns1:prstGeom>
            <ns1:noFill/>
          </ns0:spPr>
          <ns0:txBody>
            <ns1:bodyPr wrap="square" rtlCol="0">
              <ns1:spAutoFit/>
            </ns1:bodyPr>
            <ns1:lstStyle/>
            <ns1:p>
              <ns1:pPr algn="ctr"/>
              <ns1:r>
                <ns1:rPr lang="en-US" sz="1100" spc="100">
                  <ns1:solidFill>
                    <ns1:schemeClr val="tx1">
                      <ns1:lumMod val="65000"/>
                      <ns1:lumOff val="35000"/>
                    </ns1:schemeClr>
                  </ns1:solidFill>
                  <ns1:latin typeface="Poppins" panose="00000500000000000000" pitchFamily="2" charset="0"/>
                  <ns1:ea typeface="Lato" panose="020F0502020204030203" pitchFamily="34" charset="0"/>
                  <ns1:cs typeface="Poppins" panose="00000500000000000000" pitchFamily="2" charset="0"/>
                </ns1:rPr>
                <ns1:t>{SlideSupportingContent}</ns1:t>
              </ns1:r>
            </ns1:p>
          </ns0:txBody>
        </ns0:sp>
        <ns0:sp>
          <ns0:nvSpPr>
            <ns0:cNvPr id="95" name="TextBox 94">
              <ns1:extLst>
                <ns1:ext uri="{FF2B5EF4-FFF2-40B4-BE49-F238E27FC236}">
                  <ns2:creationId id="{95A30ACA-0824-47F8-AB19-C1C7FBA2520D}"/>
                </ns1:ext>
              </ns1:extLst>
            </ns0:cNvPr>
            <ns0:cNvSpPr txBox="1"/>
            <ns0:nvPr/>
          </ns0:nvSpPr>
          <ns0:spPr>
            <ns1:xfrm>
              <ns1:off x="8204612" y="4393365"/>
              <ns1:ext cx="2430316" cy="261610"/>
            </ns1:xfrm>
            <ns1:prstGeom prst="rect">
              <ns1:avLst/>
            </ns1:prstGeom>
            <ns1:noFill/>
          </ns0:spPr>
          <ns0:txBody>
            <ns1:bodyPr wrap="square" rtlCol="0">
              <ns1:spAutoFit/>
            </ns1:bodyPr>
            <ns1:lstStyle/>
            <ns1:p>
              <ns1:pPr algn="ctr"/>
              <ns1:r>
                <ns1:rPr lang="en-US" sz="1100" spc="100">
                  <ns1:solidFill>
                    <ns1:schemeClr val="tx1">
                      <ns1:lumMod val="65000"/>
                      <ns1:lumOff val="35000"/>
                    </ns1:schemeClr>
                  </ns1:solidFill>
                  <ns1:latin typeface="Poppins" panose="00000500000000000000" pitchFamily="2" charset="0"/>
                  <ns1:ea typeface="Lato" panose="020F0502020204030203" pitchFamily="34" charset="0"/>
                  <ns1:cs typeface="Poppins" panose="00000500000000000000" pitchFamily="2" charset="0"/>
                </ns1:rPr>
                <ns1:t>{SlideSupportingContent}</ns1:t>
              </ns1:r>
            </ns1:p>
          </ns0:txBody>
        </ns0:sp>
        <ns0:sp>
          <ns0:nvSpPr>
            <ns0:cNvPr id="96" name="TextBox 95">
              <ns1:extLst>
                <ns1:ext uri="{FF2B5EF4-FFF2-40B4-BE49-F238E27FC236}">
                  <ns2:creationId id="{B93B1C52-9715-43D8-AEF4-D1707BEE52FE}"/>
                </ns1:ext>
              </ns1:extLst>
            </ns0:cNvPr>
            <ns0:cNvSpPr txBox="1"/>
            <ns0:nvPr/>
          </ns0:nvSpPr>
          <ns0:spPr>
            <ns1:xfrm>
              <ns1:off x="8205898" y="4747958"/>
              <ns1:ext cx="2430316" cy="261610"/>
            </ns1:xfrm>
            <ns1:prstGeom prst="rect">
              <ns1:avLst/>
            </ns1:prstGeom>
            <ns1:noFill/>
          </ns0:spPr>
          <ns0:txBody>
            <ns1:bodyPr wrap="square" rtlCol="0">
              <ns1:spAutoFit/>
            </ns1:bodyPr>
            <ns1:lstStyle/>
            <ns1:p>
              <ns1:pPr algn="ctr"/>
              <ns1:r>
                <ns1:rPr lang="en-US" sz="1100" spc="100">
                  <ns1:solidFill>
                    <ns1:schemeClr val="tx1">
                      <ns1:lumMod val="65000"/>
                      <ns1:lumOff val="35000"/>
                    </ns1:schemeClr>
                  </ns1:solidFill>
                  <ns1:latin typeface="Poppins" panose="00000500000000000000" pitchFamily="2" charset="0"/>
                  <ns1:ea typeface="Lato" panose="020F0502020204030203" pitchFamily="34" charset="0"/>
                  <ns1:cs typeface="Poppins" panose="00000500000000000000" pitchFamily="2" charset="0"/>
                </ns1:rPr>
                <ns1:t>{SlideSupportingContent}</ns1:t>
              </ns1:r>
            </ns1:p>
          </ns0:txBody>
        </ns0:sp>
      </ns0:grpSp>
    </ns0:spTree>
    <ns0:extLst>
      <ns0:ext uri="{BB962C8B-B14F-4D97-AF65-F5344CB8AC3E}">
        <ns3:creationId val="496262539"/>
      </ns0:ext>
    </ns0:extLst>
  </ns0:cSld>
  <ns0:clrMapOvr>
    <ns1:masterClrMapping/>
  </ns0:clrMapOvr>
</ns0:sld>
</file>

<file path=ppt/slides/slide28.xml><?xml version="1.0" encoding="utf-8"?>
<ns0:sld xmlns:ns0="http://schemas.openxmlformats.org/presentationml/2006/main" xmlns:ns1="http://schemas.openxmlformats.org/drawingml/2006/main" xmlns:ns2="http://schemas.microsoft.com/office/drawing/2014/main" xmlns:ns3="http://schemas.microsoft.com/office/powerpoint/2010/main" xmlns:ns4="http://schemas.openxmlformats.org/drawingml/2006/chart" xmlns:ns5="http://schemas.openxmlformats.org/officeDocument/2006/relationships" xmlns:ns6="http://schemas.microsoft.com/office/drawing/2010/main">
  <ns0:cSld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graphicFrame>
        <ns0:nvGraphicFramePr>
          <ns0:cNvPr id="2" name="Chart 1">
            <ns1:extLst>
              <ns1:ext uri="{FF2B5EF4-FFF2-40B4-BE49-F238E27FC236}">
                <ns2:creationId id="{5CDEF8D2-98B0-4460-A5C7-EABB0166F320}"/>
              </ns1:ext>
            </ns1:extLst>
          </ns0:cNvPr>
          <ns0:cNvGraphicFramePr/>
          <ns0:nvPr>
            <ns0:extLst>
              <ns0:ext uri="{D42A27DB-BD31-4B8C-83A1-F6EECF244321}">
                <ns3:modId val="365509620"/>
              </ns0:ext>
            </ns0:extLst>
          </ns0:nvPr>
        </ns0:nvGraphicFramePr>
        <ns0:xfrm>
          <ns1:off x="591402" y="2145381"/>
          <ns1:ext cx="6000467" cy="4259594"/>
        </ns0:xfrm>
        <ns1:graphic>
          <ns1:graphicData uri="http://schemas.openxmlformats.org/drawingml/2006/chart">
            <ns4:chart ns5:id="rId2"/>
          </ns1:graphicData>
        </ns1:graphic>
      </ns0:graphicFrame>
      <ns0:grpSp>
        <ns0:nvGrpSpPr>
          <ns0:cNvPr id="42" name="Group 41">
            <ns1:extLst>
              <ns1:ext uri="{FF2B5EF4-FFF2-40B4-BE49-F238E27FC236}">
                <ns2:creationId id="{D13F18A0-151A-4A60-B830-A8155E1D3757}"/>
              </ns1:ext>
            </ns1:extLst>
          </ns0:cNvPr>
          <ns0:cNvGrpSpPr/>
          <ns0:nvPr/>
        </ns0:nvGrpSpPr>
        <ns0:grpSpPr>
          <ns1:xfrm>
            <ns1:off x="7191615" y="4489336"/>
            <ns1:ext cx="298157" cy="238620"/>
            <ns1:chOff x="10755313" y="4014788"/>
            <ns1:chExt cx="1001712" cy="801688"/>
          </ns1:xfrm>
          <ns1:solidFill>
            <ns1:schemeClr val="accent4">
              <ns1:lumMod val="40000"/>
              <ns1:lumOff val="60000"/>
            </ns1:schemeClr>
          </ns1:solidFill>
        </ns0:grpSpPr>
        <ns0:sp>
          <ns0:nvSpPr>
            <ns0:cNvPr id="43" name="Freeform 30">
              <ns1:extLst>
                <ns1:ext uri="{FF2B5EF4-FFF2-40B4-BE49-F238E27FC236}">
                  <ns2:creationId id="{25588531-F329-4F3F-B021-5278E7B548C2}"/>
                </ns1:ext>
              </ns1:extLst>
            </ns0:cNvPr>
            <ns0:cNvSpPr>
              <ns1:spLocks/>
            </ns0:cNvSpPr>
            <ns0:nvPr/>
          </ns0:nvSpPr>
          <ns0:spPr bwMode="auto">
            <ns1:xfrm>
              <ns1:off x="10755313" y="4014788"/>
              <ns1:ext cx="1001712" cy="669925"/>
            </ns1:xfrm>
            <ns1:custGeom>
              <ns1:avLst/>
              <ns1:gdLst>
                <ns1:gd name="T0" fmla="*/ 193 w 264"/>
                <ns1:gd name="T1" fmla="*/ 176 h 176"/>
                <ns1:gd name="T2" fmla="*/ 184 w 264"/>
                <ns1:gd name="T3" fmla="*/ 167 h 176"/>
                <ns1:gd name="T4" fmla="*/ 193 w 264"/>
                <ns1:gd name="T5" fmla="*/ 159 h 176"/>
                <ns1:gd name="T6" fmla="*/ 211 w 264"/>
                <ns1:gd name="T7" fmla="*/ 158 h 176"/>
                <ns1:gd name="T8" fmla="*/ 212 w 264"/>
                <ns1:gd name="T9" fmla="*/ 158 h 176"/>
                <ns1:gd name="T10" fmla="*/ 212 w 264"/>
                <ns1:gd name="T11" fmla="*/ 158 h 176"/>
                <ns1:gd name="T12" fmla="*/ 246 w 264"/>
                <ns1:gd name="T13" fmla="*/ 123 h 176"/>
                <ns1:gd name="T14" fmla="*/ 211 w 264"/>
                <ns1:gd name="T15" fmla="*/ 88 h 176"/>
                <ns1:gd name="T16" fmla="*/ 203 w 264"/>
                <ns1:gd name="T17" fmla="*/ 89 h 176"/>
                <ns1:gd name="T18" fmla="*/ 195 w 264"/>
                <ns1:gd name="T19" fmla="*/ 87 h 176"/>
                <ns1:gd name="T20" fmla="*/ 193 w 264"/>
                <ns1:gd name="T21" fmla="*/ 79 h 176"/>
                <ns1:gd name="T22" fmla="*/ 194 w 264"/>
                <ns1:gd name="T23" fmla="*/ 70 h 176"/>
                <ns1:gd name="T24" fmla="*/ 141 w 264"/>
                <ns1:gd name="T25" fmla="*/ 18 h 176"/>
                <ns1:gd name="T26" fmla="*/ 88 w 264"/>
                <ns1:gd name="T27" fmla="*/ 66 h 176"/>
                <ns1:gd name="T28" fmla="*/ 84 w 264"/>
                <ns1:gd name="T29" fmla="*/ 72 h 176"/>
                <ns1:gd name="T30" fmla="*/ 77 w 264"/>
                <ns1:gd name="T31" fmla="*/ 73 h 176"/>
                <ns1:gd name="T32" fmla="*/ 62 w 264"/>
                <ns1:gd name="T33" fmla="*/ 70 h 176"/>
                <ns1:gd name="T34" fmla="*/ 18 w 264"/>
                <ns1:gd name="T35" fmla="*/ 114 h 176"/>
                <ns1:gd name="T36" fmla="*/ 60 w 264"/>
                <ns1:gd name="T37" fmla="*/ 158 h 176"/>
                <ns1:gd name="T38" fmla="*/ 61 w 264"/>
                <ns1:gd name="T39" fmla="*/ 158 h 176"/>
                <ns1:gd name="T40" fmla="*/ 65 w 264"/>
                <ns1:gd name="T41" fmla="*/ 159 h 176"/>
                <ns1:gd name="T42" fmla="*/ 80 w 264"/>
                <ns1:gd name="T43" fmla="*/ 159 h 176"/>
                <ns1:gd name="T44" fmla="*/ 88 w 264"/>
                <ns1:gd name="T45" fmla="*/ 167 h 176"/>
                <ns1:gd name="T46" fmla="*/ 80 w 264"/>
                <ns1:gd name="T47" fmla="*/ 176 h 176"/>
                <ns1:gd name="T48" fmla="*/ 63 w 264"/>
                <ns1:gd name="T49" fmla="*/ 176 h 176"/>
                <ns1:gd name="T50" fmla="*/ 62 w 264"/>
                <ns1:gd name="T51" fmla="*/ 176 h 176"/>
                <ns1:gd name="T52" fmla="*/ 0 w 264"/>
                <ns1:gd name="T53" fmla="*/ 114 h 176"/>
                <ns1:gd name="T54" fmla="*/ 62 w 264"/>
                <ns1:gd name="T55" fmla="*/ 53 h 176"/>
                <ns1:gd name="T56" fmla="*/ 73 w 264"/>
                <ns1:gd name="T57" fmla="*/ 54 h 176"/>
                <ns1:gd name="T58" fmla="*/ 141 w 264"/>
                <ns1:gd name="T59" fmla="*/ 0 h 176"/>
                <ns1:gd name="T60" fmla="*/ 211 w 264"/>
                <ns1:gd name="T61" fmla="*/ 70 h 176"/>
                <ns1:gd name="T62" fmla="*/ 211 w 264"/>
                <ns1:gd name="T63" fmla="*/ 70 h 176"/>
                <ns1:gd name="T64" fmla="*/ 211 w 264"/>
                <ns1:gd name="T65" fmla="*/ 70 h 176"/>
                <ns1:gd name="T66" fmla="*/ 264 w 264"/>
                <ns1:gd name="T67" fmla="*/ 123 h 176"/>
                <ns1:gd name="T68" fmla="*/ 211 w 264"/>
                <ns1:gd name="T69" fmla="*/ 176 h 176"/>
                <ns1:gd name="T70" fmla="*/ 210 w 264"/>
                <ns1:gd name="T71" fmla="*/ 176 h 176"/>
                <ns1:gd name="T72" fmla="*/ 193 w 264"/>
                <ns1:gd name="T73" fmla="*/ 176 h 176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  <ns1:cxn ang="0">
                  <ns1:pos x="T14" y="T15"/>
                </ns1:cxn>
                <ns1:cxn ang="0">
                  <ns1:pos x="T16" y="T17"/>
                </ns1:cxn>
                <ns1:cxn ang="0">
                  <ns1:pos x="T18" y="T19"/>
                </ns1:cxn>
                <ns1:cxn ang="0">
                  <ns1:pos x="T20" y="T21"/>
                </ns1:cxn>
                <ns1:cxn ang="0">
                  <ns1:pos x="T22" y="T23"/>
                </ns1:cxn>
                <ns1:cxn ang="0">
                  <ns1:pos x="T24" y="T25"/>
                </ns1:cxn>
                <ns1:cxn ang="0">
                  <ns1:pos x="T26" y="T27"/>
                </ns1:cxn>
                <ns1:cxn ang="0">
                  <ns1:pos x="T28" y="T29"/>
                </ns1:cxn>
                <ns1:cxn ang="0">
                  <ns1:pos x="T30" y="T31"/>
                </ns1:cxn>
                <ns1:cxn ang="0">
                  <ns1:pos x="T32" y="T33"/>
                </ns1:cxn>
                <ns1:cxn ang="0">
                  <ns1:pos x="T34" y="T35"/>
                </ns1:cxn>
                <ns1:cxn ang="0">
                  <ns1:pos x="T36" y="T37"/>
                </ns1:cxn>
                <ns1:cxn ang="0">
                  <ns1:pos x="T38" y="T39"/>
                </ns1:cxn>
                <ns1:cxn ang="0">
                  <ns1:pos x="T40" y="T41"/>
                </ns1:cxn>
                <ns1:cxn ang="0">
                  <ns1:pos x="T42" y="T43"/>
                </ns1:cxn>
                <ns1:cxn ang="0">
                  <ns1:pos x="T44" y="T45"/>
                </ns1:cxn>
                <ns1:cxn ang="0">
                  <ns1:pos x="T46" y="T47"/>
                </ns1:cxn>
                <ns1:cxn ang="0">
                  <ns1:pos x="T48" y="T49"/>
                </ns1:cxn>
                <ns1:cxn ang="0">
                  <ns1:pos x="T50" y="T51"/>
                </ns1:cxn>
                <ns1:cxn ang="0">
                  <ns1:pos x="T52" y="T53"/>
                </ns1:cxn>
                <ns1:cxn ang="0">
                  <ns1:pos x="T54" y="T55"/>
                </ns1:cxn>
                <ns1:cxn ang="0">
                  <ns1:pos x="T56" y="T57"/>
                </ns1:cxn>
                <ns1:cxn ang="0">
                  <ns1:pos x="T58" y="T59"/>
                </ns1:cxn>
                <ns1:cxn ang="0">
                  <ns1:pos x="T60" y="T61"/>
                </ns1:cxn>
                <ns1:cxn ang="0">
                  <ns1:pos x="T62" y="T63"/>
                </ns1:cxn>
                <ns1:cxn ang="0">
                  <ns1:pos x="T64" y="T65"/>
                </ns1:cxn>
                <ns1:cxn ang="0">
                  <ns1:pos x="T66" y="T67"/>
                </ns1:cxn>
                <ns1:cxn ang="0">
                  <ns1:pos x="T68" y="T69"/>
                </ns1:cxn>
                <ns1:cxn ang="0">
                  <ns1:pos x="T70" y="T71"/>
                </ns1:cxn>
                <ns1:cxn ang="0">
                  <ns1:pos x="T72" y="T73"/>
                </ns1:cxn>
              </ns1:cxnLst>
              <ns1:rect l="0" t="0" r="r" b="b"/>
              <ns1:pathLst>
                <ns1:path w="264" h="176">
                  <ns1:moveTo>
                    <ns1:pt x="193" y="176"/>
                  </ns1:moveTo>
                  <ns1:cubicBezTo>
                    <ns1:pt x="188" y="176"/>
                    <ns1:pt x="184" y="172"/>
                    <ns1:pt x="184" y="167"/>
                  </ns1:cubicBezTo>
                  <ns1:cubicBezTo>
                    <ns1:pt x="184" y="162"/>
                    <ns1:pt x="188" y="159"/>
                    <ns1:pt x="193" y="159"/>
                  </ns1:cubicBezTo>
                  <ns1:cubicBezTo>
                    <ns1:pt x="211" y="158"/>
                    <ns1:pt x="211" y="158"/>
                    <ns1:pt x="211" y="158"/>
                  </ns1:cubicBezTo>
                  <ns1:cubicBezTo>
                    <ns1:pt x="211" y="158"/>
                    <ns1:pt x="212" y="158"/>
                    <ns1:pt x="212" y="158"/>
                  </ns1:cubicBezTo>
                  <ns1:cubicBezTo>
                    <ns1:pt x="212" y="158"/>
                    <ns1:pt x="212" y="158"/>
                    <ns1:pt x="212" y="158"/>
                  </ns1:cubicBezTo>
                  <ns1:cubicBezTo>
                    <ns1:pt x="231" y="158"/>
                    <ns1:pt x="246" y="142"/>
                    <ns1:pt x="246" y="123"/>
                  </ns1:cubicBezTo>
                  <ns1:cubicBezTo>
                    <ns1:pt x="246" y="104"/>
                    <ns1:pt x="231" y="88"/>
                    <ns1:pt x="211" y="88"/>
                  </ns1:cubicBezTo>
                  <ns1:cubicBezTo>
                    <ns1:pt x="209" y="88"/>
                    <ns1:pt x="206" y="88"/>
                    <ns1:pt x="203" y="89"/>
                  </ns1:cubicBezTo>
                  <ns1:cubicBezTo>
                    <ns1:pt x="201" y="90"/>
                    <ns1:pt x="198" y="89"/>
                    <ns1:pt x="195" y="87"/>
                  </ns1:cubicBezTo>
                  <ns1:cubicBezTo>
                    <ns1:pt x="193" y="85"/>
                    <ns1:pt x="192" y="82"/>
                    <ns1:pt x="193" y="79"/>
                  </ns1:cubicBezTo>
                  <ns1:cubicBezTo>
                    <ns1:pt x="193" y="76"/>
                    <ns1:pt x="194" y="73"/>
                    <ns1:pt x="194" y="70"/>
                  </ns1:cubicBezTo>
                  <ns1:cubicBezTo>
                    <ns1:pt x="194" y="41"/>
                    <ns1:pt x="170" y="18"/>
                    <ns1:pt x="141" y="18"/>
                  </ns1:cubicBezTo>
                  <ns1:cubicBezTo>
                    <ns1:pt x="113" y="18"/>
                    <ns1:pt x="91" y="38"/>
                    <ns1:pt x="88" y="66"/>
                  </ns1:cubicBezTo>
                  <ns1:cubicBezTo>
                    <ns1:pt x="88" y="68"/>
                    <ns1:pt x="87" y="71"/>
                    <ns1:pt x="84" y="72"/>
                  </ns1:cubicBezTo>
                  <ns1:cubicBezTo>
                    <ns1:pt x="82" y="74"/>
                    <ns1:pt x="79" y="74"/>
                    <ns1:pt x="77" y="73"/>
                  </ns1:cubicBezTo>
                  <ns1:cubicBezTo>
                    <ns1:pt x="71" y="71"/>
                    <ns1:pt x="67" y="70"/>
                    <ns1:pt x="62" y="70"/>
                  </ns1:cubicBezTo>
                  <ns1:cubicBezTo>
                    <ns1:pt x="37" y="70"/>
                    <ns1:pt x="18" y="90"/>
                    <ns1:pt x="18" y="114"/>
                  </ns1:cubicBezTo>
                  <ns1:cubicBezTo>
                    <ns1:pt x="18" y="138"/>
                    <ns1:pt x="37" y="158"/>
                    <ns1:pt x="60" y="158"/>
                  </ns1:cubicBezTo>
                  <ns1:cubicBezTo>
                    <ns1:pt x="61" y="158"/>
                    <ns1:pt x="61" y="158"/>
                    <ns1:pt x="61" y="158"/>
                  </ns1:cubicBezTo>
                  <ns1:cubicBezTo>
                    <ns1:pt x="65" y="159"/>
                    <ns1:pt x="65" y="159"/>
                    <ns1:pt x="65" y="159"/>
                  </ns1:cubicBezTo>
                  <ns1:cubicBezTo>
                    <ns1:pt x="80" y="159"/>
                    <ns1:pt x="80" y="159"/>
                    <ns1:pt x="80" y="159"/>
                  </ns1:cubicBezTo>
                  <ns1:cubicBezTo>
                    <ns1:pt x="85" y="159"/>
                    <ns1:pt x="88" y="162"/>
                    <ns1:pt x="88" y="167"/>
                  </ns1:cubicBezTo>
                  <ns1:cubicBezTo>
                    <ns1:pt x="88" y="172"/>
                    <ns1:pt x="85" y="176"/>
                    <ns1:pt x="80" y="176"/>
                  </ns1:cubicBezTo>
                  <ns1:cubicBezTo>
                    <ns1:pt x="63" y="176"/>
                    <ns1:pt x="63" y="176"/>
                    <ns1:pt x="63" y="176"/>
                  </ns1:cubicBezTo>
                  <ns1:cubicBezTo>
                    <ns1:pt x="62" y="176"/>
                    <ns1:pt x="62" y="176"/>
                    <ns1:pt x="62" y="176"/>
                  </ns1:cubicBezTo>
                  <ns1:cubicBezTo>
                    <ns1:pt x="28" y="176"/>
                    <ns1:pt x="0" y="148"/>
                    <ns1:pt x="0" y="114"/>
                  </ns1:cubicBezTo>
                  <ns1:cubicBezTo>
                    <ns1:pt x="0" y="80"/>
                    <ns1:pt x="28" y="53"/>
                    <ns1:pt x="62" y="53"/>
                  </ns1:cubicBezTo>
                  <ns1:cubicBezTo>
                    <ns1:pt x="65" y="53"/>
                    <ns1:pt x="69" y="53"/>
                    <ns1:pt x="73" y="54"/>
                  </ns1:cubicBezTo>
                  <ns1:cubicBezTo>
                    <ns1:pt x="80" y="23"/>
                    <ns1:pt x="108" y="0"/>
                    <ns1:pt x="141" y="0"/>
                  </ns1:cubicBezTo>
                  <ns1:cubicBezTo>
                    <ns1:pt x="180" y="0"/>
                    <ns1:pt x="211" y="32"/>
                    <ns1:pt x="211" y="70"/>
                  </ns1:cubicBezTo>
                  <ns1:cubicBezTo>
                    <ns1:pt x="211" y="70"/>
                    <ns1:pt x="211" y="70"/>
                    <ns1:pt x="211" y="70"/>
                  </ns1:cubicBezTo>
                  <ns1:cubicBezTo>
                    <ns1:pt x="211" y="70"/>
                    <ns1:pt x="211" y="70"/>
                    <ns1:pt x="211" y="70"/>
                  </ns1:cubicBezTo>
                  <ns1:cubicBezTo>
                    <ns1:pt x="240" y="70"/>
                    <ns1:pt x="264" y="94"/>
                    <ns1:pt x="264" y="123"/>
                  </ns1:cubicBezTo>
                  <ns1:cubicBezTo>
                    <ns1:pt x="264" y="152"/>
                    <ns1:pt x="240" y="176"/>
                    <ns1:pt x="211" y="176"/>
                  </ns1:cubicBezTo>
                  <ns1:cubicBezTo>
                    <ns1:pt x="211" y="176"/>
                    <ns1:pt x="211" y="176"/>
                    <ns1:pt x="210" y="176"/>
                  </ns1:cubicBezTo>
                  <ns1:lnTo>
                    <ns1:pt x="193" y="176"/>
                  </ns1:lnTo>
                  <ns1:close/>
                </ns1:path>
              </ns1:pathLst>
            </ns1:custGeom>
            <ns1:grpFill/>
            <ns1:ln>
              <ns1:noFill/>
            </ns1:ln>
            <ns1:extLst>
              <ns1:ext uri="{91240B29-F687-4F45-9708-019B960494DF}">
                <ns6:hiddenLine w="9525">
                  <ns1:solidFill>
                    <ns1:srgbClr val="000000"/>
                  </ns1:solidFill>
                  <ns1:round/>
                  <ns1:headEnd/>
                  <ns1:tailEnd/>
                </ns6:hiddenLine>
              </ns1:ext>
            </ns1:extLst>
          </ns0:spPr>
          <ns0:txBody>
            <ns1:bodyPr vert="horz" wrap="square" lIns="91440" tIns="45720" rIns="91440" bIns="45720" numCol="1" anchor="t" anchorCtr="0" compatLnSpc="1">
              <ns1:prstTxWarp prst="textNoShape">
                <ns1:avLst/>
              </ns1:prstTxWarp>
            </ns1:bodyPr>
            <ns1:lstStyle/>
            <ns1:p>
              <ns1:endParaRPr lang="id-ID" sz="2700"/>
            </ns1:p>
          </ns0:txBody>
        </ns0:sp>
        <ns0:sp>
          <ns0:nvSpPr>
            <ns0:cNvPr id="44" name="Freeform 31">
              <ns1:extLst>
                <ns1:ext uri="{FF2B5EF4-FFF2-40B4-BE49-F238E27FC236}">
                  <ns2:creationId id="{DD9EACF8-DF7E-4767-A905-B5D484A0B2CC}"/>
                </ns1:ext>
              </ns1:extLst>
            </ns0:cNvPr>
            <ns0:cNvSpPr>
              <ns1:spLocks/>
            </ns0:cNvSpPr>
            <ns0:nvPr/>
          </ns0:nvSpPr>
          <ns0:spPr bwMode="auto">
            <ns1:xfrm>
              <ns1:off x="11122025" y="4251326"/>
              <ns1:ext cx="334962" cy="565150"/>
            </ns1:xfrm>
            <ns1:custGeom>
              <ns1:avLst/>
              <ns1:gdLst>
                <ns1:gd name="T0" fmla="*/ 211 w 211"/>
                <ns1:gd name="T1" fmla="*/ 146 h 356"/>
                <ns1:gd name="T2" fmla="*/ 127 w 211"/>
                <ns1:gd name="T3" fmla="*/ 146 h 356"/>
                <ns1:gd name="T4" fmla="*/ 127 w 211"/>
                <ns1:gd name="T5" fmla="*/ 0 h 356"/>
                <ns1:gd name="T6" fmla="*/ 0 w 211"/>
                <ns1:gd name="T7" fmla="*/ 210 h 356"/>
                <ns1:gd name="T8" fmla="*/ 84 w 211"/>
                <ns1:gd name="T9" fmla="*/ 210 h 356"/>
                <ns1:gd name="T10" fmla="*/ 84 w 211"/>
                <ns1:gd name="T11" fmla="*/ 356 h 356"/>
                <ns1:gd name="T12" fmla="*/ 211 w 211"/>
                <ns1:gd name="T13" fmla="*/ 146 h 356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</ns1:cxnLst>
              <ns1:rect l="0" t="0" r="r" b="b"/>
              <ns1:pathLst>
                <ns1:path w="211" h="356">
                  <ns1:moveTo>
                    <ns1:pt x="211" y="146"/>
                  </ns1:moveTo>
                  <ns1:lnTo>
                    <ns1:pt x="127" y="146"/>
                  </ns1:lnTo>
                  <ns1:lnTo>
                    <ns1:pt x="127" y="0"/>
                  </ns1:lnTo>
                  <ns1:lnTo>
                    <ns1:pt x="0" y="210"/>
                  </ns1:lnTo>
                  <ns1:lnTo>
                    <ns1:pt x="84" y="210"/>
                  </ns1:lnTo>
                  <ns1:lnTo>
                    <ns1:pt x="84" y="356"/>
                  </ns1:lnTo>
                  <ns1:lnTo>
                    <ns1:pt x="211" y="146"/>
                  </ns1:lnTo>
                  <ns1:close/>
                </ns1:path>
              </ns1:pathLst>
            </ns1:custGeom>
            <ns1:grpFill/>
            <ns1:ln>
              <ns1:noFill/>
            </ns1:ln>
            <ns1:extLst>
              <ns1:ext uri="{91240B29-F687-4F45-9708-019B960494DF}">
                <ns6:hiddenLine w="9525">
                  <ns1:solidFill>
                    <ns1:srgbClr val="000000"/>
                  </ns1:solidFill>
                  <ns1:round/>
                  <ns1:headEnd/>
                  <ns1:tailEnd/>
                </ns6:hiddenLine>
              </ns1:ext>
            </ns1:extLst>
          </ns0:spPr>
          <ns0:txBody>
            <ns1:bodyPr vert="horz" wrap="square" lIns="91440" tIns="45720" rIns="91440" bIns="45720" numCol="1" anchor="t" anchorCtr="0" compatLnSpc="1">
              <ns1:prstTxWarp prst="textNoShape">
                <ns1:avLst/>
              </ns1:prstTxWarp>
            </ns1:bodyPr>
            <ns1:lstStyle/>
            <ns1:p>
              <ns1:endParaRPr lang="id-ID" sz="2700"/>
            </ns1:p>
          </ns0:txBody>
        </ns0:sp>
      </ns0:grpSp>
      <ns0:sp>
        <ns0:nvSpPr>
          <ns0:cNvPr id="48" name="TextBox 47">
            <ns1:extLst>
              <ns1:ext uri="{FF2B5EF4-FFF2-40B4-BE49-F238E27FC236}">
                <ns2:creationId id="{9E0B2E96-63B1-4D08-A1BF-7C7E6827665D}"/>
              </ns1:ext>
            </ns1:extLst>
          </ns0:cNvPr>
          <ns0:cNvSpPr txBox="1"/>
          <ns0:nvPr/>
        </ns0:nvSpPr>
        <ns0:spPr>
          <ns1:xfrm>
            <ns1:off x="8997917" y="2380154"/>
            <ns1:ext cx="2548087" cy="292388"/>
          </ns1:xfrm>
          <ns1:prstGeom prst="rect">
            <ns1:avLst/>
          </ns1:prstGeom>
          <ns1:noFill/>
        </ns0:spPr>
        <ns0:txBody>
          <ns1:bodyPr wrap="square" rtlCol="0">
            <ns1:spAutoFit/>
          </ns1:bodyPr>
          <ns1:lstStyle/>
          <ns1:p>
            <ns1:r>
              <ns1:rPr lang="en-US" sz="1300" b="1">
                <ns1:solidFill>
                  <ns1:schemeClr val="tx1">
                    <ns1:lumMod val="85000"/>
                    <ns1:lumOff val="15000"/>
                  </ns1:schemeClr>
                </ns1:solidFill>
                <ns1:latin typeface="Poppins SemiBold" panose="00000700000000000000" pitchFamily="2" charset="0"/>
                <ns1:ea typeface="Lato" panose="020F0502020204030203" pitchFamily="34" charset="0"/>
                <ns1:cs typeface="Poppins SemiBold" panose="00000700000000000000" pitchFamily="2" charset="0"/>
              </ns1:rPr>
              <ns1:t>{SlideMainExplanation}</ns1:t>
            </ns1:r>
          </ns1:p>
        </ns0:txBody>
      </ns0:sp>
      <ns0:sp>
        <ns0:nvSpPr>
          <ns0:cNvPr id="49" name="TextBox 48">
            <ns1:extLst>
              <ns1:ext uri="{FF2B5EF4-FFF2-40B4-BE49-F238E27FC236}">
                <ns2:creationId id="{48CD9245-0C54-4A69-8006-2C29CA3DAC28}"/>
              </ns1:ext>
            </ns1:extLst>
          </ns0:cNvPr>
          <ns0:cNvSpPr txBox="1"/>
          <ns0:nvPr/>
        </ns0:nvSpPr>
        <ns0:spPr>
          <ns1:xfrm>
            <ns1:off x="8997917" y="2633340"/>
            <ns1:ext cx="2548088" cy="1074590"/>
          </ns1:xfrm>
          <ns1:prstGeom prst="rect">
            <ns1:avLst/>
          </ns1:prstGeom>
          <ns1:noFill/>
        </ns0:spPr>
        <ns0:txBody>
          <ns1:bodyPr wrap="square" rtlCol="0">
            <ns1:spAutoFit/>
          </ns1:bodyPr>
          <ns1:lstStyle/>
          <ns1:p>
            <ns1:pPr>
              <ns1:lnSpc>
                <ns1:spcPct val="150000"/>
              </ns1:lnSpc>
            </ns1:pPr>
            <ns1:r>
              <ns1:rPr lang="en-US" sz="1100">
                <ns1:solidFill>
                  <ns1:schemeClr val="bg1">
                    <ns1:lumMod val="50000"/>
                  </ns1:schemeClr>
                </ns1:solidFill>
                <ns1:latin typeface="Lato" panose="020F0502020204030203" pitchFamily="34" charset="0"/>
                <ns1:ea typeface="Lato" panose="020F0502020204030203" pitchFamily="34" charset="0"/>
                <ns1:cs typeface="Lato" panose="020F0502020204030203" pitchFamily="34" charset="0"/>
              </ns1:rPr>
              <ns1:t>{SlideSupportingContent}</ns1:t>
            </ns1:r>
          </ns1:p>
          <ns1:p>
            <ns1:pPr>
              <ns1:lnSpc>
                <ns1:spcPct val="150000"/>
              </ns1:lnSpc>
            </ns1:pPr>
            <ns1:r>
              <ns1:rPr lang="en-US" sz="1100">
                <ns1:solidFill>
                  <ns1:schemeClr val="bg1">
                    <ns1:lumMod val="50000"/>
                  </ns1:schemeClr>
                </ns1:solidFill>
                <ns1:latin typeface="Lato" panose="020F0502020204030203" pitchFamily="34" charset="0"/>
                <ns1:ea typeface="Lato" panose="020F0502020204030203" pitchFamily="34" charset="0"/>
                <ns1:cs typeface="Lato" panose="020F0502020204030203" pitchFamily="34" charset="0"/>
              </ns1:rPr>
              <ns1:t/>
            </ns1:r>
            <ns1:r>
              <ns1:rPr lang="pt-BR" sz="1100">
                <ns1:solidFill>
                  <ns1:schemeClr val="bg1">
                    <ns1:lumMod val="50000"/>
                  </ns1:schemeClr>
                </ns1:solidFill>
                <ns1:latin typeface="Lato" panose="020F0502020204030203" pitchFamily="34" charset="0"/>
                <ns1:ea typeface="Lato" panose="020F0502020204030203" pitchFamily="34" charset="0"/>
                <ns1:cs typeface="Lato" panose="020F0502020204030203" pitchFamily="34" charset="0"/>
              </ns1:rPr>
              <ns1:t/>
            </ns1:r>
            <ns1:endParaRPr lang="en-US" sz="1100">
              <ns1:solidFill>
                <ns1:schemeClr val="bg1">
                  <ns1:lumMod val="50000"/>
                </ns1:schemeClr>
              </ns1:solidFill>
              <ns1:latin typeface="Lato" panose="020F0502020204030203" pitchFamily="34" charset="0"/>
              <ns1:ea typeface="Lato" panose="020F0502020204030203" pitchFamily="34" charset="0"/>
              <ns1:cs typeface="Lato" panose="020F0502020204030203" pitchFamily="34" charset="0"/>
            </ns1:endParaRPr>
          </ns1:p>
        </ns0:txBody>
      </ns0:sp>
      <ns0:sp>
        <ns0:nvSpPr>
          <ns0:cNvPr id="52" name="TextBox 51">
            <ns1:extLst>
              <ns1:ext uri="{FF2B5EF4-FFF2-40B4-BE49-F238E27FC236}">
                <ns2:creationId id="{46D03822-8AF4-412E-8D64-B976C6EF3CF1}"/>
              </ns1:ext>
            </ns1:extLst>
          </ns0:cNvPr>
          <ns0:cNvSpPr txBox="1"/>
          <ns0:nvPr/>
        </ns0:nvSpPr>
        <ns0:spPr>
          <ns1:xfrm>
            <ns1:off x="8997916" y="4514848"/>
            <ns1:ext cx="2548087" cy="292388"/>
          </ns1:xfrm>
          <ns1:prstGeom prst="rect">
            <ns1:avLst/>
          </ns1:prstGeom>
          <ns1:noFill/>
        </ns0:spPr>
        <ns0:txBody>
          <ns1:bodyPr wrap="square" rtlCol="0">
            <ns1:spAutoFit/>
          </ns1:bodyPr>
          <ns1:lstStyle/>
          <ns1:p>
            <ns1:r>
              <ns1:rPr lang="en-US" sz="1300" b="1">
                <ns1:solidFill>
                  <ns1:schemeClr val="tx1">
                    <ns1:lumMod val="85000"/>
                    <ns1:lumOff val="15000"/>
                  </ns1:schemeClr>
                </ns1:solidFill>
                <ns1:latin typeface="Poppins SemiBold" panose="00000700000000000000" pitchFamily="2" charset="0"/>
                <ns1:ea typeface="Lato" panose="020F0502020204030203" pitchFamily="34" charset="0"/>
                <ns1:cs typeface="Poppins SemiBold" panose="00000700000000000000" pitchFamily="2" charset="0"/>
              </ns1:rPr>
              <ns1:t>{SlideCallout}</ns1:t>
            </ns1:r>
          </ns1:p>
        </ns0:txBody>
      </ns0:sp>
      <ns0:sp>
        <ns0:nvSpPr>
          <ns0:cNvPr id="53" name="TextBox 52">
            <ns1:extLst>
              <ns1:ext uri="{FF2B5EF4-FFF2-40B4-BE49-F238E27FC236}">
                <ns2:creationId id="{83768F32-E6FA-40EA-93E3-E30FF8B8EC6C}"/>
              </ns1:ext>
            </ns1:extLst>
          </ns0:cNvPr>
          <ns0:cNvSpPr txBox="1"/>
          <ns0:nvPr/>
        </ns0:nvSpPr>
        <ns0:spPr>
          <ns1:xfrm>
            <ns1:off x="8997916" y="4768034"/>
            <ns1:ext cx="2548088" cy="1074590"/>
          </ns1:xfrm>
          <ns1:prstGeom prst="rect">
            <ns1:avLst/>
          </ns1:prstGeom>
          <ns1:noFill/>
        </ns0:spPr>
        <ns0:txBody>
          <ns1:bodyPr wrap="square" rtlCol="0">
            <ns1:spAutoFit/>
          </ns1:bodyPr>
          <ns1:lstStyle/>
          <ns1:p>
            <ns1:pPr>
              <ns1:lnSpc>
                <ns1:spcPct val="150000"/>
              </ns1:lnSpc>
            </ns1:pPr>
            <ns1:r>
              <ns1:rPr lang="en-US" sz="1100">
                <ns1:solidFill>
                  <ns1:schemeClr val="bg1">
                    <ns1:lumMod val="50000"/>
                  </ns1:schemeClr>
                </ns1:solidFill>
                <ns1:latin typeface="Lato" panose="020F0502020204030203" pitchFamily="34" charset="0"/>
                <ns1:ea typeface="Lato" panose="020F0502020204030203" pitchFamily="34" charset="0"/>
                <ns1:cs typeface="Lato" panose="020F0502020204030203" pitchFamily="34" charset="0"/>
              </ns1:rPr>
              <ns1:t>{SlideCaption}</ns1:t>
            </ns1:r>
          </ns1:p>
          <ns1:p>
            <ns1:pPr>
              <ns1:lnSpc>
                <ns1:spcPct val="150000"/>
              </ns1:lnSpc>
            </ns1:pPr>
            <ns1:r>
              <ns1:rPr lang="en-US" sz="1100">
                <ns1:solidFill>
                  <ns1:schemeClr val="bg1">
                    <ns1:lumMod val="50000"/>
                  </ns1:schemeClr>
                </ns1:solidFill>
                <ns1:latin typeface="Lato" panose="020F0502020204030203" pitchFamily="34" charset="0"/>
                <ns1:ea typeface="Lato" panose="020F0502020204030203" pitchFamily="34" charset="0"/>
                <ns1:cs typeface="Lato" panose="020F0502020204030203" pitchFamily="34" charset="0"/>
              </ns1:rPr>
              <ns1:t/>
            </ns1:r>
            <ns1:r>
              <ns1:rPr lang="pt-BR" sz="1100">
                <ns1:solidFill>
                  <ns1:schemeClr val="bg1">
                    <ns1:lumMod val="50000"/>
                  </ns1:schemeClr>
                </ns1:solidFill>
                <ns1:latin typeface="Lato" panose="020F0502020204030203" pitchFamily="34" charset="0"/>
                <ns1:ea typeface="Lato" panose="020F0502020204030203" pitchFamily="34" charset="0"/>
                <ns1:cs typeface="Lato" panose="020F0502020204030203" pitchFamily="34" charset="0"/>
              </ns1:rPr>
              <ns1:t/>
            </ns1:r>
            <ns1:endParaRPr lang="en-US" sz="1100">
              <ns1:solidFill>
                <ns1:schemeClr val="bg1">
                  <ns1:lumMod val="50000"/>
                </ns1:schemeClr>
              </ns1:solidFill>
              <ns1:latin typeface="Lato" panose="020F0502020204030203" pitchFamily="34" charset="0"/>
              <ns1:ea typeface="Lato" panose="020F0502020204030203" pitchFamily="34" charset="0"/>
              <ns1:cs typeface="Lato" panose="020F0502020204030203" pitchFamily="34" charset="0"/>
            </ns1:endParaRPr>
          </ns1:p>
        </ns0:txBody>
      </ns0:sp>
      <ns0:sp>
        <ns0:nvSpPr>
          <ns0:cNvPr id="57" name="TextBox 56">
            <ns1:extLst>
              <ns1:ext uri="{FF2B5EF4-FFF2-40B4-BE49-F238E27FC236}">
                <ns2:creationId id="{04F41473-736E-4D0C-B0DD-FCC5D77F378D}"/>
              </ns1:ext>
            </ns1:extLst>
          </ns0:cNvPr>
          <ns0:cNvSpPr txBox="1"/>
          <ns0:nvPr/>
        </ns0:nvSpPr>
        <ns0:spPr>
          <ns1:xfrm>
            <ns1:off x="591403" y="520581"/>
            <ns1:ext cx="4185314" cy="1200329"/>
          </ns1:xfrm>
          <ns1:prstGeom prst="rect">
            <ns1:avLst/>
          </ns1:prstGeom>
          <ns1:noFill/>
        </ns0:spPr>
        <ns0:txBody>
          <ns1:bodyPr wrap="square" rtlCol="0">
            <ns1:spAutoFit/>
          </ns1:bodyPr>
          <ns1:lstStyle/>
          <ns1:p>
            <ns1:r>
              <ns1:rPr lang="en-US" sz="2400" spc="300">
                <ns1:solidFill>
                  <ns1:schemeClr val="tx1">
                    <ns1:lumMod val="85000"/>
                    <ns1:lumOff val="15000"/>
                  </ns1:schemeClr>
                </ns1:solidFill>
                <ns1:latin typeface="Poppins SemiBold" panose="00000700000000000000" pitchFamily="2" charset="0"/>
                <ns1:cs typeface="Poppins SemiBold" panose="00000700000000000000" pitchFamily="2" charset="0"/>
              </ns1:rPr>
              <ns1:t>{SlideSupportingContent2}</ns1:t>
            </ns1:r>
          </ns1:p>
        </ns0:txBody>
      </ns0:sp>
      <ns0:grpSp>
        <ns0:nvGrpSpPr>
          <ns0:cNvPr id="64" name="Group 63">
            <ns1:extLst>
              <ns1:ext uri="{FF2B5EF4-FFF2-40B4-BE49-F238E27FC236}">
                <ns2:creationId id="{B673A281-681E-478F-A9E7-E092DC506F42}"/>
              </ns1:ext>
            </ns1:extLst>
          </ns0:cNvPr>
          <ns0:cNvGrpSpPr/>
          <ns0:nvPr/>
        </ns0:nvGrpSpPr>
        <ns0:grpSpPr>
          <ns1:xfrm>
            <ns1:off x="5132773" y="614731"/>
            <ns1:ext cx="963227" cy="963227"/>
            <ns1:chOff x="8638864" y="1992904"/>
            <ns1:chExt cx="963227" cy="963227"/>
          </ns1:xfrm>
        </ns0:grpSpPr>
        <ns0:sp>
          <ns0:nvSpPr>
            <ns0:cNvPr id="65" name="Oval 64">
              <ns1:extLst>
                <ns1:ext uri="{FF2B5EF4-FFF2-40B4-BE49-F238E27FC236}">
                  <ns2:creationId id="{F464417B-6394-4075-A51B-68321616CA04}"/>
                </ns1:ext>
              </ns1:extLst>
            </ns0:cNvPr>
            <ns0:cNvSpPr/>
            <ns0:nvPr/>
          </ns0:nvSpPr>
          <ns0:spPr>
            <ns1:xfrm>
              <ns1:off x="8638864" y="1992904"/>
              <ns1:ext cx="963227" cy="963227"/>
            </ns1:xfrm>
            <ns1:prstGeom prst="ellipse">
              <ns1:avLst/>
            </ns1:prstGeom>
            <ns1:solidFill>
              <ns1:schemeClr val="accent4">
                <ns1:lumMod val="40000"/>
                <ns1:lumOff val="60000"/>
              </ns1:schemeClr>
            </ns1:solidFill>
            <ns1:ln>
              <ns1:noFill/>
            </ns1:ln>
          </ns0:spPr>
          <ns0:style>
            <ns1:lnRef idx="2">
              <ns1:schemeClr val="accent1">
                <ns1:shade val="50000"/>
              </ns1:schemeClr>
            </ns1:lnRef>
            <ns1:fillRef idx="1">
              <ns1:schemeClr val="accent1"/>
            </ns1:fillRef>
            <ns1:effectRef idx="0">
              <ns1:schemeClr val="accent1"/>
            </ns1:effectRef>
            <ns1:fontRef idx="minor">
              <ns1:schemeClr val="lt1"/>
            </ns1:fontRef>
          </ns0:style>
          <ns0:txBody>
            <ns1:bodyPr rtlCol="0" anchor="ctr"/>
            <ns1:lstStyle/>
            <ns1:p>
              <ns1:pPr algn="ctr"/>
              <ns1:endParaRPr lang="en-US"/>
            </ns1:p>
          </ns0:txBody>
        </ns0:sp>
        <ns0:sp>
          <ns0:nvSpPr>
            <ns0:cNvPr id="66" name="Freeform 81">
              <ns1:extLst>
                <ns1:ext uri="{FF2B5EF4-FFF2-40B4-BE49-F238E27FC236}">
                  <ns2:creationId id="{6D130532-C5BF-4754-8836-FEDB3FF03455}"/>
                </ns1:ext>
              </ns1:extLst>
            </ns0:cNvPr>
            <ns0:cNvSpPr>
              <ns1:spLocks/>
            </ns0:cNvSpPr>
            <ns0:nvPr/>
          </ns0:nvSpPr>
          <ns0:spPr bwMode="auto">
            <ns1:xfrm>
              <ns1:off x="8935131" y="2294556"/>
              <ns1:ext cx="370692" cy="359922"/>
            </ns1:xfrm>
            <ns1:custGeom>
              <ns1:avLst/>
              <ns1:gdLst>
                <ns1:gd name="T0" fmla="*/ 94 w 97"/>
                <ns1:gd name="T1" fmla="*/ 16 h 94"/>
                <ns1:gd name="T2" fmla="*/ 81 w 97"/>
                <ns1:gd name="T3" fmla="*/ 27 h 94"/>
                <ns1:gd name="T4" fmla="*/ 73 w 97"/>
                <ns1:gd name="T5" fmla="*/ 12 h 94"/>
                <ns1:gd name="T6" fmla="*/ 82 w 97"/>
                <ns1:gd name="T7" fmla="*/ 2 h 94"/>
                <ns1:gd name="T8" fmla="*/ 77 w 97"/>
                <ns1:gd name="T9" fmla="*/ 2 h 94"/>
                <ns1:gd name="T10" fmla="*/ 64 w 97"/>
                <ns1:gd name="T11" fmla="*/ 5 h 94"/>
                <ns1:gd name="T12" fmla="*/ 61 w 97"/>
                <ns1:gd name="T13" fmla="*/ 14 h 94"/>
                <ns1:gd name="T14" fmla="*/ 63 w 97"/>
                <ns1:gd name="T15" fmla="*/ 27 h 94"/>
                <ns1:gd name="T16" fmla="*/ 52 w 97"/>
                <ns1:gd name="T17" fmla="*/ 42 h 94"/>
                <ns1:gd name="T18" fmla="*/ 43 w 97"/>
                <ns1:gd name="T19" fmla="*/ 39 h 94"/>
                <ns1:gd name="T20" fmla="*/ 35 w 97"/>
                <ns1:gd name="T21" fmla="*/ 33 h 94"/>
                <ns1:gd name="T22" fmla="*/ 34 w 97"/>
                <ns1:gd name="T23" fmla="*/ 31 h 94"/>
                <ns1:gd name="T24" fmla="*/ 33 w 97"/>
                <ns1:gd name="T25" fmla="*/ 27 h 94"/>
                <ns1:gd name="T26" fmla="*/ 31 w 97"/>
                <ns1:gd name="T27" fmla="*/ 23 h 94"/>
                <ns1:gd name="T28" fmla="*/ 47 w 97"/>
                <ns1:gd name="T29" fmla="*/ 17 h 94"/>
                <ns1:gd name="T30" fmla="*/ 45 w 97"/>
                <ns1:gd name="T31" fmla="*/ 12 h 94"/>
                <ns1:gd name="T32" fmla="*/ 44 w 97"/>
                <ns1:gd name="T33" fmla="*/ 10 h 94"/>
                <ns1:gd name="T34" fmla="*/ 11 w 97"/>
                <ns1:gd name="T35" fmla="*/ 23 h 94"/>
                <ns1:gd name="T36" fmla="*/ 11 w 97"/>
                <ns1:gd name="T37" fmla="*/ 24 h 94"/>
                <ns1:gd name="T38" fmla="*/ 9 w 97"/>
                <ns1:gd name="T39" fmla="*/ 33 h 94"/>
                <ns1:gd name="T40" fmla="*/ 0 w 97"/>
                <ns1:gd name="T41" fmla="*/ 38 h 94"/>
                <ns1:gd name="T42" fmla="*/ 17 w 97"/>
                <ns1:gd name="T43" fmla="*/ 41 h 94"/>
                <ns1:gd name="T44" fmla="*/ 16 w 97"/>
                <ns1:gd name="T45" fmla="*/ 36 h 94"/>
                <ns1:gd name="T46" fmla="*/ 24 w 97"/>
                <ns1:gd name="T47" fmla="*/ 37 h 94"/>
                <ns1:gd name="T48" fmla="*/ 27 w 97"/>
                <ns1:gd name="T49" fmla="*/ 39 h 94"/>
                <ns1:gd name="T50" fmla="*/ 29 w 97"/>
                <ns1:gd name="T51" fmla="*/ 39 h 94"/>
                <ns1:gd name="T52" fmla="*/ 36 w 97"/>
                <ns1:gd name="T53" fmla="*/ 49 h 94"/>
                <ns1:gd name="T54" fmla="*/ 15 w 97"/>
                <ns1:gd name="T55" fmla="*/ 84 h 94"/>
                <ns1:gd name="T56" fmla="*/ 23 w 97"/>
                <ns1:gd name="T57" fmla="*/ 93 h 94"/>
                <ns1:gd name="T58" fmla="*/ 77 w 97"/>
                <ns1:gd name="T59" fmla="*/ 89 h 94"/>
                <ns1:gd name="T60" fmla="*/ 85 w 97"/>
                <ns1:gd name="T61" fmla="*/ 81 h 94"/>
                <ns1:gd name="T62" fmla="*/ 59 w 97"/>
                <ns1:gd name="T63" fmla="*/ 53 h 94"/>
                <ns1:gd name="T64" fmla="*/ 69 w 97"/>
                <ns1:gd name="T65" fmla="*/ 42 h 94"/>
                <ns1:gd name="T66" fmla="*/ 77 w 97"/>
                <ns1:gd name="T67" fmla="*/ 38 h 94"/>
                <ns1:gd name="T68" fmla="*/ 96 w 97"/>
                <ns1:gd name="T69" fmla="*/ 28 h 94"/>
                <ns1:gd name="T70" fmla="*/ 97 w 97"/>
                <ns1:gd name="T71" fmla="*/ 17 h 94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  <ns1:cxn ang="0">
                  <ns1:pos x="T14" y="T15"/>
                </ns1:cxn>
                <ns1:cxn ang="0">
                  <ns1:pos x="T16" y="T17"/>
                </ns1:cxn>
                <ns1:cxn ang="0">
                  <ns1:pos x="T18" y="T19"/>
                </ns1:cxn>
                <ns1:cxn ang="0">
                  <ns1:pos x="T20" y="T21"/>
                </ns1:cxn>
                <ns1:cxn ang="0">
                  <ns1:pos x="T22" y="T23"/>
                </ns1:cxn>
                <ns1:cxn ang="0">
                  <ns1:pos x="T24" y="T25"/>
                </ns1:cxn>
                <ns1:cxn ang="0">
                  <ns1:pos x="T26" y="T27"/>
                </ns1:cxn>
                <ns1:cxn ang="0">
                  <ns1:pos x="T28" y="T29"/>
                </ns1:cxn>
                <ns1:cxn ang="0">
                  <ns1:pos x="T30" y="T31"/>
                </ns1:cxn>
                <ns1:cxn ang="0">
                  <ns1:pos x="T32" y="T33"/>
                </ns1:cxn>
                <ns1:cxn ang="0">
                  <ns1:pos x="T34" y="T35"/>
                </ns1:cxn>
                <ns1:cxn ang="0">
                  <ns1:pos x="T36" y="T37"/>
                </ns1:cxn>
                <ns1:cxn ang="0">
                  <ns1:pos x="T38" y="T39"/>
                </ns1:cxn>
                <ns1:cxn ang="0">
                  <ns1:pos x="T40" y="T41"/>
                </ns1:cxn>
                <ns1:cxn ang="0">
                  <ns1:pos x="T42" y="T43"/>
                </ns1:cxn>
                <ns1:cxn ang="0">
                  <ns1:pos x="T44" y="T45"/>
                </ns1:cxn>
                <ns1:cxn ang="0">
                  <ns1:pos x="T46" y="T47"/>
                </ns1:cxn>
                <ns1:cxn ang="0">
                  <ns1:pos x="T48" y="T49"/>
                </ns1:cxn>
                <ns1:cxn ang="0">
                  <ns1:pos x="T50" y="T51"/>
                </ns1:cxn>
                <ns1:cxn ang="0">
                  <ns1:pos x="T52" y="T53"/>
                </ns1:cxn>
                <ns1:cxn ang="0">
                  <ns1:pos x="T54" y="T55"/>
                </ns1:cxn>
                <ns1:cxn ang="0">
                  <ns1:pos x="T56" y="T57"/>
                </ns1:cxn>
                <ns1:cxn ang="0">
                  <ns1:pos x="T58" y="T59"/>
                </ns1:cxn>
                <ns1:cxn ang="0">
                  <ns1:pos x="T60" y="T61"/>
                </ns1:cxn>
                <ns1:cxn ang="0">
                  <ns1:pos x="T62" y="T63"/>
                </ns1:cxn>
                <ns1:cxn ang="0">
                  <ns1:pos x="T64" y="T65"/>
                </ns1:cxn>
                <ns1:cxn ang="0">
                  <ns1:pos x="T66" y="T67"/>
                </ns1:cxn>
                <ns1:cxn ang="0">
                  <ns1:pos x="T68" y="T69"/>
                </ns1:cxn>
                <ns1:cxn ang="0">
                  <ns1:pos x="T70" y="T71"/>
                </ns1:cxn>
              </ns1:cxnLst>
              <ns1:rect l="0" t="0" r="r" b="b"/>
              <ns1:pathLst>
                <ns1:path w="97" h="94">
                  <ns1:moveTo>
                    <ns1:pt x="96" y="16"/>
                  </ns1:moveTo>
                  <ns1:cubicBezTo>
                    <ns1:pt x="95" y="16"/>
                    <ns1:pt x="94" y="16"/>
                    <ns1:pt x="94" y="16"/>
                  </ns1:cubicBezTo>
                  <ns1:cubicBezTo>
                    <ns1:pt x="94" y="16"/>
                    <ns1:pt x="94" y="16"/>
                    <ns1:pt x="87" y="27"/>
                  </ns1:cubicBezTo>
                  <ns1:cubicBezTo>
                    <ns1:pt x="87" y="27"/>
                    <ns1:pt x="87" y="27"/>
                    <ns1:pt x="81" y="27"/>
                  </ns1:cubicBezTo>
                  <ns1:cubicBezTo>
                    <ns1:pt x="81" y="27"/>
                    <ns1:pt x="81" y="27"/>
                    <ns1:pt x="73" y="19"/>
                  </ns1:cubicBezTo>
                  <ns1:cubicBezTo>
                    <ns1:pt x="73" y="19"/>
                    <ns1:pt x="73" y="19"/>
                    <ns1:pt x="73" y="12"/>
                  </ns1:cubicBezTo>
                  <ns1:cubicBezTo>
                    <ns1:pt x="73" y="12"/>
                    <ns1:pt x="73" y="12"/>
                    <ns1:pt x="83" y="4"/>
                  </ns1:cubicBezTo>
                  <ns1:cubicBezTo>
                    <ns1:pt x="83" y="3"/>
                    <ns1:pt x="83" y="2"/>
                    <ns1:pt x="82" y="2"/>
                  </ns1:cubicBezTo>
                  <ns1:cubicBezTo>
                    <ns1:pt x="82" y="2"/>
                    <ns1:pt x="82" y="2"/>
                    <ns1:pt x="81" y="2"/>
                  </ns1:cubicBezTo>
                  <ns1:cubicBezTo>
                    <ns1:pt x="81" y="2"/>
                    <ns1:pt x="79" y="2"/>
                    <ns1:pt x="77" y="2"/>
                  </ns1:cubicBezTo>
                  <ns1:cubicBezTo>
                    <ns1:pt x="77" y="1"/>
                    <ns1:pt x="76" y="1"/>
                    <ns1:pt x="75" y="1"/>
                  </ns1:cubicBezTo>
                  <ns1:cubicBezTo>
                    <ns1:pt x="69" y="0"/>
                    <ns1:pt x="66" y="3"/>
                    <ns1:pt x="64" y="5"/>
                  </ns1:cubicBezTo>
                  <ns1:cubicBezTo>
                    <ns1:pt x="62" y="8"/>
                    <ns1:pt x="61" y="10"/>
                    <ns1:pt x="61" y="10"/>
                  </ns1:cubicBezTo>
                  <ns1:cubicBezTo>
                    <ns1:pt x="61" y="10"/>
                    <ns1:pt x="61" y="11"/>
                    <ns1:pt x="61" y="14"/>
                  </ns1:cubicBezTo>
                  <ns1:cubicBezTo>
                    <ns1:pt x="61" y="18"/>
                    <ns1:pt x="61" y="23"/>
                    <ns1:pt x="62" y="26"/>
                  </ns1:cubicBezTo>
                  <ns1:cubicBezTo>
                    <ns1:pt x="63" y="27"/>
                    <ns1:pt x="63" y="27"/>
                    <ns1:pt x="63" y="27"/>
                  </ns1:cubicBezTo>
                  <ns1:cubicBezTo>
                    <ns1:pt x="62" y="30"/>
                    <ns1:pt x="59" y="35"/>
                    <ns1:pt x="59" y="35"/>
                  </ns1:cubicBezTo>
                  <ns1:cubicBezTo>
                    <ns1:pt x="59" y="35"/>
                    <ns1:pt x="59" y="35"/>
                    <ns1:pt x="52" y="42"/>
                  </ns1:cubicBezTo>
                  <ns1:cubicBezTo>
                    <ns1:pt x="52" y="42"/>
                    <ns1:pt x="52" y="42"/>
                    <ns1:pt x="50" y="45"/>
                  </ns1:cubicBezTo>
                  <ns1:cubicBezTo>
                    <ns1:pt x="50" y="45"/>
                    <ns1:pt x="50" y="45"/>
                    <ns1:pt x="43" y="39"/>
                  </ns1:cubicBezTo>
                  <ns1:cubicBezTo>
                    <ns1:pt x="43" y="40"/>
                    <ns1:pt x="42" y="41"/>
                    <ns1:pt x="42" y="41"/>
                  </ns1:cubicBezTo>
                  <ns1:cubicBezTo>
                    <ns1:pt x="42" y="41"/>
                    <ns1:pt x="42" y="41"/>
                    <ns1:pt x="35" y="33"/>
                  </ns1:cubicBezTo>
                  <ns1:cubicBezTo>
                    <ns1:pt x="35" y="33"/>
                    <ns1:pt x="35" y="33"/>
                    <ns1:pt x="35" y="33"/>
                  </ns1:cubicBezTo>
                  <ns1:cubicBezTo>
                    <ns1:pt x="35" y="33"/>
                    <ns1:pt x="35" y="33"/>
                    <ns1:pt x="34" y="31"/>
                  </ns1:cubicBezTo>
                  <ns1:cubicBezTo>
                    <ns1:pt x="34" y="31"/>
                    <ns1:pt x="34" y="31"/>
                    <ns1:pt x="31" y="29"/>
                  </ns1:cubicBezTo>
                  <ns1:cubicBezTo>
                    <ns1:pt x="31" y="29"/>
                    <ns1:pt x="31" y="29"/>
                    <ns1:pt x="33" y="27"/>
                  </ns1:cubicBezTo>
                  <ns1:cubicBezTo>
                    <ns1:pt x="33" y="27"/>
                    <ns1:pt x="33" y="27"/>
                    <ns1:pt x="31" y="26"/>
                  </ns1:cubicBezTo>
                  <ns1:cubicBezTo>
                    <ns1:pt x="31" y="25"/>
                    <ns1:pt x="31" y="24"/>
                    <ns1:pt x="31" y="23"/>
                  </ns1:cubicBezTo>
                  <ns1:cubicBezTo>
                    <ns1:pt x="32" y="22"/>
                    <ns1:pt x="39" y="20"/>
                    <ns1:pt x="45" y="18"/>
                  </ns1:cubicBezTo>
                  <ns1:cubicBezTo>
                    <ns1:pt x="45" y="18"/>
                    <ns1:pt x="45" y="18"/>
                    <ns1:pt x="47" y="17"/>
                  </ns1:cubicBezTo>
                  <ns1:cubicBezTo>
                    <ns1:pt x="47" y="17"/>
                    <ns1:pt x="47" y="17"/>
                    <ns1:pt x="46" y="15"/>
                  </ns1:cubicBezTo>
                  <ns1:cubicBezTo>
                    <ns1:pt x="46" y="15"/>
                    <ns1:pt x="46" y="15"/>
                    <ns1:pt x="45" y="12"/>
                  </ns1:cubicBezTo>
                  <ns1:cubicBezTo>
                    <ns1:pt x="45" y="12"/>
                    <ns1:pt x="45" y="12"/>
                    <ns1:pt x="44" y="11"/>
                  </ns1:cubicBezTo>
                  <ns1:cubicBezTo>
                    <ns1:pt x="44" y="11"/>
                    <ns1:pt x="44" y="11"/>
                    <ns1:pt x="44" y="10"/>
                  </ns1:cubicBezTo>
                  <ns1:cubicBezTo>
                    <ns1:pt x="43" y="10"/>
                    <ns1:pt x="38" y="10"/>
                    <ns1:pt x="32" y="11"/>
                  </ns1:cubicBezTo>
                  <ns1:cubicBezTo>
                    <ns1:pt x="23" y="13"/>
                    <ns1:pt x="17" y="17"/>
                    <ns1:pt x="11" y="23"/>
                  </ns1:cubicBezTo>
                  <ns1:cubicBezTo>
                    <ns1:pt x="11" y="23"/>
                    <ns1:pt x="11" y="23"/>
                    <ns1:pt x="11" y="23"/>
                  </ns1:cubicBezTo>
                  <ns1:cubicBezTo>
                    <ns1:pt x="11" y="23"/>
                    <ns1:pt x="11" y="23"/>
                    <ns1:pt x="11" y="24"/>
                  </ns1:cubicBezTo>
                  <ns1:cubicBezTo>
                    <ns1:pt x="11" y="27"/>
                    <ns1:pt x="11" y="29"/>
                    <ns1:pt x="11" y="30"/>
                  </ns1:cubicBezTo>
                  <ns1:cubicBezTo>
                    <ns1:pt x="11" y="31"/>
                    <ns1:pt x="11" y="33"/>
                    <ns1:pt x="9" y="33"/>
                  </ns1:cubicBezTo>
                  <ns1:cubicBezTo>
                    <ns1:pt x="9" y="33"/>
                    <ns1:pt x="9" y="33"/>
                    <ns1:pt x="6" y="31"/>
                  </ns1:cubicBezTo>
                  <ns1:cubicBezTo>
                    <ns1:pt x="6" y="31"/>
                    <ns1:pt x="6" y="31"/>
                    <ns1:pt x="0" y="38"/>
                  </ns1:cubicBezTo>
                  <ns1:cubicBezTo>
                    <ns1:pt x="0" y="38"/>
                    <ns1:pt x="0" y="38"/>
                    <ns1:pt x="10" y="48"/>
                  </ns1:cubicBezTo>
                  <ns1:cubicBezTo>
                    <ns1:pt x="10" y="48"/>
                    <ns1:pt x="10" y="48"/>
                    <ns1:pt x="17" y="41"/>
                  </ns1:cubicBezTo>
                  <ns1:cubicBezTo>
                    <ns1:pt x="17" y="41"/>
                    <ns1:pt x="17" y="41"/>
                    <ns1:pt x="13" y="37"/>
                  </ns1:cubicBezTo>
                  <ns1:cubicBezTo>
                    <ns1:pt x="14" y="37"/>
                    <ns1:pt x="15" y="37"/>
                    <ns1:pt x="16" y="36"/>
                  </ns1:cubicBezTo>
                  <ns1:cubicBezTo>
                    <ns1:pt x="17" y="35"/>
                    <ns1:pt x="21" y="35"/>
                    <ns1:pt x="23" y="36"/>
                  </ns1:cubicBezTo>
                  <ns1:cubicBezTo>
                    <ns1:pt x="23" y="36"/>
                    <ns1:pt x="23" y="36"/>
                    <ns1:pt x="24" y="37"/>
                  </ns1:cubicBezTo>
                  <ns1:cubicBezTo>
                    <ns1:pt x="24" y="37"/>
                    <ns1:pt x="24" y="37"/>
                    <ns1:pt x="25" y="36"/>
                  </ns1:cubicBezTo>
                  <ns1:cubicBezTo>
                    <ns1:pt x="25" y="36"/>
                    <ns1:pt x="25" y="36"/>
                    <ns1:pt x="27" y="39"/>
                  </ns1:cubicBezTo>
                  <ns1:cubicBezTo>
                    <ns1:pt x="27" y="39"/>
                    <ns1:pt x="27" y="39"/>
                    <ns1:pt x="29" y="40"/>
                  </ns1:cubicBezTo>
                  <ns1:cubicBezTo>
                    <ns1:pt x="29" y="40"/>
                    <ns1:pt x="29" y="40"/>
                    <ns1:pt x="29" y="39"/>
                  </ns1:cubicBezTo>
                  <ns1:cubicBezTo>
                    <ns1:pt x="29" y="39"/>
                    <ns1:pt x="29" y="39"/>
                    <ns1:pt x="37" y="47"/>
                  </ns1:cubicBezTo>
                  <ns1:cubicBezTo>
                    <ns1:pt x="36" y="48"/>
                    <ns1:pt x="36" y="48"/>
                    <ns1:pt x="36" y="49"/>
                  </ns1:cubicBezTo>
                  <ns1:cubicBezTo>
                    <ns1:pt x="36" y="49"/>
                    <ns1:pt x="36" y="49"/>
                    <ns1:pt x="42" y="55"/>
                  </ns1:cubicBezTo>
                  <ns1:cubicBezTo>
                    <ns1:pt x="42" y="55"/>
                    <ns1:pt x="42" y="55"/>
                    <ns1:pt x="15" y="84"/>
                  </ns1:cubicBezTo>
                  <ns1:cubicBezTo>
                    <ns1:pt x="13" y="86"/>
                    <ns1:pt x="14" y="89"/>
                    <ns1:pt x="17" y="91"/>
                  </ns1:cubicBezTo>
                  <ns1:cubicBezTo>
                    <ns1:pt x="19" y="93"/>
                    <ns1:pt x="22" y="94"/>
                    <ns1:pt x="23" y="93"/>
                  </ns1:cubicBezTo>
                  <ns1:cubicBezTo>
                    <ns1:pt x="23" y="93"/>
                    <ns1:pt x="23" y="93"/>
                    <ns1:pt x="50" y="63"/>
                  </ns1:cubicBezTo>
                  <ns1:cubicBezTo>
                    <ns1:pt x="50" y="63"/>
                    <ns1:pt x="50" y="63"/>
                    <ns1:pt x="77" y="89"/>
                  </ns1:cubicBezTo>
                  <ns1:cubicBezTo>
                    <ns1:pt x="79" y="91"/>
                    <ns1:pt x="82" y="90"/>
                    <ns1:pt x="84" y="88"/>
                  </ns1:cubicBezTo>
                  <ns1:cubicBezTo>
                    <ns1:pt x="86" y="85"/>
                    <ns1:pt x="87" y="82"/>
                    <ns1:pt x="85" y="81"/>
                  </ns1:cubicBezTo>
                  <ns1:cubicBezTo>
                    <ns1:pt x="85" y="81"/>
                    <ns1:pt x="85" y="81"/>
                    <ns1:pt x="58" y="54"/>
                  </ns1:cubicBezTo>
                  <ns1:cubicBezTo>
                    <ns1:pt x="58" y="54"/>
                    <ns1:pt x="58" y="54"/>
                    <ns1:pt x="59" y="53"/>
                  </ns1:cubicBezTo>
                  <ns1:cubicBezTo>
                    <ns1:pt x="59" y="53"/>
                    <ns1:pt x="59" y="53"/>
                    <ns1:pt x="59" y="52"/>
                  </ns1:cubicBezTo>
                  <ns1:cubicBezTo>
                    <ns1:pt x="59" y="52"/>
                    <ns1:pt x="65" y="45"/>
                    <ns1:pt x="69" y="42"/>
                  </ns1:cubicBezTo>
                  <ns1:cubicBezTo>
                    <ns1:pt x="71" y="40"/>
                    <ns1:pt x="73" y="39"/>
                    <ns1:pt x="74" y="38"/>
                  </ns1:cubicBezTo>
                  <ns1:cubicBezTo>
                    <ns1:pt x="75" y="38"/>
                    <ns1:pt x="77" y="38"/>
                    <ns1:pt x="77" y="38"/>
                  </ns1:cubicBezTo>
                  <ns1:cubicBezTo>
                    <ns1:pt x="77" y="38"/>
                    <ns1:pt x="83" y="39"/>
                    <ns1:pt x="83" y="39"/>
                  </ns1:cubicBezTo>
                  <ns1:cubicBezTo>
                    <ns1:pt x="92" y="39"/>
                    <ns1:pt x="96" y="28"/>
                    <ns1:pt x="96" y="28"/>
                  </ns1:cubicBezTo>
                  <ns1:cubicBezTo>
                    <ns1:pt x="96" y="28"/>
                    <ns1:pt x="96" y="27"/>
                    <ns1:pt x="97" y="21"/>
                  </ns1:cubicBezTo>
                  <ns1:cubicBezTo>
                    <ns1:pt x="97" y="19"/>
                    <ns1:pt x="97" y="18"/>
                    <ns1:pt x="97" y="17"/>
                  </ns1:cubicBezTo>
                  <ns1:cubicBezTo>
                    <ns1:pt x="96" y="16"/>
                    <ns1:pt x="96" y="16"/>
                    <ns1:pt x="96" y="16"/>
                  </ns1:cubicBezTo>
                  <ns1:close/>
                </ns1:path>
              </ns1:pathLst>
            </ns1:custGeom>
            <ns1:solidFill>
              <ns1:schemeClr val="tx1">
                <ns1:lumMod val="75000"/>
                <ns1:lumOff val="25000"/>
              </ns1:schemeClr>
            </ns1:solidFill>
            <ns1:ln>
              <ns1:noFill/>
            </ns1:ln>
          </ns0:spPr>
          <ns0:txBody>
            <ns1:bodyPr vert="horz" wrap="square" lIns="91440" tIns="45720" rIns="91440" bIns="45720" numCol="1" anchor="t" anchorCtr="0" compatLnSpc="1">
              <ns1:prstTxWarp prst="textNoShape">
                <ns1:avLst/>
              </ns1:prstTxWarp>
            </ns1:bodyPr>
            <ns1:lstStyle/>
            <ns1:p>
              <ns1:pPr algn="ctr"/>
              <ns1:endParaRPr lang="id-ID" sz="2700"/>
            </ns1:p>
          </ns0:txBody>
        </ns0:sp>
      </ns0:grpSp>
      <ns0:grpSp>
        <ns0:nvGrpSpPr>
          <ns0:cNvPr id="67" name="Group 66">
            <ns1:extLst>
              <ns1:ext uri="{FF2B5EF4-FFF2-40B4-BE49-F238E27FC236}">
                <ns2:creationId id="{6571339B-C0A7-484A-8A2C-E35B1F92E1C3}"/>
              </ns1:ext>
            </ns1:extLst>
          </ns0:cNvPr>
          <ns0:cNvGrpSpPr/>
          <ns0:nvPr/>
        </ns0:nvGrpSpPr>
        <ns0:grpSpPr>
          <ns1:xfrm>
            <ns1:off x="8516889" y="613468"/>
            <ns1:ext cx="963227" cy="963227"/>
            <ns1:chOff x="2602569" y="1992904"/>
            <ns1:chExt cx="963227" cy="963227"/>
          </ns1:xfrm>
        </ns0:grpSpPr>
        <ns0:sp>
          <ns0:nvSpPr>
            <ns0:cNvPr id="68" name="Oval 67">
              <ns1:extLst>
                <ns1:ext uri="{FF2B5EF4-FFF2-40B4-BE49-F238E27FC236}">
                  <ns2:creationId id="{C2549F5E-E825-45D4-8555-CB9AE3BFEE16}"/>
                </ns1:ext>
              </ns1:extLst>
            </ns0:cNvPr>
            <ns0:cNvSpPr/>
            <ns0:nvPr/>
          </ns0:nvSpPr>
          <ns0:spPr>
            <ns1:xfrm>
              <ns1:off x="2602569" y="1992904"/>
              <ns1:ext cx="963227" cy="963227"/>
            </ns1:xfrm>
            <ns1:prstGeom prst="ellipse">
              <ns1:avLst/>
            </ns1:prstGeom>
            <ns1:solidFill>
              <ns1:schemeClr val="accent4">
                <ns1:lumMod val="40000"/>
                <ns1:lumOff val="60000"/>
              </ns1:schemeClr>
            </ns1:solidFill>
            <ns1:ln>
              <ns1:noFill/>
            </ns1:ln>
          </ns0:spPr>
          <ns0:style>
            <ns1:lnRef idx="2">
              <ns1:schemeClr val="accent1">
                <ns1:shade val="50000"/>
              </ns1:schemeClr>
            </ns1:lnRef>
            <ns1:fillRef idx="1">
              <ns1:schemeClr val="accent1"/>
            </ns1:fillRef>
            <ns1:effectRef idx="0">
              <ns1:schemeClr val="accent1"/>
            </ns1:effectRef>
            <ns1:fontRef idx="minor">
              <ns1:schemeClr val="lt1"/>
            </ns1:fontRef>
          </ns0:style>
          <ns0:txBody>
            <ns1:bodyPr rtlCol="0" anchor="ctr"/>
            <ns1:lstStyle/>
            <ns1:p>
              <ns1:pPr algn="ctr"/>
              <ns1:endParaRPr lang="en-US"/>
            </ns1:p>
          </ns0:txBody>
        </ns0:sp>
        <ns0:sp>
          <ns0:nvSpPr>
            <ns0:cNvPr id="69" name="Freeform 112">
              <ns1:extLst>
                <ns1:ext uri="{FF2B5EF4-FFF2-40B4-BE49-F238E27FC236}">
                  <ns2:creationId id="{575F5971-36EA-423C-9CC3-67DDFC228261}"/>
                </ns1:ext>
              </ns1:extLst>
            </ns0:cNvPr>
            <ns0:cNvSpPr>
              <ns1:spLocks noEditPoints="1"/>
            </ns0:cNvSpPr>
            <ns0:nvPr/>
          </ns0:nvSpPr>
          <ns0:spPr bwMode="auto">
            <ns1:xfrm>
              <ns1:off x="2883995" y="2275320"/>
              <ns1:ext cx="400375" cy="398394"/>
            </ns1:xfrm>
            <ns1:custGeom>
              <ns1:avLst/>
              <ns1:gdLst>
                <ns1:gd name="T0" fmla="*/ 176 w 176"/>
                <ns1:gd name="T1" fmla="*/ 52 h 176"/>
                <ns1:gd name="T2" fmla="*/ 175 w 176"/>
                <ns1:gd name="T3" fmla="*/ 50 h 176"/>
                <ns1:gd name="T4" fmla="*/ 175 w 176"/>
                <ns1:gd name="T5" fmla="*/ 50 h 176"/>
                <ns1:gd name="T6" fmla="*/ 175 w 176"/>
                <ns1:gd name="T7" fmla="*/ 49 h 176"/>
                <ns1:gd name="T8" fmla="*/ 175 w 176"/>
                <ns1:gd name="T9" fmla="*/ 49 h 176"/>
                <ns1:gd name="T10" fmla="*/ 127 w 176"/>
                <ns1:gd name="T11" fmla="*/ 2 h 176"/>
                <ns1:gd name="T12" fmla="*/ 127 w 176"/>
                <ns1:gd name="T13" fmla="*/ 2 h 176"/>
                <ns1:gd name="T14" fmla="*/ 124 w 176"/>
                <ns1:gd name="T15" fmla="*/ 0 h 176"/>
                <ns1:gd name="T16" fmla="*/ 52 w 176"/>
                <ns1:gd name="T17" fmla="*/ 0 h 176"/>
                <ns1:gd name="T18" fmla="*/ 49 w 176"/>
                <ns1:gd name="T19" fmla="*/ 2 h 176"/>
                <ns1:gd name="T20" fmla="*/ 49 w 176"/>
                <ns1:gd name="T21" fmla="*/ 2 h 176"/>
                <ns1:gd name="T22" fmla="*/ 1 w 176"/>
                <ns1:gd name="T23" fmla="*/ 49 h 176"/>
                <ns1:gd name="T24" fmla="*/ 1 w 176"/>
                <ns1:gd name="T25" fmla="*/ 49 h 176"/>
                <ns1:gd name="T26" fmla="*/ 1 w 176"/>
                <ns1:gd name="T27" fmla="*/ 50 h 176"/>
                <ns1:gd name="T28" fmla="*/ 1 w 176"/>
                <ns1:gd name="T29" fmla="*/ 50 h 176"/>
                <ns1:gd name="T30" fmla="*/ 0 w 176"/>
                <ns1:gd name="T31" fmla="*/ 52 h 176"/>
                <ns1:gd name="T32" fmla="*/ 1 w 176"/>
                <ns1:gd name="T33" fmla="*/ 54 h 176"/>
                <ns1:gd name="T34" fmla="*/ 1 w 176"/>
                <ns1:gd name="T35" fmla="*/ 55 h 176"/>
                <ns1:gd name="T36" fmla="*/ 85 w 176"/>
                <ns1:gd name="T37" fmla="*/ 175 h 176"/>
                <ns1:gd name="T38" fmla="*/ 85 w 176"/>
                <ns1:gd name="T39" fmla="*/ 174 h 176"/>
                <ns1:gd name="T40" fmla="*/ 88 w 176"/>
                <ns1:gd name="T41" fmla="*/ 176 h 176"/>
                <ns1:gd name="T42" fmla="*/ 91 w 176"/>
                <ns1:gd name="T43" fmla="*/ 174 h 176"/>
                <ns1:gd name="T44" fmla="*/ 91 w 176"/>
                <ns1:gd name="T45" fmla="*/ 175 h 176"/>
                <ns1:gd name="T46" fmla="*/ 175 w 176"/>
                <ns1:gd name="T47" fmla="*/ 55 h 176"/>
                <ns1:gd name="T48" fmla="*/ 175 w 176"/>
                <ns1:gd name="T49" fmla="*/ 54 h 176"/>
                <ns1:gd name="T50" fmla="*/ 176 w 176"/>
                <ns1:gd name="T51" fmla="*/ 52 h 176"/>
                <ns1:gd name="T52" fmla="*/ 122 w 176"/>
                <ns1:gd name="T53" fmla="*/ 8 h 176"/>
                <ns1:gd name="T54" fmla="*/ 162 w 176"/>
                <ns1:gd name="T55" fmla="*/ 48 h 176"/>
                <ns1:gd name="T56" fmla="*/ 126 w 176"/>
                <ns1:gd name="T57" fmla="*/ 48 h 176"/>
                <ns1:gd name="T58" fmla="*/ 106 w 176"/>
                <ns1:gd name="T59" fmla="*/ 8 h 176"/>
                <ns1:gd name="T60" fmla="*/ 122 w 176"/>
                <ns1:gd name="T61" fmla="*/ 8 h 176"/>
                <ns1:gd name="T62" fmla="*/ 98 w 176"/>
                <ns1:gd name="T63" fmla="*/ 8 h 176"/>
                <ns1:gd name="T64" fmla="*/ 118 w 176"/>
                <ns1:gd name="T65" fmla="*/ 48 h 176"/>
                <ns1:gd name="T66" fmla="*/ 58 w 176"/>
                <ns1:gd name="T67" fmla="*/ 48 h 176"/>
                <ns1:gd name="T68" fmla="*/ 78 w 176"/>
                <ns1:gd name="T69" fmla="*/ 8 h 176"/>
                <ns1:gd name="T70" fmla="*/ 98 w 176"/>
                <ns1:gd name="T71" fmla="*/ 8 h 176"/>
                <ns1:gd name="T72" fmla="*/ 54 w 176"/>
                <ns1:gd name="T73" fmla="*/ 8 h 176"/>
                <ns1:gd name="T74" fmla="*/ 70 w 176"/>
                <ns1:gd name="T75" fmla="*/ 8 h 176"/>
                <ns1:gd name="T76" fmla="*/ 50 w 176"/>
                <ns1:gd name="T77" fmla="*/ 48 h 176"/>
                <ns1:gd name="T78" fmla="*/ 14 w 176"/>
                <ns1:gd name="T79" fmla="*/ 48 h 176"/>
                <ns1:gd name="T80" fmla="*/ 54 w 176"/>
                <ns1:gd name="T81" fmla="*/ 8 h 176"/>
                <ns1:gd name="T82" fmla="*/ 12 w 176"/>
                <ns1:gd name="T83" fmla="*/ 56 h 176"/>
                <ns1:gd name="T84" fmla="*/ 49 w 176"/>
                <ns1:gd name="T85" fmla="*/ 56 h 176"/>
                <ns1:gd name="T86" fmla="*/ 77 w 176"/>
                <ns1:gd name="T87" fmla="*/ 149 h 176"/>
                <ns1:gd name="T88" fmla="*/ 12 w 176"/>
                <ns1:gd name="T89" fmla="*/ 56 h 176"/>
                <ns1:gd name="T90" fmla="*/ 88 w 176"/>
                <ns1:gd name="T91" fmla="*/ 158 h 176"/>
                <ns1:gd name="T92" fmla="*/ 57 w 176"/>
                <ns1:gd name="T93" fmla="*/ 56 h 176"/>
                <ns1:gd name="T94" fmla="*/ 119 w 176"/>
                <ns1:gd name="T95" fmla="*/ 56 h 176"/>
                <ns1:gd name="T96" fmla="*/ 88 w 176"/>
                <ns1:gd name="T97" fmla="*/ 158 h 176"/>
                <ns1:gd name="T98" fmla="*/ 99 w 176"/>
                <ns1:gd name="T99" fmla="*/ 149 h 176"/>
                <ns1:gd name="T100" fmla="*/ 127 w 176"/>
                <ns1:gd name="T101" fmla="*/ 56 h 176"/>
                <ns1:gd name="T102" fmla="*/ 164 w 176"/>
                <ns1:gd name="T103" fmla="*/ 56 h 176"/>
                <ns1:gd name="T104" fmla="*/ 99 w 176"/>
                <ns1:gd name="T105" fmla="*/ 149 h 176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  <ns1:cxn ang="0">
                  <ns1:pos x="T14" y="T15"/>
                </ns1:cxn>
                <ns1:cxn ang="0">
                  <ns1:pos x="T16" y="T17"/>
                </ns1:cxn>
                <ns1:cxn ang="0">
                  <ns1:pos x="T18" y="T19"/>
                </ns1:cxn>
                <ns1:cxn ang="0">
                  <ns1:pos x="T20" y="T21"/>
                </ns1:cxn>
                <ns1:cxn ang="0">
                  <ns1:pos x="T22" y="T23"/>
                </ns1:cxn>
                <ns1:cxn ang="0">
                  <ns1:pos x="T24" y="T25"/>
                </ns1:cxn>
                <ns1:cxn ang="0">
                  <ns1:pos x="T26" y="T27"/>
                </ns1:cxn>
                <ns1:cxn ang="0">
                  <ns1:pos x="T28" y="T29"/>
                </ns1:cxn>
                <ns1:cxn ang="0">
                  <ns1:pos x="T30" y="T31"/>
                </ns1:cxn>
                <ns1:cxn ang="0">
                  <ns1:pos x="T32" y="T33"/>
                </ns1:cxn>
                <ns1:cxn ang="0">
                  <ns1:pos x="T34" y="T35"/>
                </ns1:cxn>
                <ns1:cxn ang="0">
                  <ns1:pos x="T36" y="T37"/>
                </ns1:cxn>
                <ns1:cxn ang="0">
                  <ns1:pos x="T38" y="T39"/>
                </ns1:cxn>
                <ns1:cxn ang="0">
                  <ns1:pos x="T40" y="T41"/>
                </ns1:cxn>
                <ns1:cxn ang="0">
                  <ns1:pos x="T42" y="T43"/>
                </ns1:cxn>
                <ns1:cxn ang="0">
                  <ns1:pos x="T44" y="T45"/>
                </ns1:cxn>
                <ns1:cxn ang="0">
                  <ns1:pos x="T46" y="T47"/>
                </ns1:cxn>
                <ns1:cxn ang="0">
                  <ns1:pos x="T48" y="T49"/>
                </ns1:cxn>
                <ns1:cxn ang="0">
                  <ns1:pos x="T50" y="T51"/>
                </ns1:cxn>
                <ns1:cxn ang="0">
                  <ns1:pos x="T52" y="T53"/>
                </ns1:cxn>
                <ns1:cxn ang="0">
                  <ns1:pos x="T54" y="T55"/>
                </ns1:cxn>
                <ns1:cxn ang="0">
                  <ns1:pos x="T56" y="T57"/>
                </ns1:cxn>
                <ns1:cxn ang="0">
                  <ns1:pos x="T58" y="T59"/>
                </ns1:cxn>
                <ns1:cxn ang="0">
                  <ns1:pos x="T60" y="T61"/>
                </ns1:cxn>
                <ns1:cxn ang="0">
                  <ns1:pos x="T62" y="T63"/>
                </ns1:cxn>
                <ns1:cxn ang="0">
                  <ns1:pos x="T64" y="T65"/>
                </ns1:cxn>
                <ns1:cxn ang="0">
                  <ns1:pos x="T66" y="T67"/>
                </ns1:cxn>
                <ns1:cxn ang="0">
                  <ns1:pos x="T68" y="T69"/>
                </ns1:cxn>
                <ns1:cxn ang="0">
                  <ns1:pos x="T70" y="T71"/>
                </ns1:cxn>
                <ns1:cxn ang="0">
                  <ns1:pos x="T72" y="T73"/>
                </ns1:cxn>
                <ns1:cxn ang="0">
                  <ns1:pos x="T74" y="T75"/>
                </ns1:cxn>
                <ns1:cxn ang="0">
                  <ns1:pos x="T76" y="T77"/>
                </ns1:cxn>
                <ns1:cxn ang="0">
                  <ns1:pos x="T78" y="T79"/>
                </ns1:cxn>
                <ns1:cxn ang="0">
                  <ns1:pos x="T80" y="T81"/>
                </ns1:cxn>
                <ns1:cxn ang="0">
                  <ns1:pos x="T82" y="T83"/>
                </ns1:cxn>
                <ns1:cxn ang="0">
                  <ns1:pos x="T84" y="T85"/>
                </ns1:cxn>
                <ns1:cxn ang="0">
                  <ns1:pos x="T86" y="T87"/>
                </ns1:cxn>
                <ns1:cxn ang="0">
                  <ns1:pos x="T88" y="T89"/>
                </ns1:cxn>
                <ns1:cxn ang="0">
                  <ns1:pos x="T90" y="T91"/>
                </ns1:cxn>
                <ns1:cxn ang="0">
                  <ns1:pos x="T92" y="T93"/>
                </ns1:cxn>
                <ns1:cxn ang="0">
                  <ns1:pos x="T94" y="T95"/>
                </ns1:cxn>
                <ns1:cxn ang="0">
                  <ns1:pos x="T96" y="T97"/>
                </ns1:cxn>
                <ns1:cxn ang="0">
                  <ns1:pos x="T98" y="T99"/>
                </ns1:cxn>
                <ns1:cxn ang="0">
                  <ns1:pos x="T100" y="T101"/>
                </ns1:cxn>
                <ns1:cxn ang="0">
                  <ns1:pos x="T102" y="T103"/>
                </ns1:cxn>
                <ns1:cxn ang="0">
                  <ns1:pos x="T104" y="T105"/>
                </ns1:cxn>
              </ns1:cxnLst>
              <ns1:rect l="0" t="0" r="r" b="b"/>
              <ns1:pathLst>
                <ns1:path w="176" h="176">
                  <ns1:moveTo>
                    <ns1:pt x="176" y="52"/>
                  </ns1:moveTo>
                  <ns1:cubicBezTo>
                    <ns1:pt x="176" y="51"/>
                    <ns1:pt x="176" y="50"/>
                    <ns1:pt x="175" y="50"/>
                  </ns1:cubicBezTo>
                  <ns1:cubicBezTo>
                    <ns1:pt x="175" y="50"/>
                    <ns1:pt x="175" y="50"/>
                    <ns1:pt x="175" y="50"/>
                  </ns1:cubicBezTo>
                  <ns1:cubicBezTo>
                    <ns1:pt x="175" y="49"/>
                    <ns1:pt x="175" y="49"/>
                    <ns1:pt x="175" y="49"/>
                  </ns1:cubicBezTo>
                  <ns1:cubicBezTo>
                    <ns1:pt x="175" y="49"/>
                    <ns1:pt x="175" y="49"/>
                    <ns1:pt x="175" y="49"/>
                  </ns1:cubicBezTo>
                  <ns1:cubicBezTo>
                    <ns1:pt x="127" y="2"/>
                    <ns1:pt x="127" y="2"/>
                    <ns1:pt x="127" y="2"/>
                  </ns1:cubicBezTo>
                  <ns1:cubicBezTo>
                    <ns1:pt x="127" y="2"/>
                    <ns1:pt x="127" y="2"/>
                    <ns1:pt x="127" y="2"/>
                  </ns1:cubicBezTo>
                  <ns1:cubicBezTo>
                    <ns1:pt x="126" y="1"/>
                    <ns1:pt x="125" y="0"/>
                    <ns1:pt x="124" y="0"/>
                  </ns1:cubicBezTo>
                  <ns1:cubicBezTo>
                    <ns1:pt x="52" y="0"/>
                    <ns1:pt x="52" y="0"/>
                    <ns1:pt x="52" y="0"/>
                  </ns1:cubicBezTo>
                  <ns1:cubicBezTo>
                    <ns1:pt x="51" y="0"/>
                    <ns1:pt x="50" y="1"/>
                    <ns1:pt x="49" y="2"/>
                  </ns1:cubicBezTo>
                  <ns1:cubicBezTo>
                    <ns1:pt x="49" y="2"/>
                    <ns1:pt x="49" y="2"/>
                    <ns1:pt x="49" y="2"/>
                  </ns1:cubicBezTo>
                  <ns1:cubicBezTo>
                    <ns1:pt x="1" y="49"/>
                    <ns1:pt x="1" y="49"/>
                    <ns1:pt x="1" y="49"/>
                  </ns1:cubicBezTo>
                  <ns1:cubicBezTo>
                    <ns1:pt x="1" y="49"/>
                    <ns1:pt x="1" y="49"/>
                    <ns1:pt x="1" y="49"/>
                  </ns1:cubicBezTo>
                  <ns1:cubicBezTo>
                    <ns1:pt x="1" y="50"/>
                    <ns1:pt x="1" y="50"/>
                    <ns1:pt x="1" y="50"/>
                  </ns1:cubicBezTo>
                  <ns1:cubicBezTo>
                    <ns1:pt x="1" y="50"/>
                    <ns1:pt x="1" y="50"/>
                    <ns1:pt x="1" y="50"/>
                  </ns1:cubicBezTo>
                  <ns1:cubicBezTo>
                    <ns1:pt x="0" y="50"/>
                    <ns1:pt x="0" y="51"/>
                    <ns1:pt x="0" y="52"/>
                  </ns1:cubicBezTo>
                  <ns1:cubicBezTo>
                    <ns1:pt x="0" y="53"/>
                    <ns1:pt x="0" y="54"/>
                    <ns1:pt x="1" y="54"/>
                  </ns1:cubicBezTo>
                  <ns1:cubicBezTo>
                    <ns1:pt x="1" y="55"/>
                    <ns1:pt x="1" y="55"/>
                    <ns1:pt x="1" y="55"/>
                  </ns1:cubicBezTo>
                  <ns1:cubicBezTo>
                    <ns1:pt x="85" y="175"/>
                    <ns1:pt x="85" y="175"/>
                    <ns1:pt x="85" y="175"/>
                  </ns1:cubicBezTo>
                  <ns1:cubicBezTo>
                    <ns1:pt x="85" y="174"/>
                    <ns1:pt x="85" y="174"/>
                    <ns1:pt x="85" y="174"/>
                  </ns1:cubicBezTo>
                  <ns1:cubicBezTo>
                    <ns1:pt x="86" y="175"/>
                    <ns1:pt x="87" y="176"/>
                    <ns1:pt x="88" y="176"/>
                  </ns1:cubicBezTo>
                  <ns1:cubicBezTo>
                    <ns1:pt x="89" y="176"/>
                    <ns1:pt x="90" y="175"/>
                    <ns1:pt x="91" y="174"/>
                  </ns1:cubicBezTo>
                  <ns1:cubicBezTo>
                    <ns1:pt x="91" y="175"/>
                    <ns1:pt x="91" y="175"/>
                    <ns1:pt x="91" y="175"/>
                  </ns1:cubicBezTo>
                  <ns1:cubicBezTo>
                    <ns1:pt x="175" y="55"/>
                    <ns1:pt x="175" y="55"/>
                    <ns1:pt x="175" y="55"/>
                  </ns1:cubicBezTo>
                  <ns1:cubicBezTo>
                    <ns1:pt x="175" y="54"/>
                    <ns1:pt x="175" y="54"/>
                    <ns1:pt x="175" y="54"/>
                  </ns1:cubicBezTo>
                  <ns1:cubicBezTo>
                    <ns1:pt x="176" y="54"/>
                    <ns1:pt x="176" y="53"/>
                    <ns1:pt x="176" y="52"/>
                  </ns1:cubicBezTo>
                  <ns1:moveTo>
                    <ns1:pt x="122" y="8"/>
                  </ns1:moveTo>
                  <ns1:cubicBezTo>
                    <ns1:pt x="162" y="48"/>
                    <ns1:pt x="162" y="48"/>
                    <ns1:pt x="162" y="48"/>
                  </ns1:cubicBezTo>
                  <ns1:cubicBezTo>
                    <ns1:pt x="126" y="48"/>
                    <ns1:pt x="126" y="48"/>
                    <ns1:pt x="126" y="48"/>
                  </ns1:cubicBezTo>
                  <ns1:cubicBezTo>
                    <ns1:pt x="106" y="8"/>
                    <ns1:pt x="106" y="8"/>
                    <ns1:pt x="106" y="8"/>
                  </ns1:cubicBezTo>
                  <ns1:lnTo>
                    <ns1:pt x="122" y="8"/>
                  </ns1:lnTo>
                  <ns1:close/>
                  <ns1:moveTo>
                    <ns1:pt x="98" y="8"/>
                  </ns1:moveTo>
                  <ns1:cubicBezTo>
                    <ns1:pt x="118" y="48"/>
                    <ns1:pt x="118" y="48"/>
                    <ns1:pt x="118" y="48"/>
                  </ns1:cubicBezTo>
                  <ns1:cubicBezTo>
                    <ns1:pt x="58" y="48"/>
                    <ns1:pt x="58" y="48"/>
                    <ns1:pt x="58" y="48"/>
                  </ns1:cubicBezTo>
                  <ns1:cubicBezTo>
                    <ns1:pt x="78" y="8"/>
                    <ns1:pt x="78" y="8"/>
                    <ns1:pt x="78" y="8"/>
                  </ns1:cubicBezTo>
                  <ns1:lnTo>
                    <ns1:pt x="98" y="8"/>
                  </ns1:lnTo>
                  <ns1:close/>
                  <ns1:moveTo>
                    <ns1:pt x="54" y="8"/>
                  </ns1:moveTo>
                  <ns1:cubicBezTo>
                    <ns1:pt x="70" y="8"/>
                    <ns1:pt x="70" y="8"/>
                    <ns1:pt x="70" y="8"/>
                  </ns1:cubicBezTo>
                  <ns1:cubicBezTo>
                    <ns1:pt x="50" y="48"/>
                    <ns1:pt x="50" y="48"/>
                    <ns1:pt x="50" y="48"/>
                  </ns1:cubicBezTo>
                  <ns1:cubicBezTo>
                    <ns1:pt x="14" y="48"/>
                    <ns1:pt x="14" y="48"/>
                    <ns1:pt x="14" y="48"/>
                  </ns1:cubicBezTo>
                  <ns1:lnTo>
                    <ns1:pt x="54" y="8"/>
                  </ns1:lnTo>
                  <ns1:close/>
                  <ns1:moveTo>
                    <ns1:pt x="12" y="56"/>
                  </ns1:moveTo>
                  <ns1:cubicBezTo>
                    <ns1:pt x="49" y="56"/>
                    <ns1:pt x="49" y="56"/>
                    <ns1:pt x="49" y="56"/>
                  </ns1:cubicBezTo>
                  <ns1:cubicBezTo>
                    <ns1:pt x="77" y="149"/>
                    <ns1:pt x="77" y="149"/>
                    <ns1:pt x="77" y="149"/>
                  </ns1:cubicBezTo>
                  <ns1:lnTo>
                    <ns1:pt x="12" y="56"/>
                  </ns1:lnTo>
                  <ns1:close/>
                  <ns1:moveTo>
                    <ns1:pt x="88" y="158"/>
                  </ns1:moveTo>
                  <ns1:cubicBezTo>
                    <ns1:pt x="57" y="56"/>
                    <ns1:pt x="57" y="56"/>
                    <ns1:pt x="57" y="56"/>
                  </ns1:cubicBezTo>
                  <ns1:cubicBezTo>
                    <ns1:pt x="119" y="56"/>
                    <ns1:pt x="119" y="56"/>
                    <ns1:pt x="119" y="56"/>
                  </ns1:cubicBezTo>
                  <ns1:lnTo>
                    <ns1:pt x="88" y="158"/>
                  </ns1:lnTo>
                  <ns1:close/>
                  <ns1:moveTo>
                    <ns1:pt x="99" y="149"/>
                  </ns1:moveTo>
                  <ns1:cubicBezTo>
                    <ns1:pt x="127" y="56"/>
                    <ns1:pt x="127" y="56"/>
                    <ns1:pt x="127" y="56"/>
                  </ns1:cubicBezTo>
                  <ns1:cubicBezTo>
                    <ns1:pt x="164" y="56"/>
                    <ns1:pt x="164" y="56"/>
                    <ns1:pt x="164" y="56"/>
                  </ns1:cubicBezTo>
                  <ns1:lnTo>
                    <ns1:pt x="99" y="149"/>
                  </ns1:lnTo>
                  <ns1:close/>
                </ns1:path>
              </ns1:pathLst>
            </ns1:custGeom>
            <ns1:solidFill>
              <ns1:schemeClr val="tx2">
                <ns1:lumMod val="75000"/>
              </ns1:schemeClr>
            </ns1:solidFill>
            <ns1:ln>
              <ns1:noFill/>
            </ns1:ln>
            <ns1:extLst/>
          </ns0:spPr>
          <ns0:txBody>
            <ns1:bodyPr vert="horz" wrap="square" lIns="91440" tIns="45720" rIns="91440" bIns="45720" numCol="1" anchor="t" anchorCtr="0" compatLnSpc="1">
              <ns1:prstTxWarp prst="textNoShape">
                <ns1:avLst/>
              </ns1:prstTxWarp>
            </ns1:bodyPr>
            <ns1:lstStyle/>
            <ns1:p>
              <ns1:endParaRPr lang="en-US" sz="2700"/>
            </ns1:p>
          </ns0:txBody>
        </ns0:sp>
      </ns0:grpSp>
      <ns0:sp>
        <ns0:nvSpPr>
          <ns0:cNvPr id="70" name="TextBox 69">
            <ns1:extLst>
              <ns1:ext uri="{FF2B5EF4-FFF2-40B4-BE49-F238E27FC236}">
                <ns2:creationId id="{4C3745A2-D7EF-4F33-86B5-73972552C219}"/>
              </ns1:ext>
            </ns1:extLst>
          </ns0:cNvPr>
          <ns0:cNvSpPr txBox="1"/>
          <ns0:nvPr/>
        </ns0:nvSpPr>
        <ns0:spPr>
          <ns1:xfrm>
            <ns1:off x="6190236" y="661292"/>
            <ns1:ext cx="2030385" cy="820674"/>
          </ns1:xfrm>
          <ns1:prstGeom prst="rect">
            <ns1:avLst/>
          </ns1:prstGeom>
          <ns1:noFill/>
        </ns0:spPr>
        <ns0:txBody>
          <ns1:bodyPr wrap="square" rtlCol="0">
            <ns1:spAutoFit/>
          </ns1:bodyPr>
          <ns1:lstStyle/>
          <ns1:p>
            <ns1:pPr>
              <ns1:lnSpc>
                <ns1:spcPct val="150000"/>
              </ns1:lnSpc>
            </ns1:pPr>
            <ns1:r>
              <ns1:rPr lang="en-US" sz="1100">
                <ns1:solidFill>
                  <ns1:schemeClr val="bg1">
                    <ns1:lumMod val="50000"/>
                  </ns1:schemeClr>
                </ns1:solidFill>
                <ns1:latin typeface="Lato" panose="020F0502020204030203" pitchFamily="34" charset="0"/>
                <ns1:ea typeface="Lato" panose="020F0502020204030203" pitchFamily="34" charset="0"/>
                <ns1:cs typeface="Lato" panose="020F0502020204030203" pitchFamily="34" charset="0"/>
              </ns1:rPr>
              <ns1:t>{SlideSupportingContent3}</ns1:t>
            </ns1:r>
            <ns1:r>
              <ns1:rPr lang="pt-BR" sz="1100">
                <ns1:solidFill>
                  <ns1:schemeClr val="bg1">
                    <ns1:lumMod val="50000"/>
                  </ns1:schemeClr>
                </ns1:solidFill>
                <ns1:latin typeface="Lato" panose="020F0502020204030203" pitchFamily="34" charset="0"/>
                <ns1:ea typeface="Lato" panose="020F0502020204030203" pitchFamily="34" charset="0"/>
                <ns1:cs typeface="Lato" panose="020F0502020204030203" pitchFamily="34" charset="0"/>
              </ns1:rPr>
              <ns1:t/>
            </ns1:r>
            <ns1:endParaRPr lang="en-US" sz="1100">
              <ns1:solidFill>
                <ns1:schemeClr val="bg1">
                  <ns1:lumMod val="50000"/>
                </ns1:schemeClr>
              </ns1:solidFill>
              <ns1:latin typeface="Lato" panose="020F0502020204030203" pitchFamily="34" charset="0"/>
              <ns1:ea typeface="Lato" panose="020F0502020204030203" pitchFamily="34" charset="0"/>
              <ns1:cs typeface="Lato" panose="020F0502020204030203" pitchFamily="34" charset="0"/>
            </ns1:endParaRPr>
          </ns1:p>
        </ns0:txBody>
      </ns0:sp>
      <ns0:sp>
        <ns0:nvSpPr>
          <ns0:cNvPr id="71" name="TextBox 70">
            <ns1:extLst>
              <ns1:ext uri="{FF2B5EF4-FFF2-40B4-BE49-F238E27FC236}">
                <ns2:creationId id="{ECF214C0-0F73-43A4-AC73-45F1879A5E49}"/>
              </ns1:ext>
            </ns1:extLst>
          </ns0:cNvPr>
          <ns0:cNvSpPr txBox="1"/>
          <ns0:nvPr/>
        </ns0:nvSpPr>
        <ns0:spPr>
          <ns1:xfrm>
            <ns1:off x="9574352" y="661292"/>
            <ns1:ext cx="2232417" cy="820674"/>
          </ns1:xfrm>
          <ns1:prstGeom prst="rect">
            <ns1:avLst/>
          </ns1:prstGeom>
          <ns1:noFill/>
        </ns0:spPr>
        <ns0:txBody>
          <ns1:bodyPr wrap="square" rtlCol="0">
            <ns1:spAutoFit/>
          </ns1:bodyPr>
          <ns1:lstStyle/>
          <ns1:p>
            <ns1:pPr>
              <ns1:lnSpc>
                <ns1:spcPct val="150000"/>
              </ns1:lnSpc>
            </ns1:pPr>
            <ns1:r>
              <ns1:rPr lang="en-US" sz="1100">
                <ns1:solidFill>
                  <ns1:schemeClr val="bg1">
                    <ns1:lumMod val="50000"/>
                  </ns1:schemeClr>
                </ns1:solidFill>
                <ns1:latin typeface="Lato" panose="020F0502020204030203" pitchFamily="34" charset="0"/>
                <ns1:ea typeface="Lato" panose="020F0502020204030203" pitchFamily="34" charset="0"/>
                <ns1:cs typeface="Lato" panose="020F0502020204030203" pitchFamily="34" charset="0"/>
              </ns1:rPr>
              <ns1:t>{SlideSupportingContent4}</ns1:t>
            </ns1:r>
            <ns1:r>
              <ns1:rPr lang="pt-BR" sz="1100">
                <ns1:solidFill>
                  <ns1:schemeClr val="bg1">
                    <ns1:lumMod val="50000"/>
                  </ns1:schemeClr>
                </ns1:solidFill>
                <ns1:latin typeface="Lato" panose="020F0502020204030203" pitchFamily="34" charset="0"/>
                <ns1:ea typeface="Lato" panose="020F0502020204030203" pitchFamily="34" charset="0"/>
                <ns1:cs typeface="Lato" panose="020F0502020204030203" pitchFamily="34" charset="0"/>
              </ns1:rPr>
              <ns1:t/>
            </ns1:r>
            <ns1:endParaRPr lang="en-US" sz="1100">
              <ns1:solidFill>
                <ns1:schemeClr val="bg1">
                  <ns1:lumMod val="50000"/>
                </ns1:schemeClr>
              </ns1:solidFill>
              <ns1:latin typeface="Lato" panose="020F0502020204030203" pitchFamily="34" charset="0"/>
              <ns1:ea typeface="Lato" panose="020F0502020204030203" pitchFamily="34" charset="0"/>
              <ns1:cs typeface="Lato" panose="020F0502020204030203" pitchFamily="34" charset="0"/>
            </ns1:endParaRPr>
          </ns1:p>
        </ns0:txBody>
      </ns0:sp>
      <ns0:sp>
        <ns0:nvSpPr>
          <ns0:cNvPr id="4" name="Picture Placeholder 3">
            <ns1:extLst>
              <ns1:ext uri="{FF2B5EF4-FFF2-40B4-BE49-F238E27FC236}">
                <ns2:creationId id="{5817FD3C-D0CF-4060-85A4-D8AC5E372E57}"/>
              </ns1:ext>
            </ns1:extLst>
          </ns0:cNvPr>
          <ns0:cNvSpPr>
            <ns1:spLocks noGrp="1"/>
          </ns0:cNvSpPr>
          <ns0:nvPr>
            <ns0:ph type="pic" sz="quarter" idx="12"/>
          </ns0:nvPr>
        </ns0:nvSpPr>
        <ns0:spPr/>
      </ns0:sp>
      <ns0:sp>
        <ns0:nvSpPr>
          <ns0:cNvPr id="6" name="Picture Placeholder 5">
            <ns1:extLst>
              <ns1:ext uri="{FF2B5EF4-FFF2-40B4-BE49-F238E27FC236}">
                <ns2:creationId id="{50E8C5C5-413A-4A2C-B384-7EA675A67C1F}"/>
              </ns1:ext>
            </ns1:extLst>
          </ns0:cNvPr>
          <ns0:cNvSpPr>
            <ns1:spLocks noGrp="1"/>
          </ns0:cNvSpPr>
          <ns0:nvPr>
            <ns0:ph type="pic" sz="quarter" idx="13"/>
          </ns0:nvPr>
        </ns0:nvSpPr>
        <ns0:spPr/>
      </ns0:sp>
    </ns0:spTree>
    <ns0:extLst>
      <ns0:ext uri="{BB962C8B-B14F-4D97-AF65-F5344CB8AC3E}">
        <ns3:creationId val="2370406213"/>
      </ns0:ext>
    </ns0:extLst>
  </ns0:cSld>
  <ns0:clrMapOvr>
    <ns1:masterClrMapping/>
  </ns0:clrMapOvr>
</ns0:sld>
</file>

<file path=ppt/slides/slide29.xml><?xml version="1.0" encoding="utf-8"?>
<ns0:sld xmlns:ns0="http://schemas.openxmlformats.org/presentationml/2006/main" xmlns:ns1="http://schemas.openxmlformats.org/drawingml/2006/main" xmlns:ns2="http://schemas.microsoft.com/office/drawing/2014/main" xmlns:ns3="http://schemas.microsoft.com/office/powerpoint/2010/main" xmlns:ns4="http://schemas.openxmlformats.org/drawingml/2006/chart" xmlns:ns5="http://schemas.openxmlformats.org/officeDocument/2006/relationships">
  <ns0:cSld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graphicFrame>
        <ns0:nvGraphicFramePr>
          <ns0:cNvPr id="2" name="Content Placeholder 5">
            <ns1:extLst>
              <ns1:ext uri="{FF2B5EF4-FFF2-40B4-BE49-F238E27FC236}">
                <ns2:creationId id="{EE9F290F-E5AD-4B9B-AF97-A095016C1F25}"/>
              </ns1:ext>
            </ns1:extLst>
          </ns0:cNvPr>
          <ns0:cNvGraphicFramePr>
            <ns1:graphicFrameLocks/>
          </ns0:cNvGraphicFramePr>
          <ns0:nvPr>
            <ns0:extLst>
              <ns0:ext uri="{D42A27DB-BD31-4B8C-83A1-F6EECF244321}">
                <ns3:modId val="1594977422"/>
              </ns0:ext>
            </ns0:extLst>
          </ns0:nvPr>
        </ns0:nvGraphicFramePr>
        <ns0:xfrm>
          <ns1:off x="520116" y="2569029"/>
          <ns1:ext cx="11092696" cy="3999432"/>
        </ns0:xfrm>
        <ns1:graphic>
          <ns1:graphicData uri="http://schemas.openxmlformats.org/drawingml/2006/chart">
            <ns4:chart ns5:id="rId2"/>
          </ns1:graphicData>
        </ns1:graphic>
      </ns0:graphicFrame>
      <ns0:sp>
        <ns0:nvSpPr>
          <ns0:cNvPr id="28" name="TextBox 27">
            <ns1:extLst>
              <ns1:ext uri="{FF2B5EF4-FFF2-40B4-BE49-F238E27FC236}">
                <ns2:creationId id="{9373FA6E-CD5C-4540-AAB8-1B94091E78A2}"/>
              </ns1:ext>
            </ns1:extLst>
          </ns0:cNvPr>
          <ns0:cNvSpPr txBox="1"/>
          <ns0:nvPr/>
        </ns0:nvSpPr>
        <ns0:spPr>
          <ns1:xfrm>
            <ns1:off x="2504933" y="674275"/>
            <ns1:ext cx="7182135" cy="1384995"/>
          </ns1:xfrm>
          <ns1:prstGeom prst="rect">
            <ns1:avLst/>
          </ns1:prstGeom>
          <ns1:noFill/>
        </ns0:spPr>
        <ns0:txBody>
          <ns1:bodyPr wrap="square" rtlCol="0">
            <ns1:spAutoFit/>
          </ns1:bodyPr>
          <ns1:lstStyle/>
          <ns1:p>
            <ns1:pPr algn="ctr"/>
            <ns1:r>
              <ns1:rPr lang="en-US" sz="2800" spc="300">
                <ns1:solidFill>
                  <ns1:schemeClr val="tx1">
                    <ns1:lumMod val="85000"/>
                    <ns1:lumOff val="15000"/>
                  </ns1:schemeClr>
                </ns1:solidFill>
                <ns1:latin typeface="Poppins SemiBold" panose="00000700000000000000" pitchFamily="2" charset="0"/>
                <ns1:cs typeface="Poppins SemiBold" panose="00000700000000000000" pitchFamily="2" charset="0"/>
              </ns1:rPr>
              <ns1:t>{SlideMainExplanation}</ns1:t>
            </ns1:r>
          </ns1:p>
        </ns0:txBody>
      </ns0:sp>
      <ns0:grpSp>
        <ns0:nvGrpSpPr>
          <ns0:cNvPr id="29" name="Group 28">
            <ns1:extLst>
              <ns1:ext uri="{FF2B5EF4-FFF2-40B4-BE49-F238E27FC236}">
                <ns2:creationId id="{404B628C-7D20-44C5-8EF3-91DEBFB06A7A}"/>
              </ns1:ext>
            </ns1:extLst>
          </ns0:cNvPr>
          <ns0:cNvGrpSpPr/>
          <ns0:nvPr/>
        </ns0:nvGrpSpPr>
        <ns0:grpSpPr>
          <ns1:xfrm>
            <ns1:off x="5691116" y="2270869"/>
            <ns1:ext cx="809768" cy="204717"/>
            <ns1:chOff x="5895833" y="2247347"/>
            <ns1:chExt cx="809768" cy="204717"/>
          </ns1:xfrm>
        </ns0:grpSpPr>
        <ns0:sp>
          <ns0:nvSpPr>
            <ns0:cNvPr id="30" name="Diamond 29">
              <ns1:extLst>
                <ns1:ext uri="{FF2B5EF4-FFF2-40B4-BE49-F238E27FC236}">
                  <ns2:creationId id="{AF6CAB66-E1E6-450D-99BE-F3B4443B62DE}"/>
                </ns1:ext>
              </ns1:extLst>
            </ns0:cNvPr>
            <ns0:cNvSpPr/>
            <ns0:nvPr/>
          </ns0:nvSpPr>
          <ns0:spPr>
            <ns1:xfrm>
              <ns1:off x="5895833" y="2247347"/>
              <ns1:ext cx="204717" cy="204717"/>
            </ns1:xfrm>
            <ns1:prstGeom prst="diamond">
              <ns1:avLst/>
            </ns1:prstGeom>
            <ns1:solidFill>
              <ns1:schemeClr val="accent4"/>
            </ns1:solidFill>
            <ns1:ln>
              <ns1:noFill/>
            </ns1:ln>
          </ns0:spPr>
          <ns0:style>
            <ns1:lnRef idx="2">
              <ns1:schemeClr val="accent1">
                <ns1:shade val="50000"/>
              </ns1:schemeClr>
            </ns1:lnRef>
            <ns1:fillRef idx="1">
              <ns1:schemeClr val="accent1"/>
            </ns1:fillRef>
            <ns1:effectRef idx="0">
              <ns1:schemeClr val="accent1"/>
            </ns1:effectRef>
            <ns1:fontRef idx="minor">
              <ns1:schemeClr val="lt1"/>
            </ns1:fontRef>
          </ns0:style>
          <ns0:txBody>
            <ns1:bodyPr rtlCol="0" anchor="ctr"/>
            <ns1:lstStyle/>
            <ns1:p>
              <ns1:pPr algn="ctr"/>
              <ns1:endParaRPr lang="en-US"/>
            </ns1:p>
          </ns0:txBody>
        </ns0:sp>
        <ns0:sp>
          <ns0:nvSpPr>
            <ns0:cNvPr id="31" name="Diamond 30">
              <ns1:extLst>
                <ns1:ext uri="{FF2B5EF4-FFF2-40B4-BE49-F238E27FC236}">
                  <ns2:creationId id="{3DF13A63-7C4F-49B5-9D0B-CB8293549B91}"/>
                </ns1:ext>
              </ns1:extLst>
            </ns0:cNvPr>
            <ns0:cNvSpPr/>
            <ns0:nvPr/>
          </ns0:nvSpPr>
          <ns0:spPr>
            <ns1:xfrm>
              <ns1:off x="6096000" y="2247347"/>
              <ns1:ext cx="204717" cy="204717"/>
            </ns1:xfrm>
            <ns1:prstGeom prst="diamond">
              <ns1:avLst/>
            </ns1:prstGeom>
            <ns1:solidFill>
              <ns1:schemeClr val="accent4">
                <ns1:lumMod val="60000"/>
                <ns1:lumOff val="40000"/>
              </ns1:schemeClr>
            </ns1:solidFill>
            <ns1:ln>
              <ns1:noFill/>
            </ns1:ln>
          </ns0:spPr>
          <ns0:style>
            <ns1:lnRef idx="2">
              <ns1:schemeClr val="accent1">
                <ns1:shade val="50000"/>
              </ns1:schemeClr>
            </ns1:lnRef>
            <ns1:fillRef idx="1">
              <ns1:schemeClr val="accent1"/>
            </ns1:fillRef>
            <ns1:effectRef idx="0">
              <ns1:schemeClr val="accent1"/>
            </ns1:effectRef>
            <ns1:fontRef idx="minor">
              <ns1:schemeClr val="lt1"/>
            </ns1:fontRef>
          </ns0:style>
          <ns0:txBody>
            <ns1:bodyPr rtlCol="0" anchor="ctr"/>
            <ns1:lstStyle/>
            <ns1:p>
              <ns1:pPr algn="ctr"/>
              <ns1:endParaRPr lang="en-US"/>
            </ns1:p>
          </ns0:txBody>
        </ns0:sp>
        <ns0:sp>
          <ns0:nvSpPr>
            <ns0:cNvPr id="32" name="Diamond 31">
              <ns1:extLst>
                <ns1:ext uri="{FF2B5EF4-FFF2-40B4-BE49-F238E27FC236}">
                  <ns2:creationId id="{9EC0BE5F-9957-4F7B-A472-B78D638EC115}"/>
                </ns1:ext>
              </ns1:extLst>
            </ns0:cNvPr>
            <ns0:cNvSpPr/>
            <ns0:nvPr/>
          </ns0:nvSpPr>
          <ns0:spPr>
            <ns1:xfrm>
              <ns1:off x="6300717" y="2247347"/>
              <ns1:ext cx="204717" cy="204717"/>
            </ns1:xfrm>
            <ns1:prstGeom prst="diamond">
              <ns1:avLst/>
            </ns1:prstGeom>
            <ns1:solidFill>
              <ns1:schemeClr val="accent4">
                <ns1:lumMod val="40000"/>
                <ns1:lumOff val="60000"/>
              </ns1:schemeClr>
            </ns1:solidFill>
            <ns1:ln>
              <ns1:noFill/>
            </ns1:ln>
          </ns0:spPr>
          <ns0:style>
            <ns1:lnRef idx="2">
              <ns1:schemeClr val="accent1">
                <ns1:shade val="50000"/>
              </ns1:schemeClr>
            </ns1:lnRef>
            <ns1:fillRef idx="1">
              <ns1:schemeClr val="accent1"/>
            </ns1:fillRef>
            <ns1:effectRef idx="0">
              <ns1:schemeClr val="accent1"/>
            </ns1:effectRef>
            <ns1:fontRef idx="minor">
              <ns1:schemeClr val="lt1"/>
            </ns1:fontRef>
          </ns0:style>
          <ns0:txBody>
            <ns1:bodyPr rtlCol="0" anchor="ctr"/>
            <ns1:lstStyle/>
            <ns1:p>
              <ns1:pPr algn="ctr"/>
              <ns1:endParaRPr lang="en-US"/>
            </ns1:p>
          </ns0:txBody>
        </ns0:sp>
        <ns0:sp>
          <ns0:nvSpPr>
            <ns0:cNvPr id="33" name="Diamond 32">
              <ns1:extLst>
                <ns1:ext uri="{FF2B5EF4-FFF2-40B4-BE49-F238E27FC236}">
                  <ns2:creationId id="{543AF8BB-4136-4199-93B4-4E55986F53A1}"/>
                </ns1:ext>
              </ns1:extLst>
            </ns0:cNvPr>
            <ns0:cNvSpPr/>
            <ns0:nvPr/>
          </ns0:nvSpPr>
          <ns0:spPr>
            <ns1:xfrm>
              <ns1:off x="6500884" y="2247347"/>
              <ns1:ext cx="204717" cy="204717"/>
            </ns1:xfrm>
            <ns1:prstGeom prst="diamond">
              <ns1:avLst/>
            </ns1:prstGeom>
            <ns1:solidFill>
              <ns1:schemeClr val="accent4">
                <ns1:lumMod val="20000"/>
                <ns1:lumOff val="80000"/>
              </ns1:schemeClr>
            </ns1:solidFill>
            <ns1:ln>
              <ns1:noFill/>
            </ns1:ln>
          </ns0:spPr>
          <ns0:style>
            <ns1:lnRef idx="2">
              <ns1:schemeClr val="accent1">
                <ns1:shade val="50000"/>
              </ns1:schemeClr>
            </ns1:lnRef>
            <ns1:fillRef idx="1">
              <ns1:schemeClr val="accent1"/>
            </ns1:fillRef>
            <ns1:effectRef idx="0">
              <ns1:schemeClr val="accent1"/>
            </ns1:effectRef>
            <ns1:fontRef idx="minor">
              <ns1:schemeClr val="lt1"/>
            </ns1:fontRef>
          </ns0:style>
          <ns0:txBody>
            <ns1:bodyPr rtlCol="0" anchor="ctr"/>
            <ns1:lstStyle/>
            <ns1:p>
              <ns1:pPr algn="ctr"/>
              <ns1:endParaRPr lang="en-US"/>
            </ns1:p>
          </ns0:txBody>
        </ns0:sp>
      </ns0:grpSp>
    </ns0:spTree>
    <ns0:extLst>
      <ns0:ext uri="{BB962C8B-B14F-4D97-AF65-F5344CB8AC3E}">
        <ns3:creationId val="3730886251"/>
      </ns0:ext>
    </ns0:extLst>
  </ns0:cSld>
  <ns0:clrMapOvr>
    <ns1:masterClrMapping/>
  </ns0:clrMapOvr>
</ns0:sld>
</file>

<file path=ppt/slides/slide30.xml><?xml version="1.0" encoding="utf-8"?>
<ns0:sld xmlns:ns0="http://schemas.openxmlformats.org/presentationml/2006/main" xmlns:ns1="http://schemas.openxmlformats.org/drawingml/2006/main" xmlns:ns2="http://schemas.microsoft.com/office/drawing/2014/main" xmlns:ns3="http://schemas.microsoft.com/office/drawing/2010/main" xmlns:ns4="http://schemas.microsoft.com/office/powerpoint/2010/main">
  <ns0:cSld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grpSp>
        <ns0:nvGrpSpPr>
          <ns0:cNvPr id="225" name="Group 224">
            <ns1:extLst>
              <ns1:ext uri="{FF2B5EF4-FFF2-40B4-BE49-F238E27FC236}">
                <ns2:creationId id="{098860F3-6F7D-47DE-BF62-68CCC2D6744D}"/>
              </ns1:ext>
            </ns1:extLst>
          </ns0:cNvPr>
          <ns0:cNvGrpSpPr/>
          <ns0:nvPr/>
        </ns0:nvGrpSpPr>
        <ns0:grpSpPr>
          <ns1:xfrm>
            <ns1:off x="3545224" y="860338"/>
            <ns1:ext cx="4946395" cy="5137324"/>
            <ns1:chOff x="3616376" y="834852"/>
            <ns1:chExt cx="4946395" cy="5137324"/>
          </ns1:xfrm>
        </ns0:grpSpPr>
        <ns0:sp>
          <ns0:nvSpPr>
            <ns0:cNvPr id="152" name="Oval 11">
              <ns1:extLst>
                <ns1:ext uri="{FF2B5EF4-FFF2-40B4-BE49-F238E27FC236}">
                  <ns2:creationId id="{B25539BB-F40E-4A10-B930-4FA9A9B78F92}"/>
                </ns1:ext>
              </ns1:extLst>
            </ns0:cNvPr>
            <ns0:cNvSpPr>
              <ns1:spLocks noChangeArrowheads="1"/>
            </ns0:cNvSpPr>
            <ns0:nvPr/>
          </ns0:nvSpPr>
          <ns0:spPr bwMode="auto">
            <ns1:xfrm rot="2700000">
              <ns1:off x="5428693" y="4146131"/>
              <ns1:ext cx="1516172" cy="1514540"/>
            </ns1:xfrm>
            <ns1:prstGeom prst="ellipse">
              <ns1:avLst/>
            </ns1:prstGeom>
            <ns1:solidFill>
              <ns1:schemeClr val="accent6"/>
            </ns1:solidFill>
            <ns1:ln w="12700" cap="flat" cmpd="sng" algn="ctr">
              <ns1:noFill/>
              <ns1:prstDash val="solid"/>
            </ns1:ln>
            <ns1:effectLst/>
            <ns1:extLst/>
          </ns0:spPr>
          <ns0:txBody>
            <ns1:bodyPr bIns="274320" rtlCol="0" anchor="b"/>
            <ns1:lstStyle/>
            <ns1:p>
              <ns1:pPr algn="ctr" defTabSz="1219170"/>
              <ns1:endParaRPr lang="en-US" sz="2000" kern="0" dirty="0">
                <ns1:solidFill>
                  <ns1:srgbClr val="FFFFFF"/>
                </ns1:solidFill>
              </ns1:endParaRPr>
            </ns1:p>
          </ns0:txBody>
        </ns0:sp>
        <ns0:sp>
          <ns0:nvSpPr>
            <ns0:cNvPr id="153" name="Freeform 5">
              <ns1:extLst>
                <ns1:ext uri="{FF2B5EF4-FFF2-40B4-BE49-F238E27FC236}">
                  <ns2:creationId id="{C29230D5-BE58-41A7-83C7-FBA4592C9836}"/>
                </ns1:ext>
              </ns1:extLst>
            </ns0:cNvPr>
            <ns0:cNvSpPr>
              <ns1:spLocks/>
            </ns0:cNvSpPr>
            <ns0:nvPr/>
          </ns0:nvSpPr>
          <ns0:spPr bwMode="auto">
            <ns1:xfrm rot="2700000">
              <ns1:off x="3617868" y="3394544"/>
              <ns1:ext cx="3637685" cy="1517579"/>
            </ns1:xfrm>
            <ns1:custGeom>
              <ns1:avLst/>
              <ns1:gdLst>
                <ns1:gd name="T0" fmla="*/ 227 w 1091"/>
                <ns1:gd name="T1" fmla="*/ 455 h 455"/>
                <ns1:gd name="T2" fmla="*/ 390 w 1091"/>
                <ns1:gd name="T3" fmla="*/ 386 h 455"/>
                <ns1:gd name="T4" fmla="*/ 545 w 1091"/>
                <ns1:gd name="T5" fmla="*/ 322 h 455"/>
                <ns1:gd name="T6" fmla="*/ 699 w 1091"/>
                <ns1:gd name="T7" fmla="*/ 386 h 455"/>
                <ns1:gd name="T8" fmla="*/ 864 w 1091"/>
                <ns1:gd name="T9" fmla="*/ 455 h 455"/>
                <ns1:gd name="T10" fmla="*/ 1091 w 1091"/>
                <ns1:gd name="T11" fmla="*/ 228 h 455"/>
                <ns1:gd name="T12" fmla="*/ 864 w 1091"/>
                <ns1:gd name="T13" fmla="*/ 0 h 455"/>
                <ns1:gd name="T14" fmla="*/ 699 w 1091"/>
                <ns1:gd name="T15" fmla="*/ 70 h 455"/>
                <ns1:gd name="T16" fmla="*/ 545 w 1091"/>
                <ns1:gd name="T17" fmla="*/ 134 h 455"/>
                <ns1:gd name="T18" fmla="*/ 391 w 1091"/>
                <ns1:gd name="T19" fmla="*/ 70 h 455"/>
                <ns1:gd name="T20" fmla="*/ 227 w 1091"/>
                <ns1:gd name="T21" fmla="*/ 0 h 455"/>
                <ns1:gd name="T22" fmla="*/ 0 w 1091"/>
                <ns1:gd name="T23" fmla="*/ 228 h 455"/>
                <ns1:gd name="T24" fmla="*/ 227 w 1091"/>
                <ns1:gd name="T25" fmla="*/ 455 h 455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  <ns1:cxn ang="0">
                  <ns1:pos x="T14" y="T15"/>
                </ns1:cxn>
                <ns1:cxn ang="0">
                  <ns1:pos x="T16" y="T17"/>
                </ns1:cxn>
                <ns1:cxn ang="0">
                  <ns1:pos x="T18" y="T19"/>
                </ns1:cxn>
                <ns1:cxn ang="0">
                  <ns1:pos x="T20" y="T21"/>
                </ns1:cxn>
                <ns1:cxn ang="0">
                  <ns1:pos x="T22" y="T23"/>
                </ns1:cxn>
                <ns1:cxn ang="0">
                  <ns1:pos x="T24" y="T25"/>
                </ns1:cxn>
              </ns1:cxnLst>
              <ns1:rect l="0" t="0" r="r" b="b"/>
              <ns1:pathLst>
                <ns1:path w="1091" h="455">
                  <ns1:moveTo>
                    <ns1:pt x="227" y="455"/>
                  </ns1:moveTo>
                  <ns1:cubicBezTo>
                    <ns1:pt x="291" y="455"/>
                    <ns1:pt x="349" y="429"/>
                    <ns1:pt x="390" y="386"/>
                  </ns1:cubicBezTo>
                  <ns1:cubicBezTo>
                    <ns1:pt x="430" y="346"/>
                    <ns1:pt x="485" y="322"/>
                    <ns1:pt x="545" y="322"/>
                  </ns1:cubicBezTo>
                  <ns1:cubicBezTo>
                    <ns1:pt x="606" y="322"/>
                    <ns1:pt x="660" y="346"/>
                    <ns1:pt x="699" y="386"/>
                  </ns1:cubicBezTo>
                  <ns1:cubicBezTo>
                    <ns1:pt x="741" y="429"/>
                    <ns1:pt x="799" y="455"/>
                    <ns1:pt x="864" y="455"/>
                  </ns1:cubicBezTo>
                  <ns1:cubicBezTo>
                    <ns1:pt x="989" y="455"/>
                    <ns1:pt x="1091" y="354"/>
                    <ns1:pt x="1091" y="228"/>
                  </ns1:cubicBezTo>
                  <ns1:cubicBezTo>
                    <ns1:pt x="1091" y="102"/>
                    <ns1:pt x="989" y="0"/>
                    <ns1:pt x="864" y="0"/>
                  </ns1:cubicBezTo>
                  <ns1:cubicBezTo>
                    <ns1:pt x="799" y="0"/>
                    <ns1:pt x="741" y="27"/>
                    <ns1:pt x="699" y="70"/>
                  </ns1:cubicBezTo>
                  <ns1:cubicBezTo>
                    <ns1:pt x="660" y="110"/>
                    <ns1:pt x="606" y="134"/>
                    <ns1:pt x="545" y="134"/>
                  </ns1:cubicBezTo>
                  <ns1:cubicBezTo>
                    <ns1:pt x="485" y="134"/>
                    <ns1:pt x="430" y="110"/>
                    <ns1:pt x="391" y="70"/>
                  </ns1:cubicBezTo>
                  <ns1:cubicBezTo>
                    <ns1:pt x="350" y="27"/>
                    <ns1:pt x="291" y="0"/>
                    <ns1:pt x="227" y="0"/>
                  </ns1:cubicBezTo>
                  <ns1:cubicBezTo>
                    <ns1:pt x="102" y="0"/>
                    <ns1:pt x="0" y="102"/>
                    <ns1:pt x="0" y="228"/>
                  </ns1:cubicBezTo>
                  <ns1:cubicBezTo>
                    <ns1:pt x="0" y="354"/>
                    <ns1:pt x="102" y="455"/>
                    <ns1:pt x="227" y="455"/>
                  </ns1:cubicBezTo>
                  <ns1:close/>
                </ns1:path>
              </ns1:pathLst>
            </ns1:custGeom>
            <ns1:solidFill>
              <ns1:schemeClr val="accent4">
                <ns1:lumMod val="60000"/>
                <ns1:lumOff val="40000"/>
              </ns1:schemeClr>
            </ns1:solidFill>
            <ns1:ln w="12700" cap="flat" cmpd="sng" algn="ctr">
              <ns1:noFill/>
              <ns1:prstDash val="solid"/>
            </ns1:ln>
            <ns1:effectLst/>
            <ns1:extLst/>
          </ns0:spPr>
          <ns0:txBody>
            <ns1:bodyPr bIns="274320" rtlCol="0" anchor="b"/>
            <ns1:lstStyle/>
            <ns1:p>
              <ns1:pPr algn="ctr" defTabSz="1219170"/>
              <ns1:endParaRPr lang="en-US" sz="2000" kern="0">
                <ns1:solidFill>
                  <ns1:srgbClr val="FFFFFF"/>
                </ns1:solidFill>
              </ns1:endParaRPr>
            </ns1:p>
          </ns0:txBody>
        </ns0:sp>
        <ns0:sp>
          <ns0:nvSpPr>
            <ns0:cNvPr id="154" name="Freeform 6">
              <ns1:extLst>
                <ns1:ext uri="{FF2B5EF4-FFF2-40B4-BE49-F238E27FC236}">
                  <ns2:creationId id="{884CECC6-D079-4C8F-A127-2F06DEE152AA}"/>
                </ns1:ext>
              </ns1:extLst>
            </ns0:cNvPr>
            <ns0:cNvSpPr>
              <ns1:spLocks/>
            </ns0:cNvSpPr>
            <ns0:nvPr/>
          </ns0:nvSpPr>
          <ns0:spPr bwMode="auto">
            <ns1:xfrm rot="2700000">
              <ns1:off x="4678540" y="847505"/>
              <ns1:ext cx="1513355" cy="3637684"/>
            </ns1:xfrm>
            <ns1:custGeom>
              <ns1:avLst/>
              <ns1:gdLst>
                <ns1:gd name="T0" fmla="*/ 454 w 454"/>
                <ns1:gd name="T1" fmla="*/ 864 h 1091"/>
                <ns1:gd name="T2" fmla="*/ 384 w 454"/>
                <ns1:gd name="T3" fmla="*/ 700 h 1091"/>
                <ns1:gd name="T4" fmla="*/ 321 w 454"/>
                <ns1:gd name="T5" fmla="*/ 546 h 1091"/>
                <ns1:gd name="T6" fmla="*/ 384 w 454"/>
                <ns1:gd name="T7" fmla="*/ 391 h 1091"/>
                <ns1:gd name="T8" fmla="*/ 454 w 454"/>
                <ns1:gd name="T9" fmla="*/ 228 h 1091"/>
                <ns1:gd name="T10" fmla="*/ 227 w 454"/>
                <ns1:gd name="T11" fmla="*/ 0 h 1091"/>
                <ns1:gd name="T12" fmla="*/ 0 w 454"/>
                <ns1:gd name="T13" fmla="*/ 228 h 1091"/>
                <ns1:gd name="T14" fmla="*/ 69 w 454"/>
                <ns1:gd name="T15" fmla="*/ 392 h 1091"/>
                <ns1:gd name="T16" fmla="*/ 133 w 454"/>
                <ns1:gd name="T17" fmla="*/ 546 h 1091"/>
                <ns1:gd name="T18" fmla="*/ 69 w 454"/>
                <ns1:gd name="T19" fmla="*/ 700 h 1091"/>
                <ns1:gd name="T20" fmla="*/ 0 w 454"/>
                <ns1:gd name="T21" fmla="*/ 864 h 1091"/>
                <ns1:gd name="T22" fmla="*/ 227 w 454"/>
                <ns1:gd name="T23" fmla="*/ 1091 h 1091"/>
                <ns1:gd name="T24" fmla="*/ 454 w 454"/>
                <ns1:gd name="T25" fmla="*/ 864 h 1091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  <ns1:cxn ang="0">
                  <ns1:pos x="T14" y="T15"/>
                </ns1:cxn>
                <ns1:cxn ang="0">
                  <ns1:pos x="T16" y="T17"/>
                </ns1:cxn>
                <ns1:cxn ang="0">
                  <ns1:pos x="T18" y="T19"/>
                </ns1:cxn>
                <ns1:cxn ang="0">
                  <ns1:pos x="T20" y="T21"/>
                </ns1:cxn>
                <ns1:cxn ang="0">
                  <ns1:pos x="T22" y="T23"/>
                </ns1:cxn>
                <ns1:cxn ang="0">
                  <ns1:pos x="T24" y="T25"/>
                </ns1:cxn>
              </ns1:cxnLst>
              <ns1:rect l="0" t="0" r="r" b="b"/>
              <ns1:pathLst>
                <ns1:path w="454" h="1091">
                  <ns1:moveTo>
                    <ns1:pt x="454" y="864"/>
                  </ns1:moveTo>
                  <ns1:cubicBezTo>
                    <ns1:pt x="454" y="799"/>
                    <ns1:pt x="427" y="742"/>
                    <ns1:pt x="384" y="700"/>
                  </ns1:cubicBezTo>
                  <ns1:cubicBezTo>
                    <ns1:pt x="345" y="661"/>
                    <ns1:pt x="321" y="606"/>
                    <ns1:pt x="321" y="546"/>
                  </ns1:cubicBezTo>
                  <ns1:cubicBezTo>
                    <ns1:pt x="321" y="486"/>
                    <ns1:pt x="345" y="431"/>
                    <ns1:pt x="384" y="391"/>
                  </ns1:cubicBezTo>
                  <ns1:cubicBezTo>
                    <ns1:pt x="427" y="350"/>
                    <ns1:pt x="454" y="292"/>
                    <ns1:pt x="454" y="228"/>
                  </ns1:cubicBezTo>
                  <ns1:cubicBezTo>
                    <ns1:pt x="454" y="102"/>
                    <ns1:pt x="352" y="0"/>
                    <ns1:pt x="227" y="0"/>
                  </ns1:cubicBezTo>
                  <ns1:cubicBezTo>
                    <ns1:pt x="102" y="0"/>
                    <ns1:pt x="0" y="102"/>
                    <ns1:pt x="0" y="228"/>
                  </ns1:cubicBezTo>
                  <ns1:cubicBezTo>
                    <ns1:pt x="0" y="292"/>
                    <ns1:pt x="26" y="350"/>
                    <ns1:pt x="69" y="392"/>
                  </ns1:cubicBezTo>
                  <ns1:cubicBezTo>
                    <ns1:pt x="109" y="431"/>
                    <ns1:pt x="133" y="486"/>
                    <ns1:pt x="133" y="546"/>
                  </ns1:cubicBezTo>
                  <ns1:cubicBezTo>
                    <ns1:pt x="133" y="606"/>
                    <ns1:pt x="109" y="661"/>
                    <ns1:pt x="69" y="700"/>
                  </ns1:cubicBezTo>
                  <ns1:cubicBezTo>
                    <ns1:pt x="26" y="742"/>
                    <ns1:pt x="0" y="799"/>
                    <ns1:pt x="0" y="864"/>
                  </ns1:cubicBezTo>
                  <ns1:cubicBezTo>
                    <ns1:pt x="0" y="990"/>
                    <ns1:pt x="102" y="1091"/>
                    <ns1:pt x="227" y="1091"/>
                  </ns1:cubicBezTo>
                  <ns1:cubicBezTo>
                    <ns1:pt x="352" y="1091"/>
                    <ns1:pt x="454" y="990"/>
                    <ns1:pt x="454" y="864"/>
                  </ns1:cubicBezTo>
                  <ns1:close/>
                </ns1:path>
              </ns1:pathLst>
            </ns1:custGeom>
            <ns1:solidFill>
              <ns1:schemeClr val="tx1">
                <ns1:lumMod val="65000"/>
                <ns1:lumOff val="35000"/>
              </ns1:schemeClr>
            </ns1:solidFill>
            <ns1:ln w="12700" cap="flat" cmpd="sng" algn="ctr">
              <ns1:noFill/>
              <ns1:prstDash val="solid"/>
            </ns1:ln>
            <ns1:effectLst/>
            <ns1:extLst/>
          </ns0:spPr>
          <ns0:txBody>
            <ns1:bodyPr bIns="274320" rtlCol="0" anchor="b"/>
            <ns1:lstStyle/>
            <ns1:p>
              <ns1:pPr algn="ctr" defTabSz="1219170"/>
              <ns1:endParaRPr lang="en-US" sz="2000" u="sng" kern="0">
                <ns1:solidFill>
                  <ns1:srgbClr val="FFFFFF"/>
                </ns1:solidFill>
              </ns1:endParaRPr>
            </ns1:p>
          </ns0:txBody>
        </ns0:sp>
        <ns0:sp>
          <ns0:nvSpPr>
            <ns0:cNvPr id="155" name="Freeform 7">
              <ns1:extLst>
                <ns1:ext uri="{FF2B5EF4-FFF2-40B4-BE49-F238E27FC236}">
                  <ns2:creationId id="{E7A7281A-6E38-454F-BA4B-57AD693823AB}"/>
                </ns1:ext>
              </ns1:extLst>
            </ns0:cNvPr>
            <ns0:cNvSpPr>
              <ns1:spLocks/>
            </ns0:cNvSpPr>
            <ns0:nvPr/>
          </ns0:nvSpPr>
          <ns0:spPr bwMode="auto">
            <ns1:xfrm rot="2700000">
              <ns1:off x="5117507" y="1895609"/>
              <ns1:ext cx="3637685" cy="1516171"/>
            </ns1:xfrm>
            <ns1:custGeom>
              <ns1:avLst/>
              <ns1:gdLst>
                <ns1:gd name="T0" fmla="*/ 864 w 1091"/>
                <ns1:gd name="T1" fmla="*/ 0 h 455"/>
                <ns1:gd name="T2" fmla="*/ 699 w 1091"/>
                <ns1:gd name="T3" fmla="*/ 70 h 455"/>
                <ns1:gd name="T4" fmla="*/ 545 w 1091"/>
                <ns1:gd name="T5" fmla="*/ 134 h 455"/>
                <ns1:gd name="T6" fmla="*/ 390 w 1091"/>
                <ns1:gd name="T7" fmla="*/ 70 h 455"/>
                <ns1:gd name="T8" fmla="*/ 227 w 1091"/>
                <ns1:gd name="T9" fmla="*/ 0 h 455"/>
                <ns1:gd name="T10" fmla="*/ 0 w 1091"/>
                <ns1:gd name="T11" fmla="*/ 228 h 455"/>
                <ns1:gd name="T12" fmla="*/ 227 w 1091"/>
                <ns1:gd name="T13" fmla="*/ 455 h 455"/>
                <ns1:gd name="T14" fmla="*/ 391 w 1091"/>
                <ns1:gd name="T15" fmla="*/ 385 h 455"/>
                <ns1:gd name="T16" fmla="*/ 545 w 1091"/>
                <ns1:gd name="T17" fmla="*/ 322 h 455"/>
                <ns1:gd name="T18" fmla="*/ 699 w 1091"/>
                <ns1:gd name="T19" fmla="*/ 385 h 455"/>
                <ns1:gd name="T20" fmla="*/ 864 w 1091"/>
                <ns1:gd name="T21" fmla="*/ 455 h 455"/>
                <ns1:gd name="T22" fmla="*/ 1091 w 1091"/>
                <ns1:gd name="T23" fmla="*/ 228 h 455"/>
                <ns1:gd name="T24" fmla="*/ 864 w 1091"/>
                <ns1:gd name="T25" fmla="*/ 0 h 455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  <ns1:cxn ang="0">
                  <ns1:pos x="T14" y="T15"/>
                </ns1:cxn>
                <ns1:cxn ang="0">
                  <ns1:pos x="T16" y="T17"/>
                </ns1:cxn>
                <ns1:cxn ang="0">
                  <ns1:pos x="T18" y="T19"/>
                </ns1:cxn>
                <ns1:cxn ang="0">
                  <ns1:pos x="T20" y="T21"/>
                </ns1:cxn>
                <ns1:cxn ang="0">
                  <ns1:pos x="T22" y="T23"/>
                </ns1:cxn>
                <ns1:cxn ang="0">
                  <ns1:pos x="T24" y="T25"/>
                </ns1:cxn>
              </ns1:cxnLst>
              <ns1:rect l="0" t="0" r="r" b="b"/>
              <ns1:pathLst>
                <ns1:path w="1091" h="455">
                  <ns1:moveTo>
                    <ns1:pt x="864" y="0"/>
                  </ns1:moveTo>
                  <ns1:cubicBezTo>
                    <ns1:pt x="799" y="0"/>
                    <ns1:pt x="741" y="27"/>
                    <ns1:pt x="699" y="70"/>
                  </ns1:cubicBezTo>
                  <ns1:cubicBezTo>
                    <ns1:pt x="660" y="109"/>
                    <ns1:pt x="606" y="134"/>
                    <ns1:pt x="545" y="134"/>
                  </ns1:cubicBezTo>
                  <ns1:cubicBezTo>
                    <ns1:pt x="485" y="134"/>
                    <ns1:pt x="430" y="109"/>
                    <ns1:pt x="390" y="70"/>
                  </ns1:cubicBezTo>
                  <ns1:cubicBezTo>
                    <ns1:pt x="349" y="27"/>
                    <ns1:pt x="291" y="0"/>
                    <ns1:pt x="227" y="0"/>
                  </ns1:cubicBezTo>
                  <ns1:cubicBezTo>
                    <ns1:pt x="102" y="0"/>
                    <ns1:pt x="0" y="102"/>
                    <ns1:pt x="0" y="228"/>
                  </ns1:cubicBezTo>
                  <ns1:cubicBezTo>
                    <ns1:pt x="0" y="353"/>
                    <ns1:pt x="102" y="455"/>
                    <ns1:pt x="227" y="455"/>
                  </ns1:cubicBezTo>
                  <ns1:cubicBezTo>
                    <ns1:pt x="291" y="455"/>
                    <ns1:pt x="350" y="428"/>
                    <ns1:pt x="391" y="385"/>
                  </ns1:cubicBezTo>
                  <ns1:cubicBezTo>
                    <ns1:pt x="430" y="346"/>
                    <ns1:pt x="485" y="322"/>
                    <ns1:pt x="545" y="322"/>
                  </ns1:cubicBezTo>
                  <ns1:cubicBezTo>
                    <ns1:pt x="606" y="322"/>
                    <ns1:pt x="660" y="346"/>
                    <ns1:pt x="699" y="385"/>
                  </ns1:cubicBezTo>
                  <ns1:cubicBezTo>
                    <ns1:pt x="741" y="428"/>
                    <ns1:pt x="799" y="455"/>
                    <ns1:pt x="864" y="455"/>
                  </ns1:cubicBezTo>
                  <ns1:cubicBezTo>
                    <ns1:pt x="989" y="455"/>
                    <ns1:pt x="1091" y="353"/>
                    <ns1:pt x="1091" y="228"/>
                  </ns1:cubicBezTo>
                  <ns1:cubicBezTo>
                    <ns1:pt x="1091" y="102"/>
                    <ns1:pt x="989" y="0"/>
                    <ns1:pt x="864" y="0"/>
                  </ns1:cubicBezTo>
                  <ns1:close/>
                </ns1:path>
              </ns1:pathLst>
            </ns1:custGeom>
            <ns1:solidFill>
              <ns1:schemeClr val="accent4">
                <ns1:lumMod val="60000"/>
                <ns1:lumOff val="40000"/>
              </ns1:schemeClr>
            </ns1:solidFill>
            <ns1:ln w="12700" cap="flat" cmpd="sng" algn="ctr">
              <ns1:noFill/>
              <ns1:prstDash val="solid"/>
            </ns1:ln>
            <ns1:effectLst/>
            <ns1:extLst/>
          </ns0:spPr>
          <ns0:txBody>
            <ns1:bodyPr bIns="274320" rtlCol="0" anchor="b"/>
            <ns1:lstStyle/>
            <ns1:p>
              <ns1:pPr algn="ctr" defTabSz="1219170"/>
              <ns1:endParaRPr lang="en-US" sz="2000" kern="0">
                <ns1:solidFill>
                  <ns1:srgbClr val="FFFFFF"/>
                </ns1:solidFill>
              </ns1:endParaRPr>
            </ns1:p>
          </ns0:txBody>
        </ns0:sp>
        <ns0:sp>
          <ns0:nvSpPr>
            <ns0:cNvPr id="156" name="Oval 8">
              <ns1:extLst>
                <ns1:ext uri="{FF2B5EF4-FFF2-40B4-BE49-F238E27FC236}">
                  <ns2:creationId id="{2A9D7232-D913-4CA8-B3DB-8A0B2D8BB2E2}"/>
                </ns1:ext>
              </ns1:extLst>
            </ns0:cNvPr>
            <ns0:cNvSpPr>
              <ns1:spLocks noChangeArrowheads="1"/>
            </ns0:cNvSpPr>
            <ns0:nvPr/>
          </ns0:nvSpPr>
          <ns0:spPr bwMode="auto">
            <ns1:xfrm rot="2700000">
              <ns1:off x="5533486" y="1250832"/>
              <ns1:ext cx="1303597" cy="1303597"/>
            </ns1:xfrm>
            <ns1:prstGeom prst="ellipse">
              <ns1:avLst/>
            </ns1:prstGeom>
            <ns1:solidFill>
              <ns1:srgbClr val="FFFFFF"/>
            </ns1:solidFill>
            <ns1:ln>
              <ns1:noFill/>
            </ns1:ln>
            <ns1:extLst>
              <ns1:ext uri="{91240B29-F687-4F45-9708-019B960494DF}">
                <ns3:hiddenLine w="9525">
                  <ns1:solidFill>
                    <ns1:srgbClr val="000000"/>
                  </ns1:solidFill>
                  <ns1:round/>
                  <ns1:headEnd/>
                  <ns1:tailEnd/>
                </ns3:hiddenLine>
              </ns1:ext>
            </ns1:extLst>
          </ns0:spPr>
          <ns0:txBody>
            <ns1:bodyPr vert="horz" wrap="square" lIns="91440" tIns="45720" rIns="91440" bIns="45720" numCol="1" anchor="ctr" anchorCtr="0" compatLnSpc="1">
              <ns1:prstTxWarp prst="textNoShape">
                <ns1:avLst/>
              </ns1:prstTxWarp>
            </ns1:bodyPr>
            <ns1:lstStyle/>
            <ns1:p>
              <ns1:pPr algn="ctr"/>
              <ns1:endParaRPr lang="en-US" sz="2800" dirty="0">
                <ns1:solidFill>
                  <ns1:schemeClr val="bg1"/>
                </ns1:solidFill>
                <ns1:latin typeface="Questrial" pitchFamily="2" charset="0"/>
              </ns1:endParaRPr>
            </ns1:p>
          </ns0:txBody>
        </ns0:sp>
        <ns0:sp>
          <ns0:nvSpPr>
            <ns0:cNvPr id="157" name="Oval 9">
              <ns1:extLst>
                <ns1:ext uri="{FF2B5EF4-FFF2-40B4-BE49-F238E27FC236}">
                  <ns2:creationId id="{3E1CFA38-93DA-4C3B-B635-7E574A1370D6}"/>
                </ns1:ext>
              </ns1:extLst>
            </ns0:cNvPr>
            <ns0:cNvSpPr>
              <ns1:spLocks noChangeArrowheads="1"/>
            </ns0:cNvSpPr>
            <ns0:nvPr/>
          </ns0:nvSpPr>
          <ns0:spPr bwMode="auto">
            <ns1:xfrm rot="2700000">
              <ns1:off x="4033849" y="2749063"/>
              <ns1:ext cx="1303597" cy="1306412"/>
            </ns1:xfrm>
            <ns1:prstGeom prst="ellipse">
              <ns1:avLst/>
            </ns1:prstGeom>
            <ns1:solidFill>
              <ns1:srgbClr val="FFFFFF"/>
            </ns1:solidFill>
            <ns1:ln>
              <ns1:noFill/>
            </ns1:ln>
            <ns1:extLst>
              <ns1:ext uri="{91240B29-F687-4F45-9708-019B960494DF}">
                <ns3:hiddenLine w="9525">
                  <ns1:solidFill>
                    <ns1:srgbClr val="000000"/>
                  </ns1:solidFill>
                  <ns1:round/>
                  <ns1:headEnd/>
                  <ns1:tailEnd/>
                </ns3:hiddenLine>
              </ns1:ext>
            </ns1:extLst>
          </ns0:spPr>
          <ns0:txBody>
            <ns1:bodyPr vert="horz" wrap="square" lIns="91440" tIns="45720" rIns="91440" bIns="45720" numCol="1" anchor="ctr" anchorCtr="0" compatLnSpc="1">
              <ns1:prstTxWarp prst="textNoShape">
                <ns1:avLst/>
              </ns1:prstTxWarp>
            </ns1:bodyPr>
            <ns1:lstStyle/>
            <ns1:p>
              <ns1:pPr algn="ctr"/>
              <ns1:endParaRPr lang="en-US" sz="2800" dirty="0">
                <ns1:solidFill>
                  <ns1:schemeClr val="bg1"/>
                </ns1:solidFill>
              </ns1:endParaRPr>
            </ns1:p>
          </ns0:txBody>
        </ns0:sp>
        <ns0:sp>
          <ns0:nvSpPr>
            <ns0:cNvPr id="158" name="Freeform 10">
              <ns1:extLst>
                <ns1:ext uri="{FF2B5EF4-FFF2-40B4-BE49-F238E27FC236}">
                  <ns2:creationId id="{826F1BDE-7DBB-4876-A794-3CC90ADE2FBC}"/>
                </ns1:ext>
              </ns1:extLst>
            </ns0:cNvPr>
            <ns0:cNvSpPr>
              <ns1:spLocks/>
            </ns0:cNvSpPr>
            <ns0:nvPr/>
          </ns0:nvSpPr>
          <ns0:spPr bwMode="auto">
            <ns1:xfrm rot="2700000">
              <ns1:off x="6649608" y="2531391"/>
              <ns1:ext cx="1516171" cy="2310154"/>
            </ns1:xfrm>
            <ns1:custGeom>
              <ns1:avLst/>
              <ns1:gdLst>
                <ns1:gd name="T0" fmla="*/ 134 w 455"/>
                <ns1:gd name="T1" fmla="*/ 546 h 693"/>
                <ns1:gd name="T2" fmla="*/ 77 w 455"/>
                <ns1:gd name="T3" fmla="*/ 692 h 693"/>
                <ns1:gd name="T4" fmla="*/ 227 w 455"/>
                <ns1:gd name="T5" fmla="*/ 636 h 693"/>
                <ns1:gd name="T6" fmla="*/ 376 w 455"/>
                <ns1:gd name="T7" fmla="*/ 693 h 693"/>
                <ns1:gd name="T8" fmla="*/ 321 w 455"/>
                <ns1:gd name="T9" fmla="*/ 546 h 693"/>
                <ns1:gd name="T10" fmla="*/ 384 w 455"/>
                <ns1:gd name="T11" fmla="*/ 392 h 693"/>
                <ns1:gd name="T12" fmla="*/ 455 w 455"/>
                <ns1:gd name="T13" fmla="*/ 228 h 693"/>
                <ns1:gd name="T14" fmla="*/ 228 w 455"/>
                <ns1:gd name="T15" fmla="*/ 0 h 693"/>
                <ns1:gd name="T16" fmla="*/ 0 w 455"/>
                <ns1:gd name="T17" fmla="*/ 228 h 693"/>
                <ns1:gd name="T18" fmla="*/ 70 w 455"/>
                <ns1:gd name="T19" fmla="*/ 391 h 693"/>
                <ns1:gd name="T20" fmla="*/ 134 w 455"/>
                <ns1:gd name="T21" fmla="*/ 546 h 693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  <ns1:cxn ang="0">
                  <ns1:pos x="T14" y="T15"/>
                </ns1:cxn>
                <ns1:cxn ang="0">
                  <ns1:pos x="T16" y="T17"/>
                </ns1:cxn>
                <ns1:cxn ang="0">
                  <ns1:pos x="T18" y="T19"/>
                </ns1:cxn>
                <ns1:cxn ang="0">
                  <ns1:pos x="T20" y="T21"/>
                </ns1:cxn>
              </ns1:cxnLst>
              <ns1:rect l="0" t="0" r="r" b="b"/>
              <ns1:pathLst>
                <ns1:path w="455" h="693">
                  <ns1:moveTo>
                    <ns1:pt x="134" y="546"/>
                  </ns1:moveTo>
                  <ns1:cubicBezTo>
                    <ns1:pt x="134" y="603"/>
                    <ns1:pt x="112" y="654"/>
                    <ns1:pt x="77" y="692"/>
                  </ns1:cubicBezTo>
                  <ns1:cubicBezTo>
                    <ns1:pt x="117" y="657"/>
                    <ns1:pt x="170" y="636"/>
                    <ns1:pt x="227" y="636"/>
                  </ns1:cubicBezTo>
                  <ns1:cubicBezTo>
                    <ns1:pt x="284" y="636"/>
                    <ns1:pt x="336" y="658"/>
                    <ns1:pt x="376" y="693"/>
                  </ns1:cubicBezTo>
                  <ns1:cubicBezTo>
                    <ns1:pt x="341" y="654"/>
                    <ns1:pt x="321" y="602"/>
                    <ns1:pt x="321" y="546"/>
                  </ns1:cubicBezTo>
                  <ns1:cubicBezTo>
                    <ns1:pt x="321" y="486"/>
                    <ns1:pt x="345" y="431"/>
                    <ns1:pt x="384" y="392"/>
                  </ns1:cubicBezTo>
                  <ns1:cubicBezTo>
                    <ns1:pt x="428" y="350"/>
                    <ns1:pt x="455" y="292"/>
                    <ns1:pt x="455" y="228"/>
                  </ns1:cubicBezTo>
                  <ns1:cubicBezTo>
                    <ns1:pt x="455" y="102"/>
                    <ns1:pt x="353" y="0"/>
                    <ns1:pt x="228" y="0"/>
                  </ns1:cubicBezTo>
                  <ns1:cubicBezTo>
                    <ns1:pt x="102" y="0"/>
                    <ns1:pt x="0" y="102"/>
                    <ns1:pt x="0" y="228"/>
                  </ns1:cubicBezTo>
                  <ns1:cubicBezTo>
                    <ns1:pt x="0" y="292"/>
                    <ns1:pt x="27" y="350"/>
                    <ns1:pt x="70" y="391"/>
                  </ns1:cubicBezTo>
                  <ns1:cubicBezTo>
                    <ns1:pt x="110" y="431"/>
                    <ns1:pt x="134" y="486"/>
                    <ns1:pt x="134" y="546"/>
                  </ns1:cubicBezTo>
                  <ns1:close/>
                </ns1:path>
              </ns1:pathLst>
            </ns1:custGeom>
            <ns1:solidFill>
              <ns1:schemeClr val="tx1">
                <ns1:lumMod val="65000"/>
                <ns1:lumOff val="35000"/>
              </ns1:schemeClr>
            </ns1:solidFill>
            <ns1:ln w="12700" cap="flat" cmpd="sng" algn="ctr">
              <ns1:noFill/>
              <ns1:prstDash val="solid"/>
            </ns1:ln>
            <ns1:effectLst/>
            <ns1:extLst/>
          </ns0:spPr>
          <ns0:txBody>
            <ns1:bodyPr bIns="274320" rtlCol="0" anchor="b"/>
            <ns1:lstStyle/>
            <ns1:p>
              <ns1:pPr algn="ctr" defTabSz="1219170"/>
              <ns1:endParaRPr lang="en-US" sz="2000" kern="0">
                <ns1:solidFill>
                  <ns1:srgbClr val="FFFFFF"/>
                </ns1:solidFill>
              </ns1:endParaRPr>
            </ns1:p>
          </ns0:txBody>
        </ns0:sp>
        <ns0:sp>
          <ns0:nvSpPr>
            <ns0:cNvPr id="159" name="Oval 11">
              <ns1:extLst>
                <ns1:ext uri="{FF2B5EF4-FFF2-40B4-BE49-F238E27FC236}">
                  <ns2:creationId id="{3DDB8C7B-2E6D-432D-9601-056A832A760B}"/>
                </ns1:ext>
              </ns1:extLst>
            </ns0:cNvPr>
            <ns0:cNvSpPr>
              <ns1:spLocks noChangeArrowheads="1"/>
            </ns0:cNvSpPr>
            <ns0:nvPr/>
          </ns0:nvSpPr>
          <ns0:spPr bwMode="auto">
            <ns1:xfrm rot="2700000">
              <ns1:off x="5534859" y="4252185"/>
              <ns1:ext cx="1307821" cy="1306412"/>
            </ns1:xfrm>
            <ns1:prstGeom prst="ellipse">
              <ns1:avLst/>
            </ns1:prstGeom>
            <ns1:solidFill>
              <ns1:srgbClr val="FFFFFF"/>
            </ns1:solidFill>
            <ns1:ln>
              <ns1:noFill/>
            </ns1:ln>
            <ns1:extLst>
              <ns1:ext uri="{91240B29-F687-4F45-9708-019B960494DF}">
                <ns3:hiddenLine w="9525">
                  <ns1:solidFill>
                    <ns1:srgbClr val="000000"/>
                  </ns1:solidFill>
                  <ns1:round/>
                  <ns1:headEnd/>
                  <ns1:tailEnd/>
                </ns3:hiddenLine>
              </ns1:ext>
            </ns1:extLst>
          </ns0:spPr>
          <ns0:txBody>
            <ns1:bodyPr vert="horz" wrap="square" lIns="91440" tIns="45720" rIns="91440" bIns="45720" numCol="1" anchor="ctr" anchorCtr="0" compatLnSpc="1">
              <ns1:prstTxWarp prst="textNoShape">
                <ns1:avLst/>
              </ns1:prstTxWarp>
            </ns1:bodyPr>
            <ns1:lstStyle/>
            <ns1:p>
              <ns1:pPr algn="ctr"/>
              <ns1:endParaRPr lang="en-US" sz="2800" dirty="0">
                <ns1:solidFill>
                  <ns1:schemeClr val="bg1"/>
                </ns1:solidFill>
              </ns1:endParaRPr>
            </ns1:p>
          </ns0:txBody>
        </ns0:sp>
        <ns0:sp>
          <ns0:nvSpPr>
            <ns0:cNvPr id="160" name="Oval 12">
              <ns1:extLst>
                <ns1:ext uri="{FF2B5EF4-FFF2-40B4-BE49-F238E27FC236}">
                  <ns2:creationId id="{33D41702-6A8A-4DB2-9B6D-2423855BAF23}"/>
                </ns1:ext>
              </ns1:extLst>
            </ns0:cNvPr>
            <ns0:cNvSpPr>
              <ns1:spLocks noChangeArrowheads="1"/>
            </ns0:cNvSpPr>
            <ns0:nvPr/>
          </ns0:nvSpPr>
          <ns0:spPr bwMode="auto">
            <ns1:xfrm rot="2700000">
              <ns1:off x="7034498" y="2753954"/>
              <ns1:ext cx="1307821" cy="1303597"/>
            </ns1:xfrm>
            <ns1:prstGeom prst="ellipse">
              <ns1:avLst/>
            </ns1:prstGeom>
            <ns1:solidFill>
              <ns1:srgbClr val="FFFFFF"/>
            </ns1:solidFill>
            <ns1:ln>
              <ns1:noFill/>
            </ns1:ln>
            <ns1:extLst>
              <ns1:ext uri="{91240B29-F687-4F45-9708-019B960494DF}">
                <ns3:hiddenLine w="9525">
                  <ns1:solidFill>
                    <ns1:srgbClr val="000000"/>
                  </ns1:solidFill>
                  <ns1:round/>
                  <ns1:headEnd/>
                  <ns1:tailEnd/>
                </ns3:hiddenLine>
              </ns1:ext>
            </ns1:extLst>
          </ns0:spPr>
          <ns0:txBody>
            <ns1:bodyPr vert="horz" wrap="square" lIns="91440" tIns="45720" rIns="91440" bIns="45720" numCol="1" anchor="ctr" anchorCtr="0" compatLnSpc="1">
              <ns1:prstTxWarp prst="textNoShape">
                <ns1:avLst/>
              </ns1:prstTxWarp>
            </ns1:bodyPr>
            <ns1:lstStyle/>
            <ns1:p>
              <ns1:pPr algn="ctr"/>
              <ns1:endParaRPr lang="en-US" sz="2800" dirty="0">
                <ns1:solidFill>
                  <ns1:schemeClr val="bg1"/>
                </ns1:solidFill>
              </ns1:endParaRPr>
            </ns1:p>
          </ns0:txBody>
        </ns0:sp>
      </ns0:grpSp>
      <ns0:sp>
        <ns0:nvSpPr>
          <ns0:cNvPr id="185" name="TextBox 184">
            <ns1:extLst>
              <ns1:ext uri="{FF2B5EF4-FFF2-40B4-BE49-F238E27FC236}">
                <ns2:creationId id="{BE68473D-8C03-41F0-8916-E25FBEB5024C}"/>
              </ns1:ext>
            </ns1:extLst>
          </ns0:cNvPr>
          <ns0:cNvSpPr txBox="1"/>
          <ns0:nvPr/>
        </ns0:nvSpPr>
        <ns0:spPr>
          <ns1:xfrm flipH="1">
            <ns1:off x="8829070" y="1334273"/>
            <ns1:ext cx="2516528" cy="820674"/>
          </ns1:xfrm>
          <ns1:prstGeom prst="rect">
            <ns1:avLst/>
          </ns1:prstGeom>
          <ns1:noFill/>
        </ns0:spPr>
        <ns0:txBody>
          <ns1:bodyPr wrap="square" rtlCol="0">
            <ns1:spAutoFit/>
          </ns1:bodyPr>
          <ns1:lstStyle/>
          <ns1:p>
            <ns1:pPr>
              <ns1:lnSpc>
                <ns1:spcPct val="150000"/>
              </ns1:lnSpc>
            </ns1:pPr>
            <ns1:r>
              <ns1:rPr lang="en-US" sz="1100">
                <ns1:solidFill>
                  <ns1:schemeClr val="bg1">
                    <ns1:lumMod val="50000"/>
                  </ns1:schemeClr>
                </ns1:solidFill>
                <ns1:latin typeface="Lato" panose="020F0502020204030203" pitchFamily="34" charset="0"/>
                <ns1:ea typeface="Lato" panose="020F0502020204030203" pitchFamily="34" charset="0"/>
                <ns1:cs typeface="Lato" panose="020F0502020204030203" pitchFamily="34" charset="0"/>
              </ns1:rPr>
              <ns1:t>{SlideMainExplanation}</ns1:t>
            </ns1:r>
          </ns1:p>
        </ns0:txBody>
      </ns0:sp>
      <ns0:sp>
        <ns0:nvSpPr>
          <ns0:cNvPr id="186" name="TextBox 185">
            <ns1:extLst>
              <ns1:ext uri="{FF2B5EF4-FFF2-40B4-BE49-F238E27FC236}">
                <ns2:creationId id="{18126BF8-C8A7-446B-8B62-C8B89F952642}"/>
              </ns1:ext>
            </ns1:extLst>
          </ns0:cNvPr>
          <ns0:cNvSpPr txBox="1"/>
          <ns0:nvPr/>
        </ns0:nvSpPr>
        <ns0:spPr>
          <ns1:xfrm flipH="1">
            <ns1:off x="8829069" y="993702"/>
            <ns1:ext cx="2516527" cy="364074"/>
          </ns1:xfrm>
          <ns1:prstGeom prst="rect">
            <ns1:avLst/>
          </ns1:prstGeom>
          <ns1:noFill/>
        </ns0:spPr>
        <ns0:txBody>
          <ns1:bodyPr wrap="square" rtlCol="0">
            <ns1:spAutoFit/>
          </ns1:bodyPr>
          <ns1:lstStyle/>
          <ns1:p>
            <ns1:pPr>
              <ns1:lnSpc>
                <ns1:spcPct val="150000"/>
              </ns1:lnSpc>
            </ns1:pPr>
            <ns1:r>
              <ns1:rPr lang="en-US" sz="1300">
                <ns1:solidFill>
                  <ns1:schemeClr val="tx1">
                    <ns1:lumMod val="75000"/>
                    <ns1:lumOff val="25000"/>
                  </ns1:schemeClr>
                </ns1:solidFill>
                <ns1:latin typeface="Poppins SemiBold" panose="00000700000000000000" pitchFamily="2" charset="0"/>
                <ns1:ea typeface="Lato" panose="020F0502020204030203" pitchFamily="34" charset="0"/>
                <ns1:cs typeface="Poppins SemiBold" panose="00000700000000000000" pitchFamily="2" charset="0"/>
              </ns1:rPr>
              <ns1:t>{SlideStatistic}</ns1:t>
            </ns1:r>
          </ns1:p>
        </ns0:txBody>
      </ns0:sp>
      <ns0:sp>
        <ns0:nvSpPr>
          <ns0:cNvPr id="189" name="TextBox 188">
            <ns1:extLst>
              <ns1:ext uri="{FF2B5EF4-FFF2-40B4-BE49-F238E27FC236}">
                <ns2:creationId id="{BF17F187-4088-4B4F-8E94-CD68C0B17544}"/>
              </ns1:ext>
            </ns1:extLst>
          </ns0:cNvPr>
          <ns0:cNvSpPr txBox="1"/>
          <ns0:nvPr/>
        </ns0:nvSpPr>
        <ns0:spPr>
          <ns1:xfrm flipH="1">
            <ns1:off x="850467" y="1346111"/>
            <ns1:ext cx="2493502" cy="820674"/>
          </ns1:xfrm>
          <ns1:prstGeom prst="rect">
            <ns1:avLst/>
          </ns1:prstGeom>
          <ns1:noFill/>
        </ns0:spPr>
        <ns0:txBody>
          <ns1:bodyPr wrap="square" rtlCol="0">
            <ns1:spAutoFit/>
          </ns1:bodyPr>
          <ns1:lstStyle/>
          <ns1:p>
            <ns1:pPr algn="r">
              <ns1:lnSpc>
                <ns1:spcPct val="150000"/>
              </ns1:lnSpc>
            </ns1:pPr>
            <ns1:r>
              <ns1:rPr lang="en-US" sz="1100">
                <ns1:solidFill>
                  <ns1:schemeClr val="bg1">
                    <ns1:lumMod val="50000"/>
                  </ns1:schemeClr>
                </ns1:solidFill>
                <ns1:latin typeface="Lato" panose="020F0502020204030203" pitchFamily="34" charset="0"/>
                <ns1:ea typeface="Lato" panose="020F0502020204030203" pitchFamily="34" charset="0"/>
                <ns1:cs typeface="Lato" panose="020F0502020204030203" pitchFamily="34" charset="0"/>
              </ns1:rPr>
              <ns1:t>{SlideCallout}</ns1:t>
            </ns1:r>
          </ns1:p>
        </ns0:txBody>
      </ns0:sp>
      <ns0:sp>
        <ns0:nvSpPr>
          <ns0:cNvPr id="190" name="TextBox 189">
            <ns1:extLst>
              <ns1:ext uri="{FF2B5EF4-FFF2-40B4-BE49-F238E27FC236}">
                <ns2:creationId id="{17BEAF46-5132-4AC6-B7C1-850C746D8D27}"/>
              </ns1:ext>
            </ns1:extLst>
          </ns0:cNvPr>
          <ns0:cNvSpPr txBox="1"/>
          <ns0:nvPr/>
        </ns0:nvSpPr>
        <ns0:spPr>
          <ns1:xfrm flipH="1">
            <ns1:off x="847479" y="980054"/>
            <ns1:ext cx="2496489" cy="364074"/>
          </ns1:xfrm>
          <ns1:prstGeom prst="rect">
            <ns1:avLst/>
          </ns1:prstGeom>
          <ns1:noFill/>
        </ns0:spPr>
        <ns0:txBody>
          <ns1:bodyPr wrap="square" rtlCol="0">
            <ns1:spAutoFit/>
          </ns1:bodyPr>
          <ns1:lstStyle/>
          <ns1:p>
            <ns1:pPr algn="r">
              <ns1:lnSpc>
                <ns1:spcPct val="150000"/>
              </ns1:lnSpc>
            </ns1:pPr>
            <ns1:r>
              <ns1:rPr lang="en-US" sz="1300">
                <ns1:solidFill>
                  <ns1:schemeClr val="tx1">
                    <ns1:lumMod val="75000"/>
                    <ns1:lumOff val="25000"/>
                  </ns1:schemeClr>
                </ns1:solidFill>
                <ns1:latin typeface="Poppins SemiBold" panose="00000700000000000000" pitchFamily="2" charset="0"/>
                <ns1:ea typeface="Lato" panose="020F0502020204030203" pitchFamily="34" charset="0"/>
                <ns1:cs typeface="Poppins SemiBold" panose="00000700000000000000" pitchFamily="2" charset="0"/>
              </ns1:rPr>
              <ns1:t>{SlideStatistic}</ns1:t>
            </ns1:r>
          </ns1:p>
        </ns0:txBody>
      </ns0:sp>
      <ns0:sp>
        <ns0:nvSpPr>
          <ns0:cNvPr id="200" name="TextBox 199">
            <ns1:extLst>
              <ns1:ext uri="{FF2B5EF4-FFF2-40B4-BE49-F238E27FC236}">
                <ns2:creationId id="{B4F465C2-FE35-4574-A627-C5DC0519F62B}"/>
              </ns1:ext>
            </ns1:extLst>
          </ns0:cNvPr>
          <ns0:cNvSpPr txBox="1"/>
          <ns0:nvPr/>
        </ns0:nvSpPr>
        <ns0:spPr>
          <ns1:xfrm flipH="1">
            <ns1:off x="779238" y="4952246"/>
            <ns1:ext cx="2497144" cy="820674"/>
          </ns1:xfrm>
          <ns1:prstGeom prst="rect">
            <ns1:avLst/>
          </ns1:prstGeom>
          <ns1:noFill/>
        </ns0:spPr>
        <ns0:txBody>
          <ns1:bodyPr wrap="square" rtlCol="0">
            <ns1:spAutoFit/>
          </ns1:bodyPr>
          <ns1:lstStyle/>
          <ns1:p>
            <ns1:pPr algn="r">
              <ns1:lnSpc>
                <ns1:spcPct val="150000"/>
              </ns1:lnSpc>
            </ns1:pPr>
            <ns1:r>
              <ns1:rPr lang="en-US" sz="1100">
                <ns1:solidFill>
                  <ns1:schemeClr val="bg1">
                    <ns1:lumMod val="50000"/>
                  </ns1:schemeClr>
                </ns1:solidFill>
                <ns1:latin typeface="Lato" panose="020F0502020204030203" pitchFamily="34" charset="0"/>
                <ns1:ea typeface="Lato" panose="020F0502020204030203" pitchFamily="34" charset="0"/>
                <ns1:cs typeface="Lato" panose="020F0502020204030203" pitchFamily="34" charset="0"/>
              </ns1:rPr>
              <ns1:t>{SlideSupportingContent}</ns1:t>
            </ns1:r>
          </ns1:p>
        </ns0:txBody>
      </ns0:sp>
      <ns0:sp>
        <ns0:nvSpPr>
          <ns0:cNvPr id="201" name="TextBox 200">
            <ns1:extLst>
              <ns1:ext uri="{FF2B5EF4-FFF2-40B4-BE49-F238E27FC236}">
                <ns2:creationId id="{91DB4398-AF31-43A7-9833-EE8D44048C80}"/>
              </ns1:ext>
            </ns1:extLst>
          </ns0:cNvPr>
          <ns0:cNvSpPr txBox="1"/>
          <ns0:nvPr/>
        </ns0:nvSpPr>
        <ns0:spPr>
          <ns1:xfrm flipH="1">
            <ns1:off x="778163" y="4611675"/>
            <ns1:ext cx="2498218" cy="364074"/>
          </ns1:xfrm>
          <ns1:prstGeom prst="rect">
            <ns1:avLst/>
          </ns1:prstGeom>
          <ns1:noFill/>
        </ns0:spPr>
        <ns0:txBody>
          <ns1:bodyPr wrap="square" rtlCol="0">
            <ns1:spAutoFit/>
          </ns1:bodyPr>
          <ns1:lstStyle/>
          <ns1:p>
            <ns1:pPr algn="r">
              <ns1:lnSpc>
                <ns1:spcPct val="150000"/>
              </ns1:lnSpc>
            </ns1:pPr>
            <ns1:r>
              <ns1:rPr lang="en-US" sz="1300">
                <ns1:solidFill>
                  <ns1:schemeClr val="tx1">
                    <ns1:lumMod val="75000"/>
                    <ns1:lumOff val="25000"/>
                  </ns1:schemeClr>
                </ns1:solidFill>
                <ns1:latin typeface="Poppins SemiBold" panose="00000700000000000000" pitchFamily="2" charset="0"/>
                <ns1:ea typeface="Lato" panose="020F0502020204030203" pitchFamily="34" charset="0"/>
                <ns1:cs typeface="Poppins SemiBold" panose="00000700000000000000" pitchFamily="2" charset="0"/>
              </ns1:rPr>
              <ns1:t>{SlideStatistic}</ns1:t>
            </ns1:r>
          </ns1:p>
        </ns0:txBody>
      </ns0:sp>
      <ns0:sp>
        <ns0:nvSpPr>
          <ns0:cNvPr id="210" name="TextBox 209">
            <ns1:extLst>
              <ns1:ext uri="{FF2B5EF4-FFF2-40B4-BE49-F238E27FC236}">
                <ns2:creationId id="{FEDC4EF7-6812-4D93-A830-C6AF88E1F9C6}"/>
              </ns1:ext>
            </ns1:extLst>
          </ns0:cNvPr>
          <ns0:cNvSpPr txBox="1"/>
          <ns0:nvPr/>
        </ns0:nvSpPr>
        <ns0:spPr>
          <ns1:xfrm flipH="1">
            <ns1:off x="8897310" y="4938174"/>
            <ns1:ext cx="2516528" cy="820674"/>
          </ns1:xfrm>
          <ns1:prstGeom prst="rect">
            <ns1:avLst/>
          </ns1:prstGeom>
          <ns1:noFill/>
        </ns0:spPr>
        <ns0:txBody>
          <ns1:bodyPr wrap="square" rtlCol="0">
            <ns1:spAutoFit/>
          </ns1:bodyPr>
          <ns1:lstStyle/>
          <ns1:p>
            <ns1:pPr>
              <ns1:lnSpc>
                <ns1:spcPct val="150000"/>
              </ns1:lnSpc>
            </ns1:pPr>
            <ns1:r>
              <ns1:rPr lang="en-US" sz="1100">
                <ns1:solidFill>
                  <ns1:schemeClr val="bg1">
                    <ns1:lumMod val="50000"/>
                  </ns1:schemeClr>
                </ns1:solidFill>
                <ns1:latin typeface="Lato" panose="020F0502020204030203" pitchFamily="34" charset="0"/>
                <ns1:ea typeface="Lato" panose="020F0502020204030203" pitchFamily="34" charset="0"/>
                <ns1:cs typeface="Lato" panose="020F0502020204030203" pitchFamily="34" charset="0"/>
              </ns1:rPr>
              <ns1:t>{SlideSupportingContent2}</ns1:t>
            </ns1:r>
          </ns1:p>
        </ns0:txBody>
      </ns0:sp>
      <ns0:sp>
        <ns0:nvSpPr>
          <ns0:cNvPr id="211" name="TextBox 210">
            <ns1:extLst>
              <ns1:ext uri="{FF2B5EF4-FFF2-40B4-BE49-F238E27FC236}">
                <ns2:creationId id="{B6BA8C1F-0F25-47FA-A498-3033290E5641}"/>
              </ns1:ext>
            </ns1:extLst>
          </ns0:cNvPr>
          <ns0:cNvSpPr txBox="1"/>
          <ns0:nvPr/>
        </ns0:nvSpPr>
        <ns0:spPr>
          <ns1:xfrm flipH="1">
            <ns1:off x="8897309" y="4597603"/>
            <ns1:ext cx="2516526" cy="364074"/>
          </ns1:xfrm>
          <ns1:prstGeom prst="rect">
            <ns1:avLst/>
          </ns1:prstGeom>
          <ns1:noFill/>
        </ns0:spPr>
        <ns0:txBody>
          <ns1:bodyPr wrap="square" rtlCol="0">
            <ns1:spAutoFit/>
          </ns1:bodyPr>
          <ns1:lstStyle/>
          <ns1:p>
            <ns1:pPr>
              <ns1:lnSpc>
                <ns1:spcPct val="150000"/>
              </ns1:lnSpc>
            </ns1:pPr>
            <ns1:r>
              <ns1:rPr lang="en-US" sz="1300">
                <ns1:solidFill>
                  <ns1:schemeClr val="tx1">
                    <ns1:lumMod val="75000"/>
                    <ns1:lumOff val="25000"/>
                  </ns1:schemeClr>
                </ns1:solidFill>
                <ns1:latin typeface="Poppins SemiBold" panose="00000700000000000000" pitchFamily="2" charset="0"/>
                <ns1:ea typeface="Lato" panose="020F0502020204030203" pitchFamily="34" charset="0"/>
                <ns1:cs typeface="Poppins SemiBold" panose="00000700000000000000" pitchFamily="2" charset="0"/>
              </ns1:rPr>
              <ns1:t>{SlideStatistic}</ns1:t>
            </ns1:r>
          </ns1:p>
        </ns0:txBody>
      </ns0:sp>
      <ns0:sp>
        <ns0:nvSpPr>
          <ns0:cNvPr id="213" name="Freeform 81">
            <ns1:extLst>
              <ns1:ext uri="{FF2B5EF4-FFF2-40B4-BE49-F238E27FC236}">
                <ns2:creationId id="{03144AF9-87EC-4DE7-B793-CB0037D28D16}"/>
              </ns1:ext>
            </ns1:extLst>
          </ns0:cNvPr>
          <ns0:cNvSpPr>
            <ns1:spLocks/>
          </ns0:cNvSpPr>
          <ns0:nvPr/>
        </ns0:nvSpPr>
        <ns0:spPr bwMode="auto">
          <ns1:xfrm>
            <ns1:off x="5922359" y="1748441"/>
            <ns1:ext cx="370692" cy="359922"/>
          </ns1:xfrm>
          <ns1:custGeom>
            <ns1:avLst/>
            <ns1:gdLst>
              <ns1:gd name="T0" fmla="*/ 94 w 97"/>
              <ns1:gd name="T1" fmla="*/ 16 h 94"/>
              <ns1:gd name="T2" fmla="*/ 81 w 97"/>
              <ns1:gd name="T3" fmla="*/ 27 h 94"/>
              <ns1:gd name="T4" fmla="*/ 73 w 97"/>
              <ns1:gd name="T5" fmla="*/ 12 h 94"/>
              <ns1:gd name="T6" fmla="*/ 82 w 97"/>
              <ns1:gd name="T7" fmla="*/ 2 h 94"/>
              <ns1:gd name="T8" fmla="*/ 77 w 97"/>
              <ns1:gd name="T9" fmla="*/ 2 h 94"/>
              <ns1:gd name="T10" fmla="*/ 64 w 97"/>
              <ns1:gd name="T11" fmla="*/ 5 h 94"/>
              <ns1:gd name="T12" fmla="*/ 61 w 97"/>
              <ns1:gd name="T13" fmla="*/ 14 h 94"/>
              <ns1:gd name="T14" fmla="*/ 63 w 97"/>
              <ns1:gd name="T15" fmla="*/ 27 h 94"/>
              <ns1:gd name="T16" fmla="*/ 52 w 97"/>
              <ns1:gd name="T17" fmla="*/ 42 h 94"/>
              <ns1:gd name="T18" fmla="*/ 43 w 97"/>
              <ns1:gd name="T19" fmla="*/ 39 h 94"/>
              <ns1:gd name="T20" fmla="*/ 35 w 97"/>
              <ns1:gd name="T21" fmla="*/ 33 h 94"/>
              <ns1:gd name="T22" fmla="*/ 34 w 97"/>
              <ns1:gd name="T23" fmla="*/ 31 h 94"/>
              <ns1:gd name="T24" fmla="*/ 33 w 97"/>
              <ns1:gd name="T25" fmla="*/ 27 h 94"/>
              <ns1:gd name="T26" fmla="*/ 31 w 97"/>
              <ns1:gd name="T27" fmla="*/ 23 h 94"/>
              <ns1:gd name="T28" fmla="*/ 47 w 97"/>
              <ns1:gd name="T29" fmla="*/ 17 h 94"/>
              <ns1:gd name="T30" fmla="*/ 45 w 97"/>
              <ns1:gd name="T31" fmla="*/ 12 h 94"/>
              <ns1:gd name="T32" fmla="*/ 44 w 97"/>
              <ns1:gd name="T33" fmla="*/ 10 h 94"/>
              <ns1:gd name="T34" fmla="*/ 11 w 97"/>
              <ns1:gd name="T35" fmla="*/ 23 h 94"/>
              <ns1:gd name="T36" fmla="*/ 11 w 97"/>
              <ns1:gd name="T37" fmla="*/ 24 h 94"/>
              <ns1:gd name="T38" fmla="*/ 9 w 97"/>
              <ns1:gd name="T39" fmla="*/ 33 h 94"/>
              <ns1:gd name="T40" fmla="*/ 0 w 97"/>
              <ns1:gd name="T41" fmla="*/ 38 h 94"/>
              <ns1:gd name="T42" fmla="*/ 17 w 97"/>
              <ns1:gd name="T43" fmla="*/ 41 h 94"/>
              <ns1:gd name="T44" fmla="*/ 16 w 97"/>
              <ns1:gd name="T45" fmla="*/ 36 h 94"/>
              <ns1:gd name="T46" fmla="*/ 24 w 97"/>
              <ns1:gd name="T47" fmla="*/ 37 h 94"/>
              <ns1:gd name="T48" fmla="*/ 27 w 97"/>
              <ns1:gd name="T49" fmla="*/ 39 h 94"/>
              <ns1:gd name="T50" fmla="*/ 29 w 97"/>
              <ns1:gd name="T51" fmla="*/ 39 h 94"/>
              <ns1:gd name="T52" fmla="*/ 36 w 97"/>
              <ns1:gd name="T53" fmla="*/ 49 h 94"/>
              <ns1:gd name="T54" fmla="*/ 15 w 97"/>
              <ns1:gd name="T55" fmla="*/ 84 h 94"/>
              <ns1:gd name="T56" fmla="*/ 23 w 97"/>
              <ns1:gd name="T57" fmla="*/ 93 h 94"/>
              <ns1:gd name="T58" fmla="*/ 77 w 97"/>
              <ns1:gd name="T59" fmla="*/ 89 h 94"/>
              <ns1:gd name="T60" fmla="*/ 85 w 97"/>
              <ns1:gd name="T61" fmla="*/ 81 h 94"/>
              <ns1:gd name="T62" fmla="*/ 59 w 97"/>
              <ns1:gd name="T63" fmla="*/ 53 h 94"/>
              <ns1:gd name="T64" fmla="*/ 69 w 97"/>
              <ns1:gd name="T65" fmla="*/ 42 h 94"/>
              <ns1:gd name="T66" fmla="*/ 77 w 97"/>
              <ns1:gd name="T67" fmla="*/ 38 h 94"/>
              <ns1:gd name="T68" fmla="*/ 96 w 97"/>
              <ns1:gd name="T69" fmla="*/ 28 h 94"/>
              <ns1:gd name="T70" fmla="*/ 97 w 97"/>
              <ns1:gd name="T71" fmla="*/ 17 h 94"/>
            </ns1:gdLst>
            <ns1:ahLst/>
            <ns1:cxnLst>
              <ns1:cxn ang="0">
                <ns1:pos x="T0" y="T1"/>
              </ns1:cxn>
              <ns1:cxn ang="0">
                <ns1:pos x="T2" y="T3"/>
              </ns1:cxn>
              <ns1:cxn ang="0">
                <ns1:pos x="T4" y="T5"/>
              </ns1:cxn>
              <ns1:cxn ang="0">
                <ns1:pos x="T6" y="T7"/>
              </ns1:cxn>
              <ns1:cxn ang="0">
                <ns1:pos x="T8" y="T9"/>
              </ns1:cxn>
              <ns1:cxn ang="0">
                <ns1:pos x="T10" y="T11"/>
              </ns1:cxn>
              <ns1:cxn ang="0">
                <ns1:pos x="T12" y="T13"/>
              </ns1:cxn>
              <ns1:cxn ang="0">
                <ns1:pos x="T14" y="T15"/>
              </ns1:cxn>
              <ns1:cxn ang="0">
                <ns1:pos x="T16" y="T17"/>
              </ns1:cxn>
              <ns1:cxn ang="0">
                <ns1:pos x="T18" y="T19"/>
              </ns1:cxn>
              <ns1:cxn ang="0">
                <ns1:pos x="T20" y="T21"/>
              </ns1:cxn>
              <ns1:cxn ang="0">
                <ns1:pos x="T22" y="T23"/>
              </ns1:cxn>
              <ns1:cxn ang="0">
                <ns1:pos x="T24" y="T25"/>
              </ns1:cxn>
              <ns1:cxn ang="0">
                <ns1:pos x="T26" y="T27"/>
              </ns1:cxn>
              <ns1:cxn ang="0">
                <ns1:pos x="T28" y="T29"/>
              </ns1:cxn>
              <ns1:cxn ang="0">
                <ns1:pos x="T30" y="T31"/>
              </ns1:cxn>
              <ns1:cxn ang="0">
                <ns1:pos x="T32" y="T33"/>
              </ns1:cxn>
              <ns1:cxn ang="0">
                <ns1:pos x="T34" y="T35"/>
              </ns1:cxn>
              <ns1:cxn ang="0">
                <ns1:pos x="T36" y="T37"/>
              </ns1:cxn>
              <ns1:cxn ang="0">
                <ns1:pos x="T38" y="T39"/>
              </ns1:cxn>
              <ns1:cxn ang="0">
                <ns1:pos x="T40" y="T41"/>
              </ns1:cxn>
              <ns1:cxn ang="0">
                <ns1:pos x="T42" y="T43"/>
              </ns1:cxn>
              <ns1:cxn ang="0">
                <ns1:pos x="T44" y="T45"/>
              </ns1:cxn>
              <ns1:cxn ang="0">
                <ns1:pos x="T46" y="T47"/>
              </ns1:cxn>
              <ns1:cxn ang="0">
                <ns1:pos x="T48" y="T49"/>
              </ns1:cxn>
              <ns1:cxn ang="0">
                <ns1:pos x="T50" y="T51"/>
              </ns1:cxn>
              <ns1:cxn ang="0">
                <ns1:pos x="T52" y="T53"/>
              </ns1:cxn>
              <ns1:cxn ang="0">
                <ns1:pos x="T54" y="T55"/>
              </ns1:cxn>
              <ns1:cxn ang="0">
                <ns1:pos x="T56" y="T57"/>
              </ns1:cxn>
              <ns1:cxn ang="0">
                <ns1:pos x="T58" y="T59"/>
              </ns1:cxn>
              <ns1:cxn ang="0">
                <ns1:pos x="T60" y="T61"/>
              </ns1:cxn>
              <ns1:cxn ang="0">
                <ns1:pos x="T62" y="T63"/>
              </ns1:cxn>
              <ns1:cxn ang="0">
                <ns1:pos x="T64" y="T65"/>
              </ns1:cxn>
              <ns1:cxn ang="0">
                <ns1:pos x="T66" y="T67"/>
              </ns1:cxn>
              <ns1:cxn ang="0">
                <ns1:pos x="T68" y="T69"/>
              </ns1:cxn>
              <ns1:cxn ang="0">
                <ns1:pos x="T70" y="T71"/>
              </ns1:cxn>
            </ns1:cxnLst>
            <ns1:rect l="0" t="0" r="r" b="b"/>
            <ns1:pathLst>
              <ns1:path w="97" h="94">
                <ns1:moveTo>
                  <ns1:pt x="96" y="16"/>
                </ns1:moveTo>
                <ns1:cubicBezTo>
                  <ns1:pt x="95" y="16"/>
                  <ns1:pt x="94" y="16"/>
                  <ns1:pt x="94" y="16"/>
                </ns1:cubicBezTo>
                <ns1:cubicBezTo>
                  <ns1:pt x="94" y="16"/>
                  <ns1:pt x="94" y="16"/>
                  <ns1:pt x="87" y="27"/>
                </ns1:cubicBezTo>
                <ns1:cubicBezTo>
                  <ns1:pt x="87" y="27"/>
                  <ns1:pt x="87" y="27"/>
                  <ns1:pt x="81" y="27"/>
                </ns1:cubicBezTo>
                <ns1:cubicBezTo>
                  <ns1:pt x="81" y="27"/>
                  <ns1:pt x="81" y="27"/>
                  <ns1:pt x="73" y="19"/>
                </ns1:cubicBezTo>
                <ns1:cubicBezTo>
                  <ns1:pt x="73" y="19"/>
                  <ns1:pt x="73" y="19"/>
                  <ns1:pt x="73" y="12"/>
                </ns1:cubicBezTo>
                <ns1:cubicBezTo>
                  <ns1:pt x="73" y="12"/>
                  <ns1:pt x="73" y="12"/>
                  <ns1:pt x="83" y="4"/>
                </ns1:cubicBezTo>
                <ns1:cubicBezTo>
                  <ns1:pt x="83" y="3"/>
                  <ns1:pt x="83" y="2"/>
                  <ns1:pt x="82" y="2"/>
                </ns1:cubicBezTo>
                <ns1:cubicBezTo>
                  <ns1:pt x="82" y="2"/>
                  <ns1:pt x="82" y="2"/>
                  <ns1:pt x="81" y="2"/>
                </ns1:cubicBezTo>
                <ns1:cubicBezTo>
                  <ns1:pt x="81" y="2"/>
                  <ns1:pt x="79" y="2"/>
                  <ns1:pt x="77" y="2"/>
                </ns1:cubicBezTo>
                <ns1:cubicBezTo>
                  <ns1:pt x="77" y="1"/>
                  <ns1:pt x="76" y="1"/>
                  <ns1:pt x="75" y="1"/>
                </ns1:cubicBezTo>
                <ns1:cubicBezTo>
                  <ns1:pt x="69" y="0"/>
                  <ns1:pt x="66" y="3"/>
                  <ns1:pt x="64" y="5"/>
                </ns1:cubicBezTo>
                <ns1:cubicBezTo>
                  <ns1:pt x="62" y="8"/>
                  <ns1:pt x="61" y="10"/>
                  <ns1:pt x="61" y="10"/>
                </ns1:cubicBezTo>
                <ns1:cubicBezTo>
                  <ns1:pt x="61" y="10"/>
                  <ns1:pt x="61" y="11"/>
                  <ns1:pt x="61" y="14"/>
                </ns1:cubicBezTo>
                <ns1:cubicBezTo>
                  <ns1:pt x="61" y="18"/>
                  <ns1:pt x="61" y="23"/>
                  <ns1:pt x="62" y="26"/>
                </ns1:cubicBezTo>
                <ns1:cubicBezTo>
                  <ns1:pt x="63" y="27"/>
                  <ns1:pt x="63" y="27"/>
                  <ns1:pt x="63" y="27"/>
                </ns1:cubicBezTo>
                <ns1:cubicBezTo>
                  <ns1:pt x="62" y="30"/>
                  <ns1:pt x="59" y="35"/>
                  <ns1:pt x="59" y="35"/>
                </ns1:cubicBezTo>
                <ns1:cubicBezTo>
                  <ns1:pt x="59" y="35"/>
                  <ns1:pt x="59" y="35"/>
                  <ns1:pt x="52" y="42"/>
                </ns1:cubicBezTo>
                <ns1:cubicBezTo>
                  <ns1:pt x="52" y="42"/>
                  <ns1:pt x="52" y="42"/>
                  <ns1:pt x="50" y="45"/>
                </ns1:cubicBezTo>
                <ns1:cubicBezTo>
                  <ns1:pt x="50" y="45"/>
                  <ns1:pt x="50" y="45"/>
                  <ns1:pt x="43" y="39"/>
                </ns1:cubicBezTo>
                <ns1:cubicBezTo>
                  <ns1:pt x="43" y="40"/>
                  <ns1:pt x="42" y="41"/>
                  <ns1:pt x="42" y="41"/>
                </ns1:cubicBezTo>
                <ns1:cubicBezTo>
                  <ns1:pt x="42" y="41"/>
                  <ns1:pt x="42" y="41"/>
                  <ns1:pt x="35" y="33"/>
                </ns1:cubicBezTo>
                <ns1:cubicBezTo>
                  <ns1:pt x="35" y="33"/>
                  <ns1:pt x="35" y="33"/>
                  <ns1:pt x="35" y="33"/>
                </ns1:cubicBezTo>
                <ns1:cubicBezTo>
                  <ns1:pt x="35" y="33"/>
                  <ns1:pt x="35" y="33"/>
                  <ns1:pt x="34" y="31"/>
                </ns1:cubicBezTo>
                <ns1:cubicBezTo>
                  <ns1:pt x="34" y="31"/>
                  <ns1:pt x="34" y="31"/>
                  <ns1:pt x="31" y="29"/>
                </ns1:cubicBezTo>
                <ns1:cubicBezTo>
                  <ns1:pt x="31" y="29"/>
                  <ns1:pt x="31" y="29"/>
                  <ns1:pt x="33" y="27"/>
                </ns1:cubicBezTo>
                <ns1:cubicBezTo>
                  <ns1:pt x="33" y="27"/>
                  <ns1:pt x="33" y="27"/>
                  <ns1:pt x="31" y="26"/>
                </ns1:cubicBezTo>
                <ns1:cubicBezTo>
                  <ns1:pt x="31" y="25"/>
                  <ns1:pt x="31" y="24"/>
                  <ns1:pt x="31" y="23"/>
                </ns1:cubicBezTo>
                <ns1:cubicBezTo>
                  <ns1:pt x="32" y="22"/>
                  <ns1:pt x="39" y="20"/>
                  <ns1:pt x="45" y="18"/>
                </ns1:cubicBezTo>
                <ns1:cubicBezTo>
                  <ns1:pt x="45" y="18"/>
                  <ns1:pt x="45" y="18"/>
                  <ns1:pt x="47" y="17"/>
                </ns1:cubicBezTo>
                <ns1:cubicBezTo>
                  <ns1:pt x="47" y="17"/>
                  <ns1:pt x="47" y="17"/>
                  <ns1:pt x="46" y="15"/>
                </ns1:cubicBezTo>
                <ns1:cubicBezTo>
                  <ns1:pt x="46" y="15"/>
                  <ns1:pt x="46" y="15"/>
                  <ns1:pt x="45" y="12"/>
                </ns1:cubicBezTo>
                <ns1:cubicBezTo>
                  <ns1:pt x="45" y="12"/>
                  <ns1:pt x="45" y="12"/>
                  <ns1:pt x="44" y="11"/>
                </ns1:cubicBezTo>
                <ns1:cubicBezTo>
                  <ns1:pt x="44" y="11"/>
                  <ns1:pt x="44" y="11"/>
                  <ns1:pt x="44" y="10"/>
                </ns1:cubicBezTo>
                <ns1:cubicBezTo>
                  <ns1:pt x="43" y="10"/>
                  <ns1:pt x="38" y="10"/>
                  <ns1:pt x="32" y="11"/>
                </ns1:cubicBezTo>
                <ns1:cubicBezTo>
                  <ns1:pt x="23" y="13"/>
                  <ns1:pt x="17" y="17"/>
                  <ns1:pt x="11" y="23"/>
                </ns1:cubicBezTo>
                <ns1:cubicBezTo>
                  <ns1:pt x="11" y="23"/>
                  <ns1:pt x="11" y="23"/>
                  <ns1:pt x="11" y="23"/>
                </ns1:cubicBezTo>
                <ns1:cubicBezTo>
                  <ns1:pt x="11" y="23"/>
                  <ns1:pt x="11" y="23"/>
                  <ns1:pt x="11" y="24"/>
                </ns1:cubicBezTo>
                <ns1:cubicBezTo>
                  <ns1:pt x="11" y="27"/>
                  <ns1:pt x="11" y="29"/>
                  <ns1:pt x="11" y="30"/>
                </ns1:cubicBezTo>
                <ns1:cubicBezTo>
                  <ns1:pt x="11" y="31"/>
                  <ns1:pt x="11" y="33"/>
                  <ns1:pt x="9" y="33"/>
                </ns1:cubicBezTo>
                <ns1:cubicBezTo>
                  <ns1:pt x="9" y="33"/>
                  <ns1:pt x="9" y="33"/>
                  <ns1:pt x="6" y="31"/>
                </ns1:cubicBezTo>
                <ns1:cubicBezTo>
                  <ns1:pt x="6" y="31"/>
                  <ns1:pt x="6" y="31"/>
                  <ns1:pt x="0" y="38"/>
                </ns1:cubicBezTo>
                <ns1:cubicBezTo>
                  <ns1:pt x="0" y="38"/>
                  <ns1:pt x="0" y="38"/>
                  <ns1:pt x="10" y="48"/>
                </ns1:cubicBezTo>
                <ns1:cubicBezTo>
                  <ns1:pt x="10" y="48"/>
                  <ns1:pt x="10" y="48"/>
                  <ns1:pt x="17" y="41"/>
                </ns1:cubicBezTo>
                <ns1:cubicBezTo>
                  <ns1:pt x="17" y="41"/>
                  <ns1:pt x="17" y="41"/>
                  <ns1:pt x="13" y="37"/>
                </ns1:cubicBezTo>
                <ns1:cubicBezTo>
                  <ns1:pt x="14" y="37"/>
                  <ns1:pt x="15" y="37"/>
                  <ns1:pt x="16" y="36"/>
                </ns1:cubicBezTo>
                <ns1:cubicBezTo>
                  <ns1:pt x="17" y="35"/>
                  <ns1:pt x="21" y="35"/>
                  <ns1:pt x="23" y="36"/>
                </ns1:cubicBezTo>
                <ns1:cubicBezTo>
                  <ns1:pt x="23" y="36"/>
                  <ns1:pt x="23" y="36"/>
                  <ns1:pt x="24" y="37"/>
                </ns1:cubicBezTo>
                <ns1:cubicBezTo>
                  <ns1:pt x="24" y="37"/>
                  <ns1:pt x="24" y="37"/>
                  <ns1:pt x="25" y="36"/>
                </ns1:cubicBezTo>
                <ns1:cubicBezTo>
                  <ns1:pt x="25" y="36"/>
                  <ns1:pt x="25" y="36"/>
                  <ns1:pt x="27" y="39"/>
                </ns1:cubicBezTo>
                <ns1:cubicBezTo>
                  <ns1:pt x="27" y="39"/>
                  <ns1:pt x="27" y="39"/>
                  <ns1:pt x="29" y="40"/>
                </ns1:cubicBezTo>
                <ns1:cubicBezTo>
                  <ns1:pt x="29" y="40"/>
                  <ns1:pt x="29" y="40"/>
                  <ns1:pt x="29" y="39"/>
                </ns1:cubicBezTo>
                <ns1:cubicBezTo>
                  <ns1:pt x="29" y="39"/>
                  <ns1:pt x="29" y="39"/>
                  <ns1:pt x="37" y="47"/>
                </ns1:cubicBezTo>
                <ns1:cubicBezTo>
                  <ns1:pt x="36" y="48"/>
                  <ns1:pt x="36" y="48"/>
                  <ns1:pt x="36" y="49"/>
                </ns1:cubicBezTo>
                <ns1:cubicBezTo>
                  <ns1:pt x="36" y="49"/>
                  <ns1:pt x="36" y="49"/>
                  <ns1:pt x="42" y="55"/>
                </ns1:cubicBezTo>
                <ns1:cubicBezTo>
                  <ns1:pt x="42" y="55"/>
                  <ns1:pt x="42" y="55"/>
                  <ns1:pt x="15" y="84"/>
                </ns1:cubicBezTo>
                <ns1:cubicBezTo>
                  <ns1:pt x="13" y="86"/>
                  <ns1:pt x="14" y="89"/>
                  <ns1:pt x="17" y="91"/>
                </ns1:cubicBezTo>
                <ns1:cubicBezTo>
                  <ns1:pt x="19" y="93"/>
                  <ns1:pt x="22" y="94"/>
                  <ns1:pt x="23" y="93"/>
                </ns1:cubicBezTo>
                <ns1:cubicBezTo>
                  <ns1:pt x="23" y="93"/>
                  <ns1:pt x="23" y="93"/>
                  <ns1:pt x="50" y="63"/>
                </ns1:cubicBezTo>
                <ns1:cubicBezTo>
                  <ns1:pt x="50" y="63"/>
                  <ns1:pt x="50" y="63"/>
                  <ns1:pt x="77" y="89"/>
                </ns1:cubicBezTo>
                <ns1:cubicBezTo>
                  <ns1:pt x="79" y="91"/>
                  <ns1:pt x="82" y="90"/>
                  <ns1:pt x="84" y="88"/>
                </ns1:cubicBezTo>
                <ns1:cubicBezTo>
                  <ns1:pt x="86" y="85"/>
                  <ns1:pt x="87" y="82"/>
                  <ns1:pt x="85" y="81"/>
                </ns1:cubicBezTo>
                <ns1:cubicBezTo>
                  <ns1:pt x="85" y="81"/>
                  <ns1:pt x="85" y="81"/>
                  <ns1:pt x="58" y="54"/>
                </ns1:cubicBezTo>
                <ns1:cubicBezTo>
                  <ns1:pt x="58" y="54"/>
                  <ns1:pt x="58" y="54"/>
                  <ns1:pt x="59" y="53"/>
                </ns1:cubicBezTo>
                <ns1:cubicBezTo>
                  <ns1:pt x="59" y="53"/>
                  <ns1:pt x="59" y="53"/>
                  <ns1:pt x="59" y="52"/>
                </ns1:cubicBezTo>
                <ns1:cubicBezTo>
                  <ns1:pt x="59" y="52"/>
                  <ns1:pt x="65" y="45"/>
                  <ns1:pt x="69" y="42"/>
                </ns1:cubicBezTo>
                <ns1:cubicBezTo>
                  <ns1:pt x="71" y="40"/>
                  <ns1:pt x="73" y="39"/>
                  <ns1:pt x="74" y="38"/>
                </ns1:cubicBezTo>
                <ns1:cubicBezTo>
                  <ns1:pt x="75" y="38"/>
                  <ns1:pt x="77" y="38"/>
                  <ns1:pt x="77" y="38"/>
                </ns1:cubicBezTo>
                <ns1:cubicBezTo>
                  <ns1:pt x="77" y="38"/>
                  <ns1:pt x="83" y="39"/>
                  <ns1:pt x="83" y="39"/>
                </ns1:cubicBezTo>
                <ns1:cubicBezTo>
                  <ns1:pt x="92" y="39"/>
                  <ns1:pt x="96" y="28"/>
                  <ns1:pt x="96" y="28"/>
                </ns1:cubicBezTo>
                <ns1:cubicBezTo>
                  <ns1:pt x="96" y="28"/>
                  <ns1:pt x="96" y="27"/>
                  <ns1:pt x="97" y="21"/>
                </ns1:cubicBezTo>
                <ns1:cubicBezTo>
                  <ns1:pt x="97" y="19"/>
                  <ns1:pt x="97" y="18"/>
                  <ns1:pt x="97" y="17"/>
                </ns1:cubicBezTo>
                <ns1:cubicBezTo>
                  <ns1:pt x="96" y="16"/>
                  <ns1:pt x="96" y="16"/>
                  <ns1:pt x="96" y="16"/>
                </ns1:cubicBezTo>
                <ns1:close/>
              </ns1:path>
            </ns1:pathLst>
          </ns1:custGeom>
          <ns1:solidFill>
            <ns1:schemeClr val="tx1">
              <ns1:lumMod val="75000"/>
              <ns1:lumOff val="25000"/>
            </ns1:schemeClr>
          </ns1:solidFill>
          <ns1:ln>
            <ns1:noFill/>
          </ns1:ln>
        </ns0:spPr>
        <ns0:txBody>
          <ns1:bodyPr vert="horz" wrap="square" lIns="91440" tIns="45720" rIns="91440" bIns="45720" numCol="1" anchor="t" anchorCtr="0" compatLnSpc="1">
            <ns1:prstTxWarp prst="textNoShape">
              <ns1:avLst/>
            </ns1:prstTxWarp>
          </ns1:bodyPr>
          <ns1:lstStyle/>
          <ns1:p>
            <ns1:pPr algn="ctr"/>
            <ns1:endParaRPr lang="id-ID" sz="2700"/>
          </ns1:p>
        </ns0:txBody>
      </ns0:sp>
      <ns0:sp>
        <ns0:nvSpPr>
          <ns0:cNvPr id="214" name="Freeform 112">
            <ns1:extLst>
              <ns1:ext uri="{FF2B5EF4-FFF2-40B4-BE49-F238E27FC236}">
                <ns2:creationId id="{8930C841-B0D7-4AFE-9797-C4EA44F87391}"/>
              </ns1:ext>
            </ns1:extLst>
          </ns0:cNvPr>
          <ns0:cNvSpPr>
            <ns1:spLocks noEditPoints="1"/>
          </ns0:cNvSpPr>
          <ns0:nvPr/>
        </ns0:nvSpPr>
        <ns0:spPr bwMode="auto">
          <ns1:xfrm>
            <ns1:off x="5911003" y="4769967"/>
            <ns1:ext cx="400375" cy="398394"/>
          </ns1:xfrm>
          <ns1:custGeom>
            <ns1:avLst/>
            <ns1:gdLst>
              <ns1:gd name="T0" fmla="*/ 176 w 176"/>
              <ns1:gd name="T1" fmla="*/ 52 h 176"/>
              <ns1:gd name="T2" fmla="*/ 175 w 176"/>
              <ns1:gd name="T3" fmla="*/ 50 h 176"/>
              <ns1:gd name="T4" fmla="*/ 175 w 176"/>
              <ns1:gd name="T5" fmla="*/ 50 h 176"/>
              <ns1:gd name="T6" fmla="*/ 175 w 176"/>
              <ns1:gd name="T7" fmla="*/ 49 h 176"/>
              <ns1:gd name="T8" fmla="*/ 175 w 176"/>
              <ns1:gd name="T9" fmla="*/ 49 h 176"/>
              <ns1:gd name="T10" fmla="*/ 127 w 176"/>
              <ns1:gd name="T11" fmla="*/ 2 h 176"/>
              <ns1:gd name="T12" fmla="*/ 127 w 176"/>
              <ns1:gd name="T13" fmla="*/ 2 h 176"/>
              <ns1:gd name="T14" fmla="*/ 124 w 176"/>
              <ns1:gd name="T15" fmla="*/ 0 h 176"/>
              <ns1:gd name="T16" fmla="*/ 52 w 176"/>
              <ns1:gd name="T17" fmla="*/ 0 h 176"/>
              <ns1:gd name="T18" fmla="*/ 49 w 176"/>
              <ns1:gd name="T19" fmla="*/ 2 h 176"/>
              <ns1:gd name="T20" fmla="*/ 49 w 176"/>
              <ns1:gd name="T21" fmla="*/ 2 h 176"/>
              <ns1:gd name="T22" fmla="*/ 1 w 176"/>
              <ns1:gd name="T23" fmla="*/ 49 h 176"/>
              <ns1:gd name="T24" fmla="*/ 1 w 176"/>
              <ns1:gd name="T25" fmla="*/ 49 h 176"/>
              <ns1:gd name="T26" fmla="*/ 1 w 176"/>
              <ns1:gd name="T27" fmla="*/ 50 h 176"/>
              <ns1:gd name="T28" fmla="*/ 1 w 176"/>
              <ns1:gd name="T29" fmla="*/ 50 h 176"/>
              <ns1:gd name="T30" fmla="*/ 0 w 176"/>
              <ns1:gd name="T31" fmla="*/ 52 h 176"/>
              <ns1:gd name="T32" fmla="*/ 1 w 176"/>
              <ns1:gd name="T33" fmla="*/ 54 h 176"/>
              <ns1:gd name="T34" fmla="*/ 1 w 176"/>
              <ns1:gd name="T35" fmla="*/ 55 h 176"/>
              <ns1:gd name="T36" fmla="*/ 85 w 176"/>
              <ns1:gd name="T37" fmla="*/ 175 h 176"/>
              <ns1:gd name="T38" fmla="*/ 85 w 176"/>
              <ns1:gd name="T39" fmla="*/ 174 h 176"/>
              <ns1:gd name="T40" fmla="*/ 88 w 176"/>
              <ns1:gd name="T41" fmla="*/ 176 h 176"/>
              <ns1:gd name="T42" fmla="*/ 91 w 176"/>
              <ns1:gd name="T43" fmla="*/ 174 h 176"/>
              <ns1:gd name="T44" fmla="*/ 91 w 176"/>
              <ns1:gd name="T45" fmla="*/ 175 h 176"/>
              <ns1:gd name="T46" fmla="*/ 175 w 176"/>
              <ns1:gd name="T47" fmla="*/ 55 h 176"/>
              <ns1:gd name="T48" fmla="*/ 175 w 176"/>
              <ns1:gd name="T49" fmla="*/ 54 h 176"/>
              <ns1:gd name="T50" fmla="*/ 176 w 176"/>
              <ns1:gd name="T51" fmla="*/ 52 h 176"/>
              <ns1:gd name="T52" fmla="*/ 122 w 176"/>
              <ns1:gd name="T53" fmla="*/ 8 h 176"/>
              <ns1:gd name="T54" fmla="*/ 162 w 176"/>
              <ns1:gd name="T55" fmla="*/ 48 h 176"/>
              <ns1:gd name="T56" fmla="*/ 126 w 176"/>
              <ns1:gd name="T57" fmla="*/ 48 h 176"/>
              <ns1:gd name="T58" fmla="*/ 106 w 176"/>
              <ns1:gd name="T59" fmla="*/ 8 h 176"/>
              <ns1:gd name="T60" fmla="*/ 122 w 176"/>
              <ns1:gd name="T61" fmla="*/ 8 h 176"/>
              <ns1:gd name="T62" fmla="*/ 98 w 176"/>
              <ns1:gd name="T63" fmla="*/ 8 h 176"/>
              <ns1:gd name="T64" fmla="*/ 118 w 176"/>
              <ns1:gd name="T65" fmla="*/ 48 h 176"/>
              <ns1:gd name="T66" fmla="*/ 58 w 176"/>
              <ns1:gd name="T67" fmla="*/ 48 h 176"/>
              <ns1:gd name="T68" fmla="*/ 78 w 176"/>
              <ns1:gd name="T69" fmla="*/ 8 h 176"/>
              <ns1:gd name="T70" fmla="*/ 98 w 176"/>
              <ns1:gd name="T71" fmla="*/ 8 h 176"/>
              <ns1:gd name="T72" fmla="*/ 54 w 176"/>
              <ns1:gd name="T73" fmla="*/ 8 h 176"/>
              <ns1:gd name="T74" fmla="*/ 70 w 176"/>
              <ns1:gd name="T75" fmla="*/ 8 h 176"/>
              <ns1:gd name="T76" fmla="*/ 50 w 176"/>
              <ns1:gd name="T77" fmla="*/ 48 h 176"/>
              <ns1:gd name="T78" fmla="*/ 14 w 176"/>
              <ns1:gd name="T79" fmla="*/ 48 h 176"/>
              <ns1:gd name="T80" fmla="*/ 54 w 176"/>
              <ns1:gd name="T81" fmla="*/ 8 h 176"/>
              <ns1:gd name="T82" fmla="*/ 12 w 176"/>
              <ns1:gd name="T83" fmla="*/ 56 h 176"/>
              <ns1:gd name="T84" fmla="*/ 49 w 176"/>
              <ns1:gd name="T85" fmla="*/ 56 h 176"/>
              <ns1:gd name="T86" fmla="*/ 77 w 176"/>
              <ns1:gd name="T87" fmla="*/ 149 h 176"/>
              <ns1:gd name="T88" fmla="*/ 12 w 176"/>
              <ns1:gd name="T89" fmla="*/ 56 h 176"/>
              <ns1:gd name="T90" fmla="*/ 88 w 176"/>
              <ns1:gd name="T91" fmla="*/ 158 h 176"/>
              <ns1:gd name="T92" fmla="*/ 57 w 176"/>
              <ns1:gd name="T93" fmla="*/ 56 h 176"/>
              <ns1:gd name="T94" fmla="*/ 119 w 176"/>
              <ns1:gd name="T95" fmla="*/ 56 h 176"/>
              <ns1:gd name="T96" fmla="*/ 88 w 176"/>
              <ns1:gd name="T97" fmla="*/ 158 h 176"/>
              <ns1:gd name="T98" fmla="*/ 99 w 176"/>
              <ns1:gd name="T99" fmla="*/ 149 h 176"/>
              <ns1:gd name="T100" fmla="*/ 127 w 176"/>
              <ns1:gd name="T101" fmla="*/ 56 h 176"/>
              <ns1:gd name="T102" fmla="*/ 164 w 176"/>
              <ns1:gd name="T103" fmla="*/ 56 h 176"/>
              <ns1:gd name="T104" fmla="*/ 99 w 176"/>
              <ns1:gd name="T105" fmla="*/ 149 h 176"/>
            </ns1:gdLst>
            <ns1:ahLst/>
            <ns1:cxnLst>
              <ns1:cxn ang="0">
                <ns1:pos x="T0" y="T1"/>
              </ns1:cxn>
              <ns1:cxn ang="0">
                <ns1:pos x="T2" y="T3"/>
              </ns1:cxn>
              <ns1:cxn ang="0">
                <ns1:pos x="T4" y="T5"/>
              </ns1:cxn>
              <ns1:cxn ang="0">
                <ns1:pos x="T6" y="T7"/>
              </ns1:cxn>
              <ns1:cxn ang="0">
                <ns1:pos x="T8" y="T9"/>
              </ns1:cxn>
              <ns1:cxn ang="0">
                <ns1:pos x="T10" y="T11"/>
              </ns1:cxn>
              <ns1:cxn ang="0">
                <ns1:pos x="T12" y="T13"/>
              </ns1:cxn>
              <ns1:cxn ang="0">
                <ns1:pos x="T14" y="T15"/>
              </ns1:cxn>
              <ns1:cxn ang="0">
                <ns1:pos x="T16" y="T17"/>
              </ns1:cxn>
              <ns1:cxn ang="0">
                <ns1:pos x="T18" y="T19"/>
              </ns1:cxn>
              <ns1:cxn ang="0">
                <ns1:pos x="T20" y="T21"/>
              </ns1:cxn>
              <ns1:cxn ang="0">
                <ns1:pos x="T22" y="T23"/>
              </ns1:cxn>
              <ns1:cxn ang="0">
                <ns1:pos x="T24" y="T25"/>
              </ns1:cxn>
              <ns1:cxn ang="0">
                <ns1:pos x="T26" y="T27"/>
              </ns1:cxn>
              <ns1:cxn ang="0">
                <ns1:pos x="T28" y="T29"/>
              </ns1:cxn>
              <ns1:cxn ang="0">
                <ns1:pos x="T30" y="T31"/>
              </ns1:cxn>
              <ns1:cxn ang="0">
                <ns1:pos x="T32" y="T33"/>
              </ns1:cxn>
              <ns1:cxn ang="0">
                <ns1:pos x="T34" y="T35"/>
              </ns1:cxn>
              <ns1:cxn ang="0">
                <ns1:pos x="T36" y="T37"/>
              </ns1:cxn>
              <ns1:cxn ang="0">
                <ns1:pos x="T38" y="T39"/>
              </ns1:cxn>
              <ns1:cxn ang="0">
                <ns1:pos x="T40" y="T41"/>
              </ns1:cxn>
              <ns1:cxn ang="0">
                <ns1:pos x="T42" y="T43"/>
              </ns1:cxn>
              <ns1:cxn ang="0">
                <ns1:pos x="T44" y="T45"/>
              </ns1:cxn>
              <ns1:cxn ang="0">
                <ns1:pos x="T46" y="T47"/>
              </ns1:cxn>
              <ns1:cxn ang="0">
                <ns1:pos x="T48" y="T49"/>
              </ns1:cxn>
              <ns1:cxn ang="0">
                <ns1:pos x="T50" y="T51"/>
              </ns1:cxn>
              <ns1:cxn ang="0">
                <ns1:pos x="T52" y="T53"/>
              </ns1:cxn>
              <ns1:cxn ang="0">
                <ns1:pos x="T54" y="T55"/>
              </ns1:cxn>
              <ns1:cxn ang="0">
                <ns1:pos x="T56" y="T57"/>
              </ns1:cxn>
              <ns1:cxn ang="0">
                <ns1:pos x="T58" y="T59"/>
              </ns1:cxn>
              <ns1:cxn ang="0">
                <ns1:pos x="T60" y="T61"/>
              </ns1:cxn>
              <ns1:cxn ang="0">
                <ns1:pos x="T62" y="T63"/>
              </ns1:cxn>
              <ns1:cxn ang="0">
                <ns1:pos x="T64" y="T65"/>
              </ns1:cxn>
              <ns1:cxn ang="0">
                <ns1:pos x="T66" y="T67"/>
              </ns1:cxn>
              <ns1:cxn ang="0">
                <ns1:pos x="T68" y="T69"/>
              </ns1:cxn>
              <ns1:cxn ang="0">
                <ns1:pos x="T70" y="T71"/>
              </ns1:cxn>
              <ns1:cxn ang="0">
                <ns1:pos x="T72" y="T73"/>
              </ns1:cxn>
              <ns1:cxn ang="0">
                <ns1:pos x="T74" y="T75"/>
              </ns1:cxn>
              <ns1:cxn ang="0">
                <ns1:pos x="T76" y="T77"/>
              </ns1:cxn>
              <ns1:cxn ang="0">
                <ns1:pos x="T78" y="T79"/>
              </ns1:cxn>
              <ns1:cxn ang="0">
                <ns1:pos x="T80" y="T81"/>
              </ns1:cxn>
              <ns1:cxn ang="0">
                <ns1:pos x="T82" y="T83"/>
              </ns1:cxn>
              <ns1:cxn ang="0">
                <ns1:pos x="T84" y="T85"/>
              </ns1:cxn>
              <ns1:cxn ang="0">
                <ns1:pos x="T86" y="T87"/>
              </ns1:cxn>
              <ns1:cxn ang="0">
                <ns1:pos x="T88" y="T89"/>
              </ns1:cxn>
              <ns1:cxn ang="0">
                <ns1:pos x="T90" y="T91"/>
              </ns1:cxn>
              <ns1:cxn ang="0">
                <ns1:pos x="T92" y="T93"/>
              </ns1:cxn>
              <ns1:cxn ang="0">
                <ns1:pos x="T94" y="T95"/>
              </ns1:cxn>
              <ns1:cxn ang="0">
                <ns1:pos x="T96" y="T97"/>
              </ns1:cxn>
              <ns1:cxn ang="0">
                <ns1:pos x="T98" y="T99"/>
              </ns1:cxn>
              <ns1:cxn ang="0">
                <ns1:pos x="T100" y="T101"/>
              </ns1:cxn>
              <ns1:cxn ang="0">
                <ns1:pos x="T102" y="T103"/>
              </ns1:cxn>
              <ns1:cxn ang="0">
                <ns1:pos x="T104" y="T105"/>
              </ns1:cxn>
            </ns1:cxnLst>
            <ns1:rect l="0" t="0" r="r" b="b"/>
            <ns1:pathLst>
              <ns1:path w="176" h="176">
                <ns1:moveTo>
                  <ns1:pt x="176" y="52"/>
                </ns1:moveTo>
                <ns1:cubicBezTo>
                  <ns1:pt x="176" y="51"/>
                  <ns1:pt x="176" y="50"/>
                  <ns1:pt x="175" y="50"/>
                </ns1:cubicBezTo>
                <ns1:cubicBezTo>
                  <ns1:pt x="175" y="50"/>
                  <ns1:pt x="175" y="50"/>
                  <ns1:pt x="175" y="50"/>
                </ns1:cubicBezTo>
                <ns1:cubicBezTo>
                  <ns1:pt x="175" y="49"/>
                  <ns1:pt x="175" y="49"/>
                  <ns1:pt x="175" y="49"/>
                </ns1:cubicBezTo>
                <ns1:cubicBezTo>
                  <ns1:pt x="175" y="49"/>
                  <ns1:pt x="175" y="49"/>
                  <ns1:pt x="175" y="49"/>
                </ns1:cubicBezTo>
                <ns1:cubicBezTo>
                  <ns1:pt x="127" y="2"/>
                  <ns1:pt x="127" y="2"/>
                  <ns1:pt x="127" y="2"/>
                </ns1:cubicBezTo>
                <ns1:cubicBezTo>
                  <ns1:pt x="127" y="2"/>
                  <ns1:pt x="127" y="2"/>
                  <ns1:pt x="127" y="2"/>
                </ns1:cubicBezTo>
                <ns1:cubicBezTo>
                  <ns1:pt x="126" y="1"/>
                  <ns1:pt x="125" y="0"/>
                  <ns1:pt x="124" y="0"/>
                </ns1:cubicBezTo>
                <ns1:cubicBezTo>
                  <ns1:pt x="52" y="0"/>
                  <ns1:pt x="52" y="0"/>
                  <ns1:pt x="52" y="0"/>
                </ns1:cubicBezTo>
                <ns1:cubicBezTo>
                  <ns1:pt x="51" y="0"/>
                  <ns1:pt x="50" y="1"/>
                  <ns1:pt x="49" y="2"/>
                </ns1:cubicBezTo>
                <ns1:cubicBezTo>
                  <ns1:pt x="49" y="2"/>
                  <ns1:pt x="49" y="2"/>
                  <ns1:pt x="49" y="2"/>
                </ns1:cubicBezTo>
                <ns1:cubicBezTo>
                  <ns1:pt x="1" y="49"/>
                  <ns1:pt x="1" y="49"/>
                  <ns1:pt x="1" y="49"/>
                </ns1:cubicBezTo>
                <ns1:cubicBezTo>
                  <ns1:pt x="1" y="49"/>
                  <ns1:pt x="1" y="49"/>
                  <ns1:pt x="1" y="49"/>
                </ns1:cubicBezTo>
                <ns1:cubicBezTo>
                  <ns1:pt x="1" y="50"/>
                  <ns1:pt x="1" y="50"/>
                  <ns1:pt x="1" y="50"/>
                </ns1:cubicBezTo>
                <ns1:cubicBezTo>
                  <ns1:pt x="1" y="50"/>
                  <ns1:pt x="1" y="50"/>
                  <ns1:pt x="1" y="50"/>
                </ns1:cubicBezTo>
                <ns1:cubicBezTo>
                  <ns1:pt x="0" y="50"/>
                  <ns1:pt x="0" y="51"/>
                  <ns1:pt x="0" y="52"/>
                </ns1:cubicBezTo>
                <ns1:cubicBezTo>
                  <ns1:pt x="0" y="53"/>
                  <ns1:pt x="0" y="54"/>
                  <ns1:pt x="1" y="54"/>
                </ns1:cubicBezTo>
                <ns1:cubicBezTo>
                  <ns1:pt x="1" y="55"/>
                  <ns1:pt x="1" y="55"/>
                  <ns1:pt x="1" y="55"/>
                </ns1:cubicBezTo>
                <ns1:cubicBezTo>
                  <ns1:pt x="85" y="175"/>
                  <ns1:pt x="85" y="175"/>
                  <ns1:pt x="85" y="175"/>
                </ns1:cubicBezTo>
                <ns1:cubicBezTo>
                  <ns1:pt x="85" y="174"/>
                  <ns1:pt x="85" y="174"/>
                  <ns1:pt x="85" y="174"/>
                </ns1:cubicBezTo>
                <ns1:cubicBezTo>
                  <ns1:pt x="86" y="175"/>
                  <ns1:pt x="87" y="176"/>
                  <ns1:pt x="88" y="176"/>
                </ns1:cubicBezTo>
                <ns1:cubicBezTo>
                  <ns1:pt x="89" y="176"/>
                  <ns1:pt x="90" y="175"/>
                  <ns1:pt x="91" y="174"/>
                </ns1:cubicBezTo>
                <ns1:cubicBezTo>
                  <ns1:pt x="91" y="175"/>
                  <ns1:pt x="91" y="175"/>
                  <ns1:pt x="91" y="175"/>
                </ns1:cubicBezTo>
                <ns1:cubicBezTo>
                  <ns1:pt x="175" y="55"/>
                  <ns1:pt x="175" y="55"/>
                  <ns1:pt x="175" y="55"/>
                </ns1:cubicBezTo>
                <ns1:cubicBezTo>
                  <ns1:pt x="175" y="54"/>
                  <ns1:pt x="175" y="54"/>
                  <ns1:pt x="175" y="54"/>
                </ns1:cubicBezTo>
                <ns1:cubicBezTo>
                  <ns1:pt x="176" y="54"/>
                  <ns1:pt x="176" y="53"/>
                  <ns1:pt x="176" y="52"/>
                </ns1:cubicBezTo>
                <ns1:moveTo>
                  <ns1:pt x="122" y="8"/>
                </ns1:moveTo>
                <ns1:cubicBezTo>
                  <ns1:pt x="162" y="48"/>
                  <ns1:pt x="162" y="48"/>
                  <ns1:pt x="162" y="48"/>
                </ns1:cubicBezTo>
                <ns1:cubicBezTo>
                  <ns1:pt x="126" y="48"/>
                  <ns1:pt x="126" y="48"/>
                  <ns1:pt x="126" y="48"/>
                </ns1:cubicBezTo>
                <ns1:cubicBezTo>
                  <ns1:pt x="106" y="8"/>
                  <ns1:pt x="106" y="8"/>
                  <ns1:pt x="106" y="8"/>
                </ns1:cubicBezTo>
                <ns1:lnTo>
                  <ns1:pt x="122" y="8"/>
                </ns1:lnTo>
                <ns1:close/>
                <ns1:moveTo>
                  <ns1:pt x="98" y="8"/>
                </ns1:moveTo>
                <ns1:cubicBezTo>
                  <ns1:pt x="118" y="48"/>
                  <ns1:pt x="118" y="48"/>
                  <ns1:pt x="118" y="48"/>
                </ns1:cubicBezTo>
                <ns1:cubicBezTo>
                  <ns1:pt x="58" y="48"/>
                  <ns1:pt x="58" y="48"/>
                  <ns1:pt x="58" y="48"/>
                </ns1:cubicBezTo>
                <ns1:cubicBezTo>
                  <ns1:pt x="78" y="8"/>
                  <ns1:pt x="78" y="8"/>
                  <ns1:pt x="78" y="8"/>
                </ns1:cubicBezTo>
                <ns1:lnTo>
                  <ns1:pt x="98" y="8"/>
                </ns1:lnTo>
                <ns1:close/>
                <ns1:moveTo>
                  <ns1:pt x="54" y="8"/>
                </ns1:moveTo>
                <ns1:cubicBezTo>
                  <ns1:pt x="70" y="8"/>
                  <ns1:pt x="70" y="8"/>
                  <ns1:pt x="70" y="8"/>
                </ns1:cubicBezTo>
                <ns1:cubicBezTo>
                  <ns1:pt x="50" y="48"/>
                  <ns1:pt x="50" y="48"/>
                  <ns1:pt x="50" y="48"/>
                </ns1:cubicBezTo>
                <ns1:cubicBezTo>
                  <ns1:pt x="14" y="48"/>
                  <ns1:pt x="14" y="48"/>
                  <ns1:pt x="14" y="48"/>
                </ns1:cubicBezTo>
                <ns1:lnTo>
                  <ns1:pt x="54" y="8"/>
                </ns1:lnTo>
                <ns1:close/>
                <ns1:moveTo>
                  <ns1:pt x="12" y="56"/>
                </ns1:moveTo>
                <ns1:cubicBezTo>
                  <ns1:pt x="49" y="56"/>
                  <ns1:pt x="49" y="56"/>
                  <ns1:pt x="49" y="56"/>
                </ns1:cubicBezTo>
                <ns1:cubicBezTo>
                  <ns1:pt x="77" y="149"/>
                  <ns1:pt x="77" y="149"/>
                  <ns1:pt x="77" y="149"/>
                </ns1:cubicBezTo>
                <ns1:lnTo>
                  <ns1:pt x="12" y="56"/>
                </ns1:lnTo>
                <ns1:close/>
                <ns1:moveTo>
                  <ns1:pt x="88" y="158"/>
                </ns1:moveTo>
                <ns1:cubicBezTo>
                  <ns1:pt x="57" y="56"/>
                  <ns1:pt x="57" y="56"/>
                  <ns1:pt x="57" y="56"/>
                </ns1:cubicBezTo>
                <ns1:cubicBezTo>
                  <ns1:pt x="119" y="56"/>
                  <ns1:pt x="119" y="56"/>
                  <ns1:pt x="119" y="56"/>
                </ns1:cubicBezTo>
                <ns1:lnTo>
                  <ns1:pt x="88" y="158"/>
                </ns1:lnTo>
                <ns1:close/>
                <ns1:moveTo>
                  <ns1:pt x="99" y="149"/>
                </ns1:moveTo>
                <ns1:cubicBezTo>
                  <ns1:pt x="127" y="56"/>
                  <ns1:pt x="127" y="56"/>
                  <ns1:pt x="127" y="56"/>
                </ns1:cubicBezTo>
                <ns1:cubicBezTo>
                  <ns1:pt x="164" y="56"/>
                  <ns1:pt x="164" y="56"/>
                  <ns1:pt x="164" y="56"/>
                </ns1:cubicBezTo>
                <ns1:lnTo>
                  <ns1:pt x="99" y="149"/>
                </ns1:lnTo>
                <ns1:close/>
              </ns1:path>
            </ns1:pathLst>
          </ns1:custGeom>
          <ns1:solidFill>
            <ns1:schemeClr val="tx2">
              <ns1:lumMod val="75000"/>
            </ns1:schemeClr>
          </ns1:solidFill>
          <ns1:ln>
            <ns1:noFill/>
          </ns1:ln>
          <ns1:extLst/>
        </ns0:spPr>
        <ns0:txBody>
          <ns1:bodyPr vert="horz" wrap="square" lIns="91440" tIns="45720" rIns="91440" bIns="45720" numCol="1" anchor="t" anchorCtr="0" compatLnSpc="1">
            <ns1:prstTxWarp prst="textNoShape">
              <ns1:avLst/>
            </ns1:prstTxWarp>
          </ns1:bodyPr>
          <ns1:lstStyle/>
          <ns1:p>
            <ns1:endParaRPr lang="en-US" sz="2700"/>
          </ns1:p>
        </ns0:txBody>
      </ns0:sp>
      <ns0:grpSp>
        <ns0:nvGrpSpPr>
          <ns0:cNvPr id="215" name="Group 214">
            <ns1:extLst>
              <ns1:ext uri="{FF2B5EF4-FFF2-40B4-BE49-F238E27FC236}">
                <ns2:creationId id="{AA36C86F-8B3A-4632-BBDD-FBD135113B68}"/>
              </ns1:ext>
            </ns1:extLst>
          </ns0:cNvPr>
          <ns0:cNvGrpSpPr/>
          <ns0:nvPr/>
        </ns0:nvGrpSpPr>
        <ns0:grpSpPr>
          <ns1:xfrm>
            <ns1:off x="4397475" y="3250135"/>
            <ns1:ext cx="370533" cy="357729"/>
            <ns1:chOff x="4064000" y="5461000"/>
            <ns1:chExt cx="735013" cy="709613"/>
          </ns1:xfrm>
          <ns1:solidFill>
            <ns1:schemeClr val="tx1">
              <ns1:lumMod val="75000"/>
              <ns1:lumOff val="25000"/>
            </ns1:schemeClr>
          </ns1:solidFill>
        </ns0:grpSpPr>
        <ns0:sp>
          <ns0:nvSpPr>
            <ns0:cNvPr id="216" name="Freeform 20">
              <ns1:extLst>
                <ns1:ext uri="{FF2B5EF4-FFF2-40B4-BE49-F238E27FC236}">
                  <ns2:creationId id="{A8501CF2-E69B-49F5-8E82-1C3D062B462D}"/>
                </ns1:ext>
              </ns1:extLst>
            </ns0:cNvPr>
            <ns0:cNvSpPr>
              <ns1:spLocks noEditPoints="1"/>
            </ns0:cNvSpPr>
            <ns0:nvPr/>
          </ns0:nvSpPr>
          <ns0:spPr bwMode="auto">
            <ns1:xfrm>
              <ns1:off x="4064000" y="5461000"/>
              <ns1:ext cx="708025" cy="709613"/>
            </ns1:xfrm>
            <ns1:custGeom>
              <ns1:avLst/>
              <ns1:gdLst>
                <ns1:gd name="T0" fmla="*/ 142 w 186"/>
                <ns1:gd name="T1" fmla="*/ 155 h 186"/>
                <ns1:gd name="T2" fmla="*/ 125 w 186"/>
                <ns1:gd name="T3" fmla="*/ 165 h 186"/>
                <ns1:gd name="T4" fmla="*/ 131 w 186"/>
                <ns1:gd name="T5" fmla="*/ 156 h 186"/>
                <ns1:gd name="T6" fmla="*/ 121 w 186"/>
                <ns1:gd name="T7" fmla="*/ 157 h 186"/>
                <ns1:gd name="T8" fmla="*/ 114 w 186"/>
                <ns1:gd name="T9" fmla="*/ 156 h 186"/>
                <ns1:gd name="T10" fmla="*/ 93 w 186"/>
                <ns1:gd name="T11" fmla="*/ 172 h 186"/>
                <ns1:gd name="T12" fmla="*/ 60 w 186"/>
                <ns1:gd name="T13" fmla="*/ 131 h 186"/>
                <ns1:gd name="T14" fmla="*/ 76 w 186"/>
                <ns1:gd name="T15" fmla="*/ 131 h 186"/>
                <ns1:gd name="T16" fmla="*/ 72 w 186"/>
                <ns1:gd name="T17" fmla="*/ 120 h 186"/>
                <ns1:gd name="T18" fmla="*/ 71 w 186"/>
                <ns1:gd name="T19" fmla="*/ 117 h 186"/>
                <ns1:gd name="T20" fmla="*/ 57 w 186"/>
                <ns1:gd name="T21" fmla="*/ 117 h 186"/>
                <ns1:gd name="T22" fmla="*/ 56 w 186"/>
                <ns1:gd name="T23" fmla="*/ 93 h 186"/>
                <ns1:gd name="T24" fmla="*/ 57 w 186"/>
                <ns1:gd name="T25" fmla="*/ 72 h 186"/>
                <ns1:gd name="T26" fmla="*/ 81 w 186"/>
                <ns1:gd name="T27" fmla="*/ 72 h 186"/>
                <ns1:gd name="T28" fmla="*/ 98 w 186"/>
                <ns1:gd name="T29" fmla="*/ 58 h 186"/>
                <ns1:gd name="T30" fmla="*/ 60 w 186"/>
                <ns1:gd name="T31" fmla="*/ 58 h 186"/>
                <ns1:gd name="T32" fmla="*/ 93 w 186"/>
                <ns1:gd name="T33" fmla="*/ 14 h 186"/>
                <ns1:gd name="T34" fmla="*/ 125 w 186"/>
                <ns1:gd name="T35" fmla="*/ 53 h 186"/>
                <ns1:gd name="T36" fmla="*/ 140 w 186"/>
                <ns1:gd name="T37" fmla="*/ 56 h 186"/>
                <ns1:gd name="T38" fmla="*/ 125 w 186"/>
                <ns1:gd name="T39" fmla="*/ 21 h 186"/>
                <ns1:gd name="T40" fmla="*/ 164 w 186"/>
                <ns1:gd name="T41" fmla="*/ 58 h 186"/>
                <ns1:gd name="T42" fmla="*/ 145 w 186"/>
                <ns1:gd name="T43" fmla="*/ 58 h 186"/>
                <ns1:gd name="T44" fmla="*/ 162 w 186"/>
                <ns1:gd name="T45" fmla="*/ 72 h 186"/>
                <ns1:gd name="T46" fmla="*/ 169 w 186"/>
                <ns1:gd name="T47" fmla="*/ 72 h 186"/>
                <ns1:gd name="T48" fmla="*/ 172 w 186"/>
                <ns1:gd name="T49" fmla="*/ 93 h 186"/>
                <ns1:gd name="T50" fmla="*/ 172 w 186"/>
                <ns1:gd name="T51" fmla="*/ 94 h 186"/>
                <ns1:gd name="T52" fmla="*/ 170 w 186"/>
                <ns1:gd name="T53" fmla="*/ 123 h 186"/>
                <ns1:gd name="T54" fmla="*/ 178 w 186"/>
                <ns1:gd name="T55" fmla="*/ 131 h 186"/>
                <ns1:gd name="T56" fmla="*/ 178 w 186"/>
                <ns1:gd name="T57" fmla="*/ 131 h 186"/>
                <ns1:gd name="T58" fmla="*/ 179 w 186"/>
                <ns1:gd name="T59" fmla="*/ 131 h 186"/>
                <ns1:gd name="T60" fmla="*/ 179 w 186"/>
                <ns1:gd name="T61" fmla="*/ 128 h 186"/>
                <ns1:gd name="T62" fmla="*/ 186 w 186"/>
                <ns1:gd name="T63" fmla="*/ 93 h 186"/>
                <ns1:gd name="T64" fmla="*/ 93 w 186"/>
                <ns1:gd name="T65" fmla="*/ 0 h 186"/>
                <ns1:gd name="T66" fmla="*/ 0 w 186"/>
                <ns1:gd name="T67" fmla="*/ 93 h 186"/>
                <ns1:gd name="T68" fmla="*/ 93 w 186"/>
                <ns1:gd name="T69" fmla="*/ 186 h 186"/>
                <ns1:gd name="T70" fmla="*/ 151 w 186"/>
                <ns1:gd name="T71" fmla="*/ 166 h 186"/>
                <ns1:gd name="T72" fmla="*/ 142 w 186"/>
                <ns1:gd name="T73" fmla="*/ 155 h 186"/>
                <ns1:gd name="T74" fmla="*/ 61 w 186"/>
                <ns1:gd name="T75" fmla="*/ 21 h 186"/>
                <ns1:gd name="T76" fmla="*/ 45 w 186"/>
                <ns1:gd name="T77" fmla="*/ 58 h 186"/>
                <ns1:gd name="T78" fmla="*/ 22 w 186"/>
                <ns1:gd name="T79" fmla="*/ 58 h 186"/>
                <ns1:gd name="T80" fmla="*/ 61 w 186"/>
                <ns1:gd name="T81" fmla="*/ 21 h 186"/>
                <ns1:gd name="T82" fmla="*/ 14 w 186"/>
                <ns1:gd name="T83" fmla="*/ 93 h 186"/>
                <ns1:gd name="T84" fmla="*/ 17 w 186"/>
                <ns1:gd name="T85" fmla="*/ 72 h 186"/>
                <ns1:gd name="T86" fmla="*/ 43 w 186"/>
                <ns1:gd name="T87" fmla="*/ 72 h 186"/>
                <ns1:gd name="T88" fmla="*/ 42 w 186"/>
                <ns1:gd name="T89" fmla="*/ 93 h 186"/>
                <ns1:gd name="T90" fmla="*/ 43 w 186"/>
                <ns1:gd name="T91" fmla="*/ 117 h 186"/>
                <ns1:gd name="T92" fmla="*/ 17 w 186"/>
                <ns1:gd name="T93" fmla="*/ 117 h 186"/>
                <ns1:gd name="T94" fmla="*/ 14 w 186"/>
                <ns1:gd name="T95" fmla="*/ 93 h 186"/>
                <ns1:gd name="T96" fmla="*/ 23 w 186"/>
                <ns1:gd name="T97" fmla="*/ 131 h 186"/>
                <ns1:gd name="T98" fmla="*/ 46 w 186"/>
                <ns1:gd name="T99" fmla="*/ 131 h 186"/>
                <ns1:gd name="T100" fmla="*/ 61 w 186"/>
                <ns1:gd name="T101" fmla="*/ 165 h 186"/>
                <ns1:gd name="T102" fmla="*/ 23 w 186"/>
                <ns1:gd name="T103" fmla="*/ 131 h 186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  <ns1:cxn ang="0">
                  <ns1:pos x="T14" y="T15"/>
                </ns1:cxn>
                <ns1:cxn ang="0">
                  <ns1:pos x="T16" y="T17"/>
                </ns1:cxn>
                <ns1:cxn ang="0">
                  <ns1:pos x="T18" y="T19"/>
                </ns1:cxn>
                <ns1:cxn ang="0">
                  <ns1:pos x="T20" y="T21"/>
                </ns1:cxn>
                <ns1:cxn ang="0">
                  <ns1:pos x="T22" y="T23"/>
                </ns1:cxn>
                <ns1:cxn ang="0">
                  <ns1:pos x="T24" y="T25"/>
                </ns1:cxn>
                <ns1:cxn ang="0">
                  <ns1:pos x="T26" y="T27"/>
                </ns1:cxn>
                <ns1:cxn ang="0">
                  <ns1:pos x="T28" y="T29"/>
                </ns1:cxn>
                <ns1:cxn ang="0">
                  <ns1:pos x="T30" y="T31"/>
                </ns1:cxn>
                <ns1:cxn ang="0">
                  <ns1:pos x="T32" y="T33"/>
                </ns1:cxn>
                <ns1:cxn ang="0">
                  <ns1:pos x="T34" y="T35"/>
                </ns1:cxn>
                <ns1:cxn ang="0">
                  <ns1:pos x="T36" y="T37"/>
                </ns1:cxn>
                <ns1:cxn ang="0">
                  <ns1:pos x="T38" y="T39"/>
                </ns1:cxn>
                <ns1:cxn ang="0">
                  <ns1:pos x="T40" y="T41"/>
                </ns1:cxn>
                <ns1:cxn ang="0">
                  <ns1:pos x="T42" y="T43"/>
                </ns1:cxn>
                <ns1:cxn ang="0">
                  <ns1:pos x="T44" y="T45"/>
                </ns1:cxn>
                <ns1:cxn ang="0">
                  <ns1:pos x="T46" y="T47"/>
                </ns1:cxn>
                <ns1:cxn ang="0">
                  <ns1:pos x="T48" y="T49"/>
                </ns1:cxn>
                <ns1:cxn ang="0">
                  <ns1:pos x="T50" y="T51"/>
                </ns1:cxn>
                <ns1:cxn ang="0">
                  <ns1:pos x="T52" y="T53"/>
                </ns1:cxn>
                <ns1:cxn ang="0">
                  <ns1:pos x="T54" y="T55"/>
                </ns1:cxn>
                <ns1:cxn ang="0">
                  <ns1:pos x="T56" y="T57"/>
                </ns1:cxn>
                <ns1:cxn ang="0">
                  <ns1:pos x="T58" y="T59"/>
                </ns1:cxn>
                <ns1:cxn ang="0">
                  <ns1:pos x="T60" y="T61"/>
                </ns1:cxn>
                <ns1:cxn ang="0">
                  <ns1:pos x="T62" y="T63"/>
                </ns1:cxn>
                <ns1:cxn ang="0">
                  <ns1:pos x="T64" y="T65"/>
                </ns1:cxn>
                <ns1:cxn ang="0">
                  <ns1:pos x="T66" y="T67"/>
                </ns1:cxn>
                <ns1:cxn ang="0">
                  <ns1:pos x="T68" y="T69"/>
                </ns1:cxn>
                <ns1:cxn ang="0">
                  <ns1:pos x="T70" y="T71"/>
                </ns1:cxn>
                <ns1:cxn ang="0">
                  <ns1:pos x="T72" y="T73"/>
                </ns1:cxn>
                <ns1:cxn ang="0">
                  <ns1:pos x="T74" y="T75"/>
                </ns1:cxn>
                <ns1:cxn ang="0">
                  <ns1:pos x="T76" y="T77"/>
                </ns1:cxn>
                <ns1:cxn ang="0">
                  <ns1:pos x="T78" y="T79"/>
                </ns1:cxn>
                <ns1:cxn ang="0">
                  <ns1:pos x="T80" y="T81"/>
                </ns1:cxn>
                <ns1:cxn ang="0">
                  <ns1:pos x="T82" y="T83"/>
                </ns1:cxn>
                <ns1:cxn ang="0">
                  <ns1:pos x="T84" y="T85"/>
                </ns1:cxn>
                <ns1:cxn ang="0">
                  <ns1:pos x="T86" y="T87"/>
                </ns1:cxn>
                <ns1:cxn ang="0">
                  <ns1:pos x="T88" y="T89"/>
                </ns1:cxn>
                <ns1:cxn ang="0">
                  <ns1:pos x="T90" y="T91"/>
                </ns1:cxn>
                <ns1:cxn ang="0">
                  <ns1:pos x="T92" y="T93"/>
                </ns1:cxn>
                <ns1:cxn ang="0">
                  <ns1:pos x="T94" y="T95"/>
                </ns1:cxn>
                <ns1:cxn ang="0">
                  <ns1:pos x="T96" y="T97"/>
                </ns1:cxn>
                <ns1:cxn ang="0">
                  <ns1:pos x="T98" y="T99"/>
                </ns1:cxn>
                <ns1:cxn ang="0">
                  <ns1:pos x="T100" y="T101"/>
                </ns1:cxn>
                <ns1:cxn ang="0">
                  <ns1:pos x="T102" y="T103"/>
                </ns1:cxn>
              </ns1:cxnLst>
              <ns1:rect l="0" t="0" r="r" b="b"/>
              <ns1:pathLst>
                <ns1:path w="186" h="186">
                  <ns1:moveTo>
                    <ns1:pt x="142" y="155"/>
                  </ns1:moveTo>
                  <ns1:cubicBezTo>
                    <ns1:pt x="137" y="159"/>
                    <ns1:pt x="131" y="163"/>
                    <ns1:pt x="125" y="165"/>
                  </ns1:cubicBezTo>
                  <ns1:cubicBezTo>
                    <ns1:pt x="127" y="162"/>
                    <ns1:pt x="129" y="159"/>
                    <ns1:pt x="131" y="156"/>
                  </ns1:cubicBezTo>
                  <ns1:cubicBezTo>
                    <ns1:pt x="128" y="157"/>
                    <ns1:pt x="124" y="157"/>
                    <ns1:pt x="121" y="157"/>
                  </ns1:cubicBezTo>
                  <ns1:cubicBezTo>
                    <ns1:pt x="119" y="157"/>
                    <ns1:pt x="117" y="157"/>
                    <ns1:pt x="114" y="156"/>
                  </ns1:cubicBezTo>
                  <ns1:cubicBezTo>
                    <ns1:pt x="108" y="166"/>
                    <ns1:pt x="100" y="172"/>
                    <ns1:pt x="93" y="172"/>
                  </ns1:cubicBezTo>
                  <ns1:cubicBezTo>
                    <ns1:pt x="81" y="172"/>
                    <ns1:pt x="67" y="156"/>
                    <ns1:pt x="60" y="131"/>
                  </ns1:cubicBezTo>
                  <ns1:cubicBezTo>
                    <ns1:pt x="76" y="131"/>
                    <ns1:pt x="76" y="131"/>
                    <ns1:pt x="76" y="131"/>
                  </ns1:cubicBezTo>
                  <ns1:cubicBezTo>
                    <ns1:pt x="74" y="127"/>
                    <ns1:pt x="73" y="124"/>
                    <ns1:pt x="72" y="120"/>
                  </ns1:cubicBezTo>
                  <ns1:cubicBezTo>
                    <ns1:pt x="71" y="119"/>
                    <ns1:pt x="71" y="118"/>
                    <ns1:pt x="71" y="117"/>
                  </ns1:cubicBezTo>
                  <ns1:cubicBezTo>
                    <ns1:pt x="57" y="117"/>
                    <ns1:pt x="57" y="117"/>
                    <ns1:pt x="57" y="117"/>
                  </ns1:cubicBezTo>
                  <ns1:cubicBezTo>
                    <ns1:pt x="56" y="109"/>
                    <ns1:pt x="56" y="101"/>
                    <ns1:pt x="56" y="93"/>
                  </ns1:cubicBezTo>
                  <ns1:cubicBezTo>
                    <ns1:pt x="56" y="86"/>
                    <ns1:pt x="56" y="79"/>
                    <ns1:pt x="57" y="72"/>
                  </ns1:cubicBezTo>
                  <ns1:cubicBezTo>
                    <ns1:pt x="81" y="72"/>
                    <ns1:pt x="81" y="72"/>
                    <ns1:pt x="81" y="72"/>
                  </ns1:cubicBezTo>
                  <ns1:cubicBezTo>
                    <ns1:pt x="85" y="66"/>
                    <ns1:pt x="91" y="62"/>
                    <ns1:pt x="98" y="58"/>
                  </ns1:cubicBezTo>
                  <ns1:cubicBezTo>
                    <ns1:pt x="60" y="58"/>
                    <ns1:pt x="60" y="58"/>
                    <ns1:pt x="60" y="58"/>
                  </ns1:cubicBezTo>
                  <ns1:cubicBezTo>
                    <ns1:pt x="66" y="32"/>
                    <ns1:pt x="80" y="14"/>
                    <ns1:pt x="93" y="14"/>
                  </ns1:cubicBezTo>
                  <ns1:cubicBezTo>
                    <ns1:pt x="105" y="14"/>
                    <ns1:pt x="118" y="29"/>
                    <ns1:pt x="125" y="53"/>
                  </ns1:cubicBezTo>
                  <ns1:cubicBezTo>
                    <ns1:pt x="130" y="53"/>
                    <ns1:pt x="135" y="54"/>
                    <ns1:pt x="140" y="56"/>
                  </ns1:cubicBezTo>
                  <ns1:cubicBezTo>
                    <ns1:pt x="137" y="42"/>
                    <ns1:pt x="132" y="30"/>
                    <ns1:pt x="125" y="21"/>
                  </ns1:cubicBezTo>
                  <ns1:cubicBezTo>
                    <ns1:pt x="142" y="28"/>
                    <ns1:pt x="156" y="42"/>
                    <ns1:pt x="164" y="58"/>
                  </ns1:cubicBezTo>
                  <ns1:cubicBezTo>
                    <ns1:pt x="145" y="58"/>
                    <ns1:pt x="145" y="58"/>
                    <ns1:pt x="145" y="58"/>
                  </ns1:cubicBezTo>
                  <ns1:cubicBezTo>
                    <ns1:pt x="151" y="62"/>
                    <ns1:pt x="157" y="66"/>
                    <ns1:pt x="162" y="72"/>
                  </ns1:cubicBezTo>
                  <ns1:cubicBezTo>
                    <ns1:pt x="169" y="72"/>
                    <ns1:pt x="169" y="72"/>
                    <ns1:pt x="169" y="72"/>
                  </ns1:cubicBezTo>
                  <ns1:cubicBezTo>
                    <ns1:pt x="171" y="79"/>
                    <ns1:pt x="172" y="86"/>
                    <ns1:pt x="172" y="93"/>
                  </ns1:cubicBezTo>
                  <ns1:cubicBezTo>
                    <ns1:pt x="172" y="93"/>
                    <ns1:pt x="172" y="94"/>
                    <ns1:pt x="172" y="94"/>
                  </ns1:cubicBezTo>
                  <ns1:cubicBezTo>
                    <ns1:pt x="174" y="104"/>
                    <ns1:pt x="173" y="113"/>
                    <ns1:pt x="170" y="123"/>
                  </ns1:cubicBezTo>
                  <ns1:cubicBezTo>
                    <ns1:pt x="178" y="131"/>
                    <ns1:pt x="178" y="131"/>
                    <ns1:pt x="178" y="131"/>
                  </ns1:cubicBezTo>
                  <ns1:cubicBezTo>
                    <ns1:pt x="178" y="131"/>
                    <ns1:pt x="178" y="131"/>
                    <ns1:pt x="178" y="131"/>
                  </ns1:cubicBezTo>
                  <ns1:cubicBezTo>
                    <ns1:pt x="179" y="131"/>
                    <ns1:pt x="179" y="131"/>
                    <ns1:pt x="179" y="131"/>
                  </ns1:cubicBezTo>
                  <ns1:cubicBezTo>
                    <ns1:pt x="179" y="128"/>
                    <ns1:pt x="179" y="128"/>
                    <ns1:pt x="179" y="128"/>
                  </ns1:cubicBezTo>
                  <ns1:cubicBezTo>
                    <ns1:pt x="184" y="117"/>
                    <ns1:pt x="186" y="106"/>
                    <ns1:pt x="186" y="93"/>
                  </ns1:cubicBezTo>
                  <ns1:cubicBezTo>
                    <ns1:pt x="186" y="42"/>
                    <ns1:pt x="144" y="0"/>
                    <ns1:pt x="93" y="0"/>
                  </ns1:cubicBezTo>
                  <ns1:cubicBezTo>
                    <ns1:pt x="42" y="0"/>
                    <ns1:pt x="0" y="42"/>
                    <ns1:pt x="0" y="93"/>
                  </ns1:cubicBezTo>
                  <ns1:cubicBezTo>
                    <ns1:pt x="0" y="144"/>
                    <ns1:pt x="42" y="186"/>
                    <ns1:pt x="93" y="186"/>
                  </ns1:cubicBezTo>
                  <ns1:cubicBezTo>
                    <ns1:pt x="115" y="186"/>
                    <ns1:pt x="135" y="178"/>
                    <ns1:pt x="151" y="166"/>
                  </ns1:cubicBezTo>
                  <ns1:lnTo>
                    <ns1:pt x="142" y="155"/>
                  </ns1:lnTo>
                  <ns1:close/>
                  <ns1:moveTo>
                    <ns1:pt x="61" y="21"/>
                  </ns1:moveTo>
                  <ns1:cubicBezTo>
                    <ns1:pt x="54" y="31"/>
                    <ns1:pt x="49" y="44"/>
                    <ns1:pt x="45" y="58"/>
                  </ns1:cubicBezTo>
                  <ns1:cubicBezTo>
                    <ns1:pt x="22" y="58"/>
                    <ns1:pt x="22" y="58"/>
                    <ns1:pt x="22" y="58"/>
                  </ns1:cubicBezTo>
                  <ns1:cubicBezTo>
                    <ns1:pt x="30" y="42"/>
                    <ns1:pt x="44" y="28"/>
                    <ns1:pt x="61" y="21"/>
                  </ns1:cubicBezTo>
                  <ns1:close/>
                  <ns1:moveTo>
                    <ns1:pt x="14" y="93"/>
                  </ns1:moveTo>
                  <ns1:cubicBezTo>
                    <ns1:pt x="14" y="86"/>
                    <ns1:pt x="15" y="79"/>
                    <ns1:pt x="17" y="72"/>
                  </ns1:cubicBezTo>
                  <ns1:cubicBezTo>
                    <ns1:pt x="43" y="72"/>
                    <ns1:pt x="43" y="72"/>
                    <ns1:pt x="43" y="72"/>
                  </ns1:cubicBezTo>
                  <ns1:cubicBezTo>
                    <ns1:pt x="42" y="79"/>
                    <ns1:pt x="42" y="86"/>
                    <ns1:pt x="42" y="93"/>
                  </ns1:cubicBezTo>
                  <ns1:cubicBezTo>
                    <ns1:pt x="42" y="101"/>
                    <ns1:pt x="42" y="109"/>
                    <ns1:pt x="43" y="117"/>
                  </ns1:cubicBezTo>
                  <ns1:cubicBezTo>
                    <ns1:pt x="17" y="117"/>
                    <ns1:pt x="17" y="117"/>
                    <ns1:pt x="17" y="117"/>
                  </ns1:cubicBezTo>
                  <ns1:cubicBezTo>
                    <ns1:pt x="15" y="109"/>
                    <ns1:pt x="14" y="101"/>
                    <ns1:pt x="14" y="93"/>
                  </ns1:cubicBezTo>
                  <ns1:close/>
                  <ns1:moveTo>
                    <ns1:pt x="23" y="131"/>
                  </ns1:moveTo>
                  <ns1:cubicBezTo>
                    <ns1:pt x="46" y="131"/>
                    <ns1:pt x="46" y="131"/>
                    <ns1:pt x="46" y="131"/>
                  </ns1:cubicBezTo>
                  <ns1:cubicBezTo>
                    <ns1:pt x="49" y="144"/>
                    <ns1:pt x="54" y="156"/>
                    <ns1:pt x="61" y="165"/>
                  </ns1:cubicBezTo>
                  <ns1:cubicBezTo>
                    <ns1:pt x="45" y="158"/>
                    <ns1:pt x="32" y="146"/>
                    <ns1:pt x="23" y="131"/>
                  </ns1:cubicBezTo>
                  <ns1:close/>
                </ns1:path>
              </ns1:pathLst>
            </ns1:custGeom>
            <ns1:grpFill/>
            <ns1:ln>
              <ns1:noFill/>
            </ns1:ln>
            <ns1:extLst>
              <ns1:ext uri="{91240B29-F687-4F45-9708-019B960494DF}">
                <ns3:hiddenLine w="9525">
                  <ns1:solidFill>
                    <ns1:srgbClr val="000000"/>
                  </ns1:solidFill>
                  <ns1:round/>
                  <ns1:headEnd/>
                  <ns1:tailEnd/>
                </ns3:hiddenLine>
              </ns1:ext>
            </ns1:extLst>
          </ns0:spPr>
          <ns0:txBody>
            <ns1:bodyPr vert="horz" wrap="square" lIns="91440" tIns="45720" rIns="91440" bIns="45720" numCol="1" anchor="t" anchorCtr="0" compatLnSpc="1">
              <ns1:prstTxWarp prst="textNoShape">
                <ns1:avLst/>
              </ns1:prstTxWarp>
            </ns1:bodyPr>
            <ns1:lstStyle/>
            <ns1:p>
              <ns1:pPr algn="ctr"/>
              <ns1:endParaRPr lang="id-ID" sz="2700"/>
            </ns1:p>
          </ns0:txBody>
        </ns0:sp>
        <ns0:sp>
          <ns0:nvSpPr>
            <ns0:cNvPr id="217" name="Freeform 21">
              <ns1:extLst>
                <ns1:ext uri="{FF2B5EF4-FFF2-40B4-BE49-F238E27FC236}">
                  <ns2:creationId id="{64B0138A-CEC5-46F2-A74F-B6FA1BF00F7A}"/>
                </ns1:ext>
              </ns1:extLst>
            </ns0:cNvPr>
            <ns0:cNvSpPr>
              <ns1:spLocks noEditPoints="1"/>
            </ns0:cNvSpPr>
            <ns0:nvPr/>
          </ns0:nvSpPr>
          <ns0:spPr bwMode="auto">
            <ns1:xfrm>
              <ns1:off x="4352925" y="5691188"/>
              <ns1:ext cx="446088" cy="446088"/>
            </ns1:xfrm>
            <ns1:custGeom>
              <ns1:avLst/>
              <ns1:gdLst>
                <ns1:gd name="T0" fmla="*/ 116 w 117"/>
                <ns1:gd name="T1" fmla="*/ 103 h 117"/>
                <ns1:gd name="T2" fmla="*/ 81 w 117"/>
                <ns1:gd name="T3" fmla="*/ 65 h 117"/>
                <ns1:gd name="T4" fmla="*/ 80 w 117"/>
                <ns1:gd name="T5" fmla="*/ 65 h 117"/>
                <ns1:gd name="T6" fmla="*/ 84 w 117"/>
                <ns1:gd name="T7" fmla="*/ 33 h 117"/>
                <ns1:gd name="T8" fmla="*/ 33 w 117"/>
                <ns1:gd name="T9" fmla="*/ 6 h 117"/>
                <ns1:gd name="T10" fmla="*/ 7 w 117"/>
                <ns1:gd name="T11" fmla="*/ 57 h 117"/>
                <ns1:gd name="T12" fmla="*/ 57 w 117"/>
                <ns1:gd name="T13" fmla="*/ 83 h 117"/>
                <ns1:gd name="T14" fmla="*/ 67 w 117"/>
                <ns1:gd name="T15" fmla="*/ 79 h 117"/>
                <ns1:gd name="T16" fmla="*/ 101 w 117"/>
                <ns1:gd name="T17" fmla="*/ 116 h 117"/>
                <ns1:gd name="T18" fmla="*/ 106 w 117"/>
                <ns1:gd name="T19" fmla="*/ 115 h 117"/>
                <ns1:gd name="T20" fmla="*/ 114 w 117"/>
                <ns1:gd name="T21" fmla="*/ 108 h 117"/>
                <ns1:gd name="T22" fmla="*/ 116 w 117"/>
                <ns1:gd name="T23" fmla="*/ 103 h 117"/>
                <ns1:gd name="T24" fmla="*/ 17 w 117"/>
                <ns1:gd name="T25" fmla="*/ 54 h 117"/>
                <ns1:gd name="T26" fmla="*/ 36 w 117"/>
                <ns1:gd name="T27" fmla="*/ 17 h 117"/>
                <ns1:gd name="T28" fmla="*/ 73 w 117"/>
                <ns1:gd name="T29" fmla="*/ 36 h 117"/>
                <ns1:gd name="T30" fmla="*/ 54 w 117"/>
                <ns1:gd name="T31" fmla="*/ 73 h 117"/>
                <ns1:gd name="T32" fmla="*/ 17 w 117"/>
                <ns1:gd name="T33" fmla="*/ 54 h 117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  <ns1:cxn ang="0">
                  <ns1:pos x="T14" y="T15"/>
                </ns1:cxn>
                <ns1:cxn ang="0">
                  <ns1:pos x="T16" y="T17"/>
                </ns1:cxn>
                <ns1:cxn ang="0">
                  <ns1:pos x="T18" y="T19"/>
                </ns1:cxn>
                <ns1:cxn ang="0">
                  <ns1:pos x="T20" y="T21"/>
                </ns1:cxn>
                <ns1:cxn ang="0">
                  <ns1:pos x="T22" y="T23"/>
                </ns1:cxn>
                <ns1:cxn ang="0">
                  <ns1:pos x="T24" y="T25"/>
                </ns1:cxn>
                <ns1:cxn ang="0">
                  <ns1:pos x="T26" y="T27"/>
                </ns1:cxn>
                <ns1:cxn ang="0">
                  <ns1:pos x="T28" y="T29"/>
                </ns1:cxn>
                <ns1:cxn ang="0">
                  <ns1:pos x="T30" y="T31"/>
                </ns1:cxn>
                <ns1:cxn ang="0">
                  <ns1:pos x="T32" y="T33"/>
                </ns1:cxn>
              </ns1:cxnLst>
              <ns1:rect l="0" t="0" r="r" b="b"/>
              <ns1:pathLst>
                <ns1:path w="117" h="117">
                  <ns1:moveTo>
                    <ns1:pt x="116" y="103"/>
                  </ns1:moveTo>
                  <ns1:cubicBezTo>
                    <ns1:pt x="81" y="65"/>
                    <ns1:pt x="81" y="65"/>
                    <ns1:pt x="81" y="65"/>
                  </ns1:cubicBezTo>
                  <ns1:cubicBezTo>
                    <ns1:pt x="81" y="65"/>
                    <ns1:pt x="80" y="65"/>
                    <ns1:pt x="80" y="65"/>
                  </ns1:cubicBezTo>
                  <ns1:cubicBezTo>
                    <ns1:pt x="86" y="55"/>
                    <ns1:pt x="87" y="44"/>
                    <ns1:pt x="84" y="33"/>
                  </ns1:cubicBezTo>
                  <ns1:cubicBezTo>
                    <ns1:pt x="77" y="11"/>
                    <ns1:pt x="54" y="0"/>
                    <ns1:pt x="33" y="6"/>
                  </ns1:cubicBezTo>
                  <ns1:cubicBezTo>
                    <ns1:pt x="12" y="13"/>
                    <ns1:pt x="0" y="36"/>
                    <ns1:pt x="7" y="57"/>
                  </ns1:cubicBezTo>
                  <ns1:cubicBezTo>
                    <ns1:pt x="13" y="78"/>
                    <ns1:pt x="36" y="90"/>
                    <ns1:pt x="57" y="83"/>
                  </ns1:cubicBezTo>
                  <ns1:cubicBezTo>
                    <ns1:pt x="61" y="82"/>
                    <ns1:pt x="64" y="81"/>
                    <ns1:pt x="67" y="79"/>
                  </ns1:cubicBezTo>
                  <ns1:cubicBezTo>
                    <ns1:pt x="101" y="116"/>
                    <ns1:pt x="101" y="116"/>
                    <ns1:pt x="101" y="116"/>
                  </ns1:cubicBezTo>
                  <ns1:cubicBezTo>
                    <ns1:pt x="102" y="117"/>
                    <ns1:pt x="104" y="117"/>
                    <ns1:pt x="106" y="115"/>
                  </ns1:cubicBezTo>
                  <ns1:cubicBezTo>
                    <ns1:pt x="114" y="108"/>
                    <ns1:pt x="114" y="108"/>
                    <ns1:pt x="114" y="108"/>
                  </ns1:cubicBezTo>
                  <ns1:cubicBezTo>
                    <ns1:pt x="116" y="106"/>
                    <ns1:pt x="117" y="104"/>
                    <ns1:pt x="116" y="103"/>
                  </ns1:cubicBezTo>
                  <ns1:close/>
                  <ns1:moveTo>
                    <ns1:pt x="17" y="54"/>
                  </ns1:moveTo>
                  <ns1:cubicBezTo>
                    <ns1:pt x="12" y="38"/>
                    <ns1:pt x="21" y="22"/>
                    <ns1:pt x="36" y="17"/>
                  </ns1:cubicBezTo>
                  <ns1:cubicBezTo>
                    <ns1:pt x="52" y="12"/>
                    <ns1:pt x="69" y="20"/>
                    <ns1:pt x="73" y="36"/>
                  </ns1:cubicBezTo>
                  <ns1:cubicBezTo>
                    <ns1:pt x="78" y="52"/>
                    <ns1:pt x="70" y="68"/>
                    <ns1:pt x="54" y="73"/>
                  </ns1:cubicBezTo>
                  <ns1:cubicBezTo>
                    <ns1:pt x="39" y="78"/>
                    <ns1:pt x="22" y="69"/>
                    <ns1:pt x="17" y="54"/>
                  </ns1:cubicBezTo>
                  <ns1:close/>
                </ns1:path>
              </ns1:pathLst>
            </ns1:custGeom>
            <ns1:grpFill/>
            <ns1:ln>
              <ns1:noFill/>
            </ns1:ln>
            <ns1:extLst>
              <ns1:ext uri="{91240B29-F687-4F45-9708-019B960494DF}">
                <ns3:hiddenLine w="9525">
                  <ns1:solidFill>
                    <ns1:srgbClr val="000000"/>
                  </ns1:solidFill>
                  <ns1:round/>
                  <ns1:headEnd/>
                  <ns1:tailEnd/>
                </ns3:hiddenLine>
              </ns1:ext>
            </ns1:extLst>
          </ns0:spPr>
          <ns0:txBody>
            <ns1:bodyPr vert="horz" wrap="square" lIns="91440" tIns="45720" rIns="91440" bIns="45720" numCol="1" anchor="t" anchorCtr="0" compatLnSpc="1">
              <ns1:prstTxWarp prst="textNoShape">
                <ns1:avLst/>
              </ns1:prstTxWarp>
            </ns1:bodyPr>
            <ns1:lstStyle/>
            <ns1:p>
              <ns1:pPr algn="ctr"/>
              <ns1:endParaRPr lang="id-ID" sz="2700"/>
            </ns1:p>
          </ns0:txBody>
        </ns0:sp>
        <ns0:sp>
          <ns0:nvSpPr>
            <ns0:cNvPr id="218" name="Freeform 22">
              <ns1:extLst>
                <ns1:ext uri="{FF2B5EF4-FFF2-40B4-BE49-F238E27FC236}">
                  <ns2:creationId id="{46340292-9251-4860-915B-B27B972479DB}"/>
                </ns1:ext>
              </ns1:extLst>
            </ns0:cNvPr>
            <ns0:cNvSpPr>
              <ns1:spLocks/>
            </ns0:cNvSpPr>
            <ns0:nvPr/>
          </ns0:nvSpPr>
          <ns0:spPr bwMode="auto">
            <ns1:xfrm>
              <ns1:off x="4433888" y="5754688"/>
              <ns1:ext cx="190500" cy="141288"/>
            </ns1:xfrm>
            <ns1:custGeom>
              <ns1:avLst/>
              <ns1:gdLst>
                <ns1:gd name="T0" fmla="*/ 10 w 50"/>
                <ns1:gd name="T1" fmla="*/ 16 h 37"/>
                <ns1:gd name="T2" fmla="*/ 48 w 50"/>
                <ns1:gd name="T3" fmla="*/ 36 h 37"/>
                <ns1:gd name="T4" fmla="*/ 48 w 50"/>
                <ns1:gd name="T5" fmla="*/ 37 h 37"/>
                <ns1:gd name="T6" fmla="*/ 49 w 50"/>
                <ns1:gd name="T7" fmla="*/ 20 h 37"/>
                <ns1:gd name="T8" fmla="*/ 17 w 50"/>
                <ns1:gd name="T9" fmla="*/ 4 h 37"/>
                <ns1:gd name="T10" fmla="*/ 0 w 50"/>
                <ns1:gd name="T11" fmla="*/ 21 h 37"/>
                <ns1:gd name="T12" fmla="*/ 10 w 50"/>
                <ns1:gd name="T13" fmla="*/ 16 h 37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</ns1:cxnLst>
              <ns1:rect l="0" t="0" r="r" b="b"/>
              <ns1:pathLst>
                <ns1:path w="50" h="37">
                  <ns1:moveTo>
                    <ns1:pt x="10" y="16"/>
                  </ns1:moveTo>
                  <ns1:cubicBezTo>
                    <ns1:pt x="26" y="11"/>
                    <ns1:pt x="43" y="20"/>
                    <ns1:pt x="48" y="36"/>
                  </ns1:cubicBezTo>
                  <ns1:cubicBezTo>
                    <ns1:pt x="48" y="36"/>
                    <ns1:pt x="48" y="36"/>
                    <ns1:pt x="48" y="37"/>
                  </ns1:cubicBezTo>
                  <ns1:cubicBezTo>
                    <ns1:pt x="50" y="32"/>
                    <ns1:pt x="50" y="26"/>
                    <ns1:pt x="49" y="20"/>
                  </ns1:cubicBezTo>
                  <ns1:cubicBezTo>
                    <ns1:pt x="45" y="7"/>
                    <ns1:pt x="30" y="0"/>
                    <ns1:pt x="17" y="4"/>
                  </ns1:cubicBezTo>
                  <ns1:cubicBezTo>
                    <ns1:pt x="8" y="6"/>
                    <ns1:pt x="2" y="13"/>
                    <ns1:pt x="0" y="21"/>
                  </ns1:cubicBezTo>
                  <ns1:cubicBezTo>
                    <ns1:pt x="3" y="19"/>
                    <ns1:pt x="6" y="17"/>
                    <ns1:pt x="10" y="16"/>
                  </ns1:cubicBezTo>
                  <ns1:close/>
                </ns1:path>
              </ns1:pathLst>
            </ns1:custGeom>
            <ns1:grpFill/>
            <ns1:ln>
              <ns1:noFill/>
            </ns1:ln>
            <ns1:extLst>
              <ns1:ext uri="{91240B29-F687-4F45-9708-019B960494DF}">
                <ns3:hiddenLine w="9525">
                  <ns1:solidFill>
                    <ns1:srgbClr val="000000"/>
                  </ns1:solidFill>
                  <ns1:round/>
                  <ns1:headEnd/>
                  <ns1:tailEnd/>
                </ns3:hiddenLine>
              </ns1:ext>
            </ns1:extLst>
          </ns0:spPr>
          <ns0:txBody>
            <ns1:bodyPr vert="horz" wrap="square" lIns="91440" tIns="45720" rIns="91440" bIns="45720" numCol="1" anchor="t" anchorCtr="0" compatLnSpc="1">
              <ns1:prstTxWarp prst="textNoShape">
                <ns1:avLst/>
              </ns1:prstTxWarp>
            </ns1:bodyPr>
            <ns1:lstStyle/>
            <ns1:p>
              <ns1:pPr algn="ctr"/>
              <ns1:endParaRPr lang="id-ID" sz="2700"/>
            </ns1:p>
          </ns0:txBody>
        </ns0:sp>
      </ns0:grpSp>
      <ns0:grpSp>
        <ns0:nvGrpSpPr>
          <ns0:cNvPr id="219" name="Group 218">
            <ns1:extLst>
              <ns1:ext uri="{FF2B5EF4-FFF2-40B4-BE49-F238E27FC236}">
                <ns2:creationId id="{35E598B5-4BD9-4DCA-AF81-13B47F16FD98}"/>
              </ns1:ext>
            </ns1:extLst>
          </ns0:cNvPr>
          <ns0:cNvGrpSpPr/>
          <ns0:nvPr/>
        </ns0:nvGrpSpPr>
        <ns0:grpSpPr>
          <ns1:xfrm>
            <ns1:off x="7398740" y="3258099"/>
            <ns1:ext cx="437032" cy="349765"/>
            <ns1:chOff x="10755313" y="4014788"/>
            <ns1:chExt cx="1001712" cy="801688"/>
          </ns1:xfrm>
          <ns1:solidFill>
            <ns1:schemeClr val="tx1">
              <ns1:lumMod val="75000"/>
              <ns1:lumOff val="25000"/>
            </ns1:schemeClr>
          </ns1:solidFill>
        </ns0:grpSpPr>
        <ns0:sp>
          <ns0:nvSpPr>
            <ns0:cNvPr id="220" name="Freeform 30">
              <ns1:extLst>
                <ns1:ext uri="{FF2B5EF4-FFF2-40B4-BE49-F238E27FC236}">
                  <ns2:creationId id="{4AD65EBF-667C-43B1-85E0-8AA2DFCA514B}"/>
                </ns1:ext>
              </ns1:extLst>
            </ns0:cNvPr>
            <ns0:cNvSpPr>
              <ns1:spLocks/>
            </ns0:cNvSpPr>
            <ns0:nvPr/>
          </ns0:nvSpPr>
          <ns0:spPr bwMode="auto">
            <ns1:xfrm>
              <ns1:off x="10755313" y="4014788"/>
              <ns1:ext cx="1001712" cy="669925"/>
            </ns1:xfrm>
            <ns1:custGeom>
              <ns1:avLst/>
              <ns1:gdLst>
                <ns1:gd name="T0" fmla="*/ 193 w 264"/>
                <ns1:gd name="T1" fmla="*/ 176 h 176"/>
                <ns1:gd name="T2" fmla="*/ 184 w 264"/>
                <ns1:gd name="T3" fmla="*/ 167 h 176"/>
                <ns1:gd name="T4" fmla="*/ 193 w 264"/>
                <ns1:gd name="T5" fmla="*/ 159 h 176"/>
                <ns1:gd name="T6" fmla="*/ 211 w 264"/>
                <ns1:gd name="T7" fmla="*/ 158 h 176"/>
                <ns1:gd name="T8" fmla="*/ 212 w 264"/>
                <ns1:gd name="T9" fmla="*/ 158 h 176"/>
                <ns1:gd name="T10" fmla="*/ 212 w 264"/>
                <ns1:gd name="T11" fmla="*/ 158 h 176"/>
                <ns1:gd name="T12" fmla="*/ 246 w 264"/>
                <ns1:gd name="T13" fmla="*/ 123 h 176"/>
                <ns1:gd name="T14" fmla="*/ 211 w 264"/>
                <ns1:gd name="T15" fmla="*/ 88 h 176"/>
                <ns1:gd name="T16" fmla="*/ 203 w 264"/>
                <ns1:gd name="T17" fmla="*/ 89 h 176"/>
                <ns1:gd name="T18" fmla="*/ 195 w 264"/>
                <ns1:gd name="T19" fmla="*/ 87 h 176"/>
                <ns1:gd name="T20" fmla="*/ 193 w 264"/>
                <ns1:gd name="T21" fmla="*/ 79 h 176"/>
                <ns1:gd name="T22" fmla="*/ 194 w 264"/>
                <ns1:gd name="T23" fmla="*/ 70 h 176"/>
                <ns1:gd name="T24" fmla="*/ 141 w 264"/>
                <ns1:gd name="T25" fmla="*/ 18 h 176"/>
                <ns1:gd name="T26" fmla="*/ 88 w 264"/>
                <ns1:gd name="T27" fmla="*/ 66 h 176"/>
                <ns1:gd name="T28" fmla="*/ 84 w 264"/>
                <ns1:gd name="T29" fmla="*/ 72 h 176"/>
                <ns1:gd name="T30" fmla="*/ 77 w 264"/>
                <ns1:gd name="T31" fmla="*/ 73 h 176"/>
                <ns1:gd name="T32" fmla="*/ 62 w 264"/>
                <ns1:gd name="T33" fmla="*/ 70 h 176"/>
                <ns1:gd name="T34" fmla="*/ 18 w 264"/>
                <ns1:gd name="T35" fmla="*/ 114 h 176"/>
                <ns1:gd name="T36" fmla="*/ 60 w 264"/>
                <ns1:gd name="T37" fmla="*/ 158 h 176"/>
                <ns1:gd name="T38" fmla="*/ 61 w 264"/>
                <ns1:gd name="T39" fmla="*/ 158 h 176"/>
                <ns1:gd name="T40" fmla="*/ 65 w 264"/>
                <ns1:gd name="T41" fmla="*/ 159 h 176"/>
                <ns1:gd name="T42" fmla="*/ 80 w 264"/>
                <ns1:gd name="T43" fmla="*/ 159 h 176"/>
                <ns1:gd name="T44" fmla="*/ 88 w 264"/>
                <ns1:gd name="T45" fmla="*/ 167 h 176"/>
                <ns1:gd name="T46" fmla="*/ 80 w 264"/>
                <ns1:gd name="T47" fmla="*/ 176 h 176"/>
                <ns1:gd name="T48" fmla="*/ 63 w 264"/>
                <ns1:gd name="T49" fmla="*/ 176 h 176"/>
                <ns1:gd name="T50" fmla="*/ 62 w 264"/>
                <ns1:gd name="T51" fmla="*/ 176 h 176"/>
                <ns1:gd name="T52" fmla="*/ 0 w 264"/>
                <ns1:gd name="T53" fmla="*/ 114 h 176"/>
                <ns1:gd name="T54" fmla="*/ 62 w 264"/>
                <ns1:gd name="T55" fmla="*/ 53 h 176"/>
                <ns1:gd name="T56" fmla="*/ 73 w 264"/>
                <ns1:gd name="T57" fmla="*/ 54 h 176"/>
                <ns1:gd name="T58" fmla="*/ 141 w 264"/>
                <ns1:gd name="T59" fmla="*/ 0 h 176"/>
                <ns1:gd name="T60" fmla="*/ 211 w 264"/>
                <ns1:gd name="T61" fmla="*/ 70 h 176"/>
                <ns1:gd name="T62" fmla="*/ 211 w 264"/>
                <ns1:gd name="T63" fmla="*/ 70 h 176"/>
                <ns1:gd name="T64" fmla="*/ 211 w 264"/>
                <ns1:gd name="T65" fmla="*/ 70 h 176"/>
                <ns1:gd name="T66" fmla="*/ 264 w 264"/>
                <ns1:gd name="T67" fmla="*/ 123 h 176"/>
                <ns1:gd name="T68" fmla="*/ 211 w 264"/>
                <ns1:gd name="T69" fmla="*/ 176 h 176"/>
                <ns1:gd name="T70" fmla="*/ 210 w 264"/>
                <ns1:gd name="T71" fmla="*/ 176 h 176"/>
                <ns1:gd name="T72" fmla="*/ 193 w 264"/>
                <ns1:gd name="T73" fmla="*/ 176 h 176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  <ns1:cxn ang="0">
                  <ns1:pos x="T14" y="T15"/>
                </ns1:cxn>
                <ns1:cxn ang="0">
                  <ns1:pos x="T16" y="T17"/>
                </ns1:cxn>
                <ns1:cxn ang="0">
                  <ns1:pos x="T18" y="T19"/>
                </ns1:cxn>
                <ns1:cxn ang="0">
                  <ns1:pos x="T20" y="T21"/>
                </ns1:cxn>
                <ns1:cxn ang="0">
                  <ns1:pos x="T22" y="T23"/>
                </ns1:cxn>
                <ns1:cxn ang="0">
                  <ns1:pos x="T24" y="T25"/>
                </ns1:cxn>
                <ns1:cxn ang="0">
                  <ns1:pos x="T26" y="T27"/>
                </ns1:cxn>
                <ns1:cxn ang="0">
                  <ns1:pos x="T28" y="T29"/>
                </ns1:cxn>
                <ns1:cxn ang="0">
                  <ns1:pos x="T30" y="T31"/>
                </ns1:cxn>
                <ns1:cxn ang="0">
                  <ns1:pos x="T32" y="T33"/>
                </ns1:cxn>
                <ns1:cxn ang="0">
                  <ns1:pos x="T34" y="T35"/>
                </ns1:cxn>
                <ns1:cxn ang="0">
                  <ns1:pos x="T36" y="T37"/>
                </ns1:cxn>
                <ns1:cxn ang="0">
                  <ns1:pos x="T38" y="T39"/>
                </ns1:cxn>
                <ns1:cxn ang="0">
                  <ns1:pos x="T40" y="T41"/>
                </ns1:cxn>
                <ns1:cxn ang="0">
                  <ns1:pos x="T42" y="T43"/>
                </ns1:cxn>
                <ns1:cxn ang="0">
                  <ns1:pos x="T44" y="T45"/>
                </ns1:cxn>
                <ns1:cxn ang="0">
                  <ns1:pos x="T46" y="T47"/>
                </ns1:cxn>
                <ns1:cxn ang="0">
                  <ns1:pos x="T48" y="T49"/>
                </ns1:cxn>
                <ns1:cxn ang="0">
                  <ns1:pos x="T50" y="T51"/>
                </ns1:cxn>
                <ns1:cxn ang="0">
                  <ns1:pos x="T52" y="T53"/>
                </ns1:cxn>
                <ns1:cxn ang="0">
                  <ns1:pos x="T54" y="T55"/>
                </ns1:cxn>
                <ns1:cxn ang="0">
                  <ns1:pos x="T56" y="T57"/>
                </ns1:cxn>
                <ns1:cxn ang="0">
                  <ns1:pos x="T58" y="T59"/>
                </ns1:cxn>
                <ns1:cxn ang="0">
                  <ns1:pos x="T60" y="T61"/>
                </ns1:cxn>
                <ns1:cxn ang="0">
                  <ns1:pos x="T62" y="T63"/>
                </ns1:cxn>
                <ns1:cxn ang="0">
                  <ns1:pos x="T64" y="T65"/>
                </ns1:cxn>
                <ns1:cxn ang="0">
                  <ns1:pos x="T66" y="T67"/>
                </ns1:cxn>
                <ns1:cxn ang="0">
                  <ns1:pos x="T68" y="T69"/>
                </ns1:cxn>
                <ns1:cxn ang="0">
                  <ns1:pos x="T70" y="T71"/>
                </ns1:cxn>
                <ns1:cxn ang="0">
                  <ns1:pos x="T72" y="T73"/>
                </ns1:cxn>
              </ns1:cxnLst>
              <ns1:rect l="0" t="0" r="r" b="b"/>
              <ns1:pathLst>
                <ns1:path w="264" h="176">
                  <ns1:moveTo>
                    <ns1:pt x="193" y="176"/>
                  </ns1:moveTo>
                  <ns1:cubicBezTo>
                    <ns1:pt x="188" y="176"/>
                    <ns1:pt x="184" y="172"/>
                    <ns1:pt x="184" y="167"/>
                  </ns1:cubicBezTo>
                  <ns1:cubicBezTo>
                    <ns1:pt x="184" y="162"/>
                    <ns1:pt x="188" y="159"/>
                    <ns1:pt x="193" y="159"/>
                  </ns1:cubicBezTo>
                  <ns1:cubicBezTo>
                    <ns1:pt x="211" y="158"/>
                    <ns1:pt x="211" y="158"/>
                    <ns1:pt x="211" y="158"/>
                  </ns1:cubicBezTo>
                  <ns1:cubicBezTo>
                    <ns1:pt x="211" y="158"/>
                    <ns1:pt x="212" y="158"/>
                    <ns1:pt x="212" y="158"/>
                  </ns1:cubicBezTo>
                  <ns1:cubicBezTo>
                    <ns1:pt x="212" y="158"/>
                    <ns1:pt x="212" y="158"/>
                    <ns1:pt x="212" y="158"/>
                  </ns1:cubicBezTo>
                  <ns1:cubicBezTo>
                    <ns1:pt x="231" y="158"/>
                    <ns1:pt x="246" y="142"/>
                    <ns1:pt x="246" y="123"/>
                  </ns1:cubicBezTo>
                  <ns1:cubicBezTo>
                    <ns1:pt x="246" y="104"/>
                    <ns1:pt x="231" y="88"/>
                    <ns1:pt x="211" y="88"/>
                  </ns1:cubicBezTo>
                  <ns1:cubicBezTo>
                    <ns1:pt x="209" y="88"/>
                    <ns1:pt x="206" y="88"/>
                    <ns1:pt x="203" y="89"/>
                  </ns1:cubicBezTo>
                  <ns1:cubicBezTo>
                    <ns1:pt x="201" y="90"/>
                    <ns1:pt x="198" y="89"/>
                    <ns1:pt x="195" y="87"/>
                  </ns1:cubicBezTo>
                  <ns1:cubicBezTo>
                    <ns1:pt x="193" y="85"/>
                    <ns1:pt x="192" y="82"/>
                    <ns1:pt x="193" y="79"/>
                  </ns1:cubicBezTo>
                  <ns1:cubicBezTo>
                    <ns1:pt x="193" y="76"/>
                    <ns1:pt x="194" y="73"/>
                    <ns1:pt x="194" y="70"/>
                  </ns1:cubicBezTo>
                  <ns1:cubicBezTo>
                    <ns1:pt x="194" y="41"/>
                    <ns1:pt x="170" y="18"/>
                    <ns1:pt x="141" y="18"/>
                  </ns1:cubicBezTo>
                  <ns1:cubicBezTo>
                    <ns1:pt x="113" y="18"/>
                    <ns1:pt x="91" y="38"/>
                    <ns1:pt x="88" y="66"/>
                  </ns1:cubicBezTo>
                  <ns1:cubicBezTo>
                    <ns1:pt x="88" y="68"/>
                    <ns1:pt x="87" y="71"/>
                    <ns1:pt x="84" y="72"/>
                  </ns1:cubicBezTo>
                  <ns1:cubicBezTo>
                    <ns1:pt x="82" y="74"/>
                    <ns1:pt x="79" y="74"/>
                    <ns1:pt x="77" y="73"/>
                  </ns1:cubicBezTo>
                  <ns1:cubicBezTo>
                    <ns1:pt x="71" y="71"/>
                    <ns1:pt x="67" y="70"/>
                    <ns1:pt x="62" y="70"/>
                  </ns1:cubicBezTo>
                  <ns1:cubicBezTo>
                    <ns1:pt x="37" y="70"/>
                    <ns1:pt x="18" y="90"/>
                    <ns1:pt x="18" y="114"/>
                  </ns1:cubicBezTo>
                  <ns1:cubicBezTo>
                    <ns1:pt x="18" y="138"/>
                    <ns1:pt x="37" y="158"/>
                    <ns1:pt x="60" y="158"/>
                  </ns1:cubicBezTo>
                  <ns1:cubicBezTo>
                    <ns1:pt x="61" y="158"/>
                    <ns1:pt x="61" y="158"/>
                    <ns1:pt x="61" y="158"/>
                  </ns1:cubicBezTo>
                  <ns1:cubicBezTo>
                    <ns1:pt x="65" y="159"/>
                    <ns1:pt x="65" y="159"/>
                    <ns1:pt x="65" y="159"/>
                  </ns1:cubicBezTo>
                  <ns1:cubicBezTo>
                    <ns1:pt x="80" y="159"/>
                    <ns1:pt x="80" y="159"/>
                    <ns1:pt x="80" y="159"/>
                  </ns1:cubicBezTo>
                  <ns1:cubicBezTo>
                    <ns1:pt x="85" y="159"/>
                    <ns1:pt x="88" y="162"/>
                    <ns1:pt x="88" y="167"/>
                  </ns1:cubicBezTo>
                  <ns1:cubicBezTo>
                    <ns1:pt x="88" y="172"/>
                    <ns1:pt x="85" y="176"/>
                    <ns1:pt x="80" y="176"/>
                  </ns1:cubicBezTo>
                  <ns1:cubicBezTo>
                    <ns1:pt x="63" y="176"/>
                    <ns1:pt x="63" y="176"/>
                    <ns1:pt x="63" y="176"/>
                  </ns1:cubicBezTo>
                  <ns1:cubicBezTo>
                    <ns1:pt x="62" y="176"/>
                    <ns1:pt x="62" y="176"/>
                    <ns1:pt x="62" y="176"/>
                  </ns1:cubicBezTo>
                  <ns1:cubicBezTo>
                    <ns1:pt x="28" y="176"/>
                    <ns1:pt x="0" y="148"/>
                    <ns1:pt x="0" y="114"/>
                  </ns1:cubicBezTo>
                  <ns1:cubicBezTo>
                    <ns1:pt x="0" y="80"/>
                    <ns1:pt x="28" y="53"/>
                    <ns1:pt x="62" y="53"/>
                  </ns1:cubicBezTo>
                  <ns1:cubicBezTo>
                    <ns1:pt x="65" y="53"/>
                    <ns1:pt x="69" y="53"/>
                    <ns1:pt x="73" y="54"/>
                  </ns1:cubicBezTo>
                  <ns1:cubicBezTo>
                    <ns1:pt x="80" y="23"/>
                    <ns1:pt x="108" y="0"/>
                    <ns1:pt x="141" y="0"/>
                  </ns1:cubicBezTo>
                  <ns1:cubicBezTo>
                    <ns1:pt x="180" y="0"/>
                    <ns1:pt x="211" y="32"/>
                    <ns1:pt x="211" y="70"/>
                  </ns1:cubicBezTo>
                  <ns1:cubicBezTo>
                    <ns1:pt x="211" y="70"/>
                    <ns1:pt x="211" y="70"/>
                    <ns1:pt x="211" y="70"/>
                  </ns1:cubicBezTo>
                  <ns1:cubicBezTo>
                    <ns1:pt x="211" y="70"/>
                    <ns1:pt x="211" y="70"/>
                    <ns1:pt x="211" y="70"/>
                  </ns1:cubicBezTo>
                  <ns1:cubicBezTo>
                    <ns1:pt x="240" y="70"/>
                    <ns1:pt x="264" y="94"/>
                    <ns1:pt x="264" y="123"/>
                  </ns1:cubicBezTo>
                  <ns1:cubicBezTo>
                    <ns1:pt x="264" y="152"/>
                    <ns1:pt x="240" y="176"/>
                    <ns1:pt x="211" y="176"/>
                  </ns1:cubicBezTo>
                  <ns1:cubicBezTo>
                    <ns1:pt x="211" y="176"/>
                    <ns1:pt x="211" y="176"/>
                    <ns1:pt x="210" y="176"/>
                  </ns1:cubicBezTo>
                  <ns1:lnTo>
                    <ns1:pt x="193" y="176"/>
                  </ns1:lnTo>
                  <ns1:close/>
                </ns1:path>
              </ns1:pathLst>
            </ns1:custGeom>
            <ns1:grpFill/>
            <ns1:ln>
              <ns1:noFill/>
            </ns1:ln>
            <ns1:extLst>
              <ns1:ext uri="{91240B29-F687-4F45-9708-019B960494DF}">
                <ns3:hiddenLine w="9525">
                  <ns1:solidFill>
                    <ns1:srgbClr val="000000"/>
                  </ns1:solidFill>
                  <ns1:round/>
                  <ns1:headEnd/>
                  <ns1:tailEnd/>
                </ns3:hiddenLine>
              </ns1:ext>
            </ns1:extLst>
          </ns0:spPr>
          <ns0:txBody>
            <ns1:bodyPr vert="horz" wrap="square" lIns="91440" tIns="45720" rIns="91440" bIns="45720" numCol="1" anchor="t" anchorCtr="0" compatLnSpc="1">
              <ns1:prstTxWarp prst="textNoShape">
                <ns1:avLst/>
              </ns1:prstTxWarp>
            </ns1:bodyPr>
            <ns1:lstStyle/>
            <ns1:p>
              <ns1:endParaRPr lang="id-ID" sz="2700"/>
            </ns1:p>
          </ns0:txBody>
        </ns0:sp>
        <ns0:sp>
          <ns0:nvSpPr>
            <ns0:cNvPr id="221" name="Freeform 31">
              <ns1:extLst>
                <ns1:ext uri="{FF2B5EF4-FFF2-40B4-BE49-F238E27FC236}">
                  <ns2:creationId id="{D3B385F5-AB34-4A26-9190-9D7E54C9F387}"/>
                </ns1:ext>
              </ns1:extLst>
            </ns0:cNvPr>
            <ns0:cNvSpPr>
              <ns1:spLocks/>
            </ns0:cNvSpPr>
            <ns0:nvPr/>
          </ns0:nvSpPr>
          <ns0:spPr bwMode="auto">
            <ns1:xfrm>
              <ns1:off x="11122025" y="4251326"/>
              <ns1:ext cx="334962" cy="565150"/>
            </ns1:xfrm>
            <ns1:custGeom>
              <ns1:avLst/>
              <ns1:gdLst>
                <ns1:gd name="T0" fmla="*/ 211 w 211"/>
                <ns1:gd name="T1" fmla="*/ 146 h 356"/>
                <ns1:gd name="T2" fmla="*/ 127 w 211"/>
                <ns1:gd name="T3" fmla="*/ 146 h 356"/>
                <ns1:gd name="T4" fmla="*/ 127 w 211"/>
                <ns1:gd name="T5" fmla="*/ 0 h 356"/>
                <ns1:gd name="T6" fmla="*/ 0 w 211"/>
                <ns1:gd name="T7" fmla="*/ 210 h 356"/>
                <ns1:gd name="T8" fmla="*/ 84 w 211"/>
                <ns1:gd name="T9" fmla="*/ 210 h 356"/>
                <ns1:gd name="T10" fmla="*/ 84 w 211"/>
                <ns1:gd name="T11" fmla="*/ 356 h 356"/>
                <ns1:gd name="T12" fmla="*/ 211 w 211"/>
                <ns1:gd name="T13" fmla="*/ 146 h 356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</ns1:cxnLst>
              <ns1:rect l="0" t="0" r="r" b="b"/>
              <ns1:pathLst>
                <ns1:path w="211" h="356">
                  <ns1:moveTo>
                    <ns1:pt x="211" y="146"/>
                  </ns1:moveTo>
                  <ns1:lnTo>
                    <ns1:pt x="127" y="146"/>
                  </ns1:lnTo>
                  <ns1:lnTo>
                    <ns1:pt x="127" y="0"/>
                  </ns1:lnTo>
                  <ns1:lnTo>
                    <ns1:pt x="0" y="210"/>
                  </ns1:lnTo>
                  <ns1:lnTo>
                    <ns1:pt x="84" y="210"/>
                  </ns1:lnTo>
                  <ns1:lnTo>
                    <ns1:pt x="84" y="356"/>
                  </ns1:lnTo>
                  <ns1:lnTo>
                    <ns1:pt x="211" y="146"/>
                  </ns1:lnTo>
                  <ns1:close/>
                </ns1:path>
              </ns1:pathLst>
            </ns1:custGeom>
            <ns1:grpFill/>
            <ns1:ln>
              <ns1:noFill/>
            </ns1:ln>
            <ns1:extLst>
              <ns1:ext uri="{91240B29-F687-4F45-9708-019B960494DF}">
                <ns3:hiddenLine w="9525">
                  <ns1:solidFill>
                    <ns1:srgbClr val="000000"/>
                  </ns1:solidFill>
                  <ns1:round/>
                  <ns1:headEnd/>
                  <ns1:tailEnd/>
                </ns3:hiddenLine>
              </ns1:ext>
            </ns1:extLst>
          </ns0:spPr>
          <ns0:txBody>
            <ns1:bodyPr vert="horz" wrap="square" lIns="91440" tIns="45720" rIns="91440" bIns="45720" numCol="1" anchor="t" anchorCtr="0" compatLnSpc="1">
              <ns1:prstTxWarp prst="textNoShape">
                <ns1:avLst/>
              </ns1:prstTxWarp>
            </ns1:bodyPr>
            <ns1:lstStyle/>
            <ns1:p>
              <ns1:endParaRPr lang="id-ID" sz="2700"/>
            </ns1:p>
          </ns0:txBody>
        </ns0:sp>
      </ns0:grpSp>
      <ns0:sp>
        <ns0:nvSpPr>
          <ns0:cNvPr id="2" name="Picture Placeholder 1">
            <ns1:extLst>
              <ns1:ext uri="{FF2B5EF4-FFF2-40B4-BE49-F238E27FC236}">
                <ns2:creationId id="{545C6791-03A8-46ED-81D1-23D28430349B}"/>
              </ns1:ext>
            </ns1:extLst>
          </ns0:cNvPr>
          <ns0:cNvSpPr>
            <ns1:spLocks noGrp="1"/>
          </ns0:cNvSpPr>
          <ns0:nvPr>
            <ns0:ph type="pic" sz="quarter" idx="12"/>
          </ns0:nvPr>
        </ns0:nvSpPr>
        <ns0:spPr/>
      </ns0:sp>
      <ns0:sp>
        <ns0:nvSpPr>
          <ns0:cNvPr id="4" name="Picture Placeholder 3">
            <ns1:extLst>
              <ns1:ext uri="{FF2B5EF4-FFF2-40B4-BE49-F238E27FC236}">
                <ns2:creationId id="{5961C209-C81A-4962-8610-1ABFF7F096E4}"/>
              </ns1:ext>
            </ns1:extLst>
          </ns0:cNvPr>
          <ns0:cNvSpPr>
            <ns1:spLocks noGrp="1"/>
          </ns0:cNvSpPr>
          <ns0:nvPr>
            <ns0:ph type="pic" sz="quarter" idx="13"/>
          </ns0:nvPr>
        </ns0:nvSpPr>
        <ns0:spPr/>
      </ns0:sp>
      <ns0:sp>
        <ns0:nvSpPr>
          <ns0:cNvPr id="6" name="Picture Placeholder 5">
            <ns1:extLst>
              <ns1:ext uri="{FF2B5EF4-FFF2-40B4-BE49-F238E27FC236}">
                <ns2:creationId id="{2F56AEF9-8935-48B5-ADC1-2FDD958D6A05}"/>
              </ns1:ext>
            </ns1:extLst>
          </ns0:cNvPr>
          <ns0:cNvSpPr>
            <ns1:spLocks noGrp="1"/>
          </ns0:cNvSpPr>
          <ns0:nvPr>
            <ns0:ph type="pic" sz="quarter" idx="14"/>
          </ns0:nvPr>
        </ns0:nvSpPr>
        <ns0:spPr/>
      </ns0:sp>
      <ns0:sp>
        <ns0:nvSpPr>
          <ns0:cNvPr id="8" name="Picture Placeholder 7">
            <ns1:extLst>
              <ns1:ext uri="{FF2B5EF4-FFF2-40B4-BE49-F238E27FC236}">
                <ns2:creationId id="{C844E2BE-287D-47CA-8A31-A1E5C69430D6}"/>
              </ns1:ext>
            </ns1:extLst>
          </ns0:cNvPr>
          <ns0:cNvSpPr>
            <ns1:spLocks noGrp="1"/>
          </ns0:cNvSpPr>
          <ns0:nvPr>
            <ns0:ph type="pic" sz="quarter" idx="15"/>
          </ns0:nvPr>
        </ns0:nvSpPr>
        <ns0:spPr/>
      </ns0:sp>
    </ns0:spTree>
    <ns0:extLst>
      <ns0:ext uri="{BB962C8B-B14F-4D97-AF65-F5344CB8AC3E}">
        <ns4:creationId val="378949284"/>
      </ns0:ext>
    </ns0:extLst>
  </ns0:cSld>
  <ns0:clrMapOvr>
    <ns1:masterClrMapping/>
  </ns0:clrMapOvr>
</ns0:sld>
</file>

<file path=ppt/slides/slide31.xml><?xml version="1.0" encoding="utf-8"?>
<ns0:sld xmlns:ns0="http://schemas.openxmlformats.org/presentationml/2006/main" xmlns:ns1="http://schemas.openxmlformats.org/drawingml/2006/main" xmlns:ns2="http://schemas.microsoft.com/office/drawing/2014/main" xmlns:ns3="http://schemas.microsoft.com/office/drawing/2010/main" xmlns:ns4="http://schemas.openxmlformats.org/officeDocument/2006/relationships" xmlns:ns5="http://schemas.microsoft.com/office/powerpoint/2010/main">
  <ns0:cSld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58" name="Oval 57">
            <ns1:extLst>
              <ns1:ext uri="{FF2B5EF4-FFF2-40B4-BE49-F238E27FC236}">
                <ns2:creationId id="{AB88BDB6-505C-4E68-901D-4CBF8F847105}"/>
              </ns1:ext>
            </ns1:extLst>
          </ns0:cNvPr>
          <ns0:cNvSpPr/>
          <ns0:nvPr/>
        </ns0:nvSpPr>
        <ns0:spPr>
          <ns1:xfrm rot="10800000" flipV="1">
            <ns1:off x="9430242" y="2893297"/>
            <ns1:ext cx="1071408" cy="1071408"/>
          </ns1:xfrm>
          <ns1:prstGeom prst="ellipse">
            <ns1:avLst/>
          </ns1:prstGeom>
          <ns1:solidFill>
            <ns1:schemeClr val="tx1">
              <ns1:lumMod val="75000"/>
              <ns1:lumOff val="25000"/>
            </ns1:schemeClr>
          </ns1:solidFill>
          <ns1:ln>
            <ns1:noFill/>
          </ns1:ln>
        </ns0:spPr>
        <ns0:style>
          <ns1:lnRef idx="2">
            <ns1:schemeClr val="accent1">
              <ns1:shade val="50000"/>
            </ns1:schemeClr>
          </ns1:lnRef>
          <ns1:fillRef idx="1">
            <ns1:schemeClr val="accent1"/>
          </ns1:fillRef>
          <ns1:effectRef idx="0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  <ns1:endParaRPr lang="en-US"/>
          </ns1:p>
        </ns0:txBody>
      </ns0:sp>
      <ns0:sp>
        <ns0:nvSpPr>
          <ns0:cNvPr id="59" name="Oval 58">
            <ns1:extLst>
              <ns1:ext uri="{FF2B5EF4-FFF2-40B4-BE49-F238E27FC236}">
                <ns2:creationId id="{6CDE7385-01B8-46CB-B609-34225F76C350}"/>
              </ns1:ext>
            </ns1:extLst>
          </ns0:cNvPr>
          <ns0:cNvSpPr/>
          <ns0:nvPr/>
        </ns0:nvSpPr>
        <ns0:spPr>
          <ns1:xfrm rot="10800000" flipV="1">
            <ns1:off x="7492611" y="2893297"/>
            <ns1:ext cx="1071408" cy="1071408"/>
          </ns1:xfrm>
          <ns1:prstGeom prst="ellipse">
            <ns1:avLst/>
          </ns1:prstGeom>
          <ns1:solidFill>
            <ns1:srgbClr val="F1856F"/>
          </ns1:solidFill>
          <ns1:ln>
            <ns1:noFill/>
          </ns1:ln>
        </ns0:spPr>
        <ns0:style>
          <ns1:lnRef idx="2">
            <ns1:schemeClr val="accent1">
              <ns1:shade val="50000"/>
            </ns1:schemeClr>
          </ns1:lnRef>
          <ns1:fillRef idx="1">
            <ns1:schemeClr val="accent1"/>
          </ns1:fillRef>
          <ns1:effectRef idx="0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  <ns1:endParaRPr lang="en-US"/>
          </ns1:p>
        </ns0:txBody>
      </ns0:sp>
      <ns0:sp>
        <ns0:nvSpPr>
          <ns0:cNvPr id="60" name="Oval 59">
            <ns1:extLst>
              <ns1:ext uri="{FF2B5EF4-FFF2-40B4-BE49-F238E27FC236}">
                <ns2:creationId id="{FD71E284-2B43-4AFC-B354-AA328CC88627}"/>
              </ns1:ext>
            </ns1:extLst>
          </ns0:cNvPr>
          <ns0:cNvSpPr/>
          <ns0:nvPr/>
        </ns0:nvSpPr>
        <ns0:spPr>
          <ns1:xfrm rot="10800000" flipV="1">
            <ns1:off x="5560295" y="2893297"/>
            <ns1:ext cx="1071408" cy="1071408"/>
          </ns1:xfrm>
          <ns1:prstGeom prst="ellipse">
            <ns1:avLst/>
          </ns1:prstGeom>
          <ns1:solidFill>
            <ns1:schemeClr val="tx1">
              <ns1:lumMod val="75000"/>
              <ns1:lumOff val="25000"/>
            </ns1:schemeClr>
          </ns1:solidFill>
          <ns1:ln>
            <ns1:noFill/>
          </ns1:ln>
        </ns0:spPr>
        <ns0:style>
          <ns1:lnRef idx="2">
            <ns1:schemeClr val="accent1">
              <ns1:shade val="50000"/>
            </ns1:schemeClr>
          </ns1:lnRef>
          <ns1:fillRef idx="1">
            <ns1:schemeClr val="accent1"/>
          </ns1:fillRef>
          <ns1:effectRef idx="0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  <ns1:endParaRPr lang="en-US"/>
          </ns1:p>
        </ns0:txBody>
      </ns0:sp>
      <ns0:sp>
        <ns0:nvSpPr>
          <ns0:cNvPr id="61" name="Oval 60">
            <ns1:extLst>
              <ns1:ext uri="{FF2B5EF4-FFF2-40B4-BE49-F238E27FC236}">
                <ns2:creationId id="{F3B9DB6B-C64A-4361-9CE5-BE45DB2FD8DC}"/>
              </ns1:ext>
            </ns1:extLst>
          </ns0:cNvPr>
          <ns0:cNvSpPr/>
          <ns0:nvPr/>
        </ns0:nvSpPr>
        <ns0:spPr>
          <ns1:xfrm rot="10800000" flipV="1">
            <ns1:off x="3627980" y="2893297"/>
            <ns1:ext cx="1071408" cy="1071408"/>
          </ns1:xfrm>
          <ns1:prstGeom prst="ellipse">
            <ns1:avLst/>
          </ns1:prstGeom>
          <ns1:solidFill>
            <ns1:srgbClr val="F1856F"/>
          </ns1:solidFill>
          <ns1:ln>
            <ns1:noFill/>
          </ns1:ln>
        </ns0:spPr>
        <ns0:style>
          <ns1:lnRef idx="2">
            <ns1:schemeClr val="accent1">
              <ns1:shade val="50000"/>
            </ns1:schemeClr>
          </ns1:lnRef>
          <ns1:fillRef idx="1">
            <ns1:schemeClr val="accent1"/>
          </ns1:fillRef>
          <ns1:effectRef idx="0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  <ns1:endParaRPr lang="en-US"/>
          </ns1:p>
        </ns0:txBody>
      </ns0:sp>
      <ns0:sp>
        <ns0:nvSpPr>
          <ns0:cNvPr id="62" name="Oval 61">
            <ns1:extLst>
              <ns1:ext uri="{FF2B5EF4-FFF2-40B4-BE49-F238E27FC236}">
                <ns2:creationId id="{1F1739AB-3F79-45EC-9F2A-1CA0F7967F18}"/>
              </ns1:ext>
            </ns1:extLst>
          </ns0:cNvPr>
          <ns0:cNvSpPr/>
          <ns0:nvPr/>
        </ns0:nvSpPr>
        <ns0:spPr>
          <ns1:xfrm rot="10800000" flipV="1">
            <ns1:off x="1690351" y="2893297"/>
            <ns1:ext cx="1071408" cy="1071408"/>
          </ns1:xfrm>
          <ns1:prstGeom prst="ellipse">
            <ns1:avLst/>
          </ns1:prstGeom>
          <ns1:solidFill>
            <ns1:schemeClr val="tx1">
              <ns1:lumMod val="75000"/>
              <ns1:lumOff val="25000"/>
            </ns1:schemeClr>
          </ns1:solidFill>
          <ns1:ln>
            <ns1:noFill/>
          </ns1:ln>
        </ns0:spPr>
        <ns0:style>
          <ns1:lnRef idx="2">
            <ns1:schemeClr val="accent1">
              <ns1:shade val="50000"/>
            </ns1:schemeClr>
          </ns1:lnRef>
          <ns1:fillRef idx="1">
            <ns1:schemeClr val="accent1"/>
          </ns1:fillRef>
          <ns1:effectRef idx="0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  <ns1:endParaRPr lang="en-US"/>
          </ns1:p>
        </ns0:txBody>
      </ns0:sp>
      <ns0:sp>
        <ns0:nvSpPr>
          <ns0:cNvPr id="63" name="Freeform 6">
            <ns1:extLst>
              <ns1:ext uri="{FF2B5EF4-FFF2-40B4-BE49-F238E27FC236}">
                <ns2:creationId id="{E1ADCBC1-36E0-42B5-837D-1FB0D72F83D4}"/>
              </ns1:ext>
            </ns1:extLst>
          </ns0:cNvPr>
          <ns0:cNvSpPr>
            <ns1:spLocks/>
          </ns0:cNvSpPr>
          <ns0:nvPr/>
        </ns0:nvSpPr>
        <ns0:spPr bwMode="auto">
          <ns1:xfrm rot="10800000" flipV="1">
            <ns1:off x="8997130" y="2451329"/>
            <ns1:ext cx="1937631" cy="970587"/>
          </ns1:xfrm>
          <ns1:custGeom>
            <ns1:avLst/>
            <ns1:gdLst>
              <ns1:gd name="T0" fmla="*/ 231 w 231"/>
              <ns1:gd name="T1" fmla="*/ 115 h 115"/>
              <ns1:gd name="T2" fmla="*/ 116 w 231"/>
              <ns1:gd name="T3" fmla="*/ 0 h 115"/>
              <ns1:gd name="T4" fmla="*/ 0 w 231"/>
              <ns1:gd name="T5" fmla="*/ 115 h 115"/>
            </ns1:gdLst>
            <ns1:ahLst/>
            <ns1:cxnLst>
              <ns1:cxn ang="0">
                <ns1:pos x="T0" y="T1"/>
              </ns1:cxn>
              <ns1:cxn ang="0">
                <ns1:pos x="T2" y="T3"/>
              </ns1:cxn>
              <ns1:cxn ang="0">
                <ns1:pos x="T4" y="T5"/>
              </ns1:cxn>
            </ns1:cxnLst>
            <ns1:rect l="0" t="0" r="r" b="b"/>
            <ns1:pathLst>
              <ns1:path w="231" h="115">
                <ns1:moveTo>
                  <ns1:pt x="231" y="115"/>
                </ns1:moveTo>
                <ns1:cubicBezTo>
                  <ns1:pt x="231" y="52"/>
                  <ns1:pt x="179" y="0"/>
                  <ns1:pt x="116" y="0"/>
                </ns1:cubicBezTo>
                <ns1:cubicBezTo>
                  <ns1:pt x="52" y="0"/>
                  <ns1:pt x="0" y="52"/>
                  <ns1:pt x="0" y="115"/>
                </ns1:cubicBezTo>
              </ns1:path>
            </ns1:pathLst>
          </ns1:custGeom>
          <ns1:noFill/>
          <ns1:ln w="317500" cap="flat">
            <ns1:solidFill>
              <ns1:schemeClr val="tx1">
                <ns1:lumMod val="10000"/>
                <ns1:lumOff val="90000"/>
              </ns1:schemeClr>
            </ns1:solidFill>
            <ns1:prstDash val="solid"/>
            <ns1:miter lim="800000"/>
            <ns1:headEnd/>
            <ns1:tailEnd/>
          </ns1:ln>
          <ns1:extLst>
            <ns1:ext uri="{909E8E84-426E-40DD-AFC4-6F175D3DCCD1}">
              <ns3:hiddenFill>
                <ns1:noFill/>
              </ns3:hiddenFill>
            </ns1:ext>
          </ns1:extLst>
        </ns0:spPr>
        <ns0:txBody>
          <ns1:bodyPr vert="horz" wrap="square" lIns="91440" tIns="45720" rIns="91440" bIns="45720" numCol="1" anchor="t" anchorCtr="0" compatLnSpc="1">
            <ns1:prstTxWarp prst="textNoShape">
              <ns1:avLst/>
            </ns1:prstTxWarp>
          </ns1:bodyPr>
          <ns1:lstStyle/>
          <ns1:p>
            <ns1:endParaRPr lang="en-US"/>
          </ns1:p>
        </ns0:txBody>
      </ns0:sp>
      <ns0:sp>
        <ns0:nvSpPr>
          <ns0:cNvPr id="64" name="Freeform 7">
            <ns1:extLst>
              <ns1:ext uri="{FF2B5EF4-FFF2-40B4-BE49-F238E27FC236}">
                <ns2:creationId id="{97AA3AF0-5BC6-4600-93EE-A1BF86E134FA}"/>
              </ns1:ext>
            </ns1:extLst>
          </ns0:cNvPr>
          <ns0:cNvSpPr>
            <ns1:spLocks/>
          </ns0:cNvSpPr>
          <ns0:nvPr/>
        </ns0:nvSpPr>
        <ns0:spPr bwMode="auto">
          <ns1:xfrm rot="10800000" flipV="1">
            <ns1:off x="7059500" y="3421916"/>
            <ns1:ext cx="1937631" cy="984755"/>
          </ns1:xfrm>
          <ns1:custGeom>
            <ns1:avLst/>
            <ns1:gdLst>
              <ns1:gd name="T0" fmla="*/ 0 w 231"/>
              <ns1:gd name="T1" fmla="*/ 0 h 116"/>
              <ns1:gd name="T2" fmla="*/ 115 w 231"/>
              <ns1:gd name="T3" fmla="*/ 116 h 116"/>
              <ns1:gd name="T4" fmla="*/ 231 w 231"/>
              <ns1:gd name="T5" fmla="*/ 0 h 116"/>
            </ns1:gdLst>
            <ns1:ahLst/>
            <ns1:cxnLst>
              <ns1:cxn ang="0">
                <ns1:pos x="T0" y="T1"/>
              </ns1:cxn>
              <ns1:cxn ang="0">
                <ns1:pos x="T2" y="T3"/>
              </ns1:cxn>
              <ns1:cxn ang="0">
                <ns1:pos x="T4" y="T5"/>
              </ns1:cxn>
            </ns1:cxnLst>
            <ns1:rect l="0" t="0" r="r" b="b"/>
            <ns1:pathLst>
              <ns1:path w="231" h="116">
                <ns1:moveTo>
                  <ns1:pt x="0" y="0"/>
                </ns1:moveTo>
                <ns1:cubicBezTo>
                  <ns1:pt x="0" y="64"/>
                  <ns1:pt x="52" y="116"/>
                  <ns1:pt x="115" y="116"/>
                </ns1:cubicBezTo>
                <ns1:cubicBezTo>
                  <ns1:pt x="179" y="116"/>
                  <ns1:pt x="231" y="64"/>
                  <ns1:pt x="231" y="0"/>
                </ns1:cubicBezTo>
              </ns1:path>
            </ns1:pathLst>
          </ns1:custGeom>
          <ns1:noFill/>
          <ns1:ln w="317500" cap="flat">
            <ns1:solidFill>
              <ns1:schemeClr val="tx1">
                <ns1:lumMod val="10000"/>
                <ns1:lumOff val="90000"/>
              </ns1:schemeClr>
            </ns1:solidFill>
            <ns1:prstDash val="solid"/>
            <ns1:miter lim="800000"/>
            <ns1:headEnd/>
            <ns1:tailEnd/>
          </ns1:ln>
          <ns1:extLst>
            <ns1:ext uri="{909E8E84-426E-40DD-AFC4-6F175D3DCCD1}">
              <ns3:hiddenFill>
                <ns1:noFill/>
              </ns3:hiddenFill>
            </ns1:ext>
          </ns1:extLst>
        </ns0:spPr>
        <ns0:txBody>
          <ns1:bodyPr vert="horz" wrap="square" lIns="91440" tIns="45720" rIns="91440" bIns="45720" numCol="1" anchor="t" anchorCtr="0" compatLnSpc="1">
            <ns1:prstTxWarp prst="textNoShape">
              <ns1:avLst/>
            </ns1:prstTxWarp>
          </ns1:bodyPr>
          <ns1:lstStyle/>
          <ns1:p>
            <ns1:endParaRPr lang="en-US"/>
          </ns1:p>
        </ns0:txBody>
      </ns0:sp>
      <ns0:sp>
        <ns0:nvSpPr>
          <ns0:cNvPr id="65" name="Freeform 8">
            <ns1:extLst>
              <ns1:ext uri="{FF2B5EF4-FFF2-40B4-BE49-F238E27FC236}">
                <ns2:creationId id="{FB79953A-324F-4F1B-BF21-2F9F7F071E51}"/>
              </ns1:ext>
            </ns1:extLst>
          </ns0:cNvPr>
          <ns0:cNvSpPr>
            <ns1:spLocks/>
          </ns0:cNvSpPr>
          <ns0:nvPr/>
        </ns0:nvSpPr>
        <ns0:spPr bwMode="auto">
          <ns1:xfrm rot="10800000" flipV="1">
            <ns1:off x="5132497" y="2451329"/>
            <ns1:ext cx="1927003" cy="970587"/>
          </ns1:xfrm>
          <ns1:custGeom>
            <ns1:avLst/>
            <ns1:gdLst>
              <ns1:gd name="T0" fmla="*/ 230 w 230"/>
              <ns1:gd name="T1" fmla="*/ 115 h 115"/>
              <ns1:gd name="T2" fmla="*/ 115 w 230"/>
              <ns1:gd name="T3" fmla="*/ 0 h 115"/>
              <ns1:gd name="T4" fmla="*/ 0 w 230"/>
              <ns1:gd name="T5" fmla="*/ 115 h 115"/>
            </ns1:gdLst>
            <ns1:ahLst/>
            <ns1:cxnLst>
              <ns1:cxn ang="0">
                <ns1:pos x="T0" y="T1"/>
              </ns1:cxn>
              <ns1:cxn ang="0">
                <ns1:pos x="T2" y="T3"/>
              </ns1:cxn>
              <ns1:cxn ang="0">
                <ns1:pos x="T4" y="T5"/>
              </ns1:cxn>
            </ns1:cxnLst>
            <ns1:rect l="0" t="0" r="r" b="b"/>
            <ns1:pathLst>
              <ns1:path w="230" h="115">
                <ns1:moveTo>
                  <ns1:pt x="230" y="115"/>
                </ns1:moveTo>
                <ns1:cubicBezTo>
                  <ns1:pt x="230" y="52"/>
                  <ns1:pt x="179" y="0"/>
                  <ns1:pt x="115" y="0"/>
                </ns1:cubicBezTo>
                <ns1:cubicBezTo>
                  <ns1:pt x="51" y="0"/>
                  <ns1:pt x="0" y="52"/>
                  <ns1:pt x="0" y="115"/>
                </ns1:cubicBezTo>
              </ns1:path>
            </ns1:pathLst>
          </ns1:custGeom>
          <ns1:noFill/>
          <ns1:ln w="317500" cap="flat">
            <ns1:solidFill>
              <ns1:schemeClr val="tx1">
                <ns1:lumMod val="10000"/>
                <ns1:lumOff val="90000"/>
              </ns1:schemeClr>
            </ns1:solidFill>
            <ns1:prstDash val="solid"/>
            <ns1:miter lim="800000"/>
            <ns1:headEnd/>
            <ns1:tailEnd/>
          </ns1:ln>
          <ns1:extLst>
            <ns1:ext uri="{909E8E84-426E-40DD-AFC4-6F175D3DCCD1}">
              <ns3:hiddenFill>
                <ns1:noFill/>
              </ns3:hiddenFill>
            </ns1:ext>
          </ns1:extLst>
        </ns0:spPr>
        <ns0:txBody>
          <ns1:bodyPr vert="horz" wrap="square" lIns="91440" tIns="45720" rIns="91440" bIns="45720" numCol="1" anchor="t" anchorCtr="0" compatLnSpc="1">
            <ns1:prstTxWarp prst="textNoShape">
              <ns1:avLst/>
            </ns1:prstTxWarp>
          </ns1:bodyPr>
          <ns1:lstStyle/>
          <ns1:p>
            <ns1:endParaRPr lang="en-US"/>
          </ns1:p>
        </ns0:txBody>
      </ns0:sp>
      <ns0:sp>
        <ns0:nvSpPr>
          <ns0:cNvPr id="66" name="Freeform 9">
            <ns1:extLst>
              <ns1:ext uri="{FF2B5EF4-FFF2-40B4-BE49-F238E27FC236}">
                <ns2:creationId id="{A593B4DB-4681-4727-9DC1-D90FCBFDC19A}"/>
              </ns1:ext>
            </ns1:extLst>
          </ns0:cNvPr>
          <ns0:cNvSpPr>
            <ns1:spLocks/>
          </ns0:cNvSpPr>
          <ns0:nvPr/>
        </ns0:nvSpPr>
        <ns0:spPr bwMode="auto">
          <ns1:xfrm rot="10800000" flipV="1">
            <ns1:off x="3194869" y="3421916"/>
            <ns1:ext cx="1937631" cy="984755"/>
          </ns1:xfrm>
          <ns1:custGeom>
            <ns1:avLst/>
            <ns1:gdLst>
              <ns1:gd name="T0" fmla="*/ 0 w 231"/>
              <ns1:gd name="T1" fmla="*/ 0 h 116"/>
              <ns1:gd name="T2" fmla="*/ 116 w 231"/>
              <ns1:gd name="T3" fmla="*/ 116 h 116"/>
              <ns1:gd name="T4" fmla="*/ 231 w 231"/>
              <ns1:gd name="T5" fmla="*/ 0 h 116"/>
            </ns1:gdLst>
            <ns1:ahLst/>
            <ns1:cxnLst>
              <ns1:cxn ang="0">
                <ns1:pos x="T0" y="T1"/>
              </ns1:cxn>
              <ns1:cxn ang="0">
                <ns1:pos x="T2" y="T3"/>
              </ns1:cxn>
              <ns1:cxn ang="0">
                <ns1:pos x="T4" y="T5"/>
              </ns1:cxn>
            </ns1:cxnLst>
            <ns1:rect l="0" t="0" r="r" b="b"/>
            <ns1:pathLst>
              <ns1:path w="231" h="116">
                <ns1:moveTo>
                  <ns1:pt x="0" y="0"/>
                </ns1:moveTo>
                <ns1:cubicBezTo>
                  <ns1:pt x="0" y="64"/>
                  <ns1:pt x="52" y="116"/>
                  <ns1:pt x="116" y="116"/>
                </ns1:cubicBezTo>
                <ns1:cubicBezTo>
                  <ns1:pt x="179" y="116"/>
                  <ns1:pt x="231" y="64"/>
                  <ns1:pt x="231" y="0"/>
                </ns1:cubicBezTo>
              </ns1:path>
            </ns1:pathLst>
          </ns1:custGeom>
          <ns1:noFill/>
          <ns1:ln w="317500" cap="flat">
            <ns1:solidFill>
              <ns1:schemeClr val="tx1">
                <ns1:lumMod val="10000"/>
                <ns1:lumOff val="90000"/>
              </ns1:schemeClr>
            </ns1:solidFill>
            <ns1:prstDash val="solid"/>
            <ns1:miter lim="800000"/>
            <ns1:headEnd/>
            <ns1:tailEnd/>
          </ns1:ln>
          <ns1:extLst>
            <ns1:ext uri="{909E8E84-426E-40DD-AFC4-6F175D3DCCD1}">
              <ns3:hiddenFill>
                <ns1:noFill/>
              </ns3:hiddenFill>
            </ns1:ext>
          </ns1:extLst>
        </ns0:spPr>
        <ns0:txBody>
          <ns1:bodyPr vert="horz" wrap="square" lIns="91440" tIns="45720" rIns="91440" bIns="45720" numCol="1" anchor="t" anchorCtr="0" compatLnSpc="1">
            <ns1:prstTxWarp prst="textNoShape">
              <ns1:avLst/>
            </ns1:prstTxWarp>
          </ns1:bodyPr>
          <ns1:lstStyle/>
          <ns1:p>
            <ns1:endParaRPr lang="en-US"/>
          </ns1:p>
        </ns0:txBody>
      </ns0:sp>
      <ns0:sp>
        <ns0:nvSpPr>
          <ns0:cNvPr id="67" name="Freeform 13">
            <ns1:extLst>
              <ns1:ext uri="{FF2B5EF4-FFF2-40B4-BE49-F238E27FC236}">
                <ns2:creationId id="{86A0E787-9A40-4F7D-A972-B899470A5657}"/>
              </ns1:ext>
            </ns1:extLst>
          </ns0:cNvPr>
          <ns0:cNvSpPr>
            <ns1:spLocks/>
          </ns0:cNvSpPr>
          <ns0:nvPr/>
        </ns0:nvSpPr>
        <ns0:spPr bwMode="auto">
          <ns1:xfrm rot="10800000" flipV="1">
            <ns1:off x="1257239" y="2451329"/>
            <ns1:ext cx="1937631" cy="970587"/>
          </ns1:xfrm>
          <ns1:custGeom>
            <ns1:avLst/>
            <ns1:gdLst>
              <ns1:gd name="T0" fmla="*/ 231 w 231"/>
              <ns1:gd name="T1" fmla="*/ 115 h 115"/>
              <ns1:gd name="T2" fmla="*/ 115 w 231"/>
              <ns1:gd name="T3" fmla="*/ 0 h 115"/>
              <ns1:gd name="T4" fmla="*/ 0 w 231"/>
              <ns1:gd name="T5" fmla="*/ 115 h 115"/>
            </ns1:gdLst>
            <ns1:ahLst/>
            <ns1:cxnLst>
              <ns1:cxn ang="0">
                <ns1:pos x="T0" y="T1"/>
              </ns1:cxn>
              <ns1:cxn ang="0">
                <ns1:pos x="T2" y="T3"/>
              </ns1:cxn>
              <ns1:cxn ang="0">
                <ns1:pos x="T4" y="T5"/>
              </ns1:cxn>
            </ns1:cxnLst>
            <ns1:rect l="0" t="0" r="r" b="b"/>
            <ns1:pathLst>
              <ns1:path w="231" h="115">
                <ns1:moveTo>
                  <ns1:pt x="231" y="115"/>
                </ns1:moveTo>
                <ns1:cubicBezTo>
                  <ns1:pt x="231" y="52"/>
                  <ns1:pt x="179" y="0"/>
                  <ns1:pt x="115" y="0"/>
                </ns1:cubicBezTo>
                <ns1:cubicBezTo>
                  <ns1:pt x="52" y="0"/>
                  <ns1:pt x="0" y="52"/>
                  <ns1:pt x="0" y="115"/>
                </ns1:cubicBezTo>
              </ns1:path>
            </ns1:pathLst>
          </ns1:custGeom>
          <ns1:noFill/>
          <ns1:ln w="317500" cap="flat">
            <ns1:solidFill>
              <ns1:schemeClr val="tx1">
                <ns1:lumMod val="10000"/>
                <ns1:lumOff val="90000"/>
              </ns1:schemeClr>
            </ns1:solidFill>
            <ns1:prstDash val="solid"/>
            <ns1:miter lim="800000"/>
            <ns1:headEnd/>
            <ns1:tailEnd/>
          </ns1:ln>
          <ns1:extLst>
            <ns1:ext uri="{909E8E84-426E-40DD-AFC4-6F175D3DCCD1}">
              <ns3:hiddenFill>
                <ns1:noFill/>
              </ns3:hiddenFill>
            </ns1:ext>
          </ns1:extLst>
        </ns0:spPr>
        <ns0:txBody>
          <ns1:bodyPr vert="horz" wrap="square" lIns="91440" tIns="45720" rIns="91440" bIns="45720" numCol="1" anchor="t" anchorCtr="0" compatLnSpc="1">
            <ns1:prstTxWarp prst="textNoShape">
              <ns1:avLst/>
            </ns1:prstTxWarp>
          </ns1:bodyPr>
          <ns1:lstStyle/>
          <ns1:p>
            <ns1:endParaRPr lang="en-US"/>
          </ns1:p>
        </ns0:txBody>
      </ns0:sp>
      <ns0:sp>
        <ns0:nvSpPr>
          <ns0:cNvPr id="101" name="TextBox 100">
            <ns1:extLst>
              <ns1:ext uri="{FF2B5EF4-FFF2-40B4-BE49-F238E27FC236}">
                <ns2:creationId id="{9E7D2F32-1463-4924-A13D-F3E3B7B560A3}"/>
              </ns1:ext>
            </ns1:extLst>
          </ns0:cNvPr>
          <ns0:cNvSpPr txBox="1"/>
          <ns0:nvPr/>
        </ns0:nvSpPr>
        <ns0:spPr>
          <ns1:xfrm flipH="1">
            <ns1:off x="2660019" y="5177047"/>
            <ns1:ext cx="2911106" cy="820674"/>
          </ns1:xfrm>
          <ns1:prstGeom prst="rect">
            <ns1:avLst/>
          </ns1:prstGeom>
          <ns1:noFill/>
        </ns0:spPr>
        <ns0:txBody>
          <ns1:bodyPr wrap="square" rtlCol="0">
            <ns1:spAutoFit/>
          </ns1:bodyPr>
          <ns1:lstStyle/>
          <ns1:p>
            <ns1:pPr algn="ctr">
              <ns1:lnSpc>
                <ns1:spcPct val="150000"/>
              </ns1:lnSpc>
            </ns1:pPr>
            <ns1:r>
              <ns1:rPr lang="en-US" sz="1100">
                <ns1:solidFill>
                  <ns1:schemeClr val="bg1">
                    <ns1:lumMod val="50000"/>
                  </ns1:schemeClr>
                </ns1:solidFill>
                <ns1:latin typeface="Lato" panose="020F0502020204030203" pitchFamily="34" charset="0"/>
                <ns1:ea typeface="Lato" panose="020F0502020204030203" pitchFamily="34" charset="0"/>
                <ns1:cs typeface="Lato" panose="020F0502020204030203" pitchFamily="34" charset="0"/>
              </ns1:rPr>
              <ns1:t>{SlideMainExplanation}</ns1:t>
            </ns1:r>
          </ns1:p>
        </ns0:txBody>
      </ns0:sp>
      <ns0:sp>
        <ns0:nvSpPr>
          <ns0:cNvPr id="103" name="TextBox 102">
            <ns1:extLst>
              <ns1:ext uri="{FF2B5EF4-FFF2-40B4-BE49-F238E27FC236}">
                <ns2:creationId id="{315A38B7-5CFD-478C-BE88-069EFBA4D5A9}"/>
              </ns1:ext>
            </ns1:extLst>
          </ns0:cNvPr>
          <ns0:cNvSpPr txBox="1"/>
          <ns0:nvPr/>
        </ns0:nvSpPr>
        <ns0:spPr>
          <ns1:xfrm flipH="1">
            <ns1:off x="6557867" y="5177047"/>
            <ns1:ext cx="2911106" cy="820674"/>
          </ns1:xfrm>
          <ns1:prstGeom prst="rect">
            <ns1:avLst/>
          </ns1:prstGeom>
          <ns1:noFill/>
        </ns0:spPr>
        <ns0:txBody>
          <ns1:bodyPr wrap="square" rtlCol="0">
            <ns1:spAutoFit/>
          </ns1:bodyPr>
          <ns1:lstStyle/>
          <ns1:p>
            <ns1:pPr algn="ctr">
              <ns1:lnSpc>
                <ns1:spcPct val="150000"/>
              </ns1:lnSpc>
            </ns1:pPr>
            <ns1:r>
              <ns1:rPr lang="en-US" sz="1100">
                <ns1:solidFill>
                  <ns1:schemeClr val="bg1">
                    <ns1:lumMod val="50000"/>
                  </ns1:schemeClr>
                </ns1:solidFill>
                <ns1:latin typeface="Lato" panose="020F0502020204030203" pitchFamily="34" charset="0"/>
                <ns1:ea typeface="Lato" panose="020F0502020204030203" pitchFamily="34" charset="0"/>
                <ns1:cs typeface="Lato" panose="020F0502020204030203" pitchFamily="34" charset="0"/>
              </ns1:rPr>
              <ns1:t>{SlideSupportingContent}</ns1:t>
            </ns1:r>
          </ns1:p>
        </ns0:txBody>
      </ns0:sp>
      <ns0:sp>
        <ns0:nvSpPr>
          <ns0:cNvPr id="105" name="TextBox 104">
            <ns1:extLst>
              <ns1:ext uri="{FF2B5EF4-FFF2-40B4-BE49-F238E27FC236}">
                <ns2:creationId id="{BD9578F5-18DB-42E2-B0D7-4AAA3BCEA151}"/>
              </ns1:ext>
            </ns1:extLst>
          </ns0:cNvPr>
          <ns0:cNvSpPr txBox="1"/>
          <ns0:nvPr/>
        </ns0:nvSpPr>
        <ns0:spPr>
          <ns1:xfrm flipH="1">
            <ns1:off x="771994" y="1080993"/>
            <ns1:ext cx="2911106" cy="820674"/>
          </ns1:xfrm>
          <ns1:prstGeom prst="rect">
            <ns1:avLst/>
          </ns1:prstGeom>
          <ns1:noFill/>
        </ns0:spPr>
        <ns0:txBody>
          <ns1:bodyPr wrap="square" rtlCol="0">
            <ns1:spAutoFit/>
          </ns1:bodyPr>
          <ns1:lstStyle/>
          <ns1:p>
            <ns1:pPr algn="ctr">
              <ns1:lnSpc>
                <ns1:spcPct val="150000"/>
              </ns1:lnSpc>
            </ns1:pPr>
            <ns1:r>
              <ns1:rPr lang="en-US" sz="1100">
                <ns1:solidFill>
                  <ns1:schemeClr val="bg1">
                    <ns1:lumMod val="50000"/>
                  </ns1:schemeClr>
                </ns1:solidFill>
                <ns1:latin typeface="Lato" panose="020F0502020204030203" pitchFamily="34" charset="0"/>
                <ns1:ea typeface="Lato" panose="020F0502020204030203" pitchFamily="34" charset="0"/>
                <ns1:cs typeface="Lato" panose="020F0502020204030203" pitchFamily="34" charset="0"/>
              </ns1:rPr>
              <ns1:t>{SlideCallout}</ns1:t>
            </ns1:r>
          </ns1:p>
        </ns0:txBody>
      </ns0:sp>
      <ns0:sp>
        <ns0:nvSpPr>
          <ns0:cNvPr id="107" name="TextBox 106">
            <ns1:extLst>
              <ns1:ext uri="{FF2B5EF4-FFF2-40B4-BE49-F238E27FC236}">
                <ns2:creationId id="{861CF828-5EC7-4919-BF13-A69A3B054D09}"/>
              </ns1:ext>
            </ns1:extLst>
          </ns0:cNvPr>
          <ns0:cNvSpPr txBox="1"/>
          <ns0:nvPr/>
        </ns0:nvSpPr>
        <ns0:spPr>
          <ns1:xfrm flipH="1">
            <ns1:off x="4641938" y="1080993"/>
            <ns1:ext cx="2911106" cy="820674"/>
          </ns1:xfrm>
          <ns1:prstGeom prst="rect">
            <ns1:avLst/>
          </ns1:prstGeom>
          <ns1:noFill/>
        </ns0:spPr>
        <ns0:txBody>
          <ns1:bodyPr wrap="square" rtlCol="0">
            <ns1:spAutoFit/>
          </ns1:bodyPr>
          <ns1:lstStyle/>
          <ns1:p>
            <ns1:pPr algn="ctr">
              <ns1:lnSpc>
                <ns1:spcPct val="150000"/>
              </ns1:lnSpc>
            </ns1:pPr>
            <ns1:r>
              <ns1:rPr lang="en-US" sz="1100">
                <ns1:solidFill>
                  <ns1:schemeClr val="bg1">
                    <ns1:lumMod val="50000"/>
                  </ns1:schemeClr>
                </ns1:solidFill>
                <ns1:latin typeface="Lato" panose="020F0502020204030203" pitchFamily="34" charset="0"/>
                <ns1:ea typeface="Lato" panose="020F0502020204030203" pitchFamily="34" charset="0"/>
                <ns1:cs typeface="Lato" panose="020F0502020204030203" pitchFamily="34" charset="0"/>
              </ns1:rPr>
              <ns1:t>{SlideCaption}</ns1:t>
            </ns1:r>
          </ns1:p>
        </ns0:txBody>
      </ns0:sp>
      <ns0:sp>
        <ns0:nvSpPr>
          <ns0:cNvPr id="109" name="TextBox 108">
            <ns1:extLst>
              <ns1:ext uri="{FF2B5EF4-FFF2-40B4-BE49-F238E27FC236}">
                <ns2:creationId id="{BF2C02E9-8F47-4204-9F83-B1FF359DFAFB}"/>
              </ns1:ext>
            </ns1:extLst>
          </ns0:cNvPr>
          <ns0:cNvSpPr txBox="1"/>
          <ns0:nvPr/>
        </ns0:nvSpPr>
        <ns0:spPr>
          <ns1:xfrm flipH="1">
            <ns1:off x="8500128" y="1080993"/>
            <ns1:ext cx="2911106" cy="820674"/>
          </ns1:xfrm>
          <ns1:prstGeom prst="rect">
            <ns1:avLst/>
          </ns1:prstGeom>
          <ns1:noFill/>
        </ns0:spPr>
        <ns0:txBody>
          <ns1:bodyPr wrap="square" rtlCol="0">
            <ns1:spAutoFit/>
          </ns1:bodyPr>
          <ns1:lstStyle/>
          <ns1:p>
            <ns1:pPr algn="ctr">
              <ns1:lnSpc>
                <ns1:spcPct val="150000"/>
              </ns1:lnSpc>
            </ns1:pPr>
            <ns1:r>
              <ns1:rPr lang="en-US" sz="1100">
                <ns1:solidFill>
                  <ns1:schemeClr val="bg1">
                    <ns1:lumMod val="50000"/>
                  </ns1:schemeClr>
                </ns1:solidFill>
                <ns1:latin typeface="Lato" panose="020F0502020204030203" pitchFamily="34" charset="0"/>
                <ns1:ea typeface="Lato" panose="020F0502020204030203" pitchFamily="34" charset="0"/>
                <ns1:cs typeface="Lato" panose="020F0502020204030203" pitchFamily="34" charset="0"/>
              </ns1:rPr>
              <ns1:t>{SlideSupportingContent2}</ns1:t>
            </ns1:r>
          </ns1:p>
        </ns0:txBody>
      </ns0:sp>
      <ns0:pic>
        <ns0:nvPicPr>
          <ns0:cNvPr id="111" name="Picture Placeholder 231">
            <ns1:extLst>
              <ns1:ext uri="{FF2B5EF4-FFF2-40B4-BE49-F238E27FC236}">
                <ns2:creationId id="{90092E9A-710C-4DB8-A545-46D947C0D474}"/>
              </ns1:ext>
            </ns1:extLst>
          </ns0:cNvPr>
          <ns0:cNvPicPr>
            <ns1:picLocks noChangeAspect="1"/>
          </ns0:cNvPicPr>
          <ns0:nvPr/>
        </ns0:nvPicPr>
        <ns0:blipFill>
          <ns1:blip ns4:embed="rId2" cstate="print">
            <ns1:extLst>
              <ns1:ext uri="{28A0092B-C50C-407E-A947-70E740481C1C}">
                <ns3:useLocalDpi val="0"/>
              </ns1:ext>
            </ns1:extLst>
          </ns1:blip>
          <ns1:srcRect t="16362" b="16362"/>
          <ns1:stretch>
            <ns1:fillRect/>
          </ns1:stretch>
        </ns0:blipFill>
        <ns0:spPr>
          <ns1:xfrm>
            <ns1:off x="1618271" y="2848158"/>
            <ns1:ext cx="1215563" cy="1227402"/>
          </ns1:xfrm>
          <ns1:prstGeom prst="ellipse">
            <ns1:avLst/>
          </ns1:prstGeom>
        </ns0:spPr>
      </ns0:pic>
      <ns0:pic>
        <ns0:nvPicPr>
          <ns0:cNvPr id="112" name="Picture Placeholder 233">
            <ns1:extLst>
              <ns1:ext uri="{FF2B5EF4-FFF2-40B4-BE49-F238E27FC236}">
                <ns2:creationId id="{9F41ADCF-C329-4886-A112-CD786185B9A1}"/>
              </ns1:ext>
            </ns1:extLst>
          </ns0:cNvPr>
          <ns0:cNvPicPr>
            <ns1:picLocks noChangeAspect="1"/>
          </ns0:cNvPicPr>
          <ns0:nvPr/>
        </ns0:nvPicPr>
        <ns0:blipFill>
          <ns1:blip ns4:embed="rId3" cstate="print">
            <ns1:extLst>
              <ns1:ext uri="{28A0092B-C50C-407E-A947-70E740481C1C}">
                <ns3:useLocalDpi val="0"/>
              </ns1:ext>
            </ns1:extLst>
          </ns1:blip>
          <ns1:srcRect t="12113" b="12113"/>
          <ns1:stretch>
            <ns1:fillRect/>
          </ns1:stretch>
        </ns0:blipFill>
        <ns0:spPr>
          <ns1:xfrm>
            <ns1:off x="3550588" y="2788818"/>
            <ns1:ext cx="1215563" cy="1227402"/>
          </ns1:xfrm>
          <ns1:prstGeom prst="ellipse">
            <ns1:avLst/>
          </ns1:prstGeom>
        </ns0:spPr>
      </ns0:pic>
      <ns0:pic>
        <ns0:nvPicPr>
          <ns0:cNvPr id="113" name="Picture Placeholder 235">
            <ns1:extLst>
              <ns1:ext uri="{FF2B5EF4-FFF2-40B4-BE49-F238E27FC236}">
                <ns2:creationId id="{D11AD860-715F-4A15-B5EE-E53893FCAD7E}"/>
              </ns1:ext>
            </ns1:extLst>
          </ns0:cNvPr>
          <ns0:cNvPicPr>
            <ns1:picLocks noChangeAspect="1"/>
          </ns0:cNvPicPr>
          <ns0:nvPr/>
        </ns0:nvPicPr>
        <ns0:blipFill>
          <ns1:blip ns4:embed="rId4" cstate="print">
            <ns1:extLst>
              <ns1:ext uri="{28A0092B-C50C-407E-A947-70E740481C1C}">
                <ns3:useLocalDpi val="0"/>
              </ns1:ext>
            </ns1:extLst>
          </ns1:blip>
          <ns1:srcRect l="16503" r="16503"/>
          <ns1:stretch>
            <ns1:fillRect/>
          </ns1:stretch>
        </ns0:blipFill>
        <ns0:spPr>
          <ns1:xfrm>
            <ns1:off x="5493533" y="2848158"/>
            <ns1:ext cx="1215563" cy="1227402"/>
          </ns1:xfrm>
          <ns1:prstGeom prst="ellipse">
            <ns1:avLst/>
          </ns1:prstGeom>
        </ns0:spPr>
      </ns0:pic>
      <ns0:pic>
        <ns0:nvPicPr>
          <ns0:cNvPr id="114" name="Picture Placeholder 237">
            <ns1:extLst>
              <ns1:ext uri="{FF2B5EF4-FFF2-40B4-BE49-F238E27FC236}">
                <ns2:creationId id="{A0B1DA8C-4BB7-45EF-AD9E-23B2389EC39F}"/>
              </ns1:ext>
            </ns1:extLst>
          </ns0:cNvPr>
          <ns0:cNvPicPr>
            <ns1:picLocks noChangeAspect="1"/>
          </ns0:cNvPicPr>
          <ns0:nvPr/>
        </ns0:nvPicPr>
        <ns0:blipFill>
          <ns1:blip ns4:embed="rId5" cstate="print">
            <ns1:extLst>
              <ns1:ext uri="{28A0092B-C50C-407E-A947-70E740481C1C}">
                <ns3:useLocalDpi val="0"/>
              </ns1:ext>
            </ns1:extLst>
          </ns1:blip>
          <ns1:srcRect l="17012" r="17012"/>
          <ns1:stretch>
            <ns1:fillRect/>
          </ns1:stretch>
        </ns0:blipFill>
        <ns0:spPr>
          <ns1:xfrm>
            <ns1:off x="7420533" y="2788161"/>
            <ns1:ext cx="1215563" cy="1227402"/>
          </ns1:xfrm>
          <ns1:prstGeom prst="ellipse">
            <ns1:avLst/>
          </ns1:prstGeom>
        </ns0:spPr>
      </ns0:pic>
      <ns0:pic>
        <ns0:nvPicPr>
          <ns0:cNvPr id="115" name="Picture Placeholder 231">
            <ns1:extLst>
              <ns1:ext uri="{FF2B5EF4-FFF2-40B4-BE49-F238E27FC236}">
                <ns2:creationId id="{8774AFE4-DB89-43C4-932B-02B15022C336}"/>
              </ns1:ext>
            </ns1:extLst>
          </ns0:cNvPr>
          <ns0:cNvPicPr>
            <ns1:picLocks noChangeAspect="1"/>
          </ns0:cNvPicPr>
          <ns0:nvPr/>
        </ns0:nvPicPr>
        <ns0:blipFill>
          <ns1:blip ns4:embed="rId2" cstate="print">
            <ns1:extLst>
              <ns1:ext uri="{28A0092B-C50C-407E-A947-70E740481C1C}">
                <ns3:useLocalDpi val="0"/>
              </ns1:ext>
            </ns1:extLst>
          </ns1:blip>
          <ns1:srcRect t="16362" b="16362"/>
          <ns1:stretch>
            <ns1:fillRect/>
          </ns1:stretch>
        </ns0:blipFill>
        <ns0:spPr>
          <ns1:xfrm>
            <ns1:off x="9359082" y="2848158"/>
            <ns1:ext cx="1215563" cy="1227402"/>
          </ns1:xfrm>
          <ns1:prstGeom prst="ellipse">
            <ns1:avLst/>
          </ns1:prstGeom>
        </ns0:spPr>
      </ns0:pic>
      <ns0:sp>
        <ns0:nvSpPr>
          <ns0:cNvPr id="131" name="TextBox 130">
            <ns1:extLst>
              <ns1:ext uri="{FF2B5EF4-FFF2-40B4-BE49-F238E27FC236}">
                <ns2:creationId id="{6C7B8CDF-2BF5-43E9-998D-B5CC78123113}"/>
              </ns1:ext>
            </ns1:extLst>
          </ns0:cNvPr>
          <ns0:cNvSpPr txBox="1"/>
          <ns0:nvPr/>
        </ns0:nvSpPr>
        <ns0:spPr>
          <ns1:xfrm flipH="1">
            <ns1:off x="771992" y="731433"/>
            <ns1:ext cx="2911104" cy="364074"/>
          </ns1:xfrm>
          <ns1:prstGeom prst="rect">
            <ns1:avLst/>
          </ns1:prstGeom>
          <ns1:noFill/>
        </ns0:spPr>
        <ns0:txBody>
          <ns1:bodyPr wrap="square" rtlCol="0">
            <ns1:spAutoFit/>
          </ns1:bodyPr>
          <ns1:lstStyle/>
          <ns1:p>
            <ns1:pPr algn="ctr">
              <ns1:lnSpc>
                <ns1:spcPct val="150000"/>
              </ns1:lnSpc>
            </ns1:pPr>
            <ns1:r>
              <ns1:rPr lang="en-US" sz="1300">
                <ns1:solidFill>
                  <ns1:schemeClr val="tx1">
                    <ns1:lumMod val="75000"/>
                    <ns1:lumOff val="25000"/>
                  </ns1:schemeClr>
                </ns1:solidFill>
                <ns1:latin typeface="Poppins SemiBold" panose="00000700000000000000" pitchFamily="2" charset="0"/>
                <ns1:ea typeface="Lato" panose="020F0502020204030203" pitchFamily="34" charset="0"/>
                <ns1:cs typeface="Poppins SemiBold" panose="00000700000000000000" pitchFamily="2" charset="0"/>
              </ns1:rPr>
              <ns1:t>{SlideStatistic}</ns1:t>
            </ns1:r>
          </ns1:p>
        </ns0:txBody>
      </ns0:sp>
      <ns0:sp>
        <ns0:nvSpPr>
          <ns0:cNvPr id="132" name="TextBox 131">
            <ns1:extLst>
              <ns1:ext uri="{FF2B5EF4-FFF2-40B4-BE49-F238E27FC236}">
                <ns2:creationId id="{69525A70-B4DD-4AEE-A20C-829937597DAF}"/>
              </ns1:ext>
            </ns1:extLst>
          </ns0:cNvPr>
          <ns0:cNvSpPr txBox="1"/>
          <ns0:nvPr/>
        </ns0:nvSpPr>
        <ns0:spPr>
          <ns1:xfrm flipH="1">
            <ns1:off x="4630180" y="719944"/>
            <ns1:ext cx="2911104" cy="364074"/>
          </ns1:xfrm>
          <ns1:prstGeom prst="rect">
            <ns1:avLst/>
          </ns1:prstGeom>
          <ns1:noFill/>
        </ns0:spPr>
        <ns0:txBody>
          <ns1:bodyPr wrap="square" rtlCol="0">
            <ns1:spAutoFit/>
          </ns1:bodyPr>
          <ns1:lstStyle/>
          <ns1:p>
            <ns1:pPr algn="ctr">
              <ns1:lnSpc>
                <ns1:spcPct val="150000"/>
              </ns1:lnSpc>
            </ns1:pPr>
            <ns1:r>
              <ns1:rPr lang="en-US" sz="1300">
                <ns1:solidFill>
                  <ns1:schemeClr val="tx1">
                    <ns1:lumMod val="75000"/>
                    <ns1:lumOff val="25000"/>
                  </ns1:schemeClr>
                </ns1:solidFill>
                <ns1:latin typeface="Poppins SemiBold" panose="00000700000000000000" pitchFamily="2" charset="0"/>
                <ns1:ea typeface="Lato" panose="020F0502020204030203" pitchFamily="34" charset="0"/>
                <ns1:cs typeface="Poppins SemiBold" panose="00000700000000000000" pitchFamily="2" charset="0"/>
              </ns1:rPr>
              <ns1:t>{SlideStatistic}</ns1:t>
            </ns1:r>
          </ns1:p>
        </ns0:txBody>
      </ns0:sp>
      <ns0:sp>
        <ns0:nvSpPr>
          <ns0:cNvPr id="133" name="TextBox 132">
            <ns1:extLst>
              <ns1:ext uri="{FF2B5EF4-FFF2-40B4-BE49-F238E27FC236}">
                <ns2:creationId id="{B79BA7E7-215A-49D0-A2EA-93BA9116C41D}"/>
              </ns1:ext>
            </ns1:extLst>
          </ns0:cNvPr>
          <ns0:cNvSpPr txBox="1"/>
          <ns0:nvPr/>
        </ns0:nvSpPr>
        <ns0:spPr>
          <ns1:xfrm flipH="1">
            <ns1:off x="8508902" y="731433"/>
            <ns1:ext cx="2911104" cy="364074"/>
          </ns1:xfrm>
          <ns1:prstGeom prst="rect">
            <ns1:avLst/>
          </ns1:prstGeom>
          <ns1:noFill/>
        </ns0:spPr>
        <ns0:txBody>
          <ns1:bodyPr wrap="square" rtlCol="0">
            <ns1:spAutoFit/>
          </ns1:bodyPr>
          <ns1:lstStyle/>
          <ns1:p>
            <ns1:pPr algn="ctr">
              <ns1:lnSpc>
                <ns1:spcPct val="150000"/>
              </ns1:lnSpc>
            </ns1:pPr>
            <ns1:r>
              <ns1:rPr lang="en-US" sz="1300">
                <ns1:solidFill>
                  <ns1:schemeClr val="tx1">
                    <ns1:lumMod val="75000"/>
                    <ns1:lumOff val="25000"/>
                  </ns1:schemeClr>
                </ns1:solidFill>
                <ns1:latin typeface="Poppins SemiBold" panose="00000700000000000000" pitchFamily="2" charset="0"/>
                <ns1:ea typeface="Lato" panose="020F0502020204030203" pitchFamily="34" charset="0"/>
                <ns1:cs typeface="Poppins SemiBold" panose="00000700000000000000" pitchFamily="2" charset="0"/>
              </ns1:rPr>
              <ns1:t>{SlideStatistic}</ns1:t>
            </ns1:r>
          </ns1:p>
        </ns0:txBody>
      </ns0:sp>
      <ns0:sp>
        <ns0:nvSpPr>
          <ns0:cNvPr id="134" name="TextBox 133">
            <ns1:extLst>
              <ns1:ext uri="{FF2B5EF4-FFF2-40B4-BE49-F238E27FC236}">
                <ns2:creationId id="{C6BB008B-4A9F-4A48-9844-FCA21CD0FE99}"/>
              </ns1:ext>
            </ns1:extLst>
          </ns0:cNvPr>
          <ns0:cNvSpPr txBox="1"/>
          <ns0:nvPr/>
        </ns0:nvSpPr>
        <ns0:spPr>
          <ns1:xfrm flipH="1">
            <ns1:off x="2660019" y="4829586"/>
            <ns1:ext cx="2911104" cy="364074"/>
          </ns1:xfrm>
          <ns1:prstGeom prst="rect">
            <ns1:avLst/>
          </ns1:prstGeom>
          <ns1:noFill/>
        </ns0:spPr>
        <ns0:txBody>
          <ns1:bodyPr wrap="square" rtlCol="0">
            <ns1:spAutoFit/>
          </ns1:bodyPr>
          <ns1:lstStyle/>
          <ns1:p>
            <ns1:pPr algn="ctr">
              <ns1:lnSpc>
                <ns1:spcPct val="150000"/>
              </ns1:lnSpc>
            </ns1:pPr>
            <ns1:r>
              <ns1:rPr lang="en-US" sz="1300">
                <ns1:solidFill>
                  <ns1:schemeClr val="tx1">
                    <ns1:lumMod val="75000"/>
                    <ns1:lumOff val="25000"/>
                  </ns1:schemeClr>
                </ns1:solidFill>
                <ns1:latin typeface="Poppins SemiBold" panose="00000700000000000000" pitchFamily="2" charset="0"/>
                <ns1:ea typeface="Lato" panose="020F0502020204030203" pitchFamily="34" charset="0"/>
                <ns1:cs typeface="Poppins SemiBold" panose="00000700000000000000" pitchFamily="2" charset="0"/>
              </ns1:rPr>
              <ns1:t>{SlideStatistic}</ns1:t>
            </ns1:r>
          </ns1:p>
        </ns0:txBody>
      </ns0:sp>
      <ns0:sp>
        <ns0:nvSpPr>
          <ns0:cNvPr id="135" name="TextBox 134">
            <ns1:extLst>
              <ns1:ext uri="{FF2B5EF4-FFF2-40B4-BE49-F238E27FC236}">
                <ns2:creationId id="{3E6ED944-FE5B-4AB1-BBB8-684542982C43}"/>
              </ns1:ext>
            </ns1:extLst>
          </ns0:cNvPr>
          <ns0:cNvSpPr txBox="1"/>
          <ns0:nvPr/>
        </ns0:nvSpPr>
        <ns0:spPr>
          <ns1:xfrm flipH="1">
            <ns1:off x="6571635" y="4838730"/>
            <ns1:ext cx="2911104" cy="364074"/>
          </ns1:xfrm>
          <ns1:prstGeom prst="rect">
            <ns1:avLst/>
          </ns1:prstGeom>
          <ns1:noFill/>
        </ns0:spPr>
        <ns0:txBody>
          <ns1:bodyPr wrap="square" rtlCol="0">
            <ns1:spAutoFit/>
          </ns1:bodyPr>
          <ns1:lstStyle/>
          <ns1:p>
            <ns1:pPr algn="ctr">
              <ns1:lnSpc>
                <ns1:spcPct val="150000"/>
              </ns1:lnSpc>
            </ns1:pPr>
            <ns1:r>
              <ns1:rPr lang="en-US" sz="1300">
                <ns1:solidFill>
                  <ns1:schemeClr val="tx1">
                    <ns1:lumMod val="75000"/>
                    <ns1:lumOff val="25000"/>
                  </ns1:schemeClr>
                </ns1:solidFill>
                <ns1:latin typeface="Poppins SemiBold" panose="00000700000000000000" pitchFamily="2" charset="0"/>
                <ns1:ea typeface="Lato" panose="020F0502020204030203" pitchFamily="34" charset="0"/>
                <ns1:cs typeface="Poppins SemiBold" panose="00000700000000000000" pitchFamily="2" charset="0"/>
              </ns1:rPr>
              <ns1:t>{SlideStatistic}</ns1:t>
            </ns1:r>
          </ns1:p>
        </ns0:txBody>
      </ns0:sp>
      <ns0:sp>
        <ns0:nvSpPr>
          <ns0:cNvPr id="8" name="Picture Placeholder 7">
            <ns1:extLst>
              <ns1:ext uri="{FF2B5EF4-FFF2-40B4-BE49-F238E27FC236}">
                <ns2:creationId id="{0A44B2AF-1212-47B8-88DE-C62EE264B0BC}"/>
              </ns1:ext>
            </ns1:extLst>
          </ns0:cNvPr>
          <ns0:cNvSpPr>
            <ns1:spLocks noGrp="1"/>
          </ns0:cNvSpPr>
          <ns0:nvPr>
            <ns0:ph type="pic" sz="quarter" idx="15"/>
          </ns0:nvPr>
        </ns0:nvSpPr>
        <ns0:spPr/>
      </ns0:sp>
      <ns0:sp>
        <ns0:nvSpPr>
          <ns0:cNvPr id="10" name="Picture Placeholder 9">
            <ns1:extLst>
              <ns1:ext uri="{FF2B5EF4-FFF2-40B4-BE49-F238E27FC236}">
                <ns2:creationId id="{36F183BE-74C9-4AB8-9935-AE424B534E87}"/>
              </ns1:ext>
            </ns1:extLst>
          </ns0:cNvPr>
          <ns0:cNvSpPr>
            <ns1:spLocks noGrp="1"/>
          </ns0:cNvSpPr>
          <ns0:nvPr>
            <ns0:ph type="pic" sz="quarter" idx="16"/>
          </ns0:nvPr>
        </ns0:nvSpPr>
        <ns0:spPr/>
      </ns0:sp>
      <ns0:sp>
        <ns0:nvSpPr>
          <ns0:cNvPr id="2" name="Picture Placeholder 1">
            <ns1:extLst>
              <ns1:ext uri="{FF2B5EF4-FFF2-40B4-BE49-F238E27FC236}">
                <ns2:creationId id="{507664DB-4BA9-4D9F-B5D6-4BF589987520}"/>
              </ns1:ext>
            </ns1:extLst>
          </ns0:cNvPr>
          <ns0:cNvSpPr>
            <ns1:spLocks noGrp="1"/>
          </ns0:cNvSpPr>
          <ns0:nvPr>
            <ns0:ph type="pic" sz="quarter" idx="12"/>
          </ns0:nvPr>
        </ns0:nvSpPr>
        <ns0:spPr/>
      </ns0:sp>
      <ns0:sp>
        <ns0:nvSpPr>
          <ns0:cNvPr id="4" name="Picture Placeholder 3">
            <ns1:extLst>
              <ns1:ext uri="{FF2B5EF4-FFF2-40B4-BE49-F238E27FC236}">
                <ns2:creationId id="{1277819A-D433-435B-96FE-D636D378BE98}"/>
              </ns1:ext>
            </ns1:extLst>
          </ns0:cNvPr>
          <ns0:cNvSpPr>
            <ns1:spLocks noGrp="1"/>
          </ns0:cNvSpPr>
          <ns0:nvPr>
            <ns0:ph type="pic" sz="quarter" idx="13"/>
          </ns0:nvPr>
        </ns0:nvSpPr>
        <ns0:spPr/>
      </ns0:sp>
      <ns0:sp>
        <ns0:nvSpPr>
          <ns0:cNvPr id="6" name="Picture Placeholder 5">
            <ns1:extLst>
              <ns1:ext uri="{FF2B5EF4-FFF2-40B4-BE49-F238E27FC236}">
                <ns2:creationId id="{D464D6C0-E7E9-482C-A925-724901B71A57}"/>
              </ns1:ext>
            </ns1:extLst>
          </ns0:cNvPr>
          <ns0:cNvSpPr>
            <ns1:spLocks noGrp="1"/>
          </ns0:cNvSpPr>
          <ns0:nvPr>
            <ns0:ph type="pic" sz="quarter" idx="14"/>
          </ns0:nvPr>
        </ns0:nvSpPr>
        <ns0:spPr/>
      </ns0:sp>
    </ns0:spTree>
    <ns0:extLst>
      <ns0:ext uri="{BB962C8B-B14F-4D97-AF65-F5344CB8AC3E}">
        <ns5:creationId val="2621218511"/>
      </ns0:ext>
    </ns0:extLst>
  </ns0:cSld>
  <ns0:clrMapOvr>
    <ns1:masterClrMapping/>
  </ns0:clrMapOvr>
</ns0:sld>
</file>

<file path=ppt/slides/slide32.xml><?xml version="1.0" encoding="utf-8"?>
<ns0:sld xmlns:ns0="http://schemas.openxmlformats.org/presentationml/2006/main" xmlns:ns1="http://schemas.openxmlformats.org/drawingml/2006/main" xmlns:ns2="http://schemas.microsoft.com/office/drawing/2014/main" xmlns:ns3="http://schemas.microsoft.com/office/powerpoint/2010/main">
  <ns0:cSld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grpSp>
        <ns0:nvGrpSpPr>
          <ns0:cNvPr id="37" name="Group 36">
            <ns1:extLst>
              <ns1:ext uri="{FF2B5EF4-FFF2-40B4-BE49-F238E27FC236}">
                <ns2:creationId id="{27F1814E-7045-4A75-9DED-98DCC841697F}"/>
              </ns1:ext>
            </ns1:extLst>
          </ns0:cNvPr>
          <ns0:cNvGrpSpPr/>
          <ns0:nvPr/>
        </ns0:nvGrpSpPr>
        <ns0:grpSpPr>
          <ns1:xfrm>
            <ns1:off x="6430695" y="768606"/>
            <ns1:ext cx="4872251" cy="5465928"/>
            <ns1:chOff x="6503267" y="884722"/>
            <ns1:chExt cx="4872251" cy="5465928"/>
          </ns1:xfrm>
        </ns0:grpSpPr>
        <ns0:sp>
          <ns0:nvSpPr>
            <ns0:cNvPr id="6" name="Rectangle 5">
              <ns1:extLst>
                <ns1:ext uri="{FF2B5EF4-FFF2-40B4-BE49-F238E27FC236}">
                  <ns2:creationId id="{B5A1E242-79CB-442A-9907-E775FF56CB52}"/>
                </ns1:ext>
              </ns1:extLst>
            </ns0:cNvPr>
            <ns0:cNvSpPr/>
            <ns0:nvPr/>
          </ns0:nvSpPr>
          <ns0:spPr>
            <ns1:xfrm>
              <ns1:off x="6503267" y="884722"/>
              <ns1:ext cx="4872251" cy="5465928"/>
            </ns1:xfrm>
            <ns1:prstGeom prst="rect">
              <ns1:avLst/>
            </ns1:prstGeom>
            <ns1:solidFill>
              <ns1:schemeClr val="bg1"/>
            </ns1:solidFill>
            <ns1:ln w="152400">
              <ns1:noFill/>
            </ns1:ln>
            <ns1:effectLst>
              <ns1:outerShdw blurRad="50800" dist="38100" dir="5400000" algn="t" rotWithShape="0">
                <ns1:prstClr val="black">
                  <ns1:alpha val="20000"/>
                </ns1:prstClr>
              </ns1:outerShdw>
            </ns1:effectLst>
          </ns0:spPr>
          <ns0:style>
            <ns1:lnRef idx="2">
              <ns1:schemeClr val="accent1">
                <ns1:shade val="50000"/>
              </ns1:schemeClr>
            </ns1:lnRef>
            <ns1:fillRef idx="1">
              <ns1:schemeClr val="accent1"/>
            </ns1:fillRef>
            <ns1:effectRef idx="0">
              <ns1:schemeClr val="accent1"/>
            </ns1:effectRef>
            <ns1:fontRef idx="minor">
              <ns1:schemeClr val="lt1"/>
            </ns1:fontRef>
          </ns0:style>
          <ns0:txBody>
            <ns1:bodyPr rtlCol="0" anchor="ctr"/>
            <ns1:lstStyle/>
            <ns1:p>
              <ns1:pPr algn="ctr"/>
              <ns1:endParaRPr lang="en-US"/>
            </ns1:p>
          </ns0:txBody>
        </ns0:sp>
        <ns0:sp>
          <ns0:nvSpPr>
            <ns0:cNvPr id="7" name="TextBox 6">
              <ns1:extLst>
                <ns1:ext uri="{FF2B5EF4-FFF2-40B4-BE49-F238E27FC236}">
                  <ns2:creationId id="{A812F3BA-7C85-4226-8022-A93C994182B8}"/>
                </ns1:ext>
              </ns1:extLst>
            </ns0:cNvPr>
            <ns0:cNvSpPr txBox="1"/>
            <ns0:nvPr/>
          </ns0:nvSpPr>
          <ns0:spPr>
            <ns1:xfrm>
              <ns1:off x="7148594" y="1475437"/>
              <ns1:ext cx="2383986" cy="400110"/>
            </ns1:xfrm>
            <ns1:prstGeom prst="rect">
              <ns1:avLst/>
            </ns1:prstGeom>
            <ns1:noFill/>
          </ns0:spPr>
          <ns0:txBody>
            <ns1:bodyPr wrap="none" rtlCol="0">
              <ns1:spAutoFit/>
            </ns1:bodyPr>
            <ns1:lstStyle/>
            <ns1:p>
              <ns1:pPr algn="ctr"/>
              <ns1:r>
                <ns1:rPr lang="en-US" sz="2000" spc="300">
                  <ns1:latin typeface="Poppins SemiBold" panose="00000700000000000000" pitchFamily="2" charset="0"/>
                  <ns1:cs typeface="Poppins SemiBold" panose="00000700000000000000" pitchFamily="2" charset="0"/>
                </ns1:rPr>
                <ns1:t>{SlideSectionLabel}</ns1:t>
              </ns1:r>
            </ns1:p>
          </ns0:txBody>
        </ns0:sp>
        <ns0:sp>
          <ns0:nvSpPr>
            <ns0:cNvPr id="8" name="TextBox 7">
              <ns1:extLst>
                <ns1:ext uri="{FF2B5EF4-FFF2-40B4-BE49-F238E27FC236}">
                  <ns2:creationId id="{7EBD6217-9B5C-4F04-9F39-6BB7BAD39EA1}"/>
                </ns1:ext>
              </ns1:extLst>
            </ns0:cNvPr>
            <ns0:cNvSpPr txBox="1"/>
            <ns0:nvPr/>
          </ns0:nvSpPr>
          <ns0:spPr>
            <ns1:xfrm>
              <ns1:off x="7148594" y="1863533"/>
              <ns1:ext cx="3749252" cy="609847"/>
            </ns1:xfrm>
            <ns1:prstGeom prst="rect">
              <ns1:avLst/>
            </ns1:prstGeom>
            <ns1:noFill/>
          </ns0:spPr>
          <ns0:txBody>
            <ns1:bodyPr wrap="square" rtlCol="0">
              <ns1:spAutoFit/>
            </ns1:bodyPr>
            <ns1:lstStyle/>
            <ns1:p>
              <ns1:pPr>
                <ns1:lnSpc>
                  <ns1:spcPct val="150000"/>
                </ns1:lnSpc>
              </ns1:pPr>
              <ns1:r>
                <ns1:rPr lang="en-US" sz="1200">
                  <ns1:solidFill>
                    <ns1:schemeClr val="bg1">
                      <ns1:lumMod val="50000"/>
                    </ns1:schemeClr>
                  </ns1:solidFill>
                  <ns1:latin typeface="Lato" panose="020F0502020204030203" pitchFamily="34" charset="0"/>
                  <ns1:ea typeface="Lato" panose="020F0502020204030203" pitchFamily="34" charset="0"/>
                  <ns1:cs typeface="Lato" panose="020F0502020204030203" pitchFamily="34" charset="0"/>
                </ns1:rPr>
                <ns1:t>{SlideSupportingContent}</ns1:t>
              </ns1:r>
            </ns1:p>
          </ns0:txBody>
        </ns0:sp>
        <ns0:sp>
          <ns0:nvSpPr>
            <ns0:cNvPr id="9" name="TextBox 8">
              <ns1:extLst>
                <ns1:ext uri="{FF2B5EF4-FFF2-40B4-BE49-F238E27FC236}">
                  <ns2:creationId id="{404D5037-A71B-4650-8640-C17C94F7F501}"/>
                </ns1:ext>
              </ns1:extLst>
            </ns0:cNvPr>
            <ns0:cNvSpPr txBox="1"/>
            <ns0:nvPr/>
          </ns0:nvSpPr>
          <ns0:spPr>
            <ns1:xfrm>
              <ns1:off x="7617762" y="2641553"/>
              <ns1:ext cx="2725075" cy="893834"/>
            </ns1:xfrm>
            <ns1:prstGeom prst="rect">
              <ns1:avLst/>
            </ns1:prstGeom>
            <ns1:noFill/>
          </ns0:spPr>
          <ns0:txBody>
            <ns1:bodyPr wrap="square" rtlCol="0">
              <ns1:spAutoFit/>
            </ns1:bodyPr>
            <ns1:lstStyle/>
            <ns1:p>
              <ns1:pPr>
                <ns1:lnSpc>
                  <ns1:spcPct val="150000"/>
                </ns1:lnSpc>
              </ns1:pPr>
              <ns1:r>
                <ns1:rPr lang="en-US" sz="1200">
                  <ns1:solidFill>
                    <ns1:schemeClr val="bg2">
                      <ns1:lumMod val="50000"/>
                    </ns1:schemeClr>
                  </ns1:solidFill>
                  <ns1:latin typeface="Open Sans" panose="020B0606030504020204" pitchFamily="34" charset="0"/>
                  <ns1:ea typeface="Open Sans" panose="020B0606030504020204" pitchFamily="34" charset="0"/>
                  <ns1:cs typeface="Open Sans" panose="020B0606030504020204" pitchFamily="34" charset="0"/>
                </ns1:rPr>
                <ns1:t>{SlideCallout}</ns1:t>
              </ns1:r>
            </ns1:p>
            <ns1:p>
              <ns1:pPr>
                <ns1:lnSpc>
                  <ns1:spcPct val="150000"/>
                </ns1:lnSpc>
              </ns1:pPr>
              <ns1:r>
                <ns1:rPr lang="en-US" sz="1200">
                  <ns1:solidFill>
                    <ns1:schemeClr val="bg2">
                      <ns1:lumMod val="50000"/>
                    </ns1:schemeClr>
                  </ns1:solidFill>
                  <ns1:latin typeface="Open Sans" panose="020B0606030504020204" pitchFamily="34" charset="0"/>
                  <ns1:ea typeface="Open Sans" panose="020B0606030504020204" pitchFamily="34" charset="0"/>
                  <ns1:cs typeface="Open Sans" panose="020B0606030504020204" pitchFamily="34" charset="0"/>
                </ns1:rPr>
                <ns1:t/>
              </ns1:r>
            </ns1:p>
            <ns1:p>
              <ns1:pPr>
                <ns1:lnSpc>
                  <ns1:spcPct val="150000"/>
                </ns1:lnSpc>
              </ns1:pPr>
              <ns1:r>
                <ns1:rPr lang="en-US" sz="1200">
                  <ns1:solidFill>
                    <ns1:schemeClr val="bg2">
                      <ns1:lumMod val="50000"/>
                    </ns1:schemeClr>
                  </ns1:solidFill>
                  <ns1:latin typeface="Open Sans" panose="020B0606030504020204" pitchFamily="34" charset="0"/>
                  <ns1:ea typeface="Open Sans" panose="020B0606030504020204" pitchFamily="34" charset="0"/>
                  <ns1:cs typeface="Open Sans" panose="020B0606030504020204" pitchFamily="34" charset="0"/>
                </ns1:rPr>
                <ns1:t/>
              </ns1:r>
              <ns1:endParaRPr lang="en-US" sz="1200" dirty="0">
                <ns1:solidFill>
                  <ns1:schemeClr val="bg2">
                    <ns1:lumMod val="50000"/>
                  </ns1:schemeClr>
                </ns1:solidFill>
                <ns1:latin typeface="Open Sans" panose="020B0606030504020204" pitchFamily="34" charset="0"/>
                <ns1:ea typeface="Open Sans" panose="020B0606030504020204" pitchFamily="34" charset="0"/>
                <ns1:cs typeface="Open Sans" panose="020B0606030504020204" pitchFamily="34" charset="0"/>
              </ns1:endParaRPr>
            </ns1:p>
          </ns0:txBody>
        </ns0:sp>
        <ns0:sp>
          <ns0:nvSpPr>
            <ns0:cNvPr id="10" name="TextBox 9">
              <ns1:extLst>
                <ns1:ext uri="{FF2B5EF4-FFF2-40B4-BE49-F238E27FC236}">
                  <ns2:creationId id="{4F64E7E1-B61D-402B-BBB0-E6BD00A731E9}"/>
                </ns1:ext>
              </ns1:extLst>
            </ns0:cNvPr>
            <ns0:cNvSpPr txBox="1"/>
            <ns0:nvPr/>
          </ns0:nvSpPr>
          <ns0:spPr>
            <ns1:xfrm>
              <ns1:off x="7650388" y="4084415"/>
              <ns1:ext cx="2721373" cy="276999"/>
            </ns1:xfrm>
            <ns1:prstGeom prst="rect">
              <ns1:avLst/>
            </ns1:prstGeom>
            <ns1:noFill/>
          </ns0:spPr>
          <ns0:txBody>
            <ns1:bodyPr wrap="square" rtlCol="0">
              <ns1:spAutoFit/>
            </ns1:bodyPr>
            <ns1:lstStyle/>
            <ns1:p>
              <ns1:r>
                <ns1:rPr lang="en-US" sz="1200" dirty="0">
                  <ns1:solidFill>
                    <ns1:schemeClr val="bg2">
                      <ns1:lumMod val="50000"/>
                    </ns1:schemeClr>
                  </ns1:solidFill>
                  <ns1:latin typeface="Open Sans" panose="020B0606030504020204" pitchFamily="34" charset="0"/>
                  <ns1:ea typeface="Open Sans" panose="020B0606030504020204" pitchFamily="34" charset="0"/>
                  <ns1:cs typeface="Open Sans" panose="020B0606030504020204" pitchFamily="34" charset="0"/>
                </ns1:rPr>
                <ns1:t>{SlideCaption}</ns1:t>
              </ns1:r>
            </ns1:p>
          </ns0:txBody>
        </ns0:sp>
        <ns0:sp>
          <ns0:nvSpPr>
            <ns0:cNvPr id="11" name="TextBox 10">
              <ns1:extLst>
                <ns1:ext uri="{FF2B5EF4-FFF2-40B4-BE49-F238E27FC236}">
                  <ns2:creationId id="{57BDDDB7-545D-4155-B277-84ED8EE7AEEA}"/>
                </ns1:ext>
              </ns1:extLst>
            </ns0:cNvPr>
            <ns0:cNvSpPr txBox="1"/>
            <ns0:nvPr/>
          </ns0:nvSpPr>
          <ns0:spPr>
            <ns1:xfrm>
              <ns1:off x="7623092" y="3655093"/>
              <ns1:ext cx="2721373" cy="276999"/>
            </ns1:xfrm>
            <ns1:prstGeom prst="rect">
              <ns1:avLst/>
            </ns1:prstGeom>
            <ns1:noFill/>
          </ns0:spPr>
          <ns0:txBody>
            <ns1:bodyPr wrap="square" rtlCol="0">
              <ns1:spAutoFit/>
            </ns1:bodyPr>
            <ns1:lstStyle/>
            <ns1:p>
              <ns1:r>
                <ns1:rPr lang="en-US" sz="1200" dirty="0">
                  <ns1:solidFill>
                    <ns1:schemeClr val="bg2">
                      <ns1:lumMod val="50000"/>
                    </ns1:schemeClr>
                  </ns1:solidFill>
                  <ns1:latin typeface="Open Sans" panose="020B0606030504020204" pitchFamily="34" charset="0"/>
                  <ns1:ea typeface="Open Sans" panose="020B0606030504020204" pitchFamily="34" charset="0"/>
                  <ns1:cs typeface="Open Sans" panose="020B0606030504020204" pitchFamily="34" charset="0"/>
                </ns1:rPr>
                <ns1:t>{SlideStatistic}</ns1:t>
              </ns1:r>
            </ns1:p>
          </ns0:txBody>
        </ns0:sp>
        <ns0:sp>
          <ns0:nvSpPr>
            <ns0:cNvPr id="12" name="TextBox 11">
              <ns1:extLst>
                <ns1:ext uri="{FF2B5EF4-FFF2-40B4-BE49-F238E27FC236}">
                  <ns2:creationId id="{09872BF6-3F11-4120-9DBD-2338DC1876A6}"/>
                </ns1:ext>
              </ns1:extLst>
            </ns0:cNvPr>
            <ns0:cNvSpPr txBox="1"/>
            <ns0:nvPr/>
          </ns0:nvSpPr>
          <ns0:spPr>
            <ns1:xfrm>
              <ns1:off x="7650388" y="4549455"/>
              <ns1:ext cx="2721373" cy="276999"/>
            </ns1:xfrm>
            <ns1:prstGeom prst="rect">
              <ns1:avLst/>
            </ns1:prstGeom>
            <ns1:noFill/>
          </ns0:spPr>
          <ns0:txBody>
            <ns1:bodyPr wrap="square" rtlCol="0">
              <ns1:spAutoFit/>
            </ns1:bodyPr>
            <ns1:lstStyle/>
            <ns1:p>
              <ns1:r>
                <ns1:rPr lang="en-US" sz="1200" dirty="0">
                  <ns1:solidFill>
                    <ns1:schemeClr val="bg2">
                      <ns1:lumMod val="50000"/>
                    </ns1:schemeClr>
                  </ns1:solidFill>
                  <ns1:latin typeface="Open Sans" panose="020B0606030504020204" pitchFamily="34" charset="0"/>
                  <ns1:ea typeface="Open Sans" panose="020B0606030504020204" pitchFamily="34" charset="0"/>
                  <ns1:cs typeface="Open Sans" panose="020B0606030504020204" pitchFamily="34" charset="0"/>
                </ns1:rPr>
                <ns1:t>{SlideReference}</ns1:t>
              </ns1:r>
            </ns1:p>
          </ns0:txBody>
        </ns0:sp>
        <ns0:sp>
          <ns0:nvSpPr>
            <ns0:cNvPr id="13" name="TextBox 12">
              <ns1:extLst>
                <ns1:ext uri="{FF2B5EF4-FFF2-40B4-BE49-F238E27FC236}">
                  <ns2:creationId id="{72C7B3CB-2DB5-4CEC-9F9A-B22F92F62753}"/>
                </ns1:ext>
              </ns1:extLst>
            </ns0:cNvPr>
            <ns0:cNvSpPr txBox="1"/>
            <ns0:nvPr/>
          </ns0:nvSpPr>
          <ns0:spPr>
            <ns1:xfrm>
              <ns1:off x="7650388" y="5001566"/>
              <ns1:ext cx="2721373" cy="276999"/>
            </ns1:xfrm>
            <ns1:prstGeom prst="rect">
              <ns1:avLst/>
            </ns1:prstGeom>
            <ns1:noFill/>
          </ns0:spPr>
          <ns0:txBody>
            <ns1:bodyPr wrap="square" rtlCol="0">
              <ns1:spAutoFit/>
            </ns1:bodyPr>
            <ns1:lstStyle/>
            <ns1:p>
              <ns1:r>
                <ns1:rPr lang="en-US" sz="1200">
                  <ns1:solidFill>
                    <ns1:schemeClr val="bg2">
                      <ns1:lumMod val="50000"/>
                    </ns1:schemeClr>
                  </ns1:solidFill>
                  <ns1:latin typeface="Open Sans" panose="020B0606030504020204" pitchFamily="34" charset="0"/>
                  <ns1:ea typeface="Open Sans" panose="020B0606030504020204" pitchFamily="34" charset="0"/>
                  <ns1:cs typeface="Open Sans" panose="020B0606030504020204" pitchFamily="34" charset="0"/>
                </ns1:rPr>
                <ns1:t>{SlideSupportingContent2}</ns1:t>
              </ns1:r>
              <ns1:endParaRPr lang="en-US" sz="1200" dirty="0">
                <ns1:solidFill>
                  <ns1:schemeClr val="bg2">
                    <ns1:lumMod val="50000"/>
                  </ns1:schemeClr>
                </ns1:solidFill>
                <ns1:latin typeface="Open Sans" panose="020B0606030504020204" pitchFamily="34" charset="0"/>
                <ns1:ea typeface="Open Sans" panose="020B0606030504020204" pitchFamily="34" charset="0"/>
                <ns1:cs typeface="Open Sans" panose="020B0606030504020204" pitchFamily="34" charset="0"/>
              </ns1:endParaRPr>
            </ns1:p>
          </ns0:txBody>
        </ns0:sp>
        <ns0:sp>
          <ns0:nvSpPr>
            <ns0:cNvPr id="14" name="TextBox 13">
              <ns1:extLst>
                <ns1:ext uri="{FF2B5EF4-FFF2-40B4-BE49-F238E27FC236}">
                  <ns2:creationId id="{EEA3CA6F-AA84-47CF-8182-0B0102E5092C}"/>
                </ns1:ext>
              </ns1:extLst>
            </ns0:cNvPr>
            <ns0:cNvSpPr txBox="1"/>
            <ns0:nvPr/>
          </ns0:nvSpPr>
          <ns0:spPr>
            <ns1:xfrm>
              <ns1:off x="7650388" y="5431511"/>
              <ns1:ext cx="2718457" cy="276999"/>
            </ns1:xfrm>
            <ns1:prstGeom prst="rect">
              <ns1:avLst/>
            </ns1:prstGeom>
            <ns1:noFill/>
          </ns0:spPr>
          <ns0:txBody>
            <ns1:bodyPr wrap="square" rtlCol="0">
              <ns1:spAutoFit/>
            </ns1:bodyPr>
            <ns1:lstStyle/>
            <ns1:p>
              <ns1:r>
                <ns1:rPr lang="en-US" sz="1200">
                  <ns1:solidFill>
                    <ns1:schemeClr val="bg2">
                      <ns1:lumMod val="50000"/>
                    </ns1:schemeClr>
                  </ns1:solidFill>
                  <ns1:latin typeface="Open Sans" panose="020B0606030504020204" pitchFamily="34" charset="0"/>
                  <ns1:ea typeface="Open Sans" panose="020B0606030504020204" pitchFamily="34" charset="0"/>
                  <ns1:cs typeface="Open Sans" panose="020B0606030504020204" pitchFamily="34" charset="0"/>
                </ns1:rPr>
                <ns1:t>{SlideSupportingContent3}</ns1:t>
              </ns1:r>
              <ns1:endParaRPr lang="en-US" sz="1200" dirty="0">
                <ns1:solidFill>
                  <ns1:schemeClr val="bg2">
                    <ns1:lumMod val="50000"/>
                  </ns1:schemeClr>
                </ns1:solidFill>
                <ns1:latin typeface="Open Sans" panose="020B0606030504020204" pitchFamily="34" charset="0"/>
                <ns1:ea typeface="Open Sans" panose="020B0606030504020204" pitchFamily="34" charset="0"/>
                <ns1:cs typeface="Open Sans" panose="020B0606030504020204" pitchFamily="34" charset="0"/>
              </ns1:endParaRPr>
            </ns1:p>
          </ns0:txBody>
        </ns0:sp>
        <ns0:sp>
          <ns0:nvSpPr>
            <ns0:cNvPr id="15" name="Shape">
              <ns1:extLst>
                <ns1:ext uri="{FF2B5EF4-FFF2-40B4-BE49-F238E27FC236}">
                  <ns2:creationId id="{A4388F7A-BA13-43EC-B752-8FEB8E4EB0D9}"/>
                </ns1:ext>
              </ns1:extLst>
            </ns0:cNvPr>
            <ns0:cNvSpPr/>
            <ns0:nvPr/>
          </ns0:nvSpPr>
          <ns0:spPr>
            <ns1:xfrm>
              <ns1:off x="7282050" y="4110044"/>
              <ns1:ext cx="278375" cy="202239"/>
            </ns1:xfrm>
            <ns1:custGeom>
              <ns1:avLst/>
              <ns1:gdLst/>
              <ns1:ahLst/>
              <ns1:cxnLst>
                <ns1:cxn ang="0">
                  <ns1:pos x="wd2" y="hd2"/>
                </ns1:cxn>
                <ns1:cxn ang="5400000">
                  <ns1:pos x="wd2" y="hd2"/>
                </ns1:cxn>
                <ns1:cxn ang="10800000">
                  <ns1:pos x="wd2" y="hd2"/>
                </ns1:cxn>
                <ns1:cxn ang="16200000">
                  <ns1:pos x="wd2" y="hd2"/>
                </ns1:cxn>
              </ns1:cxnLst>
              <ns1:rect l="0" t="0" r="r" b="b"/>
              <ns1:pathLst>
                <ns1:path w="21600" h="21600" extrusionOk="0">
                  <ns1:moveTo>
                    <ns1:pt x="19636" y="0"/>
                  </ns1:moveTo>
                  <ns1:cubicBezTo>
                    <ns1:pt x="1964" y="0"/>
                    <ns1:pt x="1964" y="0"/>
                    <ns1:pt x="1964" y="0"/>
                  </ns1:cubicBezTo>
                  <ns1:cubicBezTo>
                    <ns1:pt x="859" y="0"/>
                    <ns1:pt x="0" y="1181"/>
                    <ns1:pt x="0" y="2700"/>
                  </ns1:cubicBezTo>
                  <ns1:cubicBezTo>
                    <ns1:pt x="0" y="18900"/>
                    <ns1:pt x="0" y="18900"/>
                    <ns1:pt x="0" y="18900"/>
                  </ns1:cubicBezTo>
                  <ns1:cubicBezTo>
                    <ns1:pt x="0" y="20419"/>
                    <ns1:pt x="859" y="21600"/>
                    <ns1:pt x="1964" y="21600"/>
                  </ns1:cubicBezTo>
                  <ns1:cubicBezTo>
                    <ns1:pt x="19636" y="21600"/>
                    <ns1:pt x="19636" y="21600"/>
                    <ns1:pt x="19636" y="21600"/>
                  </ns1:cubicBezTo>
                  <ns1:cubicBezTo>
                    <ns1:pt x="20741" y="21600"/>
                    <ns1:pt x="21600" y="20419"/>
                    <ns1:pt x="21600" y="18900"/>
                  </ns1:cubicBezTo>
                  <ns1:cubicBezTo>
                    <ns1:pt x="21600" y="2700"/>
                    <ns1:pt x="21600" y="2700"/>
                    <ns1:pt x="21600" y="2700"/>
                  </ns1:cubicBezTo>
                  <ns1:cubicBezTo>
                    <ns1:pt x="21600" y="1181"/>
                    <ns1:pt x="20741" y="0"/>
                    <ns1:pt x="19636" y="0"/>
                  </ns1:cubicBezTo>
                  <ns1:moveTo>
                    <ns1:pt x="1964" y="1350"/>
                  </ns1:moveTo>
                  <ns1:cubicBezTo>
                    <ns1:pt x="19636" y="1350"/>
                    <ns1:pt x="19636" y="1350"/>
                    <ns1:pt x="19636" y="1350"/>
                  </ns1:cubicBezTo>
                  <ns1:cubicBezTo>
                    <ns1:pt x="19759" y="1350"/>
                    <ns1:pt x="19882" y="1350"/>
                    <ns1:pt x="20005" y="1350"/>
                  </ns1:cubicBezTo>
                  <ns1:cubicBezTo>
                    <ns1:pt x="11414" y="13163"/>
                    <ns1:pt x="11414" y="13163"/>
                    <ns1:pt x="11414" y="13163"/>
                  </ns1:cubicBezTo>
                  <ns1:cubicBezTo>
                    <ns1:pt x="11291" y="13331"/>
                    <ns1:pt x="11045" y="13500"/>
                    <ns1:pt x="10800" y="13500"/>
                  </ns1:cubicBezTo>
                  <ns1:cubicBezTo>
                    <ns1:pt x="10555" y="13500"/>
                    <ns1:pt x="10309" y="13331"/>
                    <ns1:pt x="10186" y="13163"/>
                  </ns1:cubicBezTo>
                  <ns1:cubicBezTo>
                    <ns1:pt x="1595" y="1350"/>
                    <ns1:pt x="1595" y="1350"/>
                    <ns1:pt x="1595" y="1350"/>
                  </ns1:cubicBezTo>
                  <ns1:cubicBezTo>
                    <ns1:pt x="1718" y="1350"/>
                    <ns1:pt x="1841" y="1350"/>
                    <ns1:pt x="1964" y="1350"/>
                  </ns1:cubicBezTo>
                  <ns1:moveTo>
                    <ns1:pt x="982" y="18900"/>
                  </ns1:moveTo>
                  <ns1:cubicBezTo>
                    <ns1:pt x="982" y="2700"/>
                    <ns1:pt x="982" y="2700"/>
                    <ns1:pt x="982" y="2700"/>
                  </ns1:cubicBezTo>
                  <ns1:cubicBezTo>
                    <ns1:pt x="982" y="2700"/>
                    <ns1:pt x="982" y="2531"/>
                    <ns1:pt x="982" y="2531"/>
                  </ns1:cubicBezTo>
                  <ns1:cubicBezTo>
                    <ns1:pt x="7118" y="10800"/>
                    <ns1:pt x="7118" y="10800"/>
                    <ns1:pt x="7118" y="10800"/>
                  </ns1:cubicBezTo>
                  <ns1:cubicBezTo>
                    <ns1:pt x="982" y="19069"/>
                    <ns1:pt x="982" y="19069"/>
                    <ns1:pt x="982" y="19069"/>
                  </ns1:cubicBezTo>
                  <ns1:cubicBezTo>
                    <ns1:pt x="982" y="19069"/>
                    <ns1:pt x="982" y="18900"/>
                    <ns1:pt x="982" y="18900"/>
                  </ns1:cubicBezTo>
                  <ns1:moveTo>
                    <ns1:pt x="19636" y="20250"/>
                  </ns1:moveTo>
                  <ns1:cubicBezTo>
                    <ns1:pt x="1964" y="20250"/>
                    <ns1:pt x="1964" y="20250"/>
                    <ns1:pt x="1964" y="20250"/>
                  </ns1:cubicBezTo>
                  <ns1:cubicBezTo>
                    <ns1:pt x="1841" y="20250"/>
                    <ns1:pt x="1718" y="20250"/>
                    <ns1:pt x="1595" y="20250"/>
                  </ns1:cubicBezTo>
                  <ns1:cubicBezTo>
                    <ns1:pt x="7732" y="11812"/>
                    <ns1:pt x="7732" y="11812"/>
                    <ns1:pt x="7732" y="11812"/>
                  </ns1:cubicBezTo>
                  <ns1:cubicBezTo>
                    <ns1:pt x="9450" y="14006"/>
                    <ns1:pt x="9450" y="14006"/>
                    <ns1:pt x="9450" y="14006"/>
                  </ns1:cubicBezTo>
                  <ns1:cubicBezTo>
                    <ns1:pt x="9818" y="14512"/>
                    <ns1:pt x="10309" y="14850"/>
                    <ns1:pt x="10800" y="14850"/>
                  </ns1:cubicBezTo>
                  <ns1:cubicBezTo>
                    <ns1:pt x="11291" y="14850"/>
                    <ns1:pt x="11782" y="14512"/>
                    <ns1:pt x="12150" y="14006"/>
                  </ns1:cubicBezTo>
                  <ns1:cubicBezTo>
                    <ns1:pt x="13868" y="11812"/>
                    <ns1:pt x="13868" y="11812"/>
                    <ns1:pt x="13868" y="11812"/>
                  </ns1:cubicBezTo>
                  <ns1:cubicBezTo>
                    <ns1:pt x="20005" y="20250"/>
                    <ns1:pt x="20005" y="20250"/>
                    <ns1:pt x="20005" y="20250"/>
                  </ns1:cubicBezTo>
                  <ns1:cubicBezTo>
                    <ns1:pt x="19882" y="20250"/>
                    <ns1:pt x="19759" y="20250"/>
                    <ns1:pt x="19636" y="20250"/>
                  </ns1:cubicBezTo>
                  <ns1:moveTo>
                    <ns1:pt x="20618" y="18900"/>
                  </ns1:moveTo>
                  <ns1:cubicBezTo>
                    <ns1:pt x="20618" y="18900"/>
                    <ns1:pt x="20618" y="19069"/>
                    <ns1:pt x="20618" y="19069"/>
                  </ns1:cubicBezTo>
                  <ns1:cubicBezTo>
                    <ns1:pt x="14482" y="10800"/>
                    <ns1:pt x="14482" y="10800"/>
                    <ns1:pt x="14482" y="10800"/>
                  </ns1:cubicBezTo>
                  <ns1:cubicBezTo>
                    <ns1:pt x="20618" y="2531"/>
                    <ns1:pt x="20618" y="2531"/>
                    <ns1:pt x="20618" y="2531"/>
                  </ns1:cubicBezTo>
                  <ns1:cubicBezTo>
                    <ns1:pt x="20618" y="2531"/>
                    <ns1:pt x="20618" y="2700"/>
                    <ns1:pt x="20618" y="2700"/>
                  </ns1:cubicBezTo>
                  <ns1:lnTo>
                    <ns1:pt x="20618" y="18900"/>
                  </ns1:lnTo>
                  <ns1:close/>
                </ns1:path>
              </ns1:pathLst>
            </ns1:custGeom>
            <ns1:solidFill>
              <ns1:srgbClr val="B72FE1"/>
            </ns1:solidFill>
            <ns1:ln w="12700">
              <ns1:miter lim="400000"/>
            </ns1:ln>
          </ns0:spPr>
          <ns0:txBody>
            <ns1:bodyPr lIns="45719" rIns="45719"/>
            <ns1:lstStyle/>
            <ns1:p>
              <ns1:endParaRPr/>
            </ns1:p>
          </ns0:txBody>
        </ns0:sp>
        <ns0:sp>
          <ns0:nvSpPr>
            <ns0:cNvPr id="16" name="Shape">
              <ns1:extLst>
                <ns1:ext uri="{FF2B5EF4-FFF2-40B4-BE49-F238E27FC236}">
                  <ns2:creationId id="{AE1A6817-9A44-4B60-B9B7-D56FC23B2FD7}"/>
                </ns1:ext>
              </ns1:extLst>
            </ns0:cNvPr>
            <ns0:cNvSpPr/>
            <ns0:nvPr/>
          </ns0:nvSpPr>
          <ns0:spPr>
            <ns1:xfrm>
              <ns1:off x="7264270" y="3632305"/>
              <ns1:ext cx="278375" cy="276998"/>
            </ns1:xfrm>
            <ns1:custGeom>
              <ns1:avLst/>
              <ns1:gdLst/>
              <ns1:ahLst/>
              <ns1:cxnLst>
                <ns1:cxn ang="0">
                  <ns1:pos x="wd2" y="hd2"/>
                </ns1:cxn>
                <ns1:cxn ang="5400000">
                  <ns1:pos x="wd2" y="hd2"/>
                </ns1:cxn>
                <ns1:cxn ang="10800000">
                  <ns1:pos x="wd2" y="hd2"/>
                </ns1:cxn>
                <ns1:cxn ang="16200000">
                  <ns1:pos x="wd2" y="hd2"/>
                </ns1:cxn>
              </ns1:cxnLst>
              <ns1:rect l="0" t="0" r="r" b="b"/>
              <ns1:pathLst>
                <ns1:path w="21600" h="21600" extrusionOk="0">
                  <ns1:moveTo>
                    <ns1:pt x="11782" y="982"/>
                  </ns1:moveTo>
                  <ns1:cubicBezTo>
                    <ns1:pt x="16691" y="982"/>
                    <ns1:pt x="20618" y="4909"/>
                    <ns1:pt x="20618" y="9818"/>
                  </ns1:cubicBezTo>
                  <ns1:cubicBezTo>
                    <ns1:pt x="20618" y="10064"/>
                    <ns1:pt x="20864" y="10309"/>
                    <ns1:pt x="21109" y="10309"/>
                  </ns1:cubicBezTo>
                  <ns1:cubicBezTo>
                    <ns1:pt x="21355" y="10309"/>
                    <ns1:pt x="21600" y="10064"/>
                    <ns1:pt x="21600" y="9818"/>
                  </ns1:cubicBezTo>
                  <ns1:cubicBezTo>
                    <ns1:pt x="21600" y="4418"/>
                    <ns1:pt x="17182" y="0"/>
                    <ns1:pt x="11782" y="0"/>
                  </ns1:cubicBezTo>
                  <ns1:cubicBezTo>
                    <ns1:pt x="11536" y="0"/>
                    <ns1:pt x="11291" y="245"/>
                    <ns1:pt x="11291" y="491"/>
                  </ns1:cubicBezTo>
                  <ns1:cubicBezTo>
                    <ns1:pt x="11291" y="736"/>
                    <ns1:pt x="11536" y="982"/>
                    <ns1:pt x="11782" y="982"/>
                  </ns1:cubicBezTo>
                  <ns1:moveTo>
                    <ns1:pt x="11782" y="5891"/>
                  </ns1:moveTo>
                  <ns1:cubicBezTo>
                    <ns1:pt x="13991" y="5891"/>
                    <ns1:pt x="15709" y="7609"/>
                    <ns1:pt x="15709" y="9818"/>
                  </ns1:cubicBezTo>
                  <ns1:cubicBezTo>
                    <ns1:pt x="15709" y="10064"/>
                    <ns1:pt x="15955" y="10309"/>
                    <ns1:pt x="16200" y="10309"/>
                  </ns1:cubicBezTo>
                  <ns1:cubicBezTo>
                    <ns1:pt x="16445" y="10309"/>
                    <ns1:pt x="16691" y="10064"/>
                    <ns1:pt x="16691" y="9818"/>
                  </ns1:cubicBezTo>
                  <ns1:cubicBezTo>
                    <ns1:pt x="16691" y="7118"/>
                    <ns1:pt x="14482" y="4909"/>
                    <ns1:pt x="11782" y="4909"/>
                  </ns1:cubicBezTo>
                  <ns1:cubicBezTo>
                    <ns1:pt x="11536" y="4909"/>
                    <ns1:pt x="11291" y="5155"/>
                    <ns1:pt x="11291" y="5400"/>
                  </ns1:cubicBezTo>
                  <ns1:cubicBezTo>
                    <ns1:pt x="11291" y="5645"/>
                    <ns1:pt x="11536" y="5891"/>
                    <ns1:pt x="11782" y="5891"/>
                  </ns1:cubicBezTo>
                  <ns1:moveTo>
                    <ns1:pt x="11782" y="10800"/>
                  </ns1:moveTo>
                  <ns1:cubicBezTo>
                    <ns1:pt x="12273" y="10800"/>
                    <ns1:pt x="12764" y="10309"/>
                    <ns1:pt x="12764" y="9818"/>
                  </ns1:cubicBezTo>
                  <ns1:cubicBezTo>
                    <ns1:pt x="12764" y="9327"/>
                    <ns1:pt x="12273" y="8836"/>
                    <ns1:pt x="11782" y="8836"/>
                  </ns1:cubicBezTo>
                  <ns1:cubicBezTo>
                    <ns1:pt x="11291" y="8836"/>
                    <ns1:pt x="10800" y="9327"/>
                    <ns1:pt x="10800" y="9818"/>
                  </ns1:cubicBezTo>
                  <ns1:cubicBezTo>
                    <ns1:pt x="10800" y="10309"/>
                    <ns1:pt x="11291" y="10800"/>
                    <ns1:pt x="11782" y="10800"/>
                  </ns1:cubicBezTo>
                  <ns1:moveTo>
                    <ns1:pt x="21600" y="17182"/>
                  </ns1:moveTo>
                  <ns1:cubicBezTo>
                    <ns1:pt x="21600" y="16814"/>
                    <ns1:pt x="21477" y="16445"/>
                    <ns1:pt x="21109" y="16077"/>
                  </ns1:cubicBezTo>
                  <ns1:cubicBezTo>
                    <ns1:pt x="21109" y="16077"/>
                    <ns1:pt x="20986" y="15955"/>
                    <ns1:pt x="20864" y="15955"/>
                  </ns1:cubicBezTo>
                  <ns1:cubicBezTo>
                    <ns1:pt x="16691" y="12641"/>
                    <ns1:pt x="16691" y="12641"/>
                    <ns1:pt x="16691" y="12641"/>
                  </ns1:cubicBezTo>
                  <ns1:cubicBezTo>
                    <ns1:pt x="16445" y="12395"/>
                    <ns1:pt x="16077" y="12273"/>
                    <ns1:pt x="15709" y="12273"/>
                  </ns1:cubicBezTo>
                  <ns1:cubicBezTo>
                    <ns1:pt x="15341" y="12273"/>
                    <ns1:pt x="15095" y="12395"/>
                    <ns1:pt x="14850" y="12518"/>
                  </ns1:cubicBezTo>
                  <ns1:cubicBezTo>
                    <ns1:pt x="13623" y="13745"/>
                    <ns1:pt x="13623" y="13745"/>
                    <ns1:pt x="13623" y="13745"/>
                  </ns1:cubicBezTo>
                  <ns1:cubicBezTo>
                    <ns1:pt x="13623" y="13745"/>
                    <ns1:pt x="13623" y="13745"/>
                    <ns1:pt x="13623" y="13745"/>
                  </ns1:cubicBezTo>
                  <ns1:cubicBezTo>
                    <ns1:pt x="13500" y="13991"/>
                    <ns1:pt x="13255" y="14114"/>
                    <ns1:pt x="12886" y="14114"/>
                  </ns1:cubicBezTo>
                  <ns1:cubicBezTo>
                    <ns1:pt x="12641" y="14114"/>
                    <ns1:pt x="12273" y="13868"/>
                    <ns1:pt x="12150" y="13623"/>
                  </ns1:cubicBezTo>
                  <ns1:cubicBezTo>
                    <ns1:pt x="12150" y="13623"/>
                    <ns1:pt x="12150" y="13623"/>
                    <ns1:pt x="12150" y="13623"/>
                  </ns1:cubicBezTo>
                  <ns1:cubicBezTo>
                    <ns1:pt x="10555" y="12518"/>
                    <ns1:pt x="9082" y="11168"/>
                    <ns1:pt x="7855" y="9450"/>
                  </ns1:cubicBezTo>
                  <ns1:cubicBezTo>
                    <ns1:pt x="7977" y="9450"/>
                    <ns1:pt x="7977" y="9450"/>
                    <ns1:pt x="7977" y="9450"/>
                  </ns1:cubicBezTo>
                  <ns1:cubicBezTo>
                    <ns1:pt x="7732" y="9327"/>
                    <ns1:pt x="7486" y="8959"/>
                    <ns1:pt x="7486" y="8714"/>
                  </ns1:cubicBezTo>
                  <ns1:cubicBezTo>
                    <ns1:pt x="7486" y="8345"/>
                    <ns1:pt x="7609" y="8100"/>
                    <ns1:pt x="7855" y="7977"/>
                  </ns1:cubicBezTo>
                  <ns1:cubicBezTo>
                    <ns1:pt x="7855" y="7977"/>
                    <ns1:pt x="7855" y="7977"/>
                    <ns1:pt x="7855" y="7977"/>
                  </ns1:cubicBezTo>
                  <ns1:cubicBezTo>
                    <ns1:pt x="8959" y="6750"/>
                    <ns1:pt x="8959" y="6750"/>
                    <ns1:pt x="8959" y="6750"/>
                  </ns1:cubicBezTo>
                  <ns1:cubicBezTo>
                    <ns1:pt x="9205" y="6505"/>
                    <ns1:pt x="9327" y="6259"/>
                    <ns1:pt x="9327" y="5891"/>
                  </ns1:cubicBezTo>
                  <ns1:cubicBezTo>
                    <ns1:pt x="9327" y="5523"/>
                    <ns1:pt x="9205" y="5155"/>
                    <ns1:pt x="8836" y="4909"/>
                  </ns1:cubicBezTo>
                  <ns1:cubicBezTo>
                    <ns1:pt x="5645" y="736"/>
                    <ns1:pt x="5645" y="736"/>
                    <ns1:pt x="5645" y="736"/>
                  </ns1:cubicBezTo>
                  <ns1:cubicBezTo>
                    <ns1:pt x="5645" y="614"/>
                    <ns1:pt x="5523" y="491"/>
                    <ns1:pt x="5400" y="491"/>
                  </ns1:cubicBezTo>
                  <ns1:cubicBezTo>
                    <ns1:pt x="5155" y="123"/>
                    <ns1:pt x="4786" y="0"/>
                    <ns1:pt x="4418" y="0"/>
                  </ns1:cubicBezTo>
                  <ns1:cubicBezTo>
                    <ns1:pt x="2455" y="0"/>
                    <ns1:pt x="0" y="2332"/>
                    <ns1:pt x="0" y="5155"/>
                  </ns1:cubicBezTo>
                  <ns1:cubicBezTo>
                    <ns1:pt x="0" y="5891"/>
                    <ns1:pt x="123" y="6627"/>
                    <ns1:pt x="491" y="7364"/>
                  </ns1:cubicBezTo>
                  <ns1:cubicBezTo>
                    <ns1:pt x="491" y="7364"/>
                    <ns1:pt x="491" y="7364"/>
                    <ns1:pt x="491" y="7364"/>
                  </ns1:cubicBezTo>
                  <ns1:cubicBezTo>
                    <ns1:pt x="3436" y="13255"/>
                    <ns1:pt x="8345" y="18164"/>
                    <ns1:pt x="14236" y="21109"/>
                  </ns1:cubicBezTo>
                  <ns1:cubicBezTo>
                    <ns1:pt x="14236" y="21109"/>
                    <ns1:pt x="14236" y="21109"/>
                    <ns1:pt x="14236" y="21109"/>
                  </ns1:cubicBezTo>
                  <ns1:cubicBezTo>
                    <ns1:pt x="14850" y="21477"/>
                    <ns1:pt x="15709" y="21600"/>
                    <ns1:pt x="16445" y="21600"/>
                  </ns1:cubicBezTo>
                  <ns1:cubicBezTo>
                    <ns1:pt x="19268" y="21600"/>
                    <ns1:pt x="21600" y="19145"/>
                    <ns1:pt x="21600" y="17182"/>
                  </ns1:cubicBezTo>
                  <ns1:cubicBezTo>
                    <ns1:pt x="21600" y="17182"/>
                    <ns1:pt x="21600" y="17182"/>
                    <ns1:pt x="21600" y="17182"/>
                  </ns1:cubicBezTo>
                  <ns1:close/>
                  <ns1:moveTo>
                    <ns1:pt x="16445" y="20618"/>
                  </ns1:moveTo>
                  <ns1:cubicBezTo>
                    <ns1:pt x="15832" y="20618"/>
                    <ns1:pt x="15218" y="20495"/>
                    <ns1:pt x="14605" y="20250"/>
                  </ns1:cubicBezTo>
                  <ns1:cubicBezTo>
                    <ns1:pt x="14605" y="20250"/>
                    <ns1:pt x="14605" y="20127"/>
                    <ns1:pt x="14482" y="20127"/>
                  </ns1:cubicBezTo>
                  <ns1:cubicBezTo>
                    <ns1:pt x="8959" y="17305"/>
                    <ns1:pt x="4295" y="12641"/>
                    <ns1:pt x="1473" y="7118"/>
                  </ns1:cubicBezTo>
                  <ns1:cubicBezTo>
                    <ns1:pt x="1473" y="6995"/>
                    <ns1:pt x="1350" y="6995"/>
                    <ns1:pt x="1350" y="6995"/>
                  </ns1:cubicBezTo>
                  <ns1:cubicBezTo>
                    <ns1:pt x="1105" y="6382"/>
                    <ns1:pt x="982" y="5768"/>
                    <ns1:pt x="982" y="5155"/>
                  </ns1:cubicBezTo>
                  <ns1:cubicBezTo>
                    <ns1:pt x="982" y="2823"/>
                    <ns1:pt x="3068" y="982"/>
                    <ns1:pt x="4418" y="982"/>
                  </ns1:cubicBezTo>
                  <ns1:cubicBezTo>
                    <ns1:pt x="4541" y="982"/>
                    <ns1:pt x="4664" y="1105"/>
                    <ns1:pt x="4786" y="1105"/>
                  </ns1:cubicBezTo>
                  <ns1:cubicBezTo>
                    <ns1:pt x="4786" y="1105"/>
                    <ns1:pt x="4786" y="1105"/>
                    <ns1:pt x="4786" y="1227"/>
                  </ns1:cubicBezTo>
                  <ns1:cubicBezTo>
                    <ns1:pt x="4786" y="1227"/>
                    <ns1:pt x="4909" y="1227"/>
                    <ns1:pt x="4909" y="1350"/>
                  </ns1:cubicBezTo>
                  <ns1:cubicBezTo>
                    <ns1:pt x="8100" y="5400"/>
                    <ns1:pt x="8100" y="5400"/>
                    <ns1:pt x="8100" y="5400"/>
                  </ns1:cubicBezTo>
                  <ns1:cubicBezTo>
                    <ns1:pt x="8100" y="5523"/>
                    <ns1:pt x="8223" y="5523"/>
                    <ns1:pt x="8223" y="5523"/>
                  </ns1:cubicBezTo>
                  <ns1:cubicBezTo>
                    <ns1:pt x="8223" y="5645"/>
                    <ns1:pt x="8345" y="5768"/>
                    <ns1:pt x="8345" y="5891"/>
                  </ns1:cubicBezTo>
                  <ns1:cubicBezTo>
                    <ns1:pt x="8345" y="6014"/>
                    <ns1:pt x="8345" y="6014"/>
                    <ns1:pt x="8223" y="6136"/>
                  </ns1:cubicBezTo>
                  <ns1:cubicBezTo>
                    <ns1:pt x="7118" y="7241"/>
                    <ns1:pt x="7118" y="7241"/>
                    <ns1:pt x="7118" y="7241"/>
                  </ns1:cubicBezTo>
                  <ns1:cubicBezTo>
                    <ns1:pt x="7118" y="7241"/>
                    <ns1:pt x="7118" y="7241"/>
                    <ns1:pt x="7118" y="7241"/>
                  </ns1:cubicBezTo>
                  <ns1:cubicBezTo>
                    <ns1:pt x="6750" y="7609"/>
                    <ns1:pt x="6505" y="8100"/>
                    <ns1:pt x="6505" y="8714"/>
                  </ns1:cubicBezTo>
                  <ns1:cubicBezTo>
                    <ns1:pt x="6505" y="9205"/>
                    <ns1:pt x="6750" y="9695"/>
                    <ns1:pt x="7118" y="10064"/>
                  </ns1:cubicBezTo>
                  <ns1:cubicBezTo>
                    <ns1:pt x="7118" y="10064"/>
                    <ns1:pt x="7118" y="10064"/>
                    <ns1:pt x="7118" y="10064"/>
                  </ns1:cubicBezTo>
                  <ns1:cubicBezTo>
                    <ns1:pt x="8345" y="11782"/>
                    <ns1:pt x="9818" y="13255"/>
                    <ns1:pt x="11536" y="14482"/>
                  </ns1:cubicBezTo>
                  <ns1:cubicBezTo>
                    <ns1:pt x="11536" y="14482"/>
                    <ns1:pt x="11536" y="14482"/>
                    <ns1:pt x="11536" y="14482"/>
                  </ns1:cubicBezTo>
                  <ns1:cubicBezTo>
                    <ns1:pt x="11905" y="14850"/>
                    <ns1:pt x="12395" y="15095"/>
                    <ns1:pt x="12886" y="15095"/>
                  </ns1:cubicBezTo>
                  <ns1:cubicBezTo>
                    <ns1:pt x="13377" y="15095"/>
                    <ns1:pt x="13868" y="14850"/>
                    <ns1:pt x="14236" y="14482"/>
                  </ns1:cubicBezTo>
                  <ns1:cubicBezTo>
                    <ns1:pt x="14359" y="14482"/>
                    <ns1:pt x="14359" y="14482"/>
                    <ns1:pt x="14359" y="14482"/>
                  </ns1:cubicBezTo>
                  <ns1:cubicBezTo>
                    <ns1:pt x="15464" y="13377"/>
                    <ns1:pt x="15464" y="13377"/>
                    <ns1:pt x="15464" y="13377"/>
                  </ns1:cubicBezTo>
                  <ns1:cubicBezTo>
                    <ns1:pt x="15586" y="13255"/>
                    <ns1:pt x="15586" y="13255"/>
                    <ns1:pt x="15709" y="13255"/>
                  </ns1:cubicBezTo>
                  <ns1:cubicBezTo>
                    <ns1:pt x="15832" y="13255"/>
                    <ns1:pt x="15955" y="13377"/>
                    <ns1:pt x="16077" y="13377"/>
                  </ns1:cubicBezTo>
                  <ns1:cubicBezTo>
                    <ns1:pt x="16077" y="13377"/>
                    <ns1:pt x="16077" y="13500"/>
                    <ns1:pt x="16077" y="13500"/>
                  </ns1:cubicBezTo>
                  <ns1:cubicBezTo>
                    <ns1:pt x="20250" y="16691"/>
                    <ns1:pt x="20250" y="16691"/>
                    <ns1:pt x="20250" y="16691"/>
                  </ns1:cubicBezTo>
                  <ns1:cubicBezTo>
                    <ns1:pt x="20373" y="16691"/>
                    <ns1:pt x="20373" y="16691"/>
                    <ns1:pt x="20373" y="16814"/>
                  </ns1:cubicBezTo>
                  <ns1:cubicBezTo>
                    <ns1:pt x="20373" y="16814"/>
                    <ns1:pt x="20495" y="16814"/>
                    <ns1:pt x="20495" y="16814"/>
                  </ns1:cubicBezTo>
                  <ns1:cubicBezTo>
                    <ns1:pt x="20495" y="16936"/>
                    <ns1:pt x="20618" y="16936"/>
                    <ns1:pt x="20618" y="17182"/>
                  </ns1:cubicBezTo>
                  <ns1:cubicBezTo>
                    <ns1:pt x="20618" y="17182"/>
                    <ns1:pt x="20618" y="17182"/>
                    <ns1:pt x="20618" y="17305"/>
                  </ns1:cubicBezTo>
                  <ns1:cubicBezTo>
                    <ns1:pt x="20495" y="18655"/>
                    <ns1:pt x="18777" y="20618"/>
                    <ns1:pt x="16445" y="20618"/>
                  </ns1:cubicBezTo>
                </ns1:path>
              </ns1:pathLst>
            </ns1:custGeom>
            <ns1:solidFill>
              <ns1:srgbClr val="B72FE1"/>
            </ns1:solidFill>
            <ns1:ln w="12700">
              <ns1:miter lim="400000"/>
            </ns1:ln>
          </ns0:spPr>
          <ns0:txBody>
            <ns1:bodyPr lIns="45719" rIns="45719"/>
            <ns1:lstStyle/>
            <ns1:p>
              <ns1:endParaRPr>
                <ns1:solidFill>
                  <ns1:schemeClr val="tx1">
                    <ns1:lumMod val="95000"/>
                    <ns1:lumOff val="5000"/>
                  </ns1:schemeClr>
                </ns1:solidFill>
              </ns1:endParaRPr>
            </ns1:p>
          </ns0:txBody>
        </ns0:sp>
        <ns0:sp>
          <ns0:nvSpPr>
            <ns0:cNvPr id="17" name="Shape">
              <ns1:extLst>
                <ns1:ext uri="{FF2B5EF4-FFF2-40B4-BE49-F238E27FC236}">
                  <ns2:creationId id="{F7A4C16A-7A01-4829-9998-B9ACBC1F89C1}"/>
                </ns1:ext>
              </ns1:extLst>
            </ns0:cNvPr>
            <ns0:cNvSpPr/>
            <ns0:nvPr/>
          </ns0:nvSpPr>
          <ns0:spPr>
            <ns1:xfrm>
              <ns1:off x="7295988" y="2757442"/>
              <ns1:ext cx="216337" cy="298395"/>
            </ns1:xfrm>
            <ns1:custGeom>
              <ns1:avLst/>
              <ns1:gdLst/>
              <ns1:ahLst/>
              <ns1:cxnLst>
                <ns1:cxn ang="0">
                  <ns1:pos x="wd2" y="hd2"/>
                </ns1:cxn>
                <ns1:cxn ang="5400000">
                  <ns1:pos x="wd2" y="hd2"/>
                </ns1:cxn>
                <ns1:cxn ang="10800000">
                  <ns1:pos x="wd2" y="hd2"/>
                </ns1:cxn>
                <ns1:cxn ang="16200000">
                  <ns1:pos x="wd2" y="hd2"/>
                </ns1:cxn>
              </ns1:cxnLst>
              <ns1:rect l="0" t="0" r="r" b="b"/>
              <ns1:pathLst>
                <ns1:path w="21600" h="21600" extrusionOk="0">
                  <ns1:moveTo>
                    <ns1:pt x="10800" y="0"/>
                  </ns1:moveTo>
                  <ns1:cubicBezTo>
                    <ns1:pt x="4894" y="0"/>
                    <ns1:pt x="0" y="3559"/>
                    <ns1:pt x="0" y="7855"/>
                  </ns1:cubicBezTo>
                  <ns1:cubicBezTo>
                    <ns1:pt x="0" y="14236"/>
                    <ns1:pt x="10800" y="21600"/>
                    <ns1:pt x="10800" y="21600"/>
                  </ns1:cubicBezTo>
                  <ns1:cubicBezTo>
                    <ns1:pt x="10800" y="21600"/>
                    <ns1:pt x="21600" y="14236"/>
                    <ns1:pt x="21600" y="7855"/>
                  </ns1:cubicBezTo>
                  <ns1:cubicBezTo>
                    <ns1:pt x="21600" y="3559"/>
                    <ns1:pt x="16706" y="0"/>
                    <ns1:pt x="10800" y="0"/>
                  </ns1:cubicBezTo>
                  <ns1:moveTo>
                    <ns1:pt x="10800" y="20127"/>
                  </ns1:moveTo>
                  <ns1:cubicBezTo>
                    <ns1:pt x="10800" y="20127"/>
                    <ns1:pt x="1350" y="13745"/>
                    <ns1:pt x="1350" y="7855"/>
                  </ns1:cubicBezTo>
                  <ns1:cubicBezTo>
                    <ns1:pt x="1350" y="4050"/>
                    <ns1:pt x="5569" y="982"/>
                    <ns1:pt x="10800" y="982"/>
                  </ns1:cubicBezTo>
                  <ns1:cubicBezTo>
                    <ns1:pt x="16031" y="982"/>
                    <ns1:pt x="20250" y="4050"/>
                    <ns1:pt x="20250" y="7855"/>
                  </ns1:cubicBezTo>
                  <ns1:cubicBezTo>
                    <ns1:pt x="20250" y="13745"/>
                    <ns1:pt x="10800" y="20127"/>
                    <ns1:pt x="10800" y="20127"/>
                  </ns1:cubicBezTo>
                  <ns1:moveTo>
                    <ns1:pt x="10800" y="3927"/>
                  </ns1:moveTo>
                  <ns1:cubicBezTo>
                    <ns1:pt x="7762" y="3927"/>
                    <ns1:pt x="5400" y="5645"/>
                    <ns1:pt x="5400" y="7855"/>
                  </ns1:cubicBezTo>
                  <ns1:cubicBezTo>
                    <ns1:pt x="5400" y="10064"/>
                    <ns1:pt x="7762" y="11782"/>
                    <ns1:pt x="10800" y="11782"/>
                  </ns1:cubicBezTo>
                  <ns1:cubicBezTo>
                    <ns1:pt x="13837" y="11782"/>
                    <ns1:pt x="16200" y="10064"/>
                    <ns1:pt x="16200" y="7855"/>
                  </ns1:cubicBezTo>
                  <ns1:cubicBezTo>
                    <ns1:pt x="16200" y="5645"/>
                    <ns1:pt x="13837" y="3927"/>
                    <ns1:pt x="10800" y="3927"/>
                  </ns1:cubicBezTo>
                  <ns1:moveTo>
                    <ns1:pt x="10800" y="10800"/>
                  </ns1:moveTo>
                  <ns1:cubicBezTo>
                    <ns1:pt x="8606" y="10800"/>
                    <ns1:pt x="6750" y="9450"/>
                    <ns1:pt x="6750" y="7855"/>
                  </ns1:cubicBezTo>
                  <ns1:cubicBezTo>
                    <ns1:pt x="6750" y="6259"/>
                    <ns1:pt x="8606" y="4909"/>
                    <ns1:pt x="10800" y="4909"/>
                  </ns1:cubicBezTo>
                  <ns1:cubicBezTo>
                    <ns1:pt x="12994" y="4909"/>
                    <ns1:pt x="14850" y="6259"/>
                    <ns1:pt x="14850" y="7855"/>
                  </ns1:cubicBezTo>
                  <ns1:cubicBezTo>
                    <ns1:pt x="14850" y="9450"/>
                    <ns1:pt x="12994" y="10800"/>
                    <ns1:pt x="10800" y="10800"/>
                  </ns1:cubicBezTo>
                </ns1:path>
              </ns1:pathLst>
            </ns1:custGeom>
            <ns1:solidFill>
              <ns1:srgbClr val="B72FE1"/>
            </ns1:solidFill>
            <ns1:ln w="12700">
              <ns1:miter lim="400000"/>
            </ns1:ln>
          </ns0:spPr>
          <ns0:txBody>
            <ns1:bodyPr lIns="45719" rIns="45719"/>
            <ns1:lstStyle/>
            <ns1:p>
              <ns1:endParaRPr/>
            </ns1:p>
          </ns0:txBody>
        </ns0:sp>
        <ns0:sp>
          <ns0:nvSpPr>
            <ns0:cNvPr id="18" name="Shape">
              <ns1:extLst>
                <ns1:ext uri="{FF2B5EF4-FFF2-40B4-BE49-F238E27FC236}">
                  <ns2:creationId id="{5B8F8C0F-AFC7-48FC-8C06-1843C8D8B58D}"/>
                </ns1:ext>
              </ns1:extLst>
            </ns0:cNvPr>
            <ns0:cNvSpPr/>
            <ns0:nvPr/>
          </ns0:nvSpPr>
          <ns0:spPr>
            <ns1:xfrm>
              <ns1:off x="7256171" y="5420270"/>
              <ns1:ext cx="329971" cy="329972"/>
            </ns1:xfrm>
            <ns1:custGeom>
              <ns1:avLst/>
              <ns1:gdLst/>
              <ns1:ahLst/>
              <ns1:cxnLst>
                <ns1:cxn ang="0">
                  <ns1:pos x="wd2" y="hd2"/>
                </ns1:cxn>
                <ns1:cxn ang="5400000">
                  <ns1:pos x="wd2" y="hd2"/>
                </ns1:cxn>
                <ns1:cxn ang="10800000">
                  <ns1:pos x="wd2" y="hd2"/>
                </ns1:cxn>
                <ns1:cxn ang="16200000">
                  <ns1:pos x="wd2" y="hd2"/>
                </ns1:cxn>
              </ns1:cxnLst>
              <ns1:rect l="0" t="0" r="r" b="b"/>
              <ns1:pathLst>
                <ns1:path w="21600" h="21600" extrusionOk="0">
                  <ns1:moveTo>
                    <ns1:pt x="10800" y="0"/>
                  </ns1:moveTo>
                  <ns1:cubicBezTo>
                    <ns1:pt x="4786" y="0"/>
                    <ns1:pt x="0" y="4786"/>
                    <ns1:pt x="0" y="10800"/>
                  </ns1:cubicBezTo>
                  <ns1:cubicBezTo>
                    <ns1:pt x="0" y="16814"/>
                    <ns1:pt x="4786" y="21600"/>
                    <ns1:pt x="10800" y="21600"/>
                  </ns1:cubicBezTo>
                  <ns1:cubicBezTo>
                    <ns1:pt x="16814" y="21600"/>
                    <ns1:pt x="21600" y="16814"/>
                    <ns1:pt x="21600" y="10800"/>
                  </ns1:cubicBezTo>
                  <ns1:cubicBezTo>
                    <ns1:pt x="21600" y="4786"/>
                    <ns1:pt x="16814" y="0"/>
                    <ns1:pt x="10800" y="0"/>
                  </ns1:cubicBezTo>
                  <ns1:moveTo>
                    <ns1:pt x="10800" y="20618"/>
                  </ns1:moveTo>
                  <ns1:cubicBezTo>
                    <ns1:pt x="5400" y="20618"/>
                    <ns1:pt x="982" y="16200"/>
                    <ns1:pt x="982" y="10800"/>
                  </ns1:cubicBezTo>
                  <ns1:cubicBezTo>
                    <ns1:pt x="982" y="5400"/>
                    <ns1:pt x="5400" y="982"/>
                    <ns1:pt x="10800" y="982"/>
                  </ns1:cubicBezTo>
                  <ns1:cubicBezTo>
                    <ns1:pt x="16200" y="982"/>
                    <ns1:pt x="20618" y="5400"/>
                    <ns1:pt x="20618" y="10800"/>
                  </ns1:cubicBezTo>
                  <ns1:cubicBezTo>
                    <ns1:pt x="20618" y="16200"/>
                    <ns1:pt x="16200" y="20618"/>
                    <ns1:pt x="10800" y="20618"/>
                  </ns1:cubicBezTo>
                  <ns1:moveTo>
                    <ns1:pt x="13745" y="5891"/>
                  </ns1:moveTo>
                  <ns1:cubicBezTo>
                    <ns1:pt x="7855" y="5891"/>
                    <ns1:pt x="7855" y="5891"/>
                    <ns1:pt x="7855" y="5891"/>
                  </ns1:cubicBezTo>
                  <ns1:cubicBezTo>
                    <ns1:pt x="6750" y="5891"/>
                    <ns1:pt x="5891" y="6750"/>
                    <ns1:pt x="5891" y="7855"/>
                  </ns1:cubicBezTo>
                  <ns1:cubicBezTo>
                    <ns1:pt x="5891" y="13745"/>
                    <ns1:pt x="5891" y="13745"/>
                    <ns1:pt x="5891" y="13745"/>
                  </ns1:cubicBezTo>
                  <ns1:cubicBezTo>
                    <ns1:pt x="5891" y="14850"/>
                    <ns1:pt x="6750" y="15709"/>
                    <ns1:pt x="7855" y="15709"/>
                  </ns1:cubicBezTo>
                  <ns1:cubicBezTo>
                    <ns1:pt x="13745" y="15709"/>
                    <ns1:pt x="13745" y="15709"/>
                    <ns1:pt x="13745" y="15709"/>
                  </ns1:cubicBezTo>
                  <ns1:cubicBezTo>
                    <ns1:pt x="14850" y="15709"/>
                    <ns1:pt x="15709" y="14850"/>
                    <ns1:pt x="15709" y="13745"/>
                  </ns1:cubicBezTo>
                  <ns1:cubicBezTo>
                    <ns1:pt x="15709" y="7855"/>
                    <ns1:pt x="15709" y="7855"/>
                    <ns1:pt x="15709" y="7855"/>
                  </ns1:cubicBezTo>
                  <ns1:cubicBezTo>
                    <ns1:pt x="15709" y="6750"/>
                    <ns1:pt x="14850" y="5891"/>
                    <ns1:pt x="13745" y="5891"/>
                  </ns1:cubicBezTo>
                  <ns1:moveTo>
                    <ns1:pt x="12764" y="7364"/>
                  </ns1:moveTo>
                  <ns1:cubicBezTo>
                    <ns1:pt x="14236" y="7364"/>
                    <ns1:pt x="14236" y="7364"/>
                    <ns1:pt x="14236" y="7364"/>
                  </ns1:cubicBezTo>
                  <ns1:cubicBezTo>
                    <ns1:pt x="14236" y="8836"/>
                    <ns1:pt x="14236" y="8836"/>
                    <ns1:pt x="14236" y="8836"/>
                  </ns1:cubicBezTo>
                  <ns1:cubicBezTo>
                    <ns1:pt x="12764" y="8836"/>
                    <ns1:pt x="12764" y="8836"/>
                    <ns1:pt x="12764" y="8836"/>
                  </ns1:cubicBezTo>
                  <ns1:lnTo>
                    <ns1:pt x="12764" y="7364"/>
                  </ns1:lnTo>
                  <ns1:close/>
                  <ns1:moveTo>
                    <ns1:pt x="10800" y="8836"/>
                  </ns1:moveTo>
                  <ns1:cubicBezTo>
                    <ns1:pt x="11905" y="8836"/>
                    <ns1:pt x="12764" y="9695"/>
                    <ns1:pt x="12764" y="10800"/>
                  </ns1:cubicBezTo>
                  <ns1:cubicBezTo>
                    <ns1:pt x="12764" y="11905"/>
                    <ns1:pt x="11905" y="12764"/>
                    <ns1:pt x="10800" y="12764"/>
                  </ns1:cubicBezTo>
                  <ns1:cubicBezTo>
                    <ns1:pt x="9695" y="12764"/>
                    <ns1:pt x="8836" y="11905"/>
                    <ns1:pt x="8836" y="10800"/>
                  </ns1:cubicBezTo>
                  <ns1:cubicBezTo>
                    <ns1:pt x="8836" y="9695"/>
                    <ns1:pt x="9695" y="8836"/>
                    <ns1:pt x="10800" y="8836"/>
                  </ns1:cubicBezTo>
                  <ns1:moveTo>
                    <ns1:pt x="14727" y="13745"/>
                  </ns1:moveTo>
                  <ns1:cubicBezTo>
                    <ns1:pt x="14727" y="14236"/>
                    <ns1:pt x="14236" y="14727"/>
                    <ns1:pt x="13745" y="14727"/>
                  </ns1:cubicBezTo>
                  <ns1:cubicBezTo>
                    <ns1:pt x="7855" y="14727"/>
                    <ns1:pt x="7855" y="14727"/>
                    <ns1:pt x="7855" y="14727"/>
                  </ns1:cubicBezTo>
                  <ns1:cubicBezTo>
                    <ns1:pt x="7364" y="14727"/>
                    <ns1:pt x="6873" y="14236"/>
                    <ns1:pt x="6873" y="13745"/>
                  </ns1:cubicBezTo>
                  <ns1:cubicBezTo>
                    <ns1:pt x="6873" y="10309"/>
                    <ns1:pt x="6873" y="10309"/>
                    <ns1:pt x="6873" y="10309"/>
                  </ns1:cubicBezTo>
                  <ns1:cubicBezTo>
                    <ns1:pt x="7855" y="10309"/>
                    <ns1:pt x="7855" y="10309"/>
                    <ns1:pt x="7855" y="10309"/>
                  </ns1:cubicBezTo>
                  <ns1:cubicBezTo>
                    <ns1:pt x="7855" y="10432"/>
                    <ns1:pt x="7855" y="10677"/>
                    <ns1:pt x="7855" y="10800"/>
                  </ns1:cubicBezTo>
                  <ns1:cubicBezTo>
                    <ns1:pt x="7855" y="12395"/>
                    <ns1:pt x="9205" y="13745"/>
                    <ns1:pt x="10800" y="13745"/>
                  </ns1:cubicBezTo>
                  <ns1:cubicBezTo>
                    <ns1:pt x="12395" y="13745"/>
                    <ns1:pt x="13745" y="12395"/>
                    <ns1:pt x="13745" y="10800"/>
                  </ns1:cubicBezTo>
                  <ns1:cubicBezTo>
                    <ns1:pt x="13745" y="10677"/>
                    <ns1:pt x="13745" y="10432"/>
                    <ns1:pt x="13745" y="10309"/>
                  </ns1:cubicBezTo>
                  <ns1:cubicBezTo>
                    <ns1:pt x="14727" y="10309"/>
                    <ns1:pt x="14727" y="10309"/>
                    <ns1:pt x="14727" y="10309"/>
                  </ns1:cubicBezTo>
                  <ns1:lnTo>
                    <ns1:pt x="14727" y="13745"/>
                  </ns1:lnTo>
                  <ns1:close/>
                </ns1:path>
              </ns1:pathLst>
            </ns1:custGeom>
            <ns1:solidFill>
              <ns1:srgbClr val="B72FE1"/>
            </ns1:solidFill>
            <ns1:ln w="12700">
              <ns1:miter lim="400000"/>
            </ns1:ln>
          </ns0:spPr>
          <ns0:txBody>
            <ns1:bodyPr lIns="45719" rIns="45719"/>
            <ns1:lstStyle/>
            <ns1:p>
              <ns1:endParaRPr/>
            </ns1:p>
          </ns0:txBody>
        </ns0:sp>
        <ns0:sp>
          <ns0:nvSpPr>
            <ns0:cNvPr id="19" name="Shape">
              <ns1:extLst>
                <ns1:ext uri="{FF2B5EF4-FFF2-40B4-BE49-F238E27FC236}">
                  <ns2:creationId id="{E660002D-B74C-4289-BC68-EA73F4531B8B}"/>
                </ns1:ext>
              </ns1:extLst>
            </ns0:cNvPr>
            <ns0:cNvSpPr/>
            <ns0:nvPr/>
          </ns0:nvSpPr>
          <ns0:spPr>
            <ns1:xfrm>
              <ns1:off x="7256966" y="4963334"/>
              <ns1:ext cx="316476" cy="316477"/>
            </ns1:xfrm>
            <ns1:custGeom>
              <ns1:avLst/>
              <ns1:gdLst/>
              <ns1:ahLst/>
              <ns1:cxnLst>
                <ns1:cxn ang="0">
                  <ns1:pos x="wd2" y="hd2"/>
                </ns1:cxn>
                <ns1:cxn ang="5400000">
                  <ns1:pos x="wd2" y="hd2"/>
                </ns1:cxn>
                <ns1:cxn ang="10800000">
                  <ns1:pos x="wd2" y="hd2"/>
                </ns1:cxn>
                <ns1:cxn ang="16200000">
                  <ns1:pos x="wd2" y="hd2"/>
                </ns1:cxn>
              </ns1:cxnLst>
              <ns1:rect l="0" t="0" r="r" b="b"/>
              <ns1:pathLst>
                <ns1:path w="21600" h="21600" extrusionOk="0">
                  <ns1:moveTo>
                    <ns1:pt x="10800" y="0"/>
                  </ns1:moveTo>
                  <ns1:cubicBezTo>
                    <ns1:pt x="4786" y="0"/>
                    <ns1:pt x="0" y="4786"/>
                    <ns1:pt x="0" y="10800"/>
                  </ns1:cubicBezTo>
                  <ns1:cubicBezTo>
                    <ns1:pt x="0" y="16814"/>
                    <ns1:pt x="4786" y="21600"/>
                    <ns1:pt x="10800" y="21600"/>
                  </ns1:cubicBezTo>
                  <ns1:cubicBezTo>
                    <ns1:pt x="16814" y="21600"/>
                    <ns1:pt x="21600" y="16814"/>
                    <ns1:pt x="21600" y="10800"/>
                  </ns1:cubicBezTo>
                  <ns1:cubicBezTo>
                    <ns1:pt x="21600" y="4786"/>
                    <ns1:pt x="16814" y="0"/>
                    <ns1:pt x="10800" y="0"/>
                  </ns1:cubicBezTo>
                  <ns1:moveTo>
                    <ns1:pt x="10800" y="20618"/>
                  </ns1:moveTo>
                  <ns1:cubicBezTo>
                    <ns1:pt x="5400" y="20618"/>
                    <ns1:pt x="982" y="16200"/>
                    <ns1:pt x="982" y="10800"/>
                  </ns1:cubicBezTo>
                  <ns1:cubicBezTo>
                    <ns1:pt x="982" y="5400"/>
                    <ns1:pt x="5400" y="982"/>
                    <ns1:pt x="10800" y="982"/>
                  </ns1:cubicBezTo>
                  <ns1:cubicBezTo>
                    <ns1:pt x="16200" y="982"/>
                    <ns1:pt x="20618" y="5400"/>
                    <ns1:pt x="20618" y="10800"/>
                  </ns1:cubicBezTo>
                  <ns1:cubicBezTo>
                    <ns1:pt x="20618" y="16200"/>
                    <ns1:pt x="16200" y="20618"/>
                    <ns1:pt x="10800" y="20618"/>
                  </ns1:cubicBezTo>
                  <ns1:moveTo>
                    <ns1:pt x="11782" y="8468"/>
                  </ns1:moveTo>
                  <ns1:cubicBezTo>
                    <ns1:pt x="11782" y="8100"/>
                    <ns1:pt x="11782" y="7855"/>
                    <ns1:pt x="12395" y="7855"/>
                  </ns1:cubicBezTo>
                  <ns1:cubicBezTo>
                    <ns1:pt x="13255" y="7855"/>
                    <ns1:pt x="13255" y="7855"/>
                    <ns1:pt x="13255" y="7855"/>
                  </ns1:cubicBezTo>
                  <ns1:cubicBezTo>
                    <ns1:pt x="13255" y="6382"/>
                    <ns1:pt x="13255" y="6382"/>
                    <ns1:pt x="13255" y="6382"/>
                  </ns1:cubicBezTo>
                  <ns1:cubicBezTo>
                    <ns1:pt x="11905" y="6382"/>
                    <ns1:pt x="11905" y="6382"/>
                    <ns1:pt x="11905" y="6382"/>
                  </ns1:cubicBezTo>
                  <ns1:cubicBezTo>
                    <ns1:pt x="10309" y="6382"/>
                    <ns1:pt x="9818" y="7118"/>
                    <ns1:pt x="9818" y="8345"/>
                  </ns1:cubicBezTo>
                  <ns1:cubicBezTo>
                    <ns1:pt x="9818" y="9327"/>
                    <ns1:pt x="9818" y="9327"/>
                    <ns1:pt x="9818" y="9327"/>
                  </ns1:cubicBezTo>
                  <ns1:cubicBezTo>
                    <ns1:pt x="8836" y="9327"/>
                    <ns1:pt x="8836" y="9327"/>
                    <ns1:pt x="8836" y="9327"/>
                  </ns1:cubicBezTo>
                  <ns1:cubicBezTo>
                    <ns1:pt x="8836" y="10800"/>
                    <ns1:pt x="8836" y="10800"/>
                    <ns1:pt x="8836" y="10800"/>
                  </ns1:cubicBezTo>
                  <ns1:cubicBezTo>
                    <ns1:pt x="9818" y="10800"/>
                    <ns1:pt x="9818" y="10800"/>
                    <ns1:pt x="9818" y="10800"/>
                  </ns1:cubicBezTo>
                  <ns1:cubicBezTo>
                    <ns1:pt x="9818" y="15218"/>
                    <ns1:pt x="9818" y="15218"/>
                    <ns1:pt x="9818" y="15218"/>
                  </ns1:cubicBezTo>
                  <ns1:cubicBezTo>
                    <ns1:pt x="11782" y="15218"/>
                    <ns1:pt x="11782" y="15218"/>
                    <ns1:pt x="11782" y="15218"/>
                  </ns1:cubicBezTo>
                  <ns1:cubicBezTo>
                    <ns1:pt x="11782" y="10800"/>
                    <ns1:pt x="11782" y="10800"/>
                    <ns1:pt x="11782" y="10800"/>
                  </ns1:cubicBezTo>
                  <ns1:cubicBezTo>
                    <ns1:pt x="13132" y="10800"/>
                    <ns1:pt x="13132" y="10800"/>
                    <ns1:pt x="13132" y="10800"/>
                  </ns1:cubicBezTo>
                  <ns1:cubicBezTo>
                    <ns1:pt x="13255" y="9327"/>
                    <ns1:pt x="13255" y="9327"/>
                    <ns1:pt x="13255" y="9327"/>
                  </ns1:cubicBezTo>
                  <ns1:cubicBezTo>
                    <ns1:pt x="11782" y="9327"/>
                    <ns1:pt x="11782" y="9327"/>
                    <ns1:pt x="11782" y="9327"/>
                  </ns1:cubicBezTo>
                  <ns1:lnTo>
                    <ns1:pt x="11782" y="8468"/>
                  </ns1:lnTo>
                  <ns1:close/>
                </ns1:path>
              </ns1:pathLst>
            </ns1:custGeom>
            <ns1:solidFill>
              <ns1:srgbClr val="B72FE1"/>
            </ns1:solidFill>
            <ns1:ln w="12700">
              <ns1:miter lim="400000"/>
            </ns1:ln>
          </ns0:spPr>
          <ns0:txBody>
            <ns1:bodyPr lIns="45719" rIns="45719"/>
            <ns1:lstStyle/>
            <ns1:p>
              <ns1:endParaRPr/>
            </ns1:p>
          </ns0:txBody>
        </ns0:sp>
        <ns0:sp>
          <ns0:nvSpPr>
            <ns0:cNvPr id="20" name="Shape">
              <ns1:extLst>
                <ns1:ext uri="{FF2B5EF4-FFF2-40B4-BE49-F238E27FC236}">
                  <ns2:creationId id="{2EACBDDD-899E-4AA8-BB29-315807B2929B}"/>
                </ns1:ext>
              </ns1:extLst>
            </ns0:cNvPr>
            <ns0:cNvSpPr/>
            <ns0:nvPr/>
          </ns0:nvSpPr>
          <ns0:spPr>
            <ns1:xfrm>
              <ns1:off x="7269984" y="4524055"/>
              <ns1:ext cx="290441" cy="273420"/>
            </ns1:xfrm>
            <ns1:custGeom>
              <ns1:avLst/>
              <ns1:gdLst/>
              <ns1:ahLst/>
              <ns1:cxnLst>
                <ns1:cxn ang="0">
                  <ns1:pos x="wd2" y="hd2"/>
                </ns1:cxn>
                <ns1:cxn ang="5400000">
                  <ns1:pos x="wd2" y="hd2"/>
                </ns1:cxn>
                <ns1:cxn ang="10800000">
                  <ns1:pos x="wd2" y="hd2"/>
                </ns1:cxn>
                <ns1:cxn ang="16200000">
                  <ns1:pos x="wd2" y="hd2"/>
                </ns1:cxn>
              </ns1:cxnLst>
              <ns1:rect l="0" t="0" r="r" b="b"/>
              <ns1:pathLst>
                <ns1:path w="21600" h="21600" extrusionOk="0">
                  <ns1:moveTo>
                    <ns1:pt x="10800" y="0"/>
                  </ns1:moveTo>
                  <ns1:cubicBezTo>
                    <ns1:pt x="4786" y="0"/>
                    <ns1:pt x="0" y="4786"/>
                    <ns1:pt x="0" y="10800"/>
                  </ns1:cubicBezTo>
                  <ns1:cubicBezTo>
                    <ns1:pt x="0" y="16814"/>
                    <ns1:pt x="4786" y="21600"/>
                    <ns1:pt x="10800" y="21600"/>
                  </ns1:cubicBezTo>
                  <ns1:cubicBezTo>
                    <ns1:pt x="16814" y="21600"/>
                    <ns1:pt x="21600" y="16814"/>
                    <ns1:pt x="21600" y="10800"/>
                  </ns1:cubicBezTo>
                  <ns1:cubicBezTo>
                    <ns1:pt x="21600" y="4786"/>
                    <ns1:pt x="16814" y="0"/>
                    <ns1:pt x="10800" y="0"/>
                  </ns1:cubicBezTo>
                  <ns1:moveTo>
                    <ns1:pt x="7855" y="1473"/>
                  </ns1:moveTo>
                  <ns1:cubicBezTo>
                    <ns1:pt x="7732" y="1595"/>
                    <ns1:pt x="7486" y="1841"/>
                    <ns1:pt x="7241" y="2209"/>
                  </ns1:cubicBezTo>
                  <ns1:cubicBezTo>
                    <ns1:pt x="7241" y="2209"/>
                    <ns1:pt x="7241" y="2209"/>
                    <ns1:pt x="7241" y="2209"/>
                  </ns1:cubicBezTo>
                  <ns1:cubicBezTo>
                    <ns1:pt x="6873" y="2823"/>
                    <ns1:pt x="6505" y="3436"/>
                    <ns1:pt x="6136" y="4173"/>
                  </ns1:cubicBezTo>
                  <ns1:cubicBezTo>
                    <ns1:pt x="6136" y="4173"/>
                    <ns1:pt x="6136" y="4173"/>
                    <ns1:pt x="6136" y="4173"/>
                  </ns1:cubicBezTo>
                  <ns1:cubicBezTo>
                    <ns1:pt x="6136" y="4295"/>
                    <ns1:pt x="6136" y="4295"/>
                    <ns1:pt x="6136" y="4418"/>
                  </ns1:cubicBezTo>
                  <ns1:cubicBezTo>
                    <ns1:pt x="5523" y="4050"/>
                    <ns1:pt x="4909" y="3682"/>
                    <ns1:pt x="4418" y="3314"/>
                  </ns1:cubicBezTo>
                  <ns1:cubicBezTo>
                    <ns1:pt x="5400" y="2455"/>
                    <ns1:pt x="6627" y="1841"/>
                    <ns1:pt x="7855" y="1473"/>
                  </ns1:cubicBezTo>
                  <ns1:moveTo>
                    <ns1:pt x="3805" y="3927"/>
                  </ns1:moveTo>
                  <ns1:cubicBezTo>
                    <ns1:pt x="4295" y="4418"/>
                    <ns1:pt x="5032" y="4909"/>
                    <ns1:pt x="5768" y="5277"/>
                  </ns1:cubicBezTo>
                  <ns1:cubicBezTo>
                    <ns1:pt x="5768" y="5277"/>
                    <ns1:pt x="5768" y="5400"/>
                    <ns1:pt x="5645" y="5400"/>
                  </ns1:cubicBezTo>
                  <ns1:cubicBezTo>
                    <ns1:pt x="5523" y="6136"/>
                    <ns1:pt x="5277" y="6995"/>
                    <ns1:pt x="5155" y="7732"/>
                  </ns1:cubicBezTo>
                  <ns1:cubicBezTo>
                    <ns1:pt x="5155" y="7855"/>
                    <ns1:pt x="5155" y="7977"/>
                    <ns1:pt x="5155" y="8100"/>
                  </ns1:cubicBezTo>
                  <ns1:cubicBezTo>
                    <ns1:pt x="5032" y="8468"/>
                    <ns1:pt x="5032" y="8714"/>
                    <ns1:pt x="5032" y="9082"/>
                  </ns1:cubicBezTo>
                  <ns1:cubicBezTo>
                    <ns1:pt x="5032" y="9205"/>
                    <ns1:pt x="4909" y="9327"/>
                    <ns1:pt x="4909" y="9450"/>
                  </ns1:cubicBezTo>
                  <ns1:cubicBezTo>
                    <ns1:pt x="4909" y="9695"/>
                    <ns1:pt x="4909" y="10064"/>
                    <ns1:pt x="4909" y="10309"/>
                  </ns1:cubicBezTo>
                  <ns1:cubicBezTo>
                    <ns1:pt x="982" y="10309"/>
                    <ns1:pt x="982" y="10309"/>
                    <ns1:pt x="982" y="10309"/>
                  </ns1:cubicBezTo>
                  <ns1:cubicBezTo>
                    <ns1:pt x="1105" y="7855"/>
                    <ns1:pt x="2209" y="5645"/>
                    <ns1:pt x="3805" y="3927"/>
                  </ns1:cubicBezTo>
                  <ns1:moveTo>
                    <ns1:pt x="982" y="11291"/>
                  </ns1:moveTo>
                  <ns1:cubicBezTo>
                    <ns1:pt x="4909" y="11291"/>
                    <ns1:pt x="4909" y="11291"/>
                    <ns1:pt x="4909" y="11291"/>
                  </ns1:cubicBezTo>
                  <ns1:cubicBezTo>
                    <ns1:pt x="4909" y="11536"/>
                    <ns1:pt x="4909" y="11905"/>
                    <ns1:pt x="4909" y="12150"/>
                  </ns1:cubicBezTo>
                  <ns1:cubicBezTo>
                    <ns1:pt x="4909" y="12273"/>
                    <ns1:pt x="5032" y="12395"/>
                    <ns1:pt x="5032" y="12518"/>
                  </ns1:cubicBezTo>
                  <ns1:cubicBezTo>
                    <ns1:pt x="5032" y="12886"/>
                    <ns1:pt x="5032" y="13132"/>
                    <ns1:pt x="5155" y="13500"/>
                  </ns1:cubicBezTo>
                  <ns1:cubicBezTo>
                    <ns1:pt x="5155" y="13623"/>
                    <ns1:pt x="5155" y="13745"/>
                    <ns1:pt x="5155" y="13868"/>
                  </ns1:cubicBezTo>
                  <ns1:cubicBezTo>
                    <ns1:pt x="5277" y="14605"/>
                    <ns1:pt x="5523" y="15464"/>
                    <ns1:pt x="5645" y="16200"/>
                  </ns1:cubicBezTo>
                  <ns1:cubicBezTo>
                    <ns1:pt x="5768" y="16200"/>
                    <ns1:pt x="5768" y="16323"/>
                    <ns1:pt x="5768" y="16323"/>
                  </ns1:cubicBezTo>
                  <ns1:cubicBezTo>
                    <ns1:pt x="5032" y="16691"/>
                    <ns1:pt x="4295" y="17182"/>
                    <ns1:pt x="3805" y="17673"/>
                  </ns1:cubicBezTo>
                  <ns1:cubicBezTo>
                    <ns1:pt x="2209" y="15955"/>
                    <ns1:pt x="1105" y="13745"/>
                    <ns1:pt x="982" y="11291"/>
                  </ns1:cubicBezTo>
                  <ns1:moveTo>
                    <ns1:pt x="4418" y="18286"/>
                  </ns1:moveTo>
                  <ns1:cubicBezTo>
                    <ns1:pt x="4909" y="17918"/>
                    <ns1:pt x="5523" y="17550"/>
                    <ns1:pt x="6136" y="17182"/>
                  </ns1:cubicBezTo>
                  <ns1:cubicBezTo>
                    <ns1:pt x="6136" y="17305"/>
                    <ns1:pt x="6136" y="17305"/>
                    <ns1:pt x="6136" y="17427"/>
                  </ns1:cubicBezTo>
                  <ns1:cubicBezTo>
                    <ns1:pt x="6136" y="17427"/>
                    <ns1:pt x="6136" y="17427"/>
                    <ns1:pt x="6136" y="17427"/>
                  </ns1:cubicBezTo>
                  <ns1:cubicBezTo>
                    <ns1:pt x="6505" y="18164"/>
                    <ns1:pt x="6873" y="18777"/>
                    <ns1:pt x="7241" y="19391"/>
                  </ns1:cubicBezTo>
                  <ns1:cubicBezTo>
                    <ns1:pt x="7241" y="19391"/>
                    <ns1:pt x="7241" y="19391"/>
                    <ns1:pt x="7241" y="19391"/>
                  </ns1:cubicBezTo>
                  <ns1:cubicBezTo>
                    <ns1:pt x="7486" y="19759"/>
                    <ns1:pt x="7732" y="20005"/>
                    <ns1:pt x="7855" y="20127"/>
                  </ns1:cubicBezTo>
                  <ns1:cubicBezTo>
                    <ns1:pt x="6627" y="19759"/>
                    <ns1:pt x="5400" y="19145"/>
                    <ns1:pt x="4418" y="18286"/>
                  </ns1:cubicBezTo>
                  <ns1:moveTo>
                    <ns1:pt x="10309" y="20618"/>
                  </ns1:moveTo>
                  <ns1:cubicBezTo>
                    <ns1:pt x="8959" y="20250"/>
                    <ns1:pt x="7732" y="18900"/>
                    <ns1:pt x="6995" y="16814"/>
                  </ns1:cubicBezTo>
                  <ns1:cubicBezTo>
                    <ns1:pt x="7977" y="16445"/>
                    <ns1:pt x="9082" y="16323"/>
                    <ns1:pt x="10309" y="16200"/>
                  </ns1:cubicBezTo>
                  <ns1:lnTo>
                    <ns1:pt x="10309" y="20618"/>
                  </ns1:lnTo>
                  <ns1:close/>
                  <ns1:moveTo>
                    <ns1:pt x="10309" y="15218"/>
                  </ns1:moveTo>
                  <ns1:cubicBezTo>
                    <ns1:pt x="8959" y="15341"/>
                    <ns1:pt x="7732" y="15586"/>
                    <ns1:pt x="6627" y="15955"/>
                  </ns1:cubicBezTo>
                  <ns1:cubicBezTo>
                    <ns1:pt x="6259" y="14605"/>
                    <ns1:pt x="5891" y="13009"/>
                    <ns1:pt x="5891" y="11291"/>
                  </ns1:cubicBezTo>
                  <ns1:cubicBezTo>
                    <ns1:pt x="10309" y="11291"/>
                    <ns1:pt x="10309" y="11291"/>
                    <ns1:pt x="10309" y="11291"/>
                  </ns1:cubicBezTo>
                  <ns1:lnTo>
                    <ns1:pt x="10309" y="15218"/>
                  </ns1:lnTo>
                  <ns1:close/>
                  <ns1:moveTo>
                    <ns1:pt x="10309" y="10309"/>
                  </ns1:moveTo>
                  <ns1:cubicBezTo>
                    <ns1:pt x="5891" y="10309"/>
                    <ns1:pt x="5891" y="10309"/>
                    <ns1:pt x="5891" y="10309"/>
                  </ns1:cubicBezTo>
                  <ns1:cubicBezTo>
                    <ns1:pt x="5891" y="8591"/>
                    <ns1:pt x="6259" y="6995"/>
                    <ns1:pt x="6627" y="5645"/>
                  </ns1:cubicBezTo>
                  <ns1:cubicBezTo>
                    <ns1:pt x="7732" y="6014"/>
                    <ns1:pt x="8959" y="6259"/>
                    <ns1:pt x="10309" y="6382"/>
                  </ns1:cubicBezTo>
                  <ns1:lnTo>
                    <ns1:pt x="10309" y="10309"/>
                  </ns1:lnTo>
                  <ns1:close/>
                  <ns1:moveTo>
                    <ns1:pt x="10309" y="5400"/>
                  </ns1:moveTo>
                  <ns1:cubicBezTo>
                    <ns1:pt x="9082" y="5277"/>
                    <ns1:pt x="7977" y="5155"/>
                    <ns1:pt x="6995" y="4786"/>
                  </ns1:cubicBezTo>
                  <ns1:cubicBezTo>
                    <ns1:pt x="7732" y="2700"/>
                    <ns1:pt x="8959" y="1350"/>
                    <ns1:pt x="10309" y="982"/>
                  </ns1:cubicBezTo>
                  <ns1:lnTo>
                    <ns1:pt x="10309" y="5400"/>
                  </ns1:lnTo>
                  <ns1:close/>
                  <ns1:moveTo>
                    <ns1:pt x="20618" y="10309"/>
                  </ns1:moveTo>
                  <ns1:cubicBezTo>
                    <ns1:pt x="16691" y="10309"/>
                    <ns1:pt x="16691" y="10309"/>
                    <ns1:pt x="16691" y="10309"/>
                  </ns1:cubicBezTo>
                  <ns1:cubicBezTo>
                    <ns1:pt x="16691" y="10064"/>
                    <ns1:pt x="16691" y="9695"/>
                    <ns1:pt x="16691" y="9450"/>
                  </ns1:cubicBezTo>
                  <ns1:cubicBezTo>
                    <ns1:pt x="16691" y="9327"/>
                    <ns1:pt x="16568" y="9205"/>
                    <ns1:pt x="16568" y="9082"/>
                  </ns1:cubicBezTo>
                  <ns1:cubicBezTo>
                    <ns1:pt x="16568" y="8714"/>
                    <ns1:pt x="16568" y="8468"/>
                    <ns1:pt x="16445" y="8100"/>
                  </ns1:cubicBezTo>
                  <ns1:cubicBezTo>
                    <ns1:pt x="16445" y="7977"/>
                    <ns1:pt x="16445" y="7855"/>
                    <ns1:pt x="16445" y="7732"/>
                  </ns1:cubicBezTo>
                  <ns1:cubicBezTo>
                    <ns1:pt x="16323" y="6995"/>
                    <ns1:pt x="16077" y="6136"/>
                    <ns1:pt x="15955" y="5400"/>
                  </ns1:cubicBezTo>
                  <ns1:cubicBezTo>
                    <ns1:pt x="15832" y="5400"/>
                    <ns1:pt x="15832" y="5277"/>
                    <ns1:pt x="15832" y="5277"/>
                  </ns1:cubicBezTo>
                  <ns1:cubicBezTo>
                    <ns1:pt x="16568" y="4909"/>
                    <ns1:pt x="17305" y="4418"/>
                    <ns1:pt x="17795" y="3927"/>
                  </ns1:cubicBezTo>
                  <ns1:cubicBezTo>
                    <ns1:pt x="19391" y="5645"/>
                    <ns1:pt x="20495" y="7855"/>
                    <ns1:pt x="20618" y="10309"/>
                  </ns1:cubicBezTo>
                  <ns1:moveTo>
                    <ns1:pt x="17182" y="3314"/>
                  </ns1:moveTo>
                  <ns1:cubicBezTo>
                    <ns1:pt x="16691" y="3682"/>
                    <ns1:pt x="16077" y="4050"/>
                    <ns1:pt x="15464" y="4418"/>
                  </ns1:cubicBezTo>
                  <ns1:cubicBezTo>
                    <ns1:pt x="15464" y="4295"/>
                    <ns1:pt x="15464" y="4295"/>
                    <ns1:pt x="15464" y="4173"/>
                  </ns1:cubicBezTo>
                  <ns1:cubicBezTo>
                    <ns1:pt x="15464" y="4173"/>
                    <ns1:pt x="15464" y="4173"/>
                    <ns1:pt x="15464" y="4173"/>
                  </ns1:cubicBezTo>
                  <ns1:cubicBezTo>
                    <ns1:pt x="15095" y="3436"/>
                    <ns1:pt x="14727" y="2823"/>
                    <ns1:pt x="14359" y="2209"/>
                  </ns1:cubicBezTo>
                  <ns1:cubicBezTo>
                    <ns1:pt x="14359" y="2209"/>
                    <ns1:pt x="14359" y="2209"/>
                    <ns1:pt x="14359" y="2209"/>
                  </ns1:cubicBezTo>
                  <ns1:cubicBezTo>
                    <ns1:pt x="14114" y="1841"/>
                    <ns1:pt x="13868" y="1595"/>
                    <ns1:pt x="13745" y="1473"/>
                  </ns1:cubicBezTo>
                  <ns1:cubicBezTo>
                    <ns1:pt x="14973" y="1841"/>
                    <ns1:pt x="16200" y="2455"/>
                    <ns1:pt x="17182" y="3314"/>
                  </ns1:cubicBezTo>
                  <ns1:moveTo>
                    <ns1:pt x="11291" y="982"/>
                  </ns1:moveTo>
                  <ns1:cubicBezTo>
                    <ns1:pt x="12641" y="1350"/>
                    <ns1:pt x="13868" y="2700"/>
                    <ns1:pt x="14605" y="4786"/>
                  </ns1:cubicBezTo>
                  <ns1:cubicBezTo>
                    <ns1:pt x="13623" y="5155"/>
                    <ns1:pt x="12518" y="5277"/>
                    <ns1:pt x="11291" y="5400"/>
                  </ns1:cubicBezTo>
                  <ns1:lnTo>
                    <ns1:pt x="11291" y="982"/>
                  </ns1:lnTo>
                  <ns1:close/>
                  <ns1:moveTo>
                    <ns1:pt x="11291" y="6382"/>
                  </ns1:moveTo>
                  <ns1:cubicBezTo>
                    <ns1:pt x="12641" y="6259"/>
                    <ns1:pt x="13868" y="6014"/>
                    <ns1:pt x="14973" y="5645"/>
                  </ns1:cubicBezTo>
                  <ns1:cubicBezTo>
                    <ns1:pt x="15341" y="6995"/>
                    <ns1:pt x="15709" y="8591"/>
                    <ns1:pt x="15709" y="10309"/>
                  </ns1:cubicBezTo>
                  <ns1:cubicBezTo>
                    <ns1:pt x="11291" y="10309"/>
                    <ns1:pt x="11291" y="10309"/>
                    <ns1:pt x="11291" y="10309"/>
                  </ns1:cubicBezTo>
                  <ns1:lnTo>
                    <ns1:pt x="11291" y="6382"/>
                  </ns1:lnTo>
                  <ns1:close/>
                  <ns1:moveTo>
                    <ns1:pt x="11291" y="11291"/>
                  </ns1:moveTo>
                  <ns1:cubicBezTo>
                    <ns1:pt x="15709" y="11291"/>
                    <ns1:pt x="15709" y="11291"/>
                    <ns1:pt x="15709" y="11291"/>
                  </ns1:cubicBezTo>
                  <ns1:cubicBezTo>
                    <ns1:pt x="15709" y="13009"/>
                    <ns1:pt x="15341" y="14605"/>
                    <ns1:pt x="14973" y="15955"/>
                  </ns1:cubicBezTo>
                  <ns1:cubicBezTo>
                    <ns1:pt x="13868" y="15586"/>
                    <ns1:pt x="12641" y="15341"/>
                    <ns1:pt x="11291" y="15218"/>
                  </ns1:cubicBezTo>
                  <ns1:lnTo>
                    <ns1:pt x="11291" y="11291"/>
                  </ns1:lnTo>
                  <ns1:close/>
                  <ns1:moveTo>
                    <ns1:pt x="11291" y="20618"/>
                  </ns1:moveTo>
                  <ns1:cubicBezTo>
                    <ns1:pt x="11291" y="16200"/>
                    <ns1:pt x="11291" y="16200"/>
                    <ns1:pt x="11291" y="16200"/>
                  </ns1:cubicBezTo>
                  <ns1:cubicBezTo>
                    <ns1:pt x="12518" y="16323"/>
                    <ns1:pt x="13623" y="16445"/>
                    <ns1:pt x="14605" y="16814"/>
                  </ns1:cubicBezTo>
                  <ns1:cubicBezTo>
                    <ns1:pt x="13868" y="18900"/>
                    <ns1:pt x="12641" y="20250"/>
                    <ns1:pt x="11291" y="20618"/>
                  </ns1:cubicBezTo>
                  <ns1:moveTo>
                    <ns1:pt x="13745" y="20127"/>
                  </ns1:moveTo>
                  <ns1:cubicBezTo>
                    <ns1:pt x="13868" y="20005"/>
                    <ns1:pt x="14114" y="19759"/>
                    <ns1:pt x="14359" y="19391"/>
                  </ns1:cubicBezTo>
                  <ns1:cubicBezTo>
                    <ns1:pt x="14359" y="19391"/>
                    <ns1:pt x="14359" y="19391"/>
                    <ns1:pt x="14359" y="19391"/>
                  </ns1:cubicBezTo>
                  <ns1:cubicBezTo>
                    <ns1:pt x="14727" y="18777"/>
                    <ns1:pt x="15095" y="18164"/>
                    <ns1:pt x="15464" y="17427"/>
                  </ns1:cubicBezTo>
                  <ns1:cubicBezTo>
                    <ns1:pt x="15464" y="17427"/>
                    <ns1:pt x="15464" y="17427"/>
                    <ns1:pt x="15464" y="17427"/>
                  </ns1:cubicBezTo>
                  <ns1:cubicBezTo>
                    <ns1:pt x="15464" y="17305"/>
                    <ns1:pt x="15464" y="17305"/>
                    <ns1:pt x="15464" y="17182"/>
                  </ns1:cubicBezTo>
                  <ns1:cubicBezTo>
                    <ns1:pt x="16077" y="17550"/>
                    <ns1:pt x="16691" y="17918"/>
                    <ns1:pt x="17182" y="18286"/>
                  </ns1:cubicBezTo>
                  <ns1:cubicBezTo>
                    <ns1:pt x="16200" y="19145"/>
                    <ns1:pt x="14973" y="19759"/>
                    <ns1:pt x="13745" y="20127"/>
                  </ns1:cubicBezTo>
                  <ns1:moveTo>
                    <ns1:pt x="17795" y="17673"/>
                  </ns1:moveTo>
                  <ns1:cubicBezTo>
                    <ns1:pt x="17305" y="17182"/>
                    <ns1:pt x="16568" y="16691"/>
                    <ns1:pt x="15832" y="16323"/>
                  </ns1:cubicBezTo>
                  <ns1:cubicBezTo>
                    <ns1:pt x="15832" y="16323"/>
                    <ns1:pt x="15832" y="16200"/>
                    <ns1:pt x="15955" y="16200"/>
                  </ns1:cubicBezTo>
                  <ns1:cubicBezTo>
                    <ns1:pt x="16077" y="15464"/>
                    <ns1:pt x="16323" y="14605"/>
                    <ns1:pt x="16445" y="13868"/>
                  </ns1:cubicBezTo>
                  <ns1:cubicBezTo>
                    <ns1:pt x="16445" y="13745"/>
                    <ns1:pt x="16445" y="13623"/>
                    <ns1:pt x="16445" y="13500"/>
                  </ns1:cubicBezTo>
                  <ns1:cubicBezTo>
                    <ns1:pt x="16568" y="13132"/>
                    <ns1:pt x="16568" y="12886"/>
                    <ns1:pt x="16568" y="12518"/>
                  </ns1:cubicBezTo>
                  <ns1:cubicBezTo>
                    <ns1:pt x="16568" y="12395"/>
                    <ns1:pt x="16691" y="12273"/>
                    <ns1:pt x="16691" y="12150"/>
                  </ns1:cubicBezTo>
                  <ns1:cubicBezTo>
                    <ns1:pt x="16691" y="11905"/>
                    <ns1:pt x="16691" y="11536"/>
                    <ns1:pt x="16691" y="11291"/>
                  </ns1:cubicBezTo>
                  <ns1:cubicBezTo>
                    <ns1:pt x="20618" y="11291"/>
                    <ns1:pt x="20618" y="11291"/>
                    <ns1:pt x="20618" y="11291"/>
                  </ns1:cubicBezTo>
                  <ns1:cubicBezTo>
                    <ns1:pt x="20495" y="13745"/>
                    <ns1:pt x="19391" y="15955"/>
                    <ns1:pt x="17795" y="17673"/>
                  </ns1:cubicBezTo>
                </ns1:path>
              </ns1:pathLst>
            </ns1:custGeom>
            <ns1:solidFill>
              <ns1:srgbClr val="B72FE1"/>
            </ns1:solidFill>
            <ns1:ln w="12700">
              <ns1:miter lim="400000"/>
            </ns1:ln>
          </ns0:spPr>
          <ns0:txBody>
            <ns1:bodyPr lIns="45719" rIns="45719"/>
            <ns1:lstStyle/>
            <ns1:p>
              <ns1:endParaRPr/>
            </ns1:p>
          </ns0:txBody>
        </ns0:sp>
      </ns0:grpSp>
      <ns0:sp>
        <ns0:nvSpPr>
          <ns0:cNvPr id="3" name="Picture Placeholder 2">
            <ns1:extLst>
              <ns1:ext uri="{FF2B5EF4-FFF2-40B4-BE49-F238E27FC236}">
                <ns2:creationId id="{BC4C28CE-4261-417E-B8C2-D6ABDBF1BC3D}"/>
              </ns1:ext>
            </ns1:extLst>
          </ns0:cNvPr>
          <ns0:cNvSpPr>
            <ns1:spLocks noGrp="1"/>
          </ns0:cNvSpPr>
          <ns0:nvPr>
            <ns0:ph type="pic" sz="quarter" idx="10"/>
          </ns0:nvPr>
        </ns0:nvSpPr>
        <ns0:spPr/>
      </ns0:sp>
    </ns0:spTree>
    <ns0:extLst>
      <ns0:ext uri="{BB962C8B-B14F-4D97-AF65-F5344CB8AC3E}">
        <ns3:creationId val="3633371673"/>
      </ns0:ext>
    </ns0:extLst>
  </ns0:cSld>
  <ns0:clrMapOvr>
    <ns1:masterClrMapping/>
  </ns0:clrMapOvr>
</ns0:sld>
</file>

<file path=ppt/slides/slide33.xml><?xml version="1.0" encoding="utf-8"?>
<ns0:sld xmlns:ns0="http://schemas.openxmlformats.org/presentationml/2006/main" xmlns:ns1="http://schemas.openxmlformats.org/drawingml/2006/main" xmlns:ns2="http://schemas.microsoft.com/office/drawing/2014/main" xmlns:ns3="http://schemas.microsoft.com/office/powerpoint/2010/main">
  <ns0:cSld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5" name="TextBox 4">
            <ns1:extLst>
              <ns1:ext uri="{FF2B5EF4-FFF2-40B4-BE49-F238E27FC236}">
                <ns2:creationId id="{D2125F8B-14E6-42A2-8FA6-5BE9EADF790E}"/>
              </ns1:ext>
            </ns1:extLst>
          </ns0:cNvPr>
          <ns0:cNvSpPr txBox="1"/>
          <ns0:nvPr/>
        </ns0:nvSpPr>
        <ns0:spPr>
          <ns1:xfrm>
            <ns1:off x="2828889" y="3004937"/>
            <ns1:ext cx="6534225" cy="1200329"/>
          </ns1:xfrm>
          <ns1:prstGeom prst="rect">
            <ns1:avLst/>
          </ns1:prstGeom>
          <ns1:noFill/>
        </ns0:spPr>
        <ns0:txBody>
          <ns1:bodyPr wrap="none" rtlCol="0">
            <ns1:spAutoFit/>
          </ns1:bodyPr>
          <ns1:lstStyle/>
          <ns1:p>
            <ns1:pPr algn="ctr"/>
            <ns1:r>
              <ns1:rPr lang="en-US" sz="7200" spc="600">
                <ns1:solidFill>
                  <ns1:schemeClr val="bg1"/>
                </ns1:solidFill>
                <ns1:latin typeface="Montserrat Semi Bold" panose="00000700000000000000" pitchFamily="50" charset="0"/>
                <ns1:ea typeface="Lato" panose="020F0502020204030203" pitchFamily="34" charset="0"/>
                <ns1:cs typeface="Lato" panose="020F0502020204030203" pitchFamily="34" charset="0"/>
              </ns1:rPr>
              <ns1:t>{SlideMainExplanation}</ns1:t>
            </ns1:r>
          </ns1:p>
        </ns0:txBody>
      </ns0:sp>
      <ns0:sp>
        <ns0:nvSpPr>
          <ns0:cNvPr id="10" name="TextBox 9">
            <ns1:extLst>
              <ns1:ext uri="{FF2B5EF4-FFF2-40B4-BE49-F238E27FC236}">
                <ns2:creationId id="{66B0D024-31CC-4EA3-B179-D9291E4E587F}"/>
              </ns1:ext>
            </ns1:extLst>
          </ns0:cNvPr>
          <ns0:cNvSpPr txBox="1"/>
          <ns0:nvPr/>
        </ns0:nvSpPr>
        <ns0:spPr>
          <ns1:xfrm>
            <ns1:off x="4435645" y="2652735"/>
            <ns1:ext cx="3355406" cy="338554"/>
          </ns1:xfrm>
          <ns1:prstGeom prst="rect">
            <ns1:avLst/>
          </ns1:prstGeom>
          <ns1:noFill/>
        </ns0:spPr>
        <ns0:txBody>
          <ns1:bodyPr wrap="none" rtlCol="0">
            <ns1:spAutoFit/>
          </ns1:bodyPr>
          <ns1:lstStyle/>
          <ns1:p>
            <ns1:pPr algn="ctr"/>
            <ns1:r>
              <ns1:rPr lang="en-US" sz="1600">
                <ns1:solidFill>
                  <ns1:schemeClr val="bg1"/>
                </ns1:solidFill>
                <ns1:latin typeface="Poppins SemiBold" panose="00000700000000000000" pitchFamily="2" charset="0"/>
                <ns1:cs typeface="Poppins SemiBold" panose="00000700000000000000" pitchFamily="2" charset="0"/>
              </ns1:rPr>
              <ns1:t>{SlideSupportingContent}</ns1:t>
            </ns1:r>
          </ns1:p>
        </ns0:txBody>
      </ns0:sp>
      <ns0:cxnSp>
        <ns0:nvCxnSpPr>
          <ns0:cNvPr id="17" name="Straight Connector 16">
            <ns1:extLst>
              <ns1:ext uri="{FF2B5EF4-FFF2-40B4-BE49-F238E27FC236}">
                <ns2:creationId id="{884ED50C-E62F-4FC9-8FF5-A2F3A0C8E79F}"/>
              </ns1:ext>
            </ns1:extLst>
          </ns0:cNvPr>
          <ns0:cNvCxnSpPr/>
          <ns0:nvPr/>
        </ns0:nvCxnSpPr>
        <ns0:spPr>
          <ns1:xfrm>
            <ns1:off x="3797777" y="2835660"/>
            <ns1:ext cx="545910" cy="0"/>
          </ns1:xfrm>
          <ns1:prstGeom prst="line">
            <ns1:avLst/>
          </ns1:prstGeom>
          <ns1:ln w="25400">
            <ns1:solidFill>
              <ns1:schemeClr val="bg1"/>
            </ns1:solidFill>
          </ns1:ln>
        </ns0:spPr>
        <ns0:style>
          <ns1:lnRef idx="1">
            <ns1:schemeClr val="accent1"/>
          </ns1:lnRef>
          <ns1:fillRef idx="0">
            <ns1:schemeClr val="accent1"/>
          </ns1:fillRef>
          <ns1:effectRef idx="0">
            <ns1:schemeClr val="accent1"/>
          </ns1:effectRef>
          <ns1:fontRef idx="minor">
            <ns1:schemeClr val="tx1"/>
          </ns1:fontRef>
        </ns0:style>
      </ns0:cxnSp>
      <ns0:cxnSp>
        <ns0:nvCxnSpPr>
          <ns0:cNvPr id="18" name="Straight Connector 17">
            <ns1:extLst>
              <ns1:ext uri="{FF2B5EF4-FFF2-40B4-BE49-F238E27FC236}">
                <ns2:creationId id="{4F1C3A53-1481-42DD-94D9-43C2CCCB26FE}"/>
              </ns1:ext>
            </ns1:extLst>
          </ns0:cNvPr>
          <ns0:cNvCxnSpPr/>
          <ns0:nvPr/>
        </ns0:nvCxnSpPr>
        <ns0:spPr>
          <ns1:xfrm>
            <ns1:off x="7848314" y="2835660"/>
            <ns1:ext cx="545910" cy="0"/>
          </ns1:xfrm>
          <ns1:prstGeom prst="line">
            <ns1:avLst/>
          </ns1:prstGeom>
          <ns1:ln w="25400">
            <ns1:solidFill>
              <ns1:schemeClr val="bg1"/>
            </ns1:solidFill>
          </ns1:ln>
        </ns0:spPr>
        <ns0:style>
          <ns1:lnRef idx="1">
            <ns1:schemeClr val="accent1"/>
          </ns1:lnRef>
          <ns1:fillRef idx="0">
            <ns1:schemeClr val="accent1"/>
          </ns1:fillRef>
          <ns1:effectRef idx="0">
            <ns1:schemeClr val="accent1"/>
          </ns1:effectRef>
          <ns1:fontRef idx="minor">
            <ns1:schemeClr val="tx1"/>
          </ns1:fontRef>
        </ns0:style>
      </ns0:cxnSp>
      <ns0:cxnSp>
        <ns0:nvCxnSpPr>
          <ns0:cNvPr id="26" name="Straight Connector 25">
            <ns1:extLst>
              <ns1:ext uri="{FF2B5EF4-FFF2-40B4-BE49-F238E27FC236}">
                <ns2:creationId id="{7897F198-D5C9-4738-9474-482B23445B06}"/>
              </ns1:ext>
            </ns1:extLst>
          </ns0:cNvPr>
          <ns0:cNvCxnSpPr>
            <ns1:cxnSpLocks/>
          </ns0:cNvCxnSpPr>
          <ns0:nvPr/>
        </ns0:nvCxnSpPr>
        <ns0:spPr>
          <ns1:xfrm>
            <ns1:off x="558378" y="4681182"/>
            <ns1:ext cx="0" cy="902507"/>
          </ns1:xfrm>
          <ns1:prstGeom prst="line">
            <ns1:avLst/>
          </ns1:prstGeom>
          <ns1:ln w="25400">
            <ns1:solidFill>
              <ns1:schemeClr val="bg1"/>
            </ns1:solidFill>
          </ns1:ln>
        </ns0:spPr>
        <ns0:style>
          <ns1:lnRef idx="1">
            <ns1:schemeClr val="accent1"/>
          </ns1:lnRef>
          <ns1:fillRef idx="0">
            <ns1:schemeClr val="accent1"/>
          </ns1:fillRef>
          <ns1:effectRef idx="0">
            <ns1:schemeClr val="accent1"/>
          </ns1:effectRef>
          <ns1:fontRef idx="minor">
            <ns1:schemeClr val="tx1"/>
          </ns1:fontRef>
        </ns0:style>
      </ns0:cxnSp>
      <ns0:sp>
        <ns0:nvSpPr>
          <ns0:cNvPr id="27" name="TextBox 26">
            <ns1:extLst>
              <ns1:ext uri="{FF2B5EF4-FFF2-40B4-BE49-F238E27FC236}">
                <ns2:creationId id="{A1CE7A5C-4041-4F86-AD76-81E61179AFF5}"/>
              </ns1:ext>
            </ns1:extLst>
          </ns0:cNvPr>
          <ns0:cNvSpPr txBox="1"/>
          <ns0:nvPr/>
        </ns0:nvSpPr>
        <ns0:spPr>
          <ns1:xfrm>
            <ns1:off x="327546" y="5733584"/>
            <ns1:ext cx="461665" cy="638957"/>
          </ns1:xfrm>
          <ns1:prstGeom prst="rect">
            <ns1:avLst/>
          </ns1:prstGeom>
          <ns1:noFill/>
        </ns0:spPr>
        <ns0:txBody>
          <ns1:bodyPr vert="vert270" wrap="none" rtlCol="0">
            <ns1:spAutoFit/>
          </ns1:bodyPr>
          <ns1:lstStyle/>
          <ns1:p>
            <ns1:r>
              <ns1:rPr lang="en-US">
                <ns1:solidFill>
                  <ns1:schemeClr val="bg1"/>
                </ns1:solidFill>
                <ns1:latin typeface="Poppins" panose="00000500000000000000" pitchFamily="2" charset="0"/>
                <ns1:cs typeface="Poppins" panose="00000500000000000000" pitchFamily="2" charset="0"/>
              </ns1:rPr>
              <ns1:t>{SlideCallout}</ns1:t>
            </ns1:r>
          </ns1:p>
        </ns0:txBody>
      </ns0:sp>
      <ns0:cxnSp>
        <ns0:nvCxnSpPr>
          <ns0:cNvPr id="31" name="Straight Connector 30">
            <ns1:extLst>
              <ns1:ext uri="{FF2B5EF4-FFF2-40B4-BE49-F238E27FC236}">
                <ns2:creationId id="{DDEDA899-D713-4770-B90A-BA3C87FDFC9B}"/>
              </ns1:ext>
            </ns1:extLst>
          </ns0:cNvPr>
          <ns0:cNvCxnSpPr>
            <ns1:cxnSpLocks/>
          </ns0:cNvCxnSpPr>
          <ns0:nvPr/>
        </ns0:nvCxnSpPr>
        <ns0:spPr>
          <ns1:xfrm>
            <ns1:off x="11628987" y="1774420"/>
            <ns1:ext cx="0" cy="810075"/>
          </ns1:xfrm>
          <ns1:prstGeom prst="line">
            <ns1:avLst/>
          </ns1:prstGeom>
          <ns1:ln w="25400">
            <ns1:solidFill>
              <ns1:schemeClr val="bg1"/>
            </ns1:solidFill>
          </ns1:ln>
        </ns0:spPr>
        <ns0:style>
          <ns1:lnRef idx="1">
            <ns1:schemeClr val="accent1"/>
          </ns1:lnRef>
          <ns1:fillRef idx="0">
            <ns1:schemeClr val="accent1"/>
          </ns1:fillRef>
          <ns1:effectRef idx="0">
            <ns1:schemeClr val="accent1"/>
          </ns1:effectRef>
          <ns1:fontRef idx="minor">
            <ns1:schemeClr val="tx1"/>
          </ns1:fontRef>
        </ns0:style>
      </ns0:cxnSp>
      <ns0:sp>
        <ns0:nvSpPr>
          <ns0:cNvPr id="32" name="TextBox 31">
            <ns1:extLst>
              <ns1:ext uri="{FF2B5EF4-FFF2-40B4-BE49-F238E27FC236}">
                <ns2:creationId id="{6D6A6919-D3F8-4D2F-8C01-3B583D4467E2}"/>
              </ns1:ext>
            </ns1:extLst>
          </ns0:cNvPr>
          <ns0:cNvSpPr txBox="1"/>
          <ns0:nvPr/>
        </ns0:nvSpPr>
        <ns0:spPr>
          <ns1:xfrm>
            <ns1:off x="11398155" y="557523"/>
            <ns1:ext cx="461665" cy="1039708"/>
          </ns1:xfrm>
          <ns1:prstGeom prst="rect">
            <ns1:avLst/>
          </ns1:prstGeom>
          <ns1:noFill/>
        </ns0:spPr>
        <ns0:txBody>
          <ns1:bodyPr vert="vert" wrap="none" rtlCol="0">
            <ns1:spAutoFit/>
          </ns1:bodyPr>
          <ns1:lstStyle/>
          <ns1:p>
            <ns1:r>
              <ns1:rPr lang="en-US">
                <ns1:solidFill>
                  <ns1:schemeClr val="bg1"/>
                </ns1:solidFill>
                <ns1:latin typeface="Poppins" panose="00000500000000000000" pitchFamily="2" charset="0"/>
                <ns1:cs typeface="Poppins" panose="00000500000000000000" pitchFamily="2" charset="0"/>
              </ns1:rPr>
              <ns1:t>{SlideCaption}</ns1:t>
            </ns1:r>
          </ns1:p>
        </ns0:txBody>
      </ns0:sp>
      <ns0:sp>
        <ns0:nvSpPr>
          <ns0:cNvPr id="36" name="Freeform 143">
            <ns1:extLst>
              <ns1:ext uri="{FF2B5EF4-FFF2-40B4-BE49-F238E27FC236}">
                <ns2:creationId id="{805A4BDE-3010-4557-B9EE-E302DCD127DE}"/>
              </ns1:ext>
            </ns1:extLst>
          </ns0:cNvPr>
          <ns0:cNvSpPr>
            <ns1:spLocks/>
          </ns0:cNvSpPr>
          <ns0:nvPr/>
        </ns0:nvSpPr>
        <ns0:spPr bwMode="auto">
          <ns1:xfrm>
            <ns1:off x="11543357" y="6265537"/>
            <ns1:ext cx="124768" cy="196181"/>
          </ns1:xfrm>
          <ns1:custGeom>
            <ns1:avLst/>
            <ns1:gdLst>
              <ns1:gd name="T0" fmla="*/ 54 w 54"/>
              <ns1:gd name="T1" fmla="*/ 17 h 104"/>
              <ns1:gd name="T2" fmla="*/ 44 w 54"/>
              <ns1:gd name="T3" fmla="*/ 17 h 104"/>
              <ns1:gd name="T4" fmla="*/ 35 w 54"/>
              <ns1:gd name="T5" fmla="*/ 26 h 104"/>
              <ns1:gd name="T6" fmla="*/ 35 w 54"/>
              <ns1:gd name="T7" fmla="*/ 38 h 104"/>
              <ns1:gd name="T8" fmla="*/ 53 w 54"/>
              <ns1:gd name="T9" fmla="*/ 38 h 104"/>
              <ns1:gd name="T10" fmla="*/ 51 w 54"/>
              <ns1:gd name="T11" fmla="*/ 56 h 104"/>
              <ns1:gd name="T12" fmla="*/ 35 w 54"/>
              <ns1:gd name="T13" fmla="*/ 56 h 104"/>
              <ns1:gd name="T14" fmla="*/ 35 w 54"/>
              <ns1:gd name="T15" fmla="*/ 104 h 104"/>
              <ns1:gd name="T16" fmla="*/ 16 w 54"/>
              <ns1:gd name="T17" fmla="*/ 104 h 104"/>
              <ns1:gd name="T18" fmla="*/ 16 w 54"/>
              <ns1:gd name="T19" fmla="*/ 56 h 104"/>
              <ns1:gd name="T20" fmla="*/ 0 w 54"/>
              <ns1:gd name="T21" fmla="*/ 56 h 104"/>
              <ns1:gd name="T22" fmla="*/ 0 w 54"/>
              <ns1:gd name="T23" fmla="*/ 38 h 104"/>
              <ns1:gd name="T24" fmla="*/ 16 w 54"/>
              <ns1:gd name="T25" fmla="*/ 38 h 104"/>
              <ns1:gd name="T26" fmla="*/ 16 w 54"/>
              <ns1:gd name="T27" fmla="*/ 24 h 104"/>
              <ns1:gd name="T28" fmla="*/ 40 w 54"/>
              <ns1:gd name="T29" fmla="*/ 0 h 104"/>
              <ns1:gd name="T30" fmla="*/ 54 w 54"/>
              <ns1:gd name="T31" fmla="*/ 1 h 104"/>
              <ns1:gd name="T32" fmla="*/ 54 w 54"/>
              <ns1:gd name="T33" fmla="*/ 17 h 104"/>
            </ns1:gdLst>
            <ns1:ahLst/>
            <ns1:cxnLst>
              <ns1:cxn ang="0">
                <ns1:pos x="T0" y="T1"/>
              </ns1:cxn>
              <ns1:cxn ang="0">
                <ns1:pos x="T2" y="T3"/>
              </ns1:cxn>
              <ns1:cxn ang="0">
                <ns1:pos x="T4" y="T5"/>
              </ns1:cxn>
              <ns1:cxn ang="0">
                <ns1:pos x="T6" y="T7"/>
              </ns1:cxn>
              <ns1:cxn ang="0">
                <ns1:pos x="T8" y="T9"/>
              </ns1:cxn>
              <ns1:cxn ang="0">
                <ns1:pos x="T10" y="T11"/>
              </ns1:cxn>
              <ns1:cxn ang="0">
                <ns1:pos x="T12" y="T13"/>
              </ns1:cxn>
              <ns1:cxn ang="0">
                <ns1:pos x="T14" y="T15"/>
              </ns1:cxn>
              <ns1:cxn ang="0">
                <ns1:pos x="T16" y="T17"/>
              </ns1:cxn>
              <ns1:cxn ang="0">
                <ns1:pos x="T18" y="T19"/>
              </ns1:cxn>
              <ns1:cxn ang="0">
                <ns1:pos x="T20" y="T21"/>
              </ns1:cxn>
              <ns1:cxn ang="0">
                <ns1:pos x="T22" y="T23"/>
              </ns1:cxn>
              <ns1:cxn ang="0">
                <ns1:pos x="T24" y="T25"/>
              </ns1:cxn>
              <ns1:cxn ang="0">
                <ns1:pos x="T26" y="T27"/>
              </ns1:cxn>
              <ns1:cxn ang="0">
                <ns1:pos x="T28" y="T29"/>
              </ns1:cxn>
              <ns1:cxn ang="0">
                <ns1:pos x="T30" y="T31"/>
              </ns1:cxn>
              <ns1:cxn ang="0">
                <ns1:pos x="T32" y="T33"/>
              </ns1:cxn>
            </ns1:cxnLst>
            <ns1:rect l="0" t="0" r="r" b="b"/>
            <ns1:pathLst>
              <ns1:path w="54" h="104">
                <ns1:moveTo>
                  <ns1:pt x="54" y="17"/>
                </ns1:moveTo>
                <ns1:cubicBezTo>
                  <ns1:pt x="44" y="17"/>
                  <ns1:pt x="44" y="17"/>
                  <ns1:pt x="44" y="17"/>
                </ns1:cubicBezTo>
                <ns1:cubicBezTo>
                  <ns1:pt x="36" y="17"/>
                  <ns1:pt x="35" y="21"/>
                  <ns1:pt x="35" y="26"/>
                </ns1:cubicBezTo>
                <ns1:cubicBezTo>
                  <ns1:pt x="35" y="38"/>
                  <ns1:pt x="35" y="38"/>
                  <ns1:pt x="35" y="38"/>
                </ns1:cubicBezTo>
                <ns1:cubicBezTo>
                  <ns1:pt x="53" y="38"/>
                  <ns1:pt x="53" y="38"/>
                  <ns1:pt x="53" y="38"/>
                </ns1:cubicBezTo>
                <ns1:cubicBezTo>
                  <ns1:pt x="51" y="56"/>
                  <ns1:pt x="51" y="56"/>
                  <ns1:pt x="51" y="56"/>
                </ns1:cubicBezTo>
                <ns1:cubicBezTo>
                  <ns1:pt x="35" y="56"/>
                  <ns1:pt x="35" y="56"/>
                  <ns1:pt x="35" y="56"/>
                </ns1:cubicBezTo>
                <ns1:cubicBezTo>
                  <ns1:pt x="35" y="104"/>
                  <ns1:pt x="35" y="104"/>
                  <ns1:pt x="35" y="104"/>
                </ns1:cubicBezTo>
                <ns1:cubicBezTo>
                  <ns1:pt x="16" y="104"/>
                  <ns1:pt x="16" y="104"/>
                  <ns1:pt x="16" y="104"/>
                </ns1:cubicBezTo>
                <ns1:cubicBezTo>
                  <ns1:pt x="16" y="56"/>
                  <ns1:pt x="16" y="56"/>
                  <ns1:pt x="16" y="56"/>
                </ns1:cubicBezTo>
                <ns1:cubicBezTo>
                  <ns1:pt x="0" y="56"/>
                  <ns1:pt x="0" y="56"/>
                  <ns1:pt x="0" y="56"/>
                </ns1:cubicBezTo>
                <ns1:cubicBezTo>
                  <ns1:pt x="0" y="38"/>
                  <ns1:pt x="0" y="38"/>
                  <ns1:pt x="0" y="38"/>
                </ns1:cubicBezTo>
                <ns1:cubicBezTo>
                  <ns1:pt x="16" y="38"/>
                  <ns1:pt x="16" y="38"/>
                  <ns1:pt x="16" y="38"/>
                </ns1:cubicBezTo>
                <ns1:cubicBezTo>
                  <ns1:pt x="16" y="24"/>
                  <ns1:pt x="16" y="24"/>
                  <ns1:pt x="16" y="24"/>
                </ns1:cubicBezTo>
                <ns1:cubicBezTo>
                  <ns1:pt x="16" y="8"/>
                  <ns1:pt x="26" y="0"/>
                  <ns1:pt x="40" y="0"/>
                </ns1:cubicBezTo>
                <ns1:cubicBezTo>
                  <ns1:pt x="46" y="0"/>
                  <ns1:pt x="52" y="0"/>
                  <ns1:pt x="54" y="1"/>
                </ns1:cubicBezTo>
                <ns1:lnTo>
                  <ns1:pt x="54" y="17"/>
                </ns1:lnTo>
                <ns1:close/>
              </ns1:path>
            </ns1:pathLst>
          </ns1:custGeom>
          <ns1:solidFill>
            <ns1:schemeClr val="bg1"/>
          </ns1:solidFill>
          <ns1:ln>
            <ns1:noFill/>
          </ns1:ln>
          <ns1:extLst/>
        </ns0:spPr>
        <ns0:txBody>
          <ns1:bodyPr vert="horz" wrap="square" lIns="91440" tIns="45720" rIns="91440" bIns="45720" numCol="1" anchor="t" anchorCtr="0" compatLnSpc="1">
            <ns1:prstTxWarp prst="textNoShape">
              <ns1:avLst/>
            </ns1:prstTxWarp>
          </ns1:bodyPr>
          <ns1:lstStyle/>
          <ns1:p>
            <ns1:endParaRPr lang="en-US" sz="2700"/>
          </ns1:p>
        </ns0:txBody>
      </ns0:sp>
      <ns0:sp>
        <ns0:nvSpPr>
          <ns0:cNvPr id="39" name="Freeform 142">
            <ns1:extLst>
              <ns1:ext uri="{FF2B5EF4-FFF2-40B4-BE49-F238E27FC236}">
                <ns2:creationId id="{82BF203B-33A6-44CB-B724-46F2A604CF06}"/>
              </ns1:ext>
            </ns1:extLst>
          </ns0:cNvPr>
          <ns0:cNvSpPr>
            <ns1:spLocks/>
          </ns0:cNvSpPr>
          <ns0:nvPr/>
        </ns0:nvSpPr>
        <ns0:spPr bwMode="auto">
          <ns1:xfrm>
            <ns1:off x="10848682" y="6285552"/>
            <ns1:ext cx="207616" cy="163193"/>
          </ns1:xfrm>
          <ns1:custGeom>
            <ns1:avLst/>
            <ns1:gdLst>
              <ns1:gd name="T0" fmla="*/ 88 w 99"/>
              <ns1:gd name="T1" fmla="*/ 20 h 80"/>
              <ns1:gd name="T2" fmla="*/ 89 w 99"/>
              <ns1:gd name="T3" fmla="*/ 22 h 80"/>
              <ns1:gd name="T4" fmla="*/ 31 w 99"/>
              <ns1:gd name="T5" fmla="*/ 80 h 80"/>
              <ns1:gd name="T6" fmla="*/ 0 w 99"/>
              <ns1:gd name="T7" fmla="*/ 71 h 80"/>
              <ns1:gd name="T8" fmla="*/ 5 w 99"/>
              <ns1:gd name="T9" fmla="*/ 71 h 80"/>
              <ns1:gd name="T10" fmla="*/ 30 w 99"/>
              <ns1:gd name="T11" fmla="*/ 62 h 80"/>
              <ns1:gd name="T12" fmla="*/ 11 w 99"/>
              <ns1:gd name="T13" fmla="*/ 48 h 80"/>
              <ns1:gd name="T14" fmla="*/ 15 w 99"/>
              <ns1:gd name="T15" fmla="*/ 49 h 80"/>
              <ns1:gd name="T16" fmla="*/ 20 w 99"/>
              <ns1:gd name="T17" fmla="*/ 48 h 80"/>
              <ns1:gd name="T18" fmla="*/ 4 w 99"/>
              <ns1:gd name="T19" fmla="*/ 28 h 80"/>
              <ns1:gd name="T20" fmla="*/ 4 w 99"/>
              <ns1:gd name="T21" fmla="*/ 28 h 80"/>
              <ns1:gd name="T22" fmla="*/ 13 w 99"/>
              <ns1:gd name="T23" fmla="*/ 31 h 80"/>
              <ns1:gd name="T24" fmla="*/ 4 w 99"/>
              <ns1:gd name="T25" fmla="*/ 14 h 80"/>
              <ns1:gd name="T26" fmla="*/ 7 w 99"/>
              <ns1:gd name="T27" fmla="*/ 4 h 80"/>
              <ns1:gd name="T28" fmla="*/ 49 w 99"/>
              <ns1:gd name="T29" fmla="*/ 25 h 80"/>
              <ns1:gd name="T30" fmla="*/ 48 w 99"/>
              <ns1:gd name="T31" fmla="*/ 20 h 80"/>
              <ns1:gd name="T32" fmla="*/ 68 w 99"/>
              <ns1:gd name="T33" fmla="*/ 0 h 80"/>
              <ns1:gd name="T34" fmla="*/ 83 w 99"/>
              <ns1:gd name="T35" fmla="*/ 6 h 80"/>
              <ns1:gd name="T36" fmla="*/ 96 w 99"/>
              <ns1:gd name="T37" fmla="*/ 1 h 80"/>
              <ns1:gd name="T38" fmla="*/ 87 w 99"/>
              <ns1:gd name="T39" fmla="*/ 12 h 80"/>
              <ns1:gd name="T40" fmla="*/ 99 w 99"/>
              <ns1:gd name="T41" fmla="*/ 9 h 80"/>
              <ns1:gd name="T42" fmla="*/ 88 w 99"/>
              <ns1:gd name="T43" fmla="*/ 20 h 80"/>
            </ns1:gdLst>
            <ns1:ahLst/>
            <ns1:cxnLst>
              <ns1:cxn ang="0">
                <ns1:pos x="T0" y="T1"/>
              </ns1:cxn>
              <ns1:cxn ang="0">
                <ns1:pos x="T2" y="T3"/>
              </ns1:cxn>
              <ns1:cxn ang="0">
                <ns1:pos x="T4" y="T5"/>
              </ns1:cxn>
              <ns1:cxn ang="0">
                <ns1:pos x="T6" y="T7"/>
              </ns1:cxn>
              <ns1:cxn ang="0">
                <ns1:pos x="T8" y="T9"/>
              </ns1:cxn>
              <ns1:cxn ang="0">
                <ns1:pos x="T10" y="T11"/>
              </ns1:cxn>
              <ns1:cxn ang="0">
                <ns1:pos x="T12" y="T13"/>
              </ns1:cxn>
              <ns1:cxn ang="0">
                <ns1:pos x="T14" y="T15"/>
              </ns1:cxn>
              <ns1:cxn ang="0">
                <ns1:pos x="T16" y="T17"/>
              </ns1:cxn>
              <ns1:cxn ang="0">
                <ns1:pos x="T18" y="T19"/>
              </ns1:cxn>
              <ns1:cxn ang="0">
                <ns1:pos x="T20" y="T21"/>
              </ns1:cxn>
              <ns1:cxn ang="0">
                <ns1:pos x="T22" y="T23"/>
              </ns1:cxn>
              <ns1:cxn ang="0">
                <ns1:pos x="T24" y="T25"/>
              </ns1:cxn>
              <ns1:cxn ang="0">
                <ns1:pos x="T26" y="T27"/>
              </ns1:cxn>
              <ns1:cxn ang="0">
                <ns1:pos x="T28" y="T29"/>
              </ns1:cxn>
              <ns1:cxn ang="0">
                <ns1:pos x="T30" y="T31"/>
              </ns1:cxn>
              <ns1:cxn ang="0">
                <ns1:pos x="T32" y="T33"/>
              </ns1:cxn>
              <ns1:cxn ang="0">
                <ns1:pos x="T34" y="T35"/>
              </ns1:cxn>
              <ns1:cxn ang="0">
                <ns1:pos x="T36" y="T37"/>
              </ns1:cxn>
              <ns1:cxn ang="0">
                <ns1:pos x="T38" y="T39"/>
              </ns1:cxn>
              <ns1:cxn ang="0">
                <ns1:pos x="T40" y="T41"/>
              </ns1:cxn>
              <ns1:cxn ang="0">
                <ns1:pos x="T42" y="T43"/>
              </ns1:cxn>
            </ns1:cxnLst>
            <ns1:rect l="0" t="0" r="r" b="b"/>
            <ns1:pathLst>
              <ns1:path w="99" h="80">
                <ns1:moveTo>
                  <ns1:pt x="88" y="20"/>
                </ns1:moveTo>
                <ns1:cubicBezTo>
                  <ns1:pt x="89" y="21"/>
                  <ns1:pt x="89" y="22"/>
                  <ns1:pt x="89" y="22"/>
                </ns1:cubicBezTo>
                <ns1:cubicBezTo>
                  <ns1:pt x="89" y="49"/>
                  <ns1:pt x="68" y="80"/>
                  <ns1:pt x="31" y="80"/>
                </ns1:cubicBezTo>
                <ns1:cubicBezTo>
                  <ns1:pt x="20" y="80"/>
                  <ns1:pt x="9" y="76"/>
                  <ns1:pt x="0" y="71"/>
                </ns1:cubicBezTo>
                <ns1:cubicBezTo>
                  <ns1:pt x="2" y="71"/>
                  <ns1:pt x="3" y="71"/>
                  <ns1:pt x="5" y="71"/>
                </ns1:cubicBezTo>
                <ns1:cubicBezTo>
                  <ns1:pt x="14" y="71"/>
                  <ns1:pt x="23" y="68"/>
                  <ns1:pt x="30" y="62"/>
                </ns1:cubicBezTo>
                <ns1:cubicBezTo>
                  <ns1:pt x="21" y="62"/>
                  <ns1:pt x="14" y="56"/>
                  <ns1:pt x="11" y="48"/>
                </ns1:cubicBezTo>
                <ns1:cubicBezTo>
                  <ns1:pt x="12" y="49"/>
                  <ns1:pt x="14" y="49"/>
                  <ns1:pt x="15" y="49"/>
                </ns1:cubicBezTo>
                <ns1:cubicBezTo>
                  <ns1:pt x="17" y="49"/>
                  <ns1:pt x="19" y="48"/>
                  <ns1:pt x="20" y="48"/>
                </ns1:cubicBezTo>
                <ns1:cubicBezTo>
                  <ns1:pt x="11" y="46"/>
                  <ns1:pt x="4" y="38"/>
                  <ns1:pt x="4" y="28"/>
                </ns1:cubicBezTo>
                <ns1:cubicBezTo>
                  <ns1:pt x="4" y="28"/>
                  <ns1:pt x="4" y="28"/>
                  <ns1:pt x="4" y="28"/>
                </ns1:cubicBezTo>
                <ns1:cubicBezTo>
                  <ns1:pt x="7" y="29"/>
                  <ns1:pt x="10" y="30"/>
                  <ns1:pt x="13" y="31"/>
                </ns1:cubicBezTo>
                <ns1:cubicBezTo>
                  <ns1:pt x="8" y="27"/>
                  <ns1:pt x="4" y="21"/>
                  <ns1:pt x="4" y="14"/>
                </ns1:cubicBezTo>
                <ns1:cubicBezTo>
                  <ns1:pt x="4" y="10"/>
                  <ns1:pt x="5" y="7"/>
                  <ns1:pt x="7" y="4"/>
                </ns1:cubicBezTo>
                <ns1:cubicBezTo>
                  <ns1:pt x="17" y="16"/>
                  <ns1:pt x="32" y="24"/>
                  <ns1:pt x="49" y="25"/>
                </ns1:cubicBezTo>
                <ns1:cubicBezTo>
                  <ns1:pt x="48" y="23"/>
                  <ns1:pt x="48" y="22"/>
                  <ns1:pt x="48" y="20"/>
                </ns1:cubicBezTo>
                <ns1:cubicBezTo>
                  <ns1:pt x="48" y="9"/>
                  <ns1:pt x="57" y="0"/>
                  <ns1:pt x="68" y="0"/>
                </ns1:cubicBezTo>
                <ns1:cubicBezTo>
                  <ns1:pt x="74" y="0"/>
                  <ns1:pt x="79" y="2"/>
                  <ns1:pt x="83" y="6"/>
                </ns1:cubicBezTo>
                <ns1:cubicBezTo>
                  <ns1:pt x="88" y="5"/>
                  <ns1:pt x="92" y="4"/>
                  <ns1:pt x="96" y="1"/>
                </ns1:cubicBezTo>
                <ns1:cubicBezTo>
                  <ns1:pt x="94" y="6"/>
                  <ns1:pt x="91" y="10"/>
                  <ns1:pt x="87" y="12"/>
                </ns1:cubicBezTo>
                <ns1:cubicBezTo>
                  <ns1:pt x="91" y="12"/>
                  <ns1:pt x="95" y="11"/>
                  <ns1:pt x="99" y="9"/>
                </ns1:cubicBezTo>
                <ns1:cubicBezTo>
                  <ns1:pt x="96" y="13"/>
                  <ns1:pt x="92" y="17"/>
                  <ns1:pt x="88" y="20"/>
                </ns1:cubicBezTo>
                <ns1:close/>
              </ns1:path>
            </ns1:pathLst>
          </ns1:custGeom>
          <ns1:solidFill>
            <ns1:schemeClr val="bg1"/>
          </ns1:solidFill>
          <ns1:ln>
            <ns1:noFill/>
          </ns1:ln>
          <ns1:extLst/>
        </ns0:spPr>
        <ns0:txBody>
          <ns1:bodyPr vert="horz" wrap="square" lIns="91440" tIns="45720" rIns="91440" bIns="45720" numCol="1" anchor="t" anchorCtr="0" compatLnSpc="1">
            <ns1:prstTxWarp prst="textNoShape">
              <ns1:avLst/>
            </ns1:prstTxWarp>
          </ns1:bodyPr>
          <ns1:lstStyle/>
          <ns1:p>
            <ns1:endParaRPr lang="en-US" sz="2700"/>
          </ns1:p>
        </ns0:txBody>
      </ns0:sp>
      <ns0:sp>
        <ns0:nvSpPr>
          <ns0:cNvPr id="42" name="Freeform 173">
            <ns1:extLst>
              <ns1:ext uri="{FF2B5EF4-FFF2-40B4-BE49-F238E27FC236}">
                <ns2:creationId id="{CE97F39E-9D37-4FA6-8199-9A55EC4FE8F8}"/>
              </ns1:ext>
            </ns1:extLst>
          </ns0:cNvPr>
          <ns0:cNvSpPr>
            <ns1:spLocks noEditPoints="1"/>
          </ns0:cNvSpPr>
          <ns0:nvPr/>
        </ns0:nvSpPr>
        <ns0:spPr bwMode="auto">
          <ns1:xfrm>
            <ns1:off x="11212244" y="6265537"/>
            <ns1:ext cx="192539" cy="183209"/>
          </ns1:xfrm>
          <ns1:custGeom>
            <ns1:avLst/>
            <ns1:gdLst>
              <ns1:gd name="T0" fmla="*/ 12 w 96"/>
              <ns1:gd name="T1" fmla="*/ 21 h 91"/>
              <ns1:gd name="T2" fmla="*/ 12 w 96"/>
              <ns1:gd name="T3" fmla="*/ 21 h 91"/>
              <ns1:gd name="T4" fmla="*/ 0 w 96"/>
              <ns1:gd name="T5" fmla="*/ 11 h 91"/>
              <ns1:gd name="T6" fmla="*/ 12 w 96"/>
              <ns1:gd name="T7" fmla="*/ 0 h 91"/>
              <ns1:gd name="T8" fmla="*/ 23 w 96"/>
              <ns1:gd name="T9" fmla="*/ 11 h 91"/>
              <ns1:gd name="T10" fmla="*/ 12 w 96"/>
              <ns1:gd name="T11" fmla="*/ 21 h 91"/>
              <ns1:gd name="T12" fmla="*/ 22 w 96"/>
              <ns1:gd name="T13" fmla="*/ 91 h 91"/>
              <ns1:gd name="T14" fmla="*/ 2 w 96"/>
              <ns1:gd name="T15" fmla="*/ 91 h 91"/>
              <ns1:gd name="T16" fmla="*/ 2 w 96"/>
              <ns1:gd name="T17" fmla="*/ 30 h 91"/>
              <ns1:gd name="T18" fmla="*/ 22 w 96"/>
              <ns1:gd name="T19" fmla="*/ 30 h 91"/>
              <ns1:gd name="T20" fmla="*/ 22 w 96"/>
              <ns1:gd name="T21" fmla="*/ 91 h 91"/>
              <ns1:gd name="T22" fmla="*/ 96 w 96"/>
              <ns1:gd name="T23" fmla="*/ 91 h 91"/>
              <ns1:gd name="T24" fmla="*/ 76 w 96"/>
              <ns1:gd name="T25" fmla="*/ 91 h 91"/>
              <ns1:gd name="T26" fmla="*/ 76 w 96"/>
              <ns1:gd name="T27" fmla="*/ 58 h 91"/>
              <ns1:gd name="T28" fmla="*/ 65 w 96"/>
              <ns1:gd name="T29" fmla="*/ 44 h 91"/>
              <ns1:gd name="T30" fmla="*/ 55 w 96"/>
              <ns1:gd name="T31" fmla="*/ 52 h 91"/>
              <ns1:gd name="T32" fmla="*/ 54 w 96"/>
              <ns1:gd name="T33" fmla="*/ 57 h 91"/>
              <ns1:gd name="T34" fmla="*/ 54 w 96"/>
              <ns1:gd name="T35" fmla="*/ 91 h 91"/>
              <ns1:gd name="T36" fmla="*/ 34 w 96"/>
              <ns1:gd name="T37" fmla="*/ 91 h 91"/>
              <ns1:gd name="T38" fmla="*/ 34 w 96"/>
              <ns1:gd name="T39" fmla="*/ 30 h 91"/>
              <ns1:gd name="T40" fmla="*/ 54 w 96"/>
              <ns1:gd name="T41" fmla="*/ 30 h 91"/>
              <ns1:gd name="T42" fmla="*/ 54 w 96"/>
              <ns1:gd name="T43" fmla="*/ 39 h 91"/>
              <ns1:gd name="T44" fmla="*/ 54 w 96"/>
              <ns1:gd name="T45" fmla="*/ 39 h 91"/>
              <ns1:gd name="T46" fmla="*/ 73 w 96"/>
              <ns1:gd name="T47" fmla="*/ 28 h 91"/>
              <ns1:gd name="T48" fmla="*/ 96 w 96"/>
              <ns1:gd name="T49" fmla="*/ 56 h 91"/>
              <ns1:gd name="T50" fmla="*/ 96 w 96"/>
              <ns1:gd name="T51" fmla="*/ 91 h 91"/>
            </ns1:gdLst>
            <ns1:ahLst/>
            <ns1:cxnLst>
              <ns1:cxn ang="0">
                <ns1:pos x="T0" y="T1"/>
              </ns1:cxn>
              <ns1:cxn ang="0">
                <ns1:pos x="T2" y="T3"/>
              </ns1:cxn>
              <ns1:cxn ang="0">
                <ns1:pos x="T4" y="T5"/>
              </ns1:cxn>
              <ns1:cxn ang="0">
                <ns1:pos x="T6" y="T7"/>
              </ns1:cxn>
              <ns1:cxn ang="0">
                <ns1:pos x="T8" y="T9"/>
              </ns1:cxn>
              <ns1:cxn ang="0">
                <ns1:pos x="T10" y="T11"/>
              </ns1:cxn>
              <ns1:cxn ang="0">
                <ns1:pos x="T12" y="T13"/>
              </ns1:cxn>
              <ns1:cxn ang="0">
                <ns1:pos x="T14" y="T15"/>
              </ns1:cxn>
              <ns1:cxn ang="0">
                <ns1:pos x="T16" y="T17"/>
              </ns1:cxn>
              <ns1:cxn ang="0">
                <ns1:pos x="T18" y="T19"/>
              </ns1:cxn>
              <ns1:cxn ang="0">
                <ns1:pos x="T20" y="T21"/>
              </ns1:cxn>
              <ns1:cxn ang="0">
                <ns1:pos x="T22" y="T23"/>
              </ns1:cxn>
              <ns1:cxn ang="0">
                <ns1:pos x="T24" y="T25"/>
              </ns1:cxn>
              <ns1:cxn ang="0">
                <ns1:pos x="T26" y="T27"/>
              </ns1:cxn>
              <ns1:cxn ang="0">
                <ns1:pos x="T28" y="T29"/>
              </ns1:cxn>
              <ns1:cxn ang="0">
                <ns1:pos x="T30" y="T31"/>
              </ns1:cxn>
              <ns1:cxn ang="0">
                <ns1:pos x="T32" y="T33"/>
              </ns1:cxn>
              <ns1:cxn ang="0">
                <ns1:pos x="T34" y="T35"/>
              </ns1:cxn>
              <ns1:cxn ang="0">
                <ns1:pos x="T36" y="T37"/>
              </ns1:cxn>
              <ns1:cxn ang="0">
                <ns1:pos x="T38" y="T39"/>
              </ns1:cxn>
              <ns1:cxn ang="0">
                <ns1:pos x="T40" y="T41"/>
              </ns1:cxn>
              <ns1:cxn ang="0">
                <ns1:pos x="T42" y="T43"/>
              </ns1:cxn>
              <ns1:cxn ang="0">
                <ns1:pos x="T44" y="T45"/>
              </ns1:cxn>
              <ns1:cxn ang="0">
                <ns1:pos x="T46" y="T47"/>
              </ns1:cxn>
              <ns1:cxn ang="0">
                <ns1:pos x="T48" y="T49"/>
              </ns1:cxn>
              <ns1:cxn ang="0">
                <ns1:pos x="T50" y="T51"/>
              </ns1:cxn>
            </ns1:cxnLst>
            <ns1:rect l="0" t="0" r="r" b="b"/>
            <ns1:pathLst>
              <ns1:path w="96" h="91">
                <ns1:moveTo>
                  <ns1:pt x="12" y="21"/>
                </ns1:moveTo>
                <ns1:cubicBezTo>
                  <ns1:pt x="12" y="21"/>
                  <ns1:pt x="12" y="21"/>
                  <ns1:pt x="12" y="21"/>
                </ns1:cubicBezTo>
                <ns1:cubicBezTo>
                  <ns1:pt x="5" y="21"/>
                  <ns1:pt x="0" y="16"/>
                  <ns1:pt x="0" y="11"/>
                </ns1:cubicBezTo>
                <ns1:cubicBezTo>
                  <ns1:pt x="0" y="4"/>
                  <ns1:pt x="5" y="0"/>
                  <ns1:pt x="12" y="0"/>
                </ns1:cubicBezTo>
                <ns1:cubicBezTo>
                  <ns1:pt x="19" y="0"/>
                  <ns1:pt x="23" y="4"/>
                  <ns1:pt x="23" y="11"/>
                </ns1:cubicBezTo>
                <ns1:cubicBezTo>
                  <ns1:pt x="24" y="16"/>
                  <ns1:pt x="19" y="21"/>
                  <ns1:pt x="12" y="21"/>
                </ns1:cubicBezTo>
                <ns1:close/>
                <ns1:moveTo>
                  <ns1:pt x="22" y="91"/>
                </ns1:moveTo>
                <ns1:cubicBezTo>
                  <ns1:pt x="2" y="91"/>
                  <ns1:pt x="2" y="91"/>
                  <ns1:pt x="2" y="91"/>
                </ns1:cubicBezTo>
                <ns1:cubicBezTo>
                  <ns1:pt x="2" y="30"/>
                  <ns1:pt x="2" y="30"/>
                  <ns1:pt x="2" y="30"/>
                </ns1:cubicBezTo>
                <ns1:cubicBezTo>
                  <ns1:pt x="22" y="30"/>
                  <ns1:pt x="22" y="30"/>
                  <ns1:pt x="22" y="30"/>
                </ns1:cubicBezTo>
                <ns1:lnTo>
                  <ns1:pt x="22" y="91"/>
                </ns1:lnTo>
                <ns1:close/>
                <ns1:moveTo>
                  <ns1:pt x="96" y="91"/>
                </ns1:moveTo>
                <ns1:cubicBezTo>
                  <ns1:pt x="76" y="91"/>
                  <ns1:pt x="76" y="91"/>
                  <ns1:pt x="76" y="91"/>
                </ns1:cubicBezTo>
                <ns1:cubicBezTo>
                  <ns1:pt x="76" y="58"/>
                  <ns1:pt x="76" y="58"/>
                  <ns1:pt x="76" y="58"/>
                </ns1:cubicBezTo>
                <ns1:cubicBezTo>
                  <ns1:pt x="76" y="50"/>
                  <ns1:pt x="73" y="44"/>
                  <ns1:pt x="65" y="44"/>
                </ns1:cubicBezTo>
                <ns1:cubicBezTo>
                  <ns1:pt x="60" y="44"/>
                  <ns1:pt x="56" y="48"/>
                  <ns1:pt x="55" y="52"/>
                </ns1:cubicBezTo>
                <ns1:cubicBezTo>
                  <ns1:pt x="54" y="53"/>
                  <ns1:pt x="54" y="55"/>
                  <ns1:pt x="54" y="57"/>
                </ns1:cubicBezTo>
                <ns1:cubicBezTo>
                  <ns1:pt x="54" y="91"/>
                  <ns1:pt x="54" y="91"/>
                  <ns1:pt x="54" y="91"/>
                </ns1:cubicBezTo>
                <ns1:cubicBezTo>
                  <ns1:pt x="34" y="91"/>
                  <ns1:pt x="34" y="91"/>
                  <ns1:pt x="34" y="91"/>
                </ns1:cubicBezTo>
                <ns1:cubicBezTo>
                  <ns1:pt x="34" y="35"/>
                  <ns1:pt x="34" y="30"/>
                  <ns1:pt x="34" y="30"/>
                </ns1:cubicBezTo>
                <ns1:cubicBezTo>
                  <ns1:pt x="54" y="30"/>
                  <ns1:pt x="54" y="30"/>
                  <ns1:pt x="54" y="30"/>
                </ns1:cubicBezTo>
                <ns1:cubicBezTo>
                  <ns1:pt x="54" y="39"/>
                  <ns1:pt x="54" y="39"/>
                  <ns1:pt x="54" y="39"/>
                </ns1:cubicBezTo>
                <ns1:cubicBezTo>
                  <ns1:pt x="54" y="39"/>
                  <ns1:pt x="54" y="39"/>
                  <ns1:pt x="54" y="39"/>
                </ns1:cubicBezTo>
                <ns1:cubicBezTo>
                  <ns1:pt x="57" y="34"/>
                  <ns1:pt x="61" y="28"/>
                  <ns1:pt x="73" y="28"/>
                </ns1:cubicBezTo>
                <ns1:cubicBezTo>
                  <ns1:pt x="86" y="28"/>
                  <ns1:pt x="96" y="37"/>
                  <ns1:pt x="96" y="56"/>
                </ns1:cubicBezTo>
                <ns1:lnTo>
                  <ns1:pt x="96" y="91"/>
                </ns1:lnTo>
                <ns1:close/>
              </ns1:path>
            </ns1:pathLst>
          </ns1:custGeom>
          <ns1:solidFill>
            <ns1:schemeClr val="bg1"/>
          </ns1:solidFill>
          <ns1:ln>
            <ns1:noFill/>
          </ns1:ln>
          <ns1:extLst/>
        </ns0:spPr>
        <ns0:txBody>
          <ns1:bodyPr vert="horz" wrap="square" lIns="91440" tIns="45720" rIns="91440" bIns="45720" numCol="1" anchor="t" anchorCtr="0" compatLnSpc="1">
            <ns1:prstTxWarp prst="textNoShape">
              <ns1:avLst/>
            </ns1:prstTxWarp>
          </ns1:bodyPr>
          <ns1:lstStyle/>
          <ns1:p>
            <ns1:endParaRPr lang="en-US" sz="2700"/>
          </ns1:p>
        </ns0:txBody>
      </ns0:sp>
      <ns0:sp>
        <ns0:nvSpPr>
          <ns0:cNvPr id="3" name="Picture Placeholder 2">
            <ns1:extLst>
              <ns1:ext uri="{FF2B5EF4-FFF2-40B4-BE49-F238E27FC236}">
                <ns2:creationId id="{54E64884-88DE-485E-8534-A49AE9DF570F}"/>
              </ns1:ext>
            </ns1:extLst>
          </ns0:cNvPr>
          <ns0:cNvSpPr>
            <ns1:spLocks noGrp="1"/>
          </ns0:cNvSpPr>
          <ns0:nvPr>
            <ns0:ph type="pic" sz="quarter" idx="10"/>
          </ns0:nvPr>
        </ns0:nvSpPr>
        <ns0:spPr/>
      </ns0:sp>
    </ns0:spTree>
    <ns0:extLst>
      <ns0:ext uri="{BB962C8B-B14F-4D97-AF65-F5344CB8AC3E}">
        <ns3:creationId val="1529601006"/>
      </ns0:ext>
    </ns0:extLst>
  </ns0:cSld>
  <ns0:clrMapOvr>
    <ns1:masterClrMapping/>
  </ns0:clrMapOvr>
</ns0:sld>
</file>

<file path=ppt/slides/slide34.xml><?xml version="1.0" encoding="utf-8"?>
<ns0:sld xmlns:ns0="http://schemas.openxmlformats.org/presentationml/2006/main" xmlns:ns1="http://schemas.openxmlformats.org/drawingml/2006/main" xmlns:ns2="http://schemas.microsoft.com/office/drawing/2010/main" xmlns:ns3="http://schemas.microsoft.com/office/drawing/2014/main" xmlns:ns4="http://schemas.microsoft.com/office/powerpoint/2010/main">
  <ns0:cSld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4" name="Freeform 13"/>
          <ns0:cNvSpPr>
            <ns1:spLocks/>
          </ns0:cNvSpPr>
          <ns0:nvPr/>
        </ns0:nvSpPr>
        <ns0:spPr bwMode="auto">
          <ns1:xfrm>
            <ns1:off x="567620" y="404048"/>
            <ns1:ext cx="235387" cy="316061"/>
          </ns1:xfrm>
          <ns1:custGeom>
            <ns1:avLst/>
            <ns1:gdLst>
              <ns1:gd name="T0" fmla="*/ 223 w 268"/>
              <ns1:gd name="T1" fmla="*/ 270 h 360"/>
              <ns1:gd name="T2" fmla="*/ 134 w 268"/>
              <ns1:gd name="T3" fmla="*/ 270 h 360"/>
              <ns1:gd name="T4" fmla="*/ 103 w 268"/>
              <ns1:gd name="T5" fmla="*/ 257 h 360"/>
              <ns1:gd name="T6" fmla="*/ 90 w 268"/>
              <ns1:gd name="T7" fmla="*/ 225 h 360"/>
              <ns1:gd name="T8" fmla="*/ 90 w 268"/>
              <ns1:gd name="T9" fmla="*/ 194 h 360"/>
              <ns1:gd name="T10" fmla="*/ 216 w 268"/>
              <ns1:gd name="T11" fmla="*/ 194 h 360"/>
              <ns1:gd name="T12" fmla="*/ 246 w 268"/>
              <ns1:gd name="T13" fmla="*/ 182 h 360"/>
              <ns1:gd name="T14" fmla="*/ 258 w 268"/>
              <ns1:gd name="T15" fmla="*/ 152 h 360"/>
              <ns1:gd name="T16" fmla="*/ 246 w 268"/>
              <ns1:gd name="T17" fmla="*/ 123 h 360"/>
              <ns1:gd name="T18" fmla="*/ 216 w 268"/>
              <ns1:gd name="T19" fmla="*/ 110 h 360"/>
              <ns1:gd name="T20" fmla="*/ 90 w 268"/>
              <ns1:gd name="T21" fmla="*/ 110 h 360"/>
              <ns1:gd name="T22" fmla="*/ 90 w 268"/>
              <ns1:gd name="T23" fmla="*/ 45 h 360"/>
              <ns1:gd name="T24" fmla="*/ 77 w 268"/>
              <ns1:gd name="T25" fmla="*/ 13 h 360"/>
              <ns1:gd name="T26" fmla="*/ 45 w 268"/>
              <ns1:gd name="T27" fmla="*/ 0 h 360"/>
              <ns1:gd name="T28" fmla="*/ 13 w 268"/>
              <ns1:gd name="T29" fmla="*/ 13 h 360"/>
              <ns1:gd name="T30" fmla="*/ 0 w 268"/>
              <ns1:gd name="T31" fmla="*/ 45 h 360"/>
              <ns1:gd name="T32" fmla="*/ 0 w 268"/>
              <ns1:gd name="T33" fmla="*/ 225 h 360"/>
              <ns1:gd name="T34" fmla="*/ 39 w 268"/>
              <ns1:gd name="T35" fmla="*/ 321 h 360"/>
              <ns1:gd name="T36" fmla="*/ 134 w 268"/>
              <ns1:gd name="T37" fmla="*/ 360 h 360"/>
              <ns1:gd name="T38" fmla="*/ 223 w 268"/>
              <ns1:gd name="T39" fmla="*/ 360 h 360"/>
              <ns1:gd name="T40" fmla="*/ 255 w 268"/>
              <ns1:gd name="T41" fmla="*/ 347 h 360"/>
              <ns1:gd name="T42" fmla="*/ 268 w 268"/>
              <ns1:gd name="T43" fmla="*/ 315 h 360"/>
              <ns1:gd name="T44" fmla="*/ 255 w 268"/>
              <ns1:gd name="T45" fmla="*/ 283 h 360"/>
              <ns1:gd name="T46" fmla="*/ 223 w 268"/>
              <ns1:gd name="T47" fmla="*/ 270 h 360"/>
            </ns1:gdLst>
            <ns1:ahLst/>
            <ns1:cxnLst>
              <ns1:cxn ang="0">
                <ns1:pos x="T0" y="T1"/>
              </ns1:cxn>
              <ns1:cxn ang="0">
                <ns1:pos x="T2" y="T3"/>
              </ns1:cxn>
              <ns1:cxn ang="0">
                <ns1:pos x="T4" y="T5"/>
              </ns1:cxn>
              <ns1:cxn ang="0">
                <ns1:pos x="T6" y="T7"/>
              </ns1:cxn>
              <ns1:cxn ang="0">
                <ns1:pos x="T8" y="T9"/>
              </ns1:cxn>
              <ns1:cxn ang="0">
                <ns1:pos x="T10" y="T11"/>
              </ns1:cxn>
              <ns1:cxn ang="0">
                <ns1:pos x="T12" y="T13"/>
              </ns1:cxn>
              <ns1:cxn ang="0">
                <ns1:pos x="T14" y="T15"/>
              </ns1:cxn>
              <ns1:cxn ang="0">
                <ns1:pos x="T16" y="T17"/>
              </ns1:cxn>
              <ns1:cxn ang="0">
                <ns1:pos x="T18" y="T19"/>
              </ns1:cxn>
              <ns1:cxn ang="0">
                <ns1:pos x="T20" y="T21"/>
              </ns1:cxn>
              <ns1:cxn ang="0">
                <ns1:pos x="T22" y="T23"/>
              </ns1:cxn>
              <ns1:cxn ang="0">
                <ns1:pos x="T24" y="T25"/>
              </ns1:cxn>
              <ns1:cxn ang="0">
                <ns1:pos x="T26" y="T27"/>
              </ns1:cxn>
              <ns1:cxn ang="0">
                <ns1:pos x="T28" y="T29"/>
              </ns1:cxn>
              <ns1:cxn ang="0">
                <ns1:pos x="T30" y="T31"/>
              </ns1:cxn>
              <ns1:cxn ang="0">
                <ns1:pos x="T32" y="T33"/>
              </ns1:cxn>
              <ns1:cxn ang="0">
                <ns1:pos x="T34" y="T35"/>
              </ns1:cxn>
              <ns1:cxn ang="0">
                <ns1:pos x="T36" y="T37"/>
              </ns1:cxn>
              <ns1:cxn ang="0">
                <ns1:pos x="T38" y="T39"/>
              </ns1:cxn>
              <ns1:cxn ang="0">
                <ns1:pos x="T40" y="T41"/>
              </ns1:cxn>
              <ns1:cxn ang="0">
                <ns1:pos x="T42" y="T43"/>
              </ns1:cxn>
              <ns1:cxn ang="0">
                <ns1:pos x="T44" y="T45"/>
              </ns1:cxn>
              <ns1:cxn ang="0">
                <ns1:pos x="T46" y="T47"/>
              </ns1:cxn>
            </ns1:cxnLst>
            <ns1:rect l="0" t="0" r="r" b="b"/>
            <ns1:pathLst>
              <ns1:path w="268" h="360">
                <ns1:moveTo>
                  <ns1:pt x="223" y="270"/>
                </ns1:moveTo>
                <ns1:cubicBezTo>
                  <ns1:pt x="134" y="270"/>
                  <ns1:pt x="134" y="270"/>
                  <ns1:pt x="134" y="270"/>
                </ns1:cubicBezTo>
                <ns1:cubicBezTo>
                  <ns1:pt x="122" y="270"/>
                  <ns1:pt x="111" y="266"/>
                  <ns1:pt x="103" y="257"/>
                </ns1:cubicBezTo>
                <ns1:cubicBezTo>
                  <ns1:pt x="94" y="248"/>
                  <ns1:pt x="90" y="238"/>
                  <ns1:pt x="90" y="225"/>
                </ns1:cubicBezTo>
                <ns1:cubicBezTo>
                  <ns1:pt x="90" y="194"/>
                  <ns1:pt x="90" y="194"/>
                  <ns1:pt x="90" y="194"/>
                </ns1:cubicBezTo>
                <ns1:cubicBezTo>
                  <ns1:pt x="216" y="194"/>
                  <ns1:pt x="216" y="194"/>
                  <ns1:pt x="216" y="194"/>
                </ns1:cubicBezTo>
                <ns1:cubicBezTo>
                  <ns1:pt x="228" y="194"/>
                  <ns1:pt x="238" y="190"/>
                  <ns1:pt x="246" y="182"/>
                </ns1:cubicBezTo>
                <ns1:cubicBezTo>
                  <ns1:pt x="254" y="173"/>
                  <ns1:pt x="258" y="163"/>
                  <ns1:pt x="258" y="152"/>
                </ns1:cubicBezTo>
                <ns1:cubicBezTo>
                  <ns1:pt x="258" y="141"/>
                  <ns1:pt x="254" y="131"/>
                  <ns1:pt x="246" y="123"/>
                </ns1:cubicBezTo>
                <ns1:cubicBezTo>
                  <ns1:pt x="238" y="114"/>
                  <ns1:pt x="228" y="110"/>
                  <ns1:pt x="216" y="110"/>
                </ns1:cubicBezTo>
                <ns1:cubicBezTo>
                  <ns1:pt x="90" y="110"/>
                  <ns1:pt x="90" y="110"/>
                  <ns1:pt x="90" y="110"/>
                </ns1:cubicBezTo>
                <ns1:cubicBezTo>
                  <ns1:pt x="90" y="45"/>
                  <ns1:pt x="90" y="45"/>
                  <ns1:pt x="90" y="45"/>
                </ns1:cubicBezTo>
                <ns1:cubicBezTo>
                  <ns1:pt x="90" y="33"/>
                  <ns1:pt x="85" y="22"/>
                  <ns1:pt x="77" y="13"/>
                </ns1:cubicBezTo>
                <ns1:cubicBezTo>
                  <ns1:pt x="68" y="4"/>
                  <ns1:pt x="57" y="0"/>
                  <ns1:pt x="45" y="0"/>
                </ns1:cubicBezTo>
                <ns1:cubicBezTo>
                  <ns1:pt x="33" y="0"/>
                  <ns1:pt x="22" y="4"/>
                  <ns1:pt x="13" y="13"/>
                </ns1:cubicBezTo>
                <ns1:cubicBezTo>
                  <ns1:pt x="4" y="22"/>
                  <ns1:pt x="0" y="32"/>
                  <ns1:pt x="0" y="45"/>
                </ns1:cubicBezTo>
                <ns1:cubicBezTo>
                  <ns1:pt x="0" y="225"/>
                  <ns1:pt x="0" y="225"/>
                  <ns1:pt x="0" y="225"/>
                </ns1:cubicBezTo>
                <ns1:cubicBezTo>
                  <ns1:pt x="0" y="263"/>
                  <ns1:pt x="13" y="294"/>
                  <ns1:pt x="39" y="321"/>
                </ns1:cubicBezTo>
                <ns1:cubicBezTo>
                  <ns1:pt x="66" y="347"/>
                  <ns1:pt x="97" y="360"/>
                  <ns1:pt x="134" y="360"/>
                </ns1:cubicBezTo>
                <ns1:cubicBezTo>
                  <ns1:pt x="223" y="360"/>
                  <ns1:pt x="223" y="360"/>
                  <ns1:pt x="223" y="360"/>
                </ns1:cubicBezTo>
                <ns1:cubicBezTo>
                  <ns1:pt x="235" y="360"/>
                  <ns1:pt x="246" y="356"/>
                  <ns1:pt x="255" y="347"/>
                </ns1:cubicBezTo>
                <ns1:cubicBezTo>
                  <ns1:pt x="264" y="338"/>
                  <ns1:pt x="268" y="327"/>
                  <ns1:pt x="268" y="315"/>
                </ns1:cubicBezTo>
                <ns1:cubicBezTo>
                  <ns1:pt x="268" y="303"/>
                  <ns1:pt x="264" y="292"/>
                  <ns1:pt x="255" y="283"/>
                </ns1:cubicBezTo>
                <ns1:cubicBezTo>
                  <ns1:pt x="246" y="274"/>
                  <ns1:pt x="235" y="270"/>
                  <ns1:pt x="223" y="270"/>
                </ns1:cubicBezTo>
                <ns1:close/>
              </ns1:path>
            </ns1:pathLst>
          </ns1:custGeom>
          <ns1:solidFill>
            <ns1:schemeClr val="tx1"/>
          </ns1:solidFill>
          <ns1:ln>
            <ns1:noFill/>
          </ns1:ln>
        </ns0:spPr>
        <ns0:txBody>
          <ns1:bodyPr vert="horz" wrap="square" lIns="91440" tIns="45720" rIns="91440" bIns="45720" numCol="1" anchor="t" anchorCtr="0" compatLnSpc="1">
            <ns1:prstTxWarp prst="textNoShape">
              <ns1:avLst/>
            </ns1:prstTxWarp>
          </ns1:bodyPr>
          <ns1:lstStyle/>
          <ns1:p>
            <ns1:endParaRPr lang="id-ID" sz="2700"/>
          </ns1:p>
        </ns0:txBody>
      </ns0:sp>
      <ns0:sp>
        <ns0:nvSpPr>
          <ns0:cNvPr id="5" name="Freeform 17"/>
          <ns0:cNvSpPr>
            <ns1:spLocks/>
          </ns0:cNvSpPr>
          <ns0:nvPr/>
        </ns0:nvSpPr>
        <ns0:spPr bwMode="auto">
          <ns1:xfrm>
            <ns1:off x="1417301" y="424309"/>
            <ns1:ext cx="317902" cy="275539"/>
          </ns1:xfrm>
          <ns1:custGeom>
            <ns1:avLst/>
            <ns1:gdLst>
              <ns1:gd name="T0" fmla="*/ 307 w 362"/>
              <ns1:gd name="T1" fmla="*/ 2 h 314"/>
              <ns1:gd name="T2" fmla="*/ 205 w 362"/>
              <ns1:gd name="T3" fmla="*/ 86 h 314"/>
              <ns1:gd name="T4" fmla="*/ 232 w 362"/>
              <ns1:gd name="T5" fmla="*/ 81 h 314"/>
              <ns1:gd name="T6" fmla="*/ 256 w 362"/>
              <ns1:gd name="T7" fmla="*/ 111 h 314"/>
              <ns1:gd name="T8" fmla="*/ 232 w 362"/>
              <ns1:gd name="T9" fmla="*/ 166 h 314"/>
              <ns1:gd name="T10" fmla="*/ 198 w 362"/>
              <ns1:gd name="T11" fmla="*/ 201 h 314"/>
              <ns1:gd name="T12" fmla="*/ 172 w 362"/>
              <ns1:gd name="T13" fmla="*/ 146 h 314"/>
              <ns1:gd name="T14" fmla="*/ 157 w 362"/>
              <ns1:gd name="T15" fmla="*/ 64 h 314"/>
              <ns1:gd name="T16" fmla="*/ 105 w 362"/>
              <ns1:gd name="T17" fmla="*/ 6 h 314"/>
              <ns1:gd name="T18" fmla="*/ 52 w 362"/>
              <ns1:gd name="T19" fmla="*/ 39 h 314"/>
              <ns1:gd name="T20" fmla="*/ 0 w 362"/>
              <ns1:gd name="T21" fmla="*/ 86 h 314"/>
              <ns1:gd name="T22" fmla="*/ 17 w 362"/>
              <ns1:gd name="T23" fmla="*/ 107 h 314"/>
              <ns1:gd name="T24" fmla="*/ 45 w 362"/>
              <ns1:gd name="T25" fmla="*/ 90 h 314"/>
              <ns1:gd name="T26" fmla="*/ 80 w 362"/>
              <ns1:gd name="T27" fmla="*/ 149 h 314"/>
              <ns1:gd name="T28" fmla="*/ 109 w 362"/>
              <ns1:gd name="T29" fmla="*/ 256 h 314"/>
              <ns1:gd name="T30" fmla="*/ 162 w 362"/>
              <ns1:gd name="T31" fmla="*/ 314 h 314"/>
              <ns1:gd name="T32" fmla="*/ 286 w 362"/>
              <ns1:gd name="T33" fmla="*/ 218 h 314"/>
              <ns1:gd name="T34" fmla="*/ 360 w 362"/>
              <ns1:gd name="T35" fmla="*/ 74 h 314"/>
              <ns1:gd name="T36" fmla="*/ 307 w 362"/>
              <ns1:gd name="T37" fmla="*/ 2 h 314"/>
            </ns1:gdLst>
            <ns1:ahLst/>
            <ns1:cxnLst>
              <ns1:cxn ang="0">
                <ns1:pos x="T0" y="T1"/>
              </ns1:cxn>
              <ns1:cxn ang="0">
                <ns1:pos x="T2" y="T3"/>
              </ns1:cxn>
              <ns1:cxn ang="0">
                <ns1:pos x="T4" y="T5"/>
              </ns1:cxn>
              <ns1:cxn ang="0">
                <ns1:pos x="T6" y="T7"/>
              </ns1:cxn>
              <ns1:cxn ang="0">
                <ns1:pos x="T8" y="T9"/>
              </ns1:cxn>
              <ns1:cxn ang="0">
                <ns1:pos x="T10" y="T11"/>
              </ns1:cxn>
              <ns1:cxn ang="0">
                <ns1:pos x="T12" y="T13"/>
              </ns1:cxn>
              <ns1:cxn ang="0">
                <ns1:pos x="T14" y="T15"/>
              </ns1:cxn>
              <ns1:cxn ang="0">
                <ns1:pos x="T16" y="T17"/>
              </ns1:cxn>
              <ns1:cxn ang="0">
                <ns1:pos x="T18" y="T19"/>
              </ns1:cxn>
              <ns1:cxn ang="0">
                <ns1:pos x="T20" y="T21"/>
              </ns1:cxn>
              <ns1:cxn ang="0">
                <ns1:pos x="T22" y="T23"/>
              </ns1:cxn>
              <ns1:cxn ang="0">
                <ns1:pos x="T24" y="T25"/>
              </ns1:cxn>
              <ns1:cxn ang="0">
                <ns1:pos x="T26" y="T27"/>
              </ns1:cxn>
              <ns1:cxn ang="0">
                <ns1:pos x="T28" y="T29"/>
              </ns1:cxn>
              <ns1:cxn ang="0">
                <ns1:pos x="T30" y="T31"/>
              </ns1:cxn>
              <ns1:cxn ang="0">
                <ns1:pos x="T32" y="T33"/>
              </ns1:cxn>
              <ns1:cxn ang="0">
                <ns1:pos x="T34" y="T35"/>
              </ns1:cxn>
              <ns1:cxn ang="0">
                <ns1:pos x="T36" y="T37"/>
              </ns1:cxn>
            </ns1:cxnLst>
            <ns1:rect l="0" t="0" r="r" b="b"/>
            <ns1:pathLst>
              <ns1:path w="362" h="314">
                <ns1:moveTo>
                  <ns1:pt x="307" y="2"/>
                </ns1:moveTo>
                <ns1:cubicBezTo>
                  <ns1:pt x="257" y="0"/>
                  <ns1:pt x="223" y="29"/>
                  <ns1:pt x="205" y="86"/>
                </ns1:cubicBezTo>
                <ns1:cubicBezTo>
                  <ns1:pt x="215" y="83"/>
                  <ns1:pt x="223" y="81"/>
                  <ns1:pt x="232" y="81"/>
                </ns1:cubicBezTo>
                <ns1:cubicBezTo>
                  <ns1:pt x="250" y="81"/>
                  <ns1:pt x="258" y="91"/>
                  <ns1:pt x="256" y="111"/>
                </ns1:cubicBezTo>
                <ns1:cubicBezTo>
                  <ns1:pt x="255" y="124"/>
                  <ns1:pt x="247" y="142"/>
                  <ns1:pt x="232" y="166"/>
                </ns1:cubicBezTo>
                <ns1:cubicBezTo>
                  <ns1:pt x="217" y="190"/>
                  <ns1:pt x="206" y="201"/>
                  <ns1:pt x="198" y="201"/>
                </ns1:cubicBezTo>
                <ns1:cubicBezTo>
                  <ns1:pt x="188" y="201"/>
                  <ns1:pt x="180" y="183"/>
                  <ns1:pt x="172" y="146"/>
                </ns1:cubicBezTo>
                <ns1:cubicBezTo>
                  <ns1:pt x="169" y="135"/>
                  <ns1:pt x="164" y="108"/>
                  <ns1:pt x="157" y="64"/>
                </ns1:cubicBezTo>
                <ns1:cubicBezTo>
                  <ns1:pt x="151" y="23"/>
                  <ns1:pt x="133" y="3"/>
                  <ns1:pt x="105" y="6"/>
                </ns1:cubicBezTo>
                <ns1:cubicBezTo>
                  <ns1:pt x="94" y="7"/>
                  <ns1:pt x="76" y="18"/>
                  <ns1:pt x="52" y="39"/>
                </ns1:cubicBezTo>
                <ns1:cubicBezTo>
                  <ns1:pt x="35" y="54"/>
                  <ns1:pt x="17" y="70"/>
                  <ns1:pt x="0" y="86"/>
                </ns1:cubicBezTo>
                <ns1:cubicBezTo>
                  <ns1:pt x="17" y="107"/>
                  <ns1:pt x="17" y="107"/>
                  <ns1:pt x="17" y="107"/>
                </ns1:cubicBezTo>
                <ns1:cubicBezTo>
                  <ns1:pt x="33" y="96"/>
                  <ns1:pt x="42" y="90"/>
                  <ns1:pt x="45" y="90"/>
                </ns1:cubicBezTo>
                <ns1:cubicBezTo>
                  <ns1:pt x="57" y="90"/>
                  <ns1:pt x="69" y="110"/>
                  <ns1:pt x="80" y="149"/>
                </ns1:cubicBezTo>
                <ns1:cubicBezTo>
                  <ns1:pt x="89" y="184"/>
                  <ns1:pt x="99" y="220"/>
                  <ns1:pt x="109" y="256"/>
                </ns1:cubicBezTo>
                <ns1:cubicBezTo>
                  <ns1:pt x="123" y="295"/>
                  <ns1:pt x="141" y="314"/>
                  <ns1:pt x="162" y="314"/>
                </ns1:cubicBezTo>
                <ns1:cubicBezTo>
                  <ns1:pt x="196" y="314"/>
                  <ns1:pt x="237" y="282"/>
                  <ns1:pt x="286" y="218"/>
                </ns1:cubicBezTo>
                <ns1:cubicBezTo>
                  <ns1:pt x="333" y="157"/>
                  <ns1:pt x="358" y="109"/>
                  <ns1:pt x="360" y="74"/>
                </ns1:cubicBezTo>
                <ns1:cubicBezTo>
                  <ns1:pt x="362" y="27"/>
                  <ns1:pt x="344" y="3"/>
                  <ns1:pt x="307" y="2"/>
                </ns1:cubicBezTo>
                <ns1:close/>
              </ns1:path>
            </ns1:pathLst>
          </ns1:custGeom>
          <ns1:solidFill>
            <ns1:schemeClr val="tx1"/>
          </ns1:solidFill>
          <ns1:ln>
            <ns1:noFill/>
          </ns1:ln>
        </ns0:spPr>
        <ns0:txBody>
          <ns1:bodyPr vert="horz" wrap="square" lIns="91440" tIns="45720" rIns="91440" bIns="45720" numCol="1" anchor="t" anchorCtr="0" compatLnSpc="1">
            <ns1:prstTxWarp prst="textNoShape">
              <ns1:avLst/>
            </ns1:prstTxWarp>
          </ns1:bodyPr>
          <ns1:lstStyle/>
          <ns1:p>
            <ns1:endParaRPr lang="id-ID" sz="2700"/>
          </ns1:p>
        </ns0:txBody>
      </ns0:sp>
      <ns0:grpSp>
        <ns0:nvGrpSpPr>
          <ns0:cNvPr id="6" name="Group 5"/>
          <ns0:cNvGrpSpPr/>
          <ns0:nvPr/>
        </ns0:nvGrpSpPr>
        <ns0:grpSpPr>
          <ns1:xfrm>
            <ns1:off x="9272244" y="375229"/>
            <ns1:ext cx="373699" cy="373699"/>
            <ns1:chOff x="10064750" y="3017838"/>
            <ns1:chExt cx="830263" cy="830262"/>
          </ns1:xfrm>
          <ns1:solidFill>
            <ns1:schemeClr val="tx1"/>
          </ns1:solidFill>
        </ns0:grpSpPr>
        <ns0:sp>
          <ns0:nvSpPr>
            <ns0:cNvPr id="7" name="Freeform 5"/>
            <ns0:cNvSpPr>
              <ns1:spLocks/>
            </ns0:cNvSpPr>
            <ns0:nvPr/>
          </ns0:nvSpPr>
          <ns0:spPr bwMode="auto">
            <ns1:xfrm>
              <ns1:off x="10561638" y="3017838"/>
              <ns1:ext cx="333375" cy="330200"/>
            </ns1:xfrm>
            <ns1:custGeom>
              <ns1:avLst/>
              <ns1:gdLst>
                <ns1:gd name="T0" fmla="*/ 57 w 210"/>
                <ns1:gd name="T1" fmla="*/ 0 h 208"/>
                <ns1:gd name="T2" fmla="*/ 0 w 210"/>
                <ns1:gd name="T3" fmla="*/ 57 h 208"/>
                <ns1:gd name="T4" fmla="*/ 151 w 210"/>
                <ns1:gd name="T5" fmla="*/ 208 h 208"/>
                <ns1:gd name="T6" fmla="*/ 210 w 210"/>
                <ns1:gd name="T7" fmla="*/ 151 h 208"/>
                <ns1:gd name="T8" fmla="*/ 57 w 210"/>
                <ns1:gd name="T9" fmla="*/ 0 h 208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</ns1:cxnLst>
              <ns1:rect l="0" t="0" r="r" b="b"/>
              <ns1:pathLst>
                <ns1:path w="210" h="208">
                  <ns1:moveTo>
                    <ns1:pt x="57" y="0"/>
                  </ns1:moveTo>
                  <ns1:lnTo>
                    <ns1:pt x="0" y="57"/>
                  </ns1:lnTo>
                  <ns1:lnTo>
                    <ns1:pt x="151" y="208"/>
                  </ns1:lnTo>
                  <ns1:lnTo>
                    <ns1:pt x="210" y="151"/>
                  </ns1:lnTo>
                  <ns1:lnTo>
                    <ns1:pt x="57" y="0"/>
                  </ns1:lnTo>
                  <ns1:close/>
                </ns1:path>
              </ns1:pathLst>
            </ns1:custGeom>
            <ns1:grpFill/>
            <ns1:ln>
              <ns1:noFill/>
            </ns1:ln>
            <ns1:extLst>
              <ns1:ext uri="{91240B29-F687-4F45-9708-019B960494DF}">
                <ns2:hiddenLine w="9525">
                  <ns1:solidFill>
                    <ns1:srgbClr val="000000"/>
                  </ns1:solidFill>
                  <ns1:round/>
                  <ns1:headEnd/>
                  <ns1:tailEnd/>
                </ns2:hiddenLine>
              </ns1:ext>
            </ns1:extLst>
          </ns0:spPr>
          <ns0:txBody>
            <ns1:bodyPr vert="horz" wrap="square" lIns="91440" tIns="45720" rIns="91440" bIns="45720" numCol="1" anchor="t" anchorCtr="0" compatLnSpc="1">
              <ns1:prstTxWarp prst="textNoShape">
                <ns1:avLst/>
              </ns1:prstTxWarp>
            </ns1:bodyPr>
            <ns1:lstStyle/>
            <ns1:p>
              <ns1:endParaRPr lang="id-ID" sz="2700"/>
            </ns1:p>
          </ns0:txBody>
        </ns0:sp>
        <ns0:sp>
          <ns0:nvSpPr>
            <ns0:cNvPr id="8" name="Freeform 6"/>
            <ns0:cNvSpPr>
              <ns1:spLocks noEditPoints="1"/>
            </ns0:cNvSpPr>
            <ns0:nvPr/>
          </ns0:nvSpPr>
          <ns0:spPr bwMode="auto">
            <ns1:xfrm>
              <ns1:off x="10064750" y="3135313"/>
              <ns1:ext cx="709613" cy="712787"/>
            </ns1:xfrm>
            <ns1:custGeom>
              <ns1:avLst/>
              <ns1:gdLst>
                <ns1:gd name="T0" fmla="*/ 6 w 187"/>
                <ns1:gd name="T1" fmla="*/ 118 h 187"/>
                <ns1:gd name="T2" fmla="*/ 0 w 187"/>
                <ns1:gd name="T3" fmla="*/ 187 h 187"/>
                <ns1:gd name="T4" fmla="*/ 70 w 187"/>
                <ns1:gd name="T5" fmla="*/ 181 h 187"/>
                <ns1:gd name="T6" fmla="*/ 187 w 187"/>
                <ns1:gd name="T7" fmla="*/ 64 h 187"/>
                <ns1:gd name="T8" fmla="*/ 124 w 187"/>
                <ns1:gd name="T9" fmla="*/ 0 h 187"/>
                <ns1:gd name="T10" fmla="*/ 6 w 187"/>
                <ns1:gd name="T11" fmla="*/ 118 h 187"/>
                <ns1:gd name="T12" fmla="*/ 34 w 187"/>
                <ns1:gd name="T13" fmla="*/ 173 h 187"/>
                <ns1:gd name="T14" fmla="*/ 24 w 187"/>
                <ns1:gd name="T15" fmla="*/ 163 h 187"/>
                <ns1:gd name="T16" fmla="*/ 14 w 187"/>
                <ns1:gd name="T17" fmla="*/ 153 h 187"/>
                <ns1:gd name="T18" fmla="*/ 17 w 187"/>
                <ns1:gd name="T19" fmla="*/ 123 h 187"/>
                <ns1:gd name="T20" fmla="*/ 26 w 187"/>
                <ns1:gd name="T21" fmla="*/ 139 h 187"/>
                <ns1:gd name="T22" fmla="*/ 40 w 187"/>
                <ns1:gd name="T23" fmla="*/ 147 h 187"/>
                <ns1:gd name="T24" fmla="*/ 49 w 187"/>
                <ns1:gd name="T25" fmla="*/ 161 h 187"/>
                <ns1:gd name="T26" fmla="*/ 64 w 187"/>
                <ns1:gd name="T27" fmla="*/ 170 h 187"/>
                <ns1:gd name="T28" fmla="*/ 34 w 187"/>
                <ns1:gd name="T29" fmla="*/ 173 h 187"/>
                <ns1:gd name="T30" fmla="*/ 172 w 187"/>
                <ns1:gd name="T31" fmla="*/ 64 h 187"/>
                <ns1:gd name="T32" fmla="*/ 74 w 187"/>
                <ns1:gd name="T33" fmla="*/ 161 h 187"/>
                <ns1:gd name="T34" fmla="*/ 56 w 187"/>
                <ns1:gd name="T35" fmla="*/ 154 h 187"/>
                <ns1:gd name="T36" fmla="*/ 53 w 187"/>
                <ns1:gd name="T37" fmla="*/ 150 h 187"/>
                <ns1:gd name="T38" fmla="*/ 50 w 187"/>
                <ns1:gd name="T39" fmla="*/ 145 h 187"/>
                <ns1:gd name="T40" fmla="*/ 151 w 187"/>
                <ns1:gd name="T41" fmla="*/ 43 h 187"/>
                <ns1:gd name="T42" fmla="*/ 172 w 187"/>
                <ns1:gd name="T43" fmla="*/ 64 h 187"/>
                <ns1:gd name="T44" fmla="*/ 43 w 187"/>
                <ns1:gd name="T45" fmla="*/ 137 h 187"/>
                <ns1:gd name="T46" fmla="*/ 38 w 187"/>
                <ns1:gd name="T47" fmla="*/ 134 h 187"/>
                <ns1:gd name="T48" fmla="*/ 34 w 187"/>
                <ns1:gd name="T49" fmla="*/ 131 h 187"/>
                <ns1:gd name="T50" fmla="*/ 26 w 187"/>
                <ns1:gd name="T51" fmla="*/ 113 h 187"/>
                <ns1:gd name="T52" fmla="*/ 124 w 187"/>
                <ns1:gd name="T53" fmla="*/ 16 h 187"/>
                <ns1:gd name="T54" fmla="*/ 144 w 187"/>
                <ns1:gd name="T55" fmla="*/ 36 h 187"/>
                <ns1:gd name="T56" fmla="*/ 43 w 187"/>
                <ns1:gd name="T57" fmla="*/ 137 h 187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  <ns1:cxn ang="0">
                  <ns1:pos x="T14" y="T15"/>
                </ns1:cxn>
                <ns1:cxn ang="0">
                  <ns1:pos x="T16" y="T17"/>
                </ns1:cxn>
                <ns1:cxn ang="0">
                  <ns1:pos x="T18" y="T19"/>
                </ns1:cxn>
                <ns1:cxn ang="0">
                  <ns1:pos x="T20" y="T21"/>
                </ns1:cxn>
                <ns1:cxn ang="0">
                  <ns1:pos x="T22" y="T23"/>
                </ns1:cxn>
                <ns1:cxn ang="0">
                  <ns1:pos x="T24" y="T25"/>
                </ns1:cxn>
                <ns1:cxn ang="0">
                  <ns1:pos x="T26" y="T27"/>
                </ns1:cxn>
                <ns1:cxn ang="0">
                  <ns1:pos x="T28" y="T29"/>
                </ns1:cxn>
                <ns1:cxn ang="0">
                  <ns1:pos x="T30" y="T31"/>
                </ns1:cxn>
                <ns1:cxn ang="0">
                  <ns1:pos x="T32" y="T33"/>
                </ns1:cxn>
                <ns1:cxn ang="0">
                  <ns1:pos x="T34" y="T35"/>
                </ns1:cxn>
                <ns1:cxn ang="0">
                  <ns1:pos x="T36" y="T37"/>
                </ns1:cxn>
                <ns1:cxn ang="0">
                  <ns1:pos x="T38" y="T39"/>
                </ns1:cxn>
                <ns1:cxn ang="0">
                  <ns1:pos x="T40" y="T41"/>
                </ns1:cxn>
                <ns1:cxn ang="0">
                  <ns1:pos x="T42" y="T43"/>
                </ns1:cxn>
                <ns1:cxn ang="0">
                  <ns1:pos x="T44" y="T45"/>
                </ns1:cxn>
                <ns1:cxn ang="0">
                  <ns1:pos x="T46" y="T47"/>
                </ns1:cxn>
                <ns1:cxn ang="0">
                  <ns1:pos x="T48" y="T49"/>
                </ns1:cxn>
                <ns1:cxn ang="0">
                  <ns1:pos x="T50" y="T51"/>
                </ns1:cxn>
                <ns1:cxn ang="0">
                  <ns1:pos x="T52" y="T53"/>
                </ns1:cxn>
                <ns1:cxn ang="0">
                  <ns1:pos x="T54" y="T55"/>
                </ns1:cxn>
                <ns1:cxn ang="0">
                  <ns1:pos x="T56" y="T57"/>
                </ns1:cxn>
              </ns1:cxnLst>
              <ns1:rect l="0" t="0" r="r" b="b"/>
              <ns1:pathLst>
                <ns1:path w="187" h="187">
                  <ns1:moveTo>
                    <ns1:pt x="6" y="118"/>
                  </ns1:moveTo>
                  <ns1:cubicBezTo>
                    <ns1:pt x="0" y="187"/>
                    <ns1:pt x="0" y="187"/>
                    <ns1:pt x="0" y="187"/>
                  </ns1:cubicBezTo>
                  <ns1:cubicBezTo>
                    <ns1:pt x="70" y="181"/>
                    <ns1:pt x="70" y="181"/>
                    <ns1:pt x="70" y="181"/>
                  </ns1:cubicBezTo>
                  <ns1:cubicBezTo>
                    <ns1:pt x="187" y="64"/>
                    <ns1:pt x="187" y="64"/>
                    <ns1:pt x="187" y="64"/>
                  </ns1:cubicBezTo>
                  <ns1:cubicBezTo>
                    <ns1:pt x="124" y="0"/>
                    <ns1:pt x="124" y="0"/>
                    <ns1:pt x="124" y="0"/>
                  </ns1:cubicBezTo>
                  <ns1:lnTo>
                    <ns1:pt x="6" y="118"/>
                  </ns1:lnTo>
                  <ns1:close/>
                  <ns1:moveTo>
                    <ns1:pt x="34" y="173"/>
                  </ns1:moveTo>
                  <ns1:cubicBezTo>
                    <ns1:pt x="24" y="163"/>
                    <ns1:pt x="24" y="163"/>
                    <ns1:pt x="24" y="163"/>
                  </ns1:cubicBezTo>
                  <ns1:cubicBezTo>
                    <ns1:pt x="14" y="153"/>
                    <ns1:pt x="14" y="153"/>
                    <ns1:pt x="14" y="153"/>
                  </ns1:cubicBezTo>
                  <ns1:cubicBezTo>
                    <ns1:pt x="17" y="123"/>
                    <ns1:pt x="17" y="123"/>
                    <ns1:pt x="17" y="123"/>
                  </ns1:cubicBezTo>
                  <ns1:cubicBezTo>
                    <ns1:pt x="18" y="129"/>
                    <ns1:pt x="22" y="134"/>
                    <ns1:pt x="26" y="139"/>
                  </ns1:cubicBezTo>
                  <ns1:cubicBezTo>
                    <ns1:pt x="30" y="143"/>
                    <ns1:pt x="35" y="146"/>
                    <ns1:pt x="40" y="147"/>
                  </ns1:cubicBezTo>
                  <ns1:cubicBezTo>
                    <ns1:pt x="42" y="152"/>
                    <ns1:pt x="44" y="157"/>
                    <ns1:pt x="49" y="161"/>
                  </ns1:cubicBezTo>
                  <ns1:cubicBezTo>
                    <ns1:pt x="53" y="166"/>
                    <ns1:pt x="58" y="169"/>
                    <ns1:pt x="64" y="170"/>
                  </ns1:cubicBezTo>
                  <ns1:lnTo>
                    <ns1:pt x="34" y="173"/>
                  </ns1:lnTo>
                  <ns1:close/>
                  <ns1:moveTo>
                    <ns1:pt x="172" y="64"/>
                  </ns1:moveTo>
                  <ns1:cubicBezTo>
                    <ns1:pt x="74" y="161"/>
                    <ns1:pt x="74" y="161"/>
                    <ns1:pt x="74" y="161"/>
                  </ns1:cubicBezTo>
                  <ns1:cubicBezTo>
                    <ns1:pt x="67" y="161"/>
                    <ns1:pt x="61" y="158"/>
                    <ns1:pt x="56" y="154"/>
                  </ns1:cubicBezTo>
                  <ns1:cubicBezTo>
                    <ns1:pt x="55" y="152"/>
                    <ns1:pt x="54" y="151"/>
                    <ns1:pt x="53" y="150"/>
                  </ns1:cubicBezTo>
                  <ns1:cubicBezTo>
                    <ns1:pt x="52" y="148"/>
                    <ns1:pt x="51" y="146"/>
                    <ns1:pt x="50" y="145"/>
                  </ns1:cubicBezTo>
                  <ns1:cubicBezTo>
                    <ns1:pt x="151" y="43"/>
                    <ns1:pt x="151" y="43"/>
                    <ns1:pt x="151" y="43"/>
                  </ns1:cubicBezTo>
                  <ns1:lnTo>
                    <ns1:pt x="172" y="64"/>
                  </ns1:lnTo>
                  <ns1:close/>
                  <ns1:moveTo>
                    <ns1:pt x="43" y="137"/>
                  </ns1:moveTo>
                  <ns1:cubicBezTo>
                    <ns1:pt x="41" y="136"/>
                    <ns1:pt x="39" y="135"/>
                    <ns1:pt x="38" y="134"/>
                  </ns1:cubicBezTo>
                  <ns1:cubicBezTo>
                    <ns1:pt x="36" y="133"/>
                    <ns1:pt x="35" y="132"/>
                    <ns1:pt x="34" y="131"/>
                  </ns1:cubicBezTo>
                  <ns1:cubicBezTo>
                    <ns1:pt x="29" y="126"/>
                    <ns1:pt x="26" y="120"/>
                    <ns1:pt x="26" y="113"/>
                  </ns1:cubicBezTo>
                  <ns1:cubicBezTo>
                    <ns1:pt x="124" y="16"/>
                    <ns1:pt x="124" y="16"/>
                    <ns1:pt x="124" y="16"/>
                  </ns1:cubicBezTo>
                  <ns1:cubicBezTo>
                    <ns1:pt x="144" y="36"/>
                    <ns1:pt x="144" y="36"/>
                    <ns1:pt x="144" y="36"/>
                  </ns1:cubicBezTo>
                  <ns1:lnTo>
                    <ns1:pt x="43" y="137"/>
                  </ns1:lnTo>
                  <ns1:close/>
                </ns1:path>
              </ns1:pathLst>
            </ns1:custGeom>
            <ns1:grpFill/>
            <ns1:ln>
              <ns1:noFill/>
            </ns1:ln>
            <ns1:extLst>
              <ns1:ext uri="{91240B29-F687-4F45-9708-019B960494DF}">
                <ns2:hiddenLine w="9525">
                  <ns1:solidFill>
                    <ns1:srgbClr val="000000"/>
                  </ns1:solidFill>
                  <ns1:round/>
                  <ns1:headEnd/>
                  <ns1:tailEnd/>
                </ns2:hiddenLine>
              </ns1:ext>
            </ns1:extLst>
          </ns0:spPr>
          <ns0:txBody>
            <ns1:bodyPr vert="horz" wrap="square" lIns="91440" tIns="45720" rIns="91440" bIns="45720" numCol="1" anchor="t" anchorCtr="0" compatLnSpc="1">
              <ns1:prstTxWarp prst="textNoShape">
                <ns1:avLst/>
              </ns1:prstTxWarp>
            </ns1:bodyPr>
            <ns1:lstStyle/>
            <ns1:p>
              <ns1:endParaRPr lang="id-ID" sz="2700"/>
            </ns1:p>
          </ns0:txBody>
        </ns0:sp>
      </ns0:grpSp>
      <ns0:grpSp>
        <ns0:nvGrpSpPr>
          <ns0:cNvPr id="14" name="Group 13"/>
          <ns0:cNvGrpSpPr/>
          <ns0:nvPr/>
        </ns0:nvGrpSpPr>
        <ns0:grpSpPr>
          <ns1:xfrm>
            <ns1:off x="1425065" y="1183806"/>
            <ns1:ext cx="302377" cy="387255"/>
            <ns1:chOff x="9115151" y="579188"/>
            <ns1:chExt cx="439080" cy="562331"/>
          </ns1:xfrm>
          <ns1:solidFill>
            <ns1:schemeClr val="tx1"/>
          </ns1:solidFill>
        </ns0:grpSpPr>
        <ns0:sp>
          <ns0:nvSpPr>
            <ns0:cNvPr id="15" name="Freeform 53"/>
            <ns0:cNvSpPr>
              <ns1:spLocks/>
            </ns0:cNvSpPr>
            <ns0:nvPr/>
          </ns0:nvSpPr>
          <ns0:spPr bwMode="auto">
            <ns1:xfrm>
              <ns1:off x="9434832" y="855539"/>
              <ns1:ext cx="119399" cy="156952"/>
            </ns1:xfrm>
            <ns1:custGeom>
              <ns1:avLst/>
              <ns1:gdLst>
                <ns1:gd name="T0" fmla="*/ 18 w 52"/>
                <ns1:gd name="T1" fmla="*/ 68 h 68"/>
                <ns1:gd name="T2" fmla="*/ 6 w 52"/>
                <ns1:gd name="T3" fmla="*/ 68 h 68"/>
                <ns1:gd name="T4" fmla="*/ 0 w 52"/>
                <ns1:gd name="T5" fmla="*/ 62 h 68"/>
                <ns1:gd name="T6" fmla="*/ 6 w 52"/>
                <ns1:gd name="T7" fmla="*/ 56 h 68"/>
                <ns1:gd name="T8" fmla="*/ 18 w 52"/>
                <ns1:gd name="T9" fmla="*/ 56 h 68"/>
                <ns1:gd name="T10" fmla="*/ 40 w 52"/>
                <ns1:gd name="T11" fmla="*/ 34 h 68"/>
                <ns1:gd name="T12" fmla="*/ 18 w 52"/>
                <ns1:gd name="T13" fmla="*/ 12 h 68"/>
                <ns1:gd name="T14" fmla="*/ 6 w 52"/>
                <ns1:gd name="T15" fmla="*/ 12 h 68"/>
                <ns1:gd name="T16" fmla="*/ 0 w 52"/>
                <ns1:gd name="T17" fmla="*/ 6 h 68"/>
                <ns1:gd name="T18" fmla="*/ 6 w 52"/>
                <ns1:gd name="T19" fmla="*/ 0 h 68"/>
                <ns1:gd name="T20" fmla="*/ 18 w 52"/>
                <ns1:gd name="T21" fmla="*/ 0 h 68"/>
                <ns1:gd name="T22" fmla="*/ 52 w 52"/>
                <ns1:gd name="T23" fmla="*/ 34 h 68"/>
                <ns1:gd name="T24" fmla="*/ 18 w 52"/>
                <ns1:gd name="T25" fmla="*/ 68 h 68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  <ns1:cxn ang="0">
                  <ns1:pos x="T14" y="T15"/>
                </ns1:cxn>
                <ns1:cxn ang="0">
                  <ns1:pos x="T16" y="T17"/>
                </ns1:cxn>
                <ns1:cxn ang="0">
                  <ns1:pos x="T18" y="T19"/>
                </ns1:cxn>
                <ns1:cxn ang="0">
                  <ns1:pos x="T20" y="T21"/>
                </ns1:cxn>
                <ns1:cxn ang="0">
                  <ns1:pos x="T22" y="T23"/>
                </ns1:cxn>
                <ns1:cxn ang="0">
                  <ns1:pos x="T24" y="T25"/>
                </ns1:cxn>
              </ns1:cxnLst>
              <ns1:rect l="0" t="0" r="r" b="b"/>
              <ns1:pathLst>
                <ns1:path w="52" h="68">
                  <ns1:moveTo>
                    <ns1:pt x="18" y="68"/>
                  </ns1:moveTo>
                  <ns1:cubicBezTo>
                    <ns1:pt x="6" y="68"/>
                    <ns1:pt x="6" y="68"/>
                    <ns1:pt x="6" y="68"/>
                  </ns1:cubicBezTo>
                  <ns1:cubicBezTo>
                    <ns1:pt x="3" y="68"/>
                    <ns1:pt x="0" y="65"/>
                    <ns1:pt x="0" y="62"/>
                  </ns1:cubicBezTo>
                  <ns1:cubicBezTo>
                    <ns1:pt x="0" y="59"/>
                    <ns1:pt x="3" y="56"/>
                    <ns1:pt x="6" y="56"/>
                  </ns1:cubicBezTo>
                  <ns1:cubicBezTo>
                    <ns1:pt x="18" y="56"/>
                    <ns1:pt x="18" y="56"/>
                    <ns1:pt x="18" y="56"/>
                  </ns1:cubicBezTo>
                  <ns1:cubicBezTo>
                    <ns1:pt x="31" y="56"/>
                    <ns1:pt x="40" y="47"/>
                    <ns1:pt x="40" y="34"/>
                  </ns1:cubicBezTo>
                  <ns1:cubicBezTo>
                    <ns1:pt x="40" y="21"/>
                    <ns1:pt x="31" y="12"/>
                    <ns1:pt x="18" y="12"/>
                  </ns1:cubicBezTo>
                  <ns1:cubicBezTo>
                    <ns1:pt x="6" y="12"/>
                    <ns1:pt x="6" y="12"/>
                    <ns1:pt x="6" y="12"/>
                  </ns1:cubicBezTo>
                  <ns1:cubicBezTo>
                    <ns1:pt x="3" y="12"/>
                    <ns1:pt x="0" y="9"/>
                    <ns1:pt x="0" y="6"/>
                  </ns1:cubicBezTo>
                  <ns1:cubicBezTo>
                    <ns1:pt x="0" y="3"/>
                    <ns1:pt x="3" y="0"/>
                    <ns1:pt x="6" y="0"/>
                  </ns1:cubicBezTo>
                  <ns1:cubicBezTo>
                    <ns1:pt x="18" y="0"/>
                    <ns1:pt x="18" y="0"/>
                    <ns1:pt x="18" y="0"/>
                  </ns1:cubicBezTo>
                  <ns1:cubicBezTo>
                    <ns1:pt x="38" y="0"/>
                    <ns1:pt x="52" y="14"/>
                    <ns1:pt x="52" y="34"/>
                  </ns1:cubicBezTo>
                  <ns1:cubicBezTo>
                    <ns1:pt x="52" y="54"/>
                    <ns1:pt x="38" y="68"/>
                    <ns1:pt x="18" y="68"/>
                  </ns1:cubicBezTo>
                  <ns1:close/>
                </ns1:path>
              </ns1:pathLst>
            </ns1:custGeom>
            <ns1:grpFill/>
            <ns1:ln>
              <ns1:noFill/>
            </ns1:ln>
            <ns1:extLst>
              <ns1:ext uri="{91240B29-F687-4F45-9708-019B960494DF}">
                <ns2:hiddenLine w="9525">
                  <ns1:solidFill>
                    <ns1:srgbClr val="000000"/>
                  </ns1:solidFill>
                  <ns1:round/>
                  <ns1:headEnd/>
                  <ns1:tailEnd/>
                </ns2:hiddenLine>
              </ns1:ext>
            </ns1:extLst>
          </ns0:spPr>
          <ns0:txBody>
            <ns1:bodyPr vert="horz" wrap="square" lIns="91440" tIns="45720" rIns="91440" bIns="45720" numCol="1" anchor="t" anchorCtr="0" compatLnSpc="1">
              <ns1:prstTxWarp prst="textNoShape">
                <ns1:avLst/>
              </ns1:prstTxWarp>
            </ns1:bodyPr>
            <ns1:lstStyle/>
            <ns1:p>
              <ns1:endParaRPr lang="id-ID" sz="2700"/>
            </ns1:p>
          </ns0:txBody>
        </ns0:sp>
        <ns0:sp>
          <ns0:nvSpPr>
            <ns0:cNvPr id="16" name="Freeform 54"/>
            <ns0:cNvSpPr>
              <ns1:spLocks noEditPoints="1"/>
            </ns0:cNvSpPr>
            <ns0:nvPr/>
          </ns0:nvSpPr>
          <ns0:spPr bwMode="auto">
            <ns1:xfrm>
              <ns1:off x="9142112" y="818949"/>
              <ns1:ext cx="320644" cy="322570"/>
            </ns1:xfrm>
            <ns1:custGeom>
              <ns1:avLst/>
              <ns1:gdLst>
                <ns1:gd name="T0" fmla="*/ 114 w 140"/>
                <ns1:gd name="T1" fmla="*/ 140 h 140"/>
                <ns1:gd name="T2" fmla="*/ 26 w 140"/>
                <ns1:gd name="T3" fmla="*/ 140 h 140"/>
                <ns1:gd name="T4" fmla="*/ 0 w 140"/>
                <ns1:gd name="T5" fmla="*/ 114 h 140"/>
                <ns1:gd name="T6" fmla="*/ 0 w 140"/>
                <ns1:gd name="T7" fmla="*/ 6 h 140"/>
                <ns1:gd name="T8" fmla="*/ 6 w 140"/>
                <ns1:gd name="T9" fmla="*/ 0 h 140"/>
                <ns1:gd name="T10" fmla="*/ 134 w 140"/>
                <ns1:gd name="T11" fmla="*/ 0 h 140"/>
                <ns1:gd name="T12" fmla="*/ 140 w 140"/>
                <ns1:gd name="T13" fmla="*/ 6 h 140"/>
                <ns1:gd name="T14" fmla="*/ 140 w 140"/>
                <ns1:gd name="T15" fmla="*/ 114 h 140"/>
                <ns1:gd name="T16" fmla="*/ 114 w 140"/>
                <ns1:gd name="T17" fmla="*/ 140 h 140"/>
                <ns1:gd name="T18" fmla="*/ 12 w 140"/>
                <ns1:gd name="T19" fmla="*/ 12 h 140"/>
                <ns1:gd name="T20" fmla="*/ 12 w 140"/>
                <ns1:gd name="T21" fmla="*/ 114 h 140"/>
                <ns1:gd name="T22" fmla="*/ 26 w 140"/>
                <ns1:gd name="T23" fmla="*/ 128 h 140"/>
                <ns1:gd name="T24" fmla="*/ 114 w 140"/>
                <ns1:gd name="T25" fmla="*/ 128 h 140"/>
                <ns1:gd name="T26" fmla="*/ 128 w 140"/>
                <ns1:gd name="T27" fmla="*/ 114 h 140"/>
                <ns1:gd name="T28" fmla="*/ 128 w 140"/>
                <ns1:gd name="T29" fmla="*/ 12 h 140"/>
                <ns1:gd name="T30" fmla="*/ 12 w 140"/>
                <ns1:gd name="T31" fmla="*/ 12 h 140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  <ns1:cxn ang="0">
                  <ns1:pos x="T14" y="T15"/>
                </ns1:cxn>
                <ns1:cxn ang="0">
                  <ns1:pos x="T16" y="T17"/>
                </ns1:cxn>
                <ns1:cxn ang="0">
                  <ns1:pos x="T18" y="T19"/>
                </ns1:cxn>
                <ns1:cxn ang="0">
                  <ns1:pos x="T20" y="T21"/>
                </ns1:cxn>
                <ns1:cxn ang="0">
                  <ns1:pos x="T22" y="T23"/>
                </ns1:cxn>
                <ns1:cxn ang="0">
                  <ns1:pos x="T24" y="T25"/>
                </ns1:cxn>
                <ns1:cxn ang="0">
                  <ns1:pos x="T26" y="T27"/>
                </ns1:cxn>
                <ns1:cxn ang="0">
                  <ns1:pos x="T28" y="T29"/>
                </ns1:cxn>
                <ns1:cxn ang="0">
                  <ns1:pos x="T30" y="T31"/>
                </ns1:cxn>
              </ns1:cxnLst>
              <ns1:rect l="0" t="0" r="r" b="b"/>
              <ns1:pathLst>
                <ns1:path w="140" h="140">
                  <ns1:moveTo>
                    <ns1:pt x="114" y="140"/>
                  </ns1:moveTo>
                  <ns1:cubicBezTo>
                    <ns1:pt x="26" y="140"/>
                    <ns1:pt x="26" y="140"/>
                    <ns1:pt x="26" y="140"/>
                  </ns1:cubicBezTo>
                  <ns1:cubicBezTo>
                    <ns1:pt x="12" y="140"/>
                    <ns1:pt x="0" y="128"/>
                    <ns1:pt x="0" y="114"/>
                  </ns1:cubicBezTo>
                  <ns1:cubicBezTo>
                    <ns1:pt x="0" y="6"/>
                    <ns1:pt x="0" y="6"/>
                    <ns1:pt x="0" y="6"/>
                  </ns1:cubicBezTo>
                  <ns1:cubicBezTo>
                    <ns1:pt x="0" y="3"/>
                    <ns1:pt x="3" y="0"/>
                    <ns1:pt x="6" y="0"/>
                  </ns1:cubicBezTo>
                  <ns1:cubicBezTo>
                    <ns1:pt x="134" y="0"/>
                    <ns1:pt x="134" y="0"/>
                    <ns1:pt x="134" y="0"/>
                  </ns1:cubicBezTo>
                  <ns1:cubicBezTo>
                    <ns1:pt x="137" y="0"/>
                    <ns1:pt x="140" y="3"/>
                    <ns1:pt x="140" y="6"/>
                  </ns1:cubicBezTo>
                  <ns1:cubicBezTo>
                    <ns1:pt x="140" y="114"/>
                    <ns1:pt x="140" y="114"/>
                    <ns1:pt x="140" y="114"/>
                  </ns1:cubicBezTo>
                  <ns1:cubicBezTo>
                    <ns1:pt x="140" y="129"/>
                    <ns1:pt x="129" y="140"/>
                    <ns1:pt x="114" y="140"/>
                  </ns1:cubicBezTo>
                  <ns1:close/>
                  <ns1:moveTo>
                    <ns1:pt x="12" y="12"/>
                  </ns1:moveTo>
                  <ns1:cubicBezTo>
                    <ns1:pt x="12" y="114"/>
                    <ns1:pt x="12" y="114"/>
                    <ns1:pt x="12" y="114"/>
                  </ns1:cubicBezTo>
                  <ns1:cubicBezTo>
                    <ns1:pt x="12" y="122"/>
                    <ns1:pt x="18" y="128"/>
                    <ns1:pt x="26" y="128"/>
                  </ns1:cubicBezTo>
                  <ns1:cubicBezTo>
                    <ns1:pt x="114" y="128"/>
                    <ns1:pt x="114" y="128"/>
                    <ns1:pt x="114" y="128"/>
                  </ns1:cubicBezTo>
                  <ns1:cubicBezTo>
                    <ns1:pt x="122" y="128"/>
                    <ns1:pt x="128" y="122"/>
                    <ns1:pt x="128" y="114"/>
                  </ns1:cubicBezTo>
                  <ns1:cubicBezTo>
                    <ns1:pt x="128" y="12"/>
                    <ns1:pt x="128" y="12"/>
                    <ns1:pt x="128" y="12"/>
                  </ns1:cubicBezTo>
                  <ns1:lnTo>
                    <ns1:pt x="12" y="12"/>
                  </ns1:lnTo>
                  <ns1:close/>
                </ns1:path>
              </ns1:pathLst>
            </ns1:custGeom>
            <ns1:grpFill/>
            <ns1:ln>
              <ns1:noFill/>
            </ns1:ln>
            <ns1:extLst>
              <ns1:ext uri="{91240B29-F687-4F45-9708-019B960494DF}">
                <ns2:hiddenLine w="9525">
                  <ns1:solidFill>
                    <ns1:srgbClr val="000000"/>
                  </ns1:solidFill>
                  <ns1:round/>
                  <ns1:headEnd/>
                  <ns1:tailEnd/>
                </ns2:hiddenLine>
              </ns1:ext>
            </ns1:extLst>
          </ns0:spPr>
          <ns0:txBody>
            <ns1:bodyPr vert="horz" wrap="square" lIns="91440" tIns="45720" rIns="91440" bIns="45720" numCol="1" anchor="t" anchorCtr="0" compatLnSpc="1">
              <ns1:prstTxWarp prst="textNoShape">
                <ns1:avLst/>
              </ns1:prstTxWarp>
            </ns1:bodyPr>
            <ns1:lstStyle/>
            <ns1:p>
              <ns1:endParaRPr lang="id-ID" sz="2700"/>
            </ns1:p>
          </ns0:txBody>
        </ns0:sp>
        <ns0:sp>
          <ns0:nvSpPr>
            <ns0:cNvPr id="17" name="Freeform 55"/>
            <ns0:cNvSpPr>
              <ns1:spLocks noEditPoints="1"/>
            </ns0:cNvSpPr>
            <ns0:nvPr/>
          </ns0:nvSpPr>
          <ns0:spPr bwMode="auto">
            <ns1:xfrm>
              <ns1:off x="9416537" y="579188"/>
              <ns1:ext cx="114584" cy="158878"/>
            </ns1:xfrm>
            <ns1:custGeom>
              <ns1:avLst/>
              <ns1:gdLst>
                <ns1:gd name="T0" fmla="*/ 25 w 50"/>
                <ns1:gd name="T1" fmla="*/ 69 h 69"/>
                <ns1:gd name="T2" fmla="*/ 25 w 50"/>
                <ns1:gd name="T3" fmla="*/ 69 h 69"/>
                <ns1:gd name="T4" fmla="*/ 14 w 50"/>
                <ns1:gd name="T5" fmla="*/ 67 h 69"/>
                <ns1:gd name="T6" fmla="*/ 2 w 50"/>
                <ns1:gd name="T7" fmla="*/ 55 h 69"/>
                <ns1:gd name="T8" fmla="*/ 2 w 50"/>
                <ns1:gd name="T9" fmla="*/ 37 h 69"/>
                <ns1:gd name="T10" fmla="*/ 8 w 50"/>
                <ns1:gd name="T11" fmla="*/ 29 h 69"/>
                <ns1:gd name="T12" fmla="*/ 11 w 50"/>
                <ns1:gd name="T13" fmla="*/ 10 h 69"/>
                <ns1:gd name="T14" fmla="*/ 12 w 50"/>
                <ns1:gd name="T15" fmla="*/ 3 h 69"/>
                <ns1:gd name="T16" fmla="*/ 18 w 50"/>
                <ns1:gd name="T17" fmla="*/ 1 h 69"/>
                <ns1:gd name="T18" fmla="*/ 48 w 50"/>
                <ns1:gd name="T19" fmla="*/ 44 h 69"/>
                <ns1:gd name="T20" fmla="*/ 25 w 50"/>
                <ns1:gd name="T21" fmla="*/ 69 h 69"/>
                <ns1:gd name="T22" fmla="*/ 26 w 50"/>
                <ns1:gd name="T23" fmla="*/ 18 h 69"/>
                <ns1:gd name="T24" fmla="*/ 17 w 50"/>
                <ns1:gd name="T25" fmla="*/ 36 h 69"/>
                <ns1:gd name="T26" fmla="*/ 13 w 50"/>
                <ns1:gd name="T27" fmla="*/ 42 h 69"/>
                <ns1:gd name="T28" fmla="*/ 13 w 50"/>
                <ns1:gd name="T29" fmla="*/ 50 h 69"/>
                <ns1:gd name="T30" fmla="*/ 19 w 50"/>
                <ns1:gd name="T31" fmla="*/ 56 h 69"/>
                <ns1:gd name="T32" fmla="*/ 25 w 50"/>
                <ns1:gd name="T33" fmla="*/ 57 h 69"/>
                <ns1:gd name="T34" fmla="*/ 25 w 50"/>
                <ns1:gd name="T35" fmla="*/ 57 h 69"/>
                <ns1:gd name="T36" fmla="*/ 36 w 50"/>
                <ns1:gd name="T37" fmla="*/ 43 h 69"/>
                <ns1:gd name="T38" fmla="*/ 26 w 50"/>
                <ns1:gd name="T39" fmla="*/ 18 h 69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  <ns1:cxn ang="0">
                  <ns1:pos x="T14" y="T15"/>
                </ns1:cxn>
                <ns1:cxn ang="0">
                  <ns1:pos x="T16" y="T17"/>
                </ns1:cxn>
                <ns1:cxn ang="0">
                  <ns1:pos x="T18" y="T19"/>
                </ns1:cxn>
                <ns1:cxn ang="0">
                  <ns1:pos x="T20" y="T21"/>
                </ns1:cxn>
                <ns1:cxn ang="0">
                  <ns1:pos x="T22" y="T23"/>
                </ns1:cxn>
                <ns1:cxn ang="0">
                  <ns1:pos x="T24" y="T25"/>
                </ns1:cxn>
                <ns1:cxn ang="0">
                  <ns1:pos x="T26" y="T27"/>
                </ns1:cxn>
                <ns1:cxn ang="0">
                  <ns1:pos x="T28" y="T29"/>
                </ns1:cxn>
                <ns1:cxn ang="0">
                  <ns1:pos x="T30" y="T31"/>
                </ns1:cxn>
                <ns1:cxn ang="0">
                  <ns1:pos x="T32" y="T33"/>
                </ns1:cxn>
                <ns1:cxn ang="0">
                  <ns1:pos x="T34" y="T35"/>
                </ns1:cxn>
                <ns1:cxn ang="0">
                  <ns1:pos x="T36" y="T37"/>
                </ns1:cxn>
                <ns1:cxn ang="0">
                  <ns1:pos x="T38" y="T39"/>
                </ns1:cxn>
              </ns1:cxnLst>
              <ns1:rect l="0" t="0" r="r" b="b"/>
              <ns1:pathLst>
                <ns1:path w="50" h="69">
                  <ns1:moveTo>
                    <ns1:pt x="25" y="69"/>
                  </ns1:moveTo>
                  <ns1:cubicBezTo>
                    <ns1:pt x="25" y="69"/>
                    <ns1:pt x="25" y="69"/>
                    <ns1:pt x="25" y="69"/>
                  </ns1:cubicBezTo>
                  <ns1:cubicBezTo>
                    <ns1:pt x="21" y="69"/>
                    <ns1:pt x="18" y="68"/>
                    <ns1:pt x="14" y="67"/>
                  </ns1:cubicBezTo>
                  <ns1:cubicBezTo>
                    <ns1:pt x="9" y="64"/>
                    <ns1:pt x="4" y="60"/>
                    <ns1:pt x="2" y="55"/>
                  </ns1:cubicBezTo>
                  <ns1:cubicBezTo>
                    <ns1:pt x="0" y="49"/>
                    <ns1:pt x="0" y="43"/>
                    <ns1:pt x="2" y="37"/>
                  </ns1:cubicBezTo>
                  <ns1:cubicBezTo>
                    <ns1:pt x="4" y="34"/>
                    <ns1:pt x="6" y="32"/>
                    <ns1:pt x="8" y="29"/>
                  </ns1:cubicBezTo>
                  <ns1:cubicBezTo>
                    <ns1:pt x="14" y="22"/>
                    <ns1:pt x="16" y="18"/>
                    <ns1:pt x="11" y="10"/>
                  </ns1:cubicBezTo>
                  <ns1:cubicBezTo>
                    <ns1:pt x="10" y="8"/>
                    <ns1:pt x="10" y="5"/>
                    <ns1:pt x="12" y="3"/>
                  </ns1:cubicBezTo>
                  <ns1:cubicBezTo>
                    <ns1:pt x="13" y="1"/>
                    <ns1:pt x="15" y="0"/>
                    <ns1:pt x="18" y="1"/>
                  </ns1:cubicBezTo>
                  <ns1:cubicBezTo>
                    <ns1:pt x="41" y="6"/>
                    <ns1:pt x="50" y="27"/>
                    <ns1:pt x="48" y="44"/>
                  </ns1:cubicBezTo>
                  <ns1:cubicBezTo>
                    <ns1:pt x="46" y="59"/>
                    <ns1:pt x="37" y="69"/>
                    <ns1:pt x="25" y="69"/>
                  </ns1:cubicBezTo>
                  <ns1:close/>
                  <ns1:moveTo>
                    <ns1:pt x="26" y="18"/>
                  </ns1:moveTo>
                  <ns1:cubicBezTo>
                    <ns1:pt x="26" y="26"/>
                    <ns1:pt x="21" y="32"/>
                    <ns1:pt x="17" y="36"/>
                  </ns1:cubicBezTo>
                  <ns1:cubicBezTo>
                    <ns1:pt x="16" y="39"/>
                    <ns1:pt x="14" y="41"/>
                    <ns1:pt x="13" y="42"/>
                  </ns1:cubicBezTo>
                  <ns1:cubicBezTo>
                    <ns1:pt x="12" y="45"/>
                    <ns1:pt x="12" y="48"/>
                    <ns1:pt x="13" y="50"/>
                  </ns1:cubicBezTo>
                  <ns1:cubicBezTo>
                    <ns1:pt x="14" y="53"/>
                    <ns1:pt x="16" y="54"/>
                    <ns1:pt x="19" y="56"/>
                  </ns1:cubicBezTo>
                  <ns1:cubicBezTo>
                    <ns1:pt x="21" y="57"/>
                    <ns1:pt x="23" y="57"/>
                    <ns1:pt x="25" y="57"/>
                  </ns1:cubicBezTo>
                  <ns1:cubicBezTo>
                    <ns1:pt x="25" y="57"/>
                    <ns1:pt x="25" y="57"/>
                    <ns1:pt x="25" y="57"/>
                  </ns1:cubicBezTo>
                  <ns1:cubicBezTo>
                    <ns1:pt x="32" y="57"/>
                    <ns1:pt x="35" y="49"/>
                    <ns1:pt x="36" y="43"/>
                  </ns1:cubicBezTo>
                  <ns1:cubicBezTo>
                    <ns1:pt x="37" y="34"/>
                    <ns1:pt x="34" y="24"/>
                    <ns1:pt x="26" y="18"/>
                  </ns1:cubicBezTo>
                  <ns1:close/>
                </ns1:path>
              </ns1:pathLst>
            </ns1:custGeom>
            <ns1:grpFill/>
            <ns1:ln>
              <ns1:noFill/>
            </ns1:ln>
            <ns1:extLst>
              <ns1:ext uri="{91240B29-F687-4F45-9708-019B960494DF}">
                <ns2:hiddenLine w="9525">
                  <ns1:solidFill>
                    <ns1:srgbClr val="000000"/>
                  </ns1:solidFill>
                  <ns1:round/>
                  <ns1:headEnd/>
                  <ns1:tailEnd/>
                </ns2:hiddenLine>
              </ns1:ext>
            </ns1:extLst>
          </ns0:spPr>
          <ns0:txBody>
            <ns1:bodyPr vert="horz" wrap="square" lIns="91440" tIns="45720" rIns="91440" bIns="45720" numCol="1" anchor="t" anchorCtr="0" compatLnSpc="1">
              <ns1:prstTxWarp prst="textNoShape">
                <ns1:avLst/>
              </ns1:prstTxWarp>
            </ns1:bodyPr>
            <ns1:lstStyle/>
            <ns1:p>
              <ns1:endParaRPr lang="id-ID" sz="2700"/>
            </ns1:p>
          </ns0:txBody>
        </ns0:sp>
        <ns0:sp>
          <ns0:nvSpPr>
            <ns0:cNvPr id="18" name="Freeform 56"/>
            <ns0:cNvSpPr>
              <ns1:spLocks/>
            </ns0:cNvSpPr>
            <ns0:nvPr/>
          </ns0:nvSpPr>
          <ns0:spPr bwMode="auto">
            <ns1:xfrm>
              <ns1:off x="9368392" y="701476"/>
              <ns1:ext cx="94364" cy="145397"/>
            </ns1:xfrm>
            <ns1:custGeom>
              <ns1:avLst/>
              <ns1:gdLst>
                <ns1:gd name="T0" fmla="*/ 7 w 41"/>
                <ns1:gd name="T1" fmla="*/ 63 h 63"/>
                <ns1:gd name="T2" fmla="*/ 4 w 41"/>
                <ns1:gd name="T3" fmla="*/ 62 h 63"/>
                <ns1:gd name="T4" fmla="*/ 1 w 41"/>
                <ns1:gd name="T5" fmla="*/ 54 h 63"/>
                <ns1:gd name="T6" fmla="*/ 29 w 41"/>
                <ns1:gd name="T7" fmla="*/ 4 h 63"/>
                <ns1:gd name="T8" fmla="*/ 37 w 41"/>
                <ns1:gd name="T9" fmla="*/ 1 h 63"/>
                <ns1:gd name="T10" fmla="*/ 40 w 41"/>
                <ns1:gd name="T11" fmla="*/ 9 h 63"/>
                <ns1:gd name="T12" fmla="*/ 12 w 41"/>
                <ns1:gd name="T13" fmla="*/ 60 h 63"/>
                <ns1:gd name="T14" fmla="*/ 7 w 41"/>
                <ns1:gd name="T15" fmla="*/ 63 h 63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  <ns1:cxn ang="0">
                  <ns1:pos x="T14" y="T15"/>
                </ns1:cxn>
              </ns1:cxnLst>
              <ns1:rect l="0" t="0" r="r" b="b"/>
              <ns1:pathLst>
                <ns1:path w="41" h="63">
                  <ns1:moveTo>
                    <ns1:pt x="7" y="63"/>
                  </ns1:moveTo>
                  <ns1:cubicBezTo>
                    <ns1:pt x="6" y="63"/>
                    <ns1:pt x="5" y="63"/>
                    <ns1:pt x="4" y="62"/>
                  </ns1:cubicBezTo>
                  <ns1:cubicBezTo>
                    <ns1:pt x="1" y="61"/>
                    <ns1:pt x="0" y="57"/>
                    <ns1:pt x="1" y="54"/>
                  </ns1:cubicBezTo>
                  <ns1:cubicBezTo>
                    <ns1:pt x="29" y="4"/>
                    <ns1:pt x="29" y="4"/>
                    <ns1:pt x="29" y="4"/>
                  </ns1:cubicBezTo>
                  <ns1:cubicBezTo>
                    <ns1:pt x="31" y="1"/>
                    <ns1:pt x="34" y="0"/>
                    <ns1:pt x="37" y="1"/>
                  </ns1:cubicBezTo>
                  <ns1:cubicBezTo>
                    <ns1:pt x="40" y="3"/>
                    <ns1:pt x="41" y="6"/>
                    <ns1:pt x="40" y="9"/>
                  </ns1:cubicBezTo>
                  <ns1:cubicBezTo>
                    <ns1:pt x="12" y="60"/>
                    <ns1:pt x="12" y="60"/>
                    <ns1:pt x="12" y="60"/>
                  </ns1:cubicBezTo>
                  <ns1:cubicBezTo>
                    <ns1:pt x="11" y="62"/>
                    <ns1:pt x="9" y="63"/>
                    <ns1:pt x="7" y="63"/>
                  </ns1:cubicBezTo>
                  <ns1:close/>
                </ns1:path>
              </ns1:pathLst>
            </ns1:custGeom>
            <ns1:grpFill/>
            <ns1:ln>
              <ns1:noFill/>
            </ns1:ln>
            <ns1:extLst>
              <ns1:ext uri="{91240B29-F687-4F45-9708-019B960494DF}">
                <ns2:hiddenLine w="9525">
                  <ns1:solidFill>
                    <ns1:srgbClr val="000000"/>
                  </ns1:solidFill>
                  <ns1:round/>
                  <ns1:headEnd/>
                  <ns1:tailEnd/>
                </ns2:hiddenLine>
              </ns1:ext>
            </ns1:extLst>
          </ns0:spPr>
          <ns0:txBody>
            <ns1:bodyPr vert="horz" wrap="square" lIns="91440" tIns="45720" rIns="91440" bIns="45720" numCol="1" anchor="t" anchorCtr="0" compatLnSpc="1">
              <ns1:prstTxWarp prst="textNoShape">
                <ns1:avLst/>
              </ns1:prstTxWarp>
            </ns1:bodyPr>
            <ns1:lstStyle/>
            <ns1:p>
              <ns1:endParaRPr lang="id-ID" sz="2700"/>
            </ns1:p>
          </ns0:txBody>
        </ns0:sp>
        <ns0:sp>
          <ns0:nvSpPr>
            <ns0:cNvPr id="19" name="Freeform 57"/>
            <ns0:cNvSpPr>
              <ns1:spLocks/>
            </ns0:cNvSpPr>
            <ns0:nvPr/>
          </ns0:nvSpPr>
          <ns0:spPr bwMode="auto">
            <ns1:xfrm>
              <ns1:off x="9416537" y="708216"/>
              <ns1:ext cx="71254" cy="138657"/>
            </ns1:xfrm>
            <ns1:custGeom>
              <ns1:avLst/>
              <ns1:gdLst>
                <ns1:gd name="T0" fmla="*/ 6 w 31"/>
                <ns1:gd name="T1" fmla="*/ 60 h 60"/>
                <ns1:gd name="T2" fmla="*/ 4 w 31"/>
                <ns1:gd name="T3" fmla="*/ 60 h 60"/>
                <ns1:gd name="T4" fmla="*/ 1 w 31"/>
                <ns1:gd name="T5" fmla="*/ 52 h 60"/>
                <ns1:gd name="T6" fmla="*/ 19 w 31"/>
                <ns1:gd name="T7" fmla="*/ 5 h 60"/>
                <ns1:gd name="T8" fmla="*/ 26 w 31"/>
                <ns1:gd name="T9" fmla="*/ 1 h 60"/>
                <ns1:gd name="T10" fmla="*/ 30 w 31"/>
                <ns1:gd name="T11" fmla="*/ 9 h 60"/>
                <ns1:gd name="T12" fmla="*/ 12 w 31"/>
                <ns1:gd name="T13" fmla="*/ 56 h 60"/>
                <ns1:gd name="T14" fmla="*/ 6 w 31"/>
                <ns1:gd name="T15" fmla="*/ 60 h 60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  <ns1:cxn ang="0">
                  <ns1:pos x="T14" y="T15"/>
                </ns1:cxn>
              </ns1:cxnLst>
              <ns1:rect l="0" t="0" r="r" b="b"/>
              <ns1:pathLst>
                <ns1:path w="31" h="60">
                  <ns1:moveTo>
                    <ns1:pt x="6" y="60"/>
                  </ns1:moveTo>
                  <ns1:cubicBezTo>
                    <ns1:pt x="6" y="60"/>
                    <ns1:pt x="5" y="60"/>
                    <ns1:pt x="4" y="60"/>
                  </ns1:cubicBezTo>
                  <ns1:cubicBezTo>
                    <ns1:pt x="1" y="58"/>
                    <ns1:pt x="0" y="55"/>
                    <ns1:pt x="1" y="52"/>
                  </ns1:cubicBezTo>
                  <ns1:cubicBezTo>
                    <ns1:pt x="19" y="5"/>
                    <ns1:pt x="19" y="5"/>
                    <ns1:pt x="19" y="5"/>
                  </ns1:cubicBezTo>
                  <ns1:cubicBezTo>
                    <ns1:pt x="20" y="2"/>
                    <ns1:pt x="23" y="0"/>
                    <ns1:pt x="26" y="1"/>
                  </ns1:cubicBezTo>
                  <ns1:cubicBezTo>
                    <ns1:pt x="29" y="3"/>
                    <ns1:pt x="31" y="6"/>
                    <ns1:pt x="30" y="9"/>
                  </ns1:cubicBezTo>
                  <ns1:cubicBezTo>
                    <ns1:pt x="12" y="56"/>
                    <ns1:pt x="12" y="56"/>
                    <ns1:pt x="12" y="56"/>
                  </ns1:cubicBezTo>
                  <ns1:cubicBezTo>
                    <ns1:pt x="11" y="59"/>
                    <ns1:pt x="9" y="60"/>
                    <ns1:pt x="6" y="60"/>
                  </ns1:cubicBezTo>
                  <ns1:close/>
                </ns1:path>
              </ns1:pathLst>
            </ns1:custGeom>
            <ns1:grpFill/>
            <ns1:ln>
              <ns1:noFill/>
            </ns1:ln>
            <ns1:extLst>
              <ns1:ext uri="{91240B29-F687-4F45-9708-019B960494DF}">
                <ns2:hiddenLine w="9525">
                  <ns1:solidFill>
                    <ns1:srgbClr val="000000"/>
                  </ns1:solidFill>
                  <ns1:round/>
                  <ns1:headEnd/>
                  <ns1:tailEnd/>
                </ns2:hiddenLine>
              </ns1:ext>
            </ns1:extLst>
          </ns0:spPr>
          <ns0:txBody>
            <ns1:bodyPr vert="horz" wrap="square" lIns="91440" tIns="45720" rIns="91440" bIns="45720" numCol="1" anchor="t" anchorCtr="0" compatLnSpc="1">
              <ns1:prstTxWarp prst="textNoShape">
                <ns1:avLst/>
              </ns1:prstTxWarp>
            </ns1:bodyPr>
            <ns1:lstStyle/>
            <ns1:p>
              <ns1:endParaRPr lang="id-ID" sz="2700"/>
            </ns1:p>
          </ns0:txBody>
        </ns0:sp>
        <ns0:sp>
          <ns0:nvSpPr>
            <ns0:cNvPr id="20" name="Freeform 58"/>
            <ns0:cNvSpPr>
              <ns1:spLocks noEditPoints="1"/>
            </ns0:cNvSpPr>
            <ns0:nvPr/>
          </ns0:nvSpPr>
          <ns0:spPr bwMode="auto">
            <ns1:xfrm>
              <ns1:off x="9115151" y="671626"/>
              <ns1:ext cx="146360" cy="175247"/>
            </ns1:xfrm>
            <ns1:custGeom>
              <ns1:avLst/>
              <ns1:gdLst>
                <ns1:gd name="T0" fmla="*/ 58 w 64"/>
                <ns1:gd name="T1" fmla="*/ 76 h 76"/>
                <ns1:gd name="T2" fmla="*/ 58 w 64"/>
                <ns1:gd name="T3" fmla="*/ 76 h 76"/>
                <ns1:gd name="T4" fmla="*/ 26 w 64"/>
                <ns1:gd name="T5" fmla="*/ 76 h 76"/>
                <ns1:gd name="T6" fmla="*/ 21 w 64"/>
                <ns1:gd name="T7" fmla="*/ 73 h 76"/>
                <ns1:gd name="T8" fmla="*/ 5 w 64"/>
                <ns1:gd name="T9" fmla="*/ 41 h 76"/>
                <ns1:gd name="T10" fmla="*/ 4 w 64"/>
                <ns1:gd name="T11" fmla="*/ 39 h 76"/>
                <ns1:gd name="T12" fmla="*/ 0 w 64"/>
                <ns1:gd name="T13" fmla="*/ 7 h 76"/>
                <ns1:gd name="T14" fmla="*/ 3 w 64"/>
                <ns1:gd name="T15" fmla="*/ 1 h 76"/>
                <ns1:gd name="T16" fmla="*/ 9 w 64"/>
                <ns1:gd name="T17" fmla="*/ 1 h 76"/>
                <ns1:gd name="T18" fmla="*/ 37 w 64"/>
                <ns1:gd name="T19" fmla="*/ 17 h 76"/>
                <ns1:gd name="T20" fmla="*/ 39 w 64"/>
                <ns1:gd name="T21" fmla="*/ 19 h 76"/>
                <ns1:gd name="T22" fmla="*/ 63 w 64"/>
                <ns1:gd name="T23" fmla="*/ 67 h 76"/>
                <ns1:gd name="T24" fmla="*/ 64 w 64"/>
                <ns1:gd name="T25" fmla="*/ 70 h 76"/>
                <ns1:gd name="T26" fmla="*/ 58 w 64"/>
                <ns1:gd name="T27" fmla="*/ 76 h 76"/>
                <ns1:gd name="T28" fmla="*/ 30 w 64"/>
                <ns1:gd name="T29" fmla="*/ 64 h 76"/>
                <ns1:gd name="T30" fmla="*/ 48 w 64"/>
                <ns1:gd name="T31" fmla="*/ 64 h 76"/>
                <ns1:gd name="T32" fmla="*/ 29 w 64"/>
                <ns1:gd name="T33" fmla="*/ 26 h 76"/>
                <ns1:gd name="T34" fmla="*/ 13 w 64"/>
                <ns1:gd name="T35" fmla="*/ 17 h 76"/>
                <ns1:gd name="T36" fmla="*/ 16 w 64"/>
                <ns1:gd name="T37" fmla="*/ 36 h 76"/>
                <ns1:gd name="T38" fmla="*/ 30 w 64"/>
                <ns1:gd name="T39" fmla="*/ 64 h 76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  <ns1:cxn ang="0">
                  <ns1:pos x="T14" y="T15"/>
                </ns1:cxn>
                <ns1:cxn ang="0">
                  <ns1:pos x="T16" y="T17"/>
                </ns1:cxn>
                <ns1:cxn ang="0">
                  <ns1:pos x="T18" y="T19"/>
                </ns1:cxn>
                <ns1:cxn ang="0">
                  <ns1:pos x="T20" y="T21"/>
                </ns1:cxn>
                <ns1:cxn ang="0">
                  <ns1:pos x="T22" y="T23"/>
                </ns1:cxn>
                <ns1:cxn ang="0">
                  <ns1:pos x="T24" y="T25"/>
                </ns1:cxn>
                <ns1:cxn ang="0">
                  <ns1:pos x="T26" y="T27"/>
                </ns1:cxn>
                <ns1:cxn ang="0">
                  <ns1:pos x="T28" y="T29"/>
                </ns1:cxn>
                <ns1:cxn ang="0">
                  <ns1:pos x="T30" y="T31"/>
                </ns1:cxn>
                <ns1:cxn ang="0">
                  <ns1:pos x="T32" y="T33"/>
                </ns1:cxn>
                <ns1:cxn ang="0">
                  <ns1:pos x="T34" y="T35"/>
                </ns1:cxn>
                <ns1:cxn ang="0">
                  <ns1:pos x="T36" y="T37"/>
                </ns1:cxn>
                <ns1:cxn ang="0">
                  <ns1:pos x="T38" y="T39"/>
                </ns1:cxn>
              </ns1:cxnLst>
              <ns1:rect l="0" t="0" r="r" b="b"/>
              <ns1:pathLst>
                <ns1:path w="64" h="76">
                  <ns1:moveTo>
                    <ns1:pt x="58" y="76"/>
                  </ns1:moveTo>
                  <ns1:cubicBezTo>
                    <ns1:pt x="58" y="76"/>
                    <ns1:pt x="58" y="76"/>
                    <ns1:pt x="58" y="76"/>
                  </ns1:cubicBezTo>
                  <ns1:cubicBezTo>
                    <ns1:pt x="26" y="76"/>
                    <ns1:pt x="26" y="76"/>
                    <ns1:pt x="26" y="76"/>
                  </ns1:cubicBezTo>
                  <ns1:cubicBezTo>
                    <ns1:pt x="24" y="76"/>
                    <ns1:pt x="22" y="75"/>
                    <ns1:pt x="21" y="73"/>
                  </ns1:cubicBezTo>
                  <ns1:cubicBezTo>
                    <ns1:pt x="5" y="41"/>
                    <ns1:pt x="5" y="41"/>
                    <ns1:pt x="5" y="41"/>
                  </ns1:cubicBezTo>
                  <ns1:cubicBezTo>
                    <ns1:pt x="4" y="40"/>
                    <ns1:pt x="4" y="39"/>
                    <ns1:pt x="4" y="39"/>
                  </ns1:cubicBezTo>
                  <ns1:cubicBezTo>
                    <ns1:pt x="0" y="7"/>
                    <ns1:pt x="0" y="7"/>
                    <ns1:pt x="0" y="7"/>
                  </ns1:cubicBezTo>
                  <ns1:cubicBezTo>
                    <ns1:pt x="0" y="4"/>
                    <ns1:pt x="1" y="2"/>
                    <ns1:pt x="3" y="1"/>
                  </ns1:cubicBezTo>
                  <ns1:cubicBezTo>
                    <ns1:pt x="5" y="0"/>
                    <ns1:pt x="7" y="0"/>
                    <ns1:pt x="9" y="1"/>
                  </ns1:cubicBezTo>
                  <ns1:cubicBezTo>
                    <ns1:pt x="37" y="17"/>
                    <ns1:pt x="37" y="17"/>
                    <ns1:pt x="37" y="17"/>
                  </ns1:cubicBezTo>
                  <ns1:cubicBezTo>
                    <ns1:pt x="38" y="17"/>
                    <ns1:pt x="39" y="18"/>
                    <ns1:pt x="39" y="19"/>
                  </ns1:cubicBezTo>
                  <ns1:cubicBezTo>
                    <ns1:pt x="63" y="67"/>
                    <ns1:pt x="63" y="67"/>
                    <ns1:pt x="63" y="67"/>
                  </ns1:cubicBezTo>
                  <ns1:cubicBezTo>
                    <ns1:pt x="64" y="68"/>
                    <ns1:pt x="64" y="69"/>
                    <ns1:pt x="64" y="70"/>
                  </ns1:cubicBezTo>
                  <ns1:cubicBezTo>
                    <ns1:pt x="64" y="73"/>
                    <ns1:pt x="61" y="76"/>
                    <ns1:pt x="58" y="76"/>
                  </ns1:cubicBezTo>
                  <ns1:close/>
                  <ns1:moveTo>
                    <ns1:pt x="30" y="64"/>
                  </ns1:moveTo>
                  <ns1:cubicBezTo>
                    <ns1:pt x="48" y="64"/>
                    <ns1:pt x="48" y="64"/>
                    <ns1:pt x="48" y="64"/>
                  </ns1:cubicBezTo>
                  <ns1:cubicBezTo>
                    <ns1:pt x="29" y="26"/>
                    <ns1:pt x="29" y="26"/>
                    <ns1:pt x="29" y="26"/>
                  </ns1:cubicBezTo>
                  <ns1:cubicBezTo>
                    <ns1:pt x="13" y="17"/>
                    <ns1:pt x="13" y="17"/>
                    <ns1:pt x="13" y="17"/>
                  </ns1:cubicBezTo>
                  <ns1:cubicBezTo>
                    <ns1:pt x="16" y="36"/>
                    <ns1:pt x="16" y="36"/>
                    <ns1:pt x="16" y="36"/>
                  </ns1:cubicBezTo>
                  <ns1:lnTo>
                    <ns1:pt x="30" y="64"/>
                  </ns1:lnTo>
                  <ns1:close/>
                </ns1:path>
              </ns1:pathLst>
            </ns1:custGeom>
            <ns1:grpFill/>
            <ns1:ln>
              <ns1:noFill/>
            </ns1:ln>
            <ns1:extLst>
              <ns1:ext uri="{91240B29-F687-4F45-9708-019B960494DF}">
                <ns2:hiddenLine w="9525">
                  <ns1:solidFill>
                    <ns1:srgbClr val="000000"/>
                  </ns1:solidFill>
                  <ns1:round/>
                  <ns1:headEnd/>
                  <ns1:tailEnd/>
                </ns2:hiddenLine>
              </ns1:ext>
            </ns1:extLst>
          </ns0:spPr>
          <ns0:txBody>
            <ns1:bodyPr vert="horz" wrap="square" lIns="91440" tIns="45720" rIns="91440" bIns="45720" numCol="1" anchor="t" anchorCtr="0" compatLnSpc="1">
              <ns1:prstTxWarp prst="textNoShape">
                <ns1:avLst/>
              </ns1:prstTxWarp>
            </ns1:bodyPr>
            <ns1:lstStyle/>
            <ns1:p>
              <ns1:endParaRPr lang="id-ID" sz="2700"/>
            </ns1:p>
          </ns0:txBody>
        </ns0:sp>
        <ns0:sp>
          <ns0:nvSpPr>
            <ns0:cNvPr id="21" name="Freeform 59"/>
            <ns0:cNvSpPr>
              <ns1:spLocks/>
            </ns0:cNvSpPr>
            <ns0:nvPr/>
          </ns0:nvSpPr>
          <ns0:spPr bwMode="auto">
            <ns1:xfrm>
              <ns1:off x="9121891" y="706290"/>
              <ns1:ext cx="86661" cy="66440"/>
            </ns1:xfrm>
            <ns1:custGeom>
              <ns1:avLst/>
              <ns1:gdLst>
                <ns1:gd name="T0" fmla="*/ 7 w 38"/>
                <ns1:gd name="T1" fmla="*/ 29 h 29"/>
                <ns1:gd name="T2" fmla="*/ 2 w 38"/>
                <ns1:gd name="T3" fmla="*/ 26 h 29"/>
                <ns1:gd name="T4" fmla="*/ 4 w 38"/>
                <ns1:gd name="T5" fmla="*/ 18 h 29"/>
                <ns1:gd name="T6" fmla="*/ 28 w 38"/>
                <ns1:gd name="T7" fmla="*/ 2 h 29"/>
                <ns1:gd name="T8" fmla="*/ 36 w 38"/>
                <ns1:gd name="T9" fmla="*/ 4 h 29"/>
                <ns1:gd name="T10" fmla="*/ 34 w 38"/>
                <ns1:gd name="T11" fmla="*/ 12 h 29"/>
                <ns1:gd name="T12" fmla="*/ 10 w 38"/>
                <ns1:gd name="T13" fmla="*/ 28 h 29"/>
                <ns1:gd name="T14" fmla="*/ 7 w 38"/>
                <ns1:gd name="T15" fmla="*/ 29 h 29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  <ns1:cxn ang="0">
                  <ns1:pos x="T14" y="T15"/>
                </ns1:cxn>
              </ns1:cxnLst>
              <ns1:rect l="0" t="0" r="r" b="b"/>
              <ns1:pathLst>
                <ns1:path w="38" h="29">
                  <ns1:moveTo>
                    <ns1:pt x="7" y="29"/>
                  </ns1:moveTo>
                  <ns1:cubicBezTo>
                    <ns1:pt x="5" y="29"/>
                    <ns1:pt x="3" y="28"/>
                    <ns1:pt x="2" y="26"/>
                  </ns1:cubicBezTo>
                  <ns1:cubicBezTo>
                    <ns1:pt x="0" y="24"/>
                    <ns1:pt x="1" y="20"/>
                    <ns1:pt x="4" y="18"/>
                  </ns1:cubicBezTo>
                  <ns1:cubicBezTo>
                    <ns1:pt x="28" y="2"/>
                    <ns1:pt x="28" y="2"/>
                    <ns1:pt x="28" y="2"/>
                  </ns1:cubicBezTo>
                  <ns1:cubicBezTo>
                    <ns1:pt x="30" y="0"/>
                    <ns1:pt x="34" y="1"/>
                    <ns1:pt x="36" y="4"/>
                  </ns1:cubicBezTo>
                  <ns1:cubicBezTo>
                    <ns1:pt x="38" y="6"/>
                    <ns1:pt x="37" y="10"/>
                    <ns1:pt x="34" y="12"/>
                  </ns1:cubicBezTo>
                  <ns1:cubicBezTo>
                    <ns1:pt x="10" y="28"/>
                    <ns1:pt x="10" y="28"/>
                    <ns1:pt x="10" y="28"/>
                  </ns1:cubicBezTo>
                  <ns1:cubicBezTo>
                    <ns1:pt x="9" y="29"/>
                    <ns1:pt x="8" y="29"/>
                    <ns1:pt x="7" y="29"/>
                  </ns1:cubicBezTo>
                  <ns1:close/>
                </ns1:path>
              </ns1:pathLst>
            </ns1:custGeom>
            <ns1:grpFill/>
            <ns1:ln>
              <ns1:noFill/>
            </ns1:ln>
            <ns1:extLst>
              <ns1:ext uri="{91240B29-F687-4F45-9708-019B960494DF}">
                <ns2:hiddenLine w="9525">
                  <ns1:solidFill>
                    <ns1:srgbClr val="000000"/>
                  </ns1:solidFill>
                  <ns1:round/>
                  <ns1:headEnd/>
                  <ns1:tailEnd/>
                </ns2:hiddenLine>
              </ns1:ext>
            </ns1:extLst>
          </ns0:spPr>
          <ns0:txBody>
            <ns1:bodyPr vert="horz" wrap="square" lIns="91440" tIns="45720" rIns="91440" bIns="45720" numCol="1" anchor="t" anchorCtr="0" compatLnSpc="1">
              <ns1:prstTxWarp prst="textNoShape">
                <ns1:avLst/>
              </ns1:prstTxWarp>
            </ns1:bodyPr>
            <ns1:lstStyle/>
            <ns1:p>
              <ns1:endParaRPr lang="id-ID" sz="2700"/>
            </ns1:p>
          </ns0:txBody>
        </ns0:sp>
        <ns0:sp>
          <ns0:nvSpPr>
            <ns0:cNvPr id="22" name="Freeform 60"/>
            <ns0:cNvSpPr>
              <ns1:spLocks noEditPoints="1"/>
            </ns0:cNvSpPr>
            <ns0:nvPr/>
          </ns0:nvSpPr>
          <ns0:spPr bwMode="auto">
            <ns1:xfrm>
              <ns1:off x="9251882" y="579188"/>
              <ns1:ext cx="137694" cy="267685"/>
            </ns1:xfrm>
            <ns1:custGeom>
              <ns1:avLst/>
              <ns1:gdLst>
                <ns1:gd name="T0" fmla="*/ 54 w 60"/>
                <ns1:gd name="T1" fmla="*/ 116 h 116"/>
                <ns1:gd name="T2" fmla="*/ 6 w 60"/>
                <ns1:gd name="T3" fmla="*/ 116 h 116"/>
                <ns1:gd name="T4" fmla="*/ 0 w 60"/>
                <ns1:gd name="T5" fmla="*/ 110 h 116"/>
                <ns1:gd name="T6" fmla="*/ 0 w 60"/>
                <ns1:gd name="T7" fmla="*/ 6 h 116"/>
                <ns1:gd name="T8" fmla="*/ 6 w 60"/>
                <ns1:gd name="T9" fmla="*/ 0 h 116"/>
                <ns1:gd name="T10" fmla="*/ 54 w 60"/>
                <ns1:gd name="T11" fmla="*/ 0 h 116"/>
                <ns1:gd name="T12" fmla="*/ 60 w 60"/>
                <ns1:gd name="T13" fmla="*/ 6 h 116"/>
                <ns1:gd name="T14" fmla="*/ 60 w 60"/>
                <ns1:gd name="T15" fmla="*/ 110 h 116"/>
                <ns1:gd name="T16" fmla="*/ 54 w 60"/>
                <ns1:gd name="T17" fmla="*/ 116 h 116"/>
                <ns1:gd name="T18" fmla="*/ 12 w 60"/>
                <ns1:gd name="T19" fmla="*/ 104 h 116"/>
                <ns1:gd name="T20" fmla="*/ 48 w 60"/>
                <ns1:gd name="T21" fmla="*/ 104 h 116"/>
                <ns1:gd name="T22" fmla="*/ 48 w 60"/>
                <ns1:gd name="T23" fmla="*/ 12 h 116"/>
                <ns1:gd name="T24" fmla="*/ 12 w 60"/>
                <ns1:gd name="T25" fmla="*/ 12 h 116"/>
                <ns1:gd name="T26" fmla="*/ 12 w 60"/>
                <ns1:gd name="T27" fmla="*/ 104 h 116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  <ns1:cxn ang="0">
                  <ns1:pos x="T14" y="T15"/>
                </ns1:cxn>
                <ns1:cxn ang="0">
                  <ns1:pos x="T16" y="T17"/>
                </ns1:cxn>
                <ns1:cxn ang="0">
                  <ns1:pos x="T18" y="T19"/>
                </ns1:cxn>
                <ns1:cxn ang="0">
                  <ns1:pos x="T20" y="T21"/>
                </ns1:cxn>
                <ns1:cxn ang="0">
                  <ns1:pos x="T22" y="T23"/>
                </ns1:cxn>
                <ns1:cxn ang="0">
                  <ns1:pos x="T24" y="T25"/>
                </ns1:cxn>
                <ns1:cxn ang="0">
                  <ns1:pos x="T26" y="T27"/>
                </ns1:cxn>
              </ns1:cxnLst>
              <ns1:rect l="0" t="0" r="r" b="b"/>
              <ns1:pathLst>
                <ns1:path w="60" h="116">
                  <ns1:moveTo>
                    <ns1:pt x="54" y="116"/>
                  </ns1:moveTo>
                  <ns1:cubicBezTo>
                    <ns1:pt x="6" y="116"/>
                    <ns1:pt x="6" y="116"/>
                    <ns1:pt x="6" y="116"/>
                  </ns1:cubicBezTo>
                  <ns1:cubicBezTo>
                    <ns1:pt x="3" y="116"/>
                    <ns1:pt x="0" y="113"/>
                    <ns1:pt x="0" y="110"/>
                  </ns1:cubicBezTo>
                  <ns1:cubicBezTo>
                    <ns1:pt x="0" y="6"/>
                    <ns1:pt x="0" y="6"/>
                    <ns1:pt x="0" y="6"/>
                  </ns1:cubicBezTo>
                  <ns1:cubicBezTo>
                    <ns1:pt x="0" y="3"/>
                    <ns1:pt x="3" y="0"/>
                    <ns1:pt x="6" y="0"/>
                  </ns1:cubicBezTo>
                  <ns1:cubicBezTo>
                    <ns1:pt x="54" y="0"/>
                    <ns1:pt x="54" y="0"/>
                    <ns1:pt x="54" y="0"/>
                  </ns1:cubicBezTo>
                  <ns1:cubicBezTo>
                    <ns1:pt x="57" y="0"/>
                    <ns1:pt x="60" y="3"/>
                    <ns1:pt x="60" y="6"/>
                  </ns1:cubicBezTo>
                  <ns1:cubicBezTo>
                    <ns1:pt x="60" y="110"/>
                    <ns1:pt x="60" y="110"/>
                    <ns1:pt x="60" y="110"/>
                  </ns1:cubicBezTo>
                  <ns1:cubicBezTo>
                    <ns1:pt x="60" y="113"/>
                    <ns1:pt x="57" y="116"/>
                    <ns1:pt x="54" y="116"/>
                  </ns1:cubicBezTo>
                  <ns1:close/>
                  <ns1:moveTo>
                    <ns1:pt x="12" y="104"/>
                  </ns1:moveTo>
                  <ns1:cubicBezTo>
                    <ns1:pt x="48" y="104"/>
                    <ns1:pt x="48" y="104"/>
                    <ns1:pt x="48" y="104"/>
                  </ns1:cubicBezTo>
                  <ns1:cubicBezTo>
                    <ns1:pt x="48" y="12"/>
                    <ns1:pt x="48" y="12"/>
                    <ns1:pt x="48" y="12"/>
                  </ns1:cubicBezTo>
                  <ns1:cubicBezTo>
                    <ns1:pt x="12" y="12"/>
                    <ns1:pt x="12" y="12"/>
                    <ns1:pt x="12" y="12"/>
                  </ns1:cubicBezTo>
                  <ns1:lnTo>
                    <ns1:pt x="12" y="104"/>
                  </ns1:lnTo>
                  <ns1:close/>
                </ns1:path>
              </ns1:pathLst>
            </ns1:custGeom>
            <ns1:grpFill/>
            <ns1:ln>
              <ns1:noFill/>
            </ns1:ln>
            <ns1:extLst>
              <ns1:ext uri="{91240B29-F687-4F45-9708-019B960494DF}">
                <ns2:hiddenLine w="9525">
                  <ns1:solidFill>
                    <ns1:srgbClr val="000000"/>
                  </ns1:solidFill>
                  <ns1:round/>
                  <ns1:headEnd/>
                  <ns1:tailEnd/>
                </ns2:hiddenLine>
              </ns1:ext>
            </ns1:extLst>
          </ns0:spPr>
          <ns0:txBody>
            <ns1:bodyPr vert="horz" wrap="square" lIns="91440" tIns="45720" rIns="91440" bIns="45720" numCol="1" anchor="t" anchorCtr="0" compatLnSpc="1">
              <ns1:prstTxWarp prst="textNoShape">
                <ns1:avLst/>
              </ns1:prstTxWarp>
            </ns1:bodyPr>
            <ns1:lstStyle/>
            <ns1:p>
              <ns1:endParaRPr lang="id-ID" sz="2700"/>
            </ns1:p>
          </ns0:txBody>
        </ns0:sp>
        <ns0:sp>
          <ns0:nvSpPr>
            <ns0:cNvPr id="23" name="Freeform 61"/>
            <ns0:cNvSpPr>
              <ns1:spLocks/>
            </ns0:cNvSpPr>
            <ns0:nvPr/>
          </ns0:nvSpPr>
          <ns0:spPr bwMode="auto">
            <ns1:xfrm>
              <ns1:off x="9306767" y="635036"/>
              <ns1:ext cx="82809" cy="26961"/>
            </ns1:xfrm>
            <ns1:custGeom>
              <ns1:avLst/>
              <ns1:gdLst>
                <ns1:gd name="T0" fmla="*/ 30 w 36"/>
                <ns1:gd name="T1" fmla="*/ 12 h 12"/>
                <ns1:gd name="T2" fmla="*/ 6 w 36"/>
                <ns1:gd name="T3" fmla="*/ 12 h 12"/>
                <ns1:gd name="T4" fmla="*/ 0 w 36"/>
                <ns1:gd name="T5" fmla="*/ 6 h 12"/>
                <ns1:gd name="T6" fmla="*/ 6 w 36"/>
                <ns1:gd name="T7" fmla="*/ 0 h 12"/>
                <ns1:gd name="T8" fmla="*/ 30 w 36"/>
                <ns1:gd name="T9" fmla="*/ 0 h 12"/>
                <ns1:gd name="T10" fmla="*/ 36 w 36"/>
                <ns1:gd name="T11" fmla="*/ 6 h 12"/>
                <ns1:gd name="T12" fmla="*/ 30 w 36"/>
                <ns1:gd name="T13" fmla="*/ 12 h 12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</ns1:cxnLst>
              <ns1:rect l="0" t="0" r="r" b="b"/>
              <ns1:pathLst>
                <ns1:path w="36" h="12">
                  <ns1:moveTo>
                    <ns1:pt x="30" y="12"/>
                  </ns1:moveTo>
                  <ns1:cubicBezTo>
                    <ns1:pt x="6" y="12"/>
                    <ns1:pt x="6" y="12"/>
                    <ns1:pt x="6" y="12"/>
                  </ns1:cubicBezTo>
                  <ns1:cubicBezTo>
                    <ns1:pt x="3" y="12"/>
                    <ns1:pt x="0" y="9"/>
                    <ns1:pt x="0" y="6"/>
                  </ns1:cubicBezTo>
                  <ns1:cubicBezTo>
                    <ns1:pt x="0" y="3"/>
                    <ns1:pt x="3" y="0"/>
                    <ns1:pt x="6" y="0"/>
                  </ns1:cubicBezTo>
                  <ns1:cubicBezTo>
                    <ns1:pt x="30" y="0"/>
                    <ns1:pt x="30" y="0"/>
                    <ns1:pt x="30" y="0"/>
                  </ns1:cubicBezTo>
                  <ns1:cubicBezTo>
                    <ns1:pt x="33" y="0"/>
                    <ns1:pt x="36" y="3"/>
                    <ns1:pt x="36" y="6"/>
                  </ns1:cubicBezTo>
                  <ns1:cubicBezTo>
                    <ns1:pt x="36" y="9"/>
                    <ns1:pt x="33" y="12"/>
                    <ns1:pt x="30" y="12"/>
                  </ns1:cubicBezTo>
                  <ns1:close/>
                </ns1:path>
              </ns1:pathLst>
            </ns1:custGeom>
            <ns1:grpFill/>
            <ns1:ln>
              <ns1:noFill/>
            </ns1:ln>
            <ns1:extLst>
              <ns1:ext uri="{91240B29-F687-4F45-9708-019B960494DF}">
                <ns2:hiddenLine w="9525">
                  <ns1:solidFill>
                    <ns1:srgbClr val="000000"/>
                  </ns1:solidFill>
                  <ns1:round/>
                  <ns1:headEnd/>
                  <ns1:tailEnd/>
                </ns2:hiddenLine>
              </ns1:ext>
            </ns1:extLst>
          </ns0:spPr>
          <ns0:txBody>
            <ns1:bodyPr vert="horz" wrap="square" lIns="91440" tIns="45720" rIns="91440" bIns="45720" numCol="1" anchor="t" anchorCtr="0" compatLnSpc="1">
              <ns1:prstTxWarp prst="textNoShape">
                <ns1:avLst/>
              </ns1:prstTxWarp>
            </ns1:bodyPr>
            <ns1:lstStyle/>
            <ns1:p>
              <ns1:endParaRPr lang="id-ID" sz="2700"/>
            </ns1:p>
          </ns0:txBody>
        </ns0:sp>
        <ns0:sp>
          <ns0:nvSpPr>
            <ns0:cNvPr id="24" name="Freeform 62"/>
            <ns0:cNvSpPr>
              <ns1:spLocks/>
            </ns0:cNvSpPr>
            <ns0:nvPr/>
          </ns0:nvSpPr>
          <ns0:spPr bwMode="auto">
            <ns1:xfrm>
              <ns1:off x="9325062" y="671626"/>
              <ns1:ext cx="64514" cy="27924"/>
            </ns1:xfrm>
            <ns1:custGeom>
              <ns1:avLst/>
              <ns1:gdLst>
                <ns1:gd name="T0" fmla="*/ 22 w 28"/>
                <ns1:gd name="T1" fmla="*/ 12 h 12"/>
                <ns1:gd name="T2" fmla="*/ 6 w 28"/>
                <ns1:gd name="T3" fmla="*/ 12 h 12"/>
                <ns1:gd name="T4" fmla="*/ 0 w 28"/>
                <ns1:gd name="T5" fmla="*/ 6 h 12"/>
                <ns1:gd name="T6" fmla="*/ 6 w 28"/>
                <ns1:gd name="T7" fmla="*/ 0 h 12"/>
                <ns1:gd name="T8" fmla="*/ 22 w 28"/>
                <ns1:gd name="T9" fmla="*/ 0 h 12"/>
                <ns1:gd name="T10" fmla="*/ 28 w 28"/>
                <ns1:gd name="T11" fmla="*/ 6 h 12"/>
                <ns1:gd name="T12" fmla="*/ 22 w 28"/>
                <ns1:gd name="T13" fmla="*/ 12 h 12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</ns1:cxnLst>
              <ns1:rect l="0" t="0" r="r" b="b"/>
              <ns1:pathLst>
                <ns1:path w="28" h="12">
                  <ns1:moveTo>
                    <ns1:pt x="22" y="12"/>
                  </ns1:moveTo>
                  <ns1:cubicBezTo>
                    <ns1:pt x="6" y="12"/>
                    <ns1:pt x="6" y="12"/>
                    <ns1:pt x="6" y="12"/>
                  </ns1:cubicBezTo>
                  <ns1:cubicBezTo>
                    <ns1:pt x="3" y="12"/>
                    <ns1:pt x="0" y="9"/>
                    <ns1:pt x="0" y="6"/>
                  </ns1:cubicBezTo>
                  <ns1:cubicBezTo>
                    <ns1:pt x="0" y="3"/>
                    <ns1:pt x="3" y="0"/>
                    <ns1:pt x="6" y="0"/>
                  </ns1:cubicBezTo>
                  <ns1:cubicBezTo>
                    <ns1:pt x="22" y="0"/>
                    <ns1:pt x="22" y="0"/>
                    <ns1:pt x="22" y="0"/>
                  </ns1:cubicBezTo>
                  <ns1:cubicBezTo>
                    <ns1:pt x="25" y="0"/>
                    <ns1:pt x="28" y="3"/>
                    <ns1:pt x="28" y="6"/>
                  </ns1:cubicBezTo>
                  <ns1:cubicBezTo>
                    <ns1:pt x="28" y="9"/>
                    <ns1:pt x="25" y="12"/>
                    <ns1:pt x="22" y="12"/>
                  </ns1:cubicBezTo>
                  <ns1:close/>
                </ns1:path>
              </ns1:pathLst>
            </ns1:custGeom>
            <ns1:grpFill/>
            <ns1:ln>
              <ns1:noFill/>
            </ns1:ln>
            <ns1:extLst>
              <ns1:ext uri="{91240B29-F687-4F45-9708-019B960494DF}">
                <ns2:hiddenLine w="9525">
                  <ns1:solidFill>
                    <ns1:srgbClr val="000000"/>
                  </ns1:solidFill>
                  <ns1:round/>
                  <ns1:headEnd/>
                  <ns1:tailEnd/>
                </ns2:hiddenLine>
              </ns1:ext>
            </ns1:extLst>
          </ns0:spPr>
          <ns0:txBody>
            <ns1:bodyPr vert="horz" wrap="square" lIns="91440" tIns="45720" rIns="91440" bIns="45720" numCol="1" anchor="t" anchorCtr="0" compatLnSpc="1">
              <ns1:prstTxWarp prst="textNoShape">
                <ns1:avLst/>
              </ns1:prstTxWarp>
            </ns1:bodyPr>
            <ns1:lstStyle/>
            <ns1:p>
              <ns1:endParaRPr lang="id-ID" sz="2700"/>
            </ns1:p>
          </ns0:txBody>
        </ns0:sp>
        <ns0:sp>
          <ns0:nvSpPr>
            <ns0:cNvPr id="25" name="Freeform 63"/>
            <ns0:cNvSpPr>
              <ns1:spLocks/>
            </ns0:cNvSpPr>
            <ns0:nvPr/>
          </ns0:nvSpPr>
          <ns0:spPr bwMode="auto">
            <ns1:xfrm>
              <ns1:off x="9306767" y="708216"/>
              <ns1:ext cx="82809" cy="27924"/>
            </ns1:xfrm>
            <ns1:custGeom>
              <ns1:avLst/>
              <ns1:gdLst>
                <ns1:gd name="T0" fmla="*/ 30 w 36"/>
                <ns1:gd name="T1" fmla="*/ 12 h 12"/>
                <ns1:gd name="T2" fmla="*/ 6 w 36"/>
                <ns1:gd name="T3" fmla="*/ 12 h 12"/>
                <ns1:gd name="T4" fmla="*/ 0 w 36"/>
                <ns1:gd name="T5" fmla="*/ 6 h 12"/>
                <ns1:gd name="T6" fmla="*/ 6 w 36"/>
                <ns1:gd name="T7" fmla="*/ 0 h 12"/>
                <ns1:gd name="T8" fmla="*/ 30 w 36"/>
                <ns1:gd name="T9" fmla="*/ 0 h 12"/>
                <ns1:gd name="T10" fmla="*/ 36 w 36"/>
                <ns1:gd name="T11" fmla="*/ 6 h 12"/>
                <ns1:gd name="T12" fmla="*/ 30 w 36"/>
                <ns1:gd name="T13" fmla="*/ 12 h 12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</ns1:cxnLst>
              <ns1:rect l="0" t="0" r="r" b="b"/>
              <ns1:pathLst>
                <ns1:path w="36" h="12">
                  <ns1:moveTo>
                    <ns1:pt x="30" y="12"/>
                  </ns1:moveTo>
                  <ns1:cubicBezTo>
                    <ns1:pt x="6" y="12"/>
                    <ns1:pt x="6" y="12"/>
                    <ns1:pt x="6" y="12"/>
                  </ns1:cubicBezTo>
                  <ns1:cubicBezTo>
                    <ns1:pt x="3" y="12"/>
                    <ns1:pt x="0" y="9"/>
                    <ns1:pt x="0" y="6"/>
                  </ns1:cubicBezTo>
                  <ns1:cubicBezTo>
                    <ns1:pt x="0" y="3"/>
                    <ns1:pt x="3" y="0"/>
                    <ns1:pt x="6" y="0"/>
                  </ns1:cubicBezTo>
                  <ns1:cubicBezTo>
                    <ns1:pt x="30" y="0"/>
                    <ns1:pt x="30" y="0"/>
                    <ns1:pt x="30" y="0"/>
                  </ns1:cubicBezTo>
                  <ns1:cubicBezTo>
                    <ns1:pt x="33" y="0"/>
                    <ns1:pt x="36" y="3"/>
                    <ns1:pt x="36" y="6"/>
                  </ns1:cubicBezTo>
                  <ns1:cubicBezTo>
                    <ns1:pt x="36" y="9"/>
                    <ns1:pt x="33" y="12"/>
                    <ns1:pt x="30" y="12"/>
                  </ns1:cubicBezTo>
                  <ns1:close/>
                </ns1:path>
              </ns1:pathLst>
            </ns1:custGeom>
            <ns1:grpFill/>
            <ns1:ln>
              <ns1:noFill/>
            </ns1:ln>
            <ns1:extLst>
              <ns1:ext uri="{91240B29-F687-4F45-9708-019B960494DF}">
                <ns2:hiddenLine w="9525">
                  <ns1:solidFill>
                    <ns1:srgbClr val="000000"/>
                  </ns1:solidFill>
                  <ns1:round/>
                  <ns1:headEnd/>
                  <ns1:tailEnd/>
                </ns2:hiddenLine>
              </ns1:ext>
            </ns1:extLst>
          </ns0:spPr>
          <ns0:txBody>
            <ns1:bodyPr vert="horz" wrap="square" lIns="91440" tIns="45720" rIns="91440" bIns="45720" numCol="1" anchor="t" anchorCtr="0" compatLnSpc="1">
              <ns1:prstTxWarp prst="textNoShape">
                <ns1:avLst/>
              </ns1:prstTxWarp>
            </ns1:bodyPr>
            <ns1:lstStyle/>
            <ns1:p>
              <ns1:endParaRPr lang="id-ID" sz="2700"/>
            </ns1:p>
          </ns0:txBody>
        </ns0:sp>
        <ns0:sp>
          <ns0:nvSpPr>
            <ns0:cNvPr id="26" name="Freeform 64"/>
            <ns0:cNvSpPr>
              <ns1:spLocks/>
            </ns0:cNvSpPr>
            <ns0:nvPr/>
          </ns0:nvSpPr>
          <ns0:spPr bwMode="auto">
            <ns1:xfrm>
              <ns1:off x="9325062" y="764064"/>
              <ns1:ext cx="64514" cy="26961"/>
            </ns1:xfrm>
            <ns1:custGeom>
              <ns1:avLst/>
              <ns1:gdLst>
                <ns1:gd name="T0" fmla="*/ 22 w 28"/>
                <ns1:gd name="T1" fmla="*/ 12 h 12"/>
                <ns1:gd name="T2" fmla="*/ 6 w 28"/>
                <ns1:gd name="T3" fmla="*/ 12 h 12"/>
                <ns1:gd name="T4" fmla="*/ 0 w 28"/>
                <ns1:gd name="T5" fmla="*/ 6 h 12"/>
                <ns1:gd name="T6" fmla="*/ 6 w 28"/>
                <ns1:gd name="T7" fmla="*/ 0 h 12"/>
                <ns1:gd name="T8" fmla="*/ 22 w 28"/>
                <ns1:gd name="T9" fmla="*/ 0 h 12"/>
                <ns1:gd name="T10" fmla="*/ 28 w 28"/>
                <ns1:gd name="T11" fmla="*/ 6 h 12"/>
                <ns1:gd name="T12" fmla="*/ 22 w 28"/>
                <ns1:gd name="T13" fmla="*/ 12 h 12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</ns1:cxnLst>
              <ns1:rect l="0" t="0" r="r" b="b"/>
              <ns1:pathLst>
                <ns1:path w="28" h="12">
                  <ns1:moveTo>
                    <ns1:pt x="22" y="12"/>
                  </ns1:moveTo>
                  <ns1:cubicBezTo>
                    <ns1:pt x="6" y="12"/>
                    <ns1:pt x="6" y="12"/>
                    <ns1:pt x="6" y="12"/>
                  </ns1:cubicBezTo>
                  <ns1:cubicBezTo>
                    <ns1:pt x="3" y="12"/>
                    <ns1:pt x="0" y="9"/>
                    <ns1:pt x="0" y="6"/>
                  </ns1:cubicBezTo>
                  <ns1:cubicBezTo>
                    <ns1:pt x="0" y="3"/>
                    <ns1:pt x="3" y="0"/>
                    <ns1:pt x="6" y="0"/>
                  </ns1:cubicBezTo>
                  <ns1:cubicBezTo>
                    <ns1:pt x="22" y="0"/>
                    <ns1:pt x="22" y="0"/>
                    <ns1:pt x="22" y="0"/>
                  </ns1:cubicBezTo>
                  <ns1:cubicBezTo>
                    <ns1:pt x="25" y="0"/>
                    <ns1:pt x="28" y="3"/>
                    <ns1:pt x="28" y="6"/>
                  </ns1:cubicBezTo>
                  <ns1:cubicBezTo>
                    <ns1:pt x="28" y="9"/>
                    <ns1:pt x="25" y="12"/>
                    <ns1:pt x="22" y="12"/>
                  </ns1:cubicBezTo>
                  <ns1:close/>
                </ns1:path>
              </ns1:pathLst>
            </ns1:custGeom>
            <ns1:grpFill/>
            <ns1:ln>
              <ns1:noFill/>
            </ns1:ln>
            <ns1:extLst>
              <ns1:ext uri="{91240B29-F687-4F45-9708-019B960494DF}">
                <ns2:hiddenLine w="9525">
                  <ns1:solidFill>
                    <ns1:srgbClr val="000000"/>
                  </ns1:solidFill>
                  <ns1:round/>
                  <ns1:headEnd/>
                  <ns1:tailEnd/>
                </ns2:hiddenLine>
              </ns1:ext>
            </ns1:extLst>
          </ns0:spPr>
          <ns0:txBody>
            <ns1:bodyPr vert="horz" wrap="square" lIns="91440" tIns="45720" rIns="91440" bIns="45720" numCol="1" anchor="t" anchorCtr="0" compatLnSpc="1">
              <ns1:prstTxWarp prst="textNoShape">
                <ns1:avLst/>
              </ns1:prstTxWarp>
            </ns1:bodyPr>
            <ns1:lstStyle/>
            <ns1:p>
              <ns1:endParaRPr lang="id-ID" sz="2700"/>
            </ns1:p>
          </ns0:txBody>
        </ns0:sp>
      </ns0:grpSp>
      <ns0:grpSp>
        <ns0:nvGrpSpPr>
          <ns0:cNvPr id="27" name="Group 26"/>
          <ns0:cNvGrpSpPr/>
          <ns0:nvPr/>
        </ns0:nvGrpSpPr>
        <ns0:grpSpPr>
          <ns1:xfrm>
            <ns1:off x="7433057" y="1130910"/>
            <ns1:ext cx="296335" cy="493047"/>
            <ns1:chOff x="10294697" y="579188"/>
            <ns1:chExt cx="337976" cy="562331"/>
          </ns1:xfrm>
          <ns1:solidFill>
            <ns1:schemeClr val="tx1"/>
          </ns1:solidFill>
        </ns0:grpSpPr>
        <ns0:sp>
          <ns0:nvSpPr>
            <ns0:cNvPr id="28" name="Freeform 65"/>
            <ns0:cNvSpPr>
              <ns1:spLocks noEditPoints="1"/>
            </ns0:cNvSpPr>
            <ns0:nvPr/>
          </ns0:nvSpPr>
          <ns0:spPr bwMode="auto">
            <ns1:xfrm>
              <ns1:off x="10294697" y="653331"/>
              <ns1:ext cx="136731" cy="488188"/>
            </ns1:xfrm>
            <ns1:custGeom>
              <ns1:avLst/>
              <ns1:gdLst>
                <ns1:gd name="T0" fmla="*/ 31 w 60"/>
                <ns1:gd name="T1" fmla="*/ 212 h 212"/>
                <ns1:gd name="T2" fmla="*/ 0 w 60"/>
                <ns1:gd name="T3" fmla="*/ 186 h 212"/>
                <ns1:gd name="T4" fmla="*/ 0 w 60"/>
                <ns1:gd name="T5" fmla="*/ 54 h 212"/>
                <ns1:gd name="T6" fmla="*/ 1 w 60"/>
                <ns1:gd name="T7" fmla="*/ 51 h 212"/>
                <ns1:gd name="T8" fmla="*/ 25 w 60"/>
                <ns1:gd name="T9" fmla="*/ 3 h 212"/>
                <ns1:gd name="T10" fmla="*/ 30 w 60"/>
                <ns1:gd name="T11" fmla="*/ 0 h 212"/>
                <ns1:gd name="T12" fmla="*/ 35 w 60"/>
                <ns1:gd name="T13" fmla="*/ 3 h 212"/>
                <ns1:gd name="T14" fmla="*/ 59 w 60"/>
                <ns1:gd name="T15" fmla="*/ 51 h 212"/>
                <ns1:gd name="T16" fmla="*/ 60 w 60"/>
                <ns1:gd name="T17" fmla="*/ 54 h 212"/>
                <ns1:gd name="T18" fmla="*/ 60 w 60"/>
                <ns1:gd name="T19" fmla="*/ 186 h 212"/>
                <ns1:gd name="T20" fmla="*/ 31 w 60"/>
                <ns1:gd name="T21" fmla="*/ 212 h 212"/>
                <ns1:gd name="T22" fmla="*/ 12 w 60"/>
                <ns1:gd name="T23" fmla="*/ 55 h 212"/>
                <ns1:gd name="T24" fmla="*/ 12 w 60"/>
                <ns1:gd name="T25" fmla="*/ 186 h 212"/>
                <ns1:gd name="T26" fmla="*/ 31 w 60"/>
                <ns1:gd name="T27" fmla="*/ 200 h 212"/>
                <ns1:gd name="T28" fmla="*/ 48 w 60"/>
                <ns1:gd name="T29" fmla="*/ 186 h 212"/>
                <ns1:gd name="T30" fmla="*/ 48 w 60"/>
                <ns1:gd name="T31" fmla="*/ 55 h 212"/>
                <ns1:gd name="T32" fmla="*/ 30 w 60"/>
                <ns1:gd name="T33" fmla="*/ 19 h 212"/>
                <ns1:gd name="T34" fmla="*/ 12 w 60"/>
                <ns1:gd name="T35" fmla="*/ 55 h 212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  <ns1:cxn ang="0">
                  <ns1:pos x="T14" y="T15"/>
                </ns1:cxn>
                <ns1:cxn ang="0">
                  <ns1:pos x="T16" y="T17"/>
                </ns1:cxn>
                <ns1:cxn ang="0">
                  <ns1:pos x="T18" y="T19"/>
                </ns1:cxn>
                <ns1:cxn ang="0">
                  <ns1:pos x="T20" y="T21"/>
                </ns1:cxn>
                <ns1:cxn ang="0">
                  <ns1:pos x="T22" y="T23"/>
                </ns1:cxn>
                <ns1:cxn ang="0">
                  <ns1:pos x="T24" y="T25"/>
                </ns1:cxn>
                <ns1:cxn ang="0">
                  <ns1:pos x="T26" y="T27"/>
                </ns1:cxn>
                <ns1:cxn ang="0">
                  <ns1:pos x="T28" y="T29"/>
                </ns1:cxn>
                <ns1:cxn ang="0">
                  <ns1:pos x="T30" y="T31"/>
                </ns1:cxn>
                <ns1:cxn ang="0">
                  <ns1:pos x="T32" y="T33"/>
                </ns1:cxn>
                <ns1:cxn ang="0">
                  <ns1:pos x="T34" y="T35"/>
                </ns1:cxn>
              </ns1:cxnLst>
              <ns1:rect l="0" t="0" r="r" b="b"/>
              <ns1:pathLst>
                <ns1:path w="60" h="212">
                  <ns1:moveTo>
                    <ns1:pt x="31" y="212"/>
                  </ns1:moveTo>
                  <ns1:cubicBezTo>
                    <ns1:pt x="17" y="212"/>
                    <ns1:pt x="0" y="201"/>
                    <ns1:pt x="0" y="186"/>
                  </ns1:cubicBezTo>
                  <ns1:cubicBezTo>
                    <ns1:pt x="0" y="54"/>
                    <ns1:pt x="0" y="54"/>
                    <ns1:pt x="0" y="54"/>
                  </ns1:cubicBezTo>
                  <ns1:cubicBezTo>
                    <ns1:pt x="0" y="53"/>
                    <ns1:pt x="0" y="52"/>
                    <ns1:pt x="1" y="51"/>
                  </ns1:cubicBezTo>
                  <ns1:cubicBezTo>
                    <ns1:pt x="25" y="3"/>
                    <ns1:pt x="25" y="3"/>
                    <ns1:pt x="25" y="3"/>
                  </ns1:cubicBezTo>
                  <ns1:cubicBezTo>
                    <ns1:pt x="26" y="1"/>
                    <ns1:pt x="28" y="0"/>
                    <ns1:pt x="30" y="0"/>
                  </ns1:cubicBezTo>
                  <ns1:cubicBezTo>
                    <ns1:pt x="32" y="0"/>
                    <ns1:pt x="34" y="1"/>
                    <ns1:pt x="35" y="3"/>
                  </ns1:cubicBezTo>
                  <ns1:cubicBezTo>
                    <ns1:pt x="59" y="51"/>
                    <ns1:pt x="59" y="51"/>
                    <ns1:pt x="59" y="51"/>
                  </ns1:cubicBezTo>
                  <ns1:cubicBezTo>
                    <ns1:pt x="60" y="52"/>
                    <ns1:pt x="60" y="53"/>
                    <ns1:pt x="60" y="54"/>
                  </ns1:cubicBezTo>
                  <ns1:cubicBezTo>
                    <ns1:pt x="60" y="186"/>
                    <ns1:pt x="60" y="186"/>
                    <ns1:pt x="60" y="186"/>
                  </ns1:cubicBezTo>
                  <ns1:cubicBezTo>
                    <ns1:pt x="60" y="201"/>
                    <ns1:pt x="45" y="212"/>
                    <ns1:pt x="31" y="212"/>
                  </ns1:cubicBezTo>
                  <ns1:close/>
                  <ns1:moveTo>
                    <ns1:pt x="12" y="55"/>
                  </ns1:moveTo>
                  <ns1:cubicBezTo>
                    <ns1:pt x="12" y="186"/>
                    <ns1:pt x="12" y="186"/>
                    <ns1:pt x="12" y="186"/>
                  </ns1:cubicBezTo>
                  <ns1:cubicBezTo>
                    <ns1:pt x="12" y="193"/>
                    <ns1:pt x="23" y="200"/>
                    <ns1:pt x="31" y="200"/>
                  </ns1:cubicBezTo>
                  <ns1:cubicBezTo>
                    <ns1:pt x="39" y="200"/>
                    <ns1:pt x="48" y="194"/>
                    <ns1:pt x="48" y="186"/>
                  </ns1:cubicBezTo>
                  <ns1:cubicBezTo>
                    <ns1:pt x="48" y="55"/>
                    <ns1:pt x="48" y="55"/>
                    <ns1:pt x="48" y="55"/>
                  </ns1:cubicBezTo>
                  <ns1:cubicBezTo>
                    <ns1:pt x="30" y="19"/>
                    <ns1:pt x="30" y="19"/>
                    <ns1:pt x="30" y="19"/>
                  </ns1:cubicBezTo>
                  <ns1:lnTo>
                    <ns1:pt x="12" y="55"/>
                  </ns1:lnTo>
                  <ns1:close/>
                </ns1:path>
              </ns1:pathLst>
            </ns1:custGeom>
            <ns1:grpFill/>
            <ns1:ln>
              <ns1:noFill/>
            </ns1:ln>
            <ns1:extLst>
              <ns1:ext uri="{91240B29-F687-4F45-9708-019B960494DF}">
                <ns2:hiddenLine w="9525">
                  <ns1:solidFill>
                    <ns1:srgbClr val="000000"/>
                  </ns1:solidFill>
                  <ns1:round/>
                  <ns1:headEnd/>
                  <ns1:tailEnd/>
                </ns2:hiddenLine>
              </ns1:ext>
            </ns1:extLst>
          </ns0:spPr>
          <ns0:txBody>
            <ns1:bodyPr vert="horz" wrap="square" lIns="91440" tIns="45720" rIns="91440" bIns="45720" numCol="1" anchor="t" anchorCtr="0" compatLnSpc="1">
              <ns1:prstTxWarp prst="textNoShape">
                <ns1:avLst/>
              </ns1:prstTxWarp>
            </ns1:bodyPr>
            <ns1:lstStyle/>
            <ns1:p>
              <ns1:endParaRPr lang="id-ID" sz="2700"/>
            </ns1:p>
          </ns0:txBody>
        </ns0:sp>
        <ns0:sp>
          <ns0:nvSpPr>
            <ns0:cNvPr id="29" name="Freeform 66"/>
            <ns0:cNvSpPr>
              <ns1:spLocks/>
            </ns0:cNvSpPr>
            <ns0:nvPr/>
          </ns0:nvSpPr>
          <ns0:spPr bwMode="auto">
            <ns1:xfrm>
              <ns1:off x="10294697" y="1040415"/>
              <ns1:ext cx="136731" cy="26961"/>
            </ns1:xfrm>
            <ns1:custGeom>
              <ns1:avLst/>
              <ns1:gdLst>
                <ns1:gd name="T0" fmla="*/ 54 w 60"/>
                <ns1:gd name="T1" fmla="*/ 12 h 12"/>
                <ns1:gd name="T2" fmla="*/ 6 w 60"/>
                <ns1:gd name="T3" fmla="*/ 12 h 12"/>
                <ns1:gd name="T4" fmla="*/ 0 w 60"/>
                <ns1:gd name="T5" fmla="*/ 6 h 12"/>
                <ns1:gd name="T6" fmla="*/ 6 w 60"/>
                <ns1:gd name="T7" fmla="*/ 0 h 12"/>
                <ns1:gd name="T8" fmla="*/ 54 w 60"/>
                <ns1:gd name="T9" fmla="*/ 0 h 12"/>
                <ns1:gd name="T10" fmla="*/ 60 w 60"/>
                <ns1:gd name="T11" fmla="*/ 6 h 12"/>
                <ns1:gd name="T12" fmla="*/ 54 w 60"/>
                <ns1:gd name="T13" fmla="*/ 12 h 12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</ns1:cxnLst>
              <ns1:rect l="0" t="0" r="r" b="b"/>
              <ns1:pathLst>
                <ns1:path w="60" h="12">
                  <ns1:moveTo>
                    <ns1:pt x="54" y="12"/>
                  </ns1:moveTo>
                  <ns1:cubicBezTo>
                    <ns1:pt x="6" y="12"/>
                    <ns1:pt x="6" y="12"/>
                    <ns1:pt x="6" y="12"/>
                  </ns1:cubicBezTo>
                  <ns1:cubicBezTo>
                    <ns1:pt x="3" y="12"/>
                    <ns1:pt x="0" y="9"/>
                    <ns1:pt x="0" y="6"/>
                  </ns1:cubicBezTo>
                  <ns1:cubicBezTo>
                    <ns1:pt x="0" y="3"/>
                    <ns1:pt x="3" y="0"/>
                    <ns1:pt x="6" y="0"/>
                  </ns1:cubicBezTo>
                  <ns1:cubicBezTo>
                    <ns1:pt x="54" y="0"/>
                    <ns1:pt x="54" y="0"/>
                    <ns1:pt x="54" y="0"/>
                  </ns1:cubicBezTo>
                  <ns1:cubicBezTo>
                    <ns1:pt x="57" y="0"/>
                    <ns1:pt x="60" y="3"/>
                    <ns1:pt x="60" y="6"/>
                  </ns1:cubicBezTo>
                  <ns1:cubicBezTo>
                    <ns1:pt x="60" y="9"/>
                    <ns1:pt x="57" y="12"/>
                    <ns1:pt x="54" y="12"/>
                  </ns1:cubicBezTo>
                  <ns1:close/>
                </ns1:path>
              </ns1:pathLst>
            </ns1:custGeom>
            <ns1:grpFill/>
            <ns1:ln>
              <ns1:noFill/>
            </ns1:ln>
            <ns1:extLst>
              <ns1:ext uri="{91240B29-F687-4F45-9708-019B960494DF}">
                <ns2:hiddenLine w="9525">
                  <ns1:solidFill>
                    <ns1:srgbClr val="000000"/>
                  </ns1:solidFill>
                  <ns1:round/>
                  <ns1:headEnd/>
                  <ns1:tailEnd/>
                </ns2:hiddenLine>
              </ns1:ext>
            </ns1:extLst>
          </ns0:spPr>
          <ns0:txBody>
            <ns1:bodyPr vert="horz" wrap="square" lIns="91440" tIns="45720" rIns="91440" bIns="45720" numCol="1" anchor="t" anchorCtr="0" compatLnSpc="1">
              <ns1:prstTxWarp prst="textNoShape">
                <ns1:avLst/>
              </ns1:prstTxWarp>
            </ns1:bodyPr>
            <ns1:lstStyle/>
            <ns1:p>
              <ns1:endParaRPr lang="id-ID" sz="2700"/>
            </ns1:p>
          </ns0:txBody>
        </ns0:sp>
        <ns0:sp>
          <ns0:nvSpPr>
            <ns0:cNvPr id="30" name="Freeform 67"/>
            <ns0:cNvSpPr>
              <ns1:spLocks/>
            </ns0:cNvSpPr>
            <ns0:nvPr/>
          </ns0:nvSpPr>
          <ns0:spPr bwMode="auto">
            <ns1:xfrm>
              <ns1:off x="10294697" y="1002862"/>
              <ns1:ext cx="136731" cy="27924"/>
            </ns1:xfrm>
            <ns1:custGeom>
              <ns1:avLst/>
              <ns1:gdLst>
                <ns1:gd name="T0" fmla="*/ 54 w 60"/>
                <ns1:gd name="T1" fmla="*/ 12 h 12"/>
                <ns1:gd name="T2" fmla="*/ 6 w 60"/>
                <ns1:gd name="T3" fmla="*/ 12 h 12"/>
                <ns1:gd name="T4" fmla="*/ 0 w 60"/>
                <ns1:gd name="T5" fmla="*/ 6 h 12"/>
                <ns1:gd name="T6" fmla="*/ 6 w 60"/>
                <ns1:gd name="T7" fmla="*/ 0 h 12"/>
                <ns1:gd name="T8" fmla="*/ 54 w 60"/>
                <ns1:gd name="T9" fmla="*/ 0 h 12"/>
                <ns1:gd name="T10" fmla="*/ 60 w 60"/>
                <ns1:gd name="T11" fmla="*/ 6 h 12"/>
                <ns1:gd name="T12" fmla="*/ 54 w 60"/>
                <ns1:gd name="T13" fmla="*/ 12 h 12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</ns1:cxnLst>
              <ns1:rect l="0" t="0" r="r" b="b"/>
              <ns1:pathLst>
                <ns1:path w="60" h="12">
                  <ns1:moveTo>
                    <ns1:pt x="54" y="12"/>
                  </ns1:moveTo>
                  <ns1:cubicBezTo>
                    <ns1:pt x="6" y="12"/>
                    <ns1:pt x="6" y="12"/>
                    <ns1:pt x="6" y="12"/>
                  </ns1:cubicBezTo>
                  <ns1:cubicBezTo>
                    <ns1:pt x="3" y="12"/>
                    <ns1:pt x="0" y="9"/>
                    <ns1:pt x="0" y="6"/>
                  </ns1:cubicBezTo>
                  <ns1:cubicBezTo>
                    <ns1:pt x="0" y="3"/>
                    <ns1:pt x="3" y="0"/>
                    <ns1:pt x="6" y="0"/>
                  </ns1:cubicBezTo>
                  <ns1:cubicBezTo>
                    <ns1:pt x="54" y="0"/>
                    <ns1:pt x="54" y="0"/>
                    <ns1:pt x="54" y="0"/>
                  </ns1:cubicBezTo>
                  <ns1:cubicBezTo>
                    <ns1:pt x="57" y="0"/>
                    <ns1:pt x="60" y="3"/>
                    <ns1:pt x="60" y="6"/>
                  </ns1:cubicBezTo>
                  <ns1:cubicBezTo>
                    <ns1:pt x="60" y="9"/>
                    <ns1:pt x="57" y="12"/>
                    <ns1:pt x="54" y="12"/>
                  </ns1:cubicBezTo>
                  <ns1:close/>
                </ns1:path>
              </ns1:pathLst>
            </ns1:custGeom>
            <ns1:grpFill/>
            <ns1:ln>
              <ns1:noFill/>
            </ns1:ln>
            <ns1:extLst>
              <ns1:ext uri="{91240B29-F687-4F45-9708-019B960494DF}">
                <ns2:hiddenLine w="9525">
                  <ns1:solidFill>
                    <ns1:srgbClr val="000000"/>
                  </ns1:solidFill>
                  <ns1:round/>
                  <ns1:headEnd/>
                  <ns1:tailEnd/>
                </ns2:hiddenLine>
              </ns1:ext>
            </ns1:extLst>
          </ns0:spPr>
          <ns0:txBody>
            <ns1:bodyPr vert="horz" wrap="square" lIns="91440" tIns="45720" rIns="91440" bIns="45720" numCol="1" anchor="t" anchorCtr="0" compatLnSpc="1">
              <ns1:prstTxWarp prst="textNoShape">
                <ns1:avLst/>
              </ns1:prstTxWarp>
            </ns1:bodyPr>
            <ns1:lstStyle/>
            <ns1:p>
              <ns1:endParaRPr lang="id-ID" sz="2700"/>
            </ns1:p>
          </ns0:txBody>
        </ns0:sp>
        <ns0:sp>
          <ns0:nvSpPr>
            <ns0:cNvPr id="31" name="Freeform 68"/>
            <ns0:cNvSpPr>
              <ns1:spLocks noEditPoints="1"/>
            </ns0:cNvSpPr>
            <ns0:nvPr/>
          </ns0:nvSpPr>
          <ns0:spPr bwMode="auto">
            <ns1:xfrm>
              <ns1:off x="10459352" y="579188"/>
              <ns1:ext cx="173321" cy="562331"/>
            </ns1:xfrm>
            <ns1:custGeom>
              <ns1:avLst/>
              <ns1:gdLst>
                <ns1:gd name="T0" fmla="*/ 70 w 76"/>
                <ns1:gd name="T1" fmla="*/ 244 h 244"/>
                <ns1:gd name="T2" fmla="*/ 6 w 76"/>
                <ns1:gd name="T3" fmla="*/ 244 h 244"/>
                <ns1:gd name="T4" fmla="*/ 0 w 76"/>
                <ns1:gd name="T5" fmla="*/ 238 h 244"/>
                <ns1:gd name="T6" fmla="*/ 0 w 76"/>
                <ns1:gd name="T7" fmla="*/ 6 h 244"/>
                <ns1:gd name="T8" fmla="*/ 6 w 76"/>
                <ns1:gd name="T9" fmla="*/ 0 h 244"/>
                <ns1:gd name="T10" fmla="*/ 70 w 76"/>
                <ns1:gd name="T11" fmla="*/ 0 h 244"/>
                <ns1:gd name="T12" fmla="*/ 76 w 76"/>
                <ns1:gd name="T13" fmla="*/ 6 h 244"/>
                <ns1:gd name="T14" fmla="*/ 76 w 76"/>
                <ns1:gd name="T15" fmla="*/ 238 h 244"/>
                <ns1:gd name="T16" fmla="*/ 70 w 76"/>
                <ns1:gd name="T17" fmla="*/ 244 h 244"/>
                <ns1:gd name="T18" fmla="*/ 12 w 76"/>
                <ns1:gd name="T19" fmla="*/ 232 h 244"/>
                <ns1:gd name="T20" fmla="*/ 64 w 76"/>
                <ns1:gd name="T21" fmla="*/ 232 h 244"/>
                <ns1:gd name="T22" fmla="*/ 64 w 76"/>
                <ns1:gd name="T23" fmla="*/ 12 h 244"/>
                <ns1:gd name="T24" fmla="*/ 12 w 76"/>
                <ns1:gd name="T25" fmla="*/ 12 h 244"/>
                <ns1:gd name="T26" fmla="*/ 12 w 76"/>
                <ns1:gd name="T27" fmla="*/ 232 h 244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  <ns1:cxn ang="0">
                  <ns1:pos x="T14" y="T15"/>
                </ns1:cxn>
                <ns1:cxn ang="0">
                  <ns1:pos x="T16" y="T17"/>
                </ns1:cxn>
                <ns1:cxn ang="0">
                  <ns1:pos x="T18" y="T19"/>
                </ns1:cxn>
                <ns1:cxn ang="0">
                  <ns1:pos x="T20" y="T21"/>
                </ns1:cxn>
                <ns1:cxn ang="0">
                  <ns1:pos x="T22" y="T23"/>
                </ns1:cxn>
                <ns1:cxn ang="0">
                  <ns1:pos x="T24" y="T25"/>
                </ns1:cxn>
                <ns1:cxn ang="0">
                  <ns1:pos x="T26" y="T27"/>
                </ns1:cxn>
              </ns1:cxnLst>
              <ns1:rect l="0" t="0" r="r" b="b"/>
              <ns1:pathLst>
                <ns1:path w="76" h="244">
                  <ns1:moveTo>
                    <ns1:pt x="70" y="244"/>
                  </ns1:moveTo>
                  <ns1:cubicBezTo>
                    <ns1:pt x="6" y="244"/>
                    <ns1:pt x="6" y="244"/>
                    <ns1:pt x="6" y="244"/>
                  </ns1:cubicBezTo>
                  <ns1:cubicBezTo>
                    <ns1:pt x="3" y="244"/>
                    <ns1:pt x="0" y="241"/>
                    <ns1:pt x="0" y="238"/>
                  </ns1:cubicBezTo>
                  <ns1:cubicBezTo>
                    <ns1:pt x="0" y="6"/>
                    <ns1:pt x="0" y="6"/>
                    <ns1:pt x="0" y="6"/>
                  </ns1:cubicBezTo>
                  <ns1:cubicBezTo>
                    <ns1:pt x="0" y="3"/>
                    <ns1:pt x="3" y="0"/>
                    <ns1:pt x="6" y="0"/>
                  </ns1:cubicBezTo>
                  <ns1:cubicBezTo>
                    <ns1:pt x="70" y="0"/>
                    <ns1:pt x="70" y="0"/>
                    <ns1:pt x="70" y="0"/>
                  </ns1:cubicBezTo>
                  <ns1:cubicBezTo>
                    <ns1:pt x="73" y="0"/>
                    <ns1:pt x="76" y="3"/>
                    <ns1:pt x="76" y="6"/>
                  </ns1:cubicBezTo>
                  <ns1:cubicBezTo>
                    <ns1:pt x="76" y="238"/>
                    <ns1:pt x="76" y="238"/>
                    <ns1:pt x="76" y="238"/>
                  </ns1:cubicBezTo>
                  <ns1:cubicBezTo>
                    <ns1:pt x="76" y="241"/>
                    <ns1:pt x="73" y="244"/>
                    <ns1:pt x="70" y="244"/>
                  </ns1:cubicBezTo>
                  <ns1:close/>
                  <ns1:moveTo>
                    <ns1:pt x="12" y="232"/>
                  </ns1:moveTo>
                  <ns1:cubicBezTo>
                    <ns1:pt x="64" y="232"/>
                    <ns1:pt x="64" y="232"/>
                    <ns1:pt x="64" y="232"/>
                  </ns1:cubicBezTo>
                  <ns1:cubicBezTo>
                    <ns1:pt x="64" y="12"/>
                    <ns1:pt x="64" y="12"/>
                    <ns1:pt x="64" y="12"/>
                  </ns1:cubicBezTo>
                  <ns1:cubicBezTo>
                    <ns1:pt x="12" y="12"/>
                    <ns1:pt x="12" y="12"/>
                    <ns1:pt x="12" y="12"/>
                  </ns1:cubicBezTo>
                  <ns1:lnTo>
                    <ns1:pt x="12" y="232"/>
                  </ns1:lnTo>
                  <ns1:close/>
                </ns1:path>
              </ns1:pathLst>
            </ns1:custGeom>
            <ns1:grpFill/>
            <ns1:ln>
              <ns1:noFill/>
            </ns1:ln>
            <ns1:extLst>
              <ns1:ext uri="{91240B29-F687-4F45-9708-019B960494DF}">
                <ns2:hiddenLine w="9525">
                  <ns1:solidFill>
                    <ns1:srgbClr val="000000"/>
                  </ns1:solidFill>
                  <ns1:round/>
                  <ns1:headEnd/>
                  <ns1:tailEnd/>
                </ns2:hiddenLine>
              </ns1:ext>
            </ns1:extLst>
          </ns0:spPr>
          <ns0:txBody>
            <ns1:bodyPr vert="horz" wrap="square" lIns="91440" tIns="45720" rIns="91440" bIns="45720" numCol="1" anchor="t" anchorCtr="0" compatLnSpc="1">
              <ns1:prstTxWarp prst="textNoShape">
                <ns1:avLst/>
              </ns1:prstTxWarp>
            </ns1:bodyPr>
            <ns1:lstStyle/>
            <ns1:p>
              <ns1:endParaRPr lang="id-ID" sz="2700"/>
            </ns1:p>
          </ns0:txBody>
        </ns0:sp>
        <ns0:sp>
          <ns0:nvSpPr>
            <ns0:cNvPr id="32" name="Freeform 69"/>
            <ns0:cNvSpPr>
              <ns1:spLocks/>
            </ns0:cNvSpPr>
            <ns0:nvPr/>
          </ns0:nvSpPr>
          <ns0:spPr bwMode="auto">
            <ns1:xfrm>
              <ns1:off x="10459352" y="653331"/>
              <ns1:ext cx="81846" cy="27924"/>
            </ns1:xfrm>
            <ns1:custGeom>
              <ns1:avLst/>
              <ns1:gdLst>
                <ns1:gd name="T0" fmla="*/ 30 w 36"/>
                <ns1:gd name="T1" fmla="*/ 12 h 12"/>
                <ns1:gd name="T2" fmla="*/ 6 w 36"/>
                <ns1:gd name="T3" fmla="*/ 12 h 12"/>
                <ns1:gd name="T4" fmla="*/ 0 w 36"/>
                <ns1:gd name="T5" fmla="*/ 6 h 12"/>
                <ns1:gd name="T6" fmla="*/ 6 w 36"/>
                <ns1:gd name="T7" fmla="*/ 0 h 12"/>
                <ns1:gd name="T8" fmla="*/ 30 w 36"/>
                <ns1:gd name="T9" fmla="*/ 0 h 12"/>
                <ns1:gd name="T10" fmla="*/ 36 w 36"/>
                <ns1:gd name="T11" fmla="*/ 6 h 12"/>
                <ns1:gd name="T12" fmla="*/ 30 w 36"/>
                <ns1:gd name="T13" fmla="*/ 12 h 12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</ns1:cxnLst>
              <ns1:rect l="0" t="0" r="r" b="b"/>
              <ns1:pathLst>
                <ns1:path w="36" h="12">
                  <ns1:moveTo>
                    <ns1:pt x="30" y="12"/>
                  </ns1:moveTo>
                  <ns1:cubicBezTo>
                    <ns1:pt x="6" y="12"/>
                    <ns1:pt x="6" y="12"/>
                    <ns1:pt x="6" y="12"/>
                  </ns1:cubicBezTo>
                  <ns1:cubicBezTo>
                    <ns1:pt x="3" y="12"/>
                    <ns1:pt x="0" y="9"/>
                    <ns1:pt x="0" y="6"/>
                  </ns1:cubicBezTo>
                  <ns1:cubicBezTo>
                    <ns1:pt x="0" y="3"/>
                    <ns1:pt x="3" y="0"/>
                    <ns1:pt x="6" y="0"/>
                  </ns1:cubicBezTo>
                  <ns1:cubicBezTo>
                    <ns1:pt x="30" y="0"/>
                    <ns1:pt x="30" y="0"/>
                    <ns1:pt x="30" y="0"/>
                  </ns1:cubicBezTo>
                  <ns1:cubicBezTo>
                    <ns1:pt x="33" y="0"/>
                    <ns1:pt x="36" y="3"/>
                    <ns1:pt x="36" y="6"/>
                  </ns1:cubicBezTo>
                  <ns1:cubicBezTo>
                    <ns1:pt x="36" y="9"/>
                    <ns1:pt x="33" y="12"/>
                    <ns1:pt x="30" y="12"/>
                  </ns1:cubicBezTo>
                  <ns1:close/>
                </ns1:path>
              </ns1:pathLst>
            </ns1:custGeom>
            <ns1:grpFill/>
            <ns1:ln>
              <ns1:noFill/>
            </ns1:ln>
            <ns1:extLst>
              <ns1:ext uri="{91240B29-F687-4F45-9708-019B960494DF}">
                <ns2:hiddenLine w="9525">
                  <ns1:solidFill>
                    <ns1:srgbClr val="000000"/>
                  </ns1:solidFill>
                  <ns1:round/>
                  <ns1:headEnd/>
                  <ns1:tailEnd/>
                </ns2:hiddenLine>
              </ns1:ext>
            </ns1:extLst>
          </ns0:spPr>
          <ns0:txBody>
            <ns1:bodyPr vert="horz" wrap="square" lIns="91440" tIns="45720" rIns="91440" bIns="45720" numCol="1" anchor="t" anchorCtr="0" compatLnSpc="1">
              <ns1:prstTxWarp prst="textNoShape">
                <ns1:avLst/>
              </ns1:prstTxWarp>
            </ns1:bodyPr>
            <ns1:lstStyle/>
            <ns1:p>
              <ns1:endParaRPr lang="id-ID" sz="2700"/>
            </ns1:p>
          </ns0:txBody>
        </ns0:sp>
        <ns0:sp>
          <ns0:nvSpPr>
            <ns0:cNvPr id="33" name="Freeform 70"/>
            <ns0:cNvSpPr>
              <ns1:spLocks/>
            </ns0:cNvSpPr>
            <ns0:nvPr/>
          </ns0:nvSpPr>
          <ns0:spPr bwMode="auto">
            <ns1:xfrm>
              <ns1:off x="10459352" y="744806"/>
              <ns1:ext cx="81846" cy="27924"/>
            </ns1:xfrm>
            <ns1:custGeom>
              <ns1:avLst/>
              <ns1:gdLst>
                <ns1:gd name="T0" fmla="*/ 30 w 36"/>
                <ns1:gd name="T1" fmla="*/ 12 h 12"/>
                <ns1:gd name="T2" fmla="*/ 6 w 36"/>
                <ns1:gd name="T3" fmla="*/ 12 h 12"/>
                <ns1:gd name="T4" fmla="*/ 0 w 36"/>
                <ns1:gd name="T5" fmla="*/ 6 h 12"/>
                <ns1:gd name="T6" fmla="*/ 6 w 36"/>
                <ns1:gd name="T7" fmla="*/ 0 h 12"/>
                <ns1:gd name="T8" fmla="*/ 30 w 36"/>
                <ns1:gd name="T9" fmla="*/ 0 h 12"/>
                <ns1:gd name="T10" fmla="*/ 36 w 36"/>
                <ns1:gd name="T11" fmla="*/ 6 h 12"/>
                <ns1:gd name="T12" fmla="*/ 30 w 36"/>
                <ns1:gd name="T13" fmla="*/ 12 h 12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</ns1:cxnLst>
              <ns1:rect l="0" t="0" r="r" b="b"/>
              <ns1:pathLst>
                <ns1:path w="36" h="12">
                  <ns1:moveTo>
                    <ns1:pt x="30" y="12"/>
                  </ns1:moveTo>
                  <ns1:cubicBezTo>
                    <ns1:pt x="6" y="12"/>
                    <ns1:pt x="6" y="12"/>
                    <ns1:pt x="6" y="12"/>
                  </ns1:cubicBezTo>
                  <ns1:cubicBezTo>
                    <ns1:pt x="3" y="12"/>
                    <ns1:pt x="0" y="9"/>
                    <ns1:pt x="0" y="6"/>
                  </ns1:cubicBezTo>
                  <ns1:cubicBezTo>
                    <ns1:pt x="0" y="3"/>
                    <ns1:pt x="3" y="0"/>
                    <ns1:pt x="6" y="0"/>
                  </ns1:cubicBezTo>
                  <ns1:cubicBezTo>
                    <ns1:pt x="30" y="0"/>
                    <ns1:pt x="30" y="0"/>
                    <ns1:pt x="30" y="0"/>
                  </ns1:cubicBezTo>
                  <ns1:cubicBezTo>
                    <ns1:pt x="33" y="0"/>
                    <ns1:pt x="36" y="3"/>
                    <ns1:pt x="36" y="6"/>
                  </ns1:cubicBezTo>
                  <ns1:cubicBezTo>
                    <ns1:pt x="36" y="9"/>
                    <ns1:pt x="33" y="12"/>
                    <ns1:pt x="30" y="12"/>
                  </ns1:cubicBezTo>
                  <ns1:close/>
                </ns1:path>
              </ns1:pathLst>
            </ns1:custGeom>
            <ns1:grpFill/>
            <ns1:ln>
              <ns1:noFill/>
            </ns1:ln>
            <ns1:extLst>
              <ns1:ext uri="{91240B29-F687-4F45-9708-019B960494DF}">
                <ns2:hiddenLine w="9525">
                  <ns1:solidFill>
                    <ns1:srgbClr val="000000"/>
                  </ns1:solidFill>
                  <ns1:round/>
                  <ns1:headEnd/>
                  <ns1:tailEnd/>
                </ns2:hiddenLine>
              </ns1:ext>
            </ns1:extLst>
          </ns0:spPr>
          <ns0:txBody>
            <ns1:bodyPr vert="horz" wrap="square" lIns="91440" tIns="45720" rIns="91440" bIns="45720" numCol="1" anchor="t" anchorCtr="0" compatLnSpc="1">
              <ns1:prstTxWarp prst="textNoShape">
                <ns1:avLst/>
              </ns1:prstTxWarp>
            </ns1:bodyPr>
            <ns1:lstStyle/>
            <ns1:p>
              <ns1:endParaRPr lang="id-ID" sz="2700"/>
            </ns1:p>
          </ns0:txBody>
        </ns0:sp>
        <ns0:sp>
          <ns0:nvSpPr>
            <ns0:cNvPr id="34" name="Freeform 71"/>
            <ns0:cNvSpPr>
              <ns1:spLocks/>
            </ns0:cNvSpPr>
            <ns0:nvPr/>
          </ns0:nvSpPr>
          <ns0:spPr bwMode="auto">
            <ns1:xfrm>
              <ns1:off x="10459352" y="837244"/>
              <ns1:ext cx="81846" cy="27924"/>
            </ns1:xfrm>
            <ns1:custGeom>
              <ns1:avLst/>
              <ns1:gdLst>
                <ns1:gd name="T0" fmla="*/ 30 w 36"/>
                <ns1:gd name="T1" fmla="*/ 12 h 12"/>
                <ns1:gd name="T2" fmla="*/ 6 w 36"/>
                <ns1:gd name="T3" fmla="*/ 12 h 12"/>
                <ns1:gd name="T4" fmla="*/ 0 w 36"/>
                <ns1:gd name="T5" fmla="*/ 6 h 12"/>
                <ns1:gd name="T6" fmla="*/ 6 w 36"/>
                <ns1:gd name="T7" fmla="*/ 0 h 12"/>
                <ns1:gd name="T8" fmla="*/ 30 w 36"/>
                <ns1:gd name="T9" fmla="*/ 0 h 12"/>
                <ns1:gd name="T10" fmla="*/ 36 w 36"/>
                <ns1:gd name="T11" fmla="*/ 6 h 12"/>
                <ns1:gd name="T12" fmla="*/ 30 w 36"/>
                <ns1:gd name="T13" fmla="*/ 12 h 12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</ns1:cxnLst>
              <ns1:rect l="0" t="0" r="r" b="b"/>
              <ns1:pathLst>
                <ns1:path w="36" h="12">
                  <ns1:moveTo>
                    <ns1:pt x="30" y="12"/>
                  </ns1:moveTo>
                  <ns1:cubicBezTo>
                    <ns1:pt x="6" y="12"/>
                    <ns1:pt x="6" y="12"/>
                    <ns1:pt x="6" y="12"/>
                  </ns1:cubicBezTo>
                  <ns1:cubicBezTo>
                    <ns1:pt x="3" y="12"/>
                    <ns1:pt x="0" y="9"/>
                    <ns1:pt x="0" y="6"/>
                  </ns1:cubicBezTo>
                  <ns1:cubicBezTo>
                    <ns1:pt x="0" y="3"/>
                    <ns1:pt x="3" y="0"/>
                    <ns1:pt x="6" y="0"/>
                  </ns1:cubicBezTo>
                  <ns1:cubicBezTo>
                    <ns1:pt x="30" y="0"/>
                    <ns1:pt x="30" y="0"/>
                    <ns1:pt x="30" y="0"/>
                  </ns1:cubicBezTo>
                  <ns1:cubicBezTo>
                    <ns1:pt x="33" y="0"/>
                    <ns1:pt x="36" y="3"/>
                    <ns1:pt x="36" y="6"/>
                  </ns1:cubicBezTo>
                  <ns1:cubicBezTo>
                    <ns1:pt x="36" y="9"/>
                    <ns1:pt x="33" y="12"/>
                    <ns1:pt x="30" y="12"/>
                  </ns1:cubicBezTo>
                  <ns1:close/>
                </ns1:path>
              </ns1:pathLst>
            </ns1:custGeom>
            <ns1:grpFill/>
            <ns1:ln>
              <ns1:noFill/>
            </ns1:ln>
            <ns1:extLst>
              <ns1:ext uri="{91240B29-F687-4F45-9708-019B960494DF}">
                <ns2:hiddenLine w="9525">
                  <ns1:solidFill>
                    <ns1:srgbClr val="000000"/>
                  </ns1:solidFill>
                  <ns1:round/>
                  <ns1:headEnd/>
                  <ns1:tailEnd/>
                </ns2:hiddenLine>
              </ns1:ext>
            </ns1:extLst>
          </ns0:spPr>
          <ns0:txBody>
            <ns1:bodyPr vert="horz" wrap="square" lIns="91440" tIns="45720" rIns="91440" bIns="45720" numCol="1" anchor="t" anchorCtr="0" compatLnSpc="1">
              <ns1:prstTxWarp prst="textNoShape">
                <ns1:avLst/>
              </ns1:prstTxWarp>
            </ns1:bodyPr>
            <ns1:lstStyle/>
            <ns1:p>
              <ns1:endParaRPr lang="id-ID" sz="2700"/>
            </ns1:p>
          </ns0:txBody>
        </ns0:sp>
        <ns0:sp>
          <ns0:nvSpPr>
            <ns0:cNvPr id="35" name="Freeform 72"/>
            <ns0:cNvSpPr>
              <ns1:spLocks/>
            </ns0:cNvSpPr>
            <ns0:nvPr/>
          </ns0:nvSpPr>
          <ns0:spPr bwMode="auto">
            <ns1:xfrm>
              <ns1:off x="10459352" y="929682"/>
              <ns1:ext cx="81846" cy="26961"/>
            </ns1:xfrm>
            <ns1:custGeom>
              <ns1:avLst/>
              <ns1:gdLst>
                <ns1:gd name="T0" fmla="*/ 30 w 36"/>
                <ns1:gd name="T1" fmla="*/ 12 h 12"/>
                <ns1:gd name="T2" fmla="*/ 6 w 36"/>
                <ns1:gd name="T3" fmla="*/ 12 h 12"/>
                <ns1:gd name="T4" fmla="*/ 0 w 36"/>
                <ns1:gd name="T5" fmla="*/ 6 h 12"/>
                <ns1:gd name="T6" fmla="*/ 6 w 36"/>
                <ns1:gd name="T7" fmla="*/ 0 h 12"/>
                <ns1:gd name="T8" fmla="*/ 30 w 36"/>
                <ns1:gd name="T9" fmla="*/ 0 h 12"/>
                <ns1:gd name="T10" fmla="*/ 36 w 36"/>
                <ns1:gd name="T11" fmla="*/ 6 h 12"/>
                <ns1:gd name="T12" fmla="*/ 30 w 36"/>
                <ns1:gd name="T13" fmla="*/ 12 h 12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</ns1:cxnLst>
              <ns1:rect l="0" t="0" r="r" b="b"/>
              <ns1:pathLst>
                <ns1:path w="36" h="12">
                  <ns1:moveTo>
                    <ns1:pt x="30" y="12"/>
                  </ns1:moveTo>
                  <ns1:cubicBezTo>
                    <ns1:pt x="6" y="12"/>
                    <ns1:pt x="6" y="12"/>
                    <ns1:pt x="6" y="12"/>
                  </ns1:cubicBezTo>
                  <ns1:cubicBezTo>
                    <ns1:pt x="3" y="12"/>
                    <ns1:pt x="0" y="9"/>
                    <ns1:pt x="0" y="6"/>
                  </ns1:cubicBezTo>
                  <ns1:cubicBezTo>
                    <ns1:pt x="0" y="3"/>
                    <ns1:pt x="3" y="0"/>
                    <ns1:pt x="6" y="0"/>
                  </ns1:cubicBezTo>
                  <ns1:cubicBezTo>
                    <ns1:pt x="30" y="0"/>
                    <ns1:pt x="30" y="0"/>
                    <ns1:pt x="30" y="0"/>
                  </ns1:cubicBezTo>
                  <ns1:cubicBezTo>
                    <ns1:pt x="33" y="0"/>
                    <ns1:pt x="36" y="3"/>
                    <ns1:pt x="36" y="6"/>
                  </ns1:cubicBezTo>
                  <ns1:cubicBezTo>
                    <ns1:pt x="36" y="9"/>
                    <ns1:pt x="33" y="12"/>
                    <ns1:pt x="30" y="12"/>
                  </ns1:cubicBezTo>
                  <ns1:close/>
                </ns1:path>
              </ns1:pathLst>
            </ns1:custGeom>
            <ns1:grpFill/>
            <ns1:ln>
              <ns1:noFill/>
            </ns1:ln>
            <ns1:extLst>
              <ns1:ext uri="{91240B29-F687-4F45-9708-019B960494DF}">
                <ns2:hiddenLine w="9525">
                  <ns1:solidFill>
                    <ns1:srgbClr val="000000"/>
                  </ns1:solidFill>
                  <ns1:round/>
                  <ns1:headEnd/>
                  <ns1:tailEnd/>
                </ns2:hiddenLine>
              </ns1:ext>
            </ns1:extLst>
          </ns0:spPr>
          <ns0:txBody>
            <ns1:bodyPr vert="horz" wrap="square" lIns="91440" tIns="45720" rIns="91440" bIns="45720" numCol="1" anchor="t" anchorCtr="0" compatLnSpc="1">
              <ns1:prstTxWarp prst="textNoShape">
                <ns1:avLst/>
              </ns1:prstTxWarp>
            </ns1:bodyPr>
            <ns1:lstStyle/>
            <ns1:p>
              <ns1:endParaRPr lang="id-ID" sz="2700"/>
            </ns1:p>
          </ns0:txBody>
        </ns0:sp>
        <ns0:sp>
          <ns0:nvSpPr>
            <ns0:cNvPr id="36" name="Freeform 73"/>
            <ns0:cNvSpPr>
              <ns1:spLocks/>
            </ns0:cNvSpPr>
            <ns0:nvPr/>
          </ns0:nvSpPr>
          <ns0:spPr bwMode="auto">
            <ns1:xfrm>
              <ns1:off x="10459352" y="1021157"/>
              <ns1:ext cx="81846" cy="27924"/>
            </ns1:xfrm>
            <ns1:custGeom>
              <ns1:avLst/>
              <ns1:gdLst>
                <ns1:gd name="T0" fmla="*/ 30 w 36"/>
                <ns1:gd name="T1" fmla="*/ 12 h 12"/>
                <ns1:gd name="T2" fmla="*/ 6 w 36"/>
                <ns1:gd name="T3" fmla="*/ 12 h 12"/>
                <ns1:gd name="T4" fmla="*/ 0 w 36"/>
                <ns1:gd name="T5" fmla="*/ 6 h 12"/>
                <ns1:gd name="T6" fmla="*/ 6 w 36"/>
                <ns1:gd name="T7" fmla="*/ 0 h 12"/>
                <ns1:gd name="T8" fmla="*/ 30 w 36"/>
                <ns1:gd name="T9" fmla="*/ 0 h 12"/>
                <ns1:gd name="T10" fmla="*/ 36 w 36"/>
                <ns1:gd name="T11" fmla="*/ 6 h 12"/>
                <ns1:gd name="T12" fmla="*/ 30 w 36"/>
                <ns1:gd name="T13" fmla="*/ 12 h 12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</ns1:cxnLst>
              <ns1:rect l="0" t="0" r="r" b="b"/>
              <ns1:pathLst>
                <ns1:path w="36" h="12">
                  <ns1:moveTo>
                    <ns1:pt x="30" y="12"/>
                  </ns1:moveTo>
                  <ns1:cubicBezTo>
                    <ns1:pt x="6" y="12"/>
                    <ns1:pt x="6" y="12"/>
                    <ns1:pt x="6" y="12"/>
                  </ns1:cubicBezTo>
                  <ns1:cubicBezTo>
                    <ns1:pt x="3" y="12"/>
                    <ns1:pt x="0" y="9"/>
                    <ns1:pt x="0" y="6"/>
                  </ns1:cubicBezTo>
                  <ns1:cubicBezTo>
                    <ns1:pt x="0" y="3"/>
                    <ns1:pt x="3" y="0"/>
                    <ns1:pt x="6" y="0"/>
                  </ns1:cubicBezTo>
                  <ns1:cubicBezTo>
                    <ns1:pt x="30" y="0"/>
                    <ns1:pt x="30" y="0"/>
                    <ns1:pt x="30" y="0"/>
                  </ns1:cubicBezTo>
                  <ns1:cubicBezTo>
                    <ns1:pt x="33" y="0"/>
                    <ns1:pt x="36" y="3"/>
                    <ns1:pt x="36" y="6"/>
                  </ns1:cubicBezTo>
                  <ns1:cubicBezTo>
                    <ns1:pt x="36" y="9"/>
                    <ns1:pt x="33" y="12"/>
                    <ns1:pt x="30" y="12"/>
                  </ns1:cubicBezTo>
                  <ns1:close/>
                </ns1:path>
              </ns1:pathLst>
            </ns1:custGeom>
            <ns1:grpFill/>
            <ns1:ln>
              <ns1:noFill/>
            </ns1:ln>
            <ns1:extLst>
              <ns1:ext uri="{91240B29-F687-4F45-9708-019B960494DF}">
                <ns2:hiddenLine w="9525">
                  <ns1:solidFill>
                    <ns1:srgbClr val="000000"/>
                  </ns1:solidFill>
                  <ns1:round/>
                  <ns1:headEnd/>
                  <ns1:tailEnd/>
                </ns2:hiddenLine>
              </ns1:ext>
            </ns1:extLst>
          </ns0:spPr>
          <ns0:txBody>
            <ns1:bodyPr vert="horz" wrap="square" lIns="91440" tIns="45720" rIns="91440" bIns="45720" numCol="1" anchor="t" anchorCtr="0" compatLnSpc="1">
              <ns1:prstTxWarp prst="textNoShape">
                <ns1:avLst/>
              </ns1:prstTxWarp>
            </ns1:bodyPr>
            <ns1:lstStyle/>
            <ns1:p>
              <ns1:endParaRPr lang="id-ID" sz="2700"/>
            </ns1:p>
          </ns0:txBody>
        </ns0:sp>
        <ns0:sp>
          <ns0:nvSpPr>
            <ns0:cNvPr id="37" name="Freeform 74"/>
            <ns0:cNvSpPr>
              <ns1:spLocks/>
            </ns0:cNvSpPr>
            <ns0:nvPr/>
          </ns0:nvSpPr>
          <ns0:spPr bwMode="auto">
            <ns1:xfrm>
              <ns1:off x="10294697" y="764064"/>
              <ns1:ext cx="136731" cy="26961"/>
            </ns1:xfrm>
            <ns1:custGeom>
              <ns1:avLst/>
              <ns1:gdLst>
                <ns1:gd name="T0" fmla="*/ 54 w 60"/>
                <ns1:gd name="T1" fmla="*/ 12 h 12"/>
                <ns1:gd name="T2" fmla="*/ 6 w 60"/>
                <ns1:gd name="T3" fmla="*/ 12 h 12"/>
                <ns1:gd name="T4" fmla="*/ 0 w 60"/>
                <ns1:gd name="T5" fmla="*/ 6 h 12"/>
                <ns1:gd name="T6" fmla="*/ 6 w 60"/>
                <ns1:gd name="T7" fmla="*/ 0 h 12"/>
                <ns1:gd name="T8" fmla="*/ 54 w 60"/>
                <ns1:gd name="T9" fmla="*/ 0 h 12"/>
                <ns1:gd name="T10" fmla="*/ 60 w 60"/>
                <ns1:gd name="T11" fmla="*/ 6 h 12"/>
                <ns1:gd name="T12" fmla="*/ 54 w 60"/>
                <ns1:gd name="T13" fmla="*/ 12 h 12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</ns1:cxnLst>
              <ns1:rect l="0" t="0" r="r" b="b"/>
              <ns1:pathLst>
                <ns1:path w="60" h="12">
                  <ns1:moveTo>
                    <ns1:pt x="54" y="12"/>
                  </ns1:moveTo>
                  <ns1:cubicBezTo>
                    <ns1:pt x="6" y="12"/>
                    <ns1:pt x="6" y="12"/>
                    <ns1:pt x="6" y="12"/>
                  </ns1:cubicBezTo>
                  <ns1:cubicBezTo>
                    <ns1:pt x="3" y="12"/>
                    <ns1:pt x="0" y="9"/>
                    <ns1:pt x="0" y="6"/>
                  </ns1:cubicBezTo>
                  <ns1:cubicBezTo>
                    <ns1:pt x="0" y="3"/>
                    <ns1:pt x="3" y="0"/>
                    <ns1:pt x="6" y="0"/>
                  </ns1:cubicBezTo>
                  <ns1:cubicBezTo>
                    <ns1:pt x="54" y="0"/>
                    <ns1:pt x="54" y="0"/>
                    <ns1:pt x="54" y="0"/>
                  </ns1:cubicBezTo>
                  <ns1:cubicBezTo>
                    <ns1:pt x="57" y="0"/>
                    <ns1:pt x="60" y="3"/>
                    <ns1:pt x="60" y="6"/>
                  </ns1:cubicBezTo>
                  <ns1:cubicBezTo>
                    <ns1:pt x="60" y="9"/>
                    <ns1:pt x="57" y="12"/>
                    <ns1:pt x="54" y="12"/>
                  </ns1:cubicBezTo>
                  <ns1:close/>
                </ns1:path>
              </ns1:pathLst>
            </ns1:custGeom>
            <ns1:grpFill/>
            <ns1:ln>
              <ns1:noFill/>
            </ns1:ln>
            <ns1:extLst>
              <ns1:ext uri="{91240B29-F687-4F45-9708-019B960494DF}">
                <ns2:hiddenLine w="9525">
                  <ns1:solidFill>
                    <ns1:srgbClr val="000000"/>
                  </ns1:solidFill>
                  <ns1:round/>
                  <ns1:headEnd/>
                  <ns1:tailEnd/>
                </ns2:hiddenLine>
              </ns1:ext>
            </ns1:extLst>
          </ns0:spPr>
          <ns0:txBody>
            <ns1:bodyPr vert="horz" wrap="square" lIns="91440" tIns="45720" rIns="91440" bIns="45720" numCol="1" anchor="t" anchorCtr="0" compatLnSpc="1">
              <ns1:prstTxWarp prst="textNoShape">
                <ns1:avLst/>
              </ns1:prstTxWarp>
            </ns1:bodyPr>
            <ns1:lstStyle/>
            <ns1:p>
              <ns1:endParaRPr lang="id-ID" sz="2700"/>
            </ns1:p>
          </ns0:txBody>
        </ns0:sp>
        <ns0:sp>
          <ns0:nvSpPr>
            <ns0:cNvPr id="38" name="Freeform 75"/>
            <ns0:cNvSpPr>
              <ns1:spLocks/>
            </ns0:cNvSpPr>
            <ns0:nvPr/>
          </ns0:nvSpPr>
          <ns0:spPr bwMode="auto">
            <ns1:xfrm>
              <ns1:off x="10349582" y="764064"/>
              <ns1:ext cx="26961" cy="266722"/>
            </ns1:xfrm>
            <ns1:custGeom>
              <ns1:avLst/>
              <ns1:gdLst>
                <ns1:gd name="T0" fmla="*/ 6 w 12"/>
                <ns1:gd name="T1" fmla="*/ 116 h 116"/>
                <ns1:gd name="T2" fmla="*/ 0 w 12"/>
                <ns1:gd name="T3" fmla="*/ 110 h 116"/>
                <ns1:gd name="T4" fmla="*/ 0 w 12"/>
                <ns1:gd name="T5" fmla="*/ 6 h 116"/>
                <ns1:gd name="T6" fmla="*/ 6 w 12"/>
                <ns1:gd name="T7" fmla="*/ 0 h 116"/>
                <ns1:gd name="T8" fmla="*/ 12 w 12"/>
                <ns1:gd name="T9" fmla="*/ 6 h 116"/>
                <ns1:gd name="T10" fmla="*/ 12 w 12"/>
                <ns1:gd name="T11" fmla="*/ 110 h 116"/>
                <ns1:gd name="T12" fmla="*/ 6 w 12"/>
                <ns1:gd name="T13" fmla="*/ 116 h 116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</ns1:cxnLst>
              <ns1:rect l="0" t="0" r="r" b="b"/>
              <ns1:pathLst>
                <ns1:path w="12" h="116">
                  <ns1:moveTo>
                    <ns1:pt x="6" y="116"/>
                  </ns1:moveTo>
                  <ns1:cubicBezTo>
                    <ns1:pt x="3" y="116"/>
                    <ns1:pt x="0" y="113"/>
                    <ns1:pt x="0" y="110"/>
                  </ns1:cubicBezTo>
                  <ns1:cubicBezTo>
                    <ns1:pt x="0" y="6"/>
                    <ns1:pt x="0" y="6"/>
                    <ns1:pt x="0" y="6"/>
                  </ns1:cubicBezTo>
                  <ns1:cubicBezTo>
                    <ns1:pt x="0" y="3"/>
                    <ns1:pt x="3" y="0"/>
                    <ns1:pt x="6" y="0"/>
                  </ns1:cubicBezTo>
                  <ns1:cubicBezTo>
                    <ns1:pt x="9" y="0"/>
                    <ns1:pt x="12" y="3"/>
                    <ns1:pt x="12" y="6"/>
                  </ns1:cubicBezTo>
                  <ns1:cubicBezTo>
                    <ns1:pt x="12" y="110"/>
                    <ns1:pt x="12" y="110"/>
                    <ns1:pt x="12" y="110"/>
                  </ns1:cubicBezTo>
                  <ns1:cubicBezTo>
                    <ns1:pt x="12" y="113"/>
                    <ns1:pt x="9" y="116"/>
                    <ns1:pt x="6" y="116"/>
                  </ns1:cubicBezTo>
                  <ns1:close/>
                </ns1:path>
              </ns1:pathLst>
            </ns1:custGeom>
            <ns1:grpFill/>
            <ns1:ln>
              <ns1:noFill/>
            </ns1:ln>
            <ns1:extLst>
              <ns1:ext uri="{91240B29-F687-4F45-9708-019B960494DF}">
                <ns2:hiddenLine w="9525">
                  <ns1:solidFill>
                    <ns1:srgbClr val="000000"/>
                  </ns1:solidFill>
                  <ns1:round/>
                  <ns1:headEnd/>
                  <ns1:tailEnd/>
                </ns2:hiddenLine>
              </ns1:ext>
            </ns1:extLst>
          </ns0:spPr>
          <ns0:txBody>
            <ns1:bodyPr vert="horz" wrap="square" lIns="91440" tIns="45720" rIns="91440" bIns="45720" numCol="1" anchor="t" anchorCtr="0" compatLnSpc="1">
              <ns1:prstTxWarp prst="textNoShape">
                <ns1:avLst/>
              </ns1:prstTxWarp>
            </ns1:bodyPr>
            <ns1:lstStyle/>
            <ns1:p>
              <ns1:endParaRPr lang="id-ID" sz="2700"/>
            </ns1:p>
          </ns0:txBody>
        </ns0:sp>
      </ns0:grpSp>
      <ns0:grpSp>
        <ns0:nvGrpSpPr>
          <ns0:cNvPr id="39" name="Group 38"/>
          <ns0:cNvGrpSpPr/>
          <ns0:nvPr/>
        </ns0:nvGrpSpPr>
        <ns0:grpSpPr>
          <ns1:xfrm>
            <ns1:off x="8368552" y="1226691"/>
            <ns1:ext cx="389725" cy="301485"/>
            <ns1:chOff x="8758238" y="1104900"/>
            <ns1:chExt cx="925512" cy="715963"/>
          </ns1:xfrm>
          <ns1:solidFill>
            <ns1:schemeClr val="tx1"/>
          </ns1:solidFill>
        </ns0:grpSpPr>
        <ns0:sp>
          <ns0:nvSpPr>
            <ns0:cNvPr id="40" name="Freeform 87"/>
            <ns0:cNvSpPr>
              <ns1:spLocks noEditPoints="1"/>
            </ns0:cNvSpPr>
            <ns0:nvPr/>
          </ns0:nvSpPr>
          <ns0:spPr bwMode="auto">
            <ns1:xfrm>
              <ns1:off x="8758238" y="1104900"/>
              <ns1:ext cx="925512" cy="715963"/>
            </ns1:xfrm>
            <ns1:custGeom>
              <ns1:avLst/>
              <ns1:gdLst>
                <ns1:gd name="T0" fmla="*/ 218 w 244"/>
                <ns1:gd name="T1" fmla="*/ 188 h 188"/>
                <ns1:gd name="T2" fmla="*/ 26 w 244"/>
                <ns1:gd name="T3" fmla="*/ 188 h 188"/>
                <ns1:gd name="T4" fmla="*/ 0 w 244"/>
                <ns1:gd name="T5" fmla="*/ 162 h 188"/>
                <ns1:gd name="T6" fmla="*/ 0 w 244"/>
                <ns1:gd name="T7" fmla="*/ 26 h 188"/>
                <ns1:gd name="T8" fmla="*/ 26 w 244"/>
                <ns1:gd name="T9" fmla="*/ 0 h 188"/>
                <ns1:gd name="T10" fmla="*/ 218 w 244"/>
                <ns1:gd name="T11" fmla="*/ 0 h 188"/>
                <ns1:gd name="T12" fmla="*/ 244 w 244"/>
                <ns1:gd name="T13" fmla="*/ 26 h 188"/>
                <ns1:gd name="T14" fmla="*/ 244 w 244"/>
                <ns1:gd name="T15" fmla="*/ 162 h 188"/>
                <ns1:gd name="T16" fmla="*/ 218 w 244"/>
                <ns1:gd name="T17" fmla="*/ 188 h 188"/>
                <ns1:gd name="T18" fmla="*/ 26 w 244"/>
                <ns1:gd name="T19" fmla="*/ 12 h 188"/>
                <ns1:gd name="T20" fmla="*/ 12 w 244"/>
                <ns1:gd name="T21" fmla="*/ 26 h 188"/>
                <ns1:gd name="T22" fmla="*/ 12 w 244"/>
                <ns1:gd name="T23" fmla="*/ 162 h 188"/>
                <ns1:gd name="T24" fmla="*/ 26 w 244"/>
                <ns1:gd name="T25" fmla="*/ 176 h 188"/>
                <ns1:gd name="T26" fmla="*/ 218 w 244"/>
                <ns1:gd name="T27" fmla="*/ 176 h 188"/>
                <ns1:gd name="T28" fmla="*/ 232 w 244"/>
                <ns1:gd name="T29" fmla="*/ 162 h 188"/>
                <ns1:gd name="T30" fmla="*/ 232 w 244"/>
                <ns1:gd name="T31" fmla="*/ 26 h 188"/>
                <ns1:gd name="T32" fmla="*/ 218 w 244"/>
                <ns1:gd name="T33" fmla="*/ 12 h 188"/>
                <ns1:gd name="T34" fmla="*/ 26 w 244"/>
                <ns1:gd name="T35" fmla="*/ 12 h 188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  <ns1:cxn ang="0">
                  <ns1:pos x="T14" y="T15"/>
                </ns1:cxn>
                <ns1:cxn ang="0">
                  <ns1:pos x="T16" y="T17"/>
                </ns1:cxn>
                <ns1:cxn ang="0">
                  <ns1:pos x="T18" y="T19"/>
                </ns1:cxn>
                <ns1:cxn ang="0">
                  <ns1:pos x="T20" y="T21"/>
                </ns1:cxn>
                <ns1:cxn ang="0">
                  <ns1:pos x="T22" y="T23"/>
                </ns1:cxn>
                <ns1:cxn ang="0">
                  <ns1:pos x="T24" y="T25"/>
                </ns1:cxn>
                <ns1:cxn ang="0">
                  <ns1:pos x="T26" y="T27"/>
                </ns1:cxn>
                <ns1:cxn ang="0">
                  <ns1:pos x="T28" y="T29"/>
                </ns1:cxn>
                <ns1:cxn ang="0">
                  <ns1:pos x="T30" y="T31"/>
                </ns1:cxn>
                <ns1:cxn ang="0">
                  <ns1:pos x="T32" y="T33"/>
                </ns1:cxn>
                <ns1:cxn ang="0">
                  <ns1:pos x="T34" y="T35"/>
                </ns1:cxn>
              </ns1:cxnLst>
              <ns1:rect l="0" t="0" r="r" b="b"/>
              <ns1:pathLst>
                <ns1:path w="244" h="188">
                  <ns1:moveTo>
                    <ns1:pt x="218" y="188"/>
                  </ns1:moveTo>
                  <ns1:cubicBezTo>
                    <ns1:pt x="26" y="188"/>
                    <ns1:pt x="26" y="188"/>
                    <ns1:pt x="26" y="188"/>
                  </ns1:cubicBezTo>
                  <ns1:cubicBezTo>
                    <ns1:pt x="12" y="188"/>
                    <ns1:pt x="0" y="176"/>
                    <ns1:pt x="0" y="162"/>
                  </ns1:cubicBezTo>
                  <ns1:cubicBezTo>
                    <ns1:pt x="0" y="26"/>
                    <ns1:pt x="0" y="26"/>
                    <ns1:pt x="0" y="26"/>
                  </ns1:cubicBezTo>
                  <ns1:cubicBezTo>
                    <ns1:pt x="0" y="12"/>
                    <ns1:pt x="12" y="0"/>
                    <ns1:pt x="26" y="0"/>
                  </ns1:cubicBezTo>
                  <ns1:cubicBezTo>
                    <ns1:pt x="218" y="0"/>
                    <ns1:pt x="218" y="0"/>
                    <ns1:pt x="218" y="0"/>
                  </ns1:cubicBezTo>
                  <ns1:cubicBezTo>
                    <ns1:pt x="233" y="0"/>
                    <ns1:pt x="244" y="12"/>
                    <ns1:pt x="244" y="26"/>
                  </ns1:cubicBezTo>
                  <ns1:cubicBezTo>
                    <ns1:pt x="244" y="162"/>
                    <ns1:pt x="244" y="162"/>
                    <ns1:pt x="244" y="162"/>
                  </ns1:cubicBezTo>
                  <ns1:cubicBezTo>
                    <ns1:pt x="244" y="176"/>
                    <ns1:pt x="233" y="188"/>
                    <ns1:pt x="218" y="188"/>
                  </ns1:cubicBezTo>
                  <ns1:close/>
                  <ns1:moveTo>
                    <ns1:pt x="26" y="12"/>
                  </ns1:moveTo>
                  <ns1:cubicBezTo>
                    <ns1:pt x="19" y="12"/>
                    <ns1:pt x="12" y="18"/>
                    <ns1:pt x="12" y="26"/>
                  </ns1:cubicBezTo>
                  <ns1:cubicBezTo>
                    <ns1:pt x="12" y="162"/>
                    <ns1:pt x="12" y="162"/>
                    <ns1:pt x="12" y="162"/>
                  </ns1:cubicBezTo>
                  <ns1:cubicBezTo>
                    <ns1:pt x="12" y="170"/>
                    <ns1:pt x="19" y="176"/>
                    <ns1:pt x="26" y="176"/>
                  </ns1:cubicBezTo>
                  <ns1:cubicBezTo>
                    <ns1:pt x="218" y="176"/>
                    <ns1:pt x="218" y="176"/>
                    <ns1:pt x="218" y="176"/>
                  </ns1:cubicBezTo>
                  <ns1:cubicBezTo>
                    <ns1:pt x="226" y="176"/>
                    <ns1:pt x="232" y="170"/>
                    <ns1:pt x="232" y="162"/>
                  </ns1:cubicBezTo>
                  <ns1:cubicBezTo>
                    <ns1:pt x="232" y="26"/>
                    <ns1:pt x="232" y="26"/>
                    <ns1:pt x="232" y="26"/>
                  </ns1:cubicBezTo>
                  <ns1:cubicBezTo>
                    <ns1:pt x="232" y="18"/>
                    <ns1:pt x="226" y="12"/>
                    <ns1:pt x="218" y="12"/>
                  </ns1:cubicBezTo>
                  <ns1:lnTo>
                    <ns1:pt x="26" y="12"/>
                  </ns1:lnTo>
                  <ns1:close/>
                </ns1:path>
              </ns1:pathLst>
            </ns1:custGeom>
            <ns1:grpFill/>
            <ns1:ln>
              <ns1:noFill/>
            </ns1:ln>
            <ns1:extLst>
              <ns1:ext uri="{91240B29-F687-4F45-9708-019B960494DF}">
                <ns2:hiddenLine w="9525">
                  <ns1:solidFill>
                    <ns1:srgbClr val="000000"/>
                  </ns1:solidFill>
                  <ns1:round/>
                  <ns1:headEnd/>
                  <ns1:tailEnd/>
                </ns2:hiddenLine>
              </ns1:ext>
            </ns1:extLst>
          </ns0:spPr>
          <ns0:txBody>
            <ns1:bodyPr vert="horz" wrap="square" lIns="91440" tIns="45720" rIns="91440" bIns="45720" numCol="1" anchor="t" anchorCtr="0" compatLnSpc="1">
              <ns1:prstTxWarp prst="textNoShape">
                <ns1:avLst/>
              </ns1:prstTxWarp>
            </ns1:bodyPr>
            <ns1:lstStyle/>
            <ns1:p>
              <ns1:endParaRPr lang="id-ID" sz="2700"/>
            </ns1:p>
          </ns0:txBody>
        </ns0:sp>
        <ns0:sp>
          <ns0:nvSpPr>
            <ns0:cNvPr id="41" name="Freeform 88"/>
            <ns0:cNvSpPr>
              <ns1:spLocks/>
            </ns0:cNvSpPr>
            <ns0:nvPr/>
          </ns0:nvSpPr>
          <ns0:spPr bwMode="auto">
            <ns1:xfrm>
              <ns1:off x="8758238" y="1257300"/>
              <ns1:ext cx="925512" cy="46038"/>
            </ns1:xfrm>
            <ns1:custGeom>
              <ns1:avLst/>
              <ns1:gdLst>
                <ns1:gd name="T0" fmla="*/ 238 w 244"/>
                <ns1:gd name="T1" fmla="*/ 12 h 12"/>
                <ns1:gd name="T2" fmla="*/ 6 w 244"/>
                <ns1:gd name="T3" fmla="*/ 12 h 12"/>
                <ns1:gd name="T4" fmla="*/ 0 w 244"/>
                <ns1:gd name="T5" fmla="*/ 6 h 12"/>
                <ns1:gd name="T6" fmla="*/ 6 w 244"/>
                <ns1:gd name="T7" fmla="*/ 0 h 12"/>
                <ns1:gd name="T8" fmla="*/ 238 w 244"/>
                <ns1:gd name="T9" fmla="*/ 0 h 12"/>
                <ns1:gd name="T10" fmla="*/ 244 w 244"/>
                <ns1:gd name="T11" fmla="*/ 6 h 12"/>
                <ns1:gd name="T12" fmla="*/ 238 w 244"/>
                <ns1:gd name="T13" fmla="*/ 12 h 12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</ns1:cxnLst>
              <ns1:rect l="0" t="0" r="r" b="b"/>
              <ns1:pathLst>
                <ns1:path w="244" h="12">
                  <ns1:moveTo>
                    <ns1:pt x="238" y="12"/>
                  </ns1:moveTo>
                  <ns1:cubicBezTo>
                    <ns1:pt x="6" y="12"/>
                    <ns1:pt x="6" y="12"/>
                    <ns1:pt x="6" y="12"/>
                  </ns1:cubicBezTo>
                  <ns1:cubicBezTo>
                    <ns1:pt x="3" y="12"/>
                    <ns1:pt x="0" y="9"/>
                    <ns1:pt x="0" y="6"/>
                  </ns1:cubicBezTo>
                  <ns1:cubicBezTo>
                    <ns1:pt x="0" y="3"/>
                    <ns1:pt x="3" y="0"/>
                    <ns1:pt x="6" y="0"/>
                  </ns1:cubicBezTo>
                  <ns1:cubicBezTo>
                    <ns1:pt x="238" y="0"/>
                    <ns1:pt x="238" y="0"/>
                    <ns1:pt x="238" y="0"/>
                  </ns1:cubicBezTo>
                  <ns1:cubicBezTo>
                    <ns1:pt x="242" y="0"/>
                    <ns1:pt x="244" y="3"/>
                    <ns1:pt x="244" y="6"/>
                  </ns1:cubicBezTo>
                  <ns1:cubicBezTo>
                    <ns1:pt x="244" y="9"/>
                    <ns1:pt x="242" y="12"/>
                    <ns1:pt x="238" y="12"/>
                  </ns1:cubicBezTo>
                  <ns1:close/>
                </ns1:path>
              </ns1:pathLst>
            </ns1:custGeom>
            <ns1:grpFill/>
            <ns1:ln>
              <ns1:noFill/>
            </ns1:ln>
            <ns1:extLst>
              <ns1:ext uri="{91240B29-F687-4F45-9708-019B960494DF}">
                <ns2:hiddenLine w="9525">
                  <ns1:solidFill>
                    <ns1:srgbClr val="000000"/>
                  </ns1:solidFill>
                  <ns1:round/>
                  <ns1:headEnd/>
                  <ns1:tailEnd/>
                </ns2:hiddenLine>
              </ns1:ext>
            </ns1:extLst>
          </ns0:spPr>
          <ns0:txBody>
            <ns1:bodyPr vert="horz" wrap="square" lIns="91440" tIns="45720" rIns="91440" bIns="45720" numCol="1" anchor="t" anchorCtr="0" compatLnSpc="1">
              <ns1:prstTxWarp prst="textNoShape">
                <ns1:avLst/>
              </ns1:prstTxWarp>
            </ns1:bodyPr>
            <ns1:lstStyle/>
            <ns1:p>
              <ns1:endParaRPr lang="id-ID" sz="2700"/>
            </ns1:p>
          </ns0:txBody>
        </ns0:sp>
        <ns0:sp>
          <ns0:nvSpPr>
            <ns0:cNvPr id="42" name="Freeform 89"/>
            <ns0:cNvSpPr>
              <ns1:spLocks noEditPoints="1"/>
            </ns0:cNvSpPr>
            <ns0:nvPr/>
          </ns0:nvSpPr>
          <ns0:spPr bwMode="auto">
            <ns1:xfrm>
              <ns1:off x="8848725" y="1165225"/>
              <ns1:ext cx="76200" cy="76200"/>
            </ns1:xfrm>
            <ns1:custGeom>
              <ns1:avLst/>
              <ns1:gdLst>
                <ns1:gd name="T0" fmla="*/ 10 w 20"/>
                <ns1:gd name="T1" fmla="*/ 20 h 20"/>
                <ns1:gd name="T2" fmla="*/ 0 w 20"/>
                <ns1:gd name="T3" fmla="*/ 10 h 20"/>
                <ns1:gd name="T4" fmla="*/ 10 w 20"/>
                <ns1:gd name="T5" fmla="*/ 0 h 20"/>
                <ns1:gd name="T6" fmla="*/ 20 w 20"/>
                <ns1:gd name="T7" fmla="*/ 10 h 20"/>
                <ns1:gd name="T8" fmla="*/ 10 w 20"/>
                <ns1:gd name="T9" fmla="*/ 20 h 20"/>
                <ns1:gd name="T10" fmla="*/ 10 w 20"/>
                <ns1:gd name="T11" fmla="*/ 8 h 20"/>
                <ns1:gd name="T12" fmla="*/ 8 w 20"/>
                <ns1:gd name="T13" fmla="*/ 10 h 20"/>
                <ns1:gd name="T14" fmla="*/ 10 w 20"/>
                <ns1:gd name="T15" fmla="*/ 12 h 20"/>
                <ns1:gd name="T16" fmla="*/ 12 w 20"/>
                <ns1:gd name="T17" fmla="*/ 10 h 20"/>
                <ns1:gd name="T18" fmla="*/ 10 w 20"/>
                <ns1:gd name="T19" fmla="*/ 8 h 20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  <ns1:cxn ang="0">
                  <ns1:pos x="T14" y="T15"/>
                </ns1:cxn>
                <ns1:cxn ang="0">
                  <ns1:pos x="T16" y="T17"/>
                </ns1:cxn>
                <ns1:cxn ang="0">
                  <ns1:pos x="T18" y="T19"/>
                </ns1:cxn>
              </ns1:cxnLst>
              <ns1:rect l="0" t="0" r="r" b="b"/>
              <ns1:pathLst>
                <ns1:path w="20" h="20">
                  <ns1:moveTo>
                    <ns1:pt x="10" y="20"/>
                  </ns1:moveTo>
                  <ns1:cubicBezTo>
                    <ns1:pt x="5" y="20"/>
                    <ns1:pt x="0" y="16"/>
                    <ns1:pt x="0" y="10"/>
                  </ns1:cubicBezTo>
                  <ns1:cubicBezTo>
                    <ns1:pt x="0" y="4"/>
                    <ns1:pt x="5" y="0"/>
                    <ns1:pt x="10" y="0"/>
                  </ns1:cubicBezTo>
                  <ns1:cubicBezTo>
                    <ns1:pt x="16" y="0"/>
                    <ns1:pt x="20" y="4"/>
                    <ns1:pt x="20" y="10"/>
                  </ns1:cubicBezTo>
                  <ns1:cubicBezTo>
                    <ns1:pt x="20" y="16"/>
                    <ns1:pt x="16" y="20"/>
                    <ns1:pt x="10" y="20"/>
                  </ns1:cubicBezTo>
                  <ns1:close/>
                  <ns1:moveTo>
                    <ns1:pt x="10" y="8"/>
                  </ns1:moveTo>
                  <ns1:cubicBezTo>
                    <ns1:pt x="9" y="8"/>
                    <ns1:pt x="8" y="9"/>
                    <ns1:pt x="8" y="10"/>
                  </ns1:cubicBezTo>
                  <ns1:cubicBezTo>
                    <ns1:pt x="8" y="11"/>
                    <ns1:pt x="9" y="12"/>
                    <ns1:pt x="10" y="12"/>
                  </ns1:cubicBezTo>
                  <ns1:cubicBezTo>
                    <ns1:pt x="11" y="12"/>
                    <ns1:pt x="12" y="11"/>
                    <ns1:pt x="12" y="10"/>
                  </ns1:cubicBezTo>
                  <ns1:cubicBezTo>
                    <ns1:pt x="12" y="9"/>
                    <ns1:pt x="11" y="8"/>
                    <ns1:pt x="10" y="8"/>
                  </ns1:cubicBezTo>
                  <ns1:close/>
                </ns1:path>
              </ns1:pathLst>
            </ns1:custGeom>
            <ns1:grpFill/>
            <ns1:ln>
              <ns1:noFill/>
            </ns1:ln>
            <ns1:extLst>
              <ns1:ext uri="{91240B29-F687-4F45-9708-019B960494DF}">
                <ns2:hiddenLine w="9525">
                  <ns1:solidFill>
                    <ns1:srgbClr val="000000"/>
                  </ns1:solidFill>
                  <ns1:round/>
                  <ns1:headEnd/>
                  <ns1:tailEnd/>
                </ns2:hiddenLine>
              </ns1:ext>
            </ns1:extLst>
          </ns0:spPr>
          <ns0:txBody>
            <ns1:bodyPr vert="horz" wrap="square" lIns="91440" tIns="45720" rIns="91440" bIns="45720" numCol="1" anchor="t" anchorCtr="0" compatLnSpc="1">
              <ns1:prstTxWarp prst="textNoShape">
                <ns1:avLst/>
              </ns1:prstTxWarp>
            </ns1:bodyPr>
            <ns1:lstStyle/>
            <ns1:p>
              <ns1:endParaRPr lang="id-ID" sz="2700"/>
            </ns1:p>
          </ns0:txBody>
        </ns0:sp>
        <ns0:sp>
          <ns0:nvSpPr>
            <ns0:cNvPr id="43" name="Freeform 90"/>
            <ns0:cNvSpPr>
              <ns1:spLocks noEditPoints="1"/>
            </ns0:cNvSpPr>
            <ns0:nvPr/>
          </ns0:nvSpPr>
          <ns0:spPr bwMode="auto">
            <ns1:xfrm>
              <ns1:off x="8939213" y="1165225"/>
              <ns1:ext cx="76200" cy="76200"/>
            </ns1:xfrm>
            <ns1:custGeom>
              <ns1:avLst/>
              <ns1:gdLst>
                <ns1:gd name="T0" fmla="*/ 10 w 20"/>
                <ns1:gd name="T1" fmla="*/ 20 h 20"/>
                <ns1:gd name="T2" fmla="*/ 0 w 20"/>
                <ns1:gd name="T3" fmla="*/ 10 h 20"/>
                <ns1:gd name="T4" fmla="*/ 10 w 20"/>
                <ns1:gd name="T5" fmla="*/ 0 h 20"/>
                <ns1:gd name="T6" fmla="*/ 20 w 20"/>
                <ns1:gd name="T7" fmla="*/ 10 h 20"/>
                <ns1:gd name="T8" fmla="*/ 10 w 20"/>
                <ns1:gd name="T9" fmla="*/ 20 h 20"/>
                <ns1:gd name="T10" fmla="*/ 10 w 20"/>
                <ns1:gd name="T11" fmla="*/ 8 h 20"/>
                <ns1:gd name="T12" fmla="*/ 8 w 20"/>
                <ns1:gd name="T13" fmla="*/ 10 h 20"/>
                <ns1:gd name="T14" fmla="*/ 10 w 20"/>
                <ns1:gd name="T15" fmla="*/ 12 h 20"/>
                <ns1:gd name="T16" fmla="*/ 12 w 20"/>
                <ns1:gd name="T17" fmla="*/ 10 h 20"/>
                <ns1:gd name="T18" fmla="*/ 10 w 20"/>
                <ns1:gd name="T19" fmla="*/ 8 h 20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  <ns1:cxn ang="0">
                  <ns1:pos x="T14" y="T15"/>
                </ns1:cxn>
                <ns1:cxn ang="0">
                  <ns1:pos x="T16" y="T17"/>
                </ns1:cxn>
                <ns1:cxn ang="0">
                  <ns1:pos x="T18" y="T19"/>
                </ns1:cxn>
              </ns1:cxnLst>
              <ns1:rect l="0" t="0" r="r" b="b"/>
              <ns1:pathLst>
                <ns1:path w="20" h="20">
                  <ns1:moveTo>
                    <ns1:pt x="10" y="20"/>
                  </ns1:moveTo>
                  <ns1:cubicBezTo>
                    <ns1:pt x="5" y="20"/>
                    <ns1:pt x="0" y="16"/>
                    <ns1:pt x="0" y="10"/>
                  </ns1:cubicBezTo>
                  <ns1:cubicBezTo>
                    <ns1:pt x="0" y="4"/>
                    <ns1:pt x="5" y="0"/>
                    <ns1:pt x="10" y="0"/>
                  </ns1:cubicBezTo>
                  <ns1:cubicBezTo>
                    <ns1:pt x="16" y="0"/>
                    <ns1:pt x="20" y="4"/>
                    <ns1:pt x="20" y="10"/>
                  </ns1:cubicBezTo>
                  <ns1:cubicBezTo>
                    <ns1:pt x="20" y="16"/>
                    <ns1:pt x="16" y="20"/>
                    <ns1:pt x="10" y="20"/>
                  </ns1:cubicBezTo>
                  <ns1:close/>
                  <ns1:moveTo>
                    <ns1:pt x="10" y="8"/>
                  </ns1:moveTo>
                  <ns1:cubicBezTo>
                    <ns1:pt x="9" y="8"/>
                    <ns1:pt x="8" y="9"/>
                    <ns1:pt x="8" y="10"/>
                  </ns1:cubicBezTo>
                  <ns1:cubicBezTo>
                    <ns1:pt x="8" y="11"/>
                    <ns1:pt x="9" y="12"/>
                    <ns1:pt x="10" y="12"/>
                  </ns1:cubicBezTo>
                  <ns1:cubicBezTo>
                    <ns1:pt x="11" y="12"/>
                    <ns1:pt x="12" y="11"/>
                    <ns1:pt x="12" y="10"/>
                  </ns1:cubicBezTo>
                  <ns1:cubicBezTo>
                    <ns1:pt x="12" y="9"/>
                    <ns1:pt x="11" y="8"/>
                    <ns1:pt x="10" y="8"/>
                  </ns1:cubicBezTo>
                  <ns1:close/>
                </ns1:path>
              </ns1:pathLst>
            </ns1:custGeom>
            <ns1:grpFill/>
            <ns1:ln>
              <ns1:noFill/>
            </ns1:ln>
            <ns1:extLst>
              <ns1:ext uri="{91240B29-F687-4F45-9708-019B960494DF}">
                <ns2:hiddenLine w="9525">
                  <ns1:solidFill>
                    <ns1:srgbClr val="000000"/>
                  </ns1:solidFill>
                  <ns1:round/>
                  <ns1:headEnd/>
                  <ns1:tailEnd/>
                </ns2:hiddenLine>
              </ns1:ext>
            </ns1:extLst>
          </ns0:spPr>
          <ns0:txBody>
            <ns1:bodyPr vert="horz" wrap="square" lIns="91440" tIns="45720" rIns="91440" bIns="45720" numCol="1" anchor="t" anchorCtr="0" compatLnSpc="1">
              <ns1:prstTxWarp prst="textNoShape">
                <ns1:avLst/>
              </ns1:prstTxWarp>
            </ns1:bodyPr>
            <ns1:lstStyle/>
            <ns1:p>
              <ns1:endParaRPr lang="id-ID" sz="2700"/>
            </ns1:p>
          </ns0:txBody>
        </ns0:sp>
        <ns0:sp>
          <ns0:nvSpPr>
            <ns0:cNvPr id="44" name="Freeform 91"/>
            <ns0:cNvSpPr>
              <ns1:spLocks noEditPoints="1"/>
            </ns0:cNvSpPr>
            <ns0:nvPr/>
          </ns0:nvSpPr>
          <ns0:spPr bwMode="auto">
            <ns1:xfrm>
              <ns1:off x="9031288" y="1165225"/>
              <ns1:ext cx="76200" cy="76200"/>
            </ns1:xfrm>
            <ns1:custGeom>
              <ns1:avLst/>
              <ns1:gdLst>
                <ns1:gd name="T0" fmla="*/ 10 w 20"/>
                <ns1:gd name="T1" fmla="*/ 20 h 20"/>
                <ns1:gd name="T2" fmla="*/ 0 w 20"/>
                <ns1:gd name="T3" fmla="*/ 10 h 20"/>
                <ns1:gd name="T4" fmla="*/ 10 w 20"/>
                <ns1:gd name="T5" fmla="*/ 0 h 20"/>
                <ns1:gd name="T6" fmla="*/ 20 w 20"/>
                <ns1:gd name="T7" fmla="*/ 10 h 20"/>
                <ns1:gd name="T8" fmla="*/ 10 w 20"/>
                <ns1:gd name="T9" fmla="*/ 20 h 20"/>
                <ns1:gd name="T10" fmla="*/ 10 w 20"/>
                <ns1:gd name="T11" fmla="*/ 8 h 20"/>
                <ns1:gd name="T12" fmla="*/ 8 w 20"/>
                <ns1:gd name="T13" fmla="*/ 10 h 20"/>
                <ns1:gd name="T14" fmla="*/ 10 w 20"/>
                <ns1:gd name="T15" fmla="*/ 12 h 20"/>
                <ns1:gd name="T16" fmla="*/ 12 w 20"/>
                <ns1:gd name="T17" fmla="*/ 10 h 20"/>
                <ns1:gd name="T18" fmla="*/ 10 w 20"/>
                <ns1:gd name="T19" fmla="*/ 8 h 20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  <ns1:cxn ang="0">
                  <ns1:pos x="T14" y="T15"/>
                </ns1:cxn>
                <ns1:cxn ang="0">
                  <ns1:pos x="T16" y="T17"/>
                </ns1:cxn>
                <ns1:cxn ang="0">
                  <ns1:pos x="T18" y="T19"/>
                </ns1:cxn>
              </ns1:cxnLst>
              <ns1:rect l="0" t="0" r="r" b="b"/>
              <ns1:pathLst>
                <ns1:path w="20" h="20">
                  <ns1:moveTo>
                    <ns1:pt x="10" y="20"/>
                  </ns1:moveTo>
                  <ns1:cubicBezTo>
                    <ns1:pt x="5" y="20"/>
                    <ns1:pt x="0" y="16"/>
                    <ns1:pt x="0" y="10"/>
                  </ns1:cubicBezTo>
                  <ns1:cubicBezTo>
                    <ns1:pt x="0" y="4"/>
                    <ns1:pt x="5" y="0"/>
                    <ns1:pt x="10" y="0"/>
                  </ns1:cubicBezTo>
                  <ns1:cubicBezTo>
                    <ns1:pt x="16" y="0"/>
                    <ns1:pt x="20" y="4"/>
                    <ns1:pt x="20" y="10"/>
                  </ns1:cubicBezTo>
                  <ns1:cubicBezTo>
                    <ns1:pt x="20" y="16"/>
                    <ns1:pt x="16" y="20"/>
                    <ns1:pt x="10" y="20"/>
                  </ns1:cubicBezTo>
                  <ns1:close/>
                  <ns1:moveTo>
                    <ns1:pt x="10" y="8"/>
                  </ns1:moveTo>
                  <ns1:cubicBezTo>
                    <ns1:pt x="9" y="8"/>
                    <ns1:pt x="8" y="9"/>
                    <ns1:pt x="8" y="10"/>
                  </ns1:cubicBezTo>
                  <ns1:cubicBezTo>
                    <ns1:pt x="8" y="11"/>
                    <ns1:pt x="9" y="12"/>
                    <ns1:pt x="10" y="12"/>
                  </ns1:cubicBezTo>
                  <ns1:cubicBezTo>
                    <ns1:pt x="11" y="12"/>
                    <ns1:pt x="12" y="11"/>
                    <ns1:pt x="12" y="10"/>
                  </ns1:cubicBezTo>
                  <ns1:cubicBezTo>
                    <ns1:pt x="12" y="9"/>
                    <ns1:pt x="11" y="8"/>
                    <ns1:pt x="10" y="8"/>
                  </ns1:cubicBezTo>
                  <ns1:close/>
                </ns1:path>
              </ns1:pathLst>
            </ns1:custGeom>
            <ns1:grpFill/>
            <ns1:ln>
              <ns1:noFill/>
            </ns1:ln>
            <ns1:extLst>
              <ns1:ext uri="{91240B29-F687-4F45-9708-019B960494DF}">
                <ns2:hiddenLine w="9525">
                  <ns1:solidFill>
                    <ns1:srgbClr val="000000"/>
                  </ns1:solidFill>
                  <ns1:round/>
                  <ns1:headEnd/>
                  <ns1:tailEnd/>
                </ns2:hiddenLine>
              </ns1:ext>
            </ns1:extLst>
          </ns0:spPr>
          <ns0:txBody>
            <ns1:bodyPr vert="horz" wrap="square" lIns="91440" tIns="45720" rIns="91440" bIns="45720" numCol="1" anchor="t" anchorCtr="0" compatLnSpc="1">
              <ns1:prstTxWarp prst="textNoShape">
                <ns1:avLst/>
              </ns1:prstTxWarp>
            </ns1:bodyPr>
            <ns1:lstStyle/>
            <ns1:p>
              <ns1:endParaRPr lang="id-ID" sz="2700"/>
            </ns1:p>
          </ns0:txBody>
        </ns0:sp>
      </ns0:grpSp>
      <ns0:sp>
        <ns0:nvSpPr>
          <ns0:cNvPr id="45" name="Freeform 52"/>
          <ns0:cNvSpPr>
            <ns1:spLocks noEditPoints="1"/>
          </ns0:cNvSpPr>
          <ns0:nvPr/>
        </ns0:nvSpPr>
        <ns0:spPr bwMode="auto">
          <ns1:xfrm>
            <ns1:off x="6335259" y="2908183"/>
            <ns1:ext cx="424257" cy="325592"/>
          </ns1:xfrm>
          <ns1:custGeom>
            <ns1:avLst/>
            <ns1:gdLst>
              <ns1:gd name="T0" fmla="*/ 113 w 128"/>
              <ns1:gd name="T1" fmla="*/ 0 h 98"/>
              <ns1:gd name="T2" fmla="*/ 98 w 128"/>
              <ns1:gd name="T3" fmla="*/ 15 h 98"/>
              <ns1:gd name="T4" fmla="*/ 103 w 128"/>
              <ns1:gd name="T5" fmla="*/ 26 h 98"/>
              <ns1:gd name="T6" fmla="*/ 84 w 128"/>
              <ns1:gd name="T7" fmla="*/ 54 h 98"/>
              <ns1:gd name="T8" fmla="*/ 79 w 128"/>
              <ns1:gd name="T9" fmla="*/ 52 h 98"/>
              <ns1:gd name="T10" fmla="*/ 66 w 128"/>
              <ns1:gd name="T11" fmla="*/ 60 h 98"/>
              <ns1:gd name="T12" fmla="*/ 55 w 128"/>
              <ns1:gd name="T13" fmla="*/ 54 h 98"/>
              <ns1:gd name="T14" fmla="*/ 56 w 128"/>
              <ns1:gd name="T15" fmla="*/ 49 h 98"/>
              <ns1:gd name="T16" fmla="*/ 41 w 128"/>
              <ns1:gd name="T17" fmla="*/ 34 h 98"/>
              <ns1:gd name="T18" fmla="*/ 26 w 128"/>
              <ns1:gd name="T19" fmla="*/ 49 h 98"/>
              <ns1:gd name="T20" fmla="*/ 31 w 128"/>
              <ns1:gd name="T21" fmla="*/ 60 h 98"/>
              <ns1:gd name="T22" fmla="*/ 23 w 128"/>
              <ns1:gd name="T23" fmla="*/ 70 h 98"/>
              <ns1:gd name="T24" fmla="*/ 15 w 128"/>
              <ns1:gd name="T25" fmla="*/ 68 h 98"/>
              <ns1:gd name="T26" fmla="*/ 0 w 128"/>
              <ns1:gd name="T27" fmla="*/ 83 h 98"/>
              <ns1:gd name="T28" fmla="*/ 15 w 128"/>
              <ns1:gd name="T29" fmla="*/ 98 h 98"/>
              <ns1:gd name="T30" fmla="*/ 30 w 128"/>
              <ns1:gd name="T31" fmla="*/ 83 h 98"/>
              <ns1:gd name="T32" fmla="*/ 26 w 128"/>
              <ns1:gd name="T33" fmla="*/ 73 h 98"/>
              <ns1:gd name="T34" fmla="*/ 34 w 128"/>
              <ns1:gd name="T35" fmla="*/ 62 h 98"/>
              <ns1:gd name="T36" fmla="*/ 41 w 128"/>
              <ns1:gd name="T37" fmla="*/ 64 h 98"/>
              <ns1:gd name="T38" fmla="*/ 53 w 128"/>
              <ns1:gd name="T39" fmla="*/ 57 h 98"/>
              <ns1:gd name="T40" fmla="*/ 64 w 128"/>
              <ns1:gd name="T41" fmla="*/ 64 h 98"/>
              <ns1:gd name="T42" fmla="*/ 64 w 128"/>
              <ns1:gd name="T43" fmla="*/ 68 h 98"/>
              <ns1:gd name="T44" fmla="*/ 79 w 128"/>
              <ns1:gd name="T45" fmla="*/ 83 h 98"/>
              <ns1:gd name="T46" fmla="*/ 94 w 128"/>
              <ns1:gd name="T47" fmla="*/ 68 h 98"/>
              <ns1:gd name="T48" fmla="*/ 88 w 128"/>
              <ns1:gd name="T49" fmla="*/ 56 h 98"/>
              <ns1:gd name="T50" fmla="*/ 106 w 128"/>
              <ns1:gd name="T51" fmla="*/ 28 h 98"/>
              <ns1:gd name="T52" fmla="*/ 113 w 128"/>
              <ns1:gd name="T53" fmla="*/ 30 h 98"/>
              <ns1:gd name="T54" fmla="*/ 128 w 128"/>
              <ns1:gd name="T55" fmla="*/ 15 h 98"/>
              <ns1:gd name="T56" fmla="*/ 113 w 128"/>
              <ns1:gd name="T57" fmla="*/ 0 h 98"/>
              <ns1:gd name="T58" fmla="*/ 15 w 128"/>
              <ns1:gd name="T59" fmla="*/ 90 h 98"/>
              <ns1:gd name="T60" fmla="*/ 7 w 128"/>
              <ns1:gd name="T61" fmla="*/ 83 h 98"/>
              <ns1:gd name="T62" fmla="*/ 15 w 128"/>
              <ns1:gd name="T63" fmla="*/ 75 h 98"/>
              <ns1:gd name="T64" fmla="*/ 22 w 128"/>
              <ns1:gd name="T65" fmla="*/ 83 h 98"/>
              <ns1:gd name="T66" fmla="*/ 15 w 128"/>
              <ns1:gd name="T67" fmla="*/ 90 h 98"/>
              <ns1:gd name="T68" fmla="*/ 41 w 128"/>
              <ns1:gd name="T69" fmla="*/ 56 h 98"/>
              <ns1:gd name="T70" fmla="*/ 34 w 128"/>
              <ns1:gd name="T71" fmla="*/ 49 h 98"/>
              <ns1:gd name="T72" fmla="*/ 41 w 128"/>
              <ns1:gd name="T73" fmla="*/ 41 h 98"/>
              <ns1:gd name="T74" fmla="*/ 49 w 128"/>
              <ns1:gd name="T75" fmla="*/ 49 h 98"/>
              <ns1:gd name="T76" fmla="*/ 41 w 128"/>
              <ns1:gd name="T77" fmla="*/ 56 h 98"/>
              <ns1:gd name="T78" fmla="*/ 79 w 128"/>
              <ns1:gd name="T79" fmla="*/ 75 h 98"/>
              <ns1:gd name="T80" fmla="*/ 71 w 128"/>
              <ns1:gd name="T81" fmla="*/ 68 h 98"/>
              <ns1:gd name="T82" fmla="*/ 79 w 128"/>
              <ns1:gd name="T83" fmla="*/ 60 h 98"/>
              <ns1:gd name="T84" fmla="*/ 86 w 128"/>
              <ns1:gd name="T85" fmla="*/ 68 h 98"/>
              <ns1:gd name="T86" fmla="*/ 79 w 128"/>
              <ns1:gd name="T87" fmla="*/ 75 h 98"/>
              <ns1:gd name="T88" fmla="*/ 113 w 128"/>
              <ns1:gd name="T89" fmla="*/ 22 h 98"/>
              <ns1:gd name="T90" fmla="*/ 105 w 128"/>
              <ns1:gd name="T91" fmla="*/ 15 h 98"/>
              <ns1:gd name="T92" fmla="*/ 113 w 128"/>
              <ns1:gd name="T93" fmla="*/ 7 h 98"/>
              <ns1:gd name="T94" fmla="*/ 120 w 128"/>
              <ns1:gd name="T95" fmla="*/ 15 h 98"/>
              <ns1:gd name="T96" fmla="*/ 113 w 128"/>
              <ns1:gd name="T97" fmla="*/ 22 h 98"/>
            </ns1:gdLst>
            <ns1:ahLst/>
            <ns1:cxnLst>
              <ns1:cxn ang="0">
                <ns1:pos x="T0" y="T1"/>
              </ns1:cxn>
              <ns1:cxn ang="0">
                <ns1:pos x="T2" y="T3"/>
              </ns1:cxn>
              <ns1:cxn ang="0">
                <ns1:pos x="T4" y="T5"/>
              </ns1:cxn>
              <ns1:cxn ang="0">
                <ns1:pos x="T6" y="T7"/>
              </ns1:cxn>
              <ns1:cxn ang="0">
                <ns1:pos x="T8" y="T9"/>
              </ns1:cxn>
              <ns1:cxn ang="0">
                <ns1:pos x="T10" y="T11"/>
              </ns1:cxn>
              <ns1:cxn ang="0">
                <ns1:pos x="T12" y="T13"/>
              </ns1:cxn>
              <ns1:cxn ang="0">
                <ns1:pos x="T14" y="T15"/>
              </ns1:cxn>
              <ns1:cxn ang="0">
                <ns1:pos x="T16" y="T17"/>
              </ns1:cxn>
              <ns1:cxn ang="0">
                <ns1:pos x="T18" y="T19"/>
              </ns1:cxn>
              <ns1:cxn ang="0">
                <ns1:pos x="T20" y="T21"/>
              </ns1:cxn>
              <ns1:cxn ang="0">
                <ns1:pos x="T22" y="T23"/>
              </ns1:cxn>
              <ns1:cxn ang="0">
                <ns1:pos x="T24" y="T25"/>
              </ns1:cxn>
              <ns1:cxn ang="0">
                <ns1:pos x="T26" y="T27"/>
              </ns1:cxn>
              <ns1:cxn ang="0">
                <ns1:pos x="T28" y="T29"/>
              </ns1:cxn>
              <ns1:cxn ang="0">
                <ns1:pos x="T30" y="T31"/>
              </ns1:cxn>
              <ns1:cxn ang="0">
                <ns1:pos x="T32" y="T33"/>
              </ns1:cxn>
              <ns1:cxn ang="0">
                <ns1:pos x="T34" y="T35"/>
              </ns1:cxn>
              <ns1:cxn ang="0">
                <ns1:pos x="T36" y="T37"/>
              </ns1:cxn>
              <ns1:cxn ang="0">
                <ns1:pos x="T38" y="T39"/>
              </ns1:cxn>
              <ns1:cxn ang="0">
                <ns1:pos x="T40" y="T41"/>
              </ns1:cxn>
              <ns1:cxn ang="0">
                <ns1:pos x="T42" y="T43"/>
              </ns1:cxn>
              <ns1:cxn ang="0">
                <ns1:pos x="T44" y="T45"/>
              </ns1:cxn>
              <ns1:cxn ang="0">
                <ns1:pos x="T46" y="T47"/>
              </ns1:cxn>
              <ns1:cxn ang="0">
                <ns1:pos x="T48" y="T49"/>
              </ns1:cxn>
              <ns1:cxn ang="0">
                <ns1:pos x="T50" y="T51"/>
              </ns1:cxn>
              <ns1:cxn ang="0">
                <ns1:pos x="T52" y="T53"/>
              </ns1:cxn>
              <ns1:cxn ang="0">
                <ns1:pos x="T54" y="T55"/>
              </ns1:cxn>
              <ns1:cxn ang="0">
                <ns1:pos x="T56" y="T57"/>
              </ns1:cxn>
              <ns1:cxn ang="0">
                <ns1:pos x="T58" y="T59"/>
              </ns1:cxn>
              <ns1:cxn ang="0">
                <ns1:pos x="T60" y="T61"/>
              </ns1:cxn>
              <ns1:cxn ang="0">
                <ns1:pos x="T62" y="T63"/>
              </ns1:cxn>
              <ns1:cxn ang="0">
                <ns1:pos x="T64" y="T65"/>
              </ns1:cxn>
              <ns1:cxn ang="0">
                <ns1:pos x="T66" y="T67"/>
              </ns1:cxn>
              <ns1:cxn ang="0">
                <ns1:pos x="T68" y="T69"/>
              </ns1:cxn>
              <ns1:cxn ang="0">
                <ns1:pos x="T70" y="T71"/>
              </ns1:cxn>
              <ns1:cxn ang="0">
                <ns1:pos x="T72" y="T73"/>
              </ns1:cxn>
              <ns1:cxn ang="0">
                <ns1:pos x="T74" y="T75"/>
              </ns1:cxn>
              <ns1:cxn ang="0">
                <ns1:pos x="T76" y="T77"/>
              </ns1:cxn>
              <ns1:cxn ang="0">
                <ns1:pos x="T78" y="T79"/>
              </ns1:cxn>
              <ns1:cxn ang="0">
                <ns1:pos x="T80" y="T81"/>
              </ns1:cxn>
              <ns1:cxn ang="0">
                <ns1:pos x="T82" y="T83"/>
              </ns1:cxn>
              <ns1:cxn ang="0">
                <ns1:pos x="T84" y="T85"/>
              </ns1:cxn>
              <ns1:cxn ang="0">
                <ns1:pos x="T86" y="T87"/>
              </ns1:cxn>
              <ns1:cxn ang="0">
                <ns1:pos x="T88" y="T89"/>
              </ns1:cxn>
              <ns1:cxn ang="0">
                <ns1:pos x="T90" y="T91"/>
              </ns1:cxn>
              <ns1:cxn ang="0">
                <ns1:pos x="T92" y="T93"/>
              </ns1:cxn>
              <ns1:cxn ang="0">
                <ns1:pos x="T94" y="T95"/>
              </ns1:cxn>
              <ns1:cxn ang="0">
                <ns1:pos x="T96" y="T97"/>
              </ns1:cxn>
            </ns1:cxnLst>
            <ns1:rect l="0" t="0" r="r" b="b"/>
            <ns1:pathLst>
              <ns1:path w="128" h="98">
                <ns1:moveTo>
                  <ns1:pt x="113" y="0"/>
                </ns1:moveTo>
                <ns1:cubicBezTo>
                  <ns1:pt x="104" y="0"/>
                  <ns1:pt x="98" y="7"/>
                  <ns1:pt x="98" y="15"/>
                </ns1:cubicBezTo>
                <ns1:cubicBezTo>
                  <ns1:pt x="98" y="19"/>
                  <ns1:pt x="100" y="23"/>
                  <ns1:pt x="103" y="26"/>
                </ns1:cubicBezTo>
                <ns1:cubicBezTo>
                  <ns1:pt x="84" y="54"/>
                  <ns1:pt x="84" y="54"/>
                  <ns1:pt x="84" y="54"/>
                </ns1:cubicBezTo>
                <ns1:cubicBezTo>
                  <ns1:pt x="83" y="53"/>
                  <ns1:pt x="81" y="52"/>
                  <ns1:pt x="79" y="52"/>
                </ns1:cubicBezTo>
                <ns1:cubicBezTo>
                  <ns1:pt x="73" y="52"/>
                  <ns1:pt x="68" y="56"/>
                  <ns1:pt x="66" y="60"/>
                </ns1:cubicBezTo>
                <ns1:cubicBezTo>
                  <ns1:pt x="55" y="54"/>
                  <ns1:pt x="55" y="54"/>
                  <ns1:pt x="55" y="54"/>
                </ns1:cubicBezTo>
                <ns1:cubicBezTo>
                  <ns1:pt x="56" y="53"/>
                  <ns1:pt x="56" y="51"/>
                  <ns1:pt x="56" y="49"/>
                </ns1:cubicBezTo>
                <ns1:cubicBezTo>
                  <ns1:pt x="56" y="40"/>
                  <ns1:pt x="49" y="34"/>
                  <ns1:pt x="41" y="34"/>
                </ns1:cubicBezTo>
                <ns1:cubicBezTo>
                  <ns1:pt x="33" y="34"/>
                  <ns1:pt x="26" y="40"/>
                  <ns1:pt x="26" y="49"/>
                </ns1:cubicBezTo>
                <ns1:cubicBezTo>
                  <ns1:pt x="26" y="53"/>
                  <ns1:pt x="28" y="57"/>
                  <ns1:pt x="31" y="60"/>
                </ns1:cubicBezTo>
                <ns1:cubicBezTo>
                  <ns1:pt x="23" y="70"/>
                  <ns1:pt x="23" y="70"/>
                  <ns1:pt x="23" y="70"/>
                </ns1:cubicBezTo>
                <ns1:cubicBezTo>
                  <ns1:pt x="21" y="69"/>
                  <ns1:pt x="18" y="68"/>
                  <ns1:pt x="15" y="68"/>
                </ns1:cubicBezTo>
                <ns1:cubicBezTo>
                  <ns1:pt x="6" y="68"/>
                  <ns1:pt x="0" y="74"/>
                  <ns1:pt x="0" y="83"/>
                </ns1:cubicBezTo>
                <ns1:cubicBezTo>
                  <ns1:pt x="0" y="91"/>
                  <ns1:pt x="6" y="98"/>
                  <ns1:pt x="15" y="98"/>
                </ns1:cubicBezTo>
                <ns1:cubicBezTo>
                  <ns1:pt x="23" y="98"/>
                  <ns1:pt x="30" y="91"/>
                  <ns1:pt x="30" y="83"/>
                </ns1:cubicBezTo>
                <ns1:cubicBezTo>
                  <ns1:pt x="30" y="79"/>
                  <ns1:pt x="28" y="76"/>
                  <ns1:pt x="26" y="73"/>
                </ns1:cubicBezTo>
                <ns1:cubicBezTo>
                  <ns1:pt x="34" y="62"/>
                  <ns1:pt x="34" y="62"/>
                  <ns1:pt x="34" y="62"/>
                </ns1:cubicBezTo>
                <ns1:cubicBezTo>
                  <ns1:pt x="36" y="63"/>
                  <ns1:pt x="39" y="64"/>
                  <ns1:pt x="41" y="64"/>
                </ns1:cubicBezTo>
                <ns1:cubicBezTo>
                  <ns1:pt x="46" y="64"/>
                  <ns1:pt x="51" y="61"/>
                  <ns1:pt x="53" y="57"/>
                </ns1:cubicBezTo>
                <ns1:cubicBezTo>
                  <ns1:pt x="64" y="64"/>
                  <ns1:pt x="64" y="64"/>
                  <ns1:pt x="64" y="64"/>
                </ns1:cubicBezTo>
                <ns1:cubicBezTo>
                  <ns1:pt x="64" y="65"/>
                  <ns1:pt x="64" y="66"/>
                  <ns1:pt x="64" y="68"/>
                </ns1:cubicBezTo>
                <ns1:cubicBezTo>
                  <ns1:pt x="64" y="76"/>
                  <ns1:pt x="70" y="83"/>
                  <ns1:pt x="79" y="83"/>
                </ns1:cubicBezTo>
                <ns1:cubicBezTo>
                  <ns1:pt x="87" y="83"/>
                  <ns1:pt x="94" y="76"/>
                  <ns1:pt x="94" y="68"/>
                </ns1:cubicBezTo>
                <ns1:cubicBezTo>
                  <ns1:pt x="94" y="63"/>
                  <ns1:pt x="91" y="58"/>
                  <ns1:pt x="88" y="56"/>
                </ns1:cubicBezTo>
                <ns1:cubicBezTo>
                  <ns1:pt x="106" y="28"/>
                  <ns1:pt x="106" y="28"/>
                  <ns1:pt x="106" y="28"/>
                </ns1:cubicBezTo>
                <ns1:cubicBezTo>
                  <ns1:pt x="108" y="29"/>
                  <ns1:pt x="110" y="30"/>
                  <ns1:pt x="113" y="30"/>
                </ns1:cubicBezTo>
                <ns1:cubicBezTo>
                  <ns1:pt x="121" y="30"/>
                  <ns1:pt x="128" y="23"/>
                  <ns1:pt x="128" y="15"/>
                </ns1:cubicBezTo>
                <ns1:cubicBezTo>
                  <ns1:pt x="128" y="7"/>
                  <ns1:pt x="121" y="0"/>
                  <ns1:pt x="113" y="0"/>
                </ns1:cubicBezTo>
                <ns1:close/>
                <ns1:moveTo>
                  <ns1:pt x="15" y="90"/>
                </ns1:moveTo>
                <ns1:cubicBezTo>
                  <ns1:pt x="11" y="90"/>
                  <ns1:pt x="7" y="87"/>
                  <ns1:pt x="7" y="83"/>
                </ns1:cubicBezTo>
                <ns1:cubicBezTo>
                  <ns1:pt x="7" y="78"/>
                  <ns1:pt x="11" y="75"/>
                  <ns1:pt x="15" y="75"/>
                </ns1:cubicBezTo>
                <ns1:cubicBezTo>
                  <ns1:pt x="19" y="75"/>
                  <ns1:pt x="22" y="78"/>
                  <ns1:pt x="22" y="83"/>
                </ns1:cubicBezTo>
                <ns1:cubicBezTo>
                  <ns1:pt x="22" y="87"/>
                  <ns1:pt x="19" y="90"/>
                  <ns1:pt x="15" y="90"/>
                </ns1:cubicBezTo>
                <ns1:close/>
                <ns1:moveTo>
                  <ns1:pt x="41" y="56"/>
                </ns1:moveTo>
                <ns1:cubicBezTo>
                  <ns1:pt x="37" y="56"/>
                  <ns1:pt x="34" y="53"/>
                  <ns1:pt x="34" y="49"/>
                </ns1:cubicBezTo>
                <ns1:cubicBezTo>
                  <ns1:pt x="34" y="45"/>
                  <ns1:pt x="37" y="41"/>
                  <ns1:pt x="41" y="41"/>
                </ns1:cubicBezTo>
                <ns1:cubicBezTo>
                  <ns1:pt x="45" y="41"/>
                  <ns1:pt x="49" y="45"/>
                  <ns1:pt x="49" y="49"/>
                </ns1:cubicBezTo>
                <ns1:cubicBezTo>
                  <ns1:pt x="49" y="53"/>
                  <ns1:pt x="45" y="56"/>
                  <ns1:pt x="41" y="56"/>
                </ns1:cubicBezTo>
                <ns1:close/>
                <ns1:moveTo>
                  <ns1:pt x="79" y="75"/>
                </ns1:moveTo>
                <ns1:cubicBezTo>
                  <ns1:pt x="75" y="75"/>
                  <ns1:pt x="71" y="72"/>
                  <ns1:pt x="71" y="68"/>
                </ns1:cubicBezTo>
                <ns1:cubicBezTo>
                  <ns1:pt x="71" y="63"/>
                  <ns1:pt x="75" y="60"/>
                  <ns1:pt x="79" y="60"/>
                </ns1:cubicBezTo>
                <ns1:cubicBezTo>
                  <ns1:pt x="83" y="60"/>
                  <ns1:pt x="86" y="63"/>
                  <ns1:pt x="86" y="68"/>
                </ns1:cubicBezTo>
                <ns1:cubicBezTo>
                  <ns1:pt x="86" y="72"/>
                  <ns1:pt x="83" y="75"/>
                  <ns1:pt x="79" y="75"/>
                </ns1:cubicBezTo>
                <ns1:close/>
                <ns1:moveTo>
                  <ns1:pt x="113" y="22"/>
                </ns1:moveTo>
                <ns1:cubicBezTo>
                  <ns1:pt x="108" y="22"/>
                  <ns1:pt x="105" y="19"/>
                  <ns1:pt x="105" y="15"/>
                </ns1:cubicBezTo>
                <ns1:cubicBezTo>
                  <ns1:pt x="105" y="11"/>
                  <ns1:pt x="108" y="7"/>
                  <ns1:pt x="113" y="7"/>
                </ns1:cubicBezTo>
                <ns1:cubicBezTo>
                  <ns1:pt x="117" y="7"/>
                  <ns1:pt x="120" y="11"/>
                  <ns1:pt x="120" y="15"/>
                </ns1:cubicBezTo>
                <ns1:cubicBezTo>
                  <ns1:pt x="120" y="19"/>
                  <ns1:pt x="117" y="22"/>
                  <ns1:pt x="113" y="22"/>
                </ns1:cubicBezTo>
                <ns1:close/>
              </ns1:path>
            </ns1:pathLst>
          </ns1:custGeom>
          <ns1:solidFill>
            <ns1:schemeClr val="tx1"/>
          </ns1:solidFill>
          <ns1:ln>
            <ns1:noFill/>
          </ns1:ln>
          <ns1:extLst/>
        </ns0:spPr>
        <ns0:txBody>
          <ns1:bodyPr vert="horz" wrap="square" lIns="91440" tIns="45720" rIns="91440" bIns="45720" numCol="1" anchor="t" anchorCtr="0" compatLnSpc="1">
            <ns1:prstTxWarp prst="textNoShape">
              <ns1:avLst/>
            </ns1:prstTxWarp>
          </ns1:bodyPr>
          <ns1:lstStyle/>
          <ns1:p>
            <ns1:endParaRPr lang="id-ID" sz="2700"/>
          </ns1:p>
        </ns0:txBody>
      </ns0:sp>
      <ns0:grpSp>
        <ns0:nvGrpSpPr>
          <ns0:cNvPr id="46" name="Group 45"/>
          <ns0:cNvGrpSpPr/>
          <ns0:nvPr/>
        </ns0:nvGrpSpPr>
        <ns0:grpSpPr>
          <ns1:xfrm>
            <ns1:off x="5362561" y="3786364"/>
            <ns1:ext cx="369653" cy="285640"/>
            <ns1:chOff x="9945687" y="1014413"/>
            <ns1:chExt cx="454026" cy="350837"/>
          </ns1:xfrm>
          <ns1:solidFill>
            <ns1:schemeClr val="tx1"/>
          </ns1:solidFill>
        </ns0:grpSpPr>
        <ns0:sp>
          <ns0:nvSpPr>
            <ns0:cNvPr id="47" name="Freeform 24"/>
            <ns0:cNvSpPr>
              <ns1:spLocks/>
            </ns0:cNvSpPr>
            <ns0:nvPr/>
          </ns0:nvSpPr>
          <ns0:spPr bwMode="auto">
            <ns1:xfrm>
              <ns1:off x="9945687" y="1065213"/>
              <ns1:ext cx="431800" cy="300037"/>
            </ns1:xfrm>
            <ns1:custGeom>
              <ns1:avLst/>
              <ns1:gdLst>
                <ns1:gd name="T0" fmla="*/ 103 w 112"/>
                <ns1:gd name="T1" fmla="*/ 78 h 78"/>
                <ns1:gd name="T2" fmla="*/ 9 w 112"/>
                <ns1:gd name="T3" fmla="*/ 78 h 78"/>
                <ns1:gd name="T4" fmla="*/ 0 w 112"/>
                <ns1:gd name="T5" fmla="*/ 69 h 78"/>
                <ns1:gd name="T6" fmla="*/ 0 w 112"/>
                <ns1:gd name="T7" fmla="*/ 8 h 78"/>
                <ns1:gd name="T8" fmla="*/ 9 w 112"/>
                <ns1:gd name="T9" fmla="*/ 0 h 78"/>
                <ns1:gd name="T10" fmla="*/ 42 w 112"/>
                <ns1:gd name="T11" fmla="*/ 0 h 78"/>
                <ns1:gd name="T12" fmla="*/ 46 w 112"/>
                <ns1:gd name="T13" fmla="*/ 4 h 78"/>
                <ns1:gd name="T14" fmla="*/ 42 w 112"/>
                <ns1:gd name="T15" fmla="*/ 8 h 78"/>
                <ns1:gd name="T16" fmla="*/ 9 w 112"/>
                <ns1:gd name="T17" fmla="*/ 8 h 78"/>
                <ns1:gd name="T18" fmla="*/ 8 w 112"/>
                <ns1:gd name="T19" fmla="*/ 8 h 78"/>
                <ns1:gd name="T20" fmla="*/ 8 w 112"/>
                <ns1:gd name="T21" fmla="*/ 69 h 78"/>
                <ns1:gd name="T22" fmla="*/ 9 w 112"/>
                <ns1:gd name="T23" fmla="*/ 70 h 78"/>
                <ns1:gd name="T24" fmla="*/ 103 w 112"/>
                <ns1:gd name="T25" fmla="*/ 70 h 78"/>
                <ns1:gd name="T26" fmla="*/ 104 w 112"/>
                <ns1:gd name="T27" fmla="*/ 69 h 78"/>
                <ns1:gd name="T28" fmla="*/ 104 w 112"/>
                <ns1:gd name="T29" fmla="*/ 43 h 78"/>
                <ns1:gd name="T30" fmla="*/ 108 w 112"/>
                <ns1:gd name="T31" fmla="*/ 39 h 78"/>
                <ns1:gd name="T32" fmla="*/ 112 w 112"/>
                <ns1:gd name="T33" fmla="*/ 43 h 78"/>
                <ns1:gd name="T34" fmla="*/ 112 w 112"/>
                <ns1:gd name="T35" fmla="*/ 69 h 78"/>
                <ns1:gd name="T36" fmla="*/ 103 w 112"/>
                <ns1:gd name="T37" fmla="*/ 78 h 78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  <ns1:cxn ang="0">
                  <ns1:pos x="T14" y="T15"/>
                </ns1:cxn>
                <ns1:cxn ang="0">
                  <ns1:pos x="T16" y="T17"/>
                </ns1:cxn>
                <ns1:cxn ang="0">
                  <ns1:pos x="T18" y="T19"/>
                </ns1:cxn>
                <ns1:cxn ang="0">
                  <ns1:pos x="T20" y="T21"/>
                </ns1:cxn>
                <ns1:cxn ang="0">
                  <ns1:pos x="T22" y="T23"/>
                </ns1:cxn>
                <ns1:cxn ang="0">
                  <ns1:pos x="T24" y="T25"/>
                </ns1:cxn>
                <ns1:cxn ang="0">
                  <ns1:pos x="T26" y="T27"/>
                </ns1:cxn>
                <ns1:cxn ang="0">
                  <ns1:pos x="T28" y="T29"/>
                </ns1:cxn>
                <ns1:cxn ang="0">
                  <ns1:pos x="T30" y="T31"/>
                </ns1:cxn>
                <ns1:cxn ang="0">
                  <ns1:pos x="T32" y="T33"/>
                </ns1:cxn>
                <ns1:cxn ang="0">
                  <ns1:pos x="T34" y="T35"/>
                </ns1:cxn>
                <ns1:cxn ang="0">
                  <ns1:pos x="T36" y="T37"/>
                </ns1:cxn>
              </ns1:cxnLst>
              <ns1:rect l="0" t="0" r="r" b="b"/>
              <ns1:pathLst>
                <ns1:path w="112" h="78">
                  <ns1:moveTo>
                    <ns1:pt x="103" y="78"/>
                  </ns1:moveTo>
                  <ns1:cubicBezTo>
                    <ns1:pt x="9" y="78"/>
                    <ns1:pt x="9" y="78"/>
                    <ns1:pt x="9" y="78"/>
                  </ns1:cubicBezTo>
                  <ns1:cubicBezTo>
                    <ns1:pt x="4" y="78"/>
                    <ns1:pt x="0" y="74"/>
                    <ns1:pt x="0" y="69"/>
                  </ns1:cubicBezTo>
                  <ns1:cubicBezTo>
                    <ns1:pt x="0" y="8"/>
                    <ns1:pt x="0" y="8"/>
                    <ns1:pt x="0" y="8"/>
                  </ns1:cubicBezTo>
                  <ns1:cubicBezTo>
                    <ns1:pt x="0" y="4"/>
                    <ns1:pt x="4" y="0"/>
                    <ns1:pt x="9" y="0"/>
                  </ns1:cubicBezTo>
                  <ns1:cubicBezTo>
                    <ns1:pt x="42" y="0"/>
                    <ns1:pt x="42" y="0"/>
                    <ns1:pt x="42" y="0"/>
                  </ns1:cubicBezTo>
                  <ns1:cubicBezTo>
                    <ns1:pt x="44" y="0"/>
                    <ns1:pt x="46" y="1"/>
                    <ns1:pt x="46" y="4"/>
                  </ns1:cubicBezTo>
                  <ns1:cubicBezTo>
                    <ns1:pt x="46" y="6"/>
                    <ns1:pt x="44" y="8"/>
                    <ns1:pt x="42" y="8"/>
                  </ns1:cubicBezTo>
                  <ns1:cubicBezTo>
                    <ns1:pt x="9" y="8"/>
                    <ns1:pt x="9" y="8"/>
                    <ns1:pt x="9" y="8"/>
                  </ns1:cubicBezTo>
                  <ns1:cubicBezTo>
                    <ns1:pt x="8" y="8"/>
                    <ns1:pt x="8" y="8"/>
                    <ns1:pt x="8" y="8"/>
                  </ns1:cubicBezTo>
                  <ns1:cubicBezTo>
                    <ns1:pt x="8" y="69"/>
                    <ns1:pt x="8" y="69"/>
                    <ns1:pt x="8" y="69"/>
                  </ns1:cubicBezTo>
                  <ns1:cubicBezTo>
                    <ns1:pt x="8" y="70"/>
                    <ns1:pt x="8" y="70"/>
                    <ns1:pt x="9" y="70"/>
                  </ns1:cubicBezTo>
                  <ns1:cubicBezTo>
                    <ns1:pt x="103" y="70"/>
                    <ns1:pt x="103" y="70"/>
                    <ns1:pt x="103" y="70"/>
                  </ns1:cubicBezTo>
                  <ns1:cubicBezTo>
                    <ns1:pt x="103" y="70"/>
                    <ns1:pt x="104" y="70"/>
                    <ns1:pt x="104" y="69"/>
                  </ns1:cubicBezTo>
                  <ns1:cubicBezTo>
                    <ns1:pt x="104" y="43"/>
                    <ns1:pt x="104" y="43"/>
                    <ns1:pt x="104" y="43"/>
                  </ns1:cubicBezTo>
                  <ns1:cubicBezTo>
                    <ns1:pt x="104" y="41"/>
                    <ns1:pt x="105" y="39"/>
                    <ns1:pt x="108" y="39"/>
                  </ns1:cubicBezTo>
                  <ns1:cubicBezTo>
                    <ns1:pt x="110" y="39"/>
                    <ns1:pt x="112" y="41"/>
                    <ns1:pt x="112" y="43"/>
                  </ns1:cubicBezTo>
                  <ns1:cubicBezTo>
                    <ns1:pt x="112" y="69"/>
                    <ns1:pt x="112" y="69"/>
                    <ns1:pt x="112" y="69"/>
                  </ns1:cubicBezTo>
                  <ns1:cubicBezTo>
                    <ns1:pt x="112" y="74"/>
                    <ns1:pt x="108" y="78"/>
                    <ns1:pt x="103" y="78"/>
                  </ns1:cubicBezTo>
                  <ns1:close/>
                </ns1:path>
              </ns1:pathLst>
            </ns1:custGeom>
            <ns1:grpFill/>
            <ns1:ln>
              <ns1:noFill/>
            </ns1:ln>
            <ns1:extLst>
              <ns1:ext uri="{91240B29-F687-4F45-9708-019B960494DF}">
                <ns2:hiddenLine w="9525">
                  <ns1:solidFill>
                    <ns1:srgbClr val="000000"/>
                  </ns1:solidFill>
                  <ns1:round/>
                  <ns1:headEnd/>
                  <ns1:tailEnd/>
                </ns2:hiddenLine>
              </ns1:ext>
            </ns1:extLst>
          </ns0:spPr>
          <ns0:txBody>
            <ns1:bodyPr vert="horz" wrap="square" lIns="91440" tIns="45720" rIns="91440" bIns="45720" numCol="1" anchor="t" anchorCtr="0" compatLnSpc="1">
              <ns1:prstTxWarp prst="textNoShape">
                <ns1:avLst/>
              </ns1:prstTxWarp>
            </ns1:bodyPr>
            <ns1:lstStyle/>
            <ns1:p>
              <ns1:endParaRPr lang="id-ID" sz="2700"/>
            </ns1:p>
          </ns0:txBody>
        </ns0:sp>
        <ns0:sp>
          <ns0:nvSpPr>
            <ns0:cNvPr id="48" name="Freeform 25"/>
            <ns0:cNvSpPr>
              <ns1:spLocks/>
            </ns0:cNvSpPr>
            <ns0:nvPr/>
          </ns0:nvSpPr>
          <ns0:spPr bwMode="auto">
            <ns1:xfrm>
              <ns1:off x="10080625" y="1014413"/>
              <ns1:ext cx="319088" cy="288925"/>
            </ns1:xfrm>
            <ns1:custGeom>
              <ns1:avLst/>
              <ns1:gdLst>
                <ns1:gd name="T0" fmla="*/ 46 w 83"/>
                <ns1:gd name="T1" fmla="*/ 58 h 75"/>
                <ns1:gd name="T2" fmla="*/ 83 w 83"/>
                <ns1:gd name="T3" fmla="*/ 29 h 75"/>
                <ns1:gd name="T4" fmla="*/ 46 w 83"/>
                <ns1:gd name="T5" fmla="*/ 0 h 75"/>
                <ns1:gd name="T6" fmla="*/ 46 w 83"/>
                <ns1:gd name="T7" fmla="*/ 20 h 75"/>
                <ns1:gd name="T8" fmla="*/ 0 w 83"/>
                <ns1:gd name="T9" fmla="*/ 75 h 75"/>
                <ns1:gd name="T10" fmla="*/ 46 w 83"/>
                <ns1:gd name="T11" fmla="*/ 40 h 75"/>
                <ns1:gd name="T12" fmla="*/ 46 w 83"/>
                <ns1:gd name="T13" fmla="*/ 58 h 75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</ns1:cxnLst>
              <ns1:rect l="0" t="0" r="r" b="b"/>
              <ns1:pathLst>
                <ns1:path w="83" h="75">
                  <ns1:moveTo>
                    <ns1:pt x="46" y="58"/>
                  </ns1:moveTo>
                  <ns1:cubicBezTo>
                    <ns1:pt x="83" y="29"/>
                    <ns1:pt x="83" y="29"/>
                    <ns1:pt x="83" y="29"/>
                  </ns1:cubicBezTo>
                  <ns1:cubicBezTo>
                    <ns1:pt x="46" y="0"/>
                    <ns1:pt x="46" y="0"/>
                    <ns1:pt x="46" y="0"/>
                  </ns1:cubicBezTo>
                  <ns1:cubicBezTo>
                    <ns1:pt x="46" y="20"/>
                    <ns1:pt x="46" y="20"/>
                    <ns1:pt x="46" y="20"/>
                  </ns1:cubicBezTo>
                  <ns1:cubicBezTo>
                    <ns1:pt x="10" y="21"/>
                    <ns1:pt x="0" y="38"/>
                    <ns1:pt x="0" y="75"/>
                  </ns1:cubicBezTo>
                  <ns1:cubicBezTo>
                    <ns1:pt x="15" y="43"/>
                    <ns1:pt x="30" y="41"/>
                    <ns1:pt x="46" y="40"/>
                  </ns1:cubicBezTo>
                  <ns1:cubicBezTo>
                    <ns1:pt x="46" y="58"/>
                    <ns1:pt x="46" y="58"/>
                    <ns1:pt x="46" y="58"/>
                  </ns1:cubicBezTo>
                  <ns1:close/>
                </ns1:path>
              </ns1:pathLst>
            </ns1:custGeom>
            <ns1:grpFill/>
            <ns1:ln>
              <ns1:noFill/>
            </ns1:ln>
            <ns1:extLst>
              <ns1:ext uri="{91240B29-F687-4F45-9708-019B960494DF}">
                <ns2:hiddenLine w="9525">
                  <ns1:solidFill>
                    <ns1:srgbClr val="000000"/>
                  </ns1:solidFill>
                  <ns1:round/>
                  <ns1:headEnd/>
                  <ns1:tailEnd/>
                </ns2:hiddenLine>
              </ns1:ext>
            </ns1:extLst>
          </ns0:spPr>
          <ns0:txBody>
            <ns1:bodyPr vert="horz" wrap="square" lIns="91440" tIns="45720" rIns="91440" bIns="45720" numCol="1" anchor="t" anchorCtr="0" compatLnSpc="1">
              <ns1:prstTxWarp prst="textNoShape">
                <ns1:avLst/>
              </ns1:prstTxWarp>
            </ns1:bodyPr>
            <ns1:lstStyle/>
            <ns1:p>
              <ns1:endParaRPr lang="id-ID" sz="2700"/>
            </ns1:p>
          </ns0:txBody>
        </ns0:sp>
      </ns0:grpSp>
      <ns0:grpSp>
        <ns0:nvGrpSpPr>
          <ns0:cNvPr id="49" name="Group 48"/>
          <ns0:cNvGrpSpPr/>
          <ns0:nvPr/>
        </ns0:nvGrpSpPr>
        <ns0:grpSpPr>
          <ns1:xfrm>
            <ns1:off x="6349855" y="3742580"/>
            <ns1:ext cx="395062" cy="373208"/>
            <ns1:chOff x="10121900" y="790575"/>
            <ns1:chExt cx="746125" cy="704851"/>
          </ns1:xfrm>
          <ns1:solidFill>
            <ns1:schemeClr val="tx1"/>
          </ns1:solidFill>
        </ns0:grpSpPr>
        <ns0:sp>
          <ns0:nvSpPr>
            <ns0:cNvPr id="50" name="Freeform 29"/>
            <ns0:cNvSpPr>
              <ns1:spLocks noEditPoints="1"/>
            </ns0:cNvSpPr>
            <ns0:nvPr/>
          </ns0:nvSpPr>
          <ns0:spPr bwMode="auto">
            <ns1:xfrm>
              <ns1:off x="10121900" y="947738"/>
              <ns1:ext cx="746125" cy="547688"/>
            </ns1:xfrm>
            <ns1:custGeom>
              <ns1:avLst/>
              <ns1:gdLst>
                <ns1:gd name="T0" fmla="*/ 167 w 196"/>
                <ns1:gd name="T1" fmla="*/ 35 h 144"/>
                <ns1:gd name="T2" fmla="*/ 153 w 196"/>
                <ns1:gd name="T3" fmla="*/ 34 h 144"/>
                <ns1:gd name="T4" fmla="*/ 136 w 196"/>
                <ns1:gd name="T5" fmla="*/ 28 h 144"/>
                <ns1:gd name="T6" fmla="*/ 172 w 196"/>
                <ns1:gd name="T7" fmla="*/ 28 h 144"/>
                <ns1:gd name="T8" fmla="*/ 167 w 196"/>
                <ns1:gd name="T9" fmla="*/ 18 h 144"/>
                <ns1:gd name="T10" fmla="*/ 167 w 196"/>
                <ns1:gd name="T11" fmla="*/ 11 h 144"/>
                <ns1:gd name="T12" fmla="*/ 151 w 196"/>
                <ns1:gd name="T13" fmla="*/ 8 h 144"/>
                <ns1:gd name="T14" fmla="*/ 136 w 196"/>
                <ns1:gd name="T15" fmla="*/ 6 h 144"/>
                <ns1:gd name="T16" fmla="*/ 122 w 196"/>
                <ns1:gd name="T17" fmla="*/ 7 h 144"/>
                <ns1:gd name="T18" fmla="*/ 113 w 196"/>
                <ns1:gd name="T19" fmla="*/ 10 h 144"/>
                <ns1:gd name="T20" fmla="*/ 105 w 196"/>
                <ns1:gd name="T21" fmla="*/ 6 h 144"/>
                <ns1:gd name="T22" fmla="*/ 105 w 196"/>
                <ns1:gd name="T23" fmla="*/ 0 h 144"/>
                <ns1:gd name="T24" fmla="*/ 43 w 196"/>
                <ns1:gd name="T25" fmla="*/ 0 h 144"/>
                <ns1:gd name="T26" fmla="*/ 0 w 196"/>
                <ns1:gd name="T27" fmla="*/ 71 h 144"/>
                <ns1:gd name="T28" fmla="*/ 108 w 196"/>
                <ns1:gd name="T29" fmla="*/ 132 h 144"/>
                <ns1:gd name="T30" fmla="*/ 170 w 196"/>
                <ns1:gd name="T31" fmla="*/ 126 h 144"/>
                <ns1:gd name="T32" fmla="*/ 167 w 196"/>
                <ns1:gd name="T33" fmla="*/ 37 h 144"/>
                <ns1:gd name="T34" fmla="*/ 76 w 196"/>
                <ns1:gd name="T35" fmla="*/ 109 h 144"/>
                <ns1:gd name="T36" fmla="*/ 64 w 196"/>
                <ns1:gd name="T37" fmla="*/ 110 h 144"/>
                <ns1:gd name="T38" fmla="*/ 37 w 196"/>
                <ns1:gd name="T39" fmla="*/ 79 h 144"/>
                <ns1:gd name="T40" fmla="*/ 53 w 196"/>
                <ns1:gd name="T41" fmla="*/ 76 h 144"/>
                <ns1:gd name="T42" fmla="*/ 67 w 196"/>
                <ns1:gd name="T43" fmla="*/ 84 h 144"/>
                <ns1:gd name="T44" fmla="*/ 54 w 196"/>
                <ns1:gd name="T45" fmla="*/ 67 h 144"/>
                <ns1:gd name="T46" fmla="*/ 59 w 196"/>
                <ns1:gd name="T47" fmla="*/ 30 h 144"/>
                <ns1:gd name="T48" fmla="*/ 60 w 196"/>
                <ns1:gd name="T49" fmla="*/ 22 h 144"/>
                <ns1:gd name="T50" fmla="*/ 73 w 196"/>
                <ns1:gd name="T51" fmla="*/ 29 h 144"/>
                <ns1:gd name="T52" fmla="*/ 95 w 196"/>
                <ns1:gd name="T53" fmla="*/ 52 h 144"/>
                <ns1:gd name="T54" fmla="*/ 70 w 196"/>
                <ns1:gd name="T55" fmla="*/ 48 h 144"/>
                <ns1:gd name="T56" fmla="*/ 82 w 196"/>
                <ns1:gd name="T57" fmla="*/ 62 h 144"/>
                <ns1:gd name="T58" fmla="*/ 76 w 196"/>
                <ns1:gd name="T59" fmla="*/ 102 h 144"/>
                <ns1:gd name="T60" fmla="*/ 145 w 196"/>
                <ns1:gd name="T61" fmla="*/ 108 h 144"/>
                <ns1:gd name="T62" fmla="*/ 137 w 196"/>
                <ns1:gd name="T63" fmla="*/ 110 h 144"/>
                <ns1:gd name="T64" fmla="*/ 118 w 196"/>
                <ns1:gd name="T65" fmla="*/ 87 h 144"/>
                <ns1:gd name="T66" fmla="*/ 129 w 196"/>
                <ns1:gd name="T67" fmla="*/ 85 h 144"/>
                <ns1:gd name="T68" fmla="*/ 139 w 196"/>
                <ns1:gd name="T69" fmla="*/ 91 h 144"/>
                <ns1:gd name="T70" fmla="*/ 129 w 196"/>
                <ns1:gd name="T71" fmla="*/ 79 h 144"/>
                <ns1:gd name="T72" fmla="*/ 133 w 196"/>
                <ns1:gd name="T73" fmla="*/ 53 h 144"/>
                <ns1:gd name="T74" fmla="*/ 134 w 196"/>
                <ns1:gd name="T75" fmla="*/ 47 h 144"/>
                <ns1:gd name="T76" fmla="*/ 143 w 196"/>
                <ns1:gd name="T77" fmla="*/ 52 h 144"/>
                <ns1:gd name="T78" fmla="*/ 158 w 196"/>
                <ns1:gd name="T79" fmla="*/ 68 h 144"/>
                <ns1:gd name="T80" fmla="*/ 141 w 196"/>
                <ns1:gd name="T81" fmla="*/ 65 h 144"/>
                <ns1:gd name="T82" fmla="*/ 150 w 196"/>
                <ns1:gd name="T83" fmla="*/ 75 h 144"/>
                <ns1:gd name="T84" fmla="*/ 145 w 196"/>
                <ns1:gd name="T85" fmla="*/ 104 h 144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  <ns1:cxn ang="0">
                  <ns1:pos x="T14" y="T15"/>
                </ns1:cxn>
                <ns1:cxn ang="0">
                  <ns1:pos x="T16" y="T17"/>
                </ns1:cxn>
                <ns1:cxn ang="0">
                  <ns1:pos x="T18" y="T19"/>
                </ns1:cxn>
                <ns1:cxn ang="0">
                  <ns1:pos x="T20" y="T21"/>
                </ns1:cxn>
                <ns1:cxn ang="0">
                  <ns1:pos x="T22" y="T23"/>
                </ns1:cxn>
                <ns1:cxn ang="0">
                  <ns1:pos x="T24" y="T25"/>
                </ns1:cxn>
                <ns1:cxn ang="0">
                  <ns1:pos x="T26" y="T27"/>
                </ns1:cxn>
                <ns1:cxn ang="0">
                  <ns1:pos x="T28" y="T29"/>
                </ns1:cxn>
                <ns1:cxn ang="0">
                  <ns1:pos x="T30" y="T31"/>
                </ns1:cxn>
                <ns1:cxn ang="0">
                  <ns1:pos x="T32" y="T33"/>
                </ns1:cxn>
                <ns1:cxn ang="0">
                  <ns1:pos x="T34" y="T35"/>
                </ns1:cxn>
                <ns1:cxn ang="0">
                  <ns1:pos x="T36" y="T37"/>
                </ns1:cxn>
                <ns1:cxn ang="0">
                  <ns1:pos x="T38" y="T39"/>
                </ns1:cxn>
                <ns1:cxn ang="0">
                  <ns1:pos x="T40" y="T41"/>
                </ns1:cxn>
                <ns1:cxn ang="0">
                  <ns1:pos x="T42" y="T43"/>
                </ns1:cxn>
                <ns1:cxn ang="0">
                  <ns1:pos x="T44" y="T45"/>
                </ns1:cxn>
                <ns1:cxn ang="0">
                  <ns1:pos x="T46" y="T47"/>
                </ns1:cxn>
                <ns1:cxn ang="0">
                  <ns1:pos x="T48" y="T49"/>
                </ns1:cxn>
                <ns1:cxn ang="0">
                  <ns1:pos x="T50" y="T51"/>
                </ns1:cxn>
                <ns1:cxn ang="0">
                  <ns1:pos x="T52" y="T53"/>
                </ns1:cxn>
                <ns1:cxn ang="0">
                  <ns1:pos x="T54" y="T55"/>
                </ns1:cxn>
                <ns1:cxn ang="0">
                  <ns1:pos x="T56" y="T57"/>
                </ns1:cxn>
                <ns1:cxn ang="0">
                  <ns1:pos x="T58" y="T59"/>
                </ns1:cxn>
                <ns1:cxn ang="0">
                  <ns1:pos x="T60" y="T61"/>
                </ns1:cxn>
                <ns1:cxn ang="0">
                  <ns1:pos x="T62" y="T63"/>
                </ns1:cxn>
                <ns1:cxn ang="0">
                  <ns1:pos x="T64" y="T65"/>
                </ns1:cxn>
                <ns1:cxn ang="0">
                  <ns1:pos x="T66" y="T67"/>
                </ns1:cxn>
                <ns1:cxn ang="0">
                  <ns1:pos x="T68" y="T69"/>
                </ns1:cxn>
                <ns1:cxn ang="0">
                  <ns1:pos x="T70" y="T71"/>
                </ns1:cxn>
                <ns1:cxn ang="0">
                  <ns1:pos x="T72" y="T73"/>
                </ns1:cxn>
                <ns1:cxn ang="0">
                  <ns1:pos x="T74" y="T75"/>
                </ns1:cxn>
                <ns1:cxn ang="0">
                  <ns1:pos x="T76" y="T77"/>
                </ns1:cxn>
                <ns1:cxn ang="0">
                  <ns1:pos x="T78" y="T79"/>
                </ns1:cxn>
                <ns1:cxn ang="0">
                  <ns1:pos x="T80" y="T81"/>
                </ns1:cxn>
                <ns1:cxn ang="0">
                  <ns1:pos x="T82" y="T83"/>
                </ns1:cxn>
                <ns1:cxn ang="0">
                  <ns1:pos x="T84" y="T85"/>
                </ns1:cxn>
              </ns1:cxnLst>
              <ns1:rect l="0" t="0" r="r" b="b"/>
              <ns1:pathLst>
                <ns1:path w="196" h="144">
                  <ns1:moveTo>
                    <ns1:pt x="167" y="37"/>
                  </ns1:moveTo>
                  <ns1:cubicBezTo>
                    <ns1:pt x="168" y="36"/>
                    <ns1:pt x="168" y="35"/>
                    <ns1:pt x="167" y="35"/>
                  </ns1:cubicBezTo>
                  <ns1:cubicBezTo>
                    <ns1:pt x="167" y="34"/>
                    <ns1:pt x="167" y="33"/>
                    <ns1:pt x="167" y="33"/>
                  </ns1:cubicBezTo>
                  <ns1:cubicBezTo>
                    <ns1:pt x="163" y="33"/>
                    <ns1:pt x="158" y="34"/>
                    <ns1:pt x="153" y="34"/>
                  </ns1:cubicBezTo>
                  <ns1:cubicBezTo>
                    <ns1:pt x="133" y="34"/>
                    <ns1:pt x="117" y="26"/>
                    <ns1:pt x="115" y="17"/>
                  </ns1:cubicBezTo>
                  <ns1:cubicBezTo>
                    <ns1:pt x="122" y="22"/>
                    <ns1:pt x="132" y="27"/>
                    <ns1:pt x="136" y="28"/>
                  </ns1:cubicBezTo>
                  <ns1:cubicBezTo>
                    <ns1:pt x="136" y="28"/>
                    <ns1:pt x="137" y="28"/>
                    <ns1:pt x="137" y="28"/>
                  </ns1:cubicBezTo>
                  <ns1:cubicBezTo>
                    <ns1:pt x="149" y="33"/>
                    <ns1:pt x="172" y="28"/>
                    <ns1:pt x="172" y="28"/>
                  </ns1:cubicBezTo>
                  <ns1:cubicBezTo>
                    <ns1:pt x="172" y="28"/>
                    <ns1:pt x="173" y="27"/>
                    <ns1:pt x="171" y="25"/>
                  </ns1:cubicBezTo>
                  <ns1:cubicBezTo>
                    <ns1:pt x="168" y="22"/>
                    <ns1:pt x="165" y="21"/>
                    <ns1:pt x="167" y="18"/>
                  </ns1:cubicBezTo>
                  <ns1:cubicBezTo>
                    <ns1:pt x="168" y="16"/>
                    <ns1:pt x="170" y="14"/>
                    <ns1:pt x="169" y="12"/>
                  </ns1:cubicBezTo>
                  <ns1:cubicBezTo>
                    <ns1:pt x="169" y="12"/>
                    <ns1:pt x="168" y="11"/>
                    <ns1:pt x="167" y="11"/>
                  </ns1:cubicBezTo>
                  <ns1:cubicBezTo>
                    <ns1:pt x="163" y="11"/>
                    <ns1:pt x="157" y="12"/>
                    <ns1:pt x="157" y="12"/>
                  </ns1:cubicBezTo>
                  <ns1:cubicBezTo>
                    <ns1:pt x="157" y="12"/>
                    <ns1:pt x="156" y="9"/>
                    <ns1:pt x="151" y="8"/>
                  </ns1:cubicBezTo>
                  <ns1:cubicBezTo>
                    <ns1:pt x="147" y="7"/>
                    <ns1:pt x="140" y="5"/>
                    <ns1:pt x="136" y="5"/>
                  </ns1:cubicBezTo>
                  <ns1:cubicBezTo>
                    <ns1:pt x="136" y="5"/>
                    <ns1:pt x="136" y="6"/>
                    <ns1:pt x="136" y="6"/>
                  </ns1:cubicBezTo>
                  <ns1:cubicBezTo>
                    <ns1:pt x="133" y="7"/>
                    <ns1:pt x="129" y="10"/>
                    <ns1:pt x="125" y="9"/>
                  </ns1:cubicBezTo>
                  <ns1:cubicBezTo>
                    <ns1:pt x="123" y="8"/>
                    <ns1:pt x="122" y="8"/>
                    <ns1:pt x="122" y="7"/>
                  </ns1:cubicBezTo>
                  <ns1:cubicBezTo>
                    <ns1:pt x="120" y="7"/>
                    <ns1:pt x="119" y="6"/>
                    <ns1:pt x="117" y="7"/>
                  </ns1:cubicBezTo>
                  <ns1:cubicBezTo>
                    <ns1:pt x="113" y="7"/>
                    <ns1:pt x="113" y="10"/>
                    <ns1:pt x="113" y="10"/>
                  </ns1:cubicBezTo>
                  <ns1:cubicBezTo>
                    <ns1:pt x="113" y="10"/>
                    <ns1:pt x="112" y="10"/>
                    <ns1:pt x="112" y="10"/>
                  </ns1:cubicBezTo>
                  <ns1:cubicBezTo>
                    <ns1:pt x="110" y="8"/>
                    <ns1:pt x="107" y="7"/>
                    <ns1:pt x="105" y="6"/>
                  </ns1:cubicBezTo>
                  <ns1:cubicBezTo>
                    <ns1:pt x="106" y="5"/>
                    <ns1:pt x="106" y="4"/>
                    <ns1:pt x="104" y="3"/>
                  </ns1:cubicBezTo>
                  <ns1:cubicBezTo>
                    <ns1:pt x="105" y="2"/>
                    <ns1:pt x="105" y="1"/>
                    <ns1:pt x="105" y="0"/>
                  </ns1:cubicBezTo>
                  <ns1:cubicBezTo>
                    <ns1:pt x="96" y="2"/>
                    <ns1:pt x="85" y="3"/>
                    <ns1:pt x="73" y="3"/>
                  </ns1:cubicBezTo>
                  <ns1:cubicBezTo>
                    <ns1:pt x="62" y="3"/>
                    <ns1:pt x="51" y="2"/>
                    <ns1:pt x="43" y="0"/>
                  </ns1:cubicBezTo>
                  <ns1:cubicBezTo>
                    <ns1:pt x="42" y="2"/>
                    <ns1:pt x="41" y="4"/>
                    <ns1:pt x="41" y="5"/>
                  </ns1:cubicBezTo>
                  <ns1:cubicBezTo>
                    <ns1:pt x="17" y="17"/>
                    <ns1:pt x="0" y="42"/>
                    <ns1:pt x="0" y="71"/>
                  </ns1:cubicBezTo>
                  <ns1:cubicBezTo>
                    <ns1:pt x="0" y="93"/>
                    <ns1:pt x="10" y="113"/>
                    <ns1:pt x="26" y="127"/>
                  </ns1:cubicBezTo>
                  <ns1:cubicBezTo>
                    <ns1:pt x="43" y="142"/>
                    <ns1:pt x="89" y="144"/>
                    <ns1:pt x="108" y="132"/>
                  </ns1:cubicBezTo>
                  <ns1:cubicBezTo>
                    <ns1:pt x="111" y="131"/>
                    <ns1:pt x="114" y="128"/>
                    <ns1:pt x="117" y="126"/>
                  </ns1:cubicBezTo>
                  <ns1:cubicBezTo>
                    <ns1:pt x="132" y="133"/>
                    <ns1:pt x="158" y="133"/>
                    <ns1:pt x="170" y="126"/>
                  </ns1:cubicBezTo>
                  <ns1:cubicBezTo>
                    <ns1:pt x="184" y="118"/>
                    <ns1:pt x="196" y="100"/>
                    <ns1:pt x="196" y="83"/>
                  </ns1:cubicBezTo>
                  <ns1:cubicBezTo>
                    <ns1:pt x="196" y="62"/>
                    <ns1:pt x="184" y="45"/>
                    <ns1:pt x="167" y="37"/>
                  </ns1:cubicBezTo>
                  <ns1:close/>
                  <ns1:moveTo>
                    <ns1:pt x="76" y="102"/>
                  </ns1:moveTo>
                  <ns1:cubicBezTo>
                    <ns1:pt x="76" y="109"/>
                    <ns1:pt x="76" y="109"/>
                    <ns1:pt x="76" y="109"/>
                  </ns1:cubicBezTo>
                  <ns1:cubicBezTo>
                    <ns1:pt x="76" y="109"/>
                    <ns1:pt x="76" y="110"/>
                    <ns1:pt x="75" y="110"/>
                  </ns1:cubicBezTo>
                  <ns1:cubicBezTo>
                    <ns1:pt x="64" y="110"/>
                    <ns1:pt x="64" y="110"/>
                    <ns1:pt x="64" y="110"/>
                  </ns1:cubicBezTo>
                  <ns1:cubicBezTo>
                    <ns1:pt x="63" y="110"/>
                    <ns1:pt x="63" y="109"/>
                    <ns1:pt x="63" y="102"/>
                  </ns1:cubicBezTo>
                  <ns1:cubicBezTo>
                    <ns1:pt x="47" y="101"/>
                    <ns1:pt x="38" y="93"/>
                    <ns1:pt x="37" y="79"/>
                  </ns1:cubicBezTo>
                  <ns1:cubicBezTo>
                    <ns1:pt x="37" y="78"/>
                    <ns1:pt x="38" y="78"/>
                    <ns1:pt x="38" y="78"/>
                  </ns1:cubicBezTo>
                  <ns1:cubicBezTo>
                    <ns1:pt x="53" y="76"/>
                    <ns1:pt x="53" y="76"/>
                    <ns1:pt x="53" y="76"/>
                  </ns1:cubicBezTo>
                  <ns1:cubicBezTo>
                    <ns1:pt x="54" y="76"/>
                    <ns1:pt x="54" y="76"/>
                    <ns1:pt x="55" y="77"/>
                  </ns1:cubicBezTo>
                  <ns1:cubicBezTo>
                    <ns1:pt x="56" y="84"/>
                    <ns1:pt x="63" y="84"/>
                    <ns1:pt x="67" y="84"/>
                  </ns1:cubicBezTo>
                  <ns1:cubicBezTo>
                    <ns1:pt x="69" y="83"/>
                    <ns1:pt x="70" y="82"/>
                    <ns1:pt x="70" y="81"/>
                  </ns1:cubicBezTo>
                  <ns1:cubicBezTo>
                    <ns1:pt x="71" y="77"/>
                    <ns1:pt x="68" y="73"/>
                    <ns1:pt x="54" y="67"/>
                  </ns1:cubicBezTo>
                  <ns1:cubicBezTo>
                    <ns1:pt x="44" y="62"/>
                    <ns1:pt x="39" y="60"/>
                    <ns1:pt x="39" y="52"/>
                  </ns1:cubicBezTo>
                  <ns1:cubicBezTo>
                    <ns1:pt x="38" y="43"/>
                    <ns1:pt x="45" y="33"/>
                    <ns1:pt x="59" y="30"/>
                  </ns1:cubicBezTo>
                  <ns1:cubicBezTo>
                    <ns1:pt x="59" y="23"/>
                    <ns1:pt x="59" y="23"/>
                    <ns1:pt x="59" y="23"/>
                  </ns1:cubicBezTo>
                  <ns1:cubicBezTo>
                    <ns1:pt x="59" y="23"/>
                    <ns1:pt x="60" y="22"/>
                    <ns1:pt x="60" y="22"/>
                  </ns1:cubicBezTo>
                  <ns1:cubicBezTo>
                    <ns1:pt x="71" y="22"/>
                    <ns1:pt x="71" y="22"/>
                    <ns1:pt x="71" y="22"/>
                  </ns1:cubicBezTo>
                  <ns1:cubicBezTo>
                    <ns1:pt x="72" y="22"/>
                    <ns1:pt x="72" y="22"/>
                    <ns1:pt x="73" y="29"/>
                  </ns1:cubicBezTo>
                  <ns1:cubicBezTo>
                    <ns1:pt x="87" y="31"/>
                    <ns1:pt x="96" y="40"/>
                    <ns1:pt x="96" y="50"/>
                  </ns1:cubicBezTo>
                  <ns1:cubicBezTo>
                    <ns1:pt x="96" y="51"/>
                    <ns1:pt x="96" y="51"/>
                    <ns1:pt x="95" y="52"/>
                  </ns1:cubicBezTo>
                  <ns1:cubicBezTo>
                    <ns1:pt x="79" y="53"/>
                    <ns1:pt x="79" y="53"/>
                    <ns1:pt x="79" y="53"/>
                  </ns1:cubicBezTo>
                  <ns1:cubicBezTo>
                    <ns1:pt x="79" y="53"/>
                    <ns1:pt x="78" y="47"/>
                    <ns1:pt x="70" y="48"/>
                  </ns1:cubicBezTo>
                  <ns1:cubicBezTo>
                    <ns1:pt x="67" y="48"/>
                    <ns1:pt x="67" y="50"/>
                    <ns1:pt x="67" y="51"/>
                  </ns1:cubicBezTo>
                  <ns1:cubicBezTo>
                    <ns1:pt x="67" y="55"/>
                    <ns1:pt x="72" y="57"/>
                    <ns1:pt x="82" y="62"/>
                  </ns1:cubicBezTo>
                  <ns1:cubicBezTo>
                    <ns1:pt x="92" y="67"/>
                    <ns1:pt x="97" y="71"/>
                    <ns1:pt x="98" y="79"/>
                  </ns1:cubicBezTo>
                  <ns1:cubicBezTo>
                    <ns1:pt x="98" y="90"/>
                    <ns1:pt x="90" y="99"/>
                    <ns1:pt x="76" y="102"/>
                  </ns1:cubicBezTo>
                  <ns1:close/>
                  <ns1:moveTo>
                    <ns1:pt x="145" y="104"/>
                  </ns1:moveTo>
                  <ns1:cubicBezTo>
                    <ns1:pt x="145" y="108"/>
                    <ns1:pt x="145" y="108"/>
                    <ns1:pt x="145" y="108"/>
                  </ns1:cubicBezTo>
                  <ns1:cubicBezTo>
                    <ns1:pt x="145" y="109"/>
                    <ns1:pt x="145" y="109"/>
                    <ns1:pt x="145" y="109"/>
                  </ns1:cubicBezTo>
                  <ns1:cubicBezTo>
                    <ns1:pt x="137" y="110"/>
                    <ns1:pt x="137" y="110"/>
                    <ns1:pt x="137" y="110"/>
                  </ns1:cubicBezTo>
                  <ns1:cubicBezTo>
                    <ns1:pt x="136" y="110"/>
                    <ns1:pt x="136" y="109"/>
                    <ns1:pt x="136" y="104"/>
                  </ns1:cubicBezTo>
                  <ns1:cubicBezTo>
                    <ns1:pt x="124" y="103"/>
                    <ns1:pt x="118" y="97"/>
                    <ns1:pt x="118" y="87"/>
                  </ns1:cubicBezTo>
                  <ns1:cubicBezTo>
                    <ns1:pt x="118" y="87"/>
                    <ns1:pt x="118" y="87"/>
                    <ns1:pt x="119" y="87"/>
                  </ns1:cubicBezTo>
                  <ns1:cubicBezTo>
                    <ns1:pt x="129" y="85"/>
                    <ns1:pt x="129" y="85"/>
                    <ns1:pt x="129" y="85"/>
                  </ns1:cubicBezTo>
                  <ns1:cubicBezTo>
                    <ns1:pt x="130" y="85"/>
                    <ns1:pt x="130" y="86"/>
                    <ns1:pt x="130" y="86"/>
                  </ns1:cubicBezTo>
                  <ns1:cubicBezTo>
                    <ns1:pt x="131" y="91"/>
                    <ns1:pt x="136" y="91"/>
                    <ns1:pt x="139" y="91"/>
                  </ns1:cubicBezTo>
                  <ns1:cubicBezTo>
                    <ns1:pt x="140" y="90"/>
                    <ns1:pt x="141" y="90"/>
                    <ns1:pt x="141" y="89"/>
                  </ns1:cubicBezTo>
                  <ns1:cubicBezTo>
                    <ns1:pt x="142" y="86"/>
                    <ns1:pt x="140" y="83"/>
                    <ns1:pt x="129" y="79"/>
                  </ns1:cubicBezTo>
                  <ns1:cubicBezTo>
                    <ns1:pt x="123" y="76"/>
                    <ns1:pt x="119" y="74"/>
                    <ns1:pt x="119" y="68"/>
                  </ns1:cubicBezTo>
                  <ns1:cubicBezTo>
                    <ns1:pt x="118" y="62"/>
                    <ns1:pt x="124" y="55"/>
                    <ns1:pt x="133" y="53"/>
                  </ns1:cubicBezTo>
                  <ns1:cubicBezTo>
                    <ns1:pt x="133" y="48"/>
                    <ns1:pt x="133" y="48"/>
                    <ns1:pt x="133" y="48"/>
                  </ns1:cubicBezTo>
                  <ns1:cubicBezTo>
                    <ns1:pt x="133" y="48"/>
                    <ns1:pt x="134" y="47"/>
                    <ns1:pt x="134" y="47"/>
                  </ns1:cubicBezTo>
                  <ns1:cubicBezTo>
                    <ns1:pt x="142" y="47"/>
                    <ns1:pt x="142" y="47"/>
                    <ns1:pt x="142" y="47"/>
                  </ns1:cubicBezTo>
                  <ns1:cubicBezTo>
                    <ns1:pt x="143" y="47"/>
                    <ns1:pt x="143" y="47"/>
                    <ns1:pt x="143" y="52"/>
                  </ns1:cubicBezTo>
                  <ns1:cubicBezTo>
                    <ns1:pt x="153" y="53"/>
                    <ns1:pt x="159" y="60"/>
                    <ns1:pt x="160" y="67"/>
                  </ns1:cubicBezTo>
                  <ns1:cubicBezTo>
                    <ns1:pt x="160" y="68"/>
                    <ns1:pt x="159" y="68"/>
                    <ns1:pt x="158" y="68"/>
                  </ns1:cubicBezTo>
                  <ns1:cubicBezTo>
                    <ns1:pt x="147" y="69"/>
                    <ns1:pt x="147" y="69"/>
                    <ns1:pt x="147" y="69"/>
                  </ns1:cubicBezTo>
                  <ns1:cubicBezTo>
                    <ns1:pt x="147" y="69"/>
                    <ns1:pt x="147" y="65"/>
                    <ns1:pt x="141" y="65"/>
                  </ns1:cubicBezTo>
                  <ns1:cubicBezTo>
                    <ns1:pt x="139" y="66"/>
                    <ns1:pt x="139" y="67"/>
                    <ns1:pt x="139" y="68"/>
                  </ns1:cubicBezTo>
                  <ns1:cubicBezTo>
                    <ns1:pt x="139" y="70"/>
                    <ns1:pt x="142" y="72"/>
                    <ns1:pt x="150" y="75"/>
                  </ns1:cubicBezTo>
                  <ns1:cubicBezTo>
                    <ns1:pt x="157" y="79"/>
                    <ns1:pt x="160" y="82"/>
                    <ns1:pt x="161" y="87"/>
                  </ns1:cubicBezTo>
                  <ns1:cubicBezTo>
                    <ns1:pt x="161" y="96"/>
                    <ns1:pt x="155" y="102"/>
                    <ns1:pt x="145" y="104"/>
                  </ns1:cubicBezTo>
                  <ns1:close/>
                </ns1:path>
              </ns1:pathLst>
            </ns1:custGeom>
            <ns1:grpFill/>
            <ns1:ln>
              <ns1:noFill/>
            </ns1:ln>
            <ns1:extLst>
              <ns1:ext uri="{91240B29-F687-4F45-9708-019B960494DF}">
                <ns2:hiddenLine w="9525">
                  <ns1:solidFill>
                    <ns1:srgbClr val="000000"/>
                  </ns1:solidFill>
                  <ns1:round/>
                  <ns1:headEnd/>
                  <ns1:tailEnd/>
                </ns2:hiddenLine>
              </ns1:ext>
            </ns1:extLst>
          </ns0:spPr>
          <ns0:txBody>
            <ns1:bodyPr vert="horz" wrap="square" lIns="91440" tIns="45720" rIns="91440" bIns="45720" numCol="1" anchor="t" anchorCtr="0" compatLnSpc="1">
              <ns1:prstTxWarp prst="textNoShape">
                <ns1:avLst/>
              </ns1:prstTxWarp>
            </ns1:bodyPr>
            <ns1:lstStyle/>
            <ns1:p>
              <ns1:endParaRPr lang="id-ID" sz="2700"/>
            </ns1:p>
          </ns0:txBody>
        </ns0:sp>
        <ns0:sp>
          <ns0:nvSpPr>
            <ns0:cNvPr id="51" name="Freeform 30"/>
            <ns0:cNvSpPr>
              <ns1:spLocks/>
            </ns0:cNvSpPr>
            <ns0:nvPr/>
          </ns0:nvSpPr>
          <ns0:spPr bwMode="auto">
            <ns1:xfrm>
              <ns1:off x="10198100" y="790575"/>
              <ns1:ext cx="406400" cy="152400"/>
            </ns1:xfrm>
            <ns1:custGeom>
              <ns1:avLst/>
              <ns1:gdLst>
                <ns1:gd name="T0" fmla="*/ 26 w 107"/>
                <ns1:gd name="T1" fmla="*/ 38 h 40"/>
                <ns1:gd name="T2" fmla="*/ 50 w 107"/>
                <ns1:gd name="T3" fmla="*/ 40 h 40"/>
                <ns1:gd name="T4" fmla="*/ 84 w 107"/>
                <ns1:gd name="T5" fmla="*/ 37 h 40"/>
                <ns1:gd name="T6" fmla="*/ 107 w 107"/>
                <ns1:gd name="T7" fmla="*/ 25 h 40"/>
                <ns1:gd name="T8" fmla="*/ 102 w 107"/>
                <ns1:gd name="T9" fmla="*/ 20 h 40"/>
                <ns1:gd name="T10" fmla="*/ 93 w 107"/>
                <ns1:gd name="T11" fmla="*/ 12 h 40"/>
                <ns1:gd name="T12" fmla="*/ 95 w 107"/>
                <ns1:gd name="T13" fmla="*/ 1 h 40"/>
                <ns1:gd name="T14" fmla="*/ 91 w 107"/>
                <ns1:gd name="T15" fmla="*/ 1 h 40"/>
                <ns1:gd name="T16" fmla="*/ 75 w 107"/>
                <ns1:gd name="T17" fmla="*/ 7 h 40"/>
                <ns1:gd name="T18" fmla="*/ 64 w 107"/>
                <ns1:gd name="T19" fmla="*/ 3 h 40"/>
                <ns1:gd name="T20" fmla="*/ 40 w 107"/>
                <ns1:gd name="T21" fmla="*/ 5 h 40"/>
                <ns1:gd name="T22" fmla="*/ 39 w 107"/>
                <ns1:gd name="T23" fmla="*/ 6 h 40"/>
                <ns1:gd name="T24" fmla="*/ 23 w 107"/>
                <ns1:gd name="T25" fmla="*/ 16 h 40"/>
                <ns1:gd name="T26" fmla="*/ 17 w 107"/>
                <ns1:gd name="T27" fmla="*/ 15 h 40"/>
                <ns1:gd name="T28" fmla="*/ 10 w 107"/>
                <ns1:gd name="T29" fmla="*/ 16 h 40"/>
                <ns1:gd name="T30" fmla="*/ 5 w 107"/>
                <ns1:gd name="T31" fmla="*/ 23 h 40"/>
                <ns1:gd name="T32" fmla="*/ 0 w 107"/>
                <ns1:gd name="T33" fmla="*/ 28 h 40"/>
                <ns1:gd name="T34" fmla="*/ 27 w 107"/>
                <ns1:gd name="T35" fmla="*/ 38 h 40"/>
                <ns1:gd name="T36" fmla="*/ 26 w 107"/>
                <ns1:gd name="T37" fmla="*/ 38 h 40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  <ns1:cxn ang="0">
                  <ns1:pos x="T14" y="T15"/>
                </ns1:cxn>
                <ns1:cxn ang="0">
                  <ns1:pos x="T16" y="T17"/>
                </ns1:cxn>
                <ns1:cxn ang="0">
                  <ns1:pos x="T18" y="T19"/>
                </ns1:cxn>
                <ns1:cxn ang="0">
                  <ns1:pos x="T20" y="T21"/>
                </ns1:cxn>
                <ns1:cxn ang="0">
                  <ns1:pos x="T22" y="T23"/>
                </ns1:cxn>
                <ns1:cxn ang="0">
                  <ns1:pos x="T24" y="T25"/>
                </ns1:cxn>
                <ns1:cxn ang="0">
                  <ns1:pos x="T26" y="T27"/>
                </ns1:cxn>
                <ns1:cxn ang="0">
                  <ns1:pos x="T28" y="T29"/>
                </ns1:cxn>
                <ns1:cxn ang="0">
                  <ns1:pos x="T30" y="T31"/>
                </ns1:cxn>
                <ns1:cxn ang="0">
                  <ns1:pos x="T32" y="T33"/>
                </ns1:cxn>
                <ns1:cxn ang="0">
                  <ns1:pos x="T34" y="T35"/>
                </ns1:cxn>
                <ns1:cxn ang="0">
                  <ns1:pos x="T36" y="T37"/>
                </ns1:cxn>
              </ns1:cxnLst>
              <ns1:rect l="0" t="0" r="r" b="b"/>
              <ns1:pathLst>
                <ns1:path w="107" h="40">
                  <ns1:moveTo>
                    <ns1:pt x="26" y="38"/>
                  </ns1:moveTo>
                  <ns1:cubicBezTo>
                    <ns1:pt x="33" y="40"/>
                    <ns1:pt x="42" y="40"/>
                    <ns1:pt x="50" y="40"/>
                  </ns1:cubicBezTo>
                  <ns1:cubicBezTo>
                    <ns1:pt x="63" y="40"/>
                    <ns1:pt x="74" y="39"/>
                    <ns1:pt x="84" y="37"/>
                  </ns1:cubicBezTo>
                  <ns1:cubicBezTo>
                    <ns1:pt x="107" y="25"/>
                    <ns1:pt x="107" y="25"/>
                    <ns1:pt x="107" y="25"/>
                  </ns1:cubicBezTo>
                  <ns1:cubicBezTo>
                    <ns1:pt x="107" y="25"/>
                    <ns1:pt x="107" y="22"/>
                    <ns1:pt x="102" y="20"/>
                  </ns1:cubicBezTo>
                  <ns1:cubicBezTo>
                    <ns1:pt x="98" y="17"/>
                    <ns1:pt x="92" y="16"/>
                    <ns1:pt x="93" y="12"/>
                  </ns1:cubicBezTo>
                  <ns1:cubicBezTo>
                    <ns1:pt x="94" y="8"/>
                    <ns1:pt x="96" y="3"/>
                    <ns1:pt x="95" y="1"/>
                  </ns1:cubicBezTo>
                  <ns1:cubicBezTo>
                    <ns1:pt x="94" y="0"/>
                    <ns1:pt x="93" y="0"/>
                    <ns1:pt x="91" y="1"/>
                  </ns1:cubicBezTo>
                  <ns1:cubicBezTo>
                    <ns1:pt x="84" y="2"/>
                    <ns1:pt x="75" y="7"/>
                    <ns1:pt x="75" y="7"/>
                  </ns1:cubicBezTo>
                  <ns1:cubicBezTo>
                    <ns1:pt x="75" y="7"/>
                    <ns1:pt x="73" y="3"/>
                    <ns1:pt x="64" y="3"/>
                  </ns1:cubicBezTo>
                  <ns1:cubicBezTo>
                    <ns1:pt x="57" y="3"/>
                    <ns1:pt x="45" y="3"/>
                    <ns1:pt x="40" y="5"/>
                  </ns1:cubicBezTo>
                  <ns1:cubicBezTo>
                    <ns1:pt x="39" y="5"/>
                    <ns1:pt x="39" y="6"/>
                    <ns1:pt x="39" y="6"/>
                  </ns1:cubicBezTo>
                  <ns1:cubicBezTo>
                    <ns1:pt x="36" y="8"/>
                    <ns1:pt x="30" y="16"/>
                    <ns1:pt x="23" y="16"/>
                  </ns1:cubicBezTo>
                  <ns1:cubicBezTo>
                    <ns1:pt x="21" y="16"/>
                    <ns1:pt x="19" y="15"/>
                    <ns1:pt x="17" y="15"/>
                  </ns1:cubicBezTo>
                  <ns1:cubicBezTo>
                    <ns1:pt x="15" y="14"/>
                    <ns1:pt x="14" y="14"/>
                    <ns1:pt x="10" y="16"/>
                  </ns1:cubicBezTo>
                  <ns1:cubicBezTo>
                    <ns1:pt x="5" y="19"/>
                    <ns1:pt x="5" y="23"/>
                    <ns1:pt x="5" y="23"/>
                  </ns1:cubicBezTo>
                  <ns1:cubicBezTo>
                    <ns1:pt x="5" y="23"/>
                    <ns1:pt x="0" y="22"/>
                    <ns1:pt x="0" y="28"/>
                  </ns1:cubicBezTo>
                  <ns1:cubicBezTo>
                    <ns1:pt x="15" y="35"/>
                    <ns1:pt x="27" y="38"/>
                    <ns1:pt x="27" y="38"/>
                  </ns1:cubicBezTo>
                  <ns1:cubicBezTo>
                    <ns1:pt x="27" y="38"/>
                    <ns1:pt x="26" y="38"/>
                    <ns1:pt x="26" y="38"/>
                  </ns1:cubicBezTo>
                  <ns1:close/>
                </ns1:path>
              </ns1:pathLst>
            </ns1:custGeom>
            <ns1:grpFill/>
            <ns1:ln>
              <ns1:noFill/>
            </ns1:ln>
            <ns1:extLst>
              <ns1:ext uri="{91240B29-F687-4F45-9708-019B960494DF}">
                <ns2:hiddenLine w="9525">
                  <ns1:solidFill>
                    <ns1:srgbClr val="000000"/>
                  </ns1:solidFill>
                  <ns1:round/>
                  <ns1:headEnd/>
                  <ns1:tailEnd/>
                </ns2:hiddenLine>
              </ns1:ext>
            </ns1:extLst>
          </ns0:spPr>
          <ns0:txBody>
            <ns1:bodyPr vert="horz" wrap="square" lIns="91440" tIns="45720" rIns="91440" bIns="45720" numCol="1" anchor="t" anchorCtr="0" compatLnSpc="1">
              <ns1:prstTxWarp prst="textNoShape">
                <ns1:avLst/>
              </ns1:prstTxWarp>
            </ns1:bodyPr>
            <ns1:lstStyle/>
            <ns1:p>
              <ns1:endParaRPr lang="id-ID" sz="2700"/>
            </ns1:p>
          </ns0:txBody>
        </ns0:sp>
      </ns0:grpSp>
      <ns0:grpSp>
        <ns0:nvGrpSpPr>
          <ns0:cNvPr id="52" name="Group 51"/>
          <ns0:cNvGrpSpPr/>
          <ns0:nvPr/>
        </ns0:nvGrpSpPr>
        <ns0:grpSpPr>
          <ns1:xfrm>
            <ns1:off x="4343304" y="2045602"/>
            <ns1:ext cx="355572" cy="338477"/>
            <ns1:chOff x="10755313" y="220663"/>
            <ns1:chExt cx="990600" cy="942975"/>
          </ns1:xfrm>
          <ns1:solidFill>
            <ns1:schemeClr val="tx1"/>
          </ns1:solidFill>
        </ns0:grpSpPr>
        <ns0:sp>
          <ns0:nvSpPr>
            <ns0:cNvPr id="53" name="Freeform 24"/>
            <ns0:cNvSpPr>
              <ns1:spLocks noEditPoints="1"/>
            </ns0:cNvSpPr>
            <ns0:nvPr/>
          </ns0:nvSpPr>
          <ns0:spPr bwMode="auto">
            <ns1:xfrm>
              <ns1:off x="10755313" y="220663"/>
              <ns1:ext cx="990600" cy="942975"/>
            </ns1:xfrm>
            <ns1:custGeom>
              <ns1:avLst/>
              <ns1:gdLst>
                <ns1:gd name="T0" fmla="*/ 239 w 261"/>
                <ns1:gd name="T1" fmla="*/ 0 h 248"/>
                <ns1:gd name="T2" fmla="*/ 22 w 261"/>
                <ns1:gd name="T3" fmla="*/ 0 h 248"/>
                <ns1:gd name="T4" fmla="*/ 0 w 261"/>
                <ns1:gd name="T5" fmla="*/ 22 h 248"/>
                <ns1:gd name="T6" fmla="*/ 0 w 261"/>
                <ns1:gd name="T7" fmla="*/ 190 h 248"/>
                <ns1:gd name="T8" fmla="*/ 22 w 261"/>
                <ns1:gd name="T9" fmla="*/ 212 h 248"/>
                <ns1:gd name="T10" fmla="*/ 88 w 261"/>
                <ns1:gd name="T11" fmla="*/ 212 h 248"/>
                <ns1:gd name="T12" fmla="*/ 76 w 261"/>
                <ns1:gd name="T13" fmla="*/ 224 h 248"/>
                <ns1:gd name="T14" fmla="*/ 70 w 261"/>
                <ns1:gd name="T15" fmla="*/ 231 h 248"/>
                <ns1:gd name="T16" fmla="*/ 70 w 261"/>
                <ns1:gd name="T17" fmla="*/ 241 h 248"/>
                <ns1:gd name="T18" fmla="*/ 86 w 261"/>
                <ns1:gd name="T19" fmla="*/ 248 h 248"/>
                <ns1:gd name="T20" fmla="*/ 175 w 261"/>
                <ns1:gd name="T21" fmla="*/ 248 h 248"/>
                <ns1:gd name="T22" fmla="*/ 191 w 261"/>
                <ns1:gd name="T23" fmla="*/ 241 h 248"/>
                <ns1:gd name="T24" fmla="*/ 191 w 261"/>
                <ns1:gd name="T25" fmla="*/ 231 h 248"/>
                <ns1:gd name="T26" fmla="*/ 185 w 261"/>
                <ns1:gd name="T27" fmla="*/ 224 h 248"/>
                <ns1:gd name="T28" fmla="*/ 173 w 261"/>
                <ns1:gd name="T29" fmla="*/ 212 h 248"/>
                <ns1:gd name="T30" fmla="*/ 239 w 261"/>
                <ns1:gd name="T31" fmla="*/ 212 h 248"/>
                <ns1:gd name="T32" fmla="*/ 261 w 261"/>
                <ns1:gd name="T33" fmla="*/ 190 h 248"/>
                <ns1:gd name="T34" fmla="*/ 261 w 261"/>
                <ns1:gd name="T35" fmla="*/ 22 h 248"/>
                <ns1:gd name="T36" fmla="*/ 239 w 261"/>
                <ns1:gd name="T37" fmla="*/ 0 h 248"/>
                <ns1:gd name="T38" fmla="*/ 179 w 261"/>
                <ns1:gd name="T39" fmla="*/ 230 h 248"/>
                <ns1:gd name="T40" fmla="*/ 184 w 261"/>
                <ns1:gd name="T41" fmla="*/ 236 h 248"/>
                <ns1:gd name="T42" fmla="*/ 184 w 261"/>
                <ns1:gd name="T43" fmla="*/ 238 h 248"/>
                <ns1:gd name="T44" fmla="*/ 175 w 261"/>
                <ns1:gd name="T45" fmla="*/ 240 h 248"/>
                <ns1:gd name="T46" fmla="*/ 86 w 261"/>
                <ns1:gd name="T47" fmla="*/ 240 h 248"/>
                <ns1:gd name="T48" fmla="*/ 77 w 261"/>
                <ns1:gd name="T49" fmla="*/ 238 h 248"/>
                <ns1:gd name="T50" fmla="*/ 77 w 261"/>
                <ns1:gd name="T51" fmla="*/ 236 h 248"/>
                <ns1:gd name="T52" fmla="*/ 77 w 261"/>
                <ns1:gd name="T53" fmla="*/ 236 h 248"/>
                <ns1:gd name="T54" fmla="*/ 82 w 261"/>
                <ns1:gd name="T55" fmla="*/ 230 h 248"/>
                <ns1:gd name="T56" fmla="*/ 98 w 261"/>
                <ns1:gd name="T57" fmla="*/ 212 h 248"/>
                <ns1:gd name="T58" fmla="*/ 163 w 261"/>
                <ns1:gd name="T59" fmla="*/ 212 h 248"/>
                <ns1:gd name="T60" fmla="*/ 179 w 261"/>
                <ns1:gd name="T61" fmla="*/ 230 h 248"/>
                <ns1:gd name="T62" fmla="*/ 245 w 261"/>
                <ns1:gd name="T63" fmla="*/ 190 h 248"/>
                <ns1:gd name="T64" fmla="*/ 239 w 261"/>
                <ns1:gd name="T65" fmla="*/ 196 h 248"/>
                <ns1:gd name="T66" fmla="*/ 22 w 261"/>
                <ns1:gd name="T67" fmla="*/ 196 h 248"/>
                <ns1:gd name="T68" fmla="*/ 16 w 261"/>
                <ns1:gd name="T69" fmla="*/ 190 h 248"/>
                <ns1:gd name="T70" fmla="*/ 16 w 261"/>
                <ns1:gd name="T71" fmla="*/ 22 h 248"/>
                <ns1:gd name="T72" fmla="*/ 22 w 261"/>
                <ns1:gd name="T73" fmla="*/ 16 h 248"/>
                <ns1:gd name="T74" fmla="*/ 239 w 261"/>
                <ns1:gd name="T75" fmla="*/ 16 h 248"/>
                <ns1:gd name="T76" fmla="*/ 245 w 261"/>
                <ns1:gd name="T77" fmla="*/ 22 h 248"/>
                <ns1:gd name="T78" fmla="*/ 245 w 261"/>
                <ns1:gd name="T79" fmla="*/ 190 h 248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  <ns1:cxn ang="0">
                  <ns1:pos x="T14" y="T15"/>
                </ns1:cxn>
                <ns1:cxn ang="0">
                  <ns1:pos x="T16" y="T17"/>
                </ns1:cxn>
                <ns1:cxn ang="0">
                  <ns1:pos x="T18" y="T19"/>
                </ns1:cxn>
                <ns1:cxn ang="0">
                  <ns1:pos x="T20" y="T21"/>
                </ns1:cxn>
                <ns1:cxn ang="0">
                  <ns1:pos x="T22" y="T23"/>
                </ns1:cxn>
                <ns1:cxn ang="0">
                  <ns1:pos x="T24" y="T25"/>
                </ns1:cxn>
                <ns1:cxn ang="0">
                  <ns1:pos x="T26" y="T27"/>
                </ns1:cxn>
                <ns1:cxn ang="0">
                  <ns1:pos x="T28" y="T29"/>
                </ns1:cxn>
                <ns1:cxn ang="0">
                  <ns1:pos x="T30" y="T31"/>
                </ns1:cxn>
                <ns1:cxn ang="0">
                  <ns1:pos x="T32" y="T33"/>
                </ns1:cxn>
                <ns1:cxn ang="0">
                  <ns1:pos x="T34" y="T35"/>
                </ns1:cxn>
                <ns1:cxn ang="0">
                  <ns1:pos x="T36" y="T37"/>
                </ns1:cxn>
                <ns1:cxn ang="0">
                  <ns1:pos x="T38" y="T39"/>
                </ns1:cxn>
                <ns1:cxn ang="0">
                  <ns1:pos x="T40" y="T41"/>
                </ns1:cxn>
                <ns1:cxn ang="0">
                  <ns1:pos x="T42" y="T43"/>
                </ns1:cxn>
                <ns1:cxn ang="0">
                  <ns1:pos x="T44" y="T45"/>
                </ns1:cxn>
                <ns1:cxn ang="0">
                  <ns1:pos x="T46" y="T47"/>
                </ns1:cxn>
                <ns1:cxn ang="0">
                  <ns1:pos x="T48" y="T49"/>
                </ns1:cxn>
                <ns1:cxn ang="0">
                  <ns1:pos x="T50" y="T51"/>
                </ns1:cxn>
                <ns1:cxn ang="0">
                  <ns1:pos x="T52" y="T53"/>
                </ns1:cxn>
                <ns1:cxn ang="0">
                  <ns1:pos x="T54" y="T55"/>
                </ns1:cxn>
                <ns1:cxn ang="0">
                  <ns1:pos x="T56" y="T57"/>
                </ns1:cxn>
                <ns1:cxn ang="0">
                  <ns1:pos x="T58" y="T59"/>
                </ns1:cxn>
                <ns1:cxn ang="0">
                  <ns1:pos x="T60" y="T61"/>
                </ns1:cxn>
                <ns1:cxn ang="0">
                  <ns1:pos x="T62" y="T63"/>
                </ns1:cxn>
                <ns1:cxn ang="0">
                  <ns1:pos x="T64" y="T65"/>
                </ns1:cxn>
                <ns1:cxn ang="0">
                  <ns1:pos x="T66" y="T67"/>
                </ns1:cxn>
                <ns1:cxn ang="0">
                  <ns1:pos x="T68" y="T69"/>
                </ns1:cxn>
                <ns1:cxn ang="0">
                  <ns1:pos x="T70" y="T71"/>
                </ns1:cxn>
                <ns1:cxn ang="0">
                  <ns1:pos x="T72" y="T73"/>
                </ns1:cxn>
                <ns1:cxn ang="0">
                  <ns1:pos x="T74" y="T75"/>
                </ns1:cxn>
                <ns1:cxn ang="0">
                  <ns1:pos x="T76" y="T77"/>
                </ns1:cxn>
                <ns1:cxn ang="0">
                  <ns1:pos x="T78" y="T79"/>
                </ns1:cxn>
              </ns1:cxnLst>
              <ns1:rect l="0" t="0" r="r" b="b"/>
              <ns1:pathLst>
                <ns1:path w="261" h="248">
                  <ns1:moveTo>
                    <ns1:pt x="239" y="0"/>
                  </ns1:moveTo>
                  <ns1:cubicBezTo>
                    <ns1:pt x="22" y="0"/>
                    <ns1:pt x="22" y="0"/>
                    <ns1:pt x="22" y="0"/>
                  </ns1:cubicBezTo>
                  <ns1:cubicBezTo>
                    <ns1:pt x="10" y="0"/>
                    <ns1:pt x="0" y="10"/>
                    <ns1:pt x="0" y="22"/>
                  </ns1:cubicBezTo>
                  <ns1:cubicBezTo>
                    <ns1:pt x="0" y="190"/>
                    <ns1:pt x="0" y="190"/>
                    <ns1:pt x="0" y="190"/>
                  </ns1:cubicBezTo>
                  <ns1:cubicBezTo>
                    <ns1:pt x="0" y="202"/>
                    <ns1:pt x="10" y="212"/>
                    <ns1:pt x="22" y="212"/>
                  </ns1:cubicBezTo>
                  <ns1:cubicBezTo>
                    <ns1:pt x="88" y="212"/>
                    <ns1:pt x="88" y="212"/>
                    <ns1:pt x="88" y="212"/>
                  </ns1:cubicBezTo>
                  <ns1:cubicBezTo>
                    <ns1:pt x="85" y="216"/>
                    <ns1:pt x="79" y="222"/>
                    <ns1:pt x="76" y="224"/>
                  </ns1:cubicBezTo>
                  <ns1:cubicBezTo>
                    <ns1:pt x="74" y="227"/>
                    <ns1:pt x="71" y="229"/>
                    <ns1:pt x="70" y="231"/>
                  </ns1:cubicBezTo>
                  <ns1:cubicBezTo>
                    <ns1:pt x="69" y="233"/>
                    <ns1:pt x="68" y="237"/>
                    <ns1:pt x="70" y="241"/>
                  </ns1:cubicBezTo>
                  <ns1:cubicBezTo>
                    <ns1:pt x="71" y="244"/>
                    <ns1:pt x="76" y="248"/>
                    <ns1:pt x="86" y="248"/>
                  </ns1:cubicBezTo>
                  <ns1:cubicBezTo>
                    <ns1:pt x="175" y="248"/>
                    <ns1:pt x="175" y="248"/>
                    <ns1:pt x="175" y="248"/>
                  </ns1:cubicBezTo>
                  <ns1:cubicBezTo>
                    <ns1:pt x="185" y="248"/>
                    <ns1:pt x="190" y="244"/>
                    <ns1:pt x="191" y="241"/>
                  </ns1:cubicBezTo>
                  <ns1:cubicBezTo>
                    <ns1:pt x="193" y="237"/>
                    <ns1:pt x="192" y="233"/>
                    <ns1:pt x="191" y="231"/>
                  </ns1:cubicBezTo>
                  <ns1:cubicBezTo>
                    <ns1:pt x="190" y="229"/>
                    <ns1:pt x="187" y="227"/>
                    <ns1:pt x="185" y="224"/>
                  </ns1:cubicBezTo>
                  <ns1:cubicBezTo>
                    <ns1:pt x="182" y="222"/>
                    <ns1:pt x="176" y="216"/>
                    <ns1:pt x="173" y="212"/>
                  </ns1:cubicBezTo>
                  <ns1:cubicBezTo>
                    <ns1:pt x="239" y="212"/>
                    <ns1:pt x="239" y="212"/>
                    <ns1:pt x="239" y="212"/>
                  </ns1:cubicBezTo>
                  <ns1:cubicBezTo>
                    <ns1:pt x="251" y="212"/>
                    <ns1:pt x="261" y="202"/>
                    <ns1:pt x="261" y="190"/>
                  </ns1:cubicBezTo>
                  <ns1:cubicBezTo>
                    <ns1:pt x="261" y="22"/>
                    <ns1:pt x="261" y="22"/>
                    <ns1:pt x="261" y="22"/>
                  </ns1:cubicBezTo>
                  <ns1:cubicBezTo>
                    <ns1:pt x="261" y="10"/>
                    <ns1:pt x="251" y="0"/>
                    <ns1:pt x="239" y="0"/>
                  </ns1:cubicBezTo>
                  <ns1:close/>
                  <ns1:moveTo>
                    <ns1:pt x="179" y="230"/>
                  </ns1:moveTo>
                  <ns1:cubicBezTo>
                    <ns1:pt x="181" y="233"/>
                    <ns1:pt x="183" y="235"/>
                    <ns1:pt x="184" y="236"/>
                  </ns1:cubicBezTo>
                  <ns1:cubicBezTo>
                    <ns1:pt x="184" y="236"/>
                    <ns1:pt x="185" y="237"/>
                    <ns1:pt x="184" y="238"/>
                  </ns1:cubicBezTo>
                  <ns1:cubicBezTo>
                    <ns1:pt x="183" y="239"/>
                    <ns1:pt x="179" y="240"/>
                    <ns1:pt x="175" y="240"/>
                  </ns1:cubicBezTo>
                  <ns1:cubicBezTo>
                    <ns1:pt x="86" y="240"/>
                    <ns1:pt x="86" y="240"/>
                    <ns1:pt x="86" y="240"/>
                  </ns1:cubicBezTo>
                  <ns1:cubicBezTo>
                    <ns1:pt x="82" y="240"/>
                    <ns1:pt x="78" y="239"/>
                    <ns1:pt x="77" y="238"/>
                  </ns1:cubicBezTo>
                  <ns1:cubicBezTo>
                    <ns1:pt x="77" y="237"/>
                    <ns1:pt x="77" y="236"/>
                    <ns1:pt x="77" y="236"/>
                  </ns1:cubicBezTo>
                  <ns1:cubicBezTo>
                    <ns1:pt x="77" y="236"/>
                    <ns1:pt x="77" y="236"/>
                    <ns1:pt x="77" y="236"/>
                  </ns1:cubicBezTo>
                  <ns1:cubicBezTo>
                    <ns1:pt x="78" y="235"/>
                    <ns1:pt x="80" y="233"/>
                    <ns1:pt x="82" y="230"/>
                  </ns1:cubicBezTo>
                  <ns1:cubicBezTo>
                    <ns1:pt x="89" y="223"/>
                    <ns1:pt x="95" y="217"/>
                    <ns1:pt x="98" y="212"/>
                  </ns1:cubicBezTo>
                  <ns1:cubicBezTo>
                    <ns1:pt x="163" y="212"/>
                    <ns1:pt x="163" y="212"/>
                    <ns1:pt x="163" y="212"/>
                  </ns1:cubicBezTo>
                  <ns1:cubicBezTo>
                    <ns1:pt x="166" y="217"/>
                    <ns1:pt x="172" y="223"/>
                    <ns1:pt x="179" y="230"/>
                  </ns1:cubicBezTo>
                  <ns1:close/>
                  <ns1:moveTo>
                    <ns1:pt x="245" y="190"/>
                  </ns1:moveTo>
                  <ns1:cubicBezTo>
                    <ns1:pt x="245" y="193"/>
                    <ns1:pt x="242" y="196"/>
                    <ns1:pt x="239" y="196"/>
                  </ns1:cubicBezTo>
                  <ns1:cubicBezTo>
                    <ns1:pt x="22" y="196"/>
                    <ns1:pt x="22" y="196"/>
                    <ns1:pt x="22" y="196"/>
                  </ns1:cubicBezTo>
                  <ns1:cubicBezTo>
                    <ns1:pt x="19" y="196"/>
                    <ns1:pt x="16" y="193"/>
                    <ns1:pt x="16" y="190"/>
                  </ns1:cubicBezTo>
                  <ns1:cubicBezTo>
                    <ns1:pt x="16" y="22"/>
                    <ns1:pt x="16" y="22"/>
                    <ns1:pt x="16" y="22"/>
                  </ns1:cubicBezTo>
                  <ns1:cubicBezTo>
                    <ns1:pt x="16" y="19"/>
                    <ns1:pt x="19" y="16"/>
                    <ns1:pt x="22" y="16"/>
                  </ns1:cubicBezTo>
                  <ns1:cubicBezTo>
                    <ns1:pt x="239" y="16"/>
                    <ns1:pt x="239" y="16"/>
                    <ns1:pt x="239" y="16"/>
                  </ns1:cubicBezTo>
                  <ns1:cubicBezTo>
                    <ns1:pt x="242" y="16"/>
                    <ns1:pt x="245" y="19"/>
                    <ns1:pt x="245" y="22"/>
                  </ns1:cubicBezTo>
                  <ns1:lnTo>
                    <ns1:pt x="245" y="190"/>
                  </ns1:lnTo>
                  <ns1:close/>
                </ns1:path>
              </ns1:pathLst>
            </ns1:custGeom>
            <ns1:grpFill/>
            <ns1:ln>
              <ns1:noFill/>
            </ns1:ln>
            <ns1:extLst>
              <ns1:ext uri="{91240B29-F687-4F45-9708-019B960494DF}">
                <ns2:hiddenLine w="9525">
                  <ns1:solidFill>
                    <ns1:srgbClr val="000000"/>
                  </ns1:solidFill>
                  <ns1:round/>
                  <ns1:headEnd/>
                  <ns1:tailEnd/>
                </ns2:hiddenLine>
              </ns1:ext>
            </ns1:extLst>
          </ns0:spPr>
          <ns0:txBody>
            <ns1:bodyPr vert="horz" wrap="square" lIns="91440" tIns="45720" rIns="91440" bIns="45720" numCol="1" anchor="t" anchorCtr="0" compatLnSpc="1">
              <ns1:prstTxWarp prst="textNoShape">
                <ns1:avLst/>
              </ns1:prstTxWarp>
            </ns1:bodyPr>
            <ns1:lstStyle/>
            <ns1:p>
              <ns1:endParaRPr lang="id-ID" sz="2700"/>
            </ns1:p>
          </ns0:txBody>
        </ns0:sp>
        <ns0:sp>
          <ns0:nvSpPr>
            <ns0:cNvPr id="54" name="Freeform 25"/>
            <ns0:cNvSpPr>
              <ns1:spLocks noEditPoints="1"/>
            </ns0:cNvSpPr>
            <ns0:nvPr/>
          </ns0:nvSpPr>
          <ns0:spPr bwMode="auto">
            <ns1:xfrm>
              <ns1:off x="10879138" y="342901"/>
              <ns1:ext cx="741363" cy="498475"/>
            </ns1:xfrm>
            <ns1:custGeom>
              <ns1:avLst/>
              <ns1:gdLst>
                <ns1:gd name="T0" fmla="*/ 182 w 195"/>
                <ns1:gd name="T1" fmla="*/ 0 h 131"/>
                <ns1:gd name="T2" fmla="*/ 13 w 195"/>
                <ns1:gd name="T3" fmla="*/ 0 h 131"/>
                <ns1:gd name="T4" fmla="*/ 0 w 195"/>
                <ns1:gd name="T5" fmla="*/ 14 h 131"/>
                <ns1:gd name="T6" fmla="*/ 0 w 195"/>
                <ns1:gd name="T7" fmla="*/ 117 h 131"/>
                <ns1:gd name="T8" fmla="*/ 13 w 195"/>
                <ns1:gd name="T9" fmla="*/ 131 h 131"/>
                <ns1:gd name="T10" fmla="*/ 182 w 195"/>
                <ns1:gd name="T11" fmla="*/ 131 h 131"/>
                <ns1:gd name="T12" fmla="*/ 195 w 195"/>
                <ns1:gd name="T13" fmla="*/ 117 h 131"/>
                <ns1:gd name="T14" fmla="*/ 195 w 195"/>
                <ns1:gd name="T15" fmla="*/ 14 h 131"/>
                <ns1:gd name="T16" fmla="*/ 182 w 195"/>
                <ns1:gd name="T17" fmla="*/ 0 h 131"/>
                <ns1:gd name="T18" fmla="*/ 13 w 195"/>
                <ns1:gd name="T19" fmla="*/ 9 h 131"/>
                <ns1:gd name="T20" fmla="*/ 182 w 195"/>
                <ns1:gd name="T21" fmla="*/ 9 h 131"/>
                <ns1:gd name="T22" fmla="*/ 187 w 195"/>
                <ns1:gd name="T23" fmla="*/ 14 h 131"/>
                <ns1:gd name="T24" fmla="*/ 187 w 195"/>
                <ns1:gd name="T25" fmla="*/ 48 h 131"/>
                <ns1:gd name="T26" fmla="*/ 154 w 195"/>
                <ns1:gd name="T27" fmla="*/ 85 h 131"/>
                <ns1:gd name="T28" fmla="*/ 125 w 195"/>
                <ns1:gd name="T29" fmla="*/ 47 h 131"/>
                <ns1:gd name="T30" fmla="*/ 122 w 195"/>
                <ns1:gd name="T31" fmla="*/ 45 h 131"/>
                <ns1:gd name="T32" fmla="*/ 119 w 195"/>
                <ns1:gd name="T33" fmla="*/ 47 h 131"/>
                <ns1:gd name="T34" fmla="*/ 81 w 195"/>
                <ns1:gd name="T35" fmla="*/ 100 h 131"/>
                <ns1:gd name="T36" fmla="*/ 51 w 195"/>
                <ns1:gd name="T37" fmla="*/ 71 h 131"/>
                <ns1:gd name="T38" fmla="*/ 46 w 195"/>
                <ns1:gd name="T39" fmla="*/ 71 h 131"/>
                <ns1:gd name="T40" fmla="*/ 8 w 195"/>
                <ns1:gd name="T41" fmla="*/ 105 h 131"/>
                <ns1:gd name="T42" fmla="*/ 8 w 195"/>
                <ns1:gd name="T43" fmla="*/ 14 h 131"/>
                <ns1:gd name="T44" fmla="*/ 13 w 195"/>
                <ns1:gd name="T45" fmla="*/ 9 h 131"/>
                <ns1:gd name="T46" fmla="*/ 182 w 195"/>
                <ns1:gd name="T47" fmla="*/ 123 h 131"/>
                <ns1:gd name="T48" fmla="*/ 13 w 195"/>
                <ns1:gd name="T49" fmla="*/ 123 h 131"/>
                <ns1:gd name="T50" fmla="*/ 8 w 195"/>
                <ns1:gd name="T51" fmla="*/ 117 h 131"/>
                <ns1:gd name="T52" fmla="*/ 8 w 195"/>
                <ns1:gd name="T53" fmla="*/ 116 h 131"/>
                <ns1:gd name="T54" fmla="*/ 48 w 195"/>
                <ns1:gd name="T55" fmla="*/ 79 h 131"/>
                <ns1:gd name="T56" fmla="*/ 78 w 195"/>
                <ns1:gd name="T57" fmla="*/ 109 h 131"/>
                <ns1:gd name="T58" fmla="*/ 82 w 195"/>
                <ns1:gd name="T59" fmla="*/ 110 h 131"/>
                <ns1:gd name="T60" fmla="*/ 85 w 195"/>
                <ns1:gd name="T61" fmla="*/ 109 h 131"/>
                <ns1:gd name="T62" fmla="*/ 122 w 195"/>
                <ns1:gd name="T63" fmla="*/ 56 h 131"/>
                <ns1:gd name="T64" fmla="*/ 151 w 195"/>
                <ns1:gd name="T65" fmla="*/ 94 h 131"/>
                <ns1:gd name="T66" fmla="*/ 154 w 195"/>
                <ns1:gd name="T67" fmla="*/ 95 h 131"/>
                <ns1:gd name="T68" fmla="*/ 157 w 195"/>
                <ns1:gd name="T69" fmla="*/ 94 h 131"/>
                <ns1:gd name="T70" fmla="*/ 187 w 195"/>
                <ns1:gd name="T71" fmla="*/ 60 h 131"/>
                <ns1:gd name="T72" fmla="*/ 187 w 195"/>
                <ns1:gd name="T73" fmla="*/ 117 h 131"/>
                <ns1:gd name="T74" fmla="*/ 182 w 195"/>
                <ns1:gd name="T75" fmla="*/ 123 h 131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  <ns1:cxn ang="0">
                  <ns1:pos x="T14" y="T15"/>
                </ns1:cxn>
                <ns1:cxn ang="0">
                  <ns1:pos x="T16" y="T17"/>
                </ns1:cxn>
                <ns1:cxn ang="0">
                  <ns1:pos x="T18" y="T19"/>
                </ns1:cxn>
                <ns1:cxn ang="0">
                  <ns1:pos x="T20" y="T21"/>
                </ns1:cxn>
                <ns1:cxn ang="0">
                  <ns1:pos x="T22" y="T23"/>
                </ns1:cxn>
                <ns1:cxn ang="0">
                  <ns1:pos x="T24" y="T25"/>
                </ns1:cxn>
                <ns1:cxn ang="0">
                  <ns1:pos x="T26" y="T27"/>
                </ns1:cxn>
                <ns1:cxn ang="0">
                  <ns1:pos x="T28" y="T29"/>
                </ns1:cxn>
                <ns1:cxn ang="0">
                  <ns1:pos x="T30" y="T31"/>
                </ns1:cxn>
                <ns1:cxn ang="0">
                  <ns1:pos x="T32" y="T33"/>
                </ns1:cxn>
                <ns1:cxn ang="0">
                  <ns1:pos x="T34" y="T35"/>
                </ns1:cxn>
                <ns1:cxn ang="0">
                  <ns1:pos x="T36" y="T37"/>
                </ns1:cxn>
                <ns1:cxn ang="0">
                  <ns1:pos x="T38" y="T39"/>
                </ns1:cxn>
                <ns1:cxn ang="0">
                  <ns1:pos x="T40" y="T41"/>
                </ns1:cxn>
                <ns1:cxn ang="0">
                  <ns1:pos x="T42" y="T43"/>
                </ns1:cxn>
                <ns1:cxn ang="0">
                  <ns1:pos x="T44" y="T45"/>
                </ns1:cxn>
                <ns1:cxn ang="0">
                  <ns1:pos x="T46" y="T47"/>
                </ns1:cxn>
                <ns1:cxn ang="0">
                  <ns1:pos x="T48" y="T49"/>
                </ns1:cxn>
                <ns1:cxn ang="0">
                  <ns1:pos x="T50" y="T51"/>
                </ns1:cxn>
                <ns1:cxn ang="0">
                  <ns1:pos x="T52" y="T53"/>
                </ns1:cxn>
                <ns1:cxn ang="0">
                  <ns1:pos x="T54" y="T55"/>
                </ns1:cxn>
                <ns1:cxn ang="0">
                  <ns1:pos x="T56" y="T57"/>
                </ns1:cxn>
                <ns1:cxn ang="0">
                  <ns1:pos x="T58" y="T59"/>
                </ns1:cxn>
                <ns1:cxn ang="0">
                  <ns1:pos x="T60" y="T61"/>
                </ns1:cxn>
                <ns1:cxn ang="0">
                  <ns1:pos x="T62" y="T63"/>
                </ns1:cxn>
                <ns1:cxn ang="0">
                  <ns1:pos x="T64" y="T65"/>
                </ns1:cxn>
                <ns1:cxn ang="0">
                  <ns1:pos x="T66" y="T67"/>
                </ns1:cxn>
                <ns1:cxn ang="0">
                  <ns1:pos x="T68" y="T69"/>
                </ns1:cxn>
                <ns1:cxn ang="0">
                  <ns1:pos x="T70" y="T71"/>
                </ns1:cxn>
                <ns1:cxn ang="0">
                  <ns1:pos x="T72" y="T73"/>
                </ns1:cxn>
                <ns1:cxn ang="0">
                  <ns1:pos x="T74" y="T75"/>
                </ns1:cxn>
              </ns1:cxnLst>
              <ns1:rect l="0" t="0" r="r" b="b"/>
              <ns1:pathLst>
                <ns1:path w="195" h="131">
                  <ns1:moveTo>
                    <ns1:pt x="182" y="0"/>
                  </ns1:moveTo>
                  <ns1:cubicBezTo>
                    <ns1:pt x="13" y="0"/>
                    <ns1:pt x="13" y="0"/>
                    <ns1:pt x="13" y="0"/>
                  </ns1:cubicBezTo>
                  <ns1:cubicBezTo>
                    <ns1:pt x="6" y="0"/>
                    <ns1:pt x="0" y="7"/>
                    <ns1:pt x="0" y="14"/>
                  </ns1:cubicBezTo>
                  <ns1:cubicBezTo>
                    <ns1:pt x="0" y="117"/>
                    <ns1:pt x="0" y="117"/>
                    <ns1:pt x="0" y="117"/>
                  </ns1:cubicBezTo>
                  <ns1:cubicBezTo>
                    <ns1:pt x="0" y="125"/>
                    <ns1:pt x="6" y="131"/>
                    <ns1:pt x="13" y="131"/>
                  </ns1:cubicBezTo>
                  <ns1:cubicBezTo>
                    <ns1:pt x="182" y="131"/>
                    <ns1:pt x="182" y="131"/>
                    <ns1:pt x="182" y="131"/>
                  </ns1:cubicBezTo>
                  <ns1:cubicBezTo>
                    <ns1:pt x="189" y="131"/>
                    <ns1:pt x="195" y="125"/>
                    <ns1:pt x="195" y="117"/>
                  </ns1:cubicBezTo>
                  <ns1:cubicBezTo>
                    <ns1:pt x="195" y="14"/>
                    <ns1:pt x="195" y="14"/>
                    <ns1:pt x="195" y="14"/>
                  </ns1:cubicBezTo>
                  <ns1:cubicBezTo>
                    <ns1:pt x="195" y="7"/>
                    <ns1:pt x="189" y="0"/>
                    <ns1:pt x="182" y="0"/>
                  </ns1:cubicBezTo>
                  <ns1:close/>
                  <ns1:moveTo>
                    <ns1:pt x="13" y="9"/>
                  </ns1:moveTo>
                  <ns1:cubicBezTo>
                    <ns1:pt x="182" y="9"/>
                    <ns1:pt x="182" y="9"/>
                    <ns1:pt x="182" y="9"/>
                  </ns1:cubicBezTo>
                  <ns1:cubicBezTo>
                    <ns1:pt x="185" y="9"/>
                    <ns1:pt x="187" y="11"/>
                    <ns1:pt x="187" y="14"/>
                  </ns1:cubicBezTo>
                  <ns1:cubicBezTo>
                    <ns1:pt x="187" y="48"/>
                    <ns1:pt x="187" y="48"/>
                    <ns1:pt x="187" y="48"/>
                  </ns1:cubicBezTo>
                  <ns1:cubicBezTo>
                    <ns1:pt x="154" y="85"/>
                    <ns1:pt x="154" y="85"/>
                    <ns1:pt x="154" y="85"/>
                  </ns1:cubicBezTo>
                  <ns1:cubicBezTo>
                    <ns1:pt x="125" y="47"/>
                    <ns1:pt x="125" y="47"/>
                    <ns1:pt x="125" y="47"/>
                  </ns1:cubicBezTo>
                  <ns1:cubicBezTo>
                    <ns1:pt x="124" y="46"/>
                    <ns1:pt x="123" y="45"/>
                    <ns1:pt x="122" y="45"/>
                  </ns1:cubicBezTo>
                  <ns1:cubicBezTo>
                    <ns1:pt x="121" y="45"/>
                    <ns1:pt x="119" y="46"/>
                    <ns1:pt x="119" y="47"/>
                  </ns1:cubicBezTo>
                  <ns1:cubicBezTo>
                    <ns1:pt x="81" y="100"/>
                    <ns1:pt x="81" y="100"/>
                    <ns1:pt x="81" y="100"/>
                  </ns1:cubicBezTo>
                  <ns1:cubicBezTo>
                    <ns1:pt x="51" y="71"/>
                    <ns1:pt x="51" y="71"/>
                    <ns1:pt x="51" y="71"/>
                  </ns1:cubicBezTo>
                  <ns1:cubicBezTo>
                    <ns1:pt x="50" y="69"/>
                    <ns1:pt x="47" y="69"/>
                    <ns1:pt x="46" y="71"/>
                  </ns1:cubicBezTo>
                  <ns1:cubicBezTo>
                    <ns1:pt x="8" y="105"/>
                    <ns1:pt x="8" y="105"/>
                    <ns1:pt x="8" y="105"/>
                  </ns1:cubicBezTo>
                  <ns1:cubicBezTo>
                    <ns1:pt x="8" y="14"/>
                    <ns1:pt x="8" y="14"/>
                    <ns1:pt x="8" y="14"/>
                  </ns1:cubicBezTo>
                  <ns1:cubicBezTo>
                    <ns1:pt x="8" y="11"/>
                    <ns1:pt x="10" y="9"/>
                    <ns1:pt x="13" y="9"/>
                  </ns1:cubicBezTo>
                  <ns1:close/>
                  <ns1:moveTo>
                    <ns1:pt x="182" y="123"/>
                  </ns1:moveTo>
                  <ns1:cubicBezTo>
                    <ns1:pt x="13" y="123"/>
                    <ns1:pt x="13" y="123"/>
                    <ns1:pt x="13" y="123"/>
                  </ns1:cubicBezTo>
                  <ns1:cubicBezTo>
                    <ns1:pt x="10" y="123"/>
                    <ns1:pt x="8" y="120"/>
                    <ns1:pt x="8" y="117"/>
                  </ns1:cubicBezTo>
                  <ns1:cubicBezTo>
                    <ns1:pt x="8" y="116"/>
                    <ns1:pt x="8" y="116"/>
                    <ns1:pt x="8" y="116"/>
                  </ns1:cubicBezTo>
                  <ns1:cubicBezTo>
                    <ns1:pt x="48" y="79"/>
                    <ns1:pt x="48" y="79"/>
                    <ns1:pt x="48" y="79"/>
                  </ns1:cubicBezTo>
                  <ns1:cubicBezTo>
                    <ns1:pt x="78" y="109"/>
                    <ns1:pt x="78" y="109"/>
                    <ns1:pt x="78" y="109"/>
                  </ns1:cubicBezTo>
                  <ns1:cubicBezTo>
                    <ns1:pt x="79" y="110"/>
                    <ns1:pt x="80" y="111"/>
                    <ns1:pt x="82" y="110"/>
                  </ns1:cubicBezTo>
                  <ns1:cubicBezTo>
                    <ns1:pt x="83" y="110"/>
                    <ns1:pt x="84" y="110"/>
                    <ns1:pt x="85" y="109"/>
                  </ns1:cubicBezTo>
                  <ns1:cubicBezTo>
                    <ns1:pt x="122" y="56"/>
                    <ns1:pt x="122" y="56"/>
                    <ns1:pt x="122" y="56"/>
                  </ns1:cubicBezTo>
                  <ns1:cubicBezTo>
                    <ns1:pt x="151" y="94"/>
                    <ns1:pt x="151" y="94"/>
                    <ns1:pt x="151" y="94"/>
                  </ns1:cubicBezTo>
                  <ns1:cubicBezTo>
                    <ns1:pt x="152" y="95"/>
                    <ns1:pt x="153" y="95"/>
                    <ns1:pt x="154" y="95"/>
                  </ns1:cubicBezTo>
                  <ns1:cubicBezTo>
                    <ns1:pt x="155" y="95"/>
                    <ns1:pt x="156" y="95"/>
                    <ns1:pt x="157" y="94"/>
                  </ns1:cubicBezTo>
                  <ns1:cubicBezTo>
                    <ns1:pt x="187" y="60"/>
                    <ns1:pt x="187" y="60"/>
                    <ns1:pt x="187" y="60"/>
                  </ns1:cubicBezTo>
                  <ns1:cubicBezTo>
                    <ns1:pt x="187" y="117"/>
                    <ns1:pt x="187" y="117"/>
                    <ns1:pt x="187" y="117"/>
                  </ns1:cubicBezTo>
                  <ns1:cubicBezTo>
                    <ns1:pt x="187" y="120"/>
                    <ns1:pt x="185" y="123"/>
                    <ns1:pt x="182" y="123"/>
                  </ns1:cubicBezTo>
                  <ns1:close/>
                </ns1:path>
              </ns1:pathLst>
            </ns1:custGeom>
            <ns1:grpFill/>
            <ns1:ln>
              <ns1:noFill/>
            </ns1:ln>
            <ns1:extLst>
              <ns1:ext uri="{91240B29-F687-4F45-9708-019B960494DF}">
                <ns2:hiddenLine w="9525">
                  <ns1:solidFill>
                    <ns1:srgbClr val="000000"/>
                  </ns1:solidFill>
                  <ns1:round/>
                  <ns1:headEnd/>
                  <ns1:tailEnd/>
                </ns2:hiddenLine>
              </ns1:ext>
            </ns1:extLst>
          </ns0:spPr>
          <ns0:txBody>
            <ns1:bodyPr vert="horz" wrap="square" lIns="91440" tIns="45720" rIns="91440" bIns="45720" numCol="1" anchor="t" anchorCtr="0" compatLnSpc="1">
              <ns1:prstTxWarp prst="textNoShape">
                <ns1:avLst/>
              </ns1:prstTxWarp>
            </ns1:bodyPr>
            <ns1:lstStyle/>
            <ns1:p>
              <ns1:endParaRPr lang="id-ID" sz="2700"/>
            </ns1:p>
          </ns0:txBody>
        </ns0:sp>
        <ns0:sp>
          <ns0:nvSpPr>
            <ns0:cNvPr id="55" name="Freeform 26"/>
            <ns0:cNvSpPr>
              <ns1:spLocks noEditPoints="1"/>
            </ns0:cNvSpPr>
            <ns0:nvPr/>
          </ns0:nvSpPr>
          <ns0:spPr bwMode="auto">
            <ns1:xfrm>
              <ns1:off x="11202988" y="855663"/>
              <ns1:ext cx="93663" cy="92075"/>
            </ns1:xfrm>
            <ns1:custGeom>
              <ns1:avLst/>
              <ns1:gdLst>
                <ns1:gd name="T0" fmla="*/ 13 w 25"/>
                <ns1:gd name="T1" fmla="*/ 0 h 24"/>
                <ns1:gd name="T2" fmla="*/ 0 w 25"/>
                <ns1:gd name="T3" fmla="*/ 12 h 24"/>
                <ns1:gd name="T4" fmla="*/ 13 w 25"/>
                <ns1:gd name="T5" fmla="*/ 24 h 24"/>
                <ns1:gd name="T6" fmla="*/ 25 w 25"/>
                <ns1:gd name="T7" fmla="*/ 12 h 24"/>
                <ns1:gd name="T8" fmla="*/ 13 w 25"/>
                <ns1:gd name="T9" fmla="*/ 0 h 24"/>
                <ns1:gd name="T10" fmla="*/ 13 w 25"/>
                <ns1:gd name="T11" fmla="*/ 16 h 24"/>
                <ns1:gd name="T12" fmla="*/ 8 w 25"/>
                <ns1:gd name="T13" fmla="*/ 12 h 24"/>
                <ns1:gd name="T14" fmla="*/ 13 w 25"/>
                <ns1:gd name="T15" fmla="*/ 8 h 24"/>
                <ns1:gd name="T16" fmla="*/ 17 w 25"/>
                <ns1:gd name="T17" fmla="*/ 12 h 24"/>
                <ns1:gd name="T18" fmla="*/ 13 w 25"/>
                <ns1:gd name="T19" fmla="*/ 16 h 24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  <ns1:cxn ang="0">
                  <ns1:pos x="T14" y="T15"/>
                </ns1:cxn>
                <ns1:cxn ang="0">
                  <ns1:pos x="T16" y="T17"/>
                </ns1:cxn>
                <ns1:cxn ang="0">
                  <ns1:pos x="T18" y="T19"/>
                </ns1:cxn>
              </ns1:cxnLst>
              <ns1:rect l="0" t="0" r="r" b="b"/>
              <ns1:pathLst>
                <ns1:path w="25" h="24">
                  <ns1:moveTo>
                    <ns1:pt x="13" y="0"/>
                  </ns1:moveTo>
                  <ns1:cubicBezTo>
                    <ns1:pt x="6" y="0"/>
                    <ns1:pt x="0" y="5"/>
                    <ns1:pt x="0" y="12"/>
                  </ns1:cubicBezTo>
                  <ns1:cubicBezTo>
                    <ns1:pt x="0" y="19"/>
                    <ns1:pt x="6" y="24"/>
                    <ns1:pt x="13" y="24"/>
                  </ns1:cubicBezTo>
                  <ns1:cubicBezTo>
                    <ns1:pt x="19" y="24"/>
                    <ns1:pt x="25" y="19"/>
                    <ns1:pt x="25" y="12"/>
                  </ns1:cubicBezTo>
                  <ns1:cubicBezTo>
                    <ns1:pt x="25" y="5"/>
                    <ns1:pt x="19" y="0"/>
                    <ns1:pt x="13" y="0"/>
                  </ns1:cubicBezTo>
                  <ns1:close/>
                  <ns1:moveTo>
                    <ns1:pt x="13" y="16"/>
                  </ns1:moveTo>
                  <ns1:cubicBezTo>
                    <ns1:pt x="10" y="16"/>
                    <ns1:pt x="8" y="14"/>
                    <ns1:pt x="8" y="12"/>
                  </ns1:cubicBezTo>
                  <ns1:cubicBezTo>
                    <ns1:pt x="8" y="10"/>
                    <ns1:pt x="10" y="8"/>
                    <ns1:pt x="13" y="8"/>
                  </ns1:cubicBezTo>
                  <ns1:cubicBezTo>
                    <ns1:pt x="15" y="8"/>
                    <ns1:pt x="17" y="10"/>
                    <ns1:pt x="17" y="12"/>
                  </ns1:cubicBezTo>
                  <ns1:cubicBezTo>
                    <ns1:pt x="17" y="14"/>
                    <ns1:pt x="15" y="16"/>
                    <ns1:pt x="13" y="16"/>
                  </ns1:cubicBezTo>
                  <ns1:close/>
                </ns1:path>
              </ns1:pathLst>
            </ns1:custGeom>
            <ns1:grpFill/>
            <ns1:ln>
              <ns1:noFill/>
            </ns1:ln>
            <ns1:extLst>
              <ns1:ext uri="{91240B29-F687-4F45-9708-019B960494DF}">
                <ns2:hiddenLine w="9525">
                  <ns1:solidFill>
                    <ns1:srgbClr val="000000"/>
                  </ns1:solidFill>
                  <ns1:round/>
                  <ns1:headEnd/>
                  <ns1:tailEnd/>
                </ns2:hiddenLine>
              </ns1:ext>
            </ns1:extLst>
          </ns0:spPr>
          <ns0:txBody>
            <ns1:bodyPr vert="horz" wrap="square" lIns="91440" tIns="45720" rIns="91440" bIns="45720" numCol="1" anchor="t" anchorCtr="0" compatLnSpc="1">
              <ns1:prstTxWarp prst="textNoShape">
                <ns1:avLst/>
              </ns1:prstTxWarp>
            </ns1:bodyPr>
            <ns1:lstStyle/>
            <ns1:p>
              <ns1:endParaRPr lang="id-ID" sz="2700"/>
            </ns1:p>
          </ns0:txBody>
        </ns0:sp>
      </ns0:grpSp>
      <ns0:grpSp>
        <ns0:nvGrpSpPr>
          <ns0:cNvPr id="56" name="Group 55"/>
          <ns0:cNvGrpSpPr/>
          <ns0:nvPr/>
        </ns0:nvGrpSpPr>
        <ns0:grpSpPr>
          <ns1:xfrm>
            <ns1:off x="2296271" y="372528"/>
            <ns1:ext cx="473688" cy="379101"/>
            <ns1:chOff x="10755313" y="4014788"/>
            <ns1:chExt cx="1001712" cy="801688"/>
          </ns1:xfrm>
          <ns1:solidFill>
            <ns1:schemeClr val="tx1"/>
          </ns1:solidFill>
        </ns0:grpSpPr>
        <ns0:sp>
          <ns0:nvSpPr>
            <ns0:cNvPr id="57" name="Freeform 30"/>
            <ns0:cNvSpPr>
              <ns1:spLocks/>
            </ns0:cNvSpPr>
            <ns0:nvPr/>
          </ns0:nvSpPr>
          <ns0:spPr bwMode="auto">
            <ns1:xfrm>
              <ns1:off x="10755313" y="4014788"/>
              <ns1:ext cx="1001712" cy="669925"/>
            </ns1:xfrm>
            <ns1:custGeom>
              <ns1:avLst/>
              <ns1:gdLst>
                <ns1:gd name="T0" fmla="*/ 193 w 264"/>
                <ns1:gd name="T1" fmla="*/ 176 h 176"/>
                <ns1:gd name="T2" fmla="*/ 184 w 264"/>
                <ns1:gd name="T3" fmla="*/ 167 h 176"/>
                <ns1:gd name="T4" fmla="*/ 193 w 264"/>
                <ns1:gd name="T5" fmla="*/ 159 h 176"/>
                <ns1:gd name="T6" fmla="*/ 211 w 264"/>
                <ns1:gd name="T7" fmla="*/ 158 h 176"/>
                <ns1:gd name="T8" fmla="*/ 212 w 264"/>
                <ns1:gd name="T9" fmla="*/ 158 h 176"/>
                <ns1:gd name="T10" fmla="*/ 212 w 264"/>
                <ns1:gd name="T11" fmla="*/ 158 h 176"/>
                <ns1:gd name="T12" fmla="*/ 246 w 264"/>
                <ns1:gd name="T13" fmla="*/ 123 h 176"/>
                <ns1:gd name="T14" fmla="*/ 211 w 264"/>
                <ns1:gd name="T15" fmla="*/ 88 h 176"/>
                <ns1:gd name="T16" fmla="*/ 203 w 264"/>
                <ns1:gd name="T17" fmla="*/ 89 h 176"/>
                <ns1:gd name="T18" fmla="*/ 195 w 264"/>
                <ns1:gd name="T19" fmla="*/ 87 h 176"/>
                <ns1:gd name="T20" fmla="*/ 193 w 264"/>
                <ns1:gd name="T21" fmla="*/ 79 h 176"/>
                <ns1:gd name="T22" fmla="*/ 194 w 264"/>
                <ns1:gd name="T23" fmla="*/ 70 h 176"/>
                <ns1:gd name="T24" fmla="*/ 141 w 264"/>
                <ns1:gd name="T25" fmla="*/ 18 h 176"/>
                <ns1:gd name="T26" fmla="*/ 88 w 264"/>
                <ns1:gd name="T27" fmla="*/ 66 h 176"/>
                <ns1:gd name="T28" fmla="*/ 84 w 264"/>
                <ns1:gd name="T29" fmla="*/ 72 h 176"/>
                <ns1:gd name="T30" fmla="*/ 77 w 264"/>
                <ns1:gd name="T31" fmla="*/ 73 h 176"/>
                <ns1:gd name="T32" fmla="*/ 62 w 264"/>
                <ns1:gd name="T33" fmla="*/ 70 h 176"/>
                <ns1:gd name="T34" fmla="*/ 18 w 264"/>
                <ns1:gd name="T35" fmla="*/ 114 h 176"/>
                <ns1:gd name="T36" fmla="*/ 60 w 264"/>
                <ns1:gd name="T37" fmla="*/ 158 h 176"/>
                <ns1:gd name="T38" fmla="*/ 61 w 264"/>
                <ns1:gd name="T39" fmla="*/ 158 h 176"/>
                <ns1:gd name="T40" fmla="*/ 65 w 264"/>
                <ns1:gd name="T41" fmla="*/ 159 h 176"/>
                <ns1:gd name="T42" fmla="*/ 80 w 264"/>
                <ns1:gd name="T43" fmla="*/ 159 h 176"/>
                <ns1:gd name="T44" fmla="*/ 88 w 264"/>
                <ns1:gd name="T45" fmla="*/ 167 h 176"/>
                <ns1:gd name="T46" fmla="*/ 80 w 264"/>
                <ns1:gd name="T47" fmla="*/ 176 h 176"/>
                <ns1:gd name="T48" fmla="*/ 63 w 264"/>
                <ns1:gd name="T49" fmla="*/ 176 h 176"/>
                <ns1:gd name="T50" fmla="*/ 62 w 264"/>
                <ns1:gd name="T51" fmla="*/ 176 h 176"/>
                <ns1:gd name="T52" fmla="*/ 0 w 264"/>
                <ns1:gd name="T53" fmla="*/ 114 h 176"/>
                <ns1:gd name="T54" fmla="*/ 62 w 264"/>
                <ns1:gd name="T55" fmla="*/ 53 h 176"/>
                <ns1:gd name="T56" fmla="*/ 73 w 264"/>
                <ns1:gd name="T57" fmla="*/ 54 h 176"/>
                <ns1:gd name="T58" fmla="*/ 141 w 264"/>
                <ns1:gd name="T59" fmla="*/ 0 h 176"/>
                <ns1:gd name="T60" fmla="*/ 211 w 264"/>
                <ns1:gd name="T61" fmla="*/ 70 h 176"/>
                <ns1:gd name="T62" fmla="*/ 211 w 264"/>
                <ns1:gd name="T63" fmla="*/ 70 h 176"/>
                <ns1:gd name="T64" fmla="*/ 211 w 264"/>
                <ns1:gd name="T65" fmla="*/ 70 h 176"/>
                <ns1:gd name="T66" fmla="*/ 264 w 264"/>
                <ns1:gd name="T67" fmla="*/ 123 h 176"/>
                <ns1:gd name="T68" fmla="*/ 211 w 264"/>
                <ns1:gd name="T69" fmla="*/ 176 h 176"/>
                <ns1:gd name="T70" fmla="*/ 210 w 264"/>
                <ns1:gd name="T71" fmla="*/ 176 h 176"/>
                <ns1:gd name="T72" fmla="*/ 193 w 264"/>
                <ns1:gd name="T73" fmla="*/ 176 h 176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  <ns1:cxn ang="0">
                  <ns1:pos x="T14" y="T15"/>
                </ns1:cxn>
                <ns1:cxn ang="0">
                  <ns1:pos x="T16" y="T17"/>
                </ns1:cxn>
                <ns1:cxn ang="0">
                  <ns1:pos x="T18" y="T19"/>
                </ns1:cxn>
                <ns1:cxn ang="0">
                  <ns1:pos x="T20" y="T21"/>
                </ns1:cxn>
                <ns1:cxn ang="0">
                  <ns1:pos x="T22" y="T23"/>
                </ns1:cxn>
                <ns1:cxn ang="0">
                  <ns1:pos x="T24" y="T25"/>
                </ns1:cxn>
                <ns1:cxn ang="0">
                  <ns1:pos x="T26" y="T27"/>
                </ns1:cxn>
                <ns1:cxn ang="0">
                  <ns1:pos x="T28" y="T29"/>
                </ns1:cxn>
                <ns1:cxn ang="0">
                  <ns1:pos x="T30" y="T31"/>
                </ns1:cxn>
                <ns1:cxn ang="0">
                  <ns1:pos x="T32" y="T33"/>
                </ns1:cxn>
                <ns1:cxn ang="0">
                  <ns1:pos x="T34" y="T35"/>
                </ns1:cxn>
                <ns1:cxn ang="0">
                  <ns1:pos x="T36" y="T37"/>
                </ns1:cxn>
                <ns1:cxn ang="0">
                  <ns1:pos x="T38" y="T39"/>
                </ns1:cxn>
                <ns1:cxn ang="0">
                  <ns1:pos x="T40" y="T41"/>
                </ns1:cxn>
                <ns1:cxn ang="0">
                  <ns1:pos x="T42" y="T43"/>
                </ns1:cxn>
                <ns1:cxn ang="0">
                  <ns1:pos x="T44" y="T45"/>
                </ns1:cxn>
                <ns1:cxn ang="0">
                  <ns1:pos x="T46" y="T47"/>
                </ns1:cxn>
                <ns1:cxn ang="0">
                  <ns1:pos x="T48" y="T49"/>
                </ns1:cxn>
                <ns1:cxn ang="0">
                  <ns1:pos x="T50" y="T51"/>
                </ns1:cxn>
                <ns1:cxn ang="0">
                  <ns1:pos x="T52" y="T53"/>
                </ns1:cxn>
                <ns1:cxn ang="0">
                  <ns1:pos x="T54" y="T55"/>
                </ns1:cxn>
                <ns1:cxn ang="0">
                  <ns1:pos x="T56" y="T57"/>
                </ns1:cxn>
                <ns1:cxn ang="0">
                  <ns1:pos x="T58" y="T59"/>
                </ns1:cxn>
                <ns1:cxn ang="0">
                  <ns1:pos x="T60" y="T61"/>
                </ns1:cxn>
                <ns1:cxn ang="0">
                  <ns1:pos x="T62" y="T63"/>
                </ns1:cxn>
                <ns1:cxn ang="0">
                  <ns1:pos x="T64" y="T65"/>
                </ns1:cxn>
                <ns1:cxn ang="0">
                  <ns1:pos x="T66" y="T67"/>
                </ns1:cxn>
                <ns1:cxn ang="0">
                  <ns1:pos x="T68" y="T69"/>
                </ns1:cxn>
                <ns1:cxn ang="0">
                  <ns1:pos x="T70" y="T71"/>
                </ns1:cxn>
                <ns1:cxn ang="0">
                  <ns1:pos x="T72" y="T73"/>
                </ns1:cxn>
              </ns1:cxnLst>
              <ns1:rect l="0" t="0" r="r" b="b"/>
              <ns1:pathLst>
                <ns1:path w="264" h="176">
                  <ns1:moveTo>
                    <ns1:pt x="193" y="176"/>
                  </ns1:moveTo>
                  <ns1:cubicBezTo>
                    <ns1:pt x="188" y="176"/>
                    <ns1:pt x="184" y="172"/>
                    <ns1:pt x="184" y="167"/>
                  </ns1:cubicBezTo>
                  <ns1:cubicBezTo>
                    <ns1:pt x="184" y="162"/>
                    <ns1:pt x="188" y="159"/>
                    <ns1:pt x="193" y="159"/>
                  </ns1:cubicBezTo>
                  <ns1:cubicBezTo>
                    <ns1:pt x="211" y="158"/>
                    <ns1:pt x="211" y="158"/>
                    <ns1:pt x="211" y="158"/>
                  </ns1:cubicBezTo>
                  <ns1:cubicBezTo>
                    <ns1:pt x="211" y="158"/>
                    <ns1:pt x="212" y="158"/>
                    <ns1:pt x="212" y="158"/>
                  </ns1:cubicBezTo>
                  <ns1:cubicBezTo>
                    <ns1:pt x="212" y="158"/>
                    <ns1:pt x="212" y="158"/>
                    <ns1:pt x="212" y="158"/>
                  </ns1:cubicBezTo>
                  <ns1:cubicBezTo>
                    <ns1:pt x="231" y="158"/>
                    <ns1:pt x="246" y="142"/>
                    <ns1:pt x="246" y="123"/>
                  </ns1:cubicBezTo>
                  <ns1:cubicBezTo>
                    <ns1:pt x="246" y="104"/>
                    <ns1:pt x="231" y="88"/>
                    <ns1:pt x="211" y="88"/>
                  </ns1:cubicBezTo>
                  <ns1:cubicBezTo>
                    <ns1:pt x="209" y="88"/>
                    <ns1:pt x="206" y="88"/>
                    <ns1:pt x="203" y="89"/>
                  </ns1:cubicBezTo>
                  <ns1:cubicBezTo>
                    <ns1:pt x="201" y="90"/>
                    <ns1:pt x="198" y="89"/>
                    <ns1:pt x="195" y="87"/>
                  </ns1:cubicBezTo>
                  <ns1:cubicBezTo>
                    <ns1:pt x="193" y="85"/>
                    <ns1:pt x="192" y="82"/>
                    <ns1:pt x="193" y="79"/>
                  </ns1:cubicBezTo>
                  <ns1:cubicBezTo>
                    <ns1:pt x="193" y="76"/>
                    <ns1:pt x="194" y="73"/>
                    <ns1:pt x="194" y="70"/>
                  </ns1:cubicBezTo>
                  <ns1:cubicBezTo>
                    <ns1:pt x="194" y="41"/>
                    <ns1:pt x="170" y="18"/>
                    <ns1:pt x="141" y="18"/>
                  </ns1:cubicBezTo>
                  <ns1:cubicBezTo>
                    <ns1:pt x="113" y="18"/>
                    <ns1:pt x="91" y="38"/>
                    <ns1:pt x="88" y="66"/>
                  </ns1:cubicBezTo>
                  <ns1:cubicBezTo>
                    <ns1:pt x="88" y="68"/>
                    <ns1:pt x="87" y="71"/>
                    <ns1:pt x="84" y="72"/>
                  </ns1:cubicBezTo>
                  <ns1:cubicBezTo>
                    <ns1:pt x="82" y="74"/>
                    <ns1:pt x="79" y="74"/>
                    <ns1:pt x="77" y="73"/>
                  </ns1:cubicBezTo>
                  <ns1:cubicBezTo>
                    <ns1:pt x="71" y="71"/>
                    <ns1:pt x="67" y="70"/>
                    <ns1:pt x="62" y="70"/>
                  </ns1:cubicBezTo>
                  <ns1:cubicBezTo>
                    <ns1:pt x="37" y="70"/>
                    <ns1:pt x="18" y="90"/>
                    <ns1:pt x="18" y="114"/>
                  </ns1:cubicBezTo>
                  <ns1:cubicBezTo>
                    <ns1:pt x="18" y="138"/>
                    <ns1:pt x="37" y="158"/>
                    <ns1:pt x="60" y="158"/>
                  </ns1:cubicBezTo>
                  <ns1:cubicBezTo>
                    <ns1:pt x="61" y="158"/>
                    <ns1:pt x="61" y="158"/>
                    <ns1:pt x="61" y="158"/>
                  </ns1:cubicBezTo>
                  <ns1:cubicBezTo>
                    <ns1:pt x="65" y="159"/>
                    <ns1:pt x="65" y="159"/>
                    <ns1:pt x="65" y="159"/>
                  </ns1:cubicBezTo>
                  <ns1:cubicBezTo>
                    <ns1:pt x="80" y="159"/>
                    <ns1:pt x="80" y="159"/>
                    <ns1:pt x="80" y="159"/>
                  </ns1:cubicBezTo>
                  <ns1:cubicBezTo>
                    <ns1:pt x="85" y="159"/>
                    <ns1:pt x="88" y="162"/>
                    <ns1:pt x="88" y="167"/>
                  </ns1:cubicBezTo>
                  <ns1:cubicBezTo>
                    <ns1:pt x="88" y="172"/>
                    <ns1:pt x="85" y="176"/>
                    <ns1:pt x="80" y="176"/>
                  </ns1:cubicBezTo>
                  <ns1:cubicBezTo>
                    <ns1:pt x="63" y="176"/>
                    <ns1:pt x="63" y="176"/>
                    <ns1:pt x="63" y="176"/>
                  </ns1:cubicBezTo>
                  <ns1:cubicBezTo>
                    <ns1:pt x="62" y="176"/>
                    <ns1:pt x="62" y="176"/>
                    <ns1:pt x="62" y="176"/>
                  </ns1:cubicBezTo>
                  <ns1:cubicBezTo>
                    <ns1:pt x="28" y="176"/>
                    <ns1:pt x="0" y="148"/>
                    <ns1:pt x="0" y="114"/>
                  </ns1:cubicBezTo>
                  <ns1:cubicBezTo>
                    <ns1:pt x="0" y="80"/>
                    <ns1:pt x="28" y="53"/>
                    <ns1:pt x="62" y="53"/>
                  </ns1:cubicBezTo>
                  <ns1:cubicBezTo>
                    <ns1:pt x="65" y="53"/>
                    <ns1:pt x="69" y="53"/>
                    <ns1:pt x="73" y="54"/>
                  </ns1:cubicBezTo>
                  <ns1:cubicBezTo>
                    <ns1:pt x="80" y="23"/>
                    <ns1:pt x="108" y="0"/>
                    <ns1:pt x="141" y="0"/>
                  </ns1:cubicBezTo>
                  <ns1:cubicBezTo>
                    <ns1:pt x="180" y="0"/>
                    <ns1:pt x="211" y="32"/>
                    <ns1:pt x="211" y="70"/>
                  </ns1:cubicBezTo>
                  <ns1:cubicBezTo>
                    <ns1:pt x="211" y="70"/>
                    <ns1:pt x="211" y="70"/>
                    <ns1:pt x="211" y="70"/>
                  </ns1:cubicBezTo>
                  <ns1:cubicBezTo>
                    <ns1:pt x="211" y="70"/>
                    <ns1:pt x="211" y="70"/>
                    <ns1:pt x="211" y="70"/>
                  </ns1:cubicBezTo>
                  <ns1:cubicBezTo>
                    <ns1:pt x="240" y="70"/>
                    <ns1:pt x="264" y="94"/>
                    <ns1:pt x="264" y="123"/>
                  </ns1:cubicBezTo>
                  <ns1:cubicBezTo>
                    <ns1:pt x="264" y="152"/>
                    <ns1:pt x="240" y="176"/>
                    <ns1:pt x="211" y="176"/>
                  </ns1:cubicBezTo>
                  <ns1:cubicBezTo>
                    <ns1:pt x="211" y="176"/>
                    <ns1:pt x="211" y="176"/>
                    <ns1:pt x="210" y="176"/>
                  </ns1:cubicBezTo>
                  <ns1:lnTo>
                    <ns1:pt x="193" y="176"/>
                  </ns1:lnTo>
                  <ns1:close/>
                </ns1:path>
              </ns1:pathLst>
            </ns1:custGeom>
            <ns1:grpFill/>
            <ns1:ln>
              <ns1:noFill/>
            </ns1:ln>
            <ns1:extLst>
              <ns1:ext uri="{91240B29-F687-4F45-9708-019B960494DF}">
                <ns2:hiddenLine w="9525">
                  <ns1:solidFill>
                    <ns1:srgbClr val="000000"/>
                  </ns1:solidFill>
                  <ns1:round/>
                  <ns1:headEnd/>
                  <ns1:tailEnd/>
                </ns2:hiddenLine>
              </ns1:ext>
            </ns1:extLst>
          </ns0:spPr>
          <ns0:txBody>
            <ns1:bodyPr vert="horz" wrap="square" lIns="91440" tIns="45720" rIns="91440" bIns="45720" numCol="1" anchor="t" anchorCtr="0" compatLnSpc="1">
              <ns1:prstTxWarp prst="textNoShape">
                <ns1:avLst/>
              </ns1:prstTxWarp>
            </ns1:bodyPr>
            <ns1:lstStyle/>
            <ns1:p>
              <ns1:endParaRPr lang="id-ID" sz="2700"/>
            </ns1:p>
          </ns0:txBody>
        </ns0:sp>
        <ns0:sp>
          <ns0:nvSpPr>
            <ns0:cNvPr id="58" name="Freeform 31"/>
            <ns0:cNvSpPr>
              <ns1:spLocks/>
            </ns0:cNvSpPr>
            <ns0:nvPr/>
          </ns0:nvSpPr>
          <ns0:spPr bwMode="auto">
            <ns1:xfrm>
              <ns1:off x="11122025" y="4251326"/>
              <ns1:ext cx="334962" cy="565150"/>
            </ns1:xfrm>
            <ns1:custGeom>
              <ns1:avLst/>
              <ns1:gdLst>
                <ns1:gd name="T0" fmla="*/ 211 w 211"/>
                <ns1:gd name="T1" fmla="*/ 146 h 356"/>
                <ns1:gd name="T2" fmla="*/ 127 w 211"/>
                <ns1:gd name="T3" fmla="*/ 146 h 356"/>
                <ns1:gd name="T4" fmla="*/ 127 w 211"/>
                <ns1:gd name="T5" fmla="*/ 0 h 356"/>
                <ns1:gd name="T6" fmla="*/ 0 w 211"/>
                <ns1:gd name="T7" fmla="*/ 210 h 356"/>
                <ns1:gd name="T8" fmla="*/ 84 w 211"/>
                <ns1:gd name="T9" fmla="*/ 210 h 356"/>
                <ns1:gd name="T10" fmla="*/ 84 w 211"/>
                <ns1:gd name="T11" fmla="*/ 356 h 356"/>
                <ns1:gd name="T12" fmla="*/ 211 w 211"/>
                <ns1:gd name="T13" fmla="*/ 146 h 356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</ns1:cxnLst>
              <ns1:rect l="0" t="0" r="r" b="b"/>
              <ns1:pathLst>
                <ns1:path w="211" h="356">
                  <ns1:moveTo>
                    <ns1:pt x="211" y="146"/>
                  </ns1:moveTo>
                  <ns1:lnTo>
                    <ns1:pt x="127" y="146"/>
                  </ns1:lnTo>
                  <ns1:lnTo>
                    <ns1:pt x="127" y="0"/>
                  </ns1:lnTo>
                  <ns1:lnTo>
                    <ns1:pt x="0" y="210"/>
                  </ns1:lnTo>
                  <ns1:lnTo>
                    <ns1:pt x="84" y="210"/>
                  </ns1:lnTo>
                  <ns1:lnTo>
                    <ns1:pt x="84" y="356"/>
                  </ns1:lnTo>
                  <ns1:lnTo>
                    <ns1:pt x="211" y="146"/>
                  </ns1:lnTo>
                  <ns1:close/>
                </ns1:path>
              </ns1:pathLst>
            </ns1:custGeom>
            <ns1:grpFill/>
            <ns1:ln>
              <ns1:noFill/>
            </ns1:ln>
            <ns1:extLst>
              <ns1:ext uri="{91240B29-F687-4F45-9708-019B960494DF}">
                <ns2:hiddenLine w="9525">
                  <ns1:solidFill>
                    <ns1:srgbClr val="000000"/>
                  </ns1:solidFill>
                  <ns1:round/>
                  <ns1:headEnd/>
                  <ns1:tailEnd/>
                </ns2:hiddenLine>
              </ns1:ext>
            </ns1:extLst>
          </ns0:spPr>
          <ns0:txBody>
            <ns1:bodyPr vert="horz" wrap="square" lIns="91440" tIns="45720" rIns="91440" bIns="45720" numCol="1" anchor="t" anchorCtr="0" compatLnSpc="1">
              <ns1:prstTxWarp prst="textNoShape">
                <ns1:avLst/>
              </ns1:prstTxWarp>
            </ns1:bodyPr>
            <ns1:lstStyle/>
            <ns1:p>
              <ns1:endParaRPr lang="id-ID" sz="2700"/>
            </ns1:p>
          </ns0:txBody>
        </ns0:sp>
      </ns0:grpSp>
      <ns0:sp>
        <ns0:nvSpPr>
          <ns0:cNvPr id="59" name="Freeform 53"/>
          <ns0:cNvSpPr>
            <ns1:spLocks noEditPoints="1"/>
          </ns0:cNvSpPr>
          <ns0:nvPr/>
        </ns0:nvSpPr>
        <ns0:spPr bwMode="auto">
          <ns1:xfrm>
            <ns1:off x="5346014" y="2023290"/>
            <ns1:ext cx="402747" cy="383101"/>
          </ns1:xfrm>
          <ns1:custGeom>
            <ns1:avLst/>
            <ns1:gdLst>
              <ns1:gd name="T0" fmla="*/ 96 w 122"/>
              <ns1:gd name="T1" fmla="*/ 116 h 116"/>
              <ns1:gd name="T2" fmla="*/ 94 w 122"/>
              <ns1:gd name="T3" fmla="*/ 116 h 116"/>
              <ns1:gd name="T4" fmla="*/ 61 w 122"/>
              <ns1:gd name="T5" fmla="*/ 100 h 116"/>
              <ns1:gd name="T6" fmla="*/ 28 w 122"/>
              <ns1:gd name="T7" fmla="*/ 116 h 116"/>
              <ns1:gd name="T8" fmla="*/ 24 w 122"/>
              <ns1:gd name="T9" fmla="*/ 115 h 116"/>
              <ns1:gd name="T10" fmla="*/ 22 w 122"/>
              <ns1:gd name="T11" fmla="*/ 111 h 116"/>
              <ns1:gd name="T12" fmla="*/ 27 w 122"/>
              <ns1:gd name="T13" fmla="*/ 75 h 116"/>
              <ns1:gd name="T14" fmla="*/ 2 w 122"/>
              <ns1:gd name="T15" fmla="*/ 48 h 116"/>
              <ns1:gd name="T16" fmla="*/ 1 w 122"/>
              <ns1:gd name="T17" fmla="*/ 44 h 116"/>
              <ns1:gd name="T18" fmla="*/ 4 w 122"/>
              <ns1:gd name="T19" fmla="*/ 41 h 116"/>
              <ns1:gd name="T20" fmla="*/ 40 w 122"/>
              <ns1:gd name="T21" fmla="*/ 34 h 116"/>
              <ns1:gd name="T22" fmla="*/ 57 w 122"/>
              <ns1:gd name="T23" fmla="*/ 2 h 116"/>
              <ns1:gd name="T24" fmla="*/ 65 w 122"/>
              <ns1:gd name="T25" fmla="*/ 2 h 116"/>
              <ns1:gd name="T26" fmla="*/ 82 w 122"/>
              <ns1:gd name="T27" fmla="*/ 34 h 116"/>
              <ns1:gd name="T28" fmla="*/ 118 w 122"/>
              <ns1:gd name="T29" fmla="*/ 41 h 116"/>
              <ns1:gd name="T30" fmla="*/ 121 w 122"/>
              <ns1:gd name="T31" fmla="*/ 44 h 116"/>
              <ns1:gd name="T32" fmla="*/ 120 w 122"/>
              <ns1:gd name="T33" fmla="*/ 48 h 116"/>
              <ns1:gd name="T34" fmla="*/ 95 w 122"/>
              <ns1:gd name="T35" fmla="*/ 75 h 116"/>
              <ns1:gd name="T36" fmla="*/ 100 w 122"/>
              <ns1:gd name="T37" fmla="*/ 111 h 116"/>
              <ns1:gd name="T38" fmla="*/ 98 w 122"/>
              <ns1:gd name="T39" fmla="*/ 115 h 116"/>
              <ns1:gd name="T40" fmla="*/ 96 w 122"/>
              <ns1:gd name="T41" fmla="*/ 116 h 116"/>
              <ns1:gd name="T42" fmla="*/ 61 w 122"/>
              <ns1:gd name="T43" fmla="*/ 92 h 116"/>
              <ns1:gd name="T44" fmla="*/ 63 w 122"/>
              <ns1:gd name="T45" fmla="*/ 92 h 116"/>
              <ns1:gd name="T46" fmla="*/ 91 w 122"/>
              <ns1:gd name="T47" fmla="*/ 105 h 116"/>
              <ns1:gd name="T48" fmla="*/ 87 w 122"/>
              <ns1:gd name="T49" fmla="*/ 74 h 116"/>
              <ns1:gd name="T50" fmla="*/ 88 w 122"/>
              <ns1:gd name="T51" fmla="*/ 71 h 116"/>
              <ns1:gd name="T52" fmla="*/ 109 w 122"/>
              <ns1:gd name="T53" fmla="*/ 48 h 116"/>
              <ns1:gd name="T54" fmla="*/ 79 w 122"/>
              <ns1:gd name="T55" fmla="*/ 42 h 116"/>
              <ns1:gd name="T56" fmla="*/ 76 w 122"/>
              <ns1:gd name="T57" fmla="*/ 40 h 116"/>
              <ns1:gd name="T58" fmla="*/ 61 w 122"/>
              <ns1:gd name="T59" fmla="*/ 12 h 116"/>
              <ns1:gd name="T60" fmla="*/ 46 w 122"/>
              <ns1:gd name="T61" fmla="*/ 40 h 116"/>
              <ns1:gd name="T62" fmla="*/ 43 w 122"/>
              <ns1:gd name="T63" fmla="*/ 42 h 116"/>
              <ns1:gd name="T64" fmla="*/ 13 w 122"/>
              <ns1:gd name="T65" fmla="*/ 48 h 116"/>
              <ns1:gd name="T66" fmla="*/ 34 w 122"/>
              <ns1:gd name="T67" fmla="*/ 71 h 116"/>
              <ns1:gd name="T68" fmla="*/ 35 w 122"/>
              <ns1:gd name="T69" fmla="*/ 74 h 116"/>
              <ns1:gd name="T70" fmla="*/ 31 w 122"/>
              <ns1:gd name="T71" fmla="*/ 105 h 116"/>
              <ns1:gd name="T72" fmla="*/ 59 w 122"/>
              <ns1:gd name="T73" fmla="*/ 92 h 116"/>
              <ns1:gd name="T74" fmla="*/ 61 w 122"/>
              <ns1:gd name="T75" fmla="*/ 92 h 116"/>
            </ns1:gdLst>
            <ns1:ahLst/>
            <ns1:cxnLst>
              <ns1:cxn ang="0">
                <ns1:pos x="T0" y="T1"/>
              </ns1:cxn>
              <ns1:cxn ang="0">
                <ns1:pos x="T2" y="T3"/>
              </ns1:cxn>
              <ns1:cxn ang="0">
                <ns1:pos x="T4" y="T5"/>
              </ns1:cxn>
              <ns1:cxn ang="0">
                <ns1:pos x="T6" y="T7"/>
              </ns1:cxn>
              <ns1:cxn ang="0">
                <ns1:pos x="T8" y="T9"/>
              </ns1:cxn>
              <ns1:cxn ang="0">
                <ns1:pos x="T10" y="T11"/>
              </ns1:cxn>
              <ns1:cxn ang="0">
                <ns1:pos x="T12" y="T13"/>
              </ns1:cxn>
              <ns1:cxn ang="0">
                <ns1:pos x="T14" y="T15"/>
              </ns1:cxn>
              <ns1:cxn ang="0">
                <ns1:pos x="T16" y="T17"/>
              </ns1:cxn>
              <ns1:cxn ang="0">
                <ns1:pos x="T18" y="T19"/>
              </ns1:cxn>
              <ns1:cxn ang="0">
                <ns1:pos x="T20" y="T21"/>
              </ns1:cxn>
              <ns1:cxn ang="0">
                <ns1:pos x="T22" y="T23"/>
              </ns1:cxn>
              <ns1:cxn ang="0">
                <ns1:pos x="T24" y="T25"/>
              </ns1:cxn>
              <ns1:cxn ang="0">
                <ns1:pos x="T26" y="T27"/>
              </ns1:cxn>
              <ns1:cxn ang="0">
                <ns1:pos x="T28" y="T29"/>
              </ns1:cxn>
              <ns1:cxn ang="0">
                <ns1:pos x="T30" y="T31"/>
              </ns1:cxn>
              <ns1:cxn ang="0">
                <ns1:pos x="T32" y="T33"/>
              </ns1:cxn>
              <ns1:cxn ang="0">
                <ns1:pos x="T34" y="T35"/>
              </ns1:cxn>
              <ns1:cxn ang="0">
                <ns1:pos x="T36" y="T37"/>
              </ns1:cxn>
              <ns1:cxn ang="0">
                <ns1:pos x="T38" y="T39"/>
              </ns1:cxn>
              <ns1:cxn ang="0">
                <ns1:pos x="T40" y="T41"/>
              </ns1:cxn>
              <ns1:cxn ang="0">
                <ns1:pos x="T42" y="T43"/>
              </ns1:cxn>
              <ns1:cxn ang="0">
                <ns1:pos x="T44" y="T45"/>
              </ns1:cxn>
              <ns1:cxn ang="0">
                <ns1:pos x="T46" y="T47"/>
              </ns1:cxn>
              <ns1:cxn ang="0">
                <ns1:pos x="T48" y="T49"/>
              </ns1:cxn>
              <ns1:cxn ang="0">
                <ns1:pos x="T50" y="T51"/>
              </ns1:cxn>
              <ns1:cxn ang="0">
                <ns1:pos x="T52" y="T53"/>
              </ns1:cxn>
              <ns1:cxn ang="0">
                <ns1:pos x="T54" y="T55"/>
              </ns1:cxn>
              <ns1:cxn ang="0">
                <ns1:pos x="T56" y="T57"/>
              </ns1:cxn>
              <ns1:cxn ang="0">
                <ns1:pos x="T58" y="T59"/>
              </ns1:cxn>
              <ns1:cxn ang="0">
                <ns1:pos x="T60" y="T61"/>
              </ns1:cxn>
              <ns1:cxn ang="0">
                <ns1:pos x="T62" y="T63"/>
              </ns1:cxn>
              <ns1:cxn ang="0">
                <ns1:pos x="T64" y="T65"/>
              </ns1:cxn>
              <ns1:cxn ang="0">
                <ns1:pos x="T66" y="T67"/>
              </ns1:cxn>
              <ns1:cxn ang="0">
                <ns1:pos x="T68" y="T69"/>
              </ns1:cxn>
              <ns1:cxn ang="0">
                <ns1:pos x="T70" y="T71"/>
              </ns1:cxn>
              <ns1:cxn ang="0">
                <ns1:pos x="T72" y="T73"/>
              </ns1:cxn>
              <ns1:cxn ang="0">
                <ns1:pos x="T74" y="T75"/>
              </ns1:cxn>
            </ns1:cxnLst>
            <ns1:rect l="0" t="0" r="r" b="b"/>
            <ns1:pathLst>
              <ns1:path w="122" h="116">
                <ns1:moveTo>
                  <ns1:pt x="96" y="116"/>
                </ns1:moveTo>
                <ns1:cubicBezTo>
                  <ns1:pt x="95" y="116"/>
                  <ns1:pt x="95" y="116"/>
                  <ns1:pt x="94" y="116"/>
                </ns1:cubicBezTo>
                <ns1:cubicBezTo>
                  <ns1:pt x="61" y="100"/>
                  <ns1:pt x="61" y="100"/>
                  <ns1:pt x="61" y="100"/>
                </ns1:cubicBezTo>
                <ns1:cubicBezTo>
                  <ns1:pt x="28" y="116"/>
                  <ns1:pt x="28" y="116"/>
                  <ns1:pt x="28" y="116"/>
                </ns1:cubicBezTo>
                <ns1:cubicBezTo>
                  <ns1:pt x="27" y="116"/>
                  <ns1:pt x="25" y="116"/>
                  <ns1:pt x="24" y="115"/>
                </ns1:cubicBezTo>
                <ns1:cubicBezTo>
                  <ns1:pt x="23" y="114"/>
                  <ns1:pt x="22" y="113"/>
                  <ns1:pt x="22" y="111"/>
                </ns1:cubicBezTo>
                <ns1:cubicBezTo>
                  <ns1:pt x="27" y="75"/>
                  <ns1:pt x="27" y="75"/>
                  <ns1:pt x="27" y="75"/>
                </ns1:cubicBezTo>
                <ns1:cubicBezTo>
                  <ns1:pt x="2" y="48"/>
                  <ns1:pt x="2" y="48"/>
                  <ns1:pt x="2" y="48"/>
                </ns1:cubicBezTo>
                <ns1:cubicBezTo>
                  <ns1:pt x="1" y="47"/>
                  <ns1:pt x="0" y="45"/>
                  <ns1:pt x="1" y="44"/>
                </ns1:cubicBezTo>
                <ns1:cubicBezTo>
                  <ns1:pt x="1" y="43"/>
                  <ns1:pt x="2" y="42"/>
                  <ns1:pt x="4" y="41"/>
                </ns1:cubicBezTo>
                <ns1:cubicBezTo>
                  <ns1:pt x="40" y="34"/>
                  <ns1:pt x="40" y="34"/>
                  <ns1:pt x="40" y="34"/>
                </ns1:cubicBezTo>
                <ns1:cubicBezTo>
                  <ns1:pt x="57" y="2"/>
                  <ns1:pt x="57" y="2"/>
                  <ns1:pt x="57" y="2"/>
                </ns1:cubicBezTo>
                <ns1:cubicBezTo>
                  <ns1:pt x="59" y="0"/>
                  <ns1:pt x="63" y="0"/>
                  <ns1:pt x="65" y="2"/>
                </ns1:cubicBezTo>
                <ns1:cubicBezTo>
                  <ns1:pt x="82" y="34"/>
                  <ns1:pt x="82" y="34"/>
                  <ns1:pt x="82" y="34"/>
                </ns1:cubicBezTo>
                <ns1:cubicBezTo>
                  <ns1:pt x="118" y="41"/>
                  <ns1:pt x="118" y="41"/>
                  <ns1:pt x="118" y="41"/>
                </ns1:cubicBezTo>
                <ns1:cubicBezTo>
                  <ns1:pt x="120" y="42"/>
                  <ns1:pt x="121" y="43"/>
                  <ns1:pt x="121" y="44"/>
                </ns1:cubicBezTo>
                <ns1:cubicBezTo>
                  <ns1:pt x="122" y="45"/>
                  <ns1:pt x="121" y="47"/>
                  <ns1:pt x="120" y="48"/>
                </ns1:cubicBezTo>
                <ns1:cubicBezTo>
                  <ns1:pt x="95" y="75"/>
                  <ns1:pt x="95" y="75"/>
                  <ns1:pt x="95" y="75"/>
                </ns1:cubicBezTo>
                <ns1:cubicBezTo>
                  <ns1:pt x="100" y="111"/>
                  <ns1:pt x="100" y="111"/>
                  <ns1:pt x="100" y="111"/>
                </ns1:cubicBezTo>
                <ns1:cubicBezTo>
                  <ns1:pt x="100" y="113"/>
                  <ns1:pt x="99" y="114"/>
                  <ns1:pt x="98" y="115"/>
                </ns1:cubicBezTo>
                <ns1:cubicBezTo>
                  <ns1:pt x="97" y="116"/>
                  <ns1:pt x="97" y="116"/>
                  <ns1:pt x="96" y="116"/>
                </ns1:cubicBezTo>
                <ns1:close/>
                <ns1:moveTo>
                  <ns1:pt x="61" y="92"/>
                </ns1:moveTo>
                <ns1:cubicBezTo>
                  <ns1:pt x="62" y="92"/>
                  <ns1:pt x="62" y="92"/>
                  <ns1:pt x="63" y="92"/>
                </ns1:cubicBezTo>
                <ns1:cubicBezTo>
                  <ns1:pt x="91" y="105"/>
                  <ns1:pt x="91" y="105"/>
                  <ns1:pt x="91" y="105"/>
                </ns1:cubicBezTo>
                <ns1:cubicBezTo>
                  <ns1:pt x="87" y="74"/>
                  <ns1:pt x="87" y="74"/>
                  <ns1:pt x="87" y="74"/>
                </ns1:cubicBezTo>
                <ns1:cubicBezTo>
                  <ns1:pt x="87" y="73"/>
                  <ns1:pt x="87" y="72"/>
                  <ns1:pt x="88" y="71"/>
                </ns1:cubicBezTo>
                <ns1:cubicBezTo>
                  <ns1:pt x="109" y="48"/>
                  <ns1:pt x="109" y="48"/>
                  <ns1:pt x="109" y="48"/>
                </ns1:cubicBezTo>
                <ns1:cubicBezTo>
                  <ns1:pt x="79" y="42"/>
                  <ns1:pt x="79" y="42"/>
                  <ns1:pt x="79" y="42"/>
                </ns1:cubicBezTo>
                <ns1:cubicBezTo>
                  <ns1:pt x="78" y="42"/>
                  <ns1:pt x="77" y="41"/>
                  <ns1:pt x="76" y="40"/>
                </ns1:cubicBezTo>
                <ns1:cubicBezTo>
                  <ns1:pt x="61" y="12"/>
                  <ns1:pt x="61" y="12"/>
                  <ns1:pt x="61" y="12"/>
                </ns1:cubicBezTo>
                <ns1:cubicBezTo>
                  <ns1:pt x="46" y="40"/>
                  <ns1:pt x="46" y="40"/>
                  <ns1:pt x="46" y="40"/>
                </ns1:cubicBezTo>
                <ns1:cubicBezTo>
                  <ns1:pt x="45" y="41"/>
                  <ns1:pt x="44" y="42"/>
                  <ns1:pt x="43" y="42"/>
                </ns1:cubicBezTo>
                <ns1:cubicBezTo>
                  <ns1:pt x="13" y="48"/>
                  <ns1:pt x="13" y="48"/>
                  <ns1:pt x="13" y="48"/>
                </ns1:cubicBezTo>
                <ns1:cubicBezTo>
                  <ns1:pt x="34" y="71"/>
                  <ns1:pt x="34" y="71"/>
                  <ns1:pt x="34" y="71"/>
                </ns1:cubicBezTo>
                <ns1:cubicBezTo>
                  <ns1:pt x="35" y="72"/>
                  <ns1:pt x="35" y="73"/>
                  <ns1:pt x="35" y="74"/>
                </ns1:cubicBezTo>
                <ns1:cubicBezTo>
                  <ns1:pt x="31" y="105"/>
                  <ns1:pt x="31" y="105"/>
                  <ns1:pt x="31" y="105"/>
                </ns1:cubicBezTo>
                <ns1:cubicBezTo>
                  <ns1:pt x="59" y="92"/>
                  <ns1:pt x="59" y="92"/>
                  <ns1:pt x="59" y="92"/>
                </ns1:cubicBezTo>
                <ns1:cubicBezTo>
                  <ns1:pt x="60" y="92"/>
                  <ns1:pt x="60" y="92"/>
                  <ns1:pt x="61" y="92"/>
                </ns1:cubicBezTo>
                <ns1:close/>
              </ns1:path>
            </ns1:pathLst>
          </ns1:custGeom>
          <ns1:solidFill>
            <ns1:schemeClr val="tx1"/>
          </ns1:solidFill>
          <ns1:ln>
            <ns1:noFill/>
          </ns1:ln>
          <ns1:extLst/>
        </ns0:spPr>
        <ns0:txBody>
          <ns1:bodyPr vert="horz" wrap="square" lIns="91440" tIns="45720" rIns="91440" bIns="45720" numCol="1" anchor="t" anchorCtr="0" compatLnSpc="1">
            <ns1:prstTxWarp prst="textNoShape">
              <ns1:avLst/>
            </ns1:prstTxWarp>
          </ns1:bodyPr>
          <ns1:lstStyle/>
          <ns1:p>
            <ns1:endParaRPr lang="id-ID" sz="2700"/>
          </ns1:p>
        </ns0:txBody>
      </ns0:sp>
      <ns0:grpSp>
        <ns0:nvGrpSpPr>
          <ns0:cNvPr id="60" name="Group 59"/>
          <ns0:cNvGrpSpPr/>
          <ns0:nvPr/>
        </ns0:nvGrpSpPr>
        <ns0:grpSpPr>
          <ns1:xfrm>
            <ns1:off x="6363687" y="2039586"/>
            <ns1:ext cx="367401" cy="350509"/>
            <ns1:chOff x="4849813" y="501081"/>
            <ns1:chExt cx="1104900" cy="1054100"/>
          </ns1:xfrm>
          <ns1:solidFill>
            <ns1:schemeClr val="tx1"/>
          </ns1:solidFill>
        </ns0:grpSpPr>
        <ns0:sp>
          <ns0:nvSpPr>
            <ns0:cNvPr id="61" name="Freeform 5"/>
            <ns0:cNvSpPr>
              <ns1:spLocks noEditPoints="1"/>
            </ns0:cNvSpPr>
            <ns0:nvPr/>
          </ns0:nvSpPr>
          <ns0:spPr bwMode="auto">
            <ns1:xfrm>
              <ns1:off x="4849813" y="501081"/>
              <ns1:ext cx="1104900" cy="1054100"/>
            </ns1:xfrm>
            <ns1:custGeom>
              <ns1:avLst/>
              <ns1:gdLst>
                <ns1:gd name="T0" fmla="*/ 482 w 526"/>
                <ns1:gd name="T1" fmla="*/ 0 h 502"/>
                <ns1:gd name="T2" fmla="*/ 44 w 526"/>
                <ns1:gd name="T3" fmla="*/ 0 h 502"/>
                <ns1:gd name="T4" fmla="*/ 0 w 526"/>
                <ns1:gd name="T5" fmla="*/ 45 h 502"/>
                <ns1:gd name="T6" fmla="*/ 0 w 526"/>
                <ns1:gd name="T7" fmla="*/ 384 h 502"/>
                <ns1:gd name="T8" fmla="*/ 44 w 526"/>
                <ns1:gd name="T9" fmla="*/ 428 h 502"/>
                <ns1:gd name="T10" fmla="*/ 177 w 526"/>
                <ns1:gd name="T11" fmla="*/ 428 h 502"/>
                <ns1:gd name="T12" fmla="*/ 154 w 526"/>
                <ns1:gd name="T13" fmla="*/ 454 h 502"/>
                <ns1:gd name="T14" fmla="*/ 141 w 526"/>
                <ns1:gd name="T15" fmla="*/ 467 h 502"/>
                <ns1:gd name="T16" fmla="*/ 140 w 526"/>
                <ns1:gd name="T17" fmla="*/ 487 h 502"/>
                <ns1:gd name="T18" fmla="*/ 173 w 526"/>
                <ns1:gd name="T19" fmla="*/ 502 h 502"/>
                <ns1:gd name="T20" fmla="*/ 352 w 526"/>
                <ns1:gd name="T21" fmla="*/ 502 h 502"/>
                <ns1:gd name="T22" fmla="*/ 386 w 526"/>
                <ns1:gd name="T23" fmla="*/ 487 h 502"/>
                <ns1:gd name="T24" fmla="*/ 384 w 526"/>
                <ns1:gd name="T25" fmla="*/ 467 h 502"/>
                <ns1:gd name="T26" fmla="*/ 372 w 526"/>
                <ns1:gd name="T27" fmla="*/ 453 h 502"/>
                <ns1:gd name="T28" fmla="*/ 348 w 526"/>
                <ns1:gd name="T29" fmla="*/ 428 h 502"/>
                <ns1:gd name="T30" fmla="*/ 482 w 526"/>
                <ns1:gd name="T31" fmla="*/ 428 h 502"/>
                <ns1:gd name="T32" fmla="*/ 526 w 526"/>
                <ns1:gd name="T33" fmla="*/ 384 h 502"/>
                <ns1:gd name="T34" fmla="*/ 526 w 526"/>
                <ns1:gd name="T35" fmla="*/ 45 h 502"/>
                <ns1:gd name="T36" fmla="*/ 482 w 526"/>
                <ns1:gd name="T37" fmla="*/ 0 h 502"/>
                <ns1:gd name="T38" fmla="*/ 360 w 526"/>
                <ns1:gd name="T39" fmla="*/ 465 h 502"/>
                <ns1:gd name="T40" fmla="*/ 371 w 526"/>
                <ns1:gd name="T41" fmla="*/ 476 h 502"/>
                <ns1:gd name="T42" fmla="*/ 371 w 526"/>
                <ns1:gd name="T43" fmla="*/ 480 h 502"/>
                <ns1:gd name="T44" fmla="*/ 352 w 526"/>
                <ns1:gd name="T45" fmla="*/ 485 h 502"/>
                <ns1:gd name="T46" fmla="*/ 173 w 526"/>
                <ns1:gd name="T47" fmla="*/ 485 h 502"/>
                <ns1:gd name="T48" fmla="*/ 155 w 526"/>
                <ns1:gd name="T49" fmla="*/ 480 h 502"/>
                <ns1:gd name="T50" fmla="*/ 154 w 526"/>
                <ns1:gd name="T51" fmla="*/ 476 h 502"/>
                <ns1:gd name="T52" fmla="*/ 154 w 526"/>
                <ns1:gd name="T53" fmla="*/ 477 h 502"/>
                <ns1:gd name="T54" fmla="*/ 165 w 526"/>
                <ns1:gd name="T55" fmla="*/ 465 h 502"/>
                <ns1:gd name="T56" fmla="*/ 196 w 526"/>
                <ns1:gd name="T57" fmla="*/ 428 h 502"/>
                <ns1:gd name="T58" fmla="*/ 329 w 526"/>
                <ns1:gd name="T59" fmla="*/ 428 h 502"/>
                <ns1:gd name="T60" fmla="*/ 360 w 526"/>
                <ns1:gd name="T61" fmla="*/ 465 h 502"/>
                <ns1:gd name="T62" fmla="*/ 493 w 526"/>
                <ns1:gd name="T63" fmla="*/ 384 h 502"/>
                <ns1:gd name="T64" fmla="*/ 482 w 526"/>
                <ns1:gd name="T65" fmla="*/ 395 h 502"/>
                <ns1:gd name="T66" fmla="*/ 44 w 526"/>
                <ns1:gd name="T67" fmla="*/ 395 h 502"/>
                <ns1:gd name="T68" fmla="*/ 32 w 526"/>
                <ns1:gd name="T69" fmla="*/ 384 h 502"/>
                <ns1:gd name="T70" fmla="*/ 32 w 526"/>
                <ns1:gd name="T71" fmla="*/ 45 h 502"/>
                <ns1:gd name="T72" fmla="*/ 44 w 526"/>
                <ns1:gd name="T73" fmla="*/ 33 h 502"/>
                <ns1:gd name="T74" fmla="*/ 482 w 526"/>
                <ns1:gd name="T75" fmla="*/ 33 h 502"/>
                <ns1:gd name="T76" fmla="*/ 493 w 526"/>
                <ns1:gd name="T77" fmla="*/ 45 h 502"/>
                <ns1:gd name="T78" fmla="*/ 493 w 526"/>
                <ns1:gd name="T79" fmla="*/ 384 h 502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  <ns1:cxn ang="0">
                  <ns1:pos x="T14" y="T15"/>
                </ns1:cxn>
                <ns1:cxn ang="0">
                  <ns1:pos x="T16" y="T17"/>
                </ns1:cxn>
                <ns1:cxn ang="0">
                  <ns1:pos x="T18" y="T19"/>
                </ns1:cxn>
                <ns1:cxn ang="0">
                  <ns1:pos x="T20" y="T21"/>
                </ns1:cxn>
                <ns1:cxn ang="0">
                  <ns1:pos x="T22" y="T23"/>
                </ns1:cxn>
                <ns1:cxn ang="0">
                  <ns1:pos x="T24" y="T25"/>
                </ns1:cxn>
                <ns1:cxn ang="0">
                  <ns1:pos x="T26" y="T27"/>
                </ns1:cxn>
                <ns1:cxn ang="0">
                  <ns1:pos x="T28" y="T29"/>
                </ns1:cxn>
                <ns1:cxn ang="0">
                  <ns1:pos x="T30" y="T31"/>
                </ns1:cxn>
                <ns1:cxn ang="0">
                  <ns1:pos x="T32" y="T33"/>
                </ns1:cxn>
                <ns1:cxn ang="0">
                  <ns1:pos x="T34" y="T35"/>
                </ns1:cxn>
                <ns1:cxn ang="0">
                  <ns1:pos x="T36" y="T37"/>
                </ns1:cxn>
                <ns1:cxn ang="0">
                  <ns1:pos x="T38" y="T39"/>
                </ns1:cxn>
                <ns1:cxn ang="0">
                  <ns1:pos x="T40" y="T41"/>
                </ns1:cxn>
                <ns1:cxn ang="0">
                  <ns1:pos x="T42" y="T43"/>
                </ns1:cxn>
                <ns1:cxn ang="0">
                  <ns1:pos x="T44" y="T45"/>
                </ns1:cxn>
                <ns1:cxn ang="0">
                  <ns1:pos x="T46" y="T47"/>
                </ns1:cxn>
                <ns1:cxn ang="0">
                  <ns1:pos x="T48" y="T49"/>
                </ns1:cxn>
                <ns1:cxn ang="0">
                  <ns1:pos x="T50" y="T51"/>
                </ns1:cxn>
                <ns1:cxn ang="0">
                  <ns1:pos x="T52" y="T53"/>
                </ns1:cxn>
                <ns1:cxn ang="0">
                  <ns1:pos x="T54" y="T55"/>
                </ns1:cxn>
                <ns1:cxn ang="0">
                  <ns1:pos x="T56" y="T57"/>
                </ns1:cxn>
                <ns1:cxn ang="0">
                  <ns1:pos x="T58" y="T59"/>
                </ns1:cxn>
                <ns1:cxn ang="0">
                  <ns1:pos x="T60" y="T61"/>
                </ns1:cxn>
                <ns1:cxn ang="0">
                  <ns1:pos x="T62" y="T63"/>
                </ns1:cxn>
                <ns1:cxn ang="0">
                  <ns1:pos x="T64" y="T65"/>
                </ns1:cxn>
                <ns1:cxn ang="0">
                  <ns1:pos x="T66" y="T67"/>
                </ns1:cxn>
                <ns1:cxn ang="0">
                  <ns1:pos x="T68" y="T69"/>
                </ns1:cxn>
                <ns1:cxn ang="0">
                  <ns1:pos x="T70" y="T71"/>
                </ns1:cxn>
                <ns1:cxn ang="0">
                  <ns1:pos x="T72" y="T73"/>
                </ns1:cxn>
                <ns1:cxn ang="0">
                  <ns1:pos x="T74" y="T75"/>
                </ns1:cxn>
                <ns1:cxn ang="0">
                  <ns1:pos x="T76" y="T77"/>
                </ns1:cxn>
                <ns1:cxn ang="0">
                  <ns1:pos x="T78" y="T79"/>
                </ns1:cxn>
              </ns1:cxnLst>
              <ns1:rect l="0" t="0" r="r" b="b"/>
              <ns1:pathLst>
                <ns1:path w="526" h="502">
                  <ns1:moveTo>
                    <ns1:pt x="482" y="0"/>
                  </ns1:moveTo>
                  <ns1:cubicBezTo>
                    <ns1:pt x="44" y="0"/>
                    <ns1:pt x="44" y="0"/>
                    <ns1:pt x="44" y="0"/>
                  </ns1:cubicBezTo>
                  <ns1:cubicBezTo>
                    <ns1:pt x="19" y="0"/>
                    <ns1:pt x="0" y="20"/>
                    <ns1:pt x="0" y="45"/>
                  </ns1:cubicBezTo>
                  <ns1:cubicBezTo>
                    <ns1:pt x="0" y="384"/>
                    <ns1:pt x="0" y="384"/>
                    <ns1:pt x="0" y="384"/>
                  </ns1:cubicBezTo>
                  <ns1:cubicBezTo>
                    <ns1:pt x="0" y="408"/>
                    <ns1:pt x="19" y="428"/>
                    <ns1:pt x="44" y="428"/>
                  </ns1:cubicBezTo>
                  <ns1:cubicBezTo>
                    <ns1:pt x="177" y="428"/>
                    <ns1:pt x="177" y="428"/>
                    <ns1:pt x="177" y="428"/>
                  </ns1:cubicBezTo>
                  <ns1:cubicBezTo>
                    <ns1:pt x="170" y="437"/>
                    <ns1:pt x="159" y="448"/>
                    <ns1:pt x="154" y="454"/>
                  </ns1:cubicBezTo>
                  <ns1:cubicBezTo>
                    <ns1:pt x="148" y="459"/>
                    <ns1:pt x="144" y="463"/>
                    <ns1:pt x="141" y="467"/>
                  </ns1:cubicBezTo>
                  <ns1:cubicBezTo>
                    <ns1:pt x="138" y="471"/>
                    <ns1:pt x="136" y="480"/>
                    <ns1:pt x="140" y="487"/>
                  </ns1:cubicBezTo>
                  <ns1:cubicBezTo>
                    <ns1:pt x="144" y="494"/>
                    <ns1:pt x="152" y="502"/>
                    <ns1:pt x="173" y="502"/>
                  </ns1:cubicBezTo>
                  <ns1:cubicBezTo>
                    <ns1:pt x="352" y="502"/>
                    <ns1:pt x="352" y="502"/>
                    <ns1:pt x="352" y="502"/>
                  </ns1:cubicBezTo>
                  <ns1:cubicBezTo>
                    <ns1:pt x="374" y="502"/>
                    <ns1:pt x="382" y="494"/>
                    <ns1:pt x="386" y="487"/>
                  </ns1:cubicBezTo>
                  <ns1:cubicBezTo>
                    <ns1:pt x="389" y="480"/>
                    <ns1:pt x="388" y="471"/>
                    <ns1:pt x="384" y="467"/>
                  </ns1:cubicBezTo>
                  <ns1:cubicBezTo>
                    <ns1:pt x="382" y="463"/>
                    <ns1:pt x="378" y="459"/>
                    <ns1:pt x="372" y="453"/>
                  </ns1:cubicBezTo>
                  <ns1:cubicBezTo>
                    <ns1:pt x="367" y="448"/>
                    <ns1:pt x="355" y="437"/>
                    <ns1:pt x="348" y="428"/>
                  </ns1:cubicBezTo>
                  <ns1:cubicBezTo>
                    <ns1:pt x="482" y="428"/>
                    <ns1:pt x="482" y="428"/>
                    <ns1:pt x="482" y="428"/>
                  </ns1:cubicBezTo>
                  <ns1:cubicBezTo>
                    <ns1:pt x="506" y="428"/>
                    <ns1:pt x="526" y="408"/>
                    <ns1:pt x="526" y="384"/>
                  </ns1:cubicBezTo>
                  <ns1:cubicBezTo>
                    <ns1:pt x="526" y="45"/>
                    <ns1:pt x="526" y="45"/>
                    <ns1:pt x="526" y="45"/>
                  </ns1:cubicBezTo>
                  <ns1:cubicBezTo>
                    <ns1:pt x="526" y="20"/>
                    <ns1:pt x="506" y="0"/>
                    <ns1:pt x="482" y="0"/>
                  </ns1:cubicBezTo>
                  <ns1:close/>
                  <ns1:moveTo>
                    <ns1:pt x="360" y="465"/>
                  </ns1:moveTo>
                  <ns1:cubicBezTo>
                    <ns1:pt x="365" y="470"/>
                    <ns1:pt x="370" y="474"/>
                    <ns1:pt x="371" y="476"/>
                  </ns1:cubicBezTo>
                  <ns1:cubicBezTo>
                    <ns1:pt x="371" y="476"/>
                    <ns1:pt x="372" y="478"/>
                    <ns1:pt x="371" y="480"/>
                  </ns1:cubicBezTo>
                  <ns1:cubicBezTo>
                    <ns1:pt x="368" y="483"/>
                    <ns1:pt x="362" y="485"/>
                    <ns1:pt x="352" y="485"/>
                  </ns1:cubicBezTo>
                  <ns1:cubicBezTo>
                    <ns1:pt x="173" y="485"/>
                    <ns1:pt x="173" y="485"/>
                    <ns1:pt x="173" y="485"/>
                  </ns1:cubicBezTo>
                  <ns1:cubicBezTo>
                    <ns1:pt x="164" y="485"/>
                    <ns1:pt x="157" y="483"/>
                    <ns1:pt x="155" y="480"/>
                  </ns1:cubicBezTo>
                  <ns1:cubicBezTo>
                    <ns1:pt x="154" y="478"/>
                    <ns1:pt x="155" y="476"/>
                    <ns1:pt x="154" y="476"/>
                  </ns1:cubicBezTo>
                  <ns1:cubicBezTo>
                    <ns1:pt x="154" y="476"/>
                    <ns1:pt x="154" y="476"/>
                    <ns1:pt x="154" y="477"/>
                  </ns1:cubicBezTo>
                  <ns1:cubicBezTo>
                    <ns1:pt x="156" y="474"/>
                    <ns1:pt x="161" y="470"/>
                    <ns1:pt x="165" y="465"/>
                  </ns1:cubicBezTo>
                  <ns1:cubicBezTo>
                    <ns1:pt x="180" y="451"/>
                    <ns1:pt x="191" y="439"/>
                    <ns1:pt x="196" y="428"/>
                  </ns1:cubicBezTo>
                  <ns1:cubicBezTo>
                    <ns1:pt x="329" y="428"/>
                    <ns1:pt x="329" y="428"/>
                    <ns1:pt x="329" y="428"/>
                  </ns1:cubicBezTo>
                  <ns1:cubicBezTo>
                    <ns1:pt x="334" y="439"/>
                    <ns1:pt x="346" y="451"/>
                    <ns1:pt x="360" y="465"/>
                  </ns1:cubicBezTo>
                  <ns1:close/>
                  <ns1:moveTo>
                    <ns1:pt x="493" y="384"/>
                  </ns1:moveTo>
                  <ns1:cubicBezTo>
                    <ns1:pt x="493" y="390"/>
                    <ns1:pt x="488" y="395"/>
                    <ns1:pt x="482" y="395"/>
                  </ns1:cubicBezTo>
                  <ns1:cubicBezTo>
                    <ns1:pt x="44" y="395"/>
                    <ns1:pt x="44" y="395"/>
                    <ns1:pt x="44" y="395"/>
                  </ns1:cubicBezTo>
                  <ns1:cubicBezTo>
                    <ns1:pt x="38" y="395"/>
                    <ns1:pt x="32" y="390"/>
                    <ns1:pt x="32" y="384"/>
                  </ns1:cubicBezTo>
                  <ns1:cubicBezTo>
                    <ns1:pt x="32" y="45"/>
                    <ns1:pt x="32" y="45"/>
                    <ns1:pt x="32" y="45"/>
                  </ns1:cubicBezTo>
                  <ns1:cubicBezTo>
                    <ns1:pt x="32" y="38"/>
                    <ns1:pt x="38" y="33"/>
                    <ns1:pt x="44" y="33"/>
                  </ns1:cubicBezTo>
                  <ns1:cubicBezTo>
                    <ns1:pt x="482" y="33"/>
                    <ns1:pt x="482" y="33"/>
                    <ns1:pt x="482" y="33"/>
                  </ns1:cubicBezTo>
                  <ns1:cubicBezTo>
                    <ns1:pt x="488" y="33"/>
                    <ns1:pt x="493" y="38"/>
                    <ns1:pt x="493" y="45"/>
                  </ns1:cubicBezTo>
                  <ns1:lnTo>
                    <ns1:pt x="493" y="384"/>
                  </ns1:lnTo>
                  <ns1:close/>
                </ns1:path>
              </ns1:pathLst>
            </ns1:custGeom>
            <ns1:grpFill/>
            <ns1:ln>
              <ns1:noFill/>
            </ns1:ln>
            <ns1:extLst>
              <ns1:ext uri="{91240B29-F687-4F45-9708-019B960494DF}">
                <ns2:hiddenLine w="9525">
                  <ns1:solidFill>
                    <ns1:srgbClr val="000000"/>
                  </ns1:solidFill>
                  <ns1:round/>
                  <ns1:headEnd/>
                  <ns1:tailEnd/>
                </ns2:hiddenLine>
              </ns1:ext>
            </ns1:extLst>
          </ns0:spPr>
          <ns0:txBody>
            <ns1:bodyPr vert="horz" wrap="square" lIns="91440" tIns="45720" rIns="91440" bIns="45720" numCol="1" anchor="t" anchorCtr="0" compatLnSpc="1">
              <ns1:prstTxWarp prst="textNoShape">
                <ns1:avLst/>
              </ns1:prstTxWarp>
            </ns1:bodyPr>
            <ns1:lstStyle/>
            <ns1:p>
              <ns1:endParaRPr lang="id-ID" sz="2700"/>
            </ns1:p>
          </ns0:txBody>
        </ns0:sp>
        <ns0:sp>
          <ns0:nvSpPr>
            <ns0:cNvPr id="62" name="Freeform 6"/>
            <ns0:cNvSpPr>
              <ns1:spLocks noEditPoints="1"/>
            </ns0:cNvSpPr>
            <ns0:nvPr/>
          </ns0:nvSpPr>
          <ns0:spPr bwMode="auto">
            <ns1:xfrm>
              <ns1:off x="4986338" y="640781"/>
              <ns1:ext cx="828675" cy="552450"/>
            </ns1:xfrm>
            <ns1:custGeom>
              <ns1:avLst/>
              <ns1:gdLst>
                <ns1:gd name="T0" fmla="*/ 367 w 395"/>
                <ns1:gd name="T1" fmla="*/ 0 h 264"/>
                <ns1:gd name="T2" fmla="*/ 28 w 395"/>
                <ns1:gd name="T3" fmla="*/ 0 h 264"/>
                <ns1:gd name="T4" fmla="*/ 0 w 395"/>
                <ns1:gd name="T5" fmla="*/ 28 h 264"/>
                <ns1:gd name="T6" fmla="*/ 0 w 395"/>
                <ns1:gd name="T7" fmla="*/ 236 h 264"/>
                <ns1:gd name="T8" fmla="*/ 28 w 395"/>
                <ns1:gd name="T9" fmla="*/ 264 h 264"/>
                <ns1:gd name="T10" fmla="*/ 367 w 395"/>
                <ns1:gd name="T11" fmla="*/ 264 h 264"/>
                <ns1:gd name="T12" fmla="*/ 395 w 395"/>
                <ns1:gd name="T13" fmla="*/ 236 h 264"/>
                <ns1:gd name="T14" fmla="*/ 395 w 395"/>
                <ns1:gd name="T15" fmla="*/ 28 h 264"/>
                <ns1:gd name="T16" fmla="*/ 367 w 395"/>
                <ns1:gd name="T17" fmla="*/ 0 h 264"/>
                <ns1:gd name="T18" fmla="*/ 379 w 395"/>
                <ns1:gd name="T19" fmla="*/ 236 h 264"/>
                <ns1:gd name="T20" fmla="*/ 367 w 395"/>
                <ns1:gd name="T21" fmla="*/ 247 h 264"/>
                <ns1:gd name="T22" fmla="*/ 28 w 395"/>
                <ns1:gd name="T23" fmla="*/ 247 h 264"/>
                <ns1:gd name="T24" fmla="*/ 17 w 395"/>
                <ns1:gd name="T25" fmla="*/ 236 h 264"/>
                <ns1:gd name="T26" fmla="*/ 17 w 395"/>
                <ns1:gd name="T27" fmla="*/ 28 h 264"/>
                <ns1:gd name="T28" fmla="*/ 28 w 395"/>
                <ns1:gd name="T29" fmla="*/ 17 h 264"/>
                <ns1:gd name="T30" fmla="*/ 367 w 395"/>
                <ns1:gd name="T31" fmla="*/ 17 h 264"/>
                <ns1:gd name="T32" fmla="*/ 379 w 395"/>
                <ns1:gd name="T33" fmla="*/ 28 h 264"/>
                <ns1:gd name="T34" fmla="*/ 379 w 395"/>
                <ns1:gd name="T35" fmla="*/ 236 h 264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  <ns1:cxn ang="0">
                  <ns1:pos x="T14" y="T15"/>
                </ns1:cxn>
                <ns1:cxn ang="0">
                  <ns1:pos x="T16" y="T17"/>
                </ns1:cxn>
                <ns1:cxn ang="0">
                  <ns1:pos x="T18" y="T19"/>
                </ns1:cxn>
                <ns1:cxn ang="0">
                  <ns1:pos x="T20" y="T21"/>
                </ns1:cxn>
                <ns1:cxn ang="0">
                  <ns1:pos x="T22" y="T23"/>
                </ns1:cxn>
                <ns1:cxn ang="0">
                  <ns1:pos x="T24" y="T25"/>
                </ns1:cxn>
                <ns1:cxn ang="0">
                  <ns1:pos x="T26" y="T27"/>
                </ns1:cxn>
                <ns1:cxn ang="0">
                  <ns1:pos x="T28" y="T29"/>
                </ns1:cxn>
                <ns1:cxn ang="0">
                  <ns1:pos x="T30" y="T31"/>
                </ns1:cxn>
                <ns1:cxn ang="0">
                  <ns1:pos x="T32" y="T33"/>
                </ns1:cxn>
                <ns1:cxn ang="0">
                  <ns1:pos x="T34" y="T35"/>
                </ns1:cxn>
              </ns1:cxnLst>
              <ns1:rect l="0" t="0" r="r" b="b"/>
              <ns1:pathLst>
                <ns1:path w="395" h="264">
                  <ns1:moveTo>
                    <ns1:pt x="367" y="0"/>
                  </ns1:moveTo>
                  <ns1:cubicBezTo>
                    <ns1:pt x="28" y="0"/>
                    <ns1:pt x="28" y="0"/>
                    <ns1:pt x="28" y="0"/>
                  </ns1:cubicBezTo>
                  <ns1:cubicBezTo>
                    <ns1:pt x="13" y="0"/>
                    <ns1:pt x="0" y="13"/>
                    <ns1:pt x="0" y="28"/>
                  </ns1:cubicBezTo>
                  <ns1:cubicBezTo>
                    <ns1:pt x="0" y="236"/>
                    <ns1:pt x="0" y="236"/>
                    <ns1:pt x="0" y="236"/>
                  </ns1:cubicBezTo>
                  <ns1:cubicBezTo>
                    <ns1:pt x="0" y="251"/>
                    <ns1:pt x="13" y="264"/>
                    <ns1:pt x="28" y="264"/>
                  </ns1:cubicBezTo>
                  <ns1:cubicBezTo>
                    <ns1:pt x="367" y="264"/>
                    <ns1:pt x="367" y="264"/>
                    <ns1:pt x="367" y="264"/>
                  </ns1:cubicBezTo>
                  <ns1:cubicBezTo>
                    <ns1:pt x="383" y="264"/>
                    <ns1:pt x="395" y="251"/>
                    <ns1:pt x="395" y="236"/>
                  </ns1:cubicBezTo>
                  <ns1:cubicBezTo>
                    <ns1:pt x="395" y="28"/>
                    <ns1:pt x="395" y="28"/>
                    <ns1:pt x="395" y="28"/>
                  </ns1:cubicBezTo>
                  <ns1:cubicBezTo>
                    <ns1:pt x="395" y="13"/>
                    <ns1:pt x="383" y="0"/>
                    <ns1:pt x="367" y="0"/>
                  </ns1:cubicBezTo>
                  <ns1:close/>
                  <ns1:moveTo>
                    <ns1:pt x="379" y="236"/>
                  </ns1:moveTo>
                  <ns1:cubicBezTo>
                    <ns1:pt x="379" y="242"/>
                    <ns1:pt x="374" y="247"/>
                    <ns1:pt x="367" y="247"/>
                  </ns1:cubicBezTo>
                  <ns1:cubicBezTo>
                    <ns1:pt x="28" y="247"/>
                    <ns1:pt x="28" y="247"/>
                    <ns1:pt x="28" y="247"/>
                  </ns1:cubicBezTo>
                  <ns1:cubicBezTo>
                    <ns1:pt x="22" y="247"/>
                    <ns1:pt x="17" y="242"/>
                    <ns1:pt x="17" y="236"/>
                  </ns1:cubicBezTo>
                  <ns1:cubicBezTo>
                    <ns1:pt x="17" y="28"/>
                    <ns1:pt x="17" y="28"/>
                    <ns1:pt x="17" y="28"/>
                  </ns1:cubicBezTo>
                  <ns1:cubicBezTo>
                    <ns1:pt x="17" y="22"/>
                    <ns1:pt x="22" y="17"/>
                    <ns1:pt x="28" y="17"/>
                  </ns1:cubicBezTo>
                  <ns1:cubicBezTo>
                    <ns1:pt x="367" y="17"/>
                    <ns1:pt x="367" y="17"/>
                    <ns1:pt x="367" y="17"/>
                  </ns1:cubicBezTo>
                  <ns1:cubicBezTo>
                    <ns1:pt x="374" y="17"/>
                    <ns1:pt x="379" y="22"/>
                    <ns1:pt x="379" y="28"/>
                  </ns1:cubicBezTo>
                  <ns1:lnTo>
                    <ns1:pt x="379" y="236"/>
                  </ns1:lnTo>
                  <ns1:close/>
                </ns1:path>
              </ns1:pathLst>
            </ns1:custGeom>
            <ns1:grpFill/>
            <ns1:ln>
              <ns1:noFill/>
            </ns1:ln>
            <ns1:extLst>
              <ns1:ext uri="{91240B29-F687-4F45-9708-019B960494DF}">
                <ns2:hiddenLine w="9525">
                  <ns1:solidFill>
                    <ns1:srgbClr val="000000"/>
                  </ns1:solidFill>
                  <ns1:round/>
                  <ns1:headEnd/>
                  <ns1:tailEnd/>
                </ns2:hiddenLine>
              </ns1:ext>
            </ns1:extLst>
          </ns0:spPr>
          <ns0:txBody>
            <ns1:bodyPr vert="horz" wrap="square" lIns="91440" tIns="45720" rIns="91440" bIns="45720" numCol="1" anchor="t" anchorCtr="0" compatLnSpc="1">
              <ns1:prstTxWarp prst="textNoShape">
                <ns1:avLst/>
              </ns1:prstTxWarp>
            </ns1:bodyPr>
            <ns1:lstStyle/>
            <ns1:p>
              <ns1:endParaRPr lang="id-ID" sz="2700"/>
            </ns1:p>
          </ns0:txBody>
        </ns0:sp>
        <ns0:sp>
          <ns0:nvSpPr>
            <ns0:cNvPr id="63" name="Freeform 7"/>
            <ns0:cNvSpPr>
              <ns1:spLocks noEditPoints="1"/>
            </ns0:cNvSpPr>
            <ns0:nvPr/>
          </ns0:nvSpPr>
          <ns0:spPr bwMode="auto">
            <ns1:xfrm>
              <ns1:off x="5349875" y="1209106"/>
              <ns1:ext cx="104775" cy="104775"/>
            </ns1:xfrm>
            <ns1:custGeom>
              <ns1:avLst/>
              <ns1:gdLst>
                <ns1:gd name="T0" fmla="*/ 25 w 50"/>
                <ns1:gd name="T1" fmla="*/ 0 h 50"/>
                <ns1:gd name="T2" fmla="*/ 0 w 50"/>
                <ns1:gd name="T3" fmla="*/ 25 h 50"/>
                <ns1:gd name="T4" fmla="*/ 25 w 50"/>
                <ns1:gd name="T5" fmla="*/ 50 h 50"/>
                <ns1:gd name="T6" fmla="*/ 50 w 50"/>
                <ns1:gd name="T7" fmla="*/ 25 h 50"/>
                <ns1:gd name="T8" fmla="*/ 25 w 50"/>
                <ns1:gd name="T9" fmla="*/ 0 h 50"/>
                <ns1:gd name="T10" fmla="*/ 25 w 50"/>
                <ns1:gd name="T11" fmla="*/ 33 h 50"/>
                <ns1:gd name="T12" fmla="*/ 17 w 50"/>
                <ns1:gd name="T13" fmla="*/ 25 h 50"/>
                <ns1:gd name="T14" fmla="*/ 25 w 50"/>
                <ns1:gd name="T15" fmla="*/ 17 h 50"/>
                <ns1:gd name="T16" fmla="*/ 33 w 50"/>
                <ns1:gd name="T17" fmla="*/ 25 h 50"/>
                <ns1:gd name="T18" fmla="*/ 25 w 50"/>
                <ns1:gd name="T19" fmla="*/ 33 h 50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  <ns1:cxn ang="0">
                  <ns1:pos x="T14" y="T15"/>
                </ns1:cxn>
                <ns1:cxn ang="0">
                  <ns1:pos x="T16" y="T17"/>
                </ns1:cxn>
                <ns1:cxn ang="0">
                  <ns1:pos x="T18" y="T19"/>
                </ns1:cxn>
              </ns1:cxnLst>
              <ns1:rect l="0" t="0" r="r" b="b"/>
              <ns1:pathLst>
                <ns1:path w="50" h="50">
                  <ns1:moveTo>
                    <ns1:pt x="25" y="0"/>
                  </ns1:moveTo>
                  <ns1:cubicBezTo>
                    <ns1:pt x="11" y="0"/>
                    <ns1:pt x="0" y="12"/>
                    <ns1:pt x="0" y="25"/>
                  </ns1:cubicBezTo>
                  <ns1:cubicBezTo>
                    <ns1:pt x="0" y="39"/>
                    <ns1:pt x="11" y="50"/>
                    <ns1:pt x="25" y="50"/>
                  </ns1:cubicBezTo>
                  <ns1:cubicBezTo>
                    <ns1:pt x="38" y="50"/>
                    <ns1:pt x="50" y="39"/>
                    <ns1:pt x="50" y="25"/>
                  </ns1:cubicBezTo>
                  <ns1:cubicBezTo>
                    <ns1:pt x="50" y="12"/>
                    <ns1:pt x="38" y="0"/>
                    <ns1:pt x="25" y="0"/>
                  </ns1:cubicBezTo>
                  <ns1:close/>
                  <ns1:moveTo>
                    <ns1:pt x="25" y="33"/>
                  </ns1:moveTo>
                  <ns1:cubicBezTo>
                    <ns1:pt x="20" y="33"/>
                    <ns1:pt x="17" y="30"/>
                    <ns1:pt x="17" y="25"/>
                  </ns1:cubicBezTo>
                  <ns1:cubicBezTo>
                    <ns1:pt x="17" y="21"/>
                    <ns1:pt x="20" y="17"/>
                    <ns1:pt x="25" y="17"/>
                  </ns1:cubicBezTo>
                  <ns1:cubicBezTo>
                    <ns1:pt x="29" y="17"/>
                    <ns1:pt x="33" y="21"/>
                    <ns1:pt x="33" y="25"/>
                  </ns1:cubicBezTo>
                  <ns1:cubicBezTo>
                    <ns1:pt x="33" y="30"/>
                    <ns1:pt x="29" y="33"/>
                    <ns1:pt x="25" y="33"/>
                  </ns1:cubicBezTo>
                  <ns1:close/>
                </ns1:path>
              </ns1:pathLst>
            </ns1:custGeom>
            <ns1:grpFill/>
            <ns1:ln>
              <ns1:noFill/>
            </ns1:ln>
            <ns1:extLst>
              <ns1:ext uri="{91240B29-F687-4F45-9708-019B960494DF}">
                <ns2:hiddenLine w="9525">
                  <ns1:solidFill>
                    <ns1:srgbClr val="000000"/>
                  </ns1:solidFill>
                  <ns1:round/>
                  <ns1:headEnd/>
                  <ns1:tailEnd/>
                </ns2:hiddenLine>
              </ns1:ext>
            </ns1:extLst>
          </ns0:spPr>
          <ns0:txBody>
            <ns1:bodyPr vert="horz" wrap="square" lIns="91440" tIns="45720" rIns="91440" bIns="45720" numCol="1" anchor="t" anchorCtr="0" compatLnSpc="1">
              <ns1:prstTxWarp prst="textNoShape">
                <ns1:avLst/>
              </ns1:prstTxWarp>
            </ns1:bodyPr>
            <ns1:lstStyle/>
            <ns1:p>
              <ns1:endParaRPr lang="id-ID" sz="2700"/>
            </ns1:p>
          </ns0:txBody>
        </ns0:sp>
        <ns0:sp>
          <ns0:nvSpPr>
            <ns0:cNvPr id="64" name="Freeform 8"/>
            <ns0:cNvSpPr>
              <ns1:spLocks noEditPoints="1"/>
            </ns0:cNvSpPr>
            <ns0:nvPr/>
          </ns0:nvSpPr>
          <ns0:spPr bwMode="auto">
            <ns1:xfrm>
              <ns1:off x="5480050" y="866206"/>
              <ns1:ext cx="280988" cy="280988"/>
            </ns1:xfrm>
            <ns1:custGeom>
              <ns1:avLst/>
              <ns1:gdLst>
                <ns1:gd name="T0" fmla="*/ 67 w 134"/>
                <ns1:gd name="T1" fmla="*/ 134 h 134"/>
                <ns1:gd name="T2" fmla="*/ 0 w 134"/>
                <ns1:gd name="T3" fmla="*/ 67 h 134"/>
                <ns1:gd name="T4" fmla="*/ 67 w 134"/>
                <ns1:gd name="T5" fmla="*/ 0 h 134"/>
                <ns1:gd name="T6" fmla="*/ 134 w 134"/>
                <ns1:gd name="T7" fmla="*/ 67 h 134"/>
                <ns1:gd name="T8" fmla="*/ 67 w 134"/>
                <ns1:gd name="T9" fmla="*/ 134 h 134"/>
                <ns1:gd name="T10" fmla="*/ 67 w 134"/>
                <ns1:gd name="T11" fmla="*/ 10 h 134"/>
                <ns1:gd name="T12" fmla="*/ 10 w 134"/>
                <ns1:gd name="T13" fmla="*/ 67 h 134"/>
                <ns1:gd name="T14" fmla="*/ 67 w 134"/>
                <ns1:gd name="T15" fmla="*/ 124 h 134"/>
                <ns1:gd name="T16" fmla="*/ 124 w 134"/>
                <ns1:gd name="T17" fmla="*/ 67 h 134"/>
                <ns1:gd name="T18" fmla="*/ 67 w 134"/>
                <ns1:gd name="T19" fmla="*/ 10 h 134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  <ns1:cxn ang="0">
                  <ns1:pos x="T14" y="T15"/>
                </ns1:cxn>
                <ns1:cxn ang="0">
                  <ns1:pos x="T16" y="T17"/>
                </ns1:cxn>
                <ns1:cxn ang="0">
                  <ns1:pos x="T18" y="T19"/>
                </ns1:cxn>
              </ns1:cxnLst>
              <ns1:rect l="0" t="0" r="r" b="b"/>
              <ns1:pathLst>
                <ns1:path w="134" h="134">
                  <ns1:moveTo>
                    <ns1:pt x="67" y="134"/>
                  </ns1:moveTo>
                  <ns1:cubicBezTo>
                    <ns1:pt x="30" y="134"/>
                    <ns1:pt x="0" y="104"/>
                    <ns1:pt x="0" y="67"/>
                  </ns1:cubicBezTo>
                  <ns1:cubicBezTo>
                    <ns1:pt x="0" y="30"/>
                    <ns1:pt x="30" y="0"/>
                    <ns1:pt x="67" y="0"/>
                  </ns1:cubicBezTo>
                  <ns1:cubicBezTo>
                    <ns1:pt x="104" y="0"/>
                    <ns1:pt x="134" y="30"/>
                    <ns1:pt x="134" y="67"/>
                  </ns1:cubicBezTo>
                  <ns1:cubicBezTo>
                    <ns1:pt x="134" y="104"/>
                    <ns1:pt x="104" y="134"/>
                    <ns1:pt x="67" y="134"/>
                  </ns1:cubicBezTo>
                  <ns1:close/>
                  <ns1:moveTo>
                    <ns1:pt x="67" y="10"/>
                  </ns1:moveTo>
                  <ns1:cubicBezTo>
                    <ns1:pt x="35" y="10"/>
                    <ns1:pt x="10" y="35"/>
                    <ns1:pt x="10" y="67"/>
                  </ns1:cubicBezTo>
                  <ns1:cubicBezTo>
                    <ns1:pt x="10" y="98"/>
                    <ns1:pt x="35" y="124"/>
                    <ns1:pt x="67" y="124"/>
                  </ns1:cubicBezTo>
                  <ns1:cubicBezTo>
                    <ns1:pt x="98" y="124"/>
                    <ns1:pt x="124" y="98"/>
                    <ns1:pt x="124" y="67"/>
                  </ns1:cubicBezTo>
                  <ns1:cubicBezTo>
                    <ns1:pt x="124" y="35"/>
                    <ns1:pt x="98" y="10"/>
                    <ns1:pt x="67" y="10"/>
                  </ns1:cubicBezTo>
                  <ns1:close/>
                </ns1:path>
              </ns1:pathLst>
            </ns1:custGeom>
            <ns1:grpFill/>
            <ns1:ln>
              <ns1:noFill/>
            </ns1:ln>
            <ns1:extLst>
              <ns1:ext uri="{91240B29-F687-4F45-9708-019B960494DF}">
                <ns2:hiddenLine w="9525">
                  <ns1:solidFill>
                    <ns1:srgbClr val="000000"/>
                  </ns1:solidFill>
                  <ns1:round/>
                  <ns1:headEnd/>
                  <ns1:tailEnd/>
                </ns2:hiddenLine>
              </ns1:ext>
            </ns1:extLst>
          </ns0:spPr>
          <ns0:txBody>
            <ns1:bodyPr vert="horz" wrap="square" lIns="91440" tIns="45720" rIns="91440" bIns="45720" numCol="1" anchor="t" anchorCtr="0" compatLnSpc="1">
              <ns1:prstTxWarp prst="textNoShape">
                <ns1:avLst/>
              </ns1:prstTxWarp>
            </ns1:bodyPr>
            <ns1:lstStyle/>
            <ns1:p>
              <ns1:endParaRPr lang="id-ID" sz="2700"/>
            </ns1:p>
          </ns0:txBody>
        </ns0:sp>
        <ns0:sp>
          <ns0:nvSpPr>
            <ns0:cNvPr id="65" name="Freeform 9"/>
            <ns0:cNvSpPr>
              <ns1:spLocks noEditPoints="1"/>
            </ns0:cNvSpPr>
            <ns0:nvPr/>
          </ns0:nvSpPr>
          <ns0:spPr bwMode="auto">
            <ns1:xfrm>
              <ns1:off x="5545138" y="931293"/>
              <ns1:ext cx="150813" cy="150813"/>
            </ns1:xfrm>
            <ns1:custGeom>
              <ns1:avLst/>
              <ns1:gdLst>
                <ns1:gd name="T0" fmla="*/ 36 w 72"/>
                <ns1:gd name="T1" fmla="*/ 72 h 72"/>
                <ns1:gd name="T2" fmla="*/ 0 w 72"/>
                <ns1:gd name="T3" fmla="*/ 36 h 72"/>
                <ns1:gd name="T4" fmla="*/ 36 w 72"/>
                <ns1:gd name="T5" fmla="*/ 0 h 72"/>
                <ns1:gd name="T6" fmla="*/ 72 w 72"/>
                <ns1:gd name="T7" fmla="*/ 36 h 72"/>
                <ns1:gd name="T8" fmla="*/ 36 w 72"/>
                <ns1:gd name="T9" fmla="*/ 72 h 72"/>
                <ns1:gd name="T10" fmla="*/ 36 w 72"/>
                <ns1:gd name="T11" fmla="*/ 10 h 72"/>
                <ns1:gd name="T12" fmla="*/ 10 w 72"/>
                <ns1:gd name="T13" fmla="*/ 36 h 72"/>
                <ns1:gd name="T14" fmla="*/ 36 w 72"/>
                <ns1:gd name="T15" fmla="*/ 62 h 72"/>
                <ns1:gd name="T16" fmla="*/ 62 w 72"/>
                <ns1:gd name="T17" fmla="*/ 36 h 72"/>
                <ns1:gd name="T18" fmla="*/ 36 w 72"/>
                <ns1:gd name="T19" fmla="*/ 10 h 72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  <ns1:cxn ang="0">
                  <ns1:pos x="T14" y="T15"/>
                </ns1:cxn>
                <ns1:cxn ang="0">
                  <ns1:pos x="T16" y="T17"/>
                </ns1:cxn>
                <ns1:cxn ang="0">
                  <ns1:pos x="T18" y="T19"/>
                </ns1:cxn>
              </ns1:cxnLst>
              <ns1:rect l="0" t="0" r="r" b="b"/>
              <ns1:pathLst>
                <ns1:path w="72" h="72">
                  <ns1:moveTo>
                    <ns1:pt x="36" y="72"/>
                  </ns1:moveTo>
                  <ns1:cubicBezTo>
                    <ns1:pt x="16" y="72"/>
                    <ns1:pt x="0" y="56"/>
                    <ns1:pt x="0" y="36"/>
                  </ns1:cubicBezTo>
                  <ns1:cubicBezTo>
                    <ns1:pt x="0" y="16"/>
                    <ns1:pt x="16" y="0"/>
                    <ns1:pt x="36" y="0"/>
                  </ns1:cubicBezTo>
                  <ns1:cubicBezTo>
                    <ns1:pt x="56" y="0"/>
                    <ns1:pt x="72" y="16"/>
                    <ns1:pt x="72" y="36"/>
                  </ns1:cubicBezTo>
                  <ns1:cubicBezTo>
                    <ns1:pt x="72" y="56"/>
                    <ns1:pt x="56" y="72"/>
                    <ns1:pt x="36" y="72"/>
                  </ns1:cubicBezTo>
                  <ns1:close/>
                  <ns1:moveTo>
                    <ns1:pt x="36" y="10"/>
                  </ns1:moveTo>
                  <ns1:cubicBezTo>
                    <ns1:pt x="22" y="10"/>
                    <ns1:pt x="10" y="21"/>
                    <ns1:pt x="10" y="36"/>
                  </ns1:cubicBezTo>
                  <ns1:cubicBezTo>
                    <ns1:pt x="10" y="50"/>
                    <ns1:pt x="22" y="62"/>
                    <ns1:pt x="36" y="62"/>
                  </ns1:cubicBezTo>
                  <ns1:cubicBezTo>
                    <ns1:pt x="50" y="62"/>
                    <ns1:pt x="62" y="50"/>
                    <ns1:pt x="62" y="36"/>
                  </ns1:cubicBezTo>
                  <ns1:cubicBezTo>
                    <ns1:pt x="62" y="21"/>
                    <ns1:pt x="50" y="10"/>
                    <ns1:pt x="36" y="10"/>
                  </ns1:cubicBezTo>
                  <ns1:close/>
                </ns1:path>
              </ns1:pathLst>
            </ns1:custGeom>
            <ns1:grpFill/>
            <ns1:ln>
              <ns1:noFill/>
            </ns1:ln>
            <ns1:extLst>
              <ns1:ext uri="{91240B29-F687-4F45-9708-019B960494DF}">
                <ns2:hiddenLine w="9525">
                  <ns1:solidFill>
                    <ns1:srgbClr val="000000"/>
                  </ns1:solidFill>
                  <ns1:round/>
                  <ns1:headEnd/>
                  <ns1:tailEnd/>
                </ns2:hiddenLine>
              </ns1:ext>
            </ns1:extLst>
          </ns0:spPr>
          <ns0:txBody>
            <ns1:bodyPr vert="horz" wrap="square" lIns="91440" tIns="45720" rIns="91440" bIns="45720" numCol="1" anchor="t" anchorCtr="0" compatLnSpc="1">
              <ns1:prstTxWarp prst="textNoShape">
                <ns1:avLst/>
              </ns1:prstTxWarp>
            </ns1:bodyPr>
            <ns1:lstStyle/>
            <ns1:p>
              <ns1:endParaRPr lang="id-ID" sz="2700"/>
            </ns1:p>
          </ns0:txBody>
        </ns0:sp>
        <ns0:sp>
          <ns0:nvSpPr>
            <ns0:cNvPr id="66" name="Freeform 10"/>
            <ns0:cNvSpPr>
              <ns1:spLocks/>
            </ns0:cNvSpPr>
            <ns0:nvPr/>
          </ns0:nvSpPr>
          <ns0:spPr bwMode="auto">
            <ns1:xfrm>
              <ns1:off x="5316538" y="702693"/>
              <ns1:ext cx="371475" cy="396875"/>
            </ns1:xfrm>
            <ns1:custGeom>
              <ns1:avLst/>
              <ns1:gdLst>
                <ns1:gd name="T0" fmla="*/ 155 w 177"/>
                <ns1:gd name="T1" fmla="*/ 0 h 189"/>
                <ns1:gd name="T2" fmla="*/ 134 w 177"/>
                <ns1:gd name="T3" fmla="*/ 0 h 189"/>
                <ns1:gd name="T4" fmla="*/ 104 w 177"/>
                <ns1:gd name="T5" fmla="*/ 28 h 189"/>
                <ns1:gd name="T6" fmla="*/ 91 w 177"/>
                <ns1:gd name="T7" fmla="*/ 33 h 189"/>
                <ns1:gd name="T8" fmla="*/ 72 w 177"/>
                <ns1:gd name="T9" fmla="*/ 26 h 189"/>
                <ns1:gd name="T10" fmla="*/ 50 w 177"/>
                <ns1:gd name="T11" fmla="*/ 35 h 189"/>
                <ns1:gd name="T12" fmla="*/ 35 w 177"/>
                <ns1:gd name="T13" fmla="*/ 50 h 189"/>
                <ns1:gd name="T14" fmla="*/ 26 w 177"/>
                <ns1:gd name="T15" fmla="*/ 72 h 189"/>
                <ns1:gd name="T16" fmla="*/ 33 w 177"/>
                <ns1:gd name="T17" fmla="*/ 91 h 189"/>
                <ns1:gd name="T18" fmla="*/ 28 w 177"/>
                <ns1:gd name="T19" fmla="*/ 104 h 189"/>
                <ns1:gd name="T20" fmla="*/ 0 w 177"/>
                <ns1:gd name="T21" fmla="*/ 134 h 189"/>
                <ns1:gd name="T22" fmla="*/ 0 w 177"/>
                <ns1:gd name="T23" fmla="*/ 155 h 189"/>
                <ns1:gd name="T24" fmla="*/ 28 w 177"/>
                <ns1:gd name="T25" fmla="*/ 186 h 189"/>
                <ns1:gd name="T26" fmla="*/ 29 w 177"/>
                <ns1:gd name="T27" fmla="*/ 189 h 189"/>
                <ns1:gd name="T28" fmla="*/ 52 w 177"/>
                <ns1:gd name="T29" fmla="*/ 189 h 189"/>
                <ns1:gd name="T30" fmla="*/ 44 w 177"/>
                <ns1:gd name="T31" fmla="*/ 165 h 189"/>
                <ns1:gd name="T32" fmla="*/ 31 w 177"/>
                <ns1:gd name="T33" fmla="*/ 165 h 189"/>
                <ns1:gd name="T34" fmla="*/ 21 w 177"/>
                <ns1:gd name="T35" fmla="*/ 155 h 189"/>
                <ns1:gd name="T36" fmla="*/ 21 w 177"/>
                <ns1:gd name="T37" fmla="*/ 134 h 189"/>
                <ns1:gd name="T38" fmla="*/ 31 w 177"/>
                <ns1:gd name="T39" fmla="*/ 124 h 189"/>
                <ns1:gd name="T40" fmla="*/ 44 w 177"/>
                <ns1:gd name="T41" fmla="*/ 124 h 189"/>
                <ns1:gd name="T42" fmla="*/ 59 w 177"/>
                <ns1:gd name="T43" fmla="*/ 88 h 189"/>
                <ns1:gd name="T44" fmla="*/ 50 w 177"/>
                <ns1:gd name="T45" fmla="*/ 79 h 189"/>
                <ns1:gd name="T46" fmla="*/ 50 w 177"/>
                <ns1:gd name="T47" fmla="*/ 64 h 189"/>
                <ns1:gd name="T48" fmla="*/ 64 w 177"/>
                <ns1:gd name="T49" fmla="*/ 50 h 189"/>
                <ns1:gd name="T50" fmla="*/ 72 w 177"/>
                <ns1:gd name="T51" fmla="*/ 47 h 189"/>
                <ns1:gd name="T52" fmla="*/ 79 w 177"/>
                <ns1:gd name="T53" fmla="*/ 50 h 189"/>
                <ns1:gd name="T54" fmla="*/ 88 w 177"/>
                <ns1:gd name="T55" fmla="*/ 59 h 189"/>
                <ns1:gd name="T56" fmla="*/ 124 w 177"/>
                <ns1:gd name="T57" fmla="*/ 43 h 189"/>
                <ns1:gd name="T58" fmla="*/ 124 w 177"/>
                <ns1:gd name="T59" fmla="*/ 31 h 189"/>
                <ns1:gd name="T60" fmla="*/ 134 w 177"/>
                <ns1:gd name="T61" fmla="*/ 21 h 189"/>
                <ns1:gd name="T62" fmla="*/ 155 w 177"/>
                <ns1:gd name="T63" fmla="*/ 21 h 189"/>
                <ns1:gd name="T64" fmla="*/ 165 w 177"/>
                <ns1:gd name="T65" fmla="*/ 31 h 189"/>
                <ns1:gd name="T66" fmla="*/ 165 w 177"/>
                <ns1:gd name="T67" fmla="*/ 43 h 189"/>
                <ns1:gd name="T68" fmla="*/ 177 w 177"/>
                <ns1:gd name="T69" fmla="*/ 47 h 189"/>
                <ns1:gd name="T70" fmla="*/ 177 w 177"/>
                <ns1:gd name="T71" fmla="*/ 9 h 189"/>
                <ns1:gd name="T72" fmla="*/ 155 w 177"/>
                <ns1:gd name="T73" fmla="*/ 0 h 189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  <ns1:cxn ang="0">
                  <ns1:pos x="T14" y="T15"/>
                </ns1:cxn>
                <ns1:cxn ang="0">
                  <ns1:pos x="T16" y="T17"/>
                </ns1:cxn>
                <ns1:cxn ang="0">
                  <ns1:pos x="T18" y="T19"/>
                </ns1:cxn>
                <ns1:cxn ang="0">
                  <ns1:pos x="T20" y="T21"/>
                </ns1:cxn>
                <ns1:cxn ang="0">
                  <ns1:pos x="T22" y="T23"/>
                </ns1:cxn>
                <ns1:cxn ang="0">
                  <ns1:pos x="T24" y="T25"/>
                </ns1:cxn>
                <ns1:cxn ang="0">
                  <ns1:pos x="T26" y="T27"/>
                </ns1:cxn>
                <ns1:cxn ang="0">
                  <ns1:pos x="T28" y="T29"/>
                </ns1:cxn>
                <ns1:cxn ang="0">
                  <ns1:pos x="T30" y="T31"/>
                </ns1:cxn>
                <ns1:cxn ang="0">
                  <ns1:pos x="T32" y="T33"/>
                </ns1:cxn>
                <ns1:cxn ang="0">
                  <ns1:pos x="T34" y="T35"/>
                </ns1:cxn>
                <ns1:cxn ang="0">
                  <ns1:pos x="T36" y="T37"/>
                </ns1:cxn>
                <ns1:cxn ang="0">
                  <ns1:pos x="T38" y="T39"/>
                </ns1:cxn>
                <ns1:cxn ang="0">
                  <ns1:pos x="T40" y="T41"/>
                </ns1:cxn>
                <ns1:cxn ang="0">
                  <ns1:pos x="T42" y="T43"/>
                </ns1:cxn>
                <ns1:cxn ang="0">
                  <ns1:pos x="T44" y="T45"/>
                </ns1:cxn>
                <ns1:cxn ang="0">
                  <ns1:pos x="T46" y="T47"/>
                </ns1:cxn>
                <ns1:cxn ang="0">
                  <ns1:pos x="T48" y="T49"/>
                </ns1:cxn>
                <ns1:cxn ang="0">
                  <ns1:pos x="T50" y="T51"/>
                </ns1:cxn>
                <ns1:cxn ang="0">
                  <ns1:pos x="T52" y="T53"/>
                </ns1:cxn>
                <ns1:cxn ang="0">
                  <ns1:pos x="T54" y="T55"/>
                </ns1:cxn>
                <ns1:cxn ang="0">
                  <ns1:pos x="T56" y="T57"/>
                </ns1:cxn>
                <ns1:cxn ang="0">
                  <ns1:pos x="T58" y="T59"/>
                </ns1:cxn>
                <ns1:cxn ang="0">
                  <ns1:pos x="T60" y="T61"/>
                </ns1:cxn>
                <ns1:cxn ang="0">
                  <ns1:pos x="T62" y="T63"/>
                </ns1:cxn>
                <ns1:cxn ang="0">
                  <ns1:pos x="T64" y="T65"/>
                </ns1:cxn>
                <ns1:cxn ang="0">
                  <ns1:pos x="T66" y="T67"/>
                </ns1:cxn>
                <ns1:cxn ang="0">
                  <ns1:pos x="T68" y="T69"/>
                </ns1:cxn>
                <ns1:cxn ang="0">
                  <ns1:pos x="T70" y="T71"/>
                </ns1:cxn>
                <ns1:cxn ang="0">
                  <ns1:pos x="T72" y="T73"/>
                </ns1:cxn>
              </ns1:cxnLst>
              <ns1:rect l="0" t="0" r="r" b="b"/>
              <ns1:pathLst>
                <ns1:path w="177" h="189">
                  <ns1:moveTo>
                    <ns1:pt x="155" y="0"/>
                  </ns1:moveTo>
                  <ns1:cubicBezTo>
                    <ns1:pt x="134" y="0"/>
                    <ns1:pt x="134" y="0"/>
                    <ns1:pt x="134" y="0"/>
                  </ns1:cubicBezTo>
                  <ns1:cubicBezTo>
                    <ns1:pt x="118" y="0"/>
                    <ns1:pt x="105" y="12"/>
                    <ns1:pt x="104" y="28"/>
                  </ns1:cubicBezTo>
                  <ns1:cubicBezTo>
                    <ns1:pt x="99" y="29"/>
                    <ns1:pt x="95" y="31"/>
                    <ns1:pt x="91" y="33"/>
                  </ns1:cubicBezTo>
                  <ns1:cubicBezTo>
                    <ns1:pt x="86" y="28"/>
                    <ns1:pt x="79" y="26"/>
                    <ns1:pt x="72" y="26"/>
                  </ns1:cubicBezTo>
                  <ns1:cubicBezTo>
                    <ns1:pt x="63" y="26"/>
                    <ns1:pt x="56" y="29"/>
                    <ns1:pt x="50" y="35"/>
                  </ns1:cubicBezTo>
                  <ns1:cubicBezTo>
                    <ns1:pt x="35" y="50"/>
                    <ns1:pt x="35" y="50"/>
                    <ns1:pt x="35" y="50"/>
                  </ns1:cubicBezTo>
                  <ns1:cubicBezTo>
                    <ns1:pt x="29" y="56"/>
                    <ns1:pt x="26" y="63"/>
                    <ns1:pt x="26" y="72"/>
                  </ns1:cubicBezTo>
                  <ns1:cubicBezTo>
                    <ns1:pt x="26" y="79"/>
                    <ns1:pt x="29" y="86"/>
                    <ns1:pt x="33" y="91"/>
                  </ns1:cubicBezTo>
                  <ns1:cubicBezTo>
                    <ns1:pt x="31" y="95"/>
                    <ns1:pt x="29" y="99"/>
                    <ns1:pt x="28" y="104"/>
                  </ns1:cubicBezTo>
                  <ns1:cubicBezTo>
                    <ns1:pt x="12" y="105"/>
                    <ns1:pt x="0" y="118"/>
                    <ns1:pt x="0" y="134"/>
                  </ns1:cubicBezTo>
                  <ns1:cubicBezTo>
                    <ns1:pt x="0" y="155"/>
                    <ns1:pt x="0" y="155"/>
                    <ns1:pt x="0" y="155"/>
                  </ns1:cubicBezTo>
                  <ns1:cubicBezTo>
                    <ns1:pt x="0" y="171"/>
                    <ns1:pt x="12" y="184"/>
                    <ns1:pt x="28" y="186"/>
                  </ns1:cubicBezTo>
                  <ns1:cubicBezTo>
                    <ns1:pt x="28" y="187"/>
                    <ns1:pt x="29" y="188"/>
                    <ns1:pt x="29" y="189"/>
                  </ns1:cubicBezTo>
                  <ns1:cubicBezTo>
                    <ns1:pt x="52" y="189"/>
                    <ns1:pt x="52" y="189"/>
                    <ns1:pt x="52" y="189"/>
                  </ns1:cubicBezTo>
                  <ns1:cubicBezTo>
                    <ns1:pt x="48" y="182"/>
                    <ns1:pt x="45" y="174"/>
                    <ns1:pt x="44" y="165"/>
                  </ns1:cubicBezTo>
                  <ns1:cubicBezTo>
                    <ns1:pt x="31" y="165"/>
                    <ns1:pt x="31" y="165"/>
                    <ns1:pt x="31" y="165"/>
                  </ns1:cubicBezTo>
                  <ns1:cubicBezTo>
                    <ns1:pt x="25" y="165"/>
                    <ns1:pt x="21" y="161"/>
                    <ns1:pt x="21" y="155"/>
                  </ns1:cubicBezTo>
                  <ns1:cubicBezTo>
                    <ns1:pt x="21" y="134"/>
                    <ns1:pt x="21" y="134"/>
                    <ns1:pt x="21" y="134"/>
                  </ns1:cubicBezTo>
                  <ns1:cubicBezTo>
                    <ns1:pt x="21" y="129"/>
                    <ns1:pt x="25" y="124"/>
                    <ns1:pt x="31" y="124"/>
                  </ns1:cubicBezTo>
                  <ns1:cubicBezTo>
                    <ns1:pt x="44" y="124"/>
                    <ns1:pt x="44" y="124"/>
                    <ns1:pt x="44" y="124"/>
                  </ns1:cubicBezTo>
                  <ns1:cubicBezTo>
                    <ns1:pt x="46" y="111"/>
                    <ns1:pt x="52" y="99"/>
                    <ns1:pt x="59" y="88"/>
                  </ns1:cubicBezTo>
                  <ns1:cubicBezTo>
                    <ns1:pt x="50" y="79"/>
                    <ns1:pt x="50" y="79"/>
                    <ns1:pt x="50" y="79"/>
                  </ns1:cubicBezTo>
                  <ns1:cubicBezTo>
                    <ns1:pt x="46" y="75"/>
                    <ns1:pt x="46" y="68"/>
                    <ns1:pt x="50" y="64"/>
                  </ns1:cubicBezTo>
                  <ns1:cubicBezTo>
                    <ns1:pt x="64" y="50"/>
                    <ns1:pt x="64" y="50"/>
                    <ns1:pt x="64" y="50"/>
                  </ns1:cubicBezTo>
                  <ns1:cubicBezTo>
                    <ns1:pt x="66" y="48"/>
                    <ns1:pt x="69" y="47"/>
                    <ns1:pt x="72" y="47"/>
                  </ns1:cubicBezTo>
                  <ns1:cubicBezTo>
                    <ns1:pt x="74" y="47"/>
                    <ns1:pt x="77" y="48"/>
                    <ns1:pt x="79" y="50"/>
                  </ns1:cubicBezTo>
                  <ns1:cubicBezTo>
                    <ns1:pt x="88" y="59"/>
                    <ns1:pt x="88" y="59"/>
                    <ns1:pt x="88" y="59"/>
                  </ns1:cubicBezTo>
                  <ns1:cubicBezTo>
                    <ns1:pt x="99" y="52"/>
                    <ns1:pt x="111" y="46"/>
                    <ns1:pt x="124" y="43"/>
                  </ns1:cubicBezTo>
                  <ns1:cubicBezTo>
                    <ns1:pt x="124" y="31"/>
                    <ns1:pt x="124" y="31"/>
                    <ns1:pt x="124" y="31"/>
                  </ns1:cubicBezTo>
                  <ns1:cubicBezTo>
                    <ns1:pt x="124" y="25"/>
                    <ns1:pt x="129" y="21"/>
                    <ns1:pt x="134" y="21"/>
                  </ns1:cubicBezTo>
                  <ns1:cubicBezTo>
                    <ns1:pt x="155" y="21"/>
                    <ns1:pt x="155" y="21"/>
                    <ns1:pt x="155" y="21"/>
                  </ns1:cubicBezTo>
                  <ns1:cubicBezTo>
                    <ns1:pt x="161" y="21"/>
                    <ns1:pt x="165" y="25"/>
                    <ns1:pt x="165" y="31"/>
                  </ns1:cubicBezTo>
                  <ns1:cubicBezTo>
                    <ns1:pt x="165" y="43"/>
                    <ns1:pt x="165" y="43"/>
                    <ns1:pt x="165" y="43"/>
                  </ns1:cubicBezTo>
                  <ns1:cubicBezTo>
                    <ns1:pt x="169" y="44"/>
                    <ns1:pt x="173" y="45"/>
                    <ns1:pt x="177" y="47"/>
                  </ns1:cubicBezTo>
                  <ns1:cubicBezTo>
                    <ns1:pt x="177" y="9"/>
                    <ns1:pt x="177" y="9"/>
                    <ns1:pt x="177" y="9"/>
                  </ns1:cubicBezTo>
                  <ns1:cubicBezTo>
                    <ns1:pt x="171" y="3"/>
                    <ns1:pt x="163" y="0"/>
                    <ns1:pt x="155" y="0"/>
                  </ns1:cubicBezTo>
                  <ns1:close/>
                </ns1:path>
              </ns1:pathLst>
            </ns1:custGeom>
            <ns1:grpFill/>
            <ns1:ln>
              <ns1:noFill/>
            </ns1:ln>
            <ns1:extLst>
              <ns1:ext uri="{91240B29-F687-4F45-9708-019B960494DF}">
                <ns2:hiddenLine w="9525">
                  <ns1:solidFill>
                    <ns1:srgbClr val="000000"/>
                  </ns1:solidFill>
                  <ns1:round/>
                  <ns1:headEnd/>
                  <ns1:tailEnd/>
                </ns2:hiddenLine>
              </ns1:ext>
            </ns1:extLst>
          </ns0:spPr>
          <ns0:txBody>
            <ns1:bodyPr vert="horz" wrap="square" lIns="91440" tIns="45720" rIns="91440" bIns="45720" numCol="1" anchor="t" anchorCtr="0" compatLnSpc="1">
              <ns1:prstTxWarp prst="textNoShape">
                <ns1:avLst/>
              </ns1:prstTxWarp>
            </ns1:bodyPr>
            <ns1:lstStyle/>
            <ns1:p>
              <ns1:endParaRPr lang="id-ID" sz="2700"/>
            </ns1:p>
          </ns0:txBody>
        </ns0:sp>
      </ns0:grpSp>
      <ns0:grpSp>
        <ns0:nvGrpSpPr>
          <ns0:cNvPr id="74" name="Group 73"/>
          <ns0:cNvGrpSpPr/>
          <ns0:nvPr/>
        </ns0:nvGrpSpPr>
        <ns0:grpSpPr>
          <ns1:xfrm>
            <ns1:off x="3305639" y="2849734"/>
            <ns1:ext cx="441736" cy="442490"/>
            <ns1:chOff x="7456488" y="5027613"/>
            <ns1:chExt cx="930275" cy="931862"/>
          </ns1:xfrm>
          <ns1:solidFill>
            <ns1:schemeClr val="tx1"/>
          </ns1:solidFill>
        </ns0:grpSpPr>
        <ns0:sp>
          <ns0:nvSpPr>
            <ns0:cNvPr id="75" name="Freeform 5"/>
            <ns0:cNvSpPr>
              <ns1:spLocks noEditPoints="1"/>
            </ns0:cNvSpPr>
            <ns0:nvPr/>
          </ns0:nvSpPr>
          <ns0:spPr bwMode="auto">
            <ns1:xfrm>
              <ns1:off x="7456488" y="5183188"/>
              <ns1:ext cx="744538" cy="776287"/>
            </ns1:xfrm>
            <ns1:custGeom>
              <ns1:avLst/>
              <ns1:gdLst>
                <ns1:gd name="T0" fmla="*/ 134 w 196"/>
                <ns1:gd name="T1" fmla="*/ 204 h 204"/>
                <ns1:gd name="T2" fmla="*/ 128 w 196"/>
                <ns1:gd name="T3" fmla="*/ 180 h 204"/>
                <ns1:gd name="T4" fmla="*/ 16 w 196"/>
                <ns1:gd name="T5" fmla="*/ 174 h 204"/>
                <ns1:gd name="T6" fmla="*/ 6 w 196"/>
                <ns1:gd name="T7" fmla="*/ 68 h 204"/>
                <ns1:gd name="T8" fmla="*/ 0 w 196"/>
                <ns1:gd name="T9" fmla="*/ 30 h 204"/>
                <ns1:gd name="T10" fmla="*/ 16 w 196"/>
                <ns1:gd name="T11" fmla="*/ 24 h 204"/>
                <ns1:gd name="T12" fmla="*/ 22 w 196"/>
                <ns1:gd name="T13" fmla="*/ 0 h 204"/>
                <ns1:gd name="T14" fmla="*/ 60 w 196"/>
                <ns1:gd name="T15" fmla="*/ 6 h 204"/>
                <ns1:gd name="T16" fmla="*/ 166 w 196"/>
                <ns1:gd name="T17" fmla="*/ 24 h 204"/>
                <ns1:gd name="T18" fmla="*/ 172 w 196"/>
                <ns1:gd name="T19" fmla="*/ 136 h 204"/>
                <ns1:gd name="T20" fmla="*/ 196 w 196"/>
                <ns1:gd name="T21" fmla="*/ 142 h 204"/>
                <ns1:gd name="T22" fmla="*/ 190 w 196"/>
                <ns1:gd name="T23" fmla="*/ 180 h 204"/>
                <ns1:gd name="T24" fmla="*/ 172 w 196"/>
                <ns1:gd name="T25" fmla="*/ 198 h 204"/>
                <ns1:gd name="T26" fmla="*/ 140 w 196"/>
                <ns1:gd name="T27" fmla="*/ 192 h 204"/>
                <ns1:gd name="T28" fmla="*/ 160 w 196"/>
                <ns1:gd name="T29" fmla="*/ 174 h 204"/>
                <ns1:gd name="T30" fmla="*/ 184 w 196"/>
                <ns1:gd name="T31" fmla="*/ 168 h 204"/>
                <ns1:gd name="T32" fmla="*/ 166 w 196"/>
                <ns1:gd name="T33" fmla="*/ 148 h 204"/>
                <ns1:gd name="T34" fmla="*/ 160 w 196"/>
                <ns1:gd name="T35" fmla="*/ 36 h 204"/>
                <ns1:gd name="T36" fmla="*/ 48 w 196"/>
                <ns1:gd name="T37" fmla="*/ 30 h 204"/>
                <ns1:gd name="T38" fmla="*/ 28 w 196"/>
                <ns1:gd name="T39" fmla="*/ 12 h 204"/>
                <ns1:gd name="T40" fmla="*/ 22 w 196"/>
                <ns1:gd name="T41" fmla="*/ 36 h 204"/>
                <ns1:gd name="T42" fmla="*/ 12 w 196"/>
                <ns1:gd name="T43" fmla="*/ 56 h 204"/>
                <ns1:gd name="T44" fmla="*/ 28 w 196"/>
                <ns1:gd name="T45" fmla="*/ 62 h 204"/>
                <ns1:gd name="T46" fmla="*/ 134 w 196"/>
                <ns1:gd name="T47" fmla="*/ 168 h 204"/>
                <ns1:gd name="T48" fmla="*/ 140 w 196"/>
                <ns1:gd name="T49" fmla="*/ 192 h 204"/>
                <ns1:gd name="T50" fmla="*/ 54 w 196"/>
                <ns1:gd name="T51" fmla="*/ 148 h 204"/>
                <ns1:gd name="T52" fmla="*/ 48 w 196"/>
                <ns1:gd name="T53" fmla="*/ 62 h 204"/>
                <ns1:gd name="T54" fmla="*/ 134 w 196"/>
                <ns1:gd name="T55" fmla="*/ 56 h 204"/>
                <ns1:gd name="T56" fmla="*/ 140 w 196"/>
                <ns1:gd name="T57" fmla="*/ 142 h 204"/>
                <ns1:gd name="T58" fmla="*/ 60 w 196"/>
                <ns1:gd name="T59" fmla="*/ 136 h 204"/>
                <ns1:gd name="T60" fmla="*/ 128 w 196"/>
                <ns1:gd name="T61" fmla="*/ 68 h 204"/>
                <ns1:gd name="T62" fmla="*/ 60 w 196"/>
                <ns1:gd name="T63" fmla="*/ 136 h 204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  <ns1:cxn ang="0">
                  <ns1:pos x="T14" y="T15"/>
                </ns1:cxn>
                <ns1:cxn ang="0">
                  <ns1:pos x="T16" y="T17"/>
                </ns1:cxn>
                <ns1:cxn ang="0">
                  <ns1:pos x="T18" y="T19"/>
                </ns1:cxn>
                <ns1:cxn ang="0">
                  <ns1:pos x="T20" y="T21"/>
                </ns1:cxn>
                <ns1:cxn ang="0">
                  <ns1:pos x="T22" y="T23"/>
                </ns1:cxn>
                <ns1:cxn ang="0">
                  <ns1:pos x="T24" y="T25"/>
                </ns1:cxn>
                <ns1:cxn ang="0">
                  <ns1:pos x="T26" y="T27"/>
                </ns1:cxn>
                <ns1:cxn ang="0">
                  <ns1:pos x="T28" y="T29"/>
                </ns1:cxn>
                <ns1:cxn ang="0">
                  <ns1:pos x="T30" y="T31"/>
                </ns1:cxn>
                <ns1:cxn ang="0">
                  <ns1:pos x="T32" y="T33"/>
                </ns1:cxn>
                <ns1:cxn ang="0">
                  <ns1:pos x="T34" y="T35"/>
                </ns1:cxn>
                <ns1:cxn ang="0">
                  <ns1:pos x="T36" y="T37"/>
                </ns1:cxn>
                <ns1:cxn ang="0">
                  <ns1:pos x="T38" y="T39"/>
                </ns1:cxn>
                <ns1:cxn ang="0">
                  <ns1:pos x="T40" y="T41"/>
                </ns1:cxn>
                <ns1:cxn ang="0">
                  <ns1:pos x="T42" y="T43"/>
                </ns1:cxn>
                <ns1:cxn ang="0">
                  <ns1:pos x="T44" y="T45"/>
                </ns1:cxn>
                <ns1:cxn ang="0">
                  <ns1:pos x="T46" y="T47"/>
                </ns1:cxn>
                <ns1:cxn ang="0">
                  <ns1:pos x="T48" y="T49"/>
                </ns1:cxn>
                <ns1:cxn ang="0">
                  <ns1:pos x="T50" y="T51"/>
                </ns1:cxn>
                <ns1:cxn ang="0">
                  <ns1:pos x="T52" y="T53"/>
                </ns1:cxn>
                <ns1:cxn ang="0">
                  <ns1:pos x="T54" y="T55"/>
                </ns1:cxn>
                <ns1:cxn ang="0">
                  <ns1:pos x="T56" y="T57"/>
                </ns1:cxn>
                <ns1:cxn ang="0">
                  <ns1:pos x="T58" y="T59"/>
                </ns1:cxn>
                <ns1:cxn ang="0">
                  <ns1:pos x="T60" y="T61"/>
                </ns1:cxn>
                <ns1:cxn ang="0">
                  <ns1:pos x="T62" y="T63"/>
                </ns1:cxn>
              </ns1:cxnLst>
              <ns1:rect l="0" t="0" r="r" b="b"/>
              <ns1:pathLst>
                <ns1:path w="196" h="204">
                  <ns1:moveTo>
                    <ns1:pt x="166" y="204"/>
                  </ns1:moveTo>
                  <ns1:cubicBezTo>
                    <ns1:pt x="134" y="204"/>
                    <ns1:pt x="134" y="204"/>
                    <ns1:pt x="134" y="204"/>
                  </ns1:cubicBezTo>
                  <ns1:cubicBezTo>
                    <ns1:pt x="131" y="204"/>
                    <ns1:pt x="128" y="201"/>
                    <ns1:pt x="128" y="198"/>
                  </ns1:cubicBezTo>
                  <ns1:cubicBezTo>
                    <ns1:pt x="128" y="180"/>
                    <ns1:pt x="128" y="180"/>
                    <ns1:pt x="128" y="180"/>
                  </ns1:cubicBezTo>
                  <ns1:cubicBezTo>
                    <ns1:pt x="22" y="180"/>
                    <ns1:pt x="22" y="180"/>
                    <ns1:pt x="22" y="180"/>
                  </ns1:cubicBezTo>
                  <ns1:cubicBezTo>
                    <ns1:pt x="19" y="180"/>
                    <ns1:pt x="16" y="177"/>
                    <ns1:pt x="16" y="174"/>
                  </ns1:cubicBezTo>
                  <ns1:cubicBezTo>
                    <ns1:pt x="16" y="68"/>
                    <ns1:pt x="16" y="68"/>
                    <ns1:pt x="16" y="68"/>
                  </ns1:cubicBezTo>
                  <ns1:cubicBezTo>
                    <ns1:pt x="6" y="68"/>
                    <ns1:pt x="6" y="68"/>
                    <ns1:pt x="6" y="68"/>
                  </ns1:cubicBezTo>
                  <ns1:cubicBezTo>
                    <ns1:pt x="3" y="68"/>
                    <ns1:pt x="0" y="65"/>
                    <ns1:pt x="0" y="62"/>
                  </ns1:cubicBezTo>
                  <ns1:cubicBezTo>
                    <ns1:pt x="0" y="30"/>
                    <ns1:pt x="0" y="30"/>
                    <ns1:pt x="0" y="30"/>
                  </ns1:cubicBezTo>
                  <ns1:cubicBezTo>
                    <ns1:pt x="0" y="27"/>
                    <ns1:pt x="3" y="24"/>
                    <ns1:pt x="6" y="24"/>
                  </ns1:cubicBezTo>
                  <ns1:cubicBezTo>
                    <ns1:pt x="16" y="24"/>
                    <ns1:pt x="16" y="24"/>
                    <ns1:pt x="16" y="24"/>
                  </ns1:cubicBezTo>
                  <ns1:cubicBezTo>
                    <ns1:pt x="16" y="6"/>
                    <ns1:pt x="16" y="6"/>
                    <ns1:pt x="16" y="6"/>
                  </ns1:cubicBezTo>
                  <ns1:cubicBezTo>
                    <ns1:pt x="16" y="3"/>
                    <ns1:pt x="19" y="0"/>
                    <ns1:pt x="22" y="0"/>
                  </ns1:cubicBezTo>
                  <ns1:cubicBezTo>
                    <ns1:pt x="54" y="0"/>
                    <ns1:pt x="54" y="0"/>
                    <ns1:pt x="54" y="0"/>
                  </ns1:cubicBezTo>
                  <ns1:cubicBezTo>
                    <ns1:pt x="57" y="0"/>
                    <ns1:pt x="60" y="3"/>
                    <ns1:pt x="60" y="6"/>
                  </ns1:cubicBezTo>
                  <ns1:cubicBezTo>
                    <ns1:pt x="60" y="24"/>
                    <ns1:pt x="60" y="24"/>
                    <ns1:pt x="60" y="24"/>
                  </ns1:cubicBezTo>
                  <ns1:cubicBezTo>
                    <ns1:pt x="166" y="24"/>
                    <ns1:pt x="166" y="24"/>
                    <ns1:pt x="166" y="24"/>
                  </ns1:cubicBezTo>
                  <ns1:cubicBezTo>
                    <ns1:pt x="169" y="24"/>
                    <ns1:pt x="172" y="27"/>
                    <ns1:pt x="172" y="30"/>
                  </ns1:cubicBezTo>
                  <ns1:cubicBezTo>
                    <ns1:pt x="172" y="136"/>
                    <ns1:pt x="172" y="136"/>
                    <ns1:pt x="172" y="136"/>
                  </ns1:cubicBezTo>
                  <ns1:cubicBezTo>
                    <ns1:pt x="190" y="136"/>
                    <ns1:pt x="190" y="136"/>
                    <ns1:pt x="190" y="136"/>
                  </ns1:cubicBezTo>
                  <ns1:cubicBezTo>
                    <ns1:pt x="193" y="136"/>
                    <ns1:pt x="196" y="139"/>
                    <ns1:pt x="196" y="142"/>
                  </ns1:cubicBezTo>
                  <ns1:cubicBezTo>
                    <ns1:pt x="196" y="174"/>
                    <ns1:pt x="196" y="174"/>
                    <ns1:pt x="196" y="174"/>
                  </ns1:cubicBezTo>
                  <ns1:cubicBezTo>
                    <ns1:pt x="196" y="177"/>
                    <ns1:pt x="193" y="180"/>
                    <ns1:pt x="190" y="180"/>
                  </ns1:cubicBezTo>
                  <ns1:cubicBezTo>
                    <ns1:pt x="172" y="180"/>
                    <ns1:pt x="172" y="180"/>
                    <ns1:pt x="172" y="180"/>
                  </ns1:cubicBezTo>
                  <ns1:cubicBezTo>
                    <ns1:pt x="172" y="198"/>
                    <ns1:pt x="172" y="198"/>
                    <ns1:pt x="172" y="198"/>
                  </ns1:cubicBezTo>
                  <ns1:cubicBezTo>
                    <ns1:pt x="172" y="201"/>
                    <ns1:pt x="169" y="204"/>
                    <ns1:pt x="166" y="204"/>
                  </ns1:cubicBezTo>
                  <ns1:close/>
                  <ns1:moveTo>
                    <ns1:pt x="140" y="192"/>
                  </ns1:moveTo>
                  <ns1:cubicBezTo>
                    <ns1:pt x="160" y="192"/>
                    <ns1:pt x="160" y="192"/>
                    <ns1:pt x="160" y="192"/>
                  </ns1:cubicBezTo>
                  <ns1:cubicBezTo>
                    <ns1:pt x="160" y="174"/>
                    <ns1:pt x="160" y="174"/>
                    <ns1:pt x="160" y="174"/>
                  </ns1:cubicBezTo>
                  <ns1:cubicBezTo>
                    <ns1:pt x="160" y="171"/>
                    <ns1:pt x="163" y="168"/>
                    <ns1:pt x="166" y="168"/>
                  </ns1:cubicBezTo>
                  <ns1:cubicBezTo>
                    <ns1:pt x="184" y="168"/>
                    <ns1:pt x="184" y="168"/>
                    <ns1:pt x="184" y="168"/>
                  </ns1:cubicBezTo>
                  <ns1:cubicBezTo>
                    <ns1:pt x="184" y="148"/>
                    <ns1:pt x="184" y="148"/>
                    <ns1:pt x="184" y="148"/>
                  </ns1:cubicBezTo>
                  <ns1:cubicBezTo>
                    <ns1:pt x="166" y="148"/>
                    <ns1:pt x="166" y="148"/>
                    <ns1:pt x="166" y="148"/>
                  </ns1:cubicBezTo>
                  <ns1:cubicBezTo>
                    <ns1:pt x="163" y="148"/>
                    <ns1:pt x="160" y="145"/>
                    <ns1:pt x="160" y="142"/>
                  </ns1:cubicBezTo>
                  <ns1:cubicBezTo>
                    <ns1:pt x="160" y="36"/>
                    <ns1:pt x="160" y="36"/>
                    <ns1:pt x="160" y="36"/>
                  </ns1:cubicBezTo>
                  <ns1:cubicBezTo>
                    <ns1:pt x="54" y="36"/>
                    <ns1:pt x="54" y="36"/>
                    <ns1:pt x="54" y="36"/>
                  </ns1:cubicBezTo>
                  <ns1:cubicBezTo>
                    <ns1:pt x="51" y="36"/>
                    <ns1:pt x="48" y="33"/>
                    <ns1:pt x="48" y="30"/>
                  </ns1:cubicBezTo>
                  <ns1:cubicBezTo>
                    <ns1:pt x="48" y="12"/>
                    <ns1:pt x="48" y="12"/>
                    <ns1:pt x="48" y="12"/>
                  </ns1:cubicBezTo>
                  <ns1:cubicBezTo>
                    <ns1:pt x="28" y="12"/>
                    <ns1:pt x="28" y="12"/>
                    <ns1:pt x="28" y="12"/>
                  </ns1:cubicBezTo>
                  <ns1:cubicBezTo>
                    <ns1:pt x="28" y="30"/>
                    <ns1:pt x="28" y="30"/>
                    <ns1:pt x="28" y="30"/>
                  </ns1:cubicBezTo>
                  <ns1:cubicBezTo>
                    <ns1:pt x="28" y="33"/>
                    <ns1:pt x="25" y="36"/>
                    <ns1:pt x="22" y="36"/>
                  </ns1:cubicBezTo>
                  <ns1:cubicBezTo>
                    <ns1:pt x="12" y="36"/>
                    <ns1:pt x="12" y="36"/>
                    <ns1:pt x="12" y="36"/>
                  </ns1:cubicBezTo>
                  <ns1:cubicBezTo>
                    <ns1:pt x="12" y="56"/>
                    <ns1:pt x="12" y="56"/>
                    <ns1:pt x="12" y="56"/>
                  </ns1:cubicBezTo>
                  <ns1:cubicBezTo>
                    <ns1:pt x="22" y="56"/>
                    <ns1:pt x="22" y="56"/>
                    <ns1:pt x="22" y="56"/>
                  </ns1:cubicBezTo>
                  <ns1:cubicBezTo>
                    <ns1:pt x="25" y="56"/>
                    <ns1:pt x="28" y="59"/>
                    <ns1:pt x="28" y="62"/>
                  </ns1:cubicBezTo>
                  <ns1:cubicBezTo>
                    <ns1:pt x="28" y="168"/>
                    <ns1:pt x="28" y="168"/>
                    <ns1:pt x="28" y="168"/>
                  </ns1:cubicBezTo>
                  <ns1:cubicBezTo>
                    <ns1:pt x="134" y="168"/>
                    <ns1:pt x="134" y="168"/>
                    <ns1:pt x="134" y="168"/>
                  </ns1:cubicBezTo>
                  <ns1:cubicBezTo>
                    <ns1:pt x="137" y="168"/>
                    <ns1:pt x="140" y="171"/>
                    <ns1:pt x="140" y="174"/>
                  </ns1:cubicBezTo>
                  <ns1:lnTo>
                    <ns1:pt x="140" y="192"/>
                  </ns1:lnTo>
                  <ns1:close/>
                  <ns1:moveTo>
                    <ns1:pt x="134" y="148"/>
                  </ns1:moveTo>
                  <ns1:cubicBezTo>
                    <ns1:pt x="54" y="148"/>
                    <ns1:pt x="54" y="148"/>
                    <ns1:pt x="54" y="148"/>
                  </ns1:cubicBezTo>
                  <ns1:cubicBezTo>
                    <ns1:pt x="51" y="148"/>
                    <ns1:pt x="48" y="145"/>
                    <ns1:pt x="48" y="142"/>
                  </ns1:cubicBezTo>
                  <ns1:cubicBezTo>
                    <ns1:pt x="48" y="62"/>
                    <ns1:pt x="48" y="62"/>
                    <ns1:pt x="48" y="62"/>
                  </ns1:cubicBezTo>
                  <ns1:cubicBezTo>
                    <ns1:pt x="48" y="59"/>
                    <ns1:pt x="51" y="56"/>
                    <ns1:pt x="54" y="56"/>
                  </ns1:cubicBezTo>
                  <ns1:cubicBezTo>
                    <ns1:pt x="134" y="56"/>
                    <ns1:pt x="134" y="56"/>
                    <ns1:pt x="134" y="56"/>
                  </ns1:cubicBezTo>
                  <ns1:cubicBezTo>
                    <ns1:pt x="137" y="56"/>
                    <ns1:pt x="140" y="59"/>
                    <ns1:pt x="140" y="62"/>
                  </ns1:cubicBezTo>
                  <ns1:cubicBezTo>
                    <ns1:pt x="140" y="142"/>
                    <ns1:pt x="140" y="142"/>
                    <ns1:pt x="140" y="142"/>
                  </ns1:cubicBezTo>
                  <ns1:cubicBezTo>
                    <ns1:pt x="140" y="145"/>
                    <ns1:pt x="137" y="148"/>
                    <ns1:pt x="134" y="148"/>
                  </ns1:cubicBezTo>
                  <ns1:close/>
                  <ns1:moveTo>
                    <ns1:pt x="60" y="136"/>
                  </ns1:moveTo>
                  <ns1:cubicBezTo>
                    <ns1:pt x="128" y="136"/>
                    <ns1:pt x="128" y="136"/>
                    <ns1:pt x="128" y="136"/>
                  </ns1:cubicBezTo>
                  <ns1:cubicBezTo>
                    <ns1:pt x="128" y="68"/>
                    <ns1:pt x="128" y="68"/>
                    <ns1:pt x="128" y="68"/>
                  </ns1:cubicBezTo>
                  <ns1:cubicBezTo>
                    <ns1:pt x="60" y="68"/>
                    <ns1:pt x="60" y="68"/>
                    <ns1:pt x="60" y="68"/>
                  </ns1:cubicBezTo>
                  <ns1:lnTo>
                    <ns1:pt x="60" y="136"/>
                  </ns1:lnTo>
                  <ns1:close/>
                </ns1:path>
              </ns1:pathLst>
            </ns1:custGeom>
            <ns1:grpFill/>
            <ns1:ln>
              <ns1:noFill/>
            </ns1:ln>
            <ns1:extLst>
              <ns1:ext uri="{91240B29-F687-4F45-9708-019B960494DF}">
                <ns2:hiddenLine w="9525">
                  <ns1:solidFill>
                    <ns1:srgbClr val="000000"/>
                  </ns1:solidFill>
                  <ns1:round/>
                  <ns1:headEnd/>
                  <ns1:tailEnd/>
                </ns2:hiddenLine>
              </ns1:ext>
            </ns1:extLst>
          </ns0:spPr>
          <ns0:txBody>
            <ns1:bodyPr vert="horz" wrap="square" lIns="91440" tIns="45720" rIns="91440" bIns="45720" numCol="1" anchor="t" anchorCtr="0" compatLnSpc="1">
              <ns1:prstTxWarp prst="textNoShape">
                <ns1:avLst/>
              </ns1:prstTxWarp>
            </ns1:bodyPr>
            <ns1:lstStyle/>
            <ns1:p>
              <ns1:endParaRPr lang="id-ID" sz="2700"/>
            </ns1:p>
          </ns0:txBody>
        </ns0:sp>
        <ns0:sp>
          <ns0:nvSpPr>
            <ns0:cNvPr id="76" name="Freeform 6"/>
            <ns0:cNvSpPr>
              <ns1:spLocks/>
            </ns0:cNvSpPr>
            <ns0:nvPr/>
          </ns0:nvSpPr>
          <ns0:spPr bwMode="auto">
            <ns1:xfrm>
              <ns1:off x="7635876" y="5392738"/>
              <ns1:ext cx="355600" cy="354012"/>
            </ns1:xfrm>
            <ns1:custGeom>
              <ns1:avLst/>
              <ns1:gdLst>
                <ns1:gd name="T0" fmla="*/ 7 w 94"/>
                <ns1:gd name="T1" fmla="*/ 93 h 93"/>
                <ns1:gd name="T2" fmla="*/ 3 w 94"/>
                <ns1:gd name="T3" fmla="*/ 91 h 93"/>
                <ns1:gd name="T4" fmla="*/ 3 w 94"/>
                <ns1:gd name="T5" fmla="*/ 83 h 93"/>
                <ns1:gd name="T6" fmla="*/ 83 w 94"/>
                <ns1:gd name="T7" fmla="*/ 3 h 93"/>
                <ns1:gd name="T8" fmla="*/ 91 w 94"/>
                <ns1:gd name="T9" fmla="*/ 3 h 93"/>
                <ns1:gd name="T10" fmla="*/ 91 w 94"/>
                <ns1:gd name="T11" fmla="*/ 11 h 93"/>
                <ns1:gd name="T12" fmla="*/ 11 w 94"/>
                <ns1:gd name="T13" fmla="*/ 91 h 93"/>
                <ns1:gd name="T14" fmla="*/ 7 w 94"/>
                <ns1:gd name="T15" fmla="*/ 93 h 93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  <ns1:cxn ang="0">
                  <ns1:pos x="T14" y="T15"/>
                </ns1:cxn>
              </ns1:cxnLst>
              <ns1:rect l="0" t="0" r="r" b="b"/>
              <ns1:pathLst>
                <ns1:path w="94" h="93">
                  <ns1:moveTo>
                    <ns1:pt x="7" y="93"/>
                  </ns1:moveTo>
                  <ns1:cubicBezTo>
                    <ns1:pt x="5" y="93"/>
                    <ns1:pt x="4" y="92"/>
                    <ns1:pt x="3" y="91"/>
                  </ns1:cubicBezTo>
                  <ns1:cubicBezTo>
                    <ns1:pt x="0" y="89"/>
                    <ns1:pt x="0" y="85"/>
                    <ns1:pt x="3" y="83"/>
                  </ns1:cubicBezTo>
                  <ns1:cubicBezTo>
                    <ns1:pt x="83" y="3"/>
                    <ns1:pt x="83" y="3"/>
                    <ns1:pt x="83" y="3"/>
                  </ns1:cubicBezTo>
                  <ns1:cubicBezTo>
                    <ns1:pt x="85" y="0"/>
                    <ns1:pt x="89" y="0"/>
                    <ns1:pt x="91" y="3"/>
                  </ns1:cubicBezTo>
                  <ns1:cubicBezTo>
                    <ns1:pt x="94" y="5"/>
                    <ns1:pt x="94" y="9"/>
                    <ns1:pt x="91" y="11"/>
                  </ns1:cubicBezTo>
                  <ns1:cubicBezTo>
                    <ns1:pt x="11" y="91"/>
                    <ns1:pt x="11" y="91"/>
                    <ns1:pt x="11" y="91"/>
                  </ns1:cubicBezTo>
                  <ns1:cubicBezTo>
                    <ns1:pt x="10" y="92"/>
                    <ns1:pt x="9" y="93"/>
                    <ns1:pt x="7" y="93"/>
                  </ns1:cubicBezTo>
                  <ns1:close/>
                </ns1:path>
              </ns1:pathLst>
            </ns1:custGeom>
            <ns1:grpFill/>
            <ns1:ln>
              <ns1:noFill/>
            </ns1:ln>
            <ns1:extLst>
              <ns1:ext uri="{91240B29-F687-4F45-9708-019B960494DF}">
                <ns2:hiddenLine w="9525">
                  <ns1:solidFill>
                    <ns1:srgbClr val="000000"/>
                  </ns1:solidFill>
                  <ns1:round/>
                  <ns1:headEnd/>
                  <ns1:tailEnd/>
                </ns2:hiddenLine>
              </ns1:ext>
            </ns1:extLst>
          </ns0:spPr>
          <ns0:txBody>
            <ns1:bodyPr vert="horz" wrap="square" lIns="91440" tIns="45720" rIns="91440" bIns="45720" numCol="1" anchor="t" anchorCtr="0" compatLnSpc="1">
              <ns1:prstTxWarp prst="textNoShape">
                <ns1:avLst/>
              </ns1:prstTxWarp>
            </ns1:bodyPr>
            <ns1:lstStyle/>
            <ns1:p>
              <ns1:endParaRPr lang="id-ID" sz="2700"/>
            </ns1:p>
          </ns0:txBody>
        </ns0:sp>
        <ns0:sp>
          <ns0:nvSpPr>
            <ns0:cNvPr id="77" name="Freeform 7"/>
            <ns0:cNvSpPr>
              <ns1:spLocks/>
            </ns0:cNvSpPr>
            <ns0:nvPr/>
          </ns0:nvSpPr>
          <ns0:spPr bwMode="auto">
            <ns1:xfrm>
              <ns1:off x="8059738" y="5027613"/>
              <ns1:ext cx="327025" cy="292100"/>
            </ns1:xfrm>
            <ns1:custGeom>
              <ns1:avLst/>
              <ns1:gdLst>
                <ns1:gd name="T0" fmla="*/ 7 w 86"/>
                <ns1:gd name="T1" fmla="*/ 77 h 77"/>
                <ns1:gd name="T2" fmla="*/ 3 w 86"/>
                <ns1:gd name="T3" fmla="*/ 75 h 77"/>
                <ns1:gd name="T4" fmla="*/ 3 w 86"/>
                <ns1:gd name="T5" fmla="*/ 67 h 77"/>
                <ns1:gd name="T6" fmla="*/ 75 w 86"/>
                <ns1:gd name="T7" fmla="*/ 3 h 77"/>
                <ns1:gd name="T8" fmla="*/ 83 w 86"/>
                <ns1:gd name="T9" fmla="*/ 3 h 77"/>
                <ns1:gd name="T10" fmla="*/ 83 w 86"/>
                <ns1:gd name="T11" fmla="*/ 11 h 77"/>
                <ns1:gd name="T12" fmla="*/ 11 w 86"/>
                <ns1:gd name="T13" fmla="*/ 75 h 77"/>
                <ns1:gd name="T14" fmla="*/ 7 w 86"/>
                <ns1:gd name="T15" fmla="*/ 77 h 77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  <ns1:cxn ang="0">
                  <ns1:pos x="T14" y="T15"/>
                </ns1:cxn>
              </ns1:cxnLst>
              <ns1:rect l="0" t="0" r="r" b="b"/>
              <ns1:pathLst>
                <ns1:path w="86" h="77">
                  <ns1:moveTo>
                    <ns1:pt x="7" y="77"/>
                  </ns1:moveTo>
                  <ns1:cubicBezTo>
                    <ns1:pt x="5" y="77"/>
                    <ns1:pt x="4" y="76"/>
                    <ns1:pt x="3" y="75"/>
                  </ns1:cubicBezTo>
                  <ns1:cubicBezTo>
                    <ns1:pt x="0" y="73"/>
                    <ns1:pt x="1" y="69"/>
                    <ns1:pt x="3" y="67"/>
                  </ns1:cubicBezTo>
                  <ns1:cubicBezTo>
                    <ns1:pt x="75" y="3"/>
                    <ns1:pt x="75" y="3"/>
                    <ns1:pt x="75" y="3"/>
                  </ns1:cubicBezTo>
                  <ns1:cubicBezTo>
                    <ns1:pt x="77" y="0"/>
                    <ns1:pt x="81" y="1"/>
                    <ns1:pt x="83" y="3"/>
                  </ns1:cubicBezTo>
                  <ns1:cubicBezTo>
                    <ns1:pt x="86" y="5"/>
                    <ns1:pt x="85" y="9"/>
                    <ns1:pt x="83" y="11"/>
                  </ns1:cubicBezTo>
                  <ns1:cubicBezTo>
                    <ns1:pt x="11" y="75"/>
                    <ns1:pt x="11" y="75"/>
                    <ns1:pt x="11" y="75"/>
                  </ns1:cubicBezTo>
                  <ns1:cubicBezTo>
                    <ns1:pt x="10" y="77"/>
                    <ns1:pt x="8" y="77"/>
                    <ns1:pt x="7" y="77"/>
                  </ns1:cubicBezTo>
                  <ns1:close/>
                </ns1:path>
              </ns1:pathLst>
            </ns1:custGeom>
            <ns1:grpFill/>
            <ns1:ln>
              <ns1:noFill/>
            </ns1:ln>
            <ns1:extLst>
              <ns1:ext uri="{91240B29-F687-4F45-9708-019B960494DF}">
                <ns2:hiddenLine w="9525">
                  <ns1:solidFill>
                    <ns1:srgbClr val="000000"/>
                  </ns1:solidFill>
                  <ns1:round/>
                  <ns1:headEnd/>
                  <ns1:tailEnd/>
                </ns2:hiddenLine>
              </ns1:ext>
            </ns1:extLst>
          </ns0:spPr>
          <ns0:txBody>
            <ns1:bodyPr vert="horz" wrap="square" lIns="91440" tIns="45720" rIns="91440" bIns="45720" numCol="1" anchor="t" anchorCtr="0" compatLnSpc="1">
              <ns1:prstTxWarp prst="textNoShape">
                <ns1:avLst/>
              </ns1:prstTxWarp>
            </ns1:bodyPr>
            <ns1:lstStyle/>
            <ns1:p>
              <ns1:endParaRPr lang="id-ID" sz="2700"/>
            </ns1:p>
          </ns0:txBody>
        </ns0:sp>
        <ns0:sp>
          <ns0:nvSpPr>
            <ns0:cNvPr id="78" name="Freeform 8"/>
            <ns0:cNvSpPr>
              <ns1:spLocks/>
            </ns0:cNvSpPr>
            <ns0:nvPr/>
          </ns0:nvSpPr>
          <ns0:spPr bwMode="auto">
            <ns1:xfrm>
              <ns1:off x="7513638" y="5275263"/>
              <ns1:ext cx="171450" cy="44450"/>
            </ns1:xfrm>
            <ns1:custGeom>
              <ns1:avLst/>
              <ns1:gdLst>
                <ns1:gd name="T0" fmla="*/ 39 w 45"/>
                <ns1:gd name="T1" fmla="*/ 12 h 12"/>
                <ns1:gd name="T2" fmla="*/ 6 w 45"/>
                <ns1:gd name="T3" fmla="*/ 12 h 12"/>
                <ns1:gd name="T4" fmla="*/ 0 w 45"/>
                <ns1:gd name="T5" fmla="*/ 6 h 12"/>
                <ns1:gd name="T6" fmla="*/ 6 w 45"/>
                <ns1:gd name="T7" fmla="*/ 0 h 12"/>
                <ns1:gd name="T8" fmla="*/ 39 w 45"/>
                <ns1:gd name="T9" fmla="*/ 0 h 12"/>
                <ns1:gd name="T10" fmla="*/ 45 w 45"/>
                <ns1:gd name="T11" fmla="*/ 6 h 12"/>
                <ns1:gd name="T12" fmla="*/ 39 w 45"/>
                <ns1:gd name="T13" fmla="*/ 12 h 12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</ns1:cxnLst>
              <ns1:rect l="0" t="0" r="r" b="b"/>
              <ns1:pathLst>
                <ns1:path w="45" h="12">
                  <ns1:moveTo>
                    <ns1:pt x="39" y="12"/>
                  </ns1:moveTo>
                  <ns1:cubicBezTo>
                    <ns1:pt x="6" y="12"/>
                    <ns1:pt x="6" y="12"/>
                    <ns1:pt x="6" y="12"/>
                  </ns1:cubicBezTo>
                  <ns1:cubicBezTo>
                    <ns1:pt x="3" y="12"/>
                    <ns1:pt x="0" y="9"/>
                    <ns1:pt x="0" y="6"/>
                  </ns1:cubicBezTo>
                  <ns1:cubicBezTo>
                    <ns1:pt x="0" y="3"/>
                    <ns1:pt x="3" y="0"/>
                    <ns1:pt x="6" y="0"/>
                  </ns1:cubicBezTo>
                  <ns1:cubicBezTo>
                    <ns1:pt x="39" y="0"/>
                    <ns1:pt x="39" y="0"/>
                    <ns1:pt x="39" y="0"/>
                  </ns1:cubicBezTo>
                  <ns1:cubicBezTo>
                    <ns1:pt x="42" y="0"/>
                    <ns1:pt x="45" y="3"/>
                    <ns1:pt x="45" y="6"/>
                  </ns1:cubicBezTo>
                  <ns1:cubicBezTo>
                    <ns1:pt x="45" y="9"/>
                    <ns1:pt x="42" y="12"/>
                    <ns1:pt x="39" y="12"/>
                  </ns1:cubicBezTo>
                  <ns1:close/>
                </ns1:path>
              </ns1:pathLst>
            </ns1:custGeom>
            <ns1:grpFill/>
            <ns1:ln>
              <ns1:noFill/>
            </ns1:ln>
            <ns1:extLst>
              <ns1:ext uri="{91240B29-F687-4F45-9708-019B960494DF}">
                <ns2:hiddenLine w="9525">
                  <ns1:solidFill>
                    <ns1:srgbClr val="000000"/>
                  </ns1:solidFill>
                  <ns1:round/>
                  <ns1:headEnd/>
                  <ns1:tailEnd/>
                </ns2:hiddenLine>
              </ns1:ext>
            </ns1:extLst>
          </ns0:spPr>
          <ns0:txBody>
            <ns1:bodyPr vert="horz" wrap="square" lIns="91440" tIns="45720" rIns="91440" bIns="45720" numCol="1" anchor="t" anchorCtr="0" compatLnSpc="1">
              <ns1:prstTxWarp prst="textNoShape">
                <ns1:avLst/>
              </ns1:prstTxWarp>
            </ns1:bodyPr>
            <ns1:lstStyle/>
            <ns1:p>
              <ns1:endParaRPr lang="id-ID" sz="2700"/>
            </ns1:p>
          </ns0:txBody>
        </ns0:sp>
        <ns0:sp>
          <ns0:nvSpPr>
            <ns0:cNvPr id="79" name="Freeform 9"/>
            <ns0:cNvSpPr>
              <ns1:spLocks/>
            </ns0:cNvSpPr>
            <ns0:nvPr/>
          </ns0:nvSpPr>
          <ns0:spPr bwMode="auto">
            <ns1:xfrm>
              <ns1:off x="7518401" y="5395913"/>
              <ns1:ext cx="166688" cy="46037"/>
            </ns1:xfrm>
            <ns1:custGeom>
              <ns1:avLst/>
              <ns1:gdLst>
                <ns1:gd name="T0" fmla="*/ 38 w 44"/>
                <ns1:gd name="T1" fmla="*/ 12 h 12"/>
                <ns1:gd name="T2" fmla="*/ 6 w 44"/>
                <ns1:gd name="T3" fmla="*/ 12 h 12"/>
                <ns1:gd name="T4" fmla="*/ 0 w 44"/>
                <ns1:gd name="T5" fmla="*/ 6 h 12"/>
                <ns1:gd name="T6" fmla="*/ 6 w 44"/>
                <ns1:gd name="T7" fmla="*/ 0 h 12"/>
                <ns1:gd name="T8" fmla="*/ 38 w 44"/>
                <ns1:gd name="T9" fmla="*/ 0 h 12"/>
                <ns1:gd name="T10" fmla="*/ 44 w 44"/>
                <ns1:gd name="T11" fmla="*/ 6 h 12"/>
                <ns1:gd name="T12" fmla="*/ 38 w 44"/>
                <ns1:gd name="T13" fmla="*/ 12 h 12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</ns1:cxnLst>
              <ns1:rect l="0" t="0" r="r" b="b"/>
              <ns1:pathLst>
                <ns1:path w="44" h="12">
                  <ns1:moveTo>
                    <ns1:pt x="38" y="12"/>
                  </ns1:moveTo>
                  <ns1:cubicBezTo>
                    <ns1:pt x="6" y="12"/>
                    <ns1:pt x="6" y="12"/>
                    <ns1:pt x="6" y="12"/>
                  </ns1:cubicBezTo>
                  <ns1:cubicBezTo>
                    <ns1:pt x="3" y="12"/>
                    <ns1:pt x="0" y="9"/>
                    <ns1:pt x="0" y="6"/>
                  </ns1:cubicBezTo>
                  <ns1:cubicBezTo>
                    <ns1:pt x="0" y="3"/>
                    <ns1:pt x="3" y="0"/>
                    <ns1:pt x="6" y="0"/>
                  </ns1:cubicBezTo>
                  <ns1:cubicBezTo>
                    <ns1:pt x="38" y="0"/>
                    <ns1:pt x="38" y="0"/>
                    <ns1:pt x="38" y="0"/>
                  </ns1:cubicBezTo>
                  <ns1:cubicBezTo>
                    <ns1:pt x="41" y="0"/>
                    <ns1:pt x="44" y="3"/>
                    <ns1:pt x="44" y="6"/>
                  </ns1:cubicBezTo>
                  <ns1:cubicBezTo>
                    <ns1:pt x="44" y="9"/>
                    <ns1:pt x="41" y="12"/>
                    <ns1:pt x="38" y="12"/>
                  </ns1:cubicBezTo>
                  <ns1:close/>
                </ns1:path>
              </ns1:pathLst>
            </ns1:custGeom>
            <ns1:grpFill/>
            <ns1:ln>
              <ns1:noFill/>
            </ns1:ln>
            <ns1:extLst>
              <ns1:ext uri="{91240B29-F687-4F45-9708-019B960494DF}">
                <ns2:hiddenLine w="9525">
                  <ns1:solidFill>
                    <ns1:srgbClr val="000000"/>
                  </ns1:solidFill>
                  <ns1:round/>
                  <ns1:headEnd/>
                  <ns1:tailEnd/>
                </ns2:hiddenLine>
              </ns1:ext>
            </ns1:extLst>
          </ns0:spPr>
          <ns0:txBody>
            <ns1:bodyPr vert="horz" wrap="square" lIns="91440" tIns="45720" rIns="91440" bIns="45720" numCol="1" anchor="t" anchorCtr="0" compatLnSpc="1">
              <ns1:prstTxWarp prst="textNoShape">
                <ns1:avLst/>
              </ns1:prstTxWarp>
            </ns1:bodyPr>
            <ns1:lstStyle/>
            <ns1:p>
              <ns1:endParaRPr lang="id-ID" sz="2700"/>
            </ns1:p>
          </ns0:txBody>
        </ns0:sp>
        <ns0:sp>
          <ns0:nvSpPr>
            <ns0:cNvPr id="80" name="Freeform 10"/>
            <ns0:cNvSpPr>
              <ns1:spLocks/>
            </ns0:cNvSpPr>
            <ns0:nvPr/>
          </ns0:nvSpPr>
          <ns0:spPr bwMode="auto">
            <ns1:xfrm>
              <ns1:off x="7942263" y="5700713"/>
              <ns1:ext cx="168275" cy="46037"/>
            </ns1:xfrm>
            <ns1:custGeom>
              <ns1:avLst/>
              <ns1:gdLst>
                <ns1:gd name="T0" fmla="*/ 38 w 44"/>
                <ns1:gd name="T1" fmla="*/ 12 h 12"/>
                <ns1:gd name="T2" fmla="*/ 6 w 44"/>
                <ns1:gd name="T3" fmla="*/ 12 h 12"/>
                <ns1:gd name="T4" fmla="*/ 0 w 44"/>
                <ns1:gd name="T5" fmla="*/ 6 h 12"/>
                <ns1:gd name="T6" fmla="*/ 6 w 44"/>
                <ns1:gd name="T7" fmla="*/ 0 h 12"/>
                <ns1:gd name="T8" fmla="*/ 38 w 44"/>
                <ns1:gd name="T9" fmla="*/ 0 h 12"/>
                <ns1:gd name="T10" fmla="*/ 44 w 44"/>
                <ns1:gd name="T11" fmla="*/ 6 h 12"/>
                <ns1:gd name="T12" fmla="*/ 38 w 44"/>
                <ns1:gd name="T13" fmla="*/ 12 h 12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</ns1:cxnLst>
              <ns1:rect l="0" t="0" r="r" b="b"/>
              <ns1:pathLst>
                <ns1:path w="44" h="12">
                  <ns1:moveTo>
                    <ns1:pt x="38" y="12"/>
                  </ns1:moveTo>
                  <ns1:cubicBezTo>
                    <ns1:pt x="6" y="12"/>
                    <ns1:pt x="6" y="12"/>
                    <ns1:pt x="6" y="12"/>
                  </ns1:cubicBezTo>
                  <ns1:cubicBezTo>
                    <ns1:pt x="3" y="12"/>
                    <ns1:pt x="0" y="9"/>
                    <ns1:pt x="0" y="6"/>
                  </ns1:cubicBezTo>
                  <ns1:cubicBezTo>
                    <ns1:pt x="0" y="3"/>
                    <ns1:pt x="3" y="0"/>
                    <ns1:pt x="6" y="0"/>
                  </ns1:cubicBezTo>
                  <ns1:cubicBezTo>
                    <ns1:pt x="38" y="0"/>
                    <ns1:pt x="38" y="0"/>
                    <ns1:pt x="38" y="0"/>
                  </ns1:cubicBezTo>
                  <ns1:cubicBezTo>
                    <ns1:pt x="41" y="0"/>
                    <ns1:pt x="44" y="3"/>
                    <ns1:pt x="44" y="6"/>
                  </ns1:cubicBezTo>
                  <ns1:cubicBezTo>
                    <ns1:pt x="44" y="9"/>
                    <ns1:pt x="41" y="12"/>
                    <ns1:pt x="38" y="12"/>
                  </ns1:cubicBezTo>
                  <ns1:close/>
                </ns1:path>
              </ns1:pathLst>
            </ns1:custGeom>
            <ns1:grpFill/>
            <ns1:ln>
              <ns1:noFill/>
            </ns1:ln>
            <ns1:extLst>
              <ns1:ext uri="{91240B29-F687-4F45-9708-019B960494DF}">
                <ns2:hiddenLine w="9525">
                  <ns1:solidFill>
                    <ns1:srgbClr val="000000"/>
                  </ns1:solidFill>
                  <ns1:round/>
                  <ns1:headEnd/>
                  <ns1:tailEnd/>
                </ns2:hiddenLine>
              </ns1:ext>
            </ns1:extLst>
          </ns0:spPr>
          <ns0:txBody>
            <ns1:bodyPr vert="horz" wrap="square" lIns="91440" tIns="45720" rIns="91440" bIns="45720" numCol="1" anchor="t" anchorCtr="0" compatLnSpc="1">
              <ns1:prstTxWarp prst="textNoShape">
                <ns1:avLst/>
              </ns1:prstTxWarp>
            </ns1:bodyPr>
            <ns1:lstStyle/>
            <ns1:p>
              <ns1:endParaRPr lang="id-ID" sz="2700"/>
            </ns1:p>
          </ns0:txBody>
        </ns0:sp>
        <ns0:sp>
          <ns0:nvSpPr>
            <ns0:cNvPr id="81" name="Freeform 11"/>
            <ns0:cNvSpPr>
              <ns1:spLocks/>
            </ns0:cNvSpPr>
            <ns0:nvPr/>
          </ns0:nvSpPr>
          <ns0:spPr bwMode="auto">
            <ns1:xfrm>
              <ns1:off x="7942263" y="5821363"/>
              <ns1:ext cx="168275" cy="46037"/>
            </ns1:xfrm>
            <ns1:custGeom>
              <ns1:avLst/>
              <ns1:gdLst>
                <ns1:gd name="T0" fmla="*/ 38 w 44"/>
                <ns1:gd name="T1" fmla="*/ 12 h 12"/>
                <ns1:gd name="T2" fmla="*/ 6 w 44"/>
                <ns1:gd name="T3" fmla="*/ 12 h 12"/>
                <ns1:gd name="T4" fmla="*/ 0 w 44"/>
                <ns1:gd name="T5" fmla="*/ 6 h 12"/>
                <ns1:gd name="T6" fmla="*/ 6 w 44"/>
                <ns1:gd name="T7" fmla="*/ 0 h 12"/>
                <ns1:gd name="T8" fmla="*/ 38 w 44"/>
                <ns1:gd name="T9" fmla="*/ 0 h 12"/>
                <ns1:gd name="T10" fmla="*/ 44 w 44"/>
                <ns1:gd name="T11" fmla="*/ 6 h 12"/>
                <ns1:gd name="T12" fmla="*/ 38 w 44"/>
                <ns1:gd name="T13" fmla="*/ 12 h 12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</ns1:cxnLst>
              <ns1:rect l="0" t="0" r="r" b="b"/>
              <ns1:pathLst>
                <ns1:path w="44" h="12">
                  <ns1:moveTo>
                    <ns1:pt x="38" y="12"/>
                  </ns1:moveTo>
                  <ns1:cubicBezTo>
                    <ns1:pt x="6" y="12"/>
                    <ns1:pt x="6" y="12"/>
                    <ns1:pt x="6" y="12"/>
                  </ns1:cubicBezTo>
                  <ns1:cubicBezTo>
                    <ns1:pt x="3" y="12"/>
                    <ns1:pt x="0" y="9"/>
                    <ns1:pt x="0" y="6"/>
                  </ns1:cubicBezTo>
                  <ns1:cubicBezTo>
                    <ns1:pt x="0" y="3"/>
                    <ns1:pt x="3" y="0"/>
                    <ns1:pt x="6" y="0"/>
                  </ns1:cubicBezTo>
                  <ns1:cubicBezTo>
                    <ns1:pt x="38" y="0"/>
                    <ns1:pt x="38" y="0"/>
                    <ns1:pt x="38" y="0"/>
                  </ns1:cubicBezTo>
                  <ns1:cubicBezTo>
                    <ns1:pt x="41" y="0"/>
                    <ns1:pt x="44" y="3"/>
                    <ns1:pt x="44" y="6"/>
                  </ns1:cubicBezTo>
                  <ns1:cubicBezTo>
                    <ns1:pt x="44" y="9"/>
                    <ns1:pt x="41" y="12"/>
                    <ns1:pt x="38" y="12"/>
                  </ns1:cubicBezTo>
                  <ns1:close/>
                </ns1:path>
              </ns1:pathLst>
            </ns1:custGeom>
            <ns1:grpFill/>
            <ns1:ln>
              <ns1:noFill/>
            </ns1:ln>
            <ns1:extLst>
              <ns1:ext uri="{91240B29-F687-4F45-9708-019B960494DF}">
                <ns2:hiddenLine w="9525">
                  <ns1:solidFill>
                    <ns1:srgbClr val="000000"/>
                  </ns1:solidFill>
                  <ns1:round/>
                  <ns1:headEnd/>
                  <ns1:tailEnd/>
                </ns2:hiddenLine>
              </ns1:ext>
            </ns1:extLst>
          </ns0:spPr>
          <ns0:txBody>
            <ns1:bodyPr vert="horz" wrap="square" lIns="91440" tIns="45720" rIns="91440" bIns="45720" numCol="1" anchor="t" anchorCtr="0" compatLnSpc="1">
              <ns1:prstTxWarp prst="textNoShape">
                <ns1:avLst/>
              </ns1:prstTxWarp>
            </ns1:bodyPr>
            <ns1:lstStyle/>
            <ns1:p>
              <ns1:endParaRPr lang="id-ID" sz="2700"/>
            </ns1:p>
          </ns0:txBody>
        </ns0:sp>
      </ns0:grpSp>
      <ns0:grpSp>
        <ns0:nvGrpSpPr>
          <ns0:cNvPr id="82" name="Group 81"/>
          <ns0:cNvGrpSpPr/>
          <ns0:nvPr/>
        </ns0:nvGrpSpPr>
        <ns0:grpSpPr>
          <ns1:xfrm>
            <ns1:off x="5379642" y="2903778"/>
            <ns1:ext cx="335491" cy="334405"/>
            <ns1:chOff x="9053513" y="484188"/>
            <ns1:chExt cx="490538" cy="488950"/>
          </ns1:xfrm>
          <ns1:solidFill>
            <ns1:schemeClr val="tx1"/>
          </ns1:solidFill>
        </ns0:grpSpPr>
        <ns0:sp>
          <ns0:nvSpPr>
            <ns0:cNvPr id="83" name="Freeform 5"/>
            <ns0:cNvSpPr>
              <ns1:spLocks noEditPoints="1"/>
            </ns0:cNvSpPr>
            <ns0:nvPr/>
          </ns0:nvSpPr>
          <ns0:spPr bwMode="auto">
            <ns1:xfrm>
              <ns1:off x="9053513" y="484188"/>
              <ns1:ext cx="152400" cy="488950"/>
            </ns1:xfrm>
            <ns1:custGeom>
              <ns1:avLst/>
              <ns1:gdLst>
                <ns1:gd name="T0" fmla="*/ 32 w 40"/>
                <ns1:gd name="T1" fmla="*/ 24 h 128"/>
                <ns1:gd name="T2" fmla="*/ 32 w 40"/>
                <ns1:gd name="T3" fmla="*/ 12 h 128"/>
                <ns1:gd name="T4" fmla="*/ 20 w 40"/>
                <ns1:gd name="T5" fmla="*/ 0 h 128"/>
                <ns1:gd name="T6" fmla="*/ 8 w 40"/>
                <ns1:gd name="T7" fmla="*/ 12 h 128"/>
                <ns1:gd name="T8" fmla="*/ 8 w 40"/>
                <ns1:gd name="T9" fmla="*/ 24 h 128"/>
                <ns1:gd name="T10" fmla="*/ 0 w 40"/>
                <ns1:gd name="T11" fmla="*/ 40 h 128"/>
                <ns1:gd name="T12" fmla="*/ 8 w 40"/>
                <ns1:gd name="T13" fmla="*/ 56 h 128"/>
                <ns1:gd name="T14" fmla="*/ 8 w 40"/>
                <ns1:gd name="T15" fmla="*/ 116 h 128"/>
                <ns1:gd name="T16" fmla="*/ 20 w 40"/>
                <ns1:gd name="T17" fmla="*/ 128 h 128"/>
                <ns1:gd name="T18" fmla="*/ 32 w 40"/>
                <ns1:gd name="T19" fmla="*/ 116 h 128"/>
                <ns1:gd name="T20" fmla="*/ 32 w 40"/>
                <ns1:gd name="T21" fmla="*/ 56 h 128"/>
                <ns1:gd name="T22" fmla="*/ 40 w 40"/>
                <ns1:gd name="T23" fmla="*/ 40 h 128"/>
                <ns1:gd name="T24" fmla="*/ 32 w 40"/>
                <ns1:gd name="T25" fmla="*/ 24 h 128"/>
                <ns1:gd name="T26" fmla="*/ 16 w 40"/>
                <ns1:gd name="T27" fmla="*/ 12 h 128"/>
                <ns1:gd name="T28" fmla="*/ 20 w 40"/>
                <ns1:gd name="T29" fmla="*/ 8 h 128"/>
                <ns1:gd name="T30" fmla="*/ 24 w 40"/>
                <ns1:gd name="T31" fmla="*/ 12 h 128"/>
                <ns1:gd name="T32" fmla="*/ 24 w 40"/>
                <ns1:gd name="T33" fmla="*/ 20 h 128"/>
                <ns1:gd name="T34" fmla="*/ 20 w 40"/>
                <ns1:gd name="T35" fmla="*/ 20 h 128"/>
                <ns1:gd name="T36" fmla="*/ 16 w 40"/>
                <ns1:gd name="T37" fmla="*/ 20 h 128"/>
                <ns1:gd name="T38" fmla="*/ 16 w 40"/>
                <ns1:gd name="T39" fmla="*/ 12 h 128"/>
                <ns1:gd name="T40" fmla="*/ 24 w 40"/>
                <ns1:gd name="T41" fmla="*/ 116 h 128"/>
                <ns1:gd name="T42" fmla="*/ 20 w 40"/>
                <ns1:gd name="T43" fmla="*/ 120 h 128"/>
                <ns1:gd name="T44" fmla="*/ 16 w 40"/>
                <ns1:gd name="T45" fmla="*/ 116 h 128"/>
                <ns1:gd name="T46" fmla="*/ 16 w 40"/>
                <ns1:gd name="T47" fmla="*/ 60 h 128"/>
                <ns1:gd name="T48" fmla="*/ 20 w 40"/>
                <ns1:gd name="T49" fmla="*/ 60 h 128"/>
                <ns1:gd name="T50" fmla="*/ 24 w 40"/>
                <ns1:gd name="T51" fmla="*/ 60 h 128"/>
                <ns1:gd name="T52" fmla="*/ 24 w 40"/>
                <ns1:gd name="T53" fmla="*/ 116 h 128"/>
                <ns1:gd name="T54" fmla="*/ 31 w 40"/>
                <ns1:gd name="T55" fmla="*/ 43 h 128"/>
                <ns1:gd name="T56" fmla="*/ 31 w 40"/>
                <ns1:gd name="T57" fmla="*/ 44 h 128"/>
                <ns1:gd name="T58" fmla="*/ 30 w 40"/>
                <ns1:gd name="T59" fmla="*/ 47 h 128"/>
                <ns1:gd name="T60" fmla="*/ 30 w 40"/>
                <ns1:gd name="T61" fmla="*/ 47 h 128"/>
                <ns1:gd name="T62" fmla="*/ 27 w 40"/>
                <ns1:gd name="T63" fmla="*/ 50 h 128"/>
                <ns1:gd name="T64" fmla="*/ 27 w 40"/>
                <ns1:gd name="T65" fmla="*/ 50 h 128"/>
                <ns1:gd name="T66" fmla="*/ 24 w 40"/>
                <ns1:gd name="T67" fmla="*/ 51 h 128"/>
                <ns1:gd name="T68" fmla="*/ 20 w 40"/>
                <ns1:gd name="T69" fmla="*/ 52 h 128"/>
                <ns1:gd name="T70" fmla="*/ 16 w 40"/>
                <ns1:gd name="T71" fmla="*/ 51 h 128"/>
                <ns1:gd name="T72" fmla="*/ 13 w 40"/>
                <ns1:gd name="T73" fmla="*/ 50 h 128"/>
                <ns1:gd name="T74" fmla="*/ 13 w 40"/>
                <ns1:gd name="T75" fmla="*/ 50 h 128"/>
                <ns1:gd name="T76" fmla="*/ 10 w 40"/>
                <ns1:gd name="T77" fmla="*/ 47 h 128"/>
                <ns1:gd name="T78" fmla="*/ 10 w 40"/>
                <ns1:gd name="T79" fmla="*/ 47 h 128"/>
                <ns1:gd name="T80" fmla="*/ 9 w 40"/>
                <ns1:gd name="T81" fmla="*/ 44 h 128"/>
                <ns1:gd name="T82" fmla="*/ 9 w 40"/>
                <ns1:gd name="T83" fmla="*/ 43 h 128"/>
                <ns1:gd name="T84" fmla="*/ 8 w 40"/>
                <ns1:gd name="T85" fmla="*/ 40 h 128"/>
                <ns1:gd name="T86" fmla="*/ 9 w 40"/>
                <ns1:gd name="T87" fmla="*/ 37 h 128"/>
                <ns1:gd name="T88" fmla="*/ 9 w 40"/>
                <ns1:gd name="T89" fmla="*/ 36 h 128"/>
                <ns1:gd name="T90" fmla="*/ 10 w 40"/>
                <ns1:gd name="T91" fmla="*/ 33 h 128"/>
                <ns1:gd name="T92" fmla="*/ 10 w 40"/>
                <ns1:gd name="T93" fmla="*/ 33 h 128"/>
                <ns1:gd name="T94" fmla="*/ 13 w 40"/>
                <ns1:gd name="T95" fmla="*/ 30 h 128"/>
                <ns1:gd name="T96" fmla="*/ 13 w 40"/>
                <ns1:gd name="T97" fmla="*/ 30 h 128"/>
                <ns1:gd name="T98" fmla="*/ 16 w 40"/>
                <ns1:gd name="T99" fmla="*/ 29 h 128"/>
                <ns1:gd name="T100" fmla="*/ 20 w 40"/>
                <ns1:gd name="T101" fmla="*/ 28 h 128"/>
                <ns1:gd name="T102" fmla="*/ 24 w 40"/>
                <ns1:gd name="T103" fmla="*/ 29 h 128"/>
                <ns1:gd name="T104" fmla="*/ 27 w 40"/>
                <ns1:gd name="T105" fmla="*/ 30 h 128"/>
                <ns1:gd name="T106" fmla="*/ 27 w 40"/>
                <ns1:gd name="T107" fmla="*/ 30 h 128"/>
                <ns1:gd name="T108" fmla="*/ 30 w 40"/>
                <ns1:gd name="T109" fmla="*/ 33 h 128"/>
                <ns1:gd name="T110" fmla="*/ 30 w 40"/>
                <ns1:gd name="T111" fmla="*/ 33 h 128"/>
                <ns1:gd name="T112" fmla="*/ 31 w 40"/>
                <ns1:gd name="T113" fmla="*/ 36 h 128"/>
                <ns1:gd name="T114" fmla="*/ 31 w 40"/>
                <ns1:gd name="T115" fmla="*/ 37 h 128"/>
                <ns1:gd name="T116" fmla="*/ 32 w 40"/>
                <ns1:gd name="T117" fmla="*/ 40 h 128"/>
                <ns1:gd name="T118" fmla="*/ 31 w 40"/>
                <ns1:gd name="T119" fmla="*/ 43 h 128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  <ns1:cxn ang="0">
                  <ns1:pos x="T14" y="T15"/>
                </ns1:cxn>
                <ns1:cxn ang="0">
                  <ns1:pos x="T16" y="T17"/>
                </ns1:cxn>
                <ns1:cxn ang="0">
                  <ns1:pos x="T18" y="T19"/>
                </ns1:cxn>
                <ns1:cxn ang="0">
                  <ns1:pos x="T20" y="T21"/>
                </ns1:cxn>
                <ns1:cxn ang="0">
                  <ns1:pos x="T22" y="T23"/>
                </ns1:cxn>
                <ns1:cxn ang="0">
                  <ns1:pos x="T24" y="T25"/>
                </ns1:cxn>
                <ns1:cxn ang="0">
                  <ns1:pos x="T26" y="T27"/>
                </ns1:cxn>
                <ns1:cxn ang="0">
                  <ns1:pos x="T28" y="T29"/>
                </ns1:cxn>
                <ns1:cxn ang="0">
                  <ns1:pos x="T30" y="T31"/>
                </ns1:cxn>
                <ns1:cxn ang="0">
                  <ns1:pos x="T32" y="T33"/>
                </ns1:cxn>
                <ns1:cxn ang="0">
                  <ns1:pos x="T34" y="T35"/>
                </ns1:cxn>
                <ns1:cxn ang="0">
                  <ns1:pos x="T36" y="T37"/>
                </ns1:cxn>
                <ns1:cxn ang="0">
                  <ns1:pos x="T38" y="T39"/>
                </ns1:cxn>
                <ns1:cxn ang="0">
                  <ns1:pos x="T40" y="T41"/>
                </ns1:cxn>
                <ns1:cxn ang="0">
                  <ns1:pos x="T42" y="T43"/>
                </ns1:cxn>
                <ns1:cxn ang="0">
                  <ns1:pos x="T44" y="T45"/>
                </ns1:cxn>
                <ns1:cxn ang="0">
                  <ns1:pos x="T46" y="T47"/>
                </ns1:cxn>
                <ns1:cxn ang="0">
                  <ns1:pos x="T48" y="T49"/>
                </ns1:cxn>
                <ns1:cxn ang="0">
                  <ns1:pos x="T50" y="T51"/>
                </ns1:cxn>
                <ns1:cxn ang="0">
                  <ns1:pos x="T52" y="T53"/>
                </ns1:cxn>
                <ns1:cxn ang="0">
                  <ns1:pos x="T54" y="T55"/>
                </ns1:cxn>
                <ns1:cxn ang="0">
                  <ns1:pos x="T56" y="T57"/>
                </ns1:cxn>
                <ns1:cxn ang="0">
                  <ns1:pos x="T58" y="T59"/>
                </ns1:cxn>
                <ns1:cxn ang="0">
                  <ns1:pos x="T60" y="T61"/>
                </ns1:cxn>
                <ns1:cxn ang="0">
                  <ns1:pos x="T62" y="T63"/>
                </ns1:cxn>
                <ns1:cxn ang="0">
                  <ns1:pos x="T64" y="T65"/>
                </ns1:cxn>
                <ns1:cxn ang="0">
                  <ns1:pos x="T66" y="T67"/>
                </ns1:cxn>
                <ns1:cxn ang="0">
                  <ns1:pos x="T68" y="T69"/>
                </ns1:cxn>
                <ns1:cxn ang="0">
                  <ns1:pos x="T70" y="T71"/>
                </ns1:cxn>
                <ns1:cxn ang="0">
                  <ns1:pos x="T72" y="T73"/>
                </ns1:cxn>
                <ns1:cxn ang="0">
                  <ns1:pos x="T74" y="T75"/>
                </ns1:cxn>
                <ns1:cxn ang="0">
                  <ns1:pos x="T76" y="T77"/>
                </ns1:cxn>
                <ns1:cxn ang="0">
                  <ns1:pos x="T78" y="T79"/>
                </ns1:cxn>
                <ns1:cxn ang="0">
                  <ns1:pos x="T80" y="T81"/>
                </ns1:cxn>
                <ns1:cxn ang="0">
                  <ns1:pos x="T82" y="T83"/>
                </ns1:cxn>
                <ns1:cxn ang="0">
                  <ns1:pos x="T84" y="T85"/>
                </ns1:cxn>
                <ns1:cxn ang="0">
                  <ns1:pos x="T86" y="T87"/>
                </ns1:cxn>
                <ns1:cxn ang="0">
                  <ns1:pos x="T88" y="T89"/>
                </ns1:cxn>
                <ns1:cxn ang="0">
                  <ns1:pos x="T90" y="T91"/>
                </ns1:cxn>
                <ns1:cxn ang="0">
                  <ns1:pos x="T92" y="T93"/>
                </ns1:cxn>
                <ns1:cxn ang="0">
                  <ns1:pos x="T94" y="T95"/>
                </ns1:cxn>
                <ns1:cxn ang="0">
                  <ns1:pos x="T96" y="T97"/>
                </ns1:cxn>
                <ns1:cxn ang="0">
                  <ns1:pos x="T98" y="T99"/>
                </ns1:cxn>
                <ns1:cxn ang="0">
                  <ns1:pos x="T100" y="T101"/>
                </ns1:cxn>
                <ns1:cxn ang="0">
                  <ns1:pos x="T102" y="T103"/>
                </ns1:cxn>
                <ns1:cxn ang="0">
                  <ns1:pos x="T104" y="T105"/>
                </ns1:cxn>
                <ns1:cxn ang="0">
                  <ns1:pos x="T106" y="T107"/>
                </ns1:cxn>
                <ns1:cxn ang="0">
                  <ns1:pos x="T108" y="T109"/>
                </ns1:cxn>
                <ns1:cxn ang="0">
                  <ns1:pos x="T110" y="T111"/>
                </ns1:cxn>
                <ns1:cxn ang="0">
                  <ns1:pos x="T112" y="T113"/>
                </ns1:cxn>
                <ns1:cxn ang="0">
                  <ns1:pos x="T114" y="T115"/>
                </ns1:cxn>
                <ns1:cxn ang="0">
                  <ns1:pos x="T116" y="T117"/>
                </ns1:cxn>
                <ns1:cxn ang="0">
                  <ns1:pos x="T118" y="T119"/>
                </ns1:cxn>
              </ns1:cxnLst>
              <ns1:rect l="0" t="0" r="r" b="b"/>
              <ns1:pathLst>
                <ns1:path w="40" h="128">
                  <ns1:moveTo>
                    <ns1:pt x="32" y="24"/>
                  </ns1:moveTo>
                  <ns1:cubicBezTo>
                    <ns1:pt x="32" y="12"/>
                    <ns1:pt x="32" y="12"/>
                    <ns1:pt x="32" y="12"/>
                  </ns1:cubicBezTo>
                  <ns1:cubicBezTo>
                    <ns1:pt x="32" y="5"/>
                    <ns1:pt x="27" y="0"/>
                    <ns1:pt x="20" y="0"/>
                  </ns1:cubicBezTo>
                  <ns1:cubicBezTo>
                    <ns1:pt x="13" y="0"/>
                    <ns1:pt x="8" y="5"/>
                    <ns1:pt x="8" y="12"/>
                  </ns1:cubicBezTo>
                  <ns1:cubicBezTo>
                    <ns1:pt x="8" y="24"/>
                    <ns1:pt x="8" y="24"/>
                    <ns1:pt x="8" y="24"/>
                  </ns1:cubicBezTo>
                  <ns1:cubicBezTo>
                    <ns1:pt x="3" y="28"/>
                    <ns1:pt x="0" y="33"/>
                    <ns1:pt x="0" y="40"/>
                  </ns1:cubicBezTo>
                  <ns1:cubicBezTo>
                    <ns1:pt x="0" y="47"/>
                    <ns1:pt x="3" y="52"/>
                    <ns1:pt x="8" y="56"/>
                  </ns1:cubicBezTo>
                  <ns1:cubicBezTo>
                    <ns1:pt x="8" y="116"/>
                    <ns1:pt x="8" y="116"/>
                    <ns1:pt x="8" y="116"/>
                  </ns1:cubicBezTo>
                  <ns1:cubicBezTo>
                    <ns1:pt x="8" y="123"/>
                    <ns1:pt x="13" y="128"/>
                    <ns1:pt x="20" y="128"/>
                  </ns1:cubicBezTo>
                  <ns1:cubicBezTo>
                    <ns1:pt x="27" y="128"/>
                    <ns1:pt x="32" y="123"/>
                    <ns1:pt x="32" y="116"/>
                  </ns1:cubicBezTo>
                  <ns1:cubicBezTo>
                    <ns1:pt x="32" y="56"/>
                    <ns1:pt x="32" y="56"/>
                    <ns1:pt x="32" y="56"/>
                  </ns1:cubicBezTo>
                  <ns1:cubicBezTo>
                    <ns1:pt x="37" y="52"/>
                    <ns1:pt x="40" y="47"/>
                    <ns1:pt x="40" y="40"/>
                  </ns1:cubicBezTo>
                  <ns1:cubicBezTo>
                    <ns1:pt x="40" y="33"/>
                    <ns1:pt x="37" y="28"/>
                    <ns1:pt x="32" y="24"/>
                  </ns1:cubicBezTo>
                  <ns1:close/>
                  <ns1:moveTo>
                    <ns1:pt x="16" y="12"/>
                  </ns1:moveTo>
                  <ns1:cubicBezTo>
                    <ns1:pt x="16" y="10"/>
                    <ns1:pt x="18" y="8"/>
                    <ns1:pt x="20" y="8"/>
                  </ns1:cubicBezTo>
                  <ns1:cubicBezTo>
                    <ns1:pt x="22" y="8"/>
                    <ns1:pt x="24" y="10"/>
                    <ns1:pt x="24" y="12"/>
                  </ns1:cubicBezTo>
                  <ns1:cubicBezTo>
                    <ns1:pt x="24" y="20"/>
                    <ns1:pt x="24" y="20"/>
                    <ns1:pt x="24" y="20"/>
                  </ns1:cubicBezTo>
                  <ns1:cubicBezTo>
                    <ns1:pt x="23" y="20"/>
                    <ns1:pt x="21" y="20"/>
                    <ns1:pt x="20" y="20"/>
                  </ns1:cubicBezTo>
                  <ns1:cubicBezTo>
                    <ns1:pt x="19" y="20"/>
                    <ns1:pt x="17" y="20"/>
                    <ns1:pt x="16" y="20"/>
                  </ns1:cubicBezTo>
                  <ns1:lnTo>
                    <ns1:pt x="16" y="12"/>
                  </ns1:lnTo>
                  <ns1:close/>
                  <ns1:moveTo>
                    <ns1:pt x="24" y="116"/>
                  </ns1:moveTo>
                  <ns1:cubicBezTo>
                    <ns1:pt x="24" y="118"/>
                    <ns1:pt x="22" y="120"/>
                    <ns1:pt x="20" y="120"/>
                  </ns1:cubicBezTo>
                  <ns1:cubicBezTo>
                    <ns1:pt x="18" y="120"/>
                    <ns1:pt x="16" y="118"/>
                    <ns1:pt x="16" y="116"/>
                  </ns1:cubicBezTo>
                  <ns1:cubicBezTo>
                    <ns1:pt x="16" y="60"/>
                    <ns1:pt x="16" y="60"/>
                    <ns1:pt x="16" y="60"/>
                  </ns1:cubicBezTo>
                  <ns1:cubicBezTo>
                    <ns1:pt x="17" y="60"/>
                    <ns1:pt x="19" y="60"/>
                    <ns1:pt x="20" y="60"/>
                  </ns1:cubicBezTo>
                  <ns1:cubicBezTo>
                    <ns1:pt x="21" y="60"/>
                    <ns1:pt x="23" y="60"/>
                    <ns1:pt x="24" y="60"/>
                  </ns1:cubicBezTo>
                  <ns1:lnTo>
                    <ns1:pt x="24" y="116"/>
                  </ns1:lnTo>
                  <ns1:close/>
                  <ns1:moveTo>
                    <ns1:pt x="31" y="43"/>
                  </ns1:moveTo>
                  <ns1:cubicBezTo>
                    <ns1:pt x="31" y="44"/>
                    <ns1:pt x="31" y="44"/>
                    <ns1:pt x="31" y="44"/>
                  </ns1:cubicBezTo>
                  <ns1:cubicBezTo>
                    <ns1:pt x="31" y="45"/>
                    <ns1:pt x="30" y="46"/>
                    <ns1:pt x="30" y="47"/>
                  </ns1:cubicBezTo>
                  <ns1:cubicBezTo>
                    <ns1:pt x="30" y="47"/>
                    <ns1:pt x="30" y="47"/>
                    <ns1:pt x="30" y="47"/>
                  </ns1:cubicBezTo>
                  <ns1:cubicBezTo>
                    <ns1:pt x="29" y="48"/>
                    <ns1:pt x="28" y="49"/>
                    <ns1:pt x="27" y="50"/>
                  </ns1:cubicBezTo>
                  <ns1:cubicBezTo>
                    <ns1:pt x="27" y="50"/>
                    <ns1:pt x="27" y="50"/>
                    <ns1:pt x="27" y="50"/>
                  </ns1:cubicBezTo>
                  <ns1:cubicBezTo>
                    <ns1:pt x="26" y="50"/>
                    <ns1:pt x="25" y="51"/>
                    <ns1:pt x="24" y="51"/>
                  </ns1:cubicBezTo>
                  <ns1:cubicBezTo>
                    <ns1:pt x="23" y="52"/>
                    <ns1:pt x="21" y="52"/>
                    <ns1:pt x="20" y="52"/>
                  </ns1:cubicBezTo>
                  <ns1:cubicBezTo>
                    <ns1:pt x="19" y="52"/>
                    <ns1:pt x="17" y="52"/>
                    <ns1:pt x="16" y="51"/>
                  </ns1:cubicBezTo>
                  <ns1:cubicBezTo>
                    <ns1:pt x="15" y="51"/>
                    <ns1:pt x="14" y="50"/>
                    <ns1:pt x="13" y="50"/>
                  </ns1:cubicBezTo>
                  <ns1:cubicBezTo>
                    <ns1:pt x="13" y="50"/>
                    <ns1:pt x="13" y="50"/>
                    <ns1:pt x="13" y="50"/>
                  </ns1:cubicBezTo>
                  <ns1:cubicBezTo>
                    <ns1:pt x="12" y="49"/>
                    <ns1:pt x="11" y="48"/>
                    <ns1:pt x="10" y="47"/>
                  </ns1:cubicBezTo>
                  <ns1:cubicBezTo>
                    <ns1:pt x="10" y="47"/>
                    <ns1:pt x="10" y="47"/>
                    <ns1:pt x="10" y="47"/>
                  </ns1:cubicBezTo>
                  <ns1:cubicBezTo>
                    <ns1:pt x="10" y="46"/>
                    <ns1:pt x="9" y="45"/>
                    <ns1:pt x="9" y="44"/>
                  </ns1:cubicBezTo>
                  <ns1:cubicBezTo>
                    <ns1:pt x="9" y="44"/>
                    <ns1:pt x="9" y="44"/>
                    <ns1:pt x="9" y="43"/>
                  </ns1:cubicBezTo>
                  <ns1:cubicBezTo>
                    <ns1:pt x="8" y="42"/>
                    <ns1:pt x="8" y="41"/>
                    <ns1:pt x="8" y="40"/>
                  </ns1:cubicBezTo>
                  <ns1:cubicBezTo>
                    <ns1:pt x="8" y="39"/>
                    <ns1:pt x="8" y="38"/>
                    <ns1:pt x="9" y="37"/>
                  </ns1:cubicBezTo>
                  <ns1:cubicBezTo>
                    <ns1:pt x="9" y="36"/>
                    <ns1:pt x="9" y="36"/>
                    <ns1:pt x="9" y="36"/>
                  </ns1:cubicBezTo>
                  <ns1:cubicBezTo>
                    <ns1:pt x="9" y="35"/>
                    <ns1:pt x="10" y="34"/>
                    <ns1:pt x="10" y="33"/>
                  </ns1:cubicBezTo>
                  <ns1:cubicBezTo>
                    <ns1:pt x="10" y="33"/>
                    <ns1:pt x="10" y="33"/>
                    <ns1:pt x="10" y="33"/>
                  </ns1:cubicBezTo>
                  <ns1:cubicBezTo>
                    <ns1:pt x="11" y="32"/>
                    <ns1:pt x="12" y="31"/>
                    <ns1:pt x="13" y="30"/>
                  </ns1:cubicBezTo>
                  <ns1:cubicBezTo>
                    <ns1:pt x="13" y="30"/>
                    <ns1:pt x="13" y="30"/>
                    <ns1:pt x="13" y="30"/>
                  </ns1:cubicBezTo>
                  <ns1:cubicBezTo>
                    <ns1:pt x="14" y="30"/>
                    <ns1:pt x="15" y="29"/>
                    <ns1:pt x="16" y="29"/>
                  </ns1:cubicBezTo>
                  <ns1:cubicBezTo>
                    <ns1:pt x="17" y="28"/>
                    <ns1:pt x="19" y="28"/>
                    <ns1:pt x="20" y="28"/>
                  </ns1:cubicBezTo>
                  <ns1:cubicBezTo>
                    <ns1:pt x="21" y="28"/>
                    <ns1:pt x="23" y="28"/>
                    <ns1:pt x="24" y="29"/>
                  </ns1:cubicBezTo>
                  <ns1:cubicBezTo>
                    <ns1:pt x="25" y="29"/>
                    <ns1:pt x="26" y="30"/>
                    <ns1:pt x="27" y="30"/>
                  </ns1:cubicBezTo>
                  <ns1:cubicBezTo>
                    <ns1:pt x="27" y="30"/>
                    <ns1:pt x="27" y="30"/>
                    <ns1:pt x="27" y="30"/>
                  </ns1:cubicBezTo>
                  <ns1:cubicBezTo>
                    <ns1:pt x="28" y="31"/>
                    <ns1:pt x="29" y="32"/>
                    <ns1:pt x="30" y="33"/>
                  </ns1:cubicBezTo>
                  <ns1:cubicBezTo>
                    <ns1:pt x="30" y="33"/>
                    <ns1:pt x="30" y="33"/>
                    <ns1:pt x="30" y="33"/>
                  </ns1:cubicBezTo>
                  <ns1:cubicBezTo>
                    <ns1:pt x="30" y="34"/>
                    <ns1:pt x="31" y="35"/>
                    <ns1:pt x="31" y="36"/>
                  </ns1:cubicBezTo>
                  <ns1:cubicBezTo>
                    <ns1:pt x="31" y="36"/>
                    <ns1:pt x="31" y="36"/>
                    <ns1:pt x="31" y="37"/>
                  </ns1:cubicBezTo>
                  <ns1:cubicBezTo>
                    <ns1:pt x="32" y="38"/>
                    <ns1:pt x="32" y="39"/>
                    <ns1:pt x="32" y="40"/>
                  </ns1:cubicBezTo>
                  <ns1:cubicBezTo>
                    <ns1:pt x="32" y="41"/>
                    <ns1:pt x="32" y="42"/>
                    <ns1:pt x="31" y="43"/>
                  </ns1:cubicBezTo>
                  <ns1:close/>
                </ns1:path>
              </ns1:pathLst>
            </ns1:custGeom>
            <ns1:grpFill/>
            <ns1:ln>
              <ns1:noFill/>
            </ns1:ln>
            <ns1:extLst>
              <ns1:ext uri="{91240B29-F687-4F45-9708-019B960494DF}">
                <ns2:hiddenLine w="9525">
                  <ns1:solidFill>
                    <ns1:srgbClr val="000000"/>
                  </ns1:solidFill>
                  <ns1:round/>
                  <ns1:headEnd/>
                  <ns1:tailEnd/>
                </ns2:hiddenLine>
              </ns1:ext>
            </ns1:extLst>
          </ns0:spPr>
          <ns0:txBody>
            <ns1:bodyPr vert="horz" wrap="square" lIns="91440" tIns="45720" rIns="91440" bIns="45720" numCol="1" anchor="t" anchorCtr="0" compatLnSpc="1">
              <ns1:prstTxWarp prst="textNoShape">
                <ns1:avLst/>
              </ns1:prstTxWarp>
            </ns1:bodyPr>
            <ns1:lstStyle/>
            <ns1:p>
              <ns1:endParaRPr lang="id-ID" sz="2700"/>
            </ns1:p>
          </ns0:txBody>
        </ns0:sp>
        <ns0:sp>
          <ns0:nvSpPr>
            <ns0:cNvPr id="84" name="Freeform 6"/>
            <ns0:cNvSpPr>
              <ns1:spLocks noEditPoints="1"/>
            </ns0:cNvSpPr>
            <ns0:nvPr/>
          </ns0:nvSpPr>
          <ns0:spPr bwMode="auto">
            <ns1:xfrm>
              <ns1:off x="9390063" y="484188"/>
              <ns1:ext cx="153988" cy="488950"/>
            </ns1:xfrm>
            <ns1:custGeom>
              <ns1:avLst/>
              <ns1:gdLst>
                <ns1:gd name="T0" fmla="*/ 32 w 40"/>
                <ns1:gd name="T1" fmla="*/ 24 h 128"/>
                <ns1:gd name="T2" fmla="*/ 32 w 40"/>
                <ns1:gd name="T3" fmla="*/ 12 h 128"/>
                <ns1:gd name="T4" fmla="*/ 20 w 40"/>
                <ns1:gd name="T5" fmla="*/ 0 h 128"/>
                <ns1:gd name="T6" fmla="*/ 8 w 40"/>
                <ns1:gd name="T7" fmla="*/ 12 h 128"/>
                <ns1:gd name="T8" fmla="*/ 8 w 40"/>
                <ns1:gd name="T9" fmla="*/ 24 h 128"/>
                <ns1:gd name="T10" fmla="*/ 0 w 40"/>
                <ns1:gd name="T11" fmla="*/ 40 h 128"/>
                <ns1:gd name="T12" fmla="*/ 8 w 40"/>
                <ns1:gd name="T13" fmla="*/ 56 h 128"/>
                <ns1:gd name="T14" fmla="*/ 8 w 40"/>
                <ns1:gd name="T15" fmla="*/ 116 h 128"/>
                <ns1:gd name="T16" fmla="*/ 20 w 40"/>
                <ns1:gd name="T17" fmla="*/ 128 h 128"/>
                <ns1:gd name="T18" fmla="*/ 32 w 40"/>
                <ns1:gd name="T19" fmla="*/ 116 h 128"/>
                <ns1:gd name="T20" fmla="*/ 32 w 40"/>
                <ns1:gd name="T21" fmla="*/ 56 h 128"/>
                <ns1:gd name="T22" fmla="*/ 40 w 40"/>
                <ns1:gd name="T23" fmla="*/ 40 h 128"/>
                <ns1:gd name="T24" fmla="*/ 32 w 40"/>
                <ns1:gd name="T25" fmla="*/ 24 h 128"/>
                <ns1:gd name="T26" fmla="*/ 16 w 40"/>
                <ns1:gd name="T27" fmla="*/ 12 h 128"/>
                <ns1:gd name="T28" fmla="*/ 20 w 40"/>
                <ns1:gd name="T29" fmla="*/ 8 h 128"/>
                <ns1:gd name="T30" fmla="*/ 24 w 40"/>
                <ns1:gd name="T31" fmla="*/ 12 h 128"/>
                <ns1:gd name="T32" fmla="*/ 24 w 40"/>
                <ns1:gd name="T33" fmla="*/ 20 h 128"/>
                <ns1:gd name="T34" fmla="*/ 20 w 40"/>
                <ns1:gd name="T35" fmla="*/ 20 h 128"/>
                <ns1:gd name="T36" fmla="*/ 16 w 40"/>
                <ns1:gd name="T37" fmla="*/ 20 h 128"/>
                <ns1:gd name="T38" fmla="*/ 16 w 40"/>
                <ns1:gd name="T39" fmla="*/ 12 h 128"/>
                <ns1:gd name="T40" fmla="*/ 24 w 40"/>
                <ns1:gd name="T41" fmla="*/ 116 h 128"/>
                <ns1:gd name="T42" fmla="*/ 20 w 40"/>
                <ns1:gd name="T43" fmla="*/ 120 h 128"/>
                <ns1:gd name="T44" fmla="*/ 16 w 40"/>
                <ns1:gd name="T45" fmla="*/ 116 h 128"/>
                <ns1:gd name="T46" fmla="*/ 16 w 40"/>
                <ns1:gd name="T47" fmla="*/ 60 h 128"/>
                <ns1:gd name="T48" fmla="*/ 20 w 40"/>
                <ns1:gd name="T49" fmla="*/ 60 h 128"/>
                <ns1:gd name="T50" fmla="*/ 24 w 40"/>
                <ns1:gd name="T51" fmla="*/ 60 h 128"/>
                <ns1:gd name="T52" fmla="*/ 24 w 40"/>
                <ns1:gd name="T53" fmla="*/ 116 h 128"/>
                <ns1:gd name="T54" fmla="*/ 31 w 40"/>
                <ns1:gd name="T55" fmla="*/ 43 h 128"/>
                <ns1:gd name="T56" fmla="*/ 31 w 40"/>
                <ns1:gd name="T57" fmla="*/ 44 h 128"/>
                <ns1:gd name="T58" fmla="*/ 30 w 40"/>
                <ns1:gd name="T59" fmla="*/ 47 h 128"/>
                <ns1:gd name="T60" fmla="*/ 30 w 40"/>
                <ns1:gd name="T61" fmla="*/ 47 h 128"/>
                <ns1:gd name="T62" fmla="*/ 27 w 40"/>
                <ns1:gd name="T63" fmla="*/ 50 h 128"/>
                <ns1:gd name="T64" fmla="*/ 27 w 40"/>
                <ns1:gd name="T65" fmla="*/ 50 h 128"/>
                <ns1:gd name="T66" fmla="*/ 24 w 40"/>
                <ns1:gd name="T67" fmla="*/ 51 h 128"/>
                <ns1:gd name="T68" fmla="*/ 20 w 40"/>
                <ns1:gd name="T69" fmla="*/ 52 h 128"/>
                <ns1:gd name="T70" fmla="*/ 16 w 40"/>
                <ns1:gd name="T71" fmla="*/ 51 h 128"/>
                <ns1:gd name="T72" fmla="*/ 13 w 40"/>
                <ns1:gd name="T73" fmla="*/ 50 h 128"/>
                <ns1:gd name="T74" fmla="*/ 13 w 40"/>
                <ns1:gd name="T75" fmla="*/ 50 h 128"/>
                <ns1:gd name="T76" fmla="*/ 10 w 40"/>
                <ns1:gd name="T77" fmla="*/ 47 h 128"/>
                <ns1:gd name="T78" fmla="*/ 10 w 40"/>
                <ns1:gd name="T79" fmla="*/ 47 h 128"/>
                <ns1:gd name="T80" fmla="*/ 9 w 40"/>
                <ns1:gd name="T81" fmla="*/ 44 h 128"/>
                <ns1:gd name="T82" fmla="*/ 9 w 40"/>
                <ns1:gd name="T83" fmla="*/ 43 h 128"/>
                <ns1:gd name="T84" fmla="*/ 8 w 40"/>
                <ns1:gd name="T85" fmla="*/ 40 h 128"/>
                <ns1:gd name="T86" fmla="*/ 9 w 40"/>
                <ns1:gd name="T87" fmla="*/ 37 h 128"/>
                <ns1:gd name="T88" fmla="*/ 9 w 40"/>
                <ns1:gd name="T89" fmla="*/ 36 h 128"/>
                <ns1:gd name="T90" fmla="*/ 10 w 40"/>
                <ns1:gd name="T91" fmla="*/ 33 h 128"/>
                <ns1:gd name="T92" fmla="*/ 10 w 40"/>
                <ns1:gd name="T93" fmla="*/ 33 h 128"/>
                <ns1:gd name="T94" fmla="*/ 13 w 40"/>
                <ns1:gd name="T95" fmla="*/ 30 h 128"/>
                <ns1:gd name="T96" fmla="*/ 13 w 40"/>
                <ns1:gd name="T97" fmla="*/ 30 h 128"/>
                <ns1:gd name="T98" fmla="*/ 16 w 40"/>
                <ns1:gd name="T99" fmla="*/ 29 h 128"/>
                <ns1:gd name="T100" fmla="*/ 20 w 40"/>
                <ns1:gd name="T101" fmla="*/ 28 h 128"/>
                <ns1:gd name="T102" fmla="*/ 24 w 40"/>
                <ns1:gd name="T103" fmla="*/ 29 h 128"/>
                <ns1:gd name="T104" fmla="*/ 27 w 40"/>
                <ns1:gd name="T105" fmla="*/ 30 h 128"/>
                <ns1:gd name="T106" fmla="*/ 27 w 40"/>
                <ns1:gd name="T107" fmla="*/ 30 h 128"/>
                <ns1:gd name="T108" fmla="*/ 30 w 40"/>
                <ns1:gd name="T109" fmla="*/ 33 h 128"/>
                <ns1:gd name="T110" fmla="*/ 30 w 40"/>
                <ns1:gd name="T111" fmla="*/ 33 h 128"/>
                <ns1:gd name="T112" fmla="*/ 31 w 40"/>
                <ns1:gd name="T113" fmla="*/ 36 h 128"/>
                <ns1:gd name="T114" fmla="*/ 31 w 40"/>
                <ns1:gd name="T115" fmla="*/ 37 h 128"/>
                <ns1:gd name="T116" fmla="*/ 32 w 40"/>
                <ns1:gd name="T117" fmla="*/ 40 h 128"/>
                <ns1:gd name="T118" fmla="*/ 31 w 40"/>
                <ns1:gd name="T119" fmla="*/ 43 h 128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  <ns1:cxn ang="0">
                  <ns1:pos x="T14" y="T15"/>
                </ns1:cxn>
                <ns1:cxn ang="0">
                  <ns1:pos x="T16" y="T17"/>
                </ns1:cxn>
                <ns1:cxn ang="0">
                  <ns1:pos x="T18" y="T19"/>
                </ns1:cxn>
                <ns1:cxn ang="0">
                  <ns1:pos x="T20" y="T21"/>
                </ns1:cxn>
                <ns1:cxn ang="0">
                  <ns1:pos x="T22" y="T23"/>
                </ns1:cxn>
                <ns1:cxn ang="0">
                  <ns1:pos x="T24" y="T25"/>
                </ns1:cxn>
                <ns1:cxn ang="0">
                  <ns1:pos x="T26" y="T27"/>
                </ns1:cxn>
                <ns1:cxn ang="0">
                  <ns1:pos x="T28" y="T29"/>
                </ns1:cxn>
                <ns1:cxn ang="0">
                  <ns1:pos x="T30" y="T31"/>
                </ns1:cxn>
                <ns1:cxn ang="0">
                  <ns1:pos x="T32" y="T33"/>
                </ns1:cxn>
                <ns1:cxn ang="0">
                  <ns1:pos x="T34" y="T35"/>
                </ns1:cxn>
                <ns1:cxn ang="0">
                  <ns1:pos x="T36" y="T37"/>
                </ns1:cxn>
                <ns1:cxn ang="0">
                  <ns1:pos x="T38" y="T39"/>
                </ns1:cxn>
                <ns1:cxn ang="0">
                  <ns1:pos x="T40" y="T41"/>
                </ns1:cxn>
                <ns1:cxn ang="0">
                  <ns1:pos x="T42" y="T43"/>
                </ns1:cxn>
                <ns1:cxn ang="0">
                  <ns1:pos x="T44" y="T45"/>
                </ns1:cxn>
                <ns1:cxn ang="0">
                  <ns1:pos x="T46" y="T47"/>
                </ns1:cxn>
                <ns1:cxn ang="0">
                  <ns1:pos x="T48" y="T49"/>
                </ns1:cxn>
                <ns1:cxn ang="0">
                  <ns1:pos x="T50" y="T51"/>
                </ns1:cxn>
                <ns1:cxn ang="0">
                  <ns1:pos x="T52" y="T53"/>
                </ns1:cxn>
                <ns1:cxn ang="0">
                  <ns1:pos x="T54" y="T55"/>
                </ns1:cxn>
                <ns1:cxn ang="0">
                  <ns1:pos x="T56" y="T57"/>
                </ns1:cxn>
                <ns1:cxn ang="0">
                  <ns1:pos x="T58" y="T59"/>
                </ns1:cxn>
                <ns1:cxn ang="0">
                  <ns1:pos x="T60" y="T61"/>
                </ns1:cxn>
                <ns1:cxn ang="0">
                  <ns1:pos x="T62" y="T63"/>
                </ns1:cxn>
                <ns1:cxn ang="0">
                  <ns1:pos x="T64" y="T65"/>
                </ns1:cxn>
                <ns1:cxn ang="0">
                  <ns1:pos x="T66" y="T67"/>
                </ns1:cxn>
                <ns1:cxn ang="0">
                  <ns1:pos x="T68" y="T69"/>
                </ns1:cxn>
                <ns1:cxn ang="0">
                  <ns1:pos x="T70" y="T71"/>
                </ns1:cxn>
                <ns1:cxn ang="0">
                  <ns1:pos x="T72" y="T73"/>
                </ns1:cxn>
                <ns1:cxn ang="0">
                  <ns1:pos x="T74" y="T75"/>
                </ns1:cxn>
                <ns1:cxn ang="0">
                  <ns1:pos x="T76" y="T77"/>
                </ns1:cxn>
                <ns1:cxn ang="0">
                  <ns1:pos x="T78" y="T79"/>
                </ns1:cxn>
                <ns1:cxn ang="0">
                  <ns1:pos x="T80" y="T81"/>
                </ns1:cxn>
                <ns1:cxn ang="0">
                  <ns1:pos x="T82" y="T83"/>
                </ns1:cxn>
                <ns1:cxn ang="0">
                  <ns1:pos x="T84" y="T85"/>
                </ns1:cxn>
                <ns1:cxn ang="0">
                  <ns1:pos x="T86" y="T87"/>
                </ns1:cxn>
                <ns1:cxn ang="0">
                  <ns1:pos x="T88" y="T89"/>
                </ns1:cxn>
                <ns1:cxn ang="0">
                  <ns1:pos x="T90" y="T91"/>
                </ns1:cxn>
                <ns1:cxn ang="0">
                  <ns1:pos x="T92" y="T93"/>
                </ns1:cxn>
                <ns1:cxn ang="0">
                  <ns1:pos x="T94" y="T95"/>
                </ns1:cxn>
                <ns1:cxn ang="0">
                  <ns1:pos x="T96" y="T97"/>
                </ns1:cxn>
                <ns1:cxn ang="0">
                  <ns1:pos x="T98" y="T99"/>
                </ns1:cxn>
                <ns1:cxn ang="0">
                  <ns1:pos x="T100" y="T101"/>
                </ns1:cxn>
                <ns1:cxn ang="0">
                  <ns1:pos x="T102" y="T103"/>
                </ns1:cxn>
                <ns1:cxn ang="0">
                  <ns1:pos x="T104" y="T105"/>
                </ns1:cxn>
                <ns1:cxn ang="0">
                  <ns1:pos x="T106" y="T107"/>
                </ns1:cxn>
                <ns1:cxn ang="0">
                  <ns1:pos x="T108" y="T109"/>
                </ns1:cxn>
                <ns1:cxn ang="0">
                  <ns1:pos x="T110" y="T111"/>
                </ns1:cxn>
                <ns1:cxn ang="0">
                  <ns1:pos x="T112" y="T113"/>
                </ns1:cxn>
                <ns1:cxn ang="0">
                  <ns1:pos x="T114" y="T115"/>
                </ns1:cxn>
                <ns1:cxn ang="0">
                  <ns1:pos x="T116" y="T117"/>
                </ns1:cxn>
                <ns1:cxn ang="0">
                  <ns1:pos x="T118" y="T119"/>
                </ns1:cxn>
              </ns1:cxnLst>
              <ns1:rect l="0" t="0" r="r" b="b"/>
              <ns1:pathLst>
                <ns1:path w="40" h="128">
                  <ns1:moveTo>
                    <ns1:pt x="32" y="24"/>
                  </ns1:moveTo>
                  <ns1:cubicBezTo>
                    <ns1:pt x="32" y="12"/>
                    <ns1:pt x="32" y="12"/>
                    <ns1:pt x="32" y="12"/>
                  </ns1:cubicBezTo>
                  <ns1:cubicBezTo>
                    <ns1:pt x="32" y="5"/>
                    <ns1:pt x="27" y="0"/>
                    <ns1:pt x="20" y="0"/>
                  </ns1:cubicBezTo>
                  <ns1:cubicBezTo>
                    <ns1:pt x="13" y="0"/>
                    <ns1:pt x="8" y="5"/>
                    <ns1:pt x="8" y="12"/>
                  </ns1:cubicBezTo>
                  <ns1:cubicBezTo>
                    <ns1:pt x="8" y="24"/>
                    <ns1:pt x="8" y="24"/>
                    <ns1:pt x="8" y="24"/>
                  </ns1:cubicBezTo>
                  <ns1:cubicBezTo>
                    <ns1:pt x="3" y="28"/>
                    <ns1:pt x="0" y="33"/>
                    <ns1:pt x="0" y="40"/>
                  </ns1:cubicBezTo>
                  <ns1:cubicBezTo>
                    <ns1:pt x="0" y="47"/>
                    <ns1:pt x="3" y="52"/>
                    <ns1:pt x="8" y="56"/>
                  </ns1:cubicBezTo>
                  <ns1:cubicBezTo>
                    <ns1:pt x="8" y="116"/>
                    <ns1:pt x="8" y="116"/>
                    <ns1:pt x="8" y="116"/>
                  </ns1:cubicBezTo>
                  <ns1:cubicBezTo>
                    <ns1:pt x="8" y="123"/>
                    <ns1:pt x="13" y="128"/>
                    <ns1:pt x="20" y="128"/>
                  </ns1:cubicBezTo>
                  <ns1:cubicBezTo>
                    <ns1:pt x="27" y="128"/>
                    <ns1:pt x="32" y="123"/>
                    <ns1:pt x="32" y="116"/>
                  </ns1:cubicBezTo>
                  <ns1:cubicBezTo>
                    <ns1:pt x="32" y="56"/>
                    <ns1:pt x="32" y="56"/>
                    <ns1:pt x="32" y="56"/>
                  </ns1:cubicBezTo>
                  <ns1:cubicBezTo>
                    <ns1:pt x="37" y="52"/>
                    <ns1:pt x="40" y="47"/>
                    <ns1:pt x="40" y="40"/>
                  </ns1:cubicBezTo>
                  <ns1:cubicBezTo>
                    <ns1:pt x="40" y="33"/>
                    <ns1:pt x="37" y="28"/>
                    <ns1:pt x="32" y="24"/>
                  </ns1:cubicBezTo>
                  <ns1:close/>
                  <ns1:moveTo>
                    <ns1:pt x="16" y="12"/>
                  </ns1:moveTo>
                  <ns1:cubicBezTo>
                    <ns1:pt x="16" y="10"/>
                    <ns1:pt x="18" y="8"/>
                    <ns1:pt x="20" y="8"/>
                  </ns1:cubicBezTo>
                  <ns1:cubicBezTo>
                    <ns1:pt x="22" y="8"/>
                    <ns1:pt x="24" y="10"/>
                    <ns1:pt x="24" y="12"/>
                  </ns1:cubicBezTo>
                  <ns1:cubicBezTo>
                    <ns1:pt x="24" y="20"/>
                    <ns1:pt x="24" y="20"/>
                    <ns1:pt x="24" y="20"/>
                  </ns1:cubicBezTo>
                  <ns1:cubicBezTo>
                    <ns1:pt x="23" y="20"/>
                    <ns1:pt x="21" y="20"/>
                    <ns1:pt x="20" y="20"/>
                  </ns1:cubicBezTo>
                  <ns1:cubicBezTo>
                    <ns1:pt x="19" y="20"/>
                    <ns1:pt x="17" y="20"/>
                    <ns1:pt x="16" y="20"/>
                  </ns1:cubicBezTo>
                  <ns1:lnTo>
                    <ns1:pt x="16" y="12"/>
                  </ns1:lnTo>
                  <ns1:close/>
                  <ns1:moveTo>
                    <ns1:pt x="24" y="116"/>
                  </ns1:moveTo>
                  <ns1:cubicBezTo>
                    <ns1:pt x="24" y="118"/>
                    <ns1:pt x="22" y="120"/>
                    <ns1:pt x="20" y="120"/>
                  </ns1:cubicBezTo>
                  <ns1:cubicBezTo>
                    <ns1:pt x="18" y="120"/>
                    <ns1:pt x="16" y="118"/>
                    <ns1:pt x="16" y="116"/>
                  </ns1:cubicBezTo>
                  <ns1:cubicBezTo>
                    <ns1:pt x="16" y="60"/>
                    <ns1:pt x="16" y="60"/>
                    <ns1:pt x="16" y="60"/>
                  </ns1:cubicBezTo>
                  <ns1:cubicBezTo>
                    <ns1:pt x="17" y="60"/>
                    <ns1:pt x="19" y="60"/>
                    <ns1:pt x="20" y="60"/>
                  </ns1:cubicBezTo>
                  <ns1:cubicBezTo>
                    <ns1:pt x="21" y="60"/>
                    <ns1:pt x="23" y="60"/>
                    <ns1:pt x="24" y="60"/>
                  </ns1:cubicBezTo>
                  <ns1:lnTo>
                    <ns1:pt x="24" y="116"/>
                  </ns1:lnTo>
                  <ns1:close/>
                  <ns1:moveTo>
                    <ns1:pt x="31" y="43"/>
                  </ns1:moveTo>
                  <ns1:cubicBezTo>
                    <ns1:pt x="31" y="44"/>
                    <ns1:pt x="31" y="44"/>
                    <ns1:pt x="31" y="44"/>
                  </ns1:cubicBezTo>
                  <ns1:cubicBezTo>
                    <ns1:pt x="31" y="45"/>
                    <ns1:pt x="30" y="46"/>
                    <ns1:pt x="30" y="47"/>
                  </ns1:cubicBezTo>
                  <ns1:cubicBezTo>
                    <ns1:pt x="30" y="47"/>
                    <ns1:pt x="30" y="47"/>
                    <ns1:pt x="30" y="47"/>
                  </ns1:cubicBezTo>
                  <ns1:cubicBezTo>
                    <ns1:pt x="29" y="48"/>
                    <ns1:pt x="28" y="49"/>
                    <ns1:pt x="27" y="50"/>
                  </ns1:cubicBezTo>
                  <ns1:cubicBezTo>
                    <ns1:pt x="27" y="50"/>
                    <ns1:pt x="27" y="50"/>
                    <ns1:pt x="27" y="50"/>
                  </ns1:cubicBezTo>
                  <ns1:cubicBezTo>
                    <ns1:pt x="26" y="50"/>
                    <ns1:pt x="25" y="51"/>
                    <ns1:pt x="24" y="51"/>
                  </ns1:cubicBezTo>
                  <ns1:cubicBezTo>
                    <ns1:pt x="23" y="52"/>
                    <ns1:pt x="21" y="52"/>
                    <ns1:pt x="20" y="52"/>
                  </ns1:cubicBezTo>
                  <ns1:cubicBezTo>
                    <ns1:pt x="19" y="52"/>
                    <ns1:pt x="17" y="52"/>
                    <ns1:pt x="16" y="51"/>
                  </ns1:cubicBezTo>
                  <ns1:cubicBezTo>
                    <ns1:pt x="15" y="51"/>
                    <ns1:pt x="14" y="50"/>
                    <ns1:pt x="13" y="50"/>
                  </ns1:cubicBezTo>
                  <ns1:cubicBezTo>
                    <ns1:pt x="13" y="50"/>
                    <ns1:pt x="13" y="50"/>
                    <ns1:pt x="13" y="50"/>
                  </ns1:cubicBezTo>
                  <ns1:cubicBezTo>
                    <ns1:pt x="12" y="49"/>
                    <ns1:pt x="11" y="48"/>
                    <ns1:pt x="10" y="47"/>
                  </ns1:cubicBezTo>
                  <ns1:cubicBezTo>
                    <ns1:pt x="10" y="47"/>
                    <ns1:pt x="10" y="47"/>
                    <ns1:pt x="10" y="47"/>
                  </ns1:cubicBezTo>
                  <ns1:cubicBezTo>
                    <ns1:pt x="10" y="46"/>
                    <ns1:pt x="9" y="45"/>
                    <ns1:pt x="9" y="44"/>
                  </ns1:cubicBezTo>
                  <ns1:cubicBezTo>
                    <ns1:pt x="9" y="44"/>
                    <ns1:pt x="9" y="44"/>
                    <ns1:pt x="9" y="43"/>
                  </ns1:cubicBezTo>
                  <ns1:cubicBezTo>
                    <ns1:pt x="8" y="42"/>
                    <ns1:pt x="8" y="41"/>
                    <ns1:pt x="8" y="40"/>
                  </ns1:cubicBezTo>
                  <ns1:cubicBezTo>
                    <ns1:pt x="8" y="39"/>
                    <ns1:pt x="8" y="38"/>
                    <ns1:pt x="9" y="37"/>
                  </ns1:cubicBezTo>
                  <ns1:cubicBezTo>
                    <ns1:pt x="9" y="36"/>
                    <ns1:pt x="9" y="36"/>
                    <ns1:pt x="9" y="36"/>
                  </ns1:cubicBezTo>
                  <ns1:cubicBezTo>
                    <ns1:pt x="9" y="35"/>
                    <ns1:pt x="10" y="34"/>
                    <ns1:pt x="10" y="33"/>
                  </ns1:cubicBezTo>
                  <ns1:cubicBezTo>
                    <ns1:pt x="10" y="33"/>
                    <ns1:pt x="10" y="33"/>
                    <ns1:pt x="10" y="33"/>
                  </ns1:cubicBezTo>
                  <ns1:cubicBezTo>
                    <ns1:pt x="11" y="32"/>
                    <ns1:pt x="12" y="31"/>
                    <ns1:pt x="13" y="30"/>
                  </ns1:cubicBezTo>
                  <ns1:cubicBezTo>
                    <ns1:pt x="13" y="30"/>
                    <ns1:pt x="13" y="30"/>
                    <ns1:pt x="13" y="30"/>
                  </ns1:cubicBezTo>
                  <ns1:cubicBezTo>
                    <ns1:pt x="14" y="30"/>
                    <ns1:pt x="15" y="29"/>
                    <ns1:pt x="16" y="29"/>
                  </ns1:cubicBezTo>
                  <ns1:cubicBezTo>
                    <ns1:pt x="17" y="28"/>
                    <ns1:pt x="19" y="28"/>
                    <ns1:pt x="20" y="28"/>
                  </ns1:cubicBezTo>
                  <ns1:cubicBezTo>
                    <ns1:pt x="21" y="28"/>
                    <ns1:pt x="23" y="28"/>
                    <ns1:pt x="24" y="29"/>
                  </ns1:cubicBezTo>
                  <ns1:cubicBezTo>
                    <ns1:pt x="25" y="29"/>
                    <ns1:pt x="26" y="30"/>
                    <ns1:pt x="27" y="30"/>
                  </ns1:cubicBezTo>
                  <ns1:cubicBezTo>
                    <ns1:pt x="27" y="30"/>
                    <ns1:pt x="27" y="30"/>
                    <ns1:pt x="27" y="30"/>
                  </ns1:cubicBezTo>
                  <ns1:cubicBezTo>
                    <ns1:pt x="28" y="31"/>
                    <ns1:pt x="29" y="32"/>
                    <ns1:pt x="30" y="33"/>
                  </ns1:cubicBezTo>
                  <ns1:cubicBezTo>
                    <ns1:pt x="30" y="33"/>
                    <ns1:pt x="30" y="33"/>
                    <ns1:pt x="30" y="33"/>
                  </ns1:cubicBezTo>
                  <ns1:cubicBezTo>
                    <ns1:pt x="30" y="34"/>
                    <ns1:pt x="31" y="35"/>
                    <ns1:pt x="31" y="36"/>
                  </ns1:cubicBezTo>
                  <ns1:cubicBezTo>
                    <ns1:pt x="31" y="36"/>
                    <ns1:pt x="31" y="36"/>
                    <ns1:pt x="31" y="37"/>
                  </ns1:cubicBezTo>
                  <ns1:cubicBezTo>
                    <ns1:pt x="32" y="38"/>
                    <ns1:pt x="32" y="39"/>
                    <ns1:pt x="32" y="40"/>
                  </ns1:cubicBezTo>
                  <ns1:cubicBezTo>
                    <ns1:pt x="32" y="41"/>
                    <ns1:pt x="32" y="42"/>
                    <ns1:pt x="31" y="43"/>
                  </ns1:cubicBezTo>
                  <ns1:close/>
                </ns1:path>
              </ns1:pathLst>
            </ns1:custGeom>
            <ns1:grpFill/>
            <ns1:ln>
              <ns1:noFill/>
            </ns1:ln>
            <ns1:extLst>
              <ns1:ext uri="{91240B29-F687-4F45-9708-019B960494DF}">
                <ns2:hiddenLine w="9525">
                  <ns1:solidFill>
                    <ns1:srgbClr val="000000"/>
                  </ns1:solidFill>
                  <ns1:round/>
                  <ns1:headEnd/>
                  <ns1:tailEnd/>
                </ns2:hiddenLine>
              </ns1:ext>
            </ns1:extLst>
          </ns0:spPr>
          <ns0:txBody>
            <ns1:bodyPr vert="horz" wrap="square" lIns="91440" tIns="45720" rIns="91440" bIns="45720" numCol="1" anchor="t" anchorCtr="0" compatLnSpc="1">
              <ns1:prstTxWarp prst="textNoShape">
                <ns1:avLst/>
              </ns1:prstTxWarp>
            </ns1:bodyPr>
            <ns1:lstStyle/>
            <ns1:p>
              <ns1:endParaRPr lang="id-ID" sz="2700"/>
            </ns1:p>
          </ns0:txBody>
        </ns0:sp>
        <ns0:sp>
          <ns0:nvSpPr>
            <ns0:cNvPr id="85" name="Freeform 7"/>
            <ns0:cNvSpPr>
              <ns1:spLocks noEditPoints="1"/>
            </ns0:cNvSpPr>
            <ns0:nvPr/>
          </ns0:nvSpPr>
          <ns0:spPr bwMode="auto">
            <ns1:xfrm>
              <ns1:off x="9221788" y="484188"/>
              <ns1:ext cx="153988" cy="488950"/>
            </ns1:xfrm>
            <ns1:custGeom>
              <ns1:avLst/>
              <ns1:gdLst>
                <ns1:gd name="T0" fmla="*/ 32 w 40"/>
                <ns1:gd name="T1" fmla="*/ 72 h 128"/>
                <ns1:gd name="T2" fmla="*/ 32 w 40"/>
                <ns1:gd name="T3" fmla="*/ 12 h 128"/>
                <ns1:gd name="T4" fmla="*/ 20 w 40"/>
                <ns1:gd name="T5" fmla="*/ 0 h 128"/>
                <ns1:gd name="T6" fmla="*/ 8 w 40"/>
                <ns1:gd name="T7" fmla="*/ 12 h 128"/>
                <ns1:gd name="T8" fmla="*/ 8 w 40"/>
                <ns1:gd name="T9" fmla="*/ 72 h 128"/>
                <ns1:gd name="T10" fmla="*/ 0 w 40"/>
                <ns1:gd name="T11" fmla="*/ 88 h 128"/>
                <ns1:gd name="T12" fmla="*/ 8 w 40"/>
                <ns1:gd name="T13" fmla="*/ 104 h 128"/>
                <ns1:gd name="T14" fmla="*/ 8 w 40"/>
                <ns1:gd name="T15" fmla="*/ 116 h 128"/>
                <ns1:gd name="T16" fmla="*/ 20 w 40"/>
                <ns1:gd name="T17" fmla="*/ 128 h 128"/>
                <ns1:gd name="T18" fmla="*/ 32 w 40"/>
                <ns1:gd name="T19" fmla="*/ 116 h 128"/>
                <ns1:gd name="T20" fmla="*/ 32 w 40"/>
                <ns1:gd name="T21" fmla="*/ 104 h 128"/>
                <ns1:gd name="T22" fmla="*/ 40 w 40"/>
                <ns1:gd name="T23" fmla="*/ 88 h 128"/>
                <ns1:gd name="T24" fmla="*/ 32 w 40"/>
                <ns1:gd name="T25" fmla="*/ 72 h 128"/>
                <ns1:gd name="T26" fmla="*/ 16 w 40"/>
                <ns1:gd name="T27" fmla="*/ 12 h 128"/>
                <ns1:gd name="T28" fmla="*/ 20 w 40"/>
                <ns1:gd name="T29" fmla="*/ 8 h 128"/>
                <ns1:gd name="T30" fmla="*/ 24 w 40"/>
                <ns1:gd name="T31" fmla="*/ 12 h 128"/>
                <ns1:gd name="T32" fmla="*/ 24 w 40"/>
                <ns1:gd name="T33" fmla="*/ 68 h 128"/>
                <ns1:gd name="T34" fmla="*/ 20 w 40"/>
                <ns1:gd name="T35" fmla="*/ 68 h 128"/>
                <ns1:gd name="T36" fmla="*/ 16 w 40"/>
                <ns1:gd name="T37" fmla="*/ 68 h 128"/>
                <ns1:gd name="T38" fmla="*/ 16 w 40"/>
                <ns1:gd name="T39" fmla="*/ 12 h 128"/>
                <ns1:gd name="T40" fmla="*/ 24 w 40"/>
                <ns1:gd name="T41" fmla="*/ 116 h 128"/>
                <ns1:gd name="T42" fmla="*/ 20 w 40"/>
                <ns1:gd name="T43" fmla="*/ 120 h 128"/>
                <ns1:gd name="T44" fmla="*/ 16 w 40"/>
                <ns1:gd name="T45" fmla="*/ 116 h 128"/>
                <ns1:gd name="T46" fmla="*/ 16 w 40"/>
                <ns1:gd name="T47" fmla="*/ 108 h 128"/>
                <ns1:gd name="T48" fmla="*/ 20 w 40"/>
                <ns1:gd name="T49" fmla="*/ 108 h 128"/>
                <ns1:gd name="T50" fmla="*/ 24 w 40"/>
                <ns1:gd name="T51" fmla="*/ 108 h 128"/>
                <ns1:gd name="T52" fmla="*/ 24 w 40"/>
                <ns1:gd name="T53" fmla="*/ 116 h 128"/>
                <ns1:gd name="T54" fmla="*/ 31 w 40"/>
                <ns1:gd name="T55" fmla="*/ 91 h 128"/>
                <ns1:gd name="T56" fmla="*/ 31 w 40"/>
                <ns1:gd name="T57" fmla="*/ 92 h 128"/>
                <ns1:gd name="T58" fmla="*/ 30 w 40"/>
                <ns1:gd name="T59" fmla="*/ 95 h 128"/>
                <ns1:gd name="T60" fmla="*/ 30 w 40"/>
                <ns1:gd name="T61" fmla="*/ 95 h 128"/>
                <ns1:gd name="T62" fmla="*/ 27 w 40"/>
                <ns1:gd name="T63" fmla="*/ 98 h 128"/>
                <ns1:gd name="T64" fmla="*/ 27 w 40"/>
                <ns1:gd name="T65" fmla="*/ 98 h 128"/>
                <ns1:gd name="T66" fmla="*/ 24 w 40"/>
                <ns1:gd name="T67" fmla="*/ 99 h 128"/>
                <ns1:gd name="T68" fmla="*/ 20 w 40"/>
                <ns1:gd name="T69" fmla="*/ 100 h 128"/>
                <ns1:gd name="T70" fmla="*/ 16 w 40"/>
                <ns1:gd name="T71" fmla="*/ 99 h 128"/>
                <ns1:gd name="T72" fmla="*/ 13 w 40"/>
                <ns1:gd name="T73" fmla="*/ 98 h 128"/>
                <ns1:gd name="T74" fmla="*/ 13 w 40"/>
                <ns1:gd name="T75" fmla="*/ 98 h 128"/>
                <ns1:gd name="T76" fmla="*/ 10 w 40"/>
                <ns1:gd name="T77" fmla="*/ 95 h 128"/>
                <ns1:gd name="T78" fmla="*/ 10 w 40"/>
                <ns1:gd name="T79" fmla="*/ 95 h 128"/>
                <ns1:gd name="T80" fmla="*/ 9 w 40"/>
                <ns1:gd name="T81" fmla="*/ 92 h 128"/>
                <ns1:gd name="T82" fmla="*/ 9 w 40"/>
                <ns1:gd name="T83" fmla="*/ 91 h 128"/>
                <ns1:gd name="T84" fmla="*/ 8 w 40"/>
                <ns1:gd name="T85" fmla="*/ 88 h 128"/>
                <ns1:gd name="T86" fmla="*/ 9 w 40"/>
                <ns1:gd name="T87" fmla="*/ 85 h 128"/>
                <ns1:gd name="T88" fmla="*/ 9 w 40"/>
                <ns1:gd name="T89" fmla="*/ 84 h 128"/>
                <ns1:gd name="T90" fmla="*/ 10 w 40"/>
                <ns1:gd name="T91" fmla="*/ 81 h 128"/>
                <ns1:gd name="T92" fmla="*/ 10 w 40"/>
                <ns1:gd name="T93" fmla="*/ 81 h 128"/>
                <ns1:gd name="T94" fmla="*/ 13 w 40"/>
                <ns1:gd name="T95" fmla="*/ 78 h 128"/>
                <ns1:gd name="T96" fmla="*/ 13 w 40"/>
                <ns1:gd name="T97" fmla="*/ 78 h 128"/>
                <ns1:gd name="T98" fmla="*/ 16 w 40"/>
                <ns1:gd name="T99" fmla="*/ 77 h 128"/>
                <ns1:gd name="T100" fmla="*/ 20 w 40"/>
                <ns1:gd name="T101" fmla="*/ 76 h 128"/>
                <ns1:gd name="T102" fmla="*/ 24 w 40"/>
                <ns1:gd name="T103" fmla="*/ 77 h 128"/>
                <ns1:gd name="T104" fmla="*/ 27 w 40"/>
                <ns1:gd name="T105" fmla="*/ 78 h 128"/>
                <ns1:gd name="T106" fmla="*/ 27 w 40"/>
                <ns1:gd name="T107" fmla="*/ 78 h 128"/>
                <ns1:gd name="T108" fmla="*/ 30 w 40"/>
                <ns1:gd name="T109" fmla="*/ 81 h 128"/>
                <ns1:gd name="T110" fmla="*/ 30 w 40"/>
                <ns1:gd name="T111" fmla="*/ 81 h 128"/>
                <ns1:gd name="T112" fmla="*/ 31 w 40"/>
                <ns1:gd name="T113" fmla="*/ 84 h 128"/>
                <ns1:gd name="T114" fmla="*/ 31 w 40"/>
                <ns1:gd name="T115" fmla="*/ 85 h 128"/>
                <ns1:gd name="T116" fmla="*/ 32 w 40"/>
                <ns1:gd name="T117" fmla="*/ 88 h 128"/>
                <ns1:gd name="T118" fmla="*/ 31 w 40"/>
                <ns1:gd name="T119" fmla="*/ 91 h 128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  <ns1:cxn ang="0">
                  <ns1:pos x="T14" y="T15"/>
                </ns1:cxn>
                <ns1:cxn ang="0">
                  <ns1:pos x="T16" y="T17"/>
                </ns1:cxn>
                <ns1:cxn ang="0">
                  <ns1:pos x="T18" y="T19"/>
                </ns1:cxn>
                <ns1:cxn ang="0">
                  <ns1:pos x="T20" y="T21"/>
                </ns1:cxn>
                <ns1:cxn ang="0">
                  <ns1:pos x="T22" y="T23"/>
                </ns1:cxn>
                <ns1:cxn ang="0">
                  <ns1:pos x="T24" y="T25"/>
                </ns1:cxn>
                <ns1:cxn ang="0">
                  <ns1:pos x="T26" y="T27"/>
                </ns1:cxn>
                <ns1:cxn ang="0">
                  <ns1:pos x="T28" y="T29"/>
                </ns1:cxn>
                <ns1:cxn ang="0">
                  <ns1:pos x="T30" y="T31"/>
                </ns1:cxn>
                <ns1:cxn ang="0">
                  <ns1:pos x="T32" y="T33"/>
                </ns1:cxn>
                <ns1:cxn ang="0">
                  <ns1:pos x="T34" y="T35"/>
                </ns1:cxn>
                <ns1:cxn ang="0">
                  <ns1:pos x="T36" y="T37"/>
                </ns1:cxn>
                <ns1:cxn ang="0">
                  <ns1:pos x="T38" y="T39"/>
                </ns1:cxn>
                <ns1:cxn ang="0">
                  <ns1:pos x="T40" y="T41"/>
                </ns1:cxn>
                <ns1:cxn ang="0">
                  <ns1:pos x="T42" y="T43"/>
                </ns1:cxn>
                <ns1:cxn ang="0">
                  <ns1:pos x="T44" y="T45"/>
                </ns1:cxn>
                <ns1:cxn ang="0">
                  <ns1:pos x="T46" y="T47"/>
                </ns1:cxn>
                <ns1:cxn ang="0">
                  <ns1:pos x="T48" y="T49"/>
                </ns1:cxn>
                <ns1:cxn ang="0">
                  <ns1:pos x="T50" y="T51"/>
                </ns1:cxn>
                <ns1:cxn ang="0">
                  <ns1:pos x="T52" y="T53"/>
                </ns1:cxn>
                <ns1:cxn ang="0">
                  <ns1:pos x="T54" y="T55"/>
                </ns1:cxn>
                <ns1:cxn ang="0">
                  <ns1:pos x="T56" y="T57"/>
                </ns1:cxn>
                <ns1:cxn ang="0">
                  <ns1:pos x="T58" y="T59"/>
                </ns1:cxn>
                <ns1:cxn ang="0">
                  <ns1:pos x="T60" y="T61"/>
                </ns1:cxn>
                <ns1:cxn ang="0">
                  <ns1:pos x="T62" y="T63"/>
                </ns1:cxn>
                <ns1:cxn ang="0">
                  <ns1:pos x="T64" y="T65"/>
                </ns1:cxn>
                <ns1:cxn ang="0">
                  <ns1:pos x="T66" y="T67"/>
                </ns1:cxn>
                <ns1:cxn ang="0">
                  <ns1:pos x="T68" y="T69"/>
                </ns1:cxn>
                <ns1:cxn ang="0">
                  <ns1:pos x="T70" y="T71"/>
                </ns1:cxn>
                <ns1:cxn ang="0">
                  <ns1:pos x="T72" y="T73"/>
                </ns1:cxn>
                <ns1:cxn ang="0">
                  <ns1:pos x="T74" y="T75"/>
                </ns1:cxn>
                <ns1:cxn ang="0">
                  <ns1:pos x="T76" y="T77"/>
                </ns1:cxn>
                <ns1:cxn ang="0">
                  <ns1:pos x="T78" y="T79"/>
                </ns1:cxn>
                <ns1:cxn ang="0">
                  <ns1:pos x="T80" y="T81"/>
                </ns1:cxn>
                <ns1:cxn ang="0">
                  <ns1:pos x="T82" y="T83"/>
                </ns1:cxn>
                <ns1:cxn ang="0">
                  <ns1:pos x="T84" y="T85"/>
                </ns1:cxn>
                <ns1:cxn ang="0">
                  <ns1:pos x="T86" y="T87"/>
                </ns1:cxn>
                <ns1:cxn ang="0">
                  <ns1:pos x="T88" y="T89"/>
                </ns1:cxn>
                <ns1:cxn ang="0">
                  <ns1:pos x="T90" y="T91"/>
                </ns1:cxn>
                <ns1:cxn ang="0">
                  <ns1:pos x="T92" y="T93"/>
                </ns1:cxn>
                <ns1:cxn ang="0">
                  <ns1:pos x="T94" y="T95"/>
                </ns1:cxn>
                <ns1:cxn ang="0">
                  <ns1:pos x="T96" y="T97"/>
                </ns1:cxn>
                <ns1:cxn ang="0">
                  <ns1:pos x="T98" y="T99"/>
                </ns1:cxn>
                <ns1:cxn ang="0">
                  <ns1:pos x="T100" y="T101"/>
                </ns1:cxn>
                <ns1:cxn ang="0">
                  <ns1:pos x="T102" y="T103"/>
                </ns1:cxn>
                <ns1:cxn ang="0">
                  <ns1:pos x="T104" y="T105"/>
                </ns1:cxn>
                <ns1:cxn ang="0">
                  <ns1:pos x="T106" y="T107"/>
                </ns1:cxn>
                <ns1:cxn ang="0">
                  <ns1:pos x="T108" y="T109"/>
                </ns1:cxn>
                <ns1:cxn ang="0">
                  <ns1:pos x="T110" y="T111"/>
                </ns1:cxn>
                <ns1:cxn ang="0">
                  <ns1:pos x="T112" y="T113"/>
                </ns1:cxn>
                <ns1:cxn ang="0">
                  <ns1:pos x="T114" y="T115"/>
                </ns1:cxn>
                <ns1:cxn ang="0">
                  <ns1:pos x="T116" y="T117"/>
                </ns1:cxn>
                <ns1:cxn ang="0">
                  <ns1:pos x="T118" y="T119"/>
                </ns1:cxn>
              </ns1:cxnLst>
              <ns1:rect l="0" t="0" r="r" b="b"/>
              <ns1:pathLst>
                <ns1:path w="40" h="128">
                  <ns1:moveTo>
                    <ns1:pt x="32" y="72"/>
                  </ns1:moveTo>
                  <ns1:cubicBezTo>
                    <ns1:pt x="32" y="12"/>
                    <ns1:pt x="32" y="12"/>
                    <ns1:pt x="32" y="12"/>
                  </ns1:cubicBezTo>
                  <ns1:cubicBezTo>
                    <ns1:pt x="32" y="5"/>
                    <ns1:pt x="27" y="0"/>
                    <ns1:pt x="20" y="0"/>
                  </ns1:cubicBezTo>
                  <ns1:cubicBezTo>
                    <ns1:pt x="13" y="0"/>
                    <ns1:pt x="8" y="5"/>
                    <ns1:pt x="8" y="12"/>
                  </ns1:cubicBezTo>
                  <ns1:cubicBezTo>
                    <ns1:pt x="8" y="72"/>
                    <ns1:pt x="8" y="72"/>
                    <ns1:pt x="8" y="72"/>
                  </ns1:cubicBezTo>
                  <ns1:cubicBezTo>
                    <ns1:pt x="3" y="76"/>
                    <ns1:pt x="0" y="81"/>
                    <ns1:pt x="0" y="88"/>
                  </ns1:cubicBezTo>
                  <ns1:cubicBezTo>
                    <ns1:pt x="0" y="95"/>
                    <ns1:pt x="3" y="100"/>
                    <ns1:pt x="8" y="104"/>
                  </ns1:cubicBezTo>
                  <ns1:cubicBezTo>
                    <ns1:pt x="8" y="116"/>
                    <ns1:pt x="8" y="116"/>
                    <ns1:pt x="8" y="116"/>
                  </ns1:cubicBezTo>
                  <ns1:cubicBezTo>
                    <ns1:pt x="8" y="123"/>
                    <ns1:pt x="13" y="128"/>
                    <ns1:pt x="20" y="128"/>
                  </ns1:cubicBezTo>
                  <ns1:cubicBezTo>
                    <ns1:pt x="27" y="128"/>
                    <ns1:pt x="32" y="123"/>
                    <ns1:pt x="32" y="116"/>
                  </ns1:cubicBezTo>
                  <ns1:cubicBezTo>
                    <ns1:pt x="32" y="104"/>
                    <ns1:pt x="32" y="104"/>
                    <ns1:pt x="32" y="104"/>
                  </ns1:cubicBezTo>
                  <ns1:cubicBezTo>
                    <ns1:pt x="37" y="100"/>
                    <ns1:pt x="40" y="95"/>
                    <ns1:pt x="40" y="88"/>
                  </ns1:cubicBezTo>
                  <ns1:cubicBezTo>
                    <ns1:pt x="40" y="81"/>
                    <ns1:pt x="37" y="76"/>
                    <ns1:pt x="32" y="72"/>
                  </ns1:cubicBezTo>
                  <ns1:close/>
                  <ns1:moveTo>
                    <ns1:pt x="16" y="12"/>
                  </ns1:moveTo>
                  <ns1:cubicBezTo>
                    <ns1:pt x="16" y="10"/>
                    <ns1:pt x="18" y="8"/>
                    <ns1:pt x="20" y="8"/>
                  </ns1:cubicBezTo>
                  <ns1:cubicBezTo>
                    <ns1:pt x="22" y="8"/>
                    <ns1:pt x="24" y="10"/>
                    <ns1:pt x="24" y="12"/>
                  </ns1:cubicBezTo>
                  <ns1:cubicBezTo>
                    <ns1:pt x="24" y="68"/>
                    <ns1:pt x="24" y="68"/>
                    <ns1:pt x="24" y="68"/>
                  </ns1:cubicBezTo>
                  <ns1:cubicBezTo>
                    <ns1:pt x="23" y="68"/>
                    <ns1:pt x="21" y="68"/>
                    <ns1:pt x="20" y="68"/>
                  </ns1:cubicBezTo>
                  <ns1:cubicBezTo>
                    <ns1:pt x="19" y="68"/>
                    <ns1:pt x="17" y="68"/>
                    <ns1:pt x="16" y="68"/>
                  </ns1:cubicBezTo>
                  <ns1:lnTo>
                    <ns1:pt x="16" y="12"/>
                  </ns1:lnTo>
                  <ns1:close/>
                  <ns1:moveTo>
                    <ns1:pt x="24" y="116"/>
                  </ns1:moveTo>
                  <ns1:cubicBezTo>
                    <ns1:pt x="24" y="118"/>
                    <ns1:pt x="22" y="120"/>
                    <ns1:pt x="20" y="120"/>
                  </ns1:cubicBezTo>
                  <ns1:cubicBezTo>
                    <ns1:pt x="18" y="120"/>
                    <ns1:pt x="16" y="118"/>
                    <ns1:pt x="16" y="116"/>
                  </ns1:cubicBezTo>
                  <ns1:cubicBezTo>
                    <ns1:pt x="16" y="108"/>
                    <ns1:pt x="16" y="108"/>
                    <ns1:pt x="16" y="108"/>
                  </ns1:cubicBezTo>
                  <ns1:cubicBezTo>
                    <ns1:pt x="17" y="108"/>
                    <ns1:pt x="19" y="108"/>
                    <ns1:pt x="20" y="108"/>
                  </ns1:cubicBezTo>
                  <ns1:cubicBezTo>
                    <ns1:pt x="21" y="108"/>
                    <ns1:pt x="23" y="108"/>
                    <ns1:pt x="24" y="108"/>
                  </ns1:cubicBezTo>
                  <ns1:lnTo>
                    <ns1:pt x="24" y="116"/>
                  </ns1:lnTo>
                  <ns1:close/>
                  <ns1:moveTo>
                    <ns1:pt x="31" y="91"/>
                  </ns1:moveTo>
                  <ns1:cubicBezTo>
                    <ns1:pt x="31" y="92"/>
                    <ns1:pt x="31" y="92"/>
                    <ns1:pt x="31" y="92"/>
                  </ns1:cubicBezTo>
                  <ns1:cubicBezTo>
                    <ns1:pt x="31" y="93"/>
                    <ns1:pt x="30" y="94"/>
                    <ns1:pt x="30" y="95"/>
                  </ns1:cubicBezTo>
                  <ns1:cubicBezTo>
                    <ns1:pt x="30" y="95"/>
                    <ns1:pt x="30" y="95"/>
                    <ns1:pt x="30" y="95"/>
                  </ns1:cubicBezTo>
                  <ns1:cubicBezTo>
                    <ns1:pt x="29" y="96"/>
                    <ns1:pt x="28" y="97"/>
                    <ns1:pt x="27" y="98"/>
                  </ns1:cubicBezTo>
                  <ns1:cubicBezTo>
                    <ns1:pt x="27" y="98"/>
                    <ns1:pt x="27" y="98"/>
                    <ns1:pt x="27" y="98"/>
                  </ns1:cubicBezTo>
                  <ns1:cubicBezTo>
                    <ns1:pt x="26" y="98"/>
                    <ns1:pt x="25" y="99"/>
                    <ns1:pt x="24" y="99"/>
                  </ns1:cubicBezTo>
                  <ns1:cubicBezTo>
                    <ns1:pt x="23" y="100"/>
                    <ns1:pt x="21" y="100"/>
                    <ns1:pt x="20" y="100"/>
                  </ns1:cubicBezTo>
                  <ns1:cubicBezTo>
                    <ns1:pt x="19" y="100"/>
                    <ns1:pt x="17" y="100"/>
                    <ns1:pt x="16" y="99"/>
                  </ns1:cubicBezTo>
                  <ns1:cubicBezTo>
                    <ns1:pt x="15" y="99"/>
                    <ns1:pt x="14" y="98"/>
                    <ns1:pt x="13" y="98"/>
                  </ns1:cubicBezTo>
                  <ns1:cubicBezTo>
                    <ns1:pt x="13" y="98"/>
                    <ns1:pt x="13" y="98"/>
                    <ns1:pt x="13" y="98"/>
                  </ns1:cubicBezTo>
                  <ns1:cubicBezTo>
                    <ns1:pt x="12" y="97"/>
                    <ns1:pt x="11" y="96"/>
                    <ns1:pt x="10" y="95"/>
                  </ns1:cubicBezTo>
                  <ns1:cubicBezTo>
                    <ns1:pt x="10" y="95"/>
                    <ns1:pt x="10" y="95"/>
                    <ns1:pt x="10" y="95"/>
                  </ns1:cubicBezTo>
                  <ns1:cubicBezTo>
                    <ns1:pt x="10" y="94"/>
                    <ns1:pt x="9" y="93"/>
                    <ns1:pt x="9" y="92"/>
                  </ns1:cubicBezTo>
                  <ns1:cubicBezTo>
                    <ns1:pt x="9" y="92"/>
                    <ns1:pt x="9" y="92"/>
                    <ns1:pt x="9" y="91"/>
                  </ns1:cubicBezTo>
                  <ns1:cubicBezTo>
                    <ns1:pt x="8" y="90"/>
                    <ns1:pt x="8" y="89"/>
                    <ns1:pt x="8" y="88"/>
                  </ns1:cubicBezTo>
                  <ns1:cubicBezTo>
                    <ns1:pt x="8" y="87"/>
                    <ns1:pt x="8" y="86"/>
                    <ns1:pt x="9" y="85"/>
                  </ns1:cubicBezTo>
                  <ns1:cubicBezTo>
                    <ns1:pt x="9" y="84"/>
                    <ns1:pt x="9" y="84"/>
                    <ns1:pt x="9" y="84"/>
                  </ns1:cubicBezTo>
                  <ns1:cubicBezTo>
                    <ns1:pt x="9" y="83"/>
                    <ns1:pt x="10" y="82"/>
                    <ns1:pt x="10" y="81"/>
                  </ns1:cubicBezTo>
                  <ns1:cubicBezTo>
                    <ns1:pt x="10" y="81"/>
                    <ns1:pt x="10" y="81"/>
                    <ns1:pt x="10" y="81"/>
                  </ns1:cubicBezTo>
                  <ns1:cubicBezTo>
                    <ns1:pt x="11" y="80"/>
                    <ns1:pt x="12" y="79"/>
                    <ns1:pt x="13" y="78"/>
                  </ns1:cubicBezTo>
                  <ns1:cubicBezTo>
                    <ns1:pt x="13" y="78"/>
                    <ns1:pt x="13" y="78"/>
                    <ns1:pt x="13" y="78"/>
                  </ns1:cubicBezTo>
                  <ns1:cubicBezTo>
                    <ns1:pt x="14" y="78"/>
                    <ns1:pt x="15" y="77"/>
                    <ns1:pt x="16" y="77"/>
                  </ns1:cubicBezTo>
                  <ns1:cubicBezTo>
                    <ns1:pt x="17" y="76"/>
                    <ns1:pt x="19" y="76"/>
                    <ns1:pt x="20" y="76"/>
                  </ns1:cubicBezTo>
                  <ns1:cubicBezTo>
                    <ns1:pt x="21" y="76"/>
                    <ns1:pt x="23" y="76"/>
                    <ns1:pt x="24" y="77"/>
                  </ns1:cubicBezTo>
                  <ns1:cubicBezTo>
                    <ns1:pt x="25" y="77"/>
                    <ns1:pt x="26" y="78"/>
                    <ns1:pt x="27" y="78"/>
                  </ns1:cubicBezTo>
                  <ns1:cubicBezTo>
                    <ns1:pt x="27" y="78"/>
                    <ns1:pt x="27" y="78"/>
                    <ns1:pt x="27" y="78"/>
                  </ns1:cubicBezTo>
                  <ns1:cubicBezTo>
                    <ns1:pt x="28" y="79"/>
                    <ns1:pt x="29" y="80"/>
                    <ns1:pt x="30" y="81"/>
                  </ns1:cubicBezTo>
                  <ns1:cubicBezTo>
                    <ns1:pt x="30" y="81"/>
                    <ns1:pt x="30" y="81"/>
                    <ns1:pt x="30" y="81"/>
                  </ns1:cubicBezTo>
                  <ns1:cubicBezTo>
                    <ns1:pt x="30" y="82"/>
                    <ns1:pt x="31" y="83"/>
                    <ns1:pt x="31" y="84"/>
                  </ns1:cubicBezTo>
                  <ns1:cubicBezTo>
                    <ns1:pt x="31" y="84"/>
                    <ns1:pt x="31" y="84"/>
                    <ns1:pt x="31" y="85"/>
                  </ns1:cubicBezTo>
                  <ns1:cubicBezTo>
                    <ns1:pt x="32" y="86"/>
                    <ns1:pt x="32" y="87"/>
                    <ns1:pt x="32" y="88"/>
                  </ns1:cubicBezTo>
                  <ns1:cubicBezTo>
                    <ns1:pt x="32" y="89"/>
                    <ns1:pt x="32" y="90"/>
                    <ns1:pt x="31" y="91"/>
                  </ns1:cubicBezTo>
                  <ns1:close/>
                </ns1:path>
              </ns1:pathLst>
            </ns1:custGeom>
            <ns1:grpFill/>
            <ns1:ln>
              <ns1:noFill/>
            </ns1:ln>
            <ns1:extLst>
              <ns1:ext uri="{91240B29-F687-4F45-9708-019B960494DF}">
                <ns2:hiddenLine w="9525">
                  <ns1:solidFill>
                    <ns1:srgbClr val="000000"/>
                  </ns1:solidFill>
                  <ns1:round/>
                  <ns1:headEnd/>
                  <ns1:tailEnd/>
                </ns2:hiddenLine>
              </ns1:ext>
            </ns1:extLst>
          </ns0:spPr>
          <ns0:txBody>
            <ns1:bodyPr vert="horz" wrap="square" lIns="91440" tIns="45720" rIns="91440" bIns="45720" numCol="1" anchor="t" anchorCtr="0" compatLnSpc="1">
              <ns1:prstTxWarp prst="textNoShape">
                <ns1:avLst/>
              </ns1:prstTxWarp>
            </ns1:bodyPr>
            <ns1:lstStyle/>
            <ns1:p>
              <ns1:endParaRPr lang="id-ID" sz="2700"/>
            </ns1:p>
          </ns0:txBody>
        </ns0:sp>
      </ns0:grpSp>
      <ns0:grpSp>
        <ns0:nvGrpSpPr>
          <ns0:cNvPr id="86" name="Group 85"/>
          <ns0:cNvGrpSpPr/>
          <ns0:nvPr/>
        </ns0:nvGrpSpPr>
        <ns0:grpSpPr>
          <ns1:xfrm>
            <ns1:off x="4332050" y="2882549"/>
            <ns1:ext cx="378083" cy="376863"/>
            <ns1:chOff x="8224838" y="646113"/>
            <ns1:chExt cx="492125" cy="490537"/>
          </ns1:xfrm>
          <ns1:solidFill>
            <ns1:schemeClr val="tx1"/>
          </ns1:solidFill>
        </ns0:grpSpPr>
        <ns0:sp>
          <ns0:nvSpPr>
            <ns0:cNvPr id="87" name="Freeform 5"/>
            <ns0:cNvSpPr>
              <ns1:spLocks noEditPoints="1"/>
            </ns0:cNvSpPr>
            <ns0:nvPr/>
          </ns0:nvSpPr>
          <ns0:spPr bwMode="auto">
            <ns1:xfrm>
              <ns1:off x="8356601" y="646113"/>
              <ns1:ext cx="225425" cy="325437"/>
            </ns1:xfrm>
            <ns1:custGeom>
              <ns1:avLst/>
              <ns1:gdLst>
                <ns1:gd name="T0" fmla="*/ 29 w 59"/>
                <ns1:gd name="T1" fmla="*/ 85 h 85"/>
                <ns1:gd name="T2" fmla="*/ 59 w 59"/>
                <ns1:gd name="T3" fmla="*/ 30 h 85"/>
                <ns1:gd name="T4" fmla="*/ 29 w 59"/>
                <ns1:gd name="T5" fmla="*/ 0 h 85"/>
                <ns1:gd name="T6" fmla="*/ 0 w 59"/>
                <ns1:gd name="T7" fmla="*/ 30 h 85"/>
                <ns1:gd name="T8" fmla="*/ 11 w 59"/>
                <ns1:gd name="T9" fmla="*/ 63 h 85"/>
                <ns1:gd name="T10" fmla="*/ 29 w 59"/>
                <ns1:gd name="T11" fmla="*/ 85 h 85"/>
                <ns1:gd name="T12" fmla="*/ 29 w 59"/>
                <ns1:gd name="T13" fmla="*/ 8 h 85"/>
                <ns1:gd name="T14" fmla="*/ 51 w 59"/>
                <ns1:gd name="T15" fmla="*/ 30 h 85"/>
                <ns1:gd name="T16" fmla="*/ 29 w 59"/>
                <ns1:gd name="T17" fmla="*/ 77 h 85"/>
                <ns1:gd name="T18" fmla="*/ 8 w 59"/>
                <ns1:gd name="T19" fmla="*/ 30 h 85"/>
                <ns1:gd name="T20" fmla="*/ 29 w 59"/>
                <ns1:gd name="T21" fmla="*/ 8 h 85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  <ns1:cxn ang="0">
                  <ns1:pos x="T14" y="T15"/>
                </ns1:cxn>
                <ns1:cxn ang="0">
                  <ns1:pos x="T16" y="T17"/>
                </ns1:cxn>
                <ns1:cxn ang="0">
                  <ns1:pos x="T18" y="T19"/>
                </ns1:cxn>
                <ns1:cxn ang="0">
                  <ns1:pos x="T20" y="T21"/>
                </ns1:cxn>
              </ns1:cxnLst>
              <ns1:rect l="0" t="0" r="r" b="b"/>
              <ns1:pathLst>
                <ns1:path w="59" h="85">
                  <ns1:moveTo>
                    <ns1:pt x="29" y="85"/>
                  </ns1:moveTo>
                  <ns1:cubicBezTo>
                    <ns1:pt x="40" y="85"/>
                    <ns1:pt x="59" y="44"/>
                    <ns1:pt x="59" y="30"/>
                  </ns1:cubicBezTo>
                  <ns1:cubicBezTo>
                    <ns1:pt x="59" y="13"/>
                    <ns1:pt x="46" y="0"/>
                    <ns1:pt x="29" y="0"/>
                  </ns1:cubicBezTo>
                  <ns1:cubicBezTo>
                    <ns1:pt x="13" y="0"/>
                    <ns1:pt x="0" y="13"/>
                    <ns1:pt x="0" y="30"/>
                  </ns1:cubicBezTo>
                  <ns1:cubicBezTo>
                    <ns1:pt x="0" y="41"/>
                    <ns1:pt x="8" y="58"/>
                    <ns1:pt x="11" y="63"/>
                  </ns1:cubicBezTo>
                  <ns1:cubicBezTo>
                    <ns1:pt x="18" y="78"/>
                    <ns1:pt x="24" y="85"/>
                    <ns1:pt x="29" y="85"/>
                  </ns1:cubicBezTo>
                  <ns1:close/>
                  <ns1:moveTo>
                    <ns1:pt x="29" y="8"/>
                  </ns1:moveTo>
                  <ns1:cubicBezTo>
                    <ns1:pt x="41" y="8"/>
                    <ns1:pt x="51" y="18"/>
                    <ns1:pt x="51" y="30"/>
                  </ns1:cubicBezTo>
                  <ns1:cubicBezTo>
                    <ns1:pt x="51" y="44"/>
                    <ns1:pt x="35" y="73"/>
                    <ns1:pt x="29" y="77"/>
                  </ns1:cubicBezTo>
                  <ns1:cubicBezTo>
                    <ns1:pt x="24" y="73"/>
                    <ns1:pt x="8" y="44"/>
                    <ns1:pt x="8" y="30"/>
                  </ns1:cubicBezTo>
                  <ns1:cubicBezTo>
                    <ns1:pt x="8" y="18"/>
                    <ns1:pt x="18" y="8"/>
                    <ns1:pt x="29" y="8"/>
                  </ns1:cubicBezTo>
                  <ns1:close/>
                </ns1:path>
              </ns1:pathLst>
            </ns1:custGeom>
            <ns1:grpFill/>
            <ns1:ln>
              <ns1:noFill/>
            </ns1:ln>
            <ns1:extLst>
              <ns1:ext uri="{91240B29-F687-4F45-9708-019B960494DF}">
                <ns2:hiddenLine w="9525">
                  <ns1:solidFill>
                    <ns1:srgbClr val="000000"/>
                  </ns1:solidFill>
                  <ns1:round/>
                  <ns1:headEnd/>
                  <ns1:tailEnd/>
                </ns2:hiddenLine>
              </ns1:ext>
            </ns1:extLst>
          </ns0:spPr>
          <ns0:txBody>
            <ns1:bodyPr vert="horz" wrap="square" lIns="91440" tIns="45720" rIns="91440" bIns="45720" numCol="1" anchor="t" anchorCtr="0" compatLnSpc="1">
              <ns1:prstTxWarp prst="textNoShape">
                <ns1:avLst/>
              </ns1:prstTxWarp>
            </ns1:bodyPr>
            <ns1:lstStyle/>
            <ns1:p>
              <ns1:endParaRPr lang="id-ID" sz="2700"/>
            </ns1:p>
          </ns0:txBody>
        </ns0:sp>
        <ns0:sp>
          <ns0:nvSpPr>
            <ns0:cNvPr id="88" name="Freeform 6"/>
            <ns0:cNvSpPr>
              <ns1:spLocks noEditPoints="1"/>
            </ns0:cNvSpPr>
            <ns0:nvPr/>
          </ns0:nvSpPr>
          <ns0:spPr bwMode="auto">
            <ns1:xfrm>
              <ns1:off x="8413751" y="700088"/>
              <ns1:ext cx="111125" cy="111125"/>
            </ns1:xfrm>
            <ns1:custGeom>
              <ns1:avLst/>
              <ns1:gdLst>
                <ns1:gd name="T0" fmla="*/ 29 w 29"/>
                <ns1:gd name="T1" fmla="*/ 15 h 29"/>
                <ns1:gd name="T2" fmla="*/ 14 w 29"/>
                <ns1:gd name="T3" fmla="*/ 0 h 29"/>
                <ns1:gd name="T4" fmla="*/ 0 w 29"/>
                <ns1:gd name="T5" fmla="*/ 15 h 29"/>
                <ns1:gd name="T6" fmla="*/ 14 w 29"/>
                <ns1:gd name="T7" fmla="*/ 29 h 29"/>
                <ns1:gd name="T8" fmla="*/ 29 w 29"/>
                <ns1:gd name="T9" fmla="*/ 15 h 29"/>
                <ns1:gd name="T10" fmla="*/ 4 w 29"/>
                <ns1:gd name="T11" fmla="*/ 15 h 29"/>
                <ns1:gd name="T12" fmla="*/ 14 w 29"/>
                <ns1:gd name="T13" fmla="*/ 4 h 29"/>
                <ns1:gd name="T14" fmla="*/ 25 w 29"/>
                <ns1:gd name="T15" fmla="*/ 15 h 29"/>
                <ns1:gd name="T16" fmla="*/ 14 w 29"/>
                <ns1:gd name="T17" fmla="*/ 25 h 29"/>
                <ns1:gd name="T18" fmla="*/ 4 w 29"/>
                <ns1:gd name="T19" fmla="*/ 15 h 29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  <ns1:cxn ang="0">
                  <ns1:pos x="T14" y="T15"/>
                </ns1:cxn>
                <ns1:cxn ang="0">
                  <ns1:pos x="T16" y="T17"/>
                </ns1:cxn>
                <ns1:cxn ang="0">
                  <ns1:pos x="T18" y="T19"/>
                </ns1:cxn>
              </ns1:cxnLst>
              <ns1:rect l="0" t="0" r="r" b="b"/>
              <ns1:pathLst>
                <ns1:path w="29" h="29">
                  <ns1:moveTo>
                    <ns1:pt x="29" y="15"/>
                  </ns1:moveTo>
                  <ns1:cubicBezTo>
                    <ns1:pt x="29" y="6"/>
                    <ns1:pt x="23" y="0"/>
                    <ns1:pt x="14" y="0"/>
                  </ns1:cubicBezTo>
                  <ns1:cubicBezTo>
                    <ns1:pt x="6" y="0"/>
                    <ns1:pt x="0" y="6"/>
                    <ns1:pt x="0" y="15"/>
                  </ns1:cubicBezTo>
                  <ns1:cubicBezTo>
                    <ns1:pt x="0" y="23"/>
                    <ns1:pt x="6" y="29"/>
                    <ns1:pt x="14" y="29"/>
                  </ns1:cubicBezTo>
                  <ns1:cubicBezTo>
                    <ns1:pt x="23" y="29"/>
                    <ns1:pt x="29" y="23"/>
                    <ns1:pt x="29" y="15"/>
                  </ns1:cubicBezTo>
                  <ns1:close/>
                  <ns1:moveTo>
                    <ns1:pt x="4" y="15"/>
                  </ns1:moveTo>
                  <ns1:cubicBezTo>
                    <ns1:pt x="4" y="8"/>
                    <ns1:pt x="9" y="4"/>
                    <ns1:pt x="14" y="4"/>
                  </ns1:cubicBezTo>
                  <ns1:cubicBezTo>
                    <ns1:pt x="20" y="4"/>
                    <ns1:pt x="25" y="8"/>
                    <ns1:pt x="25" y="15"/>
                  </ns1:cubicBezTo>
                  <ns1:cubicBezTo>
                    <ns1:pt x="25" y="21"/>
                    <ns1:pt x="20" y="25"/>
                    <ns1:pt x="14" y="25"/>
                  </ns1:cubicBezTo>
                  <ns1:cubicBezTo>
                    <ns1:pt x="9" y="25"/>
                    <ns1:pt x="4" y="21"/>
                    <ns1:pt x="4" y="15"/>
                  </ns1:cubicBezTo>
                  <ns1:close/>
                </ns1:path>
              </ns1:pathLst>
            </ns1:custGeom>
            <ns1:grpFill/>
            <ns1:ln>
              <ns1:noFill/>
            </ns1:ln>
            <ns1:extLst>
              <ns1:ext uri="{91240B29-F687-4F45-9708-019B960494DF}">
                <ns2:hiddenLine w="9525">
                  <ns1:solidFill>
                    <ns1:srgbClr val="000000"/>
                  </ns1:solidFill>
                  <ns1:round/>
                  <ns1:headEnd/>
                  <ns1:tailEnd/>
                </ns2:hiddenLine>
              </ns1:ext>
            </ns1:extLst>
          </ns0:spPr>
          <ns0:txBody>
            <ns1:bodyPr vert="horz" wrap="square" lIns="91440" tIns="45720" rIns="91440" bIns="45720" numCol="1" anchor="t" anchorCtr="0" compatLnSpc="1">
              <ns1:prstTxWarp prst="textNoShape">
                <ns1:avLst/>
              </ns1:prstTxWarp>
            </ns1:bodyPr>
            <ns1:lstStyle/>
            <ns1:p>
              <ns1:endParaRPr lang="id-ID" sz="2700"/>
            </ns1:p>
          </ns0:txBody>
        </ns0:sp>
        <ns0:sp>
          <ns0:nvSpPr>
            <ns0:cNvPr id="89" name="Freeform 7"/>
            <ns0:cNvSpPr>
              <ns1:spLocks/>
            </ns0:cNvSpPr>
            <ns0:nvPr/>
          </ns0:nvSpPr>
          <ns0:spPr bwMode="auto">
            <ns1:xfrm>
              <ns1:off x="8224838" y="768350"/>
              <ns1:ext cx="492125" cy="368300"/>
            </ns1:xfrm>
            <ns1:custGeom>
              <ns1:avLst/>
              <ns1:gdLst>
                <ns1:gd name="T0" fmla="*/ 126 w 128"/>
                <ns1:gd name="T1" fmla="*/ 1 h 96"/>
                <ns1:gd name="T2" fmla="*/ 123 w 128"/>
                <ns1:gd name="T3" fmla="*/ 1 h 96"/>
                <ns1:gd name="T4" fmla="*/ 97 w 128"/>
                <ns1:gd name="T5" fmla="*/ 7 h 96"/>
                <ns1:gd name="T6" fmla="*/ 94 w 128"/>
                <ns1:gd name="T7" fmla="*/ 12 h 96"/>
                <ns1:gd name="T8" fmla="*/ 99 w 128"/>
                <ns1:gd name="T9" fmla="*/ 15 h 96"/>
                <ns1:gd name="T10" fmla="*/ 120 w 128"/>
                <ns1:gd name="T11" fmla="*/ 10 h 96"/>
                <ns1:gd name="T12" fmla="*/ 120 w 128"/>
                <ns1:gd name="T13" fmla="*/ 80 h 96"/>
                <ns1:gd name="T14" fmla="*/ 87 w 128"/>
                <ns1:gd name="T15" fmla="*/ 87 h 96"/>
                <ns1:gd name="T16" fmla="*/ 87 w 128"/>
                <ns1:gd name="T17" fmla="*/ 38 h 96"/>
                <ns1:gd name="T18" fmla="*/ 85 w 128"/>
                <ns1:gd name="T19" fmla="*/ 36 h 96"/>
                <ns1:gd name="T20" fmla="*/ 83 w 128"/>
                <ns1:gd name="T21" fmla="*/ 38 h 96"/>
                <ns1:gd name="T22" fmla="*/ 83 w 128"/>
                <ns1:gd name="T23" fmla="*/ 87 h 96"/>
                <ns1:gd name="T24" fmla="*/ 43 w 128"/>
                <ns1:gd name="T25" fmla="*/ 73 h 96"/>
                <ns1:gd name="T26" fmla="*/ 43 w 128"/>
                <ns1:gd name="T27" fmla="*/ 38 h 96"/>
                <ns1:gd name="T28" fmla="*/ 41 w 128"/>
                <ns1:gd name="T29" fmla="*/ 36 h 96"/>
                <ns1:gd name="T30" fmla="*/ 39 w 128"/>
                <ns1:gd name="T31" fmla="*/ 38 h 96"/>
                <ns1:gd name="T32" fmla="*/ 39 w 128"/>
                <ns1:gd name="T33" fmla="*/ 73 h 96"/>
                <ns1:gd name="T34" fmla="*/ 8 w 128"/>
                <ns1:gd name="T35" fmla="*/ 86 h 96"/>
                <ns1:gd name="T36" fmla="*/ 8 w 128"/>
                <ns1:gd name="T37" fmla="*/ 16 h 96"/>
                <ns1:gd name="T38" fmla="*/ 29 w 128"/>
                <ns1:gd name="T39" fmla="*/ 8 h 96"/>
                <ns1:gd name="T40" fmla="*/ 31 w 128"/>
                <ns1:gd name="T41" fmla="*/ 3 h 96"/>
                <ns1:gd name="T42" fmla="*/ 26 w 128"/>
                <ns1:gd name="T43" fmla="*/ 0 h 96"/>
                <ns1:gd name="T44" fmla="*/ 3 w 128"/>
                <ns1:gd name="T45" fmla="*/ 10 h 96"/>
                <ns1:gd name="T46" fmla="*/ 0 w 128"/>
                <ns1:gd name="T47" fmla="*/ 14 h 96"/>
                <ns1:gd name="T48" fmla="*/ 0 w 128"/>
                <ns1:gd name="T49" fmla="*/ 92 h 96"/>
                <ns1:gd name="T50" fmla="*/ 2 w 128"/>
                <ns1:gd name="T51" fmla="*/ 95 h 96"/>
                <ns1:gd name="T52" fmla="*/ 4 w 128"/>
                <ns1:gd name="T53" fmla="*/ 96 h 96"/>
                <ns1:gd name="T54" fmla="*/ 6 w 128"/>
                <ns1:gd name="T55" fmla="*/ 96 h 96"/>
                <ns1:gd name="T56" fmla="*/ 41 w 128"/>
                <ns1:gd name="T57" fmla="*/ 81 h 96"/>
                <ns1:gd name="T58" fmla="*/ 84 w 128"/>
                <ns1:gd name="T59" fmla="*/ 96 h 96"/>
                <ns1:gd name="T60" fmla="*/ 87 w 128"/>
                <ns1:gd name="T61" fmla="*/ 96 h 96"/>
                <ns1:gd name="T62" fmla="*/ 125 w 128"/>
                <ns1:gd name="T63" fmla="*/ 87 h 96"/>
                <ns1:gd name="T64" fmla="*/ 128 w 128"/>
                <ns1:gd name="T65" fmla="*/ 83 h 96"/>
                <ns1:gd name="T66" fmla="*/ 128 w 128"/>
                <ns1:gd name="T67" fmla="*/ 4 h 96"/>
                <ns1:gd name="T68" fmla="*/ 126 w 128"/>
                <ns1:gd name="T69" fmla="*/ 1 h 96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  <ns1:cxn ang="0">
                  <ns1:pos x="T14" y="T15"/>
                </ns1:cxn>
                <ns1:cxn ang="0">
                  <ns1:pos x="T16" y="T17"/>
                </ns1:cxn>
                <ns1:cxn ang="0">
                  <ns1:pos x="T18" y="T19"/>
                </ns1:cxn>
                <ns1:cxn ang="0">
                  <ns1:pos x="T20" y="T21"/>
                </ns1:cxn>
                <ns1:cxn ang="0">
                  <ns1:pos x="T22" y="T23"/>
                </ns1:cxn>
                <ns1:cxn ang="0">
                  <ns1:pos x="T24" y="T25"/>
                </ns1:cxn>
                <ns1:cxn ang="0">
                  <ns1:pos x="T26" y="T27"/>
                </ns1:cxn>
                <ns1:cxn ang="0">
                  <ns1:pos x="T28" y="T29"/>
                </ns1:cxn>
                <ns1:cxn ang="0">
                  <ns1:pos x="T30" y="T31"/>
                </ns1:cxn>
                <ns1:cxn ang="0">
                  <ns1:pos x="T32" y="T33"/>
                </ns1:cxn>
                <ns1:cxn ang="0">
                  <ns1:pos x="T34" y="T35"/>
                </ns1:cxn>
                <ns1:cxn ang="0">
                  <ns1:pos x="T36" y="T37"/>
                </ns1:cxn>
                <ns1:cxn ang="0">
                  <ns1:pos x="T38" y="T39"/>
                </ns1:cxn>
                <ns1:cxn ang="0">
                  <ns1:pos x="T40" y="T41"/>
                </ns1:cxn>
                <ns1:cxn ang="0">
                  <ns1:pos x="T42" y="T43"/>
                </ns1:cxn>
                <ns1:cxn ang="0">
                  <ns1:pos x="T44" y="T45"/>
                </ns1:cxn>
                <ns1:cxn ang="0">
                  <ns1:pos x="T46" y="T47"/>
                </ns1:cxn>
                <ns1:cxn ang="0">
                  <ns1:pos x="T48" y="T49"/>
                </ns1:cxn>
                <ns1:cxn ang="0">
                  <ns1:pos x="T50" y="T51"/>
                </ns1:cxn>
                <ns1:cxn ang="0">
                  <ns1:pos x="T52" y="T53"/>
                </ns1:cxn>
                <ns1:cxn ang="0">
                  <ns1:pos x="T54" y="T55"/>
                </ns1:cxn>
                <ns1:cxn ang="0">
                  <ns1:pos x="T56" y="T57"/>
                </ns1:cxn>
                <ns1:cxn ang="0">
                  <ns1:pos x="T58" y="T59"/>
                </ns1:cxn>
                <ns1:cxn ang="0">
                  <ns1:pos x="T60" y="T61"/>
                </ns1:cxn>
                <ns1:cxn ang="0">
                  <ns1:pos x="T62" y="T63"/>
                </ns1:cxn>
                <ns1:cxn ang="0">
                  <ns1:pos x="T64" y="T65"/>
                </ns1:cxn>
                <ns1:cxn ang="0">
                  <ns1:pos x="T66" y="T67"/>
                </ns1:cxn>
                <ns1:cxn ang="0">
                  <ns1:pos x="T68" y="T69"/>
                </ns1:cxn>
              </ns1:cxnLst>
              <ns1:rect l="0" t="0" r="r" b="b"/>
              <ns1:pathLst>
                <ns1:path w="128" h="96">
                  <ns1:moveTo>
                    <ns1:pt x="126" y="1"/>
                  </ns1:moveTo>
                  <ns1:cubicBezTo>
                    <ns1:pt x="125" y="1"/>
                    <ns1:pt x="124" y="0"/>
                    <ns1:pt x="123" y="1"/>
                  </ns1:cubicBezTo>
                  <ns1:cubicBezTo>
                    <ns1:pt x="97" y="7"/>
                    <ns1:pt x="97" y="7"/>
                    <ns1:pt x="97" y="7"/>
                  </ns1:cubicBezTo>
                  <ns1:cubicBezTo>
                    <ns1:pt x="95" y="7"/>
                    <ns1:pt x="94" y="10"/>
                    <ns1:pt x="94" y="12"/>
                  </ns1:cubicBezTo>
                  <ns1:cubicBezTo>
                    <ns1:pt x="95" y="14"/>
                    <ns1:pt x="97" y="15"/>
                    <ns1:pt x="99" y="15"/>
                  </ns1:cubicBezTo>
                  <ns1:cubicBezTo>
                    <ns1:pt x="120" y="10"/>
                    <ns1:pt x="120" y="10"/>
                    <ns1:pt x="120" y="10"/>
                  </ns1:cubicBezTo>
                  <ns1:cubicBezTo>
                    <ns1:pt x="120" y="80"/>
                    <ns1:pt x="120" y="80"/>
                    <ns1:pt x="120" y="80"/>
                  </ns1:cubicBezTo>
                  <ns1:cubicBezTo>
                    <ns1:pt x="87" y="87"/>
                    <ns1:pt x="87" y="87"/>
                    <ns1:pt x="87" y="87"/>
                  </ns1:cubicBezTo>
                  <ns1:cubicBezTo>
                    <ns1:pt x="87" y="38"/>
                    <ns1:pt x="87" y="38"/>
                    <ns1:pt x="87" y="38"/>
                  </ns1:cubicBezTo>
                  <ns1:cubicBezTo>
                    <ns1:pt x="87" y="37"/>
                    <ns1:pt x="86" y="36"/>
                    <ns1:pt x="85" y="36"/>
                  </ns1:cubicBezTo>
                  <ns1:cubicBezTo>
                    <ns1:pt x="84" y="36"/>
                    <ns1:pt x="83" y="37"/>
                    <ns1:pt x="83" y="38"/>
                  </ns1:cubicBezTo>
                  <ns1:cubicBezTo>
                    <ns1:pt x="83" y="87"/>
                    <ns1:pt x="83" y="87"/>
                    <ns1:pt x="83" y="87"/>
                  </ns1:cubicBezTo>
                  <ns1:cubicBezTo>
                    <ns1:pt x="43" y="73"/>
                    <ns1:pt x="43" y="73"/>
                    <ns1:pt x="43" y="73"/>
                  </ns1:cubicBezTo>
                  <ns1:cubicBezTo>
                    <ns1:pt x="43" y="38"/>
                    <ns1:pt x="43" y="38"/>
                    <ns1:pt x="43" y="38"/>
                  </ns1:cubicBezTo>
                  <ns1:cubicBezTo>
                    <ns1:pt x="43" y="37"/>
                    <ns1:pt x="42" y="36"/>
                    <ns1:pt x="41" y="36"/>
                  </ns1:cubicBezTo>
                  <ns1:cubicBezTo>
                    <ns1:pt x="40" y="36"/>
                    <ns1:pt x="39" y="37"/>
                    <ns1:pt x="39" y="38"/>
                  </ns1:cubicBezTo>
                  <ns1:cubicBezTo>
                    <ns1:pt x="39" y="73"/>
                    <ns1:pt x="39" y="73"/>
                    <ns1:pt x="39" y="73"/>
                  </ns1:cubicBezTo>
                  <ns1:cubicBezTo>
                    <ns1:pt x="8" y="86"/>
                    <ns1:pt x="8" y="86"/>
                    <ns1:pt x="8" y="86"/>
                  </ns1:cubicBezTo>
                  <ns1:cubicBezTo>
                    <ns1:pt x="8" y="16"/>
                    <ns1:pt x="8" y="16"/>
                    <ns1:pt x="8" y="16"/>
                  </ns1:cubicBezTo>
                  <ns1:cubicBezTo>
                    <ns1:pt x="29" y="8"/>
                    <ns1:pt x="29" y="8"/>
                    <ns1:pt x="29" y="8"/>
                  </ns1:cubicBezTo>
                  <ns1:cubicBezTo>
                    <ns1:pt x="31" y="7"/>
                    <ns1:pt x="32" y="5"/>
                    <ns1:pt x="31" y="3"/>
                  </ns1:cubicBezTo>
                  <ns1:cubicBezTo>
                    <ns1:pt x="30" y="1"/>
                    <ns1:pt x="28" y="0"/>
                    <ns1:pt x="26" y="0"/>
                  </ns1:cubicBezTo>
                  <ns1:cubicBezTo>
                    <ns1:pt x="3" y="10"/>
                    <ns1:pt x="3" y="10"/>
                    <ns1:pt x="3" y="10"/>
                  </ns1:cubicBezTo>
                  <ns1:cubicBezTo>
                    <ns1:pt x="1" y="11"/>
                    <ns1:pt x="0" y="12"/>
                    <ns1:pt x="0" y="14"/>
                  </ns1:cubicBezTo>
                  <ns1:cubicBezTo>
                    <ns1:pt x="0" y="92"/>
                    <ns1:pt x="0" y="92"/>
                    <ns1:pt x="0" y="92"/>
                  </ns1:cubicBezTo>
                  <ns1:cubicBezTo>
                    <ns1:pt x="0" y="93"/>
                    <ns1:pt x="1" y="95"/>
                    <ns1:pt x="2" y="95"/>
                  </ns1:cubicBezTo>
                  <ns1:cubicBezTo>
                    <ns1:pt x="2" y="96"/>
                    <ns1:pt x="3" y="96"/>
                    <ns1:pt x="4" y="96"/>
                  </ns1:cubicBezTo>
                  <ns1:cubicBezTo>
                    <ns1:pt x="5" y="96"/>
                    <ns1:pt x="5" y="96"/>
                    <ns1:pt x="6" y="96"/>
                  </ns1:cubicBezTo>
                  <ns1:cubicBezTo>
                    <ns1:pt x="41" y="81"/>
                    <ns1:pt x="41" y="81"/>
                    <ns1:pt x="41" y="81"/>
                  </ns1:cubicBezTo>
                  <ns1:cubicBezTo>
                    <ns1:pt x="84" y="96"/>
                    <ns1:pt x="84" y="96"/>
                    <ns1:pt x="84" y="96"/>
                  </ns1:cubicBezTo>
                  <ns1:cubicBezTo>
                    <ns1:pt x="85" y="96"/>
                    <ns1:pt x="86" y="96"/>
                    <ns1:pt x="87" y="96"/>
                  </ns1:cubicBezTo>
                  <ns1:cubicBezTo>
                    <ns1:pt x="125" y="87"/>
                    <ns1:pt x="125" y="87"/>
                    <ns1:pt x="125" y="87"/>
                  </ns1:cubicBezTo>
                  <ns1:cubicBezTo>
                    <ns1:pt x="127" y="86"/>
                    <ns1:pt x="128" y="85"/>
                    <ns1:pt x="128" y="83"/>
                  </ns1:cubicBezTo>
                  <ns1:cubicBezTo>
                    <ns1:pt x="128" y="4"/>
                    <ns1:pt x="128" y="4"/>
                    <ns1:pt x="128" y="4"/>
                  </ns1:cubicBezTo>
                  <ns1:cubicBezTo>
                    <ns1:pt x="128" y="3"/>
                    <ns1:pt x="127" y="2"/>
                    <ns1:pt x="126" y="1"/>
                  </ns1:cubicBezTo>
                  <ns1:close/>
                </ns1:path>
              </ns1:pathLst>
            </ns1:custGeom>
            <ns1:grpFill/>
            <ns1:ln>
              <ns1:noFill/>
            </ns1:ln>
            <ns1:extLst>
              <ns1:ext uri="{91240B29-F687-4F45-9708-019B960494DF}">
                <ns2:hiddenLine w="9525">
                  <ns1:solidFill>
                    <ns1:srgbClr val="000000"/>
                  </ns1:solidFill>
                  <ns1:round/>
                  <ns1:headEnd/>
                  <ns1:tailEnd/>
                </ns2:hiddenLine>
              </ns1:ext>
            </ns1:extLst>
          </ns0:spPr>
          <ns0:txBody>
            <ns1:bodyPr vert="horz" wrap="square" lIns="91440" tIns="45720" rIns="91440" bIns="45720" numCol="1" anchor="t" anchorCtr="0" compatLnSpc="1">
              <ns1:prstTxWarp prst="textNoShape">
                <ns1:avLst/>
              </ns1:prstTxWarp>
            </ns1:bodyPr>
            <ns1:lstStyle/>
            <ns1:p>
              <ns1:endParaRPr lang="id-ID" sz="2700"/>
            </ns1:p>
          </ns0:txBody>
        </ns0:sp>
      </ns0:grpSp>
      <ns0:sp>
        <ns0:nvSpPr>
          <ns0:cNvPr id="90" name="Freeform 12"/>
          <ns0:cNvSpPr>
            <ns1:spLocks noEditPoints="1"/>
          </ns0:cNvSpPr>
          <ns0:nvPr/>
        </ns0:nvSpPr>
        <ns0:spPr bwMode="auto">
          <ns1:xfrm>
            <ns1:off x="6337042" y="1166296"/>
            <ns1:ext cx="420688" cy="422275"/>
          </ns1:xfrm>
          <ns1:custGeom>
            <ns1:avLst/>
            <ns1:gdLst>
              <ns1:gd name="T0" fmla="*/ 14 w 112"/>
              <ns1:gd name="T1" fmla="*/ 93 h 112"/>
              <ns1:gd name="T2" fmla="*/ 19 w 112"/>
              <ns1:gd name="T3" fmla="*/ 99 h 112"/>
              <ns1:gd name="T4" fmla="*/ 25 w 112"/>
              <ns1:gd name="T5" fmla="*/ 99 h 112"/>
              <ns1:gd name="T6" fmla="*/ 25 w 112"/>
              <ns1:gd name="T7" fmla="*/ 98 h 112"/>
              <ns1:gd name="T8" fmla="*/ 82 w 112"/>
              <ns1:gd name="T9" fmla="*/ 101 h 112"/>
              <ns1:gd name="T10" fmla="*/ 87 w 112"/>
              <ns1:gd name="T11" fmla="*/ 98 h 112"/>
              <ns1:gd name="T12" fmla="*/ 87 w 112"/>
              <ns1:gd name="T13" fmla="*/ 98 h 112"/>
              <ns1:gd name="T14" fmla="*/ 93 w 112"/>
              <ns1:gd name="T15" fmla="*/ 98 h 112"/>
              <ns1:gd name="T16" fmla="*/ 99 w 112"/>
              <ns1:gd name="T17" fmla="*/ 93 h 112"/>
              <ns1:gd name="T18" fmla="*/ 99 w 112"/>
              <ns1:gd name="T19" fmla="*/ 87 h 112"/>
              <ns1:gd name="T20" fmla="*/ 98 w 112"/>
              <ns1:gd name="T21" fmla="*/ 87 h 112"/>
              <ns1:gd name="T22" fmla="*/ 101 w 112"/>
              <ns1:gd name="T23" fmla="*/ 30 h 112"/>
              <ns1:gd name="T24" fmla="*/ 98 w 112"/>
              <ns1:gd name="T25" fmla="*/ 25 h 112"/>
              <ns1:gd name="T26" fmla="*/ 98 w 112"/>
              <ns1:gd name="T27" fmla="*/ 24 h 112"/>
              <ns1:gd name="T28" fmla="*/ 98 w 112"/>
              <ns1:gd name="T29" fmla="*/ 19 h 112"/>
              <ns1:gd name="T30" fmla="*/ 93 w 112"/>
              <ns1:gd name="T31" fmla="*/ 13 h 112"/>
              <ns1:gd name="T32" fmla="*/ 87 w 112"/>
              <ns1:gd name="T33" fmla="*/ 13 h 112"/>
              <ns1:gd name="T34" fmla="*/ 86 w 112"/>
              <ns1:gd name="T35" fmla="*/ 14 h 112"/>
              <ns1:gd name="T36" fmla="*/ 30 w 112"/>
              <ns1:gd name="T37" fmla="*/ 11 h 112"/>
              <ns1:gd name="T38" fmla="*/ 25 w 112"/>
              <ns1:gd name="T39" fmla="*/ 14 h 112"/>
              <ns1:gd name="T40" fmla="*/ 24 w 112"/>
              <ns1:gd name="T41" fmla="*/ 14 h 112"/>
              <ns1:gd name="T42" fmla="*/ 19 w 112"/>
              <ns1:gd name="T43" fmla="*/ 14 h 112"/>
              <ns1:gd name="T44" fmla="*/ 13 w 112"/>
              <ns1:gd name="T45" fmla="*/ 19 h 112"/>
              <ns1:gd name="T46" fmla="*/ 13 w 112"/>
              <ns1:gd name="T47" fmla="*/ 25 h 112"/>
              <ns1:gd name="T48" fmla="*/ 14 w 112"/>
              <ns1:gd name="T49" fmla="*/ 26 h 112"/>
              <ns1:gd name="T50" fmla="*/ 11 w 112"/>
              <ns1:gd name="T51" fmla="*/ 82 h 112"/>
              <ns1:gd name="T52" fmla="*/ 14 w 112"/>
              <ns1:gd name="T53" fmla="*/ 87 h 112"/>
              <ns1:gd name="T54" fmla="*/ 14 w 112"/>
              <ns1:gd name="T55" fmla="*/ 87 h 112"/>
              <ns1:gd name="T56" fmla="*/ 14 w 112"/>
              <ns1:gd name="T57" fmla="*/ 93 h 112"/>
              <ns1:gd name="T58" fmla="*/ 78 w 112"/>
              <ns1:gd name="T59" fmla="*/ 94 h 112"/>
              <ns1:gd name="T60" fmla="*/ 31 w 112"/>
              <ns1:gd name="T61" fmla="*/ 92 h 112"/>
              <ns1:gd name="T62" fmla="*/ 46 w 112"/>
              <ns1:gd name="T63" fmla="*/ 78 h 112"/>
              <ns1:gd name="T64" fmla="*/ 66 w 112"/>
              <ns1:gd name="T65" fmla="*/ 78 h 112"/>
              <ns1:gd name="T66" fmla="*/ 81 w 112"/>
              <ns1:gd name="T67" fmla="*/ 92 h 112"/>
              <ns1:gd name="T68" fmla="*/ 78 w 112"/>
              <ns1:gd name="T69" fmla="*/ 94 h 112"/>
              <ns1:gd name="T70" fmla="*/ 42 w 112"/>
              <ns1:gd name="T71" fmla="*/ 64 h 112"/>
              <ns1:gd name="T72" fmla="*/ 48 w 112"/>
              <ns1:gd name="T73" fmla="*/ 42 h 112"/>
              <ns1:gd name="T74" fmla="*/ 70 w 112"/>
              <ns1:gd name="T75" fmla="*/ 48 h 112"/>
              <ns1:gd name="T76" fmla="*/ 67 w 112"/>
              <ns1:gd name="T77" fmla="*/ 68 h 112"/>
              <ns1:gd name="T78" fmla="*/ 67 w 112"/>
              <ns1:gd name="T79" fmla="*/ 68 h 112"/>
              <ns1:gd name="T80" fmla="*/ 64 w 112"/>
              <ns1:gd name="T81" fmla="*/ 70 h 112"/>
              <ns1:gd name="T82" fmla="*/ 44 w 112"/>
              <ns1:gd name="T83" fmla="*/ 67 h 112"/>
              <ns1:gd name="T84" fmla="*/ 44 w 112"/>
              <ns1:gd name="T85" fmla="*/ 67 h 112"/>
              <ns1:gd name="T86" fmla="*/ 42 w 112"/>
              <ns1:gd name="T87" fmla="*/ 64 h 112"/>
              <ns1:gd name="T88" fmla="*/ 94 w 112"/>
              <ns1:gd name="T89" fmla="*/ 34 h 112"/>
              <ns1:gd name="T90" fmla="*/ 92 w 112"/>
              <ns1:gd name="T91" fmla="*/ 81 h 112"/>
              <ns1:gd name="T92" fmla="*/ 78 w 112"/>
              <ns1:gd name="T93" fmla="*/ 66 h 112"/>
              <ns1:gd name="T94" fmla="*/ 78 w 112"/>
              <ns1:gd name="T95" fmla="*/ 46 h 112"/>
              <ns1:gd name="T96" fmla="*/ 92 w 112"/>
              <ns1:gd name="T97" fmla="*/ 31 h 112"/>
              <ns1:gd name="T98" fmla="*/ 94 w 112"/>
              <ns1:gd name="T99" fmla="*/ 34 h 112"/>
              <ns1:gd name="T100" fmla="*/ 34 w 112"/>
              <ns1:gd name="T101" fmla="*/ 18 h 112"/>
              <ns1:gd name="T102" fmla="*/ 81 w 112"/>
              <ns1:gd name="T103" fmla="*/ 20 h 112"/>
              <ns1:gd name="T104" fmla="*/ 66 w 112"/>
              <ns1:gd name="T105" fmla="*/ 34 h 112"/>
              <ns1:gd name="T106" fmla="*/ 45 w 112"/>
              <ns1:gd name="T107" fmla="*/ 34 h 112"/>
              <ns1:gd name="T108" fmla="*/ 31 w 112"/>
              <ns1:gd name="T109" fmla="*/ 20 h 112"/>
              <ns1:gd name="T110" fmla="*/ 34 w 112"/>
              <ns1:gd name="T111" fmla="*/ 18 h 112"/>
              <ns1:gd name="T112" fmla="*/ 18 w 112"/>
              <ns1:gd name="T113" fmla="*/ 78 h 112"/>
              <ns1:gd name="T114" fmla="*/ 20 w 112"/>
              <ns1:gd name="T115" fmla="*/ 31 h 112"/>
              <ns1:gd name="T116" fmla="*/ 34 w 112"/>
              <ns1:gd name="T117" fmla="*/ 46 h 112"/>
              <ns1:gd name="T118" fmla="*/ 34 w 112"/>
              <ns1:gd name="T119" fmla="*/ 66 h 112"/>
              <ns1:gd name="T120" fmla="*/ 20 w 112"/>
              <ns1:gd name="T121" fmla="*/ 81 h 112"/>
              <ns1:gd name="T122" fmla="*/ 18 w 112"/>
              <ns1:gd name="T123" fmla="*/ 78 h 112"/>
            </ns1:gdLst>
            <ns1:ahLst/>
            <ns1:cxnLst>
              <ns1:cxn ang="0">
                <ns1:pos x="T0" y="T1"/>
              </ns1:cxn>
              <ns1:cxn ang="0">
                <ns1:pos x="T2" y="T3"/>
              </ns1:cxn>
              <ns1:cxn ang="0">
                <ns1:pos x="T4" y="T5"/>
              </ns1:cxn>
              <ns1:cxn ang="0">
                <ns1:pos x="T6" y="T7"/>
              </ns1:cxn>
              <ns1:cxn ang="0">
                <ns1:pos x="T8" y="T9"/>
              </ns1:cxn>
              <ns1:cxn ang="0">
                <ns1:pos x="T10" y="T11"/>
              </ns1:cxn>
              <ns1:cxn ang="0">
                <ns1:pos x="T12" y="T13"/>
              </ns1:cxn>
              <ns1:cxn ang="0">
                <ns1:pos x="T14" y="T15"/>
              </ns1:cxn>
              <ns1:cxn ang="0">
                <ns1:pos x="T16" y="T17"/>
              </ns1:cxn>
              <ns1:cxn ang="0">
                <ns1:pos x="T18" y="T19"/>
              </ns1:cxn>
              <ns1:cxn ang="0">
                <ns1:pos x="T20" y="T21"/>
              </ns1:cxn>
              <ns1:cxn ang="0">
                <ns1:pos x="T22" y="T23"/>
              </ns1:cxn>
              <ns1:cxn ang="0">
                <ns1:pos x="T24" y="T25"/>
              </ns1:cxn>
              <ns1:cxn ang="0">
                <ns1:pos x="T26" y="T27"/>
              </ns1:cxn>
              <ns1:cxn ang="0">
                <ns1:pos x="T28" y="T29"/>
              </ns1:cxn>
              <ns1:cxn ang="0">
                <ns1:pos x="T30" y="T31"/>
              </ns1:cxn>
              <ns1:cxn ang="0">
                <ns1:pos x="T32" y="T33"/>
              </ns1:cxn>
              <ns1:cxn ang="0">
                <ns1:pos x="T34" y="T35"/>
              </ns1:cxn>
              <ns1:cxn ang="0">
                <ns1:pos x="T36" y="T37"/>
              </ns1:cxn>
              <ns1:cxn ang="0">
                <ns1:pos x="T38" y="T39"/>
              </ns1:cxn>
              <ns1:cxn ang="0">
                <ns1:pos x="T40" y="T41"/>
              </ns1:cxn>
              <ns1:cxn ang="0">
                <ns1:pos x="T42" y="T43"/>
              </ns1:cxn>
              <ns1:cxn ang="0">
                <ns1:pos x="T44" y="T45"/>
              </ns1:cxn>
              <ns1:cxn ang="0">
                <ns1:pos x="T46" y="T47"/>
              </ns1:cxn>
              <ns1:cxn ang="0">
                <ns1:pos x="T48" y="T49"/>
              </ns1:cxn>
              <ns1:cxn ang="0">
                <ns1:pos x="T50" y="T51"/>
              </ns1:cxn>
              <ns1:cxn ang="0">
                <ns1:pos x="T52" y="T53"/>
              </ns1:cxn>
              <ns1:cxn ang="0">
                <ns1:pos x="T54" y="T55"/>
              </ns1:cxn>
              <ns1:cxn ang="0">
                <ns1:pos x="T56" y="T57"/>
              </ns1:cxn>
              <ns1:cxn ang="0">
                <ns1:pos x="T58" y="T59"/>
              </ns1:cxn>
              <ns1:cxn ang="0">
                <ns1:pos x="T60" y="T61"/>
              </ns1:cxn>
              <ns1:cxn ang="0">
                <ns1:pos x="T62" y="T63"/>
              </ns1:cxn>
              <ns1:cxn ang="0">
                <ns1:pos x="T64" y="T65"/>
              </ns1:cxn>
              <ns1:cxn ang="0">
                <ns1:pos x="T66" y="T67"/>
              </ns1:cxn>
              <ns1:cxn ang="0">
                <ns1:pos x="T68" y="T69"/>
              </ns1:cxn>
              <ns1:cxn ang="0">
                <ns1:pos x="T70" y="T71"/>
              </ns1:cxn>
              <ns1:cxn ang="0">
                <ns1:pos x="T72" y="T73"/>
              </ns1:cxn>
              <ns1:cxn ang="0">
                <ns1:pos x="T74" y="T75"/>
              </ns1:cxn>
              <ns1:cxn ang="0">
                <ns1:pos x="T76" y="T77"/>
              </ns1:cxn>
              <ns1:cxn ang="0">
                <ns1:pos x="T78" y="T79"/>
              </ns1:cxn>
              <ns1:cxn ang="0">
                <ns1:pos x="T80" y="T81"/>
              </ns1:cxn>
              <ns1:cxn ang="0">
                <ns1:pos x="T82" y="T83"/>
              </ns1:cxn>
              <ns1:cxn ang="0">
                <ns1:pos x="T84" y="T85"/>
              </ns1:cxn>
              <ns1:cxn ang="0">
                <ns1:pos x="T86" y="T87"/>
              </ns1:cxn>
              <ns1:cxn ang="0">
                <ns1:pos x="T88" y="T89"/>
              </ns1:cxn>
              <ns1:cxn ang="0">
                <ns1:pos x="T90" y="T91"/>
              </ns1:cxn>
              <ns1:cxn ang="0">
                <ns1:pos x="T92" y="T93"/>
              </ns1:cxn>
              <ns1:cxn ang="0">
                <ns1:pos x="T94" y="T95"/>
              </ns1:cxn>
              <ns1:cxn ang="0">
                <ns1:pos x="T96" y="T97"/>
              </ns1:cxn>
              <ns1:cxn ang="0">
                <ns1:pos x="T98" y="T99"/>
              </ns1:cxn>
              <ns1:cxn ang="0">
                <ns1:pos x="T100" y="T101"/>
              </ns1:cxn>
              <ns1:cxn ang="0">
                <ns1:pos x="T102" y="T103"/>
              </ns1:cxn>
              <ns1:cxn ang="0">
                <ns1:pos x="T104" y="T105"/>
              </ns1:cxn>
              <ns1:cxn ang="0">
                <ns1:pos x="T106" y="T107"/>
              </ns1:cxn>
              <ns1:cxn ang="0">
                <ns1:pos x="T108" y="T109"/>
              </ns1:cxn>
              <ns1:cxn ang="0">
                <ns1:pos x="T110" y="T111"/>
              </ns1:cxn>
              <ns1:cxn ang="0">
                <ns1:pos x="T112" y="T113"/>
              </ns1:cxn>
              <ns1:cxn ang="0">
                <ns1:pos x="T114" y="T115"/>
              </ns1:cxn>
              <ns1:cxn ang="0">
                <ns1:pos x="T116" y="T117"/>
              </ns1:cxn>
              <ns1:cxn ang="0">
                <ns1:pos x="T118" y="T119"/>
              </ns1:cxn>
              <ns1:cxn ang="0">
                <ns1:pos x="T120" y="T121"/>
              </ns1:cxn>
              <ns1:cxn ang="0">
                <ns1:pos x="T122" y="T123"/>
              </ns1:cxn>
            </ns1:cxnLst>
            <ns1:rect l="0" t="0" r="r" b="b"/>
            <ns1:pathLst>
              <ns1:path w="112" h="112">
                <ns1:moveTo>
                  <ns1:pt x="14" y="93"/>
                </ns1:moveTo>
                <ns1:cubicBezTo>
                  <ns1:pt x="19" y="99"/>
                  <ns1:pt x="19" y="99"/>
                  <ns1:pt x="19" y="99"/>
                </ns1:cubicBezTo>
                <ns1:cubicBezTo>
                  <ns1:pt x="21" y="100"/>
                  <ns1:pt x="23" y="100"/>
                  <ns1:pt x="25" y="99"/>
                </ns1:cubicBezTo>
                <ns1:cubicBezTo>
                  <ns1:pt x="25" y="98"/>
                  <ns1:pt x="25" y="98"/>
                  <ns1:pt x="25" y="98"/>
                </ns1:cubicBezTo>
                <ns1:cubicBezTo>
                  <ns1:pt x="42" y="110"/>
                  <ns1:pt x="64" y="112"/>
                  <ns1:pt x="82" y="101"/>
                </ns1:cubicBezTo>
                <ns1:cubicBezTo>
                  <ns1:pt x="84" y="100"/>
                  <ns1:pt x="85" y="99"/>
                  <ns1:pt x="87" y="98"/>
                </ns1:cubicBezTo>
                <ns1:cubicBezTo>
                  <ns1:pt x="87" y="98"/>
                  <ns1:pt x="87" y="98"/>
                  <ns1:pt x="87" y="98"/>
                </ns1:cubicBezTo>
                <ns1:cubicBezTo>
                  <ns1:pt x="89" y="100"/>
                  <ns1:pt x="91" y="100"/>
                  <ns1:pt x="93" y="98"/>
                </ns1:cubicBezTo>
                <ns1:cubicBezTo>
                  <ns1:pt x="99" y="93"/>
                  <ns1:pt x="99" y="93"/>
                  <ns1:pt x="99" y="93"/>
                </ns1:cubicBezTo>
                <ns1:cubicBezTo>
                  <ns1:pt x="100" y="91"/>
                  <ns1:pt x="100" y="89"/>
                  <ns1:pt x="99" y="87"/>
                </ns1:cubicBezTo>
                <ns1:cubicBezTo>
                  <ns1:pt x="98" y="87"/>
                  <ns1:pt x="98" y="87"/>
                  <ns1:pt x="98" y="87"/>
                </ns1:cubicBezTo>
                <ns1:cubicBezTo>
                  <ns1:pt x="110" y="70"/>
                  <ns1:pt x="112" y="48"/>
                  <ns1:pt x="101" y="30"/>
                </ns1:cubicBezTo>
                <ns1:cubicBezTo>
                  <ns1:pt x="100" y="28"/>
                  <ns1:pt x="99" y="27"/>
                  <ns1:pt x="98" y="25"/>
                </ns1:cubicBezTo>
                <ns1:cubicBezTo>
                  <ns1:pt x="98" y="24"/>
                  <ns1:pt x="98" y="24"/>
                  <ns1:pt x="98" y="24"/>
                </ns1:cubicBezTo>
                <ns1:cubicBezTo>
                  <ns1:pt x="100" y="23"/>
                  <ns1:pt x="100" y="21"/>
                  <ns1:pt x="98" y="19"/>
                </ns1:cubicBezTo>
                <ns1:cubicBezTo>
                  <ns1:pt x="93" y="13"/>
                  <ns1:pt x="93" y="13"/>
                  <ns1:pt x="93" y="13"/>
                </ns1:cubicBezTo>
                <ns1:cubicBezTo>
                  <ns1:pt x="91" y="12"/>
                  <ns1:pt x="89" y="12"/>
                  <ns1:pt x="87" y="13"/>
                </ns1:cubicBezTo>
                <ns1:cubicBezTo>
                  <ns1:pt x="86" y="14"/>
                  <ns1:pt x="86" y="14"/>
                  <ns1:pt x="86" y="14"/>
                </ns1:cubicBezTo>
                <ns1:cubicBezTo>
                  <ns1:pt x="70" y="2"/>
                  <ns1:pt x="48" y="0"/>
                  <ns1:pt x="30" y="11"/>
                </ns1:cubicBezTo>
                <ns1:cubicBezTo>
                  <ns1:pt x="28" y="12"/>
                  <ns1:pt x="27" y="13"/>
                  <ns1:pt x="25" y="14"/>
                </ns1:cubicBezTo>
                <ns1:cubicBezTo>
                  <ns1:pt x="24" y="14"/>
                  <ns1:pt x="24" y="14"/>
                  <ns1:pt x="24" y="14"/>
                </ns1:cubicBezTo>
                <ns1:cubicBezTo>
                  <ns1:pt x="23" y="12"/>
                  <ns1:pt x="21" y="12"/>
                  <ns1:pt x="19" y="14"/>
                </ns1:cubicBezTo>
                <ns1:cubicBezTo>
                  <ns1:pt x="13" y="19"/>
                  <ns1:pt x="13" y="19"/>
                  <ns1:pt x="13" y="19"/>
                </ns1:cubicBezTo>
                <ns1:cubicBezTo>
                  <ns1:pt x="12" y="21"/>
                  <ns1:pt x="12" y="23"/>
                  <ns1:pt x="13" y="25"/>
                </ns1:cubicBezTo>
                <ns1:cubicBezTo>
                  <ns1:pt x="14" y="26"/>
                  <ns1:pt x="14" y="26"/>
                  <ns1:pt x="14" y="26"/>
                </ns1:cubicBezTo>
                <ns1:cubicBezTo>
                  <ns1:pt x="2" y="42"/>
                  <ns1:pt x="0" y="64"/>
                  <ns1:pt x="11" y="82"/>
                </ns1:cubicBezTo>
                <ns1:cubicBezTo>
                  <ns1:pt x="12" y="84"/>
                  <ns1:pt x="13" y="85"/>
                  <ns1:pt x="14" y="87"/>
                </ns1:cubicBezTo>
                <ns1:cubicBezTo>
                  <ns1:pt x="14" y="87"/>
                  <ns1:pt x="14" y="87"/>
                  <ns1:pt x="14" y="87"/>
                </ns1:cubicBezTo>
                <ns1:cubicBezTo>
                  <ns1:pt x="12" y="89"/>
                  <ns1:pt x="12" y="91"/>
                  <ns1:pt x="14" y="93"/>
                </ns1:cubicBezTo>
                <ns1:close/>
                <ns1:moveTo>
                  <ns1:pt x="78" y="94"/>
                </ns1:moveTo>
                <ns1:cubicBezTo>
                  <ns1:pt x="63" y="103"/>
                  <ns1:pt x="45" y="102"/>
                  <ns1:pt x="31" y="92"/>
                </ns1:cubicBezTo>
                <ns1:cubicBezTo>
                  <ns1:pt x="46" y="78"/>
                  <ns1:pt x="46" y="78"/>
                  <ns1:pt x="46" y="78"/>
                </ns1:cubicBezTo>
                <ns1:cubicBezTo>
                  <ns1:pt x="52" y="81"/>
                  <ns1:pt x="60" y="81"/>
                  <ns1:pt x="66" y="78"/>
                </ns1:cubicBezTo>
                <ns1:cubicBezTo>
                  <ns1:pt x="81" y="92"/>
                  <ns1:pt x="81" y="92"/>
                  <ns1:pt x="81" y="92"/>
                </ns1:cubicBezTo>
                <ns1:cubicBezTo>
                  <ns1:pt x="80" y="93"/>
                  <ns1:pt x="79" y="93"/>
                  <ns1:pt x="78" y="94"/>
                </ns1:cubicBezTo>
                <ns1:close/>
                <ns1:moveTo>
                  <ns1:pt x="42" y="64"/>
                </ns1:moveTo>
                <ns1:cubicBezTo>
                  <ns1:pt x="38" y="56"/>
                  <ns1:pt x="40" y="47"/>
                  <ns1:pt x="48" y="42"/>
                </ns1:cubicBezTo>
                <ns1:cubicBezTo>
                  <ns1:pt x="56" y="38"/>
                  <ns1:pt x="65" y="40"/>
                  <ns1:pt x="70" y="48"/>
                </ns1:cubicBezTo>
                <ns1:cubicBezTo>
                  <ns1:pt x="74" y="55"/>
                  <ns1:pt x="72" y="63"/>
                  <ns1:pt x="67" y="68"/>
                </ns1:cubicBezTo>
                <ns1:cubicBezTo>
                  <ns1:pt x="67" y="68"/>
                  <ns1:pt x="67" y="68"/>
                  <ns1:pt x="67" y="68"/>
                </ns1:cubicBezTo>
                <ns1:cubicBezTo>
                  <ns1:pt x="66" y="69"/>
                  <ns1:pt x="65" y="69"/>
                  <ns1:pt x="64" y="70"/>
                </ns1:cubicBezTo>
                <ns1:cubicBezTo>
                  <ns1:pt x="57" y="74"/>
                  <ns1:pt x="49" y="72"/>
                  <ns1:pt x="44" y="67"/>
                </ns1:cubicBezTo>
                <ns1:cubicBezTo>
                  <ns1:pt x="44" y="67"/>
                  <ns1:pt x="44" y="67"/>
                  <ns1:pt x="44" y="67"/>
                </ns1:cubicBezTo>
                <ns1:cubicBezTo>
                  <ns1:pt x="43" y="66"/>
                  <ns1:pt x="43" y="65"/>
                  <ns1:pt x="42" y="64"/>
                </ns1:cubicBezTo>
                <ns1:close/>
                <ns1:moveTo>
                  <ns1:pt x="94" y="34"/>
                </ns1:moveTo>
                <ns1:cubicBezTo>
                  <ns1:pt x="103" y="49"/>
                  <ns1:pt x="102" y="67"/>
                  <ns1:pt x="92" y="81"/>
                </ns1:cubicBezTo>
                <ns1:cubicBezTo>
                  <ns1:pt x="78" y="66"/>
                  <ns1:pt x="78" y="66"/>
                  <ns1:pt x="78" y="66"/>
                </ns1:cubicBezTo>
                <ns1:cubicBezTo>
                  <ns1:pt x="81" y="60"/>
                  <ns1:pt x="81" y="52"/>
                  <ns1:pt x="78" y="46"/>
                </ns1:cubicBezTo>
                <ns1:cubicBezTo>
                  <ns1:pt x="92" y="31"/>
                  <ns1:pt x="92" y="31"/>
                  <ns1:pt x="92" y="31"/>
                </ns1:cubicBezTo>
                <ns1:cubicBezTo>
                  <ns1:pt x="93" y="32"/>
                  <ns1:pt x="93" y="33"/>
                  <ns1:pt x="94" y="34"/>
                </ns1:cubicBezTo>
                <ns1:close/>
                <ns1:moveTo>
                  <ns1:pt x="34" y="18"/>
                </ns1:moveTo>
                <ns1:cubicBezTo>
                  <ns1:pt x="49" y="9"/>
                  <ns1:pt x="67" y="10"/>
                  <ns1:pt x="81" y="20"/>
                </ns1:cubicBezTo>
                <ns1:cubicBezTo>
                  <ns1:pt x="66" y="34"/>
                  <ns1:pt x="66" y="34"/>
                  <ns1:pt x="66" y="34"/>
                </ns1:cubicBezTo>
                <ns1:cubicBezTo>
                  <ns1:pt x="60" y="31"/>
                  <ns1:pt x="52" y="31"/>
                  <ns1:pt x="45" y="34"/>
                </ns1:cubicBezTo>
                <ns1:cubicBezTo>
                  <ns1:pt x="31" y="20"/>
                  <ns1:pt x="31" y="20"/>
                  <ns1:pt x="31" y="20"/>
                </ns1:cubicBezTo>
                <ns1:cubicBezTo>
                  <ns1:pt x="32" y="19"/>
                  <ns1:pt x="33" y="19"/>
                  <ns1:pt x="34" y="18"/>
                </ns1:cubicBezTo>
                <ns1:close/>
                <ns1:moveTo>
                  <ns1:pt x="18" y="78"/>
                </ns1:moveTo>
                <ns1:cubicBezTo>
                  <ns1:pt x="9" y="63"/>
                  <ns1:pt x="10" y="45"/>
                  <ns1:pt x="20" y="31"/>
                </ns1:cubicBezTo>
                <ns1:cubicBezTo>
                  <ns1:pt x="34" y="46"/>
                  <ns1:pt x="34" y="46"/>
                  <ns1:pt x="34" y="46"/>
                </ns1:cubicBezTo>
                <ns1:cubicBezTo>
                  <ns1:pt x="31" y="52"/>
                  <ns1:pt x="31" y="60"/>
                  <ns1:pt x="34" y="66"/>
                </ns1:cubicBezTo>
                <ns1:cubicBezTo>
                  <ns1:pt x="20" y="81"/>
                  <ns1:pt x="20" y="81"/>
                  <ns1:pt x="20" y="81"/>
                </ns1:cubicBezTo>
                <ns1:cubicBezTo>
                  <ns1:pt x="19" y="80"/>
                  <ns1:pt x="19" y="79"/>
                  <ns1:pt x="18" y="78"/>
                </ns1:cubicBezTo>
                <ns1:close/>
              </ns1:path>
            </ns1:pathLst>
          </ns1:custGeom>
          <ns1:solidFill>
            <ns1:schemeClr val="tx1"/>
          </ns1:solidFill>
          <ns1:ln>
            <ns1:noFill/>
          </ns1:ln>
        </ns0:spPr>
        <ns0:txBody>
          <ns1:bodyPr vert="horz" wrap="square" lIns="91440" tIns="45720" rIns="91440" bIns="45720" numCol="1" anchor="t" anchorCtr="0" compatLnSpc="1">
            <ns1:prstTxWarp prst="textNoShape">
              <ns1:avLst/>
            </ns1:prstTxWarp>
          </ns1:bodyPr>
          <ns1:lstStyle/>
          <ns1:p>
            <ns1:endParaRPr lang="id-ID" sz="2700"/>
          </ns1:p>
        </ns0:txBody>
      </ns0:sp>
      <ns0:grpSp>
        <ns0:nvGrpSpPr>
          <ns0:cNvPr id="91" name="Group 90"/>
          <ns0:cNvGrpSpPr/>
          <ns0:nvPr/>
        </ns0:nvGrpSpPr>
        <ns0:grpSpPr>
          <ns1:xfrm>
            <ns1:off x="3341727" y="1169063"/>
            <ns1:ext cx="369563" cy="416741"/>
            <ns1:chOff x="9001126" y="2228850"/>
            <ns1:chExt cx="298450" cy="336550"/>
          </ns1:xfrm>
          <ns1:solidFill>
            <ns1:schemeClr val="tx1"/>
          </ns1:solidFill>
        </ns0:grpSpPr>
        <ns0:sp>
          <ns0:nvSpPr>
            <ns0:cNvPr id="92" name="Freeform 81"/>
            <ns0:cNvSpPr>
              <ns1:spLocks noEditPoints="1"/>
            </ns0:cNvSpPr>
            <ns0:nvPr/>
          </ns0:nvSpPr>
          <ns0:spPr bwMode="auto">
            <ns1:xfrm>
              <ns1:off x="9021764" y="2228850"/>
              <ns1:ext cx="255588" cy="257175"/>
            </ns1:xfrm>
            <ns1:custGeom>
              <ns1:avLst/>
              <ns1:gdLst>
                <ns1:gd name="T0" fmla="*/ 48 w 96"/>
                <ns1:gd name="T1" fmla="*/ 96 h 96"/>
                <ns1:gd name="T2" fmla="*/ 96 w 96"/>
                <ns1:gd name="T3" fmla="*/ 48 h 96"/>
                <ns1:gd name="T4" fmla="*/ 48 w 96"/>
                <ns1:gd name="T5" fmla="*/ 0 h 96"/>
                <ns1:gd name="T6" fmla="*/ 0 w 96"/>
                <ns1:gd name="T7" fmla="*/ 48 h 96"/>
                <ns1:gd name="T8" fmla="*/ 48 w 96"/>
                <ns1:gd name="T9" fmla="*/ 96 h 96"/>
                <ns1:gd name="T10" fmla="*/ 48 w 96"/>
                <ns1:gd name="T11" fmla="*/ 88 h 96"/>
                <ns1:gd name="T12" fmla="*/ 13 w 96"/>
                <ns1:gd name="T13" fmla="*/ 67 h 96"/>
                <ns1:gd name="T14" fmla="*/ 13 w 96"/>
                <ns1:gd name="T15" fmla="*/ 67 h 96"/>
                <ns1:gd name="T16" fmla="*/ 17 w 96"/>
                <ns1:gd name="T17" fmla="*/ 64 h 96"/>
                <ns1:gd name="T18" fmla="*/ 19 w 96"/>
                <ns1:gd name="T19" fmla="*/ 57 h 96"/>
                <ns1:gd name="T20" fmla="*/ 55 w 96"/>
                <ns1:gd name="T21" fmla="*/ 70 h 96"/>
                <ns1:gd name="T22" fmla="*/ 58 w 96"/>
                <ns1:gd name="T23" fmla="*/ 70 h 96"/>
                <ns1:gd name="T24" fmla="*/ 84 w 96"/>
                <ns1:gd name="T25" fmla="*/ 65 h 96"/>
                <ns1:gd name="T26" fmla="*/ 48 w 96"/>
                <ns1:gd name="T27" fmla="*/ 88 h 96"/>
                <ns1:gd name="T28" fmla="*/ 48 w 96"/>
                <ns1:gd name="T29" fmla="*/ 8 h 96"/>
                <ns1:gd name="T30" fmla="*/ 88 w 96"/>
                <ns1:gd name="T31" fmla="*/ 48 h 96"/>
                <ns1:gd name="T32" fmla="*/ 86 w 96"/>
                <ns1:gd name="T33" fmla="*/ 61 h 96"/>
                <ns1:gd name="T34" fmla="*/ 56 w 96"/>
                <ns1:gd name="T35" fmla="*/ 66 h 96"/>
                <ns1:gd name="T36" fmla="*/ 19 w 96"/>
                <ns1:gd name="T37" fmla="*/ 51 h 96"/>
                <ns1:gd name="T38" fmla="*/ 17 w 96"/>
                <ns1:gd name="T39" fmla="*/ 50 h 96"/>
                <ns1:gd name="T40" fmla="*/ 16 w 96"/>
                <ns1:gd name="T41" fmla="*/ 52 h 96"/>
                <ns1:gd name="T42" fmla="*/ 13 w 96"/>
                <ns1:gd name="T43" fmla="*/ 62 h 96"/>
                <ns1:gd name="T44" fmla="*/ 12 w 96"/>
                <ns1:gd name="T45" fmla="*/ 63 h 96"/>
                <ns1:gd name="T46" fmla="*/ 11 w 96"/>
                <ns1:gd name="T47" fmla="*/ 63 h 96"/>
                <ns1:gd name="T48" fmla="*/ 8 w 96"/>
                <ns1:gd name="T49" fmla="*/ 48 h 96"/>
                <ns1:gd name="T50" fmla="*/ 48 w 96"/>
                <ns1:gd name="T51" fmla="*/ 8 h 96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  <ns1:cxn ang="0">
                  <ns1:pos x="T14" y="T15"/>
                </ns1:cxn>
                <ns1:cxn ang="0">
                  <ns1:pos x="T16" y="T17"/>
                </ns1:cxn>
                <ns1:cxn ang="0">
                  <ns1:pos x="T18" y="T19"/>
                </ns1:cxn>
                <ns1:cxn ang="0">
                  <ns1:pos x="T20" y="T21"/>
                </ns1:cxn>
                <ns1:cxn ang="0">
                  <ns1:pos x="T22" y="T23"/>
                </ns1:cxn>
                <ns1:cxn ang="0">
                  <ns1:pos x="T24" y="T25"/>
                </ns1:cxn>
                <ns1:cxn ang="0">
                  <ns1:pos x="T26" y="T27"/>
                </ns1:cxn>
                <ns1:cxn ang="0">
                  <ns1:pos x="T28" y="T29"/>
                </ns1:cxn>
                <ns1:cxn ang="0">
                  <ns1:pos x="T30" y="T31"/>
                </ns1:cxn>
                <ns1:cxn ang="0">
                  <ns1:pos x="T32" y="T33"/>
                </ns1:cxn>
                <ns1:cxn ang="0">
                  <ns1:pos x="T34" y="T35"/>
                </ns1:cxn>
                <ns1:cxn ang="0">
                  <ns1:pos x="T36" y="T37"/>
                </ns1:cxn>
                <ns1:cxn ang="0">
                  <ns1:pos x="T38" y="T39"/>
                </ns1:cxn>
                <ns1:cxn ang="0">
                  <ns1:pos x="T40" y="T41"/>
                </ns1:cxn>
                <ns1:cxn ang="0">
                  <ns1:pos x="T42" y="T43"/>
                </ns1:cxn>
                <ns1:cxn ang="0">
                  <ns1:pos x="T44" y="T45"/>
                </ns1:cxn>
                <ns1:cxn ang="0">
                  <ns1:pos x="T46" y="T47"/>
                </ns1:cxn>
                <ns1:cxn ang="0">
                  <ns1:pos x="T48" y="T49"/>
                </ns1:cxn>
                <ns1:cxn ang="0">
                  <ns1:pos x="T50" y="T51"/>
                </ns1:cxn>
              </ns1:cxnLst>
              <ns1:rect l="0" t="0" r="r" b="b"/>
              <ns1:pathLst>
                <ns1:path w="96" h="96">
                  <ns1:moveTo>
                    <ns1:pt x="48" y="96"/>
                  </ns1:moveTo>
                  <ns1:cubicBezTo>
                    <ns1:pt x="74" y="96"/>
                    <ns1:pt x="96" y="74"/>
                    <ns1:pt x="96" y="48"/>
                  </ns1:cubicBezTo>
                  <ns1:cubicBezTo>
                    <ns1:pt x="96" y="21"/>
                    <ns1:pt x="74" y="0"/>
                    <ns1:pt x="48" y="0"/>
                  </ns1:cubicBezTo>
                  <ns1:cubicBezTo>
                    <ns1:pt x="22" y="0"/>
                    <ns1:pt x="0" y="21"/>
                    <ns1:pt x="0" y="48"/>
                  </ns1:cubicBezTo>
                  <ns1:cubicBezTo>
                    <ns1:pt x="0" y="74"/>
                    <ns1:pt x="22" y="96"/>
                    <ns1:pt x="48" y="96"/>
                  </ns1:cubicBezTo>
                  <ns1:close/>
                  <ns1:moveTo>
                    <ns1:pt x="48" y="88"/>
                  </ns1:moveTo>
                  <ns1:cubicBezTo>
                    <ns1:pt x="33" y="88"/>
                    <ns1:pt x="20" y="79"/>
                    <ns1:pt x="13" y="67"/>
                  </ns1:cubicBezTo>
                  <ns1:cubicBezTo>
                    <ns1:pt x="13" y="67"/>
                    <ns1:pt x="13" y="67"/>
                    <ns1:pt x="13" y="67"/>
                  </ns1:cubicBezTo>
                  <ns1:cubicBezTo>
                    <ns1:pt x="14" y="67"/>
                    <ns1:pt x="16" y="66"/>
                    <ns1:pt x="17" y="64"/>
                  </ns1:cubicBezTo>
                  <ns1:cubicBezTo>
                    <ns1:pt x="18" y="62"/>
                    <ns1:pt x="18" y="59"/>
                    <ns1:pt x="19" y="57"/>
                  </ns1:cubicBezTo>
                  <ns1:cubicBezTo>
                    <ns1:pt x="24" y="61"/>
                    <ns1:pt x="35" y="68"/>
                    <ns1:pt x="55" y="70"/>
                  </ns1:cubicBezTo>
                  <ns1:cubicBezTo>
                    <ns1:pt x="56" y="70"/>
                    <ns1:pt x="57" y="70"/>
                    <ns1:pt x="58" y="70"/>
                  </ns1:cubicBezTo>
                  <ns1:cubicBezTo>
                    <ns1:pt x="67" y="70"/>
                    <ns1:pt x="77" y="67"/>
                    <ns1:pt x="84" y="65"/>
                  </ns1:cubicBezTo>
                  <ns1:cubicBezTo>
                    <ns1:pt x="77" y="79"/>
                    <ns1:pt x="64" y="88"/>
                    <ns1:pt x="48" y="88"/>
                  </ns1:cubicBezTo>
                  <ns1:close/>
                  <ns1:moveTo>
                    <ns1:pt x="48" y="8"/>
                  </ns1:moveTo>
                  <ns1:cubicBezTo>
                    <ns1:pt x="70" y="8"/>
                    <ns1:pt x="88" y="26"/>
                    <ns1:pt x="88" y="48"/>
                  </ns1:cubicBezTo>
                  <ns1:cubicBezTo>
                    <ns1:pt x="88" y="52"/>
                    <ns1:pt x="87" y="57"/>
                    <ns1:pt x="86" y="61"/>
                  </ns1:cubicBezTo>
                  <ns1:cubicBezTo>
                    <ns1:pt x="80" y="63"/>
                    <ns1:pt x="66" y="66"/>
                    <ns1:pt x="56" y="66"/>
                  </ns1:cubicBezTo>
                  <ns1:cubicBezTo>
                    <ns1:pt x="29" y="64"/>
                    <ns1:pt x="20" y="51"/>
                    <ns1:pt x="19" y="51"/>
                  </ns1:cubicBezTo>
                  <ns1:cubicBezTo>
                    <ns1:pt x="19" y="51"/>
                    <ns1:pt x="18" y="50"/>
                    <ns1:pt x="17" y="50"/>
                  </ns1:cubicBezTo>
                  <ns1:cubicBezTo>
                    <ns1:pt x="17" y="51"/>
                    <ns1:pt x="16" y="51"/>
                    <ns1:pt x="16" y="52"/>
                  </ns1:cubicBezTo>
                  <ns1:cubicBezTo>
                    <ns1:pt x="16" y="52"/>
                    <ns1:pt x="15" y="58"/>
                    <ns1:pt x="13" y="62"/>
                  </ns1:cubicBezTo>
                  <ns1:cubicBezTo>
                    <ns1:pt x="13" y="63"/>
                    <ns1:pt x="12" y="63"/>
                    <ns1:pt x="12" y="63"/>
                  </ns1:cubicBezTo>
                  <ns1:cubicBezTo>
                    <ns1:pt x="12" y="63"/>
                    <ns1:pt x="11" y="63"/>
                    <ns1:pt x="11" y="63"/>
                  </ns1:cubicBezTo>
                  <ns1:cubicBezTo>
                    <ns1:pt x="9" y="58"/>
                    <ns1:pt x="8" y="53"/>
                    <ns1:pt x="8" y="48"/>
                  </ns1:cubicBezTo>
                  <ns1:cubicBezTo>
                    <ns1:pt x="8" y="26"/>
                    <ns1:pt x="26" y="8"/>
                    <ns1:pt x="48" y="8"/>
                  </ns1:cubicBezTo>
                  <ns1:close/>
                </ns1:path>
              </ns1:pathLst>
            </ns1:custGeom>
            <ns1:grpFill/>
            <ns1:ln>
              <ns1:noFill/>
            </ns1:ln>
            <ns1:extLst>
              <ns1:ext uri="{91240B29-F687-4F45-9708-019B960494DF}">
                <ns2:hiddenLine w="9525">
                  <ns1:solidFill>
                    <ns1:srgbClr val="000000"/>
                  </ns1:solidFill>
                  <ns1:round/>
                  <ns1:headEnd/>
                  <ns1:tailEnd/>
                </ns2:hiddenLine>
              </ns1:ext>
            </ns1:extLst>
          </ns0:spPr>
          <ns0:txBody>
            <ns1:bodyPr vert="horz" wrap="square" lIns="91440" tIns="45720" rIns="91440" bIns="45720" numCol="1" anchor="t" anchorCtr="0" compatLnSpc="1">
              <ns1:prstTxWarp prst="textNoShape">
                <ns1:avLst/>
              </ns1:prstTxWarp>
            </ns1:bodyPr>
            <ns1:lstStyle/>
            <ns1:p>
              <ns1:endParaRPr lang="id-ID" sz="2700"/>
            </ns1:p>
          </ns0:txBody>
        </ns0:sp>
        <ns0:sp>
          <ns0:nvSpPr>
            <ns0:cNvPr id="93" name="Freeform 82"/>
            <ns0:cNvSpPr>
              <ns1:spLocks/>
            </ns0:cNvSpPr>
            <ns0:nvPr/>
          </ns0:nvSpPr>
          <ns0:spPr bwMode="auto">
            <ns1:xfrm>
              <ns1:off x="9001126" y="2447925"/>
              <ns1:ext cx="298450" cy="117475"/>
            </ns1:xfrm>
            <ns1:custGeom>
              <ns1:avLst/>
              <ns1:gdLst>
                <ns1:gd name="T0" fmla="*/ 98 w 112"/>
                <ns1:gd name="T1" fmla="*/ 1 h 44"/>
                <ns1:gd name="T2" fmla="*/ 93 w 112"/>
                <ns1:gd name="T3" fmla="*/ 2 h 44"/>
                <ns1:gd name="T4" fmla="*/ 94 w 112"/>
                <ns1:gd name="T5" fmla="*/ 7 h 44"/>
                <ns1:gd name="T6" fmla="*/ 104 w 112"/>
                <ns1:gd name="T7" fmla="*/ 20 h 44"/>
                <ns1:gd name="T8" fmla="*/ 56 w 112"/>
                <ns1:gd name="T9" fmla="*/ 36 h 44"/>
                <ns1:gd name="T10" fmla="*/ 8 w 112"/>
                <ns1:gd name="T11" fmla="*/ 20 h 44"/>
                <ns1:gd name="T12" fmla="*/ 18 w 112"/>
                <ns1:gd name="T13" fmla="*/ 7 h 44"/>
                <ns1:gd name="T14" fmla="*/ 19 w 112"/>
                <ns1:gd name="T15" fmla="*/ 2 h 44"/>
                <ns1:gd name="T16" fmla="*/ 14 w 112"/>
                <ns1:gd name="T17" fmla="*/ 1 h 44"/>
                <ns1:gd name="T18" fmla="*/ 0 w 112"/>
                <ns1:gd name="T19" fmla="*/ 20 h 44"/>
                <ns1:gd name="T20" fmla="*/ 56 w 112"/>
                <ns1:gd name="T21" fmla="*/ 44 h 44"/>
                <ns1:gd name="T22" fmla="*/ 112 w 112"/>
                <ns1:gd name="T23" fmla="*/ 20 h 44"/>
                <ns1:gd name="T24" fmla="*/ 98 w 112"/>
                <ns1:gd name="T25" fmla="*/ 1 h 44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  <ns1:cxn ang="0">
                  <ns1:pos x="T14" y="T15"/>
                </ns1:cxn>
                <ns1:cxn ang="0">
                  <ns1:pos x="T16" y="T17"/>
                </ns1:cxn>
                <ns1:cxn ang="0">
                  <ns1:pos x="T18" y="T19"/>
                </ns1:cxn>
                <ns1:cxn ang="0">
                  <ns1:pos x="T20" y="T21"/>
                </ns1:cxn>
                <ns1:cxn ang="0">
                  <ns1:pos x="T22" y="T23"/>
                </ns1:cxn>
                <ns1:cxn ang="0">
                  <ns1:pos x="T24" y="T25"/>
                </ns1:cxn>
              </ns1:cxnLst>
              <ns1:rect l="0" t="0" r="r" b="b"/>
              <ns1:pathLst>
                <ns1:path w="112" h="44">
                  <ns1:moveTo>
                    <ns1:pt x="98" y="1"/>
                  </ns1:moveTo>
                  <ns1:cubicBezTo>
                    <ns1:pt x="97" y="0"/>
                    <ns1:pt x="94" y="0"/>
                    <ns1:pt x="93" y="2"/>
                  </ns1:cubicBezTo>
                  <ns1:cubicBezTo>
                    <ns1:pt x="91" y="4"/>
                    <ns1:pt x="92" y="6"/>
                    <ns1:pt x="94" y="7"/>
                  </ns1:cubicBezTo>
                  <ns1:cubicBezTo>
                    <ns1:pt x="101" y="13"/>
                    <ns1:pt x="104" y="16"/>
                    <ns1:pt x="104" y="20"/>
                  </ns1:cubicBezTo>
                  <ns1:cubicBezTo>
                    <ns1:pt x="104" y="32"/>
                    <ns1:pt x="91" y="36"/>
                    <ns1:pt x="56" y="36"/>
                  </ns1:cubicBezTo>
                  <ns1:cubicBezTo>
                    <ns1:pt x="21" y="36"/>
                    <ns1:pt x="8" y="32"/>
                    <ns1:pt x="8" y="20"/>
                  </ns1:cubicBezTo>
                  <ns1:cubicBezTo>
                    <ns1:pt x="8" y="16"/>
                    <ns1:pt x="11" y="13"/>
                    <ns1:pt x="18" y="7"/>
                  </ns1:cubicBezTo>
                  <ns1:cubicBezTo>
                    <ns1:pt x="20" y="6"/>
                    <ns1:pt x="21" y="4"/>
                    <ns1:pt x="19" y="2"/>
                  </ns1:cubicBezTo>
                  <ns1:cubicBezTo>
                    <ns1:pt x="18" y="0"/>
                    <ns1:pt x="15" y="0"/>
                    <ns1:pt x="14" y="1"/>
                  </ns1:cubicBezTo>
                  <ns1:cubicBezTo>
                    <ns1:pt x="7" y="6"/>
                    <ns1:pt x="0" y="11"/>
                    <ns1:pt x="0" y="20"/>
                  </ns1:cubicBezTo>
                  <ns1:cubicBezTo>
                    <ns1:pt x="0" y="42"/>
                    <ns1:pt x="29" y="44"/>
                    <ns1:pt x="56" y="44"/>
                  </ns1:cubicBezTo>
                  <ns1:cubicBezTo>
                    <ns1:pt x="83" y="44"/>
                    <ns1:pt x="112" y="42"/>
                    <ns1:pt x="112" y="20"/>
                  </ns1:cubicBezTo>
                  <ns1:cubicBezTo>
                    <ns1:pt x="112" y="11"/>
                    <ns1:pt x="105" y="6"/>
                    <ns1:pt x="98" y="1"/>
                  </ns1:cubicBezTo>
                  <ns1:close/>
                </ns1:path>
              </ns1:pathLst>
            </ns1:custGeom>
            <ns1:grpFill/>
            <ns1:ln>
              <ns1:noFill/>
            </ns1:ln>
            <ns1:extLst>
              <ns1:ext uri="{91240B29-F687-4F45-9708-019B960494DF}">
                <ns2:hiddenLine w="9525">
                  <ns1:solidFill>
                    <ns1:srgbClr val="000000"/>
                  </ns1:solidFill>
                  <ns1:round/>
                  <ns1:headEnd/>
                  <ns1:tailEnd/>
                </ns2:hiddenLine>
              </ns1:ext>
            </ns1:extLst>
          </ns0:spPr>
          <ns0:txBody>
            <ns1:bodyPr vert="horz" wrap="square" lIns="91440" tIns="45720" rIns="91440" bIns="45720" numCol="1" anchor="t" anchorCtr="0" compatLnSpc="1">
              <ns1:prstTxWarp prst="textNoShape">
                <ns1:avLst/>
              </ns1:prstTxWarp>
            </ns1:bodyPr>
            <ns1:lstStyle/>
            <ns1:p>
              <ns1:endParaRPr lang="id-ID" sz="2700"/>
            </ns1:p>
          </ns0:txBody>
        </ns0:sp>
      </ns0:grpSp>
      <ns0:grpSp>
        <ns0:nvGrpSpPr>
          <ns0:cNvPr id="94" name="Group 93"/>
          <ns0:cNvGrpSpPr/>
          <ns0:nvPr/>
        </ns0:nvGrpSpPr>
        <ns0:grpSpPr>
          <ns1:xfrm>
            <ns1:off x="2346361" y="1204812"/>
            <ns1:ext cx="373510" cy="345243"/>
            <ns1:chOff x="9685338" y="4306888"/>
            <ns1:chExt cx="293688" cy="271462"/>
          </ns1:xfrm>
          <ns1:solidFill>
            <ns1:schemeClr val="tx1"/>
          </ns1:solidFill>
        </ns0:grpSpPr>
        <ns0:sp>
          <ns0:nvSpPr>
            <ns0:cNvPr id="95" name="Freeform 238"/>
            <ns0:cNvSpPr>
              <ns1:spLocks/>
            </ns0:cNvSpPr>
            <ns0:nvPr/>
          </ns0:nvSpPr>
          <ns0:spPr bwMode="auto">
            <ns1:xfrm>
              <ns1:off x="9685338" y="4306888"/>
              <ns1:ext cx="293688" cy="261938"/>
            </ns1:xfrm>
            <ns1:custGeom>
              <ns1:avLst/>
              <ns1:gdLst>
                <ns1:gd name="T0" fmla="*/ 101 w 110"/>
                <ns1:gd name="T1" fmla="*/ 26 h 98"/>
                <ns1:gd name="T2" fmla="*/ 55 w 110"/>
                <ns1:gd name="T3" fmla="*/ 0 h 98"/>
                <ns1:gd name="T4" fmla="*/ 9 w 110"/>
                <ns1:gd name="T5" fmla="*/ 26 h 98"/>
                <ns1:gd name="T6" fmla="*/ 7 w 110"/>
                <ns1:gd name="T7" fmla="*/ 74 h 98"/>
                <ns1:gd name="T8" fmla="*/ 7 w 110"/>
                <ns1:gd name="T9" fmla="*/ 78 h 98"/>
                <ns1:gd name="T10" fmla="*/ 23 w 110"/>
                <ns1:gd name="T11" fmla="*/ 98 h 98"/>
                <ns1:gd name="T12" fmla="*/ 23 w 110"/>
                <ns1:gd name="T13" fmla="*/ 58 h 98"/>
                <ns1:gd name="T14" fmla="*/ 12 w 110"/>
                <ns1:gd name="T15" fmla="*/ 64 h 98"/>
                <ns1:gd name="T16" fmla="*/ 16 w 110"/>
                <ns1:gd name="T17" fmla="*/ 30 h 98"/>
                <ns1:gd name="T18" fmla="*/ 55 w 110"/>
                <ns1:gd name="T19" fmla="*/ 8 h 98"/>
                <ns1:gd name="T20" fmla="*/ 94 w 110"/>
                <ns1:gd name="T21" fmla="*/ 30 h 98"/>
                <ns1:gd name="T22" fmla="*/ 98 w 110"/>
                <ns1:gd name="T23" fmla="*/ 64 h 98"/>
                <ns1:gd name="T24" fmla="*/ 87 w 110"/>
                <ns1:gd name="T25" fmla="*/ 58 h 98"/>
                <ns1:gd name="T26" fmla="*/ 87 w 110"/>
                <ns1:gd name="T27" fmla="*/ 98 h 98"/>
                <ns1:gd name="T28" fmla="*/ 103 w 110"/>
                <ns1:gd name="T29" fmla="*/ 78 h 98"/>
                <ns1:gd name="T30" fmla="*/ 103 w 110"/>
                <ns1:gd name="T31" fmla="*/ 74 h 98"/>
                <ns1:gd name="T32" fmla="*/ 101 w 110"/>
                <ns1:gd name="T33" fmla="*/ 26 h 98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  <ns1:cxn ang="0">
                  <ns1:pos x="T14" y="T15"/>
                </ns1:cxn>
                <ns1:cxn ang="0">
                  <ns1:pos x="T16" y="T17"/>
                </ns1:cxn>
                <ns1:cxn ang="0">
                  <ns1:pos x="T18" y="T19"/>
                </ns1:cxn>
                <ns1:cxn ang="0">
                  <ns1:pos x="T20" y="T21"/>
                </ns1:cxn>
                <ns1:cxn ang="0">
                  <ns1:pos x="T22" y="T23"/>
                </ns1:cxn>
                <ns1:cxn ang="0">
                  <ns1:pos x="T24" y="T25"/>
                </ns1:cxn>
                <ns1:cxn ang="0">
                  <ns1:pos x="T26" y="T27"/>
                </ns1:cxn>
                <ns1:cxn ang="0">
                  <ns1:pos x="T28" y="T29"/>
                </ns1:cxn>
                <ns1:cxn ang="0">
                  <ns1:pos x="T30" y="T31"/>
                </ns1:cxn>
                <ns1:cxn ang="0">
                  <ns1:pos x="T32" y="T33"/>
                </ns1:cxn>
              </ns1:cxnLst>
              <ns1:rect l="0" t="0" r="r" b="b"/>
              <ns1:pathLst>
                <ns1:path w="110" h="98">
                  <ns1:moveTo>
                    <ns1:pt x="101" y="26"/>
                  </ns1:moveTo>
                  <ns1:cubicBezTo>
                    <ns1:pt x="91" y="10"/>
                    <ns1:pt x="73" y="0"/>
                    <ns1:pt x="55" y="0"/>
                  </ns1:cubicBezTo>
                  <ns1:cubicBezTo>
                    <ns1:pt x="37" y="0"/>
                    <ns1:pt x="19" y="10"/>
                    <ns1:pt x="9" y="26"/>
                  </ns1:cubicBezTo>
                  <ns1:cubicBezTo>
                    <ns1:pt x="0" y="41"/>
                    <ns1:pt x="0" y="58"/>
                    <ns1:pt x="7" y="74"/>
                  </ns1:cubicBezTo>
                  <ns1:cubicBezTo>
                    <ns1:pt x="7" y="75"/>
                    <ns1:pt x="7" y="77"/>
                    <ns1:pt x="7" y="78"/>
                  </ns1:cubicBezTo>
                  <ns1:cubicBezTo>
                    <ns1:pt x="7" y="89"/>
                    <ns1:pt x="15" y="98"/>
                    <ns1:pt x="23" y="98"/>
                  </ns1:cubicBezTo>
                  <ns1:cubicBezTo>
                    <ns1:pt x="23" y="58"/>
                    <ns1:pt x="23" y="58"/>
                    <ns1:pt x="23" y="58"/>
                  </ns1:cubicBezTo>
                  <ns1:cubicBezTo>
                    <ns1:pt x="19" y="58"/>
                    <ns1:pt x="15" y="61"/>
                    <ns1:pt x="12" y="64"/>
                  </ns1:cubicBezTo>
                  <ns1:cubicBezTo>
                    <ns1:pt x="8" y="52"/>
                    <ns1:pt x="10" y="41"/>
                    <ns1:pt x="16" y="30"/>
                  </ns1:cubicBezTo>
                  <ns1:cubicBezTo>
                    <ns1:pt x="24" y="17"/>
                    <ns1:pt x="40" y="8"/>
                    <ns1:pt x="55" y="8"/>
                  </ns1:cubicBezTo>
                  <ns1:cubicBezTo>
                    <ns1:pt x="70" y="8"/>
                    <ns1:pt x="86" y="17"/>
                    <ns1:pt x="94" y="30"/>
                  </ns1:cubicBezTo>
                  <ns1:cubicBezTo>
                    <ns1:pt x="100" y="41"/>
                    <ns1:pt x="102" y="52"/>
                    <ns1:pt x="98" y="64"/>
                  </ns1:cubicBezTo>
                  <ns1:cubicBezTo>
                    <ns1:pt x="95" y="61"/>
                    <ns1:pt x="91" y="58"/>
                    <ns1:pt x="87" y="58"/>
                  </ns1:cubicBezTo>
                  <ns1:cubicBezTo>
                    <ns1:pt x="87" y="98"/>
                    <ns1:pt x="87" y="98"/>
                    <ns1:pt x="87" y="98"/>
                  </ns1:cubicBezTo>
                  <ns1:cubicBezTo>
                    <ns1:pt x="95" y="98"/>
                    <ns1:pt x="103" y="89"/>
                    <ns1:pt x="103" y="78"/>
                  </ns1:cubicBezTo>
                  <ns1:cubicBezTo>
                    <ns1:pt x="103" y="77"/>
                    <ns1:pt x="103" y="75"/>
                    <ns1:pt x="103" y="74"/>
                  </ns1:cubicBezTo>
                  <ns1:cubicBezTo>
                    <ns1:pt x="110" y="58"/>
                    <ns1:pt x="110" y="41"/>
                    <ns1:pt x="101" y="26"/>
                  </ns1:cubicBezTo>
                  <ns1:close/>
                </ns1:path>
              </ns1:pathLst>
            </ns1:custGeom>
            <ns1:grpFill/>
            <ns1:ln>
              <ns1:noFill/>
            </ns1:ln>
            <ns1:extLst>
              <ns1:ext uri="{91240B29-F687-4F45-9708-019B960494DF}">
                <ns2:hiddenLine w="9525">
                  <ns1:solidFill>
                    <ns1:srgbClr val="000000"/>
                  </ns1:solidFill>
                  <ns1:round/>
                  <ns1:headEnd/>
                  <ns1:tailEnd/>
                </ns2:hiddenLine>
              </ns1:ext>
            </ns1:extLst>
          </ns0:spPr>
          <ns0:txBody>
            <ns1:bodyPr vert="horz" wrap="square" lIns="91440" tIns="45720" rIns="91440" bIns="45720" numCol="1" anchor="t" anchorCtr="0" compatLnSpc="1">
              <ns1:prstTxWarp prst="textNoShape">
                <ns1:avLst/>
              </ns1:prstTxWarp>
            </ns1:bodyPr>
            <ns1:lstStyle/>
            <ns1:p>
              <ns1:endParaRPr lang="id-ID" sz="2700"/>
            </ns1:p>
          </ns0:txBody>
        </ns0:sp>
        <ns0:sp>
          <ns0:nvSpPr>
            <ns0:cNvPr id="96" name="Freeform 239"/>
            <ns0:cNvSpPr>
              <ns1:spLocks/>
            </ns0:cNvSpPr>
            <ns0:nvPr/>
          </ns0:nvSpPr>
          <ns0:spPr bwMode="auto">
            <ns1:xfrm>
              <ns1:off x="9758363" y="4451350"/>
              <ns1:ext cx="20638" cy="127000"/>
            </ns1:xfrm>
            <ns1:custGeom>
              <ns1:avLst/>
              <ns1:gdLst>
                <ns1:gd name="T0" fmla="*/ 4 w 8"/>
                <ns1:gd name="T1" fmla="*/ 0 h 48"/>
                <ns1:gd name="T2" fmla="*/ 0 w 8"/>
                <ns1:gd name="T3" fmla="*/ 4 h 48"/>
                <ns1:gd name="T4" fmla="*/ 0 w 8"/>
                <ns1:gd name="T5" fmla="*/ 44 h 48"/>
                <ns1:gd name="T6" fmla="*/ 4 w 8"/>
                <ns1:gd name="T7" fmla="*/ 48 h 48"/>
                <ns1:gd name="T8" fmla="*/ 8 w 8"/>
                <ns1:gd name="T9" fmla="*/ 44 h 48"/>
                <ns1:gd name="T10" fmla="*/ 8 w 8"/>
                <ns1:gd name="T11" fmla="*/ 4 h 48"/>
                <ns1:gd name="T12" fmla="*/ 4 w 8"/>
                <ns1:gd name="T13" fmla="*/ 0 h 48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</ns1:cxnLst>
              <ns1:rect l="0" t="0" r="r" b="b"/>
              <ns1:pathLst>
                <ns1:path w="8" h="48">
                  <ns1:moveTo>
                    <ns1:pt x="4" y="0"/>
                  </ns1:moveTo>
                  <ns1:cubicBezTo>
                    <ns1:pt x="2" y="0"/>
                    <ns1:pt x="0" y="2"/>
                    <ns1:pt x="0" y="4"/>
                  </ns1:cubicBezTo>
                  <ns1:cubicBezTo>
                    <ns1:pt x="0" y="44"/>
                    <ns1:pt x="0" y="44"/>
                    <ns1:pt x="0" y="44"/>
                  </ns1:cubicBezTo>
                  <ns1:cubicBezTo>
                    <ns1:pt x="0" y="47"/>
                    <ns1:pt x="2" y="48"/>
                    <ns1:pt x="4" y="48"/>
                  </ns1:cubicBezTo>
                  <ns1:cubicBezTo>
                    <ns1:pt x="6" y="48"/>
                    <ns1:pt x="8" y="47"/>
                    <ns1:pt x="8" y="44"/>
                  </ns1:cubicBezTo>
                  <ns1:cubicBezTo>
                    <ns1:pt x="8" y="4"/>
                    <ns1:pt x="8" y="4"/>
                    <ns1:pt x="8" y="4"/>
                  </ns1:cubicBezTo>
                  <ns1:cubicBezTo>
                    <ns1:pt x="8" y="2"/>
                    <ns1:pt x="6" y="0"/>
                    <ns1:pt x="4" y="0"/>
                  </ns1:cubicBezTo>
                  <ns1:close/>
                </ns1:path>
              </ns1:pathLst>
            </ns1:custGeom>
            <ns1:grpFill/>
            <ns1:ln>
              <ns1:noFill/>
            </ns1:ln>
            <ns1:extLst>
              <ns1:ext uri="{91240B29-F687-4F45-9708-019B960494DF}">
                <ns2:hiddenLine w="9525">
                  <ns1:solidFill>
                    <ns1:srgbClr val="000000"/>
                  </ns1:solidFill>
                  <ns1:round/>
                  <ns1:headEnd/>
                  <ns1:tailEnd/>
                </ns2:hiddenLine>
              </ns1:ext>
            </ns1:extLst>
          </ns0:spPr>
          <ns0:txBody>
            <ns1:bodyPr vert="horz" wrap="square" lIns="91440" tIns="45720" rIns="91440" bIns="45720" numCol="1" anchor="t" anchorCtr="0" compatLnSpc="1">
              <ns1:prstTxWarp prst="textNoShape">
                <ns1:avLst/>
              </ns1:prstTxWarp>
            </ns1:bodyPr>
            <ns1:lstStyle/>
            <ns1:p>
              <ns1:endParaRPr lang="id-ID" sz="2700"/>
            </ns1:p>
          </ns0:txBody>
        </ns0:sp>
        <ns0:sp>
          <ns0:nvSpPr>
            <ns0:cNvPr id="97" name="Freeform 240"/>
            <ns0:cNvSpPr>
              <ns1:spLocks/>
            </ns0:cNvSpPr>
            <ns0:nvPr/>
          </ns0:nvSpPr>
          <ns0:spPr bwMode="auto">
            <ns1:xfrm>
              <ns1:off x="9885363" y="4451350"/>
              <ns1:ext cx="22225" cy="127000"/>
            </ns1:xfrm>
            <ns1:custGeom>
              <ns1:avLst/>
              <ns1:gdLst>
                <ns1:gd name="T0" fmla="*/ 4 w 8"/>
                <ns1:gd name="T1" fmla="*/ 0 h 48"/>
                <ns1:gd name="T2" fmla="*/ 0 w 8"/>
                <ns1:gd name="T3" fmla="*/ 4 h 48"/>
                <ns1:gd name="T4" fmla="*/ 0 w 8"/>
                <ns1:gd name="T5" fmla="*/ 44 h 48"/>
                <ns1:gd name="T6" fmla="*/ 4 w 8"/>
                <ns1:gd name="T7" fmla="*/ 48 h 48"/>
                <ns1:gd name="T8" fmla="*/ 8 w 8"/>
                <ns1:gd name="T9" fmla="*/ 44 h 48"/>
                <ns1:gd name="T10" fmla="*/ 8 w 8"/>
                <ns1:gd name="T11" fmla="*/ 4 h 48"/>
                <ns1:gd name="T12" fmla="*/ 4 w 8"/>
                <ns1:gd name="T13" fmla="*/ 0 h 48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</ns1:cxnLst>
              <ns1:rect l="0" t="0" r="r" b="b"/>
              <ns1:pathLst>
                <ns1:path w="8" h="48">
                  <ns1:moveTo>
                    <ns1:pt x="4" y="0"/>
                  </ns1:moveTo>
                  <ns1:cubicBezTo>
                    <ns1:pt x="2" y="0"/>
                    <ns1:pt x="0" y="2"/>
                    <ns1:pt x="0" y="4"/>
                  </ns1:cubicBezTo>
                  <ns1:cubicBezTo>
                    <ns1:pt x="0" y="44"/>
                    <ns1:pt x="0" y="44"/>
                    <ns1:pt x="0" y="44"/>
                  </ns1:cubicBezTo>
                  <ns1:cubicBezTo>
                    <ns1:pt x="0" y="47"/>
                    <ns1:pt x="2" y="48"/>
                    <ns1:pt x="4" y="48"/>
                  </ns1:cubicBezTo>
                  <ns1:cubicBezTo>
                    <ns1:pt x="6" y="48"/>
                    <ns1:pt x="8" y="47"/>
                    <ns1:pt x="8" y="44"/>
                  </ns1:cubicBezTo>
                  <ns1:cubicBezTo>
                    <ns1:pt x="8" y="4"/>
                    <ns1:pt x="8" y="4"/>
                    <ns1:pt x="8" y="4"/>
                  </ns1:cubicBezTo>
                  <ns1:cubicBezTo>
                    <ns1:pt x="8" y="2"/>
                    <ns1:pt x="6" y="0"/>
                    <ns1:pt x="4" y="0"/>
                  </ns1:cubicBezTo>
                  <ns1:close/>
                </ns1:path>
              </ns1:pathLst>
            </ns1:custGeom>
            <ns1:grpFill/>
            <ns1:ln>
              <ns1:noFill/>
            </ns1:ln>
            <ns1:extLst>
              <ns1:ext uri="{91240B29-F687-4F45-9708-019B960494DF}">
                <ns2:hiddenLine w="9525">
                  <ns1:solidFill>
                    <ns1:srgbClr val="000000"/>
                  </ns1:solidFill>
                  <ns1:round/>
                  <ns1:headEnd/>
                  <ns1:tailEnd/>
                </ns2:hiddenLine>
              </ns1:ext>
            </ns1:extLst>
          </ns0:spPr>
          <ns0:txBody>
            <ns1:bodyPr vert="horz" wrap="square" lIns="91440" tIns="45720" rIns="91440" bIns="45720" numCol="1" anchor="t" anchorCtr="0" compatLnSpc="1">
              <ns1:prstTxWarp prst="textNoShape">
                <ns1:avLst/>
              </ns1:prstTxWarp>
            </ns1:bodyPr>
            <ns1:lstStyle/>
            <ns1:p>
              <ns1:endParaRPr lang="id-ID" sz="2700"/>
            </ns1:p>
          </ns0:txBody>
        </ns0:sp>
      </ns0:grpSp>
      <ns0:grpSp>
        <ns0:nvGrpSpPr>
          <ns0:cNvPr id="98" name="Group 97"/>
          <ns0:cNvGrpSpPr/>
          <ns0:nvPr/>
        </ns0:nvGrpSpPr>
        <ns0:grpSpPr>
          <ns1:xfrm>
            <ns1:off x="469860" y="3714798"/>
            <ns1:ext cx="430907" cy="428774"/>
            <ns1:chOff x="6259514" y="2238375"/>
            <ns1:chExt cx="320675" cy="319088"/>
          </ns1:xfrm>
          <ns1:solidFill>
            <ns1:schemeClr val="tx1"/>
          </ns1:solidFill>
        </ns0:grpSpPr>
        <ns0:sp>
          <ns0:nvSpPr>
            <ns0:cNvPr id="99" name="Freeform 70"/>
            <ns0:cNvSpPr>
              <ns1:spLocks noEditPoints="1"/>
            </ns0:cNvSpPr>
            <ns0:nvPr/>
          </ns0:nvSpPr>
          <ns0:spPr bwMode="auto">
            <ns1:xfrm>
              <ns1:off x="6259514" y="2238375"/>
              <ns1:ext cx="320675" cy="319088"/>
            </ns1:xfrm>
            <ns1:custGeom>
              <ns1:avLst/>
              <ns1:gdLst>
                <ns1:gd name="T0" fmla="*/ 60 w 120"/>
                <ns1:gd name="T1" fmla="*/ 120 h 120"/>
                <ns1:gd name="T2" fmla="*/ 48 w 120"/>
                <ns1:gd name="T3" fmla="*/ 108 h 120"/>
                <ns1:gd name="T4" fmla="*/ 48 w 120"/>
                <ns1:gd name="T5" fmla="*/ 106 h 120"/>
                <ns1:gd name="T6" fmla="*/ 14 w 120"/>
                <ns1:gd name="T7" fmla="*/ 72 h 120"/>
                <ns1:gd name="T8" fmla="*/ 12 w 120"/>
                <ns1:gd name="T9" fmla="*/ 72 h 120"/>
                <ns1:gd name="T10" fmla="*/ 0 w 120"/>
                <ns1:gd name="T11" fmla="*/ 60 h 120"/>
                <ns1:gd name="T12" fmla="*/ 12 w 120"/>
                <ns1:gd name="T13" fmla="*/ 48 h 120"/>
                <ns1:gd name="T14" fmla="*/ 14 w 120"/>
                <ns1:gd name="T15" fmla="*/ 48 h 120"/>
                <ns1:gd name="T16" fmla="*/ 48 w 120"/>
                <ns1:gd name="T17" fmla="*/ 14 h 120"/>
                <ns1:gd name="T18" fmla="*/ 48 w 120"/>
                <ns1:gd name="T19" fmla="*/ 12 h 120"/>
                <ns1:gd name="T20" fmla="*/ 60 w 120"/>
                <ns1:gd name="T21" fmla="*/ 0 h 120"/>
                <ns1:gd name="T22" fmla="*/ 72 w 120"/>
                <ns1:gd name="T23" fmla="*/ 12 h 120"/>
                <ns1:gd name="T24" fmla="*/ 72 w 120"/>
                <ns1:gd name="T25" fmla="*/ 14 h 120"/>
                <ns1:gd name="T26" fmla="*/ 106 w 120"/>
                <ns1:gd name="T27" fmla="*/ 48 h 120"/>
                <ns1:gd name="T28" fmla="*/ 108 w 120"/>
                <ns1:gd name="T29" fmla="*/ 48 h 120"/>
                <ns1:gd name="T30" fmla="*/ 120 w 120"/>
                <ns1:gd name="T31" fmla="*/ 60 h 120"/>
                <ns1:gd name="T32" fmla="*/ 108 w 120"/>
                <ns1:gd name="T33" fmla="*/ 72 h 120"/>
                <ns1:gd name="T34" fmla="*/ 106 w 120"/>
                <ns1:gd name="T35" fmla="*/ 72 h 120"/>
                <ns1:gd name="T36" fmla="*/ 72 w 120"/>
                <ns1:gd name="T37" fmla="*/ 106 h 120"/>
                <ns1:gd name="T38" fmla="*/ 72 w 120"/>
                <ns1:gd name="T39" fmla="*/ 108 h 120"/>
                <ns1:gd name="T40" fmla="*/ 60 w 120"/>
                <ns1:gd name="T41" fmla="*/ 120 h 120"/>
                <ns1:gd name="T42" fmla="*/ 12 w 120"/>
                <ns1:gd name="T43" fmla="*/ 56 h 120"/>
                <ns1:gd name="T44" fmla="*/ 8 w 120"/>
                <ns1:gd name="T45" fmla="*/ 60 h 120"/>
                <ns1:gd name="T46" fmla="*/ 12 w 120"/>
                <ns1:gd name="T47" fmla="*/ 64 h 120"/>
                <ns1:gd name="T48" fmla="*/ 17 w 120"/>
                <ns1:gd name="T49" fmla="*/ 64 h 120"/>
                <ns1:gd name="T50" fmla="*/ 21 w 120"/>
                <ns1:gd name="T51" fmla="*/ 67 h 120"/>
                <ns1:gd name="T52" fmla="*/ 53 w 120"/>
                <ns1:gd name="T53" fmla="*/ 99 h 120"/>
                <ns1:gd name="T54" fmla="*/ 56 w 120"/>
                <ns1:gd name="T55" fmla="*/ 103 h 120"/>
                <ns1:gd name="T56" fmla="*/ 56 w 120"/>
                <ns1:gd name="T57" fmla="*/ 108 h 120"/>
                <ns1:gd name="T58" fmla="*/ 60 w 120"/>
                <ns1:gd name="T59" fmla="*/ 112 h 120"/>
                <ns1:gd name="T60" fmla="*/ 64 w 120"/>
                <ns1:gd name="T61" fmla="*/ 108 h 120"/>
                <ns1:gd name="T62" fmla="*/ 64 w 120"/>
                <ns1:gd name="T63" fmla="*/ 103 h 120"/>
                <ns1:gd name="T64" fmla="*/ 67 w 120"/>
                <ns1:gd name="T65" fmla="*/ 99 h 120"/>
                <ns1:gd name="T66" fmla="*/ 99 w 120"/>
                <ns1:gd name="T67" fmla="*/ 67 h 120"/>
                <ns1:gd name="T68" fmla="*/ 103 w 120"/>
                <ns1:gd name="T69" fmla="*/ 64 h 120"/>
                <ns1:gd name="T70" fmla="*/ 108 w 120"/>
                <ns1:gd name="T71" fmla="*/ 64 h 120"/>
                <ns1:gd name="T72" fmla="*/ 112 w 120"/>
                <ns1:gd name="T73" fmla="*/ 60 h 120"/>
                <ns1:gd name="T74" fmla="*/ 108 w 120"/>
                <ns1:gd name="T75" fmla="*/ 56 h 120"/>
                <ns1:gd name="T76" fmla="*/ 103 w 120"/>
                <ns1:gd name="T77" fmla="*/ 56 h 120"/>
                <ns1:gd name="T78" fmla="*/ 99 w 120"/>
                <ns1:gd name="T79" fmla="*/ 53 h 120"/>
                <ns1:gd name="T80" fmla="*/ 67 w 120"/>
                <ns1:gd name="T81" fmla="*/ 21 h 120"/>
                <ns1:gd name="T82" fmla="*/ 64 w 120"/>
                <ns1:gd name="T83" fmla="*/ 17 h 120"/>
                <ns1:gd name="T84" fmla="*/ 64 w 120"/>
                <ns1:gd name="T85" fmla="*/ 12 h 120"/>
                <ns1:gd name="T86" fmla="*/ 60 w 120"/>
                <ns1:gd name="T87" fmla="*/ 8 h 120"/>
                <ns1:gd name="T88" fmla="*/ 56 w 120"/>
                <ns1:gd name="T89" fmla="*/ 12 h 120"/>
                <ns1:gd name="T90" fmla="*/ 56 w 120"/>
                <ns1:gd name="T91" fmla="*/ 17 h 120"/>
                <ns1:gd name="T92" fmla="*/ 53 w 120"/>
                <ns1:gd name="T93" fmla="*/ 21 h 120"/>
                <ns1:gd name="T94" fmla="*/ 21 w 120"/>
                <ns1:gd name="T95" fmla="*/ 53 h 120"/>
                <ns1:gd name="T96" fmla="*/ 17 w 120"/>
                <ns1:gd name="T97" fmla="*/ 56 h 120"/>
                <ns1:gd name="T98" fmla="*/ 12 w 120"/>
                <ns1:gd name="T99" fmla="*/ 56 h 120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  <ns1:cxn ang="0">
                  <ns1:pos x="T14" y="T15"/>
                </ns1:cxn>
                <ns1:cxn ang="0">
                  <ns1:pos x="T16" y="T17"/>
                </ns1:cxn>
                <ns1:cxn ang="0">
                  <ns1:pos x="T18" y="T19"/>
                </ns1:cxn>
                <ns1:cxn ang="0">
                  <ns1:pos x="T20" y="T21"/>
                </ns1:cxn>
                <ns1:cxn ang="0">
                  <ns1:pos x="T22" y="T23"/>
                </ns1:cxn>
                <ns1:cxn ang="0">
                  <ns1:pos x="T24" y="T25"/>
                </ns1:cxn>
                <ns1:cxn ang="0">
                  <ns1:pos x="T26" y="T27"/>
                </ns1:cxn>
                <ns1:cxn ang="0">
                  <ns1:pos x="T28" y="T29"/>
                </ns1:cxn>
                <ns1:cxn ang="0">
                  <ns1:pos x="T30" y="T31"/>
                </ns1:cxn>
                <ns1:cxn ang="0">
                  <ns1:pos x="T32" y="T33"/>
                </ns1:cxn>
                <ns1:cxn ang="0">
                  <ns1:pos x="T34" y="T35"/>
                </ns1:cxn>
                <ns1:cxn ang="0">
                  <ns1:pos x="T36" y="T37"/>
                </ns1:cxn>
                <ns1:cxn ang="0">
                  <ns1:pos x="T38" y="T39"/>
                </ns1:cxn>
                <ns1:cxn ang="0">
                  <ns1:pos x="T40" y="T41"/>
                </ns1:cxn>
                <ns1:cxn ang="0">
                  <ns1:pos x="T42" y="T43"/>
                </ns1:cxn>
                <ns1:cxn ang="0">
                  <ns1:pos x="T44" y="T45"/>
                </ns1:cxn>
                <ns1:cxn ang="0">
                  <ns1:pos x="T46" y="T47"/>
                </ns1:cxn>
                <ns1:cxn ang="0">
                  <ns1:pos x="T48" y="T49"/>
                </ns1:cxn>
                <ns1:cxn ang="0">
                  <ns1:pos x="T50" y="T51"/>
                </ns1:cxn>
                <ns1:cxn ang="0">
                  <ns1:pos x="T52" y="T53"/>
                </ns1:cxn>
                <ns1:cxn ang="0">
                  <ns1:pos x="T54" y="T55"/>
                </ns1:cxn>
                <ns1:cxn ang="0">
                  <ns1:pos x="T56" y="T57"/>
                </ns1:cxn>
                <ns1:cxn ang="0">
                  <ns1:pos x="T58" y="T59"/>
                </ns1:cxn>
                <ns1:cxn ang="0">
                  <ns1:pos x="T60" y="T61"/>
                </ns1:cxn>
                <ns1:cxn ang="0">
                  <ns1:pos x="T62" y="T63"/>
                </ns1:cxn>
                <ns1:cxn ang="0">
                  <ns1:pos x="T64" y="T65"/>
                </ns1:cxn>
                <ns1:cxn ang="0">
                  <ns1:pos x="T66" y="T67"/>
                </ns1:cxn>
                <ns1:cxn ang="0">
                  <ns1:pos x="T68" y="T69"/>
                </ns1:cxn>
                <ns1:cxn ang="0">
                  <ns1:pos x="T70" y="T71"/>
                </ns1:cxn>
                <ns1:cxn ang="0">
                  <ns1:pos x="T72" y="T73"/>
                </ns1:cxn>
                <ns1:cxn ang="0">
                  <ns1:pos x="T74" y="T75"/>
                </ns1:cxn>
                <ns1:cxn ang="0">
                  <ns1:pos x="T76" y="T77"/>
                </ns1:cxn>
                <ns1:cxn ang="0">
                  <ns1:pos x="T78" y="T79"/>
                </ns1:cxn>
                <ns1:cxn ang="0">
                  <ns1:pos x="T80" y="T81"/>
                </ns1:cxn>
                <ns1:cxn ang="0">
                  <ns1:pos x="T82" y="T83"/>
                </ns1:cxn>
                <ns1:cxn ang="0">
                  <ns1:pos x="T84" y="T85"/>
                </ns1:cxn>
                <ns1:cxn ang="0">
                  <ns1:pos x="T86" y="T87"/>
                </ns1:cxn>
                <ns1:cxn ang="0">
                  <ns1:pos x="T88" y="T89"/>
                </ns1:cxn>
                <ns1:cxn ang="0">
                  <ns1:pos x="T90" y="T91"/>
                </ns1:cxn>
                <ns1:cxn ang="0">
                  <ns1:pos x="T92" y="T93"/>
                </ns1:cxn>
                <ns1:cxn ang="0">
                  <ns1:pos x="T94" y="T95"/>
                </ns1:cxn>
                <ns1:cxn ang="0">
                  <ns1:pos x="T96" y="T97"/>
                </ns1:cxn>
                <ns1:cxn ang="0">
                  <ns1:pos x="T98" y="T99"/>
                </ns1:cxn>
              </ns1:cxnLst>
              <ns1:rect l="0" t="0" r="r" b="b"/>
              <ns1:pathLst>
                <ns1:path w="120" h="120">
                  <ns1:moveTo>
                    <ns1:pt x="60" y="120"/>
                  </ns1:moveTo>
                  <ns1:cubicBezTo>
                    <ns1:pt x="53" y="120"/>
                    <ns1:pt x="48" y="115"/>
                    <ns1:pt x="48" y="108"/>
                  </ns1:cubicBezTo>
                  <ns1:cubicBezTo>
                    <ns1:pt x="48" y="106"/>
                    <ns1:pt x="48" y="106"/>
                    <ns1:pt x="48" y="106"/>
                  </ns1:cubicBezTo>
                  <ns1:cubicBezTo>
                    <ns1:pt x="31" y="102"/>
                    <ns1:pt x="18" y="89"/>
                    <ns1:pt x="14" y="72"/>
                  </ns1:cubicBezTo>
                  <ns1:cubicBezTo>
                    <ns1:pt x="12" y="72"/>
                    <ns1:pt x="12" y="72"/>
                    <ns1:pt x="12" y="72"/>
                  </ns1:cubicBezTo>
                  <ns1:cubicBezTo>
                    <ns1:pt x="5" y="72"/>
                    <ns1:pt x="0" y="67"/>
                    <ns1:pt x="0" y="60"/>
                  </ns1:cubicBezTo>
                  <ns1:cubicBezTo>
                    <ns1:pt x="0" y="53"/>
                    <ns1:pt x="5" y="48"/>
                    <ns1:pt x="12" y="48"/>
                  </ns1:cubicBezTo>
                  <ns1:cubicBezTo>
                    <ns1:pt x="14" y="48"/>
                    <ns1:pt x="14" y="48"/>
                    <ns1:pt x="14" y="48"/>
                  </ns1:cubicBezTo>
                  <ns1:cubicBezTo>
                    <ns1:pt x="18" y="31"/>
                    <ns1:pt x="31" y="18"/>
                    <ns1:pt x="48" y="14"/>
                  </ns1:cubicBezTo>
                  <ns1:cubicBezTo>
                    <ns1:pt x="48" y="12"/>
                    <ns1:pt x="48" y="12"/>
                    <ns1:pt x="48" y="12"/>
                  </ns1:cubicBezTo>
                  <ns1:cubicBezTo>
                    <ns1:pt x="48" y="5"/>
                    <ns1:pt x="53" y="0"/>
                    <ns1:pt x="60" y="0"/>
                  </ns1:cubicBezTo>
                  <ns1:cubicBezTo>
                    <ns1:pt x="67" y="0"/>
                    <ns1:pt x="72" y="5"/>
                    <ns1:pt x="72" y="12"/>
                  </ns1:cubicBezTo>
                  <ns1:cubicBezTo>
                    <ns1:pt x="72" y="14"/>
                    <ns1:pt x="72" y="14"/>
                    <ns1:pt x="72" y="14"/>
                  </ns1:cubicBezTo>
                  <ns1:cubicBezTo>
                    <ns1:pt x="89" y="18"/>
                    <ns1:pt x="102" y="31"/>
                    <ns1:pt x="106" y="48"/>
                  </ns1:cubicBezTo>
                  <ns1:cubicBezTo>
                    <ns1:pt x="108" y="48"/>
                    <ns1:pt x="108" y="48"/>
                    <ns1:pt x="108" y="48"/>
                  </ns1:cubicBezTo>
                  <ns1:cubicBezTo>
                    <ns1:pt x="115" y="48"/>
                    <ns1:pt x="120" y="53"/>
                    <ns1:pt x="120" y="60"/>
                  </ns1:cubicBezTo>
                  <ns1:cubicBezTo>
                    <ns1:pt x="120" y="67"/>
                    <ns1:pt x="115" y="72"/>
                    <ns1:pt x="108" y="72"/>
                  </ns1:cubicBezTo>
                  <ns1:cubicBezTo>
                    <ns1:pt x="106" y="72"/>
                    <ns1:pt x="106" y="72"/>
                    <ns1:pt x="106" y="72"/>
                  </ns1:cubicBezTo>
                  <ns1:cubicBezTo>
                    <ns1:pt x="102" y="89"/>
                    <ns1:pt x="89" y="102"/>
                    <ns1:pt x="72" y="106"/>
                  </ns1:cubicBezTo>
                  <ns1:cubicBezTo>
                    <ns1:pt x="72" y="108"/>
                    <ns1:pt x="72" y="108"/>
                    <ns1:pt x="72" y="108"/>
                  </ns1:cubicBezTo>
                  <ns1:cubicBezTo>
                    <ns1:pt x="72" y="115"/>
                    <ns1:pt x="67" y="120"/>
                    <ns1:pt x="60" y="120"/>
                  </ns1:cubicBezTo>
                  <ns1:close/>
                  <ns1:moveTo>
                    <ns1:pt x="12" y="56"/>
                  </ns1:moveTo>
                  <ns1:cubicBezTo>
                    <ns1:pt x="10" y="56"/>
                    <ns1:pt x="8" y="58"/>
                    <ns1:pt x="8" y="60"/>
                  </ns1:cubicBezTo>
                  <ns1:cubicBezTo>
                    <ns1:pt x="8" y="62"/>
                    <ns1:pt x="10" y="64"/>
                    <ns1:pt x="12" y="64"/>
                  </ns1:cubicBezTo>
                  <ns1:cubicBezTo>
                    <ns1:pt x="17" y="64"/>
                    <ns1:pt x="17" y="64"/>
                    <ns1:pt x="17" y="64"/>
                  </ns1:cubicBezTo>
                  <ns1:cubicBezTo>
                    <ns1:pt x="19" y="64"/>
                    <ns1:pt x="20" y="65"/>
                    <ns1:pt x="21" y="67"/>
                  </ns1:cubicBezTo>
                  <ns1:cubicBezTo>
                    <ns1:pt x="24" y="83"/>
                    <ns1:pt x="37" y="96"/>
                    <ns1:pt x="53" y="99"/>
                  </ns1:cubicBezTo>
                  <ns1:cubicBezTo>
                    <ns1:pt x="55" y="100"/>
                    <ns1:pt x="56" y="101"/>
                    <ns1:pt x="56" y="103"/>
                  </ns1:cubicBezTo>
                  <ns1:cubicBezTo>
                    <ns1:pt x="56" y="108"/>
                    <ns1:pt x="56" y="108"/>
                    <ns1:pt x="56" y="108"/>
                  </ns1:cubicBezTo>
                  <ns1:cubicBezTo>
                    <ns1:pt x="56" y="110"/>
                    <ns1:pt x="58" y="112"/>
                    <ns1:pt x="60" y="112"/>
                  </ns1:cubicBezTo>
                  <ns1:cubicBezTo>
                    <ns1:pt x="62" y="112"/>
                    <ns1:pt x="64" y="110"/>
                    <ns1:pt x="64" y="108"/>
                  </ns1:cubicBezTo>
                  <ns1:cubicBezTo>
                    <ns1:pt x="64" y="103"/>
                    <ns1:pt x="64" y="103"/>
                    <ns1:pt x="64" y="103"/>
                  </ns1:cubicBezTo>
                  <ns1:cubicBezTo>
                    <ns1:pt x="64" y="101"/>
                    <ns1:pt x="65" y="100"/>
                    <ns1:pt x="67" y="99"/>
                  </ns1:cubicBezTo>
                  <ns1:cubicBezTo>
                    <ns1:pt x="83" y="96"/>
                    <ns1:pt x="96" y="83"/>
                    <ns1:pt x="99" y="67"/>
                  </ns1:cubicBezTo>
                  <ns1:cubicBezTo>
                    <ns1:pt x="100" y="65"/>
                    <ns1:pt x="101" y="64"/>
                    <ns1:pt x="103" y="64"/>
                  </ns1:cubicBezTo>
                  <ns1:cubicBezTo>
                    <ns1:pt x="108" y="64"/>
                    <ns1:pt x="108" y="64"/>
                    <ns1:pt x="108" y="64"/>
                  </ns1:cubicBezTo>
                  <ns1:cubicBezTo>
                    <ns1:pt x="110" y="64"/>
                    <ns1:pt x="112" y="62"/>
                    <ns1:pt x="112" y="60"/>
                  </ns1:cubicBezTo>
                  <ns1:cubicBezTo>
                    <ns1:pt x="112" y="58"/>
                    <ns1:pt x="110" y="56"/>
                    <ns1:pt x="108" y="56"/>
                  </ns1:cubicBezTo>
                  <ns1:cubicBezTo>
                    <ns1:pt x="103" y="56"/>
                    <ns1:pt x="103" y="56"/>
                    <ns1:pt x="103" y="56"/>
                  </ns1:cubicBezTo>
                  <ns1:cubicBezTo>
                    <ns1:pt x="101" y="56"/>
                    <ns1:pt x="100" y="55"/>
                    <ns1:pt x="99" y="53"/>
                  </ns1:cubicBezTo>
                  <ns1:cubicBezTo>
                    <ns1:pt x="96" y="37"/>
                    <ns1:pt x="83" y="24"/>
                    <ns1:pt x="67" y="21"/>
                  </ns1:cubicBezTo>
                  <ns1:cubicBezTo>
                    <ns1:pt x="65" y="20"/>
                    <ns1:pt x="64" y="19"/>
                    <ns1:pt x="64" y="17"/>
                  </ns1:cubicBezTo>
                  <ns1:cubicBezTo>
                    <ns1:pt x="64" y="12"/>
                    <ns1:pt x="64" y="12"/>
                    <ns1:pt x="64" y="12"/>
                  </ns1:cubicBezTo>
                  <ns1:cubicBezTo>
                    <ns1:pt x="64" y="10"/>
                    <ns1:pt x="62" y="8"/>
                    <ns1:pt x="60" y="8"/>
                  </ns1:cubicBezTo>
                  <ns1:cubicBezTo>
                    <ns1:pt x="58" y="8"/>
                    <ns1:pt x="56" y="10"/>
                    <ns1:pt x="56" y="12"/>
                  </ns1:cubicBezTo>
                  <ns1:cubicBezTo>
                    <ns1:pt x="56" y="17"/>
                    <ns1:pt x="56" y="17"/>
                    <ns1:pt x="56" y="17"/>
                  </ns1:cubicBezTo>
                  <ns1:cubicBezTo>
                    <ns1:pt x="56" y="19"/>
                    <ns1:pt x="55" y="20"/>
                    <ns1:pt x="53" y="21"/>
                  </ns1:cubicBezTo>
                  <ns1:cubicBezTo>
                    <ns1:pt x="37" y="24"/>
                    <ns1:pt x="24" y="37"/>
                    <ns1:pt x="21" y="53"/>
                  </ns1:cubicBezTo>
                  <ns1:cubicBezTo>
                    <ns1:pt x="20" y="55"/>
                    <ns1:pt x="19" y="56"/>
                    <ns1:pt x="17" y="56"/>
                  </ns1:cubicBezTo>
                  <ns1:lnTo>
                    <ns1:pt x="12" y="56"/>
                  </ns1:lnTo>
                  <ns1:close/>
                </ns1:path>
              </ns1:pathLst>
            </ns1:custGeom>
            <ns1:grpFill/>
            <ns1:ln>
              <ns1:noFill/>
            </ns1:ln>
            <ns1:extLst>
              <ns1:ext uri="{91240B29-F687-4F45-9708-019B960494DF}">
                <ns2:hiddenLine w="9525">
                  <ns1:solidFill>
                    <ns1:srgbClr val="000000"/>
                  </ns1:solidFill>
                  <ns1:round/>
                  <ns1:headEnd/>
                  <ns1:tailEnd/>
                </ns2:hiddenLine>
              </ns1:ext>
            </ns1:extLst>
          </ns0:spPr>
          <ns0:txBody>
            <ns1:bodyPr vert="horz" wrap="square" lIns="91440" tIns="45720" rIns="91440" bIns="45720" numCol="1" anchor="t" anchorCtr="0" compatLnSpc="1">
              <ns1:prstTxWarp prst="textNoShape">
                <ns1:avLst/>
              </ns1:prstTxWarp>
            </ns1:bodyPr>
            <ns1:lstStyle/>
            <ns1:p>
              <ns1:endParaRPr lang="id-ID" sz="2700"/>
            </ns1:p>
          </ns0:txBody>
        </ns0:sp>
        <ns0:sp>
          <ns0:nvSpPr>
            <ns0:cNvPr id="100" name="Freeform 71"/>
            <ns0:cNvSpPr>
              <ns1:spLocks noEditPoints="1"/>
            </ns0:cNvSpPr>
            <ns0:nvPr/>
          </ns0:nvSpPr>
          <ns0:spPr bwMode="auto">
            <ns1:xfrm>
              <ns1:off x="6361114" y="2338388"/>
              <ns1:ext cx="117475" cy="117475"/>
            </ns1:xfrm>
            <ns1:custGeom>
              <ns1:avLst/>
              <ns1:gdLst>
                <ns1:gd name="T0" fmla="*/ 22 w 44"/>
                <ns1:gd name="T1" fmla="*/ 44 h 44"/>
                <ns1:gd name="T2" fmla="*/ 0 w 44"/>
                <ns1:gd name="T3" fmla="*/ 22 h 44"/>
                <ns1:gd name="T4" fmla="*/ 22 w 44"/>
                <ns1:gd name="T5" fmla="*/ 0 h 44"/>
                <ns1:gd name="T6" fmla="*/ 44 w 44"/>
                <ns1:gd name="T7" fmla="*/ 22 h 44"/>
                <ns1:gd name="T8" fmla="*/ 22 w 44"/>
                <ns1:gd name="T9" fmla="*/ 44 h 44"/>
                <ns1:gd name="T10" fmla="*/ 22 w 44"/>
                <ns1:gd name="T11" fmla="*/ 4 h 44"/>
                <ns1:gd name="T12" fmla="*/ 4 w 44"/>
                <ns1:gd name="T13" fmla="*/ 22 h 44"/>
                <ns1:gd name="T14" fmla="*/ 22 w 44"/>
                <ns1:gd name="T15" fmla="*/ 40 h 44"/>
                <ns1:gd name="T16" fmla="*/ 40 w 44"/>
                <ns1:gd name="T17" fmla="*/ 22 h 44"/>
                <ns1:gd name="T18" fmla="*/ 22 w 44"/>
                <ns1:gd name="T19" fmla="*/ 4 h 44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  <ns1:cxn ang="0">
                  <ns1:pos x="T14" y="T15"/>
                </ns1:cxn>
                <ns1:cxn ang="0">
                  <ns1:pos x="T16" y="T17"/>
                </ns1:cxn>
                <ns1:cxn ang="0">
                  <ns1:pos x="T18" y="T19"/>
                </ns1:cxn>
              </ns1:cxnLst>
              <ns1:rect l="0" t="0" r="r" b="b"/>
              <ns1:pathLst>
                <ns1:path w="44" h="44">
                  <ns1:moveTo>
                    <ns1:pt x="22" y="44"/>
                  </ns1:moveTo>
                  <ns1:cubicBezTo>
                    <ns1:pt x="10" y="44"/>
                    <ns1:pt x="0" y="34"/>
                    <ns1:pt x="0" y="22"/>
                  </ns1:cubicBezTo>
                  <ns1:cubicBezTo>
                    <ns1:pt x="0" y="10"/>
                    <ns1:pt x="10" y="0"/>
                    <ns1:pt x="22" y="0"/>
                  </ns1:cubicBezTo>
                  <ns1:cubicBezTo>
                    <ns1:pt x="34" y="0"/>
                    <ns1:pt x="44" y="10"/>
                    <ns1:pt x="44" y="22"/>
                  </ns1:cubicBezTo>
                  <ns1:cubicBezTo>
                    <ns1:pt x="44" y="34"/>
                    <ns1:pt x="34" y="44"/>
                    <ns1:pt x="22" y="44"/>
                  </ns1:cubicBezTo>
                  <ns1:close/>
                  <ns1:moveTo>
                    <ns1:pt x="22" y="4"/>
                  </ns1:moveTo>
                  <ns1:cubicBezTo>
                    <ns1:pt x="12" y="4"/>
                    <ns1:pt x="4" y="12"/>
                    <ns1:pt x="4" y="22"/>
                  </ns1:cubicBezTo>
                  <ns1:cubicBezTo>
                    <ns1:pt x="4" y="32"/>
                    <ns1:pt x="12" y="40"/>
                    <ns1:pt x="22" y="40"/>
                  </ns1:cubicBezTo>
                  <ns1:cubicBezTo>
                    <ns1:pt x="32" y="40"/>
                    <ns1:pt x="40" y="32"/>
                    <ns1:pt x="40" y="22"/>
                  </ns1:cubicBezTo>
                  <ns1:cubicBezTo>
                    <ns1:pt x="40" y="12"/>
                    <ns1:pt x="32" y="4"/>
                    <ns1:pt x="22" y="4"/>
                  </ns1:cubicBezTo>
                  <ns1:close/>
                </ns1:path>
              </ns1:pathLst>
            </ns1:custGeom>
            <ns1:grpFill/>
            <ns1:ln>
              <ns1:noFill/>
            </ns1:ln>
            <ns1:extLst>
              <ns1:ext uri="{91240B29-F687-4F45-9708-019B960494DF}">
                <ns2:hiddenLine w="9525">
                  <ns1:solidFill>
                    <ns1:srgbClr val="000000"/>
                  </ns1:solidFill>
                  <ns1:round/>
                  <ns1:headEnd/>
                  <ns1:tailEnd/>
                </ns2:hiddenLine>
              </ns1:ext>
            </ns1:extLst>
          </ns0:spPr>
          <ns0:txBody>
            <ns1:bodyPr vert="horz" wrap="square" lIns="91440" tIns="45720" rIns="91440" bIns="45720" numCol="1" anchor="t" anchorCtr="0" compatLnSpc="1">
              <ns1:prstTxWarp prst="textNoShape">
                <ns1:avLst/>
              </ns1:prstTxWarp>
            </ns1:bodyPr>
            <ns1:lstStyle/>
            <ns1:p>
              <ns1:endParaRPr lang="id-ID" sz="2700"/>
            </ns1:p>
          </ns0:txBody>
        </ns0:sp>
      </ns0:grpSp>
      <ns0:sp>
        <ns0:nvSpPr>
          <ns0:cNvPr id="101" name="Freeform 7"/>
          <ns0:cNvSpPr>
            <ns1:spLocks/>
          </ns0:cNvSpPr>
          <ns0:nvPr/>
        </ns0:nvSpPr>
        <ns0:spPr bwMode="auto">
          <ns1:xfrm>
            <ns1:off x="11250606" y="3697276"/>
            <ns1:ext cx="474011" cy="463818"/>
          </ns1:xfrm>
          <ns1:custGeom>
            <ns1:avLst/>
            <ns1:gdLst>
              <ns1:gd name="T0" fmla="*/ 104 w 196"/>
              <ns1:gd name="T1" fmla="*/ 174 h 190"/>
              <ns1:gd name="T2" fmla="*/ 102 w 196"/>
              <ns1:gd name="T3" fmla="*/ 162 h 190"/>
              <ns1:gd name="T4" fmla="*/ 82 w 196"/>
              <ns1:gd name="T5" fmla="*/ 144 h 190"/>
              <ns1:gd name="T6" fmla="*/ 99 w 196"/>
              <ns1:gd name="T7" fmla="*/ 110 h 190"/>
              <ns1:gd name="T8" fmla="*/ 132 w 196"/>
              <ns1:gd name="T9" fmla="*/ 127 h 190"/>
              <ns1:gd name="T10" fmla="*/ 126 w 196"/>
              <ns1:gd name="T11" fmla="*/ 154 h 190"/>
              <ns1:gd name="T12" fmla="*/ 131 w 196"/>
              <ns1:gd name="T13" fmla="*/ 162 h 190"/>
              <ns1:gd name="T14" fmla="*/ 153 w 196"/>
              <ns1:gd name="T15" fmla="*/ 151 h 190"/>
              <ns1:gd name="T16" fmla="*/ 158 w 196"/>
              <ns1:gd name="T17" fmla="*/ 141 h 190"/>
              <ns1:gd name="T18" fmla="*/ 143 w 196"/>
              <ns1:gd name="T19" fmla="*/ 106 h 190"/>
              <ns1:gd name="T20" fmla="*/ 148 w 196"/>
              <ns1:gd name="T21" fmla="*/ 102 h 190"/>
              <ns1:gd name="T22" fmla="*/ 175 w 196"/>
              <ns1:gd name="T23" fmla="*/ 109 h 190"/>
              <ns1:gd name="T24" fmla="*/ 192 w 196"/>
              <ns1:gd name="T25" fmla="*/ 75 h 190"/>
              <ns1:gd name="T26" fmla="*/ 158 w 196"/>
              <ns1:gd name="T27" fmla="*/ 58 h 190"/>
              <ns1:gd name="T28" fmla="*/ 140 w 196"/>
              <ns1:gd name="T29" fmla="*/ 79 h 190"/>
              <ns1:gd name="T30" fmla="*/ 133 w 196"/>
              <ns1:gd name="T31" fmla="*/ 80 h 190"/>
              <ns1:gd name="T32" fmla="*/ 125 w 196"/>
              <ns1:gd name="T33" fmla="*/ 40 h 190"/>
              <ns1:gd name="T34" fmla="*/ 115 w 196"/>
              <ns1:gd name="T35" fmla="*/ 35 h 190"/>
              <ns1:gd name="T36" fmla="*/ 74 w 196"/>
              <ns1:gd name="T37" fmla="*/ 53 h 190"/>
              <ns1:gd name="T38" fmla="*/ 71 w 196"/>
              <ns1:gd name="T39" fmla="*/ 49 h 190"/>
              <ns1:gd name="T40" fmla="*/ 78 w 196"/>
              <ns1:gd name="T41" fmla="*/ 22 h 190"/>
              <ns1:gd name="T42" fmla="*/ 44 w 196"/>
              <ns1:gd name="T43" fmla="*/ 5 h 190"/>
              <ns1:gd name="T44" fmla="*/ 27 w 196"/>
              <ns1:gd name="T45" fmla="*/ 38 h 190"/>
              <ns1:gd name="T46" fmla="*/ 48 w 196"/>
              <ns1:gd name="T47" fmla="*/ 56 h 190"/>
              <ns1:gd name="T48" fmla="*/ 49 w 196"/>
              <ns1:gd name="T49" fmla="*/ 62 h 190"/>
              <ns1:gd name="T50" fmla="*/ 6 w 196"/>
              <ns1:gd name="T51" fmla="*/ 71 h 190"/>
              <ns1:gd name="T52" fmla="*/ 1 w 196"/>
              <ns1:gd name="T53" fmla="*/ 81 h 190"/>
              <ns1:gd name="T54" fmla="*/ 10 w 196"/>
              <ns1:gd name="T55" fmla="*/ 123 h 190"/>
              <ns1:gd name="T56" fmla="*/ 19 w 196"/>
              <ns1:gd name="T57" fmla="*/ 121 h 190"/>
              <ns1:gd name="T58" fmla="*/ 37 w 196"/>
              <ns1:gd name="T59" fmla="*/ 101 h 190"/>
              <ns1:gd name="T60" fmla="*/ 71 w 196"/>
              <ns1:gd name="T61" fmla="*/ 118 h 190"/>
              <ns1:gd name="T62" fmla="*/ 54 w 196"/>
              <ns1:gd name="T63" fmla="*/ 152 h 190"/>
              <ns1:gd name="T64" fmla="*/ 27 w 196"/>
              <ns1:gd name="T65" fmla="*/ 145 h 190"/>
              <ns1:gd name="T66" fmla="*/ 20 w 196"/>
              <ns1:gd name="T67" fmla="*/ 149 h 190"/>
              <ns1:gd name="T68" fmla="*/ 34 w 196"/>
              <ns1:gd name="T69" fmla="*/ 182 h 190"/>
              <ns1:gd name="T70" fmla="*/ 44 w 196"/>
              <ns1:gd name="T71" fmla="*/ 187 h 190"/>
              <ns1:gd name="T72" fmla="*/ 104 w 196"/>
              <ns1:gd name="T73" fmla="*/ 174 h 190"/>
            </ns1:gdLst>
            <ns1:ahLst/>
            <ns1:cxnLst>
              <ns1:cxn ang="0">
                <ns1:pos x="T0" y="T1"/>
              </ns1:cxn>
              <ns1:cxn ang="0">
                <ns1:pos x="T2" y="T3"/>
              </ns1:cxn>
              <ns1:cxn ang="0">
                <ns1:pos x="T4" y="T5"/>
              </ns1:cxn>
              <ns1:cxn ang="0">
                <ns1:pos x="T6" y="T7"/>
              </ns1:cxn>
              <ns1:cxn ang="0">
                <ns1:pos x="T8" y="T9"/>
              </ns1:cxn>
              <ns1:cxn ang="0">
                <ns1:pos x="T10" y="T11"/>
              </ns1:cxn>
              <ns1:cxn ang="0">
                <ns1:pos x="T12" y="T13"/>
              </ns1:cxn>
              <ns1:cxn ang="0">
                <ns1:pos x="T14" y="T15"/>
              </ns1:cxn>
              <ns1:cxn ang="0">
                <ns1:pos x="T16" y="T17"/>
              </ns1:cxn>
              <ns1:cxn ang="0">
                <ns1:pos x="T18" y="T19"/>
              </ns1:cxn>
              <ns1:cxn ang="0">
                <ns1:pos x="T20" y="T21"/>
              </ns1:cxn>
              <ns1:cxn ang="0">
                <ns1:pos x="T22" y="T23"/>
              </ns1:cxn>
              <ns1:cxn ang="0">
                <ns1:pos x="T24" y="T25"/>
              </ns1:cxn>
              <ns1:cxn ang="0">
                <ns1:pos x="T26" y="T27"/>
              </ns1:cxn>
              <ns1:cxn ang="0">
                <ns1:pos x="T28" y="T29"/>
              </ns1:cxn>
              <ns1:cxn ang="0">
                <ns1:pos x="T30" y="T31"/>
              </ns1:cxn>
              <ns1:cxn ang="0">
                <ns1:pos x="T32" y="T33"/>
              </ns1:cxn>
              <ns1:cxn ang="0">
                <ns1:pos x="T34" y="T35"/>
              </ns1:cxn>
              <ns1:cxn ang="0">
                <ns1:pos x="T36" y="T37"/>
              </ns1:cxn>
              <ns1:cxn ang="0">
                <ns1:pos x="T38" y="T39"/>
              </ns1:cxn>
              <ns1:cxn ang="0">
                <ns1:pos x="T40" y="T41"/>
              </ns1:cxn>
              <ns1:cxn ang="0">
                <ns1:pos x="T42" y="T43"/>
              </ns1:cxn>
              <ns1:cxn ang="0">
                <ns1:pos x="T44" y="T45"/>
              </ns1:cxn>
              <ns1:cxn ang="0">
                <ns1:pos x="T46" y="T47"/>
              </ns1:cxn>
              <ns1:cxn ang="0">
                <ns1:pos x="T48" y="T49"/>
              </ns1:cxn>
              <ns1:cxn ang="0">
                <ns1:pos x="T50" y="T51"/>
              </ns1:cxn>
              <ns1:cxn ang="0">
                <ns1:pos x="T52" y="T53"/>
              </ns1:cxn>
              <ns1:cxn ang="0">
                <ns1:pos x="T54" y="T55"/>
              </ns1:cxn>
              <ns1:cxn ang="0">
                <ns1:pos x="T56" y="T57"/>
              </ns1:cxn>
              <ns1:cxn ang="0">
                <ns1:pos x="T58" y="T59"/>
              </ns1:cxn>
              <ns1:cxn ang="0">
                <ns1:pos x="T60" y="T61"/>
              </ns1:cxn>
              <ns1:cxn ang="0">
                <ns1:pos x="T62" y="T63"/>
              </ns1:cxn>
              <ns1:cxn ang="0">
                <ns1:pos x="T64" y="T65"/>
              </ns1:cxn>
              <ns1:cxn ang="0">
                <ns1:pos x="T66" y="T67"/>
              </ns1:cxn>
              <ns1:cxn ang="0">
                <ns1:pos x="T68" y="T69"/>
              </ns1:cxn>
              <ns1:cxn ang="0">
                <ns1:pos x="T70" y="T71"/>
              </ns1:cxn>
              <ns1:cxn ang="0">
                <ns1:pos x="T72" y="T73"/>
              </ns1:cxn>
            </ns1:cxnLst>
            <ns1:rect l="0" t="0" r="r" b="b"/>
            <ns1:pathLst>
              <ns1:path w="196" h="190">
                <ns1:moveTo>
                  <ns1:pt x="104" y="174"/>
                </ns1:moveTo>
                <ns1:cubicBezTo>
                  <ns1:pt x="102" y="162"/>
                  <ns1:pt x="102" y="162"/>
                  <ns1:pt x="102" y="162"/>
                </ns1:cubicBezTo>
                <ns1:cubicBezTo>
                  <ns1:pt x="93" y="160"/>
                  <ns1:pt x="85" y="153"/>
                  <ns1:pt x="82" y="144"/>
                </ns1:cubicBezTo>
                <ns1:cubicBezTo>
                  <ns1:pt x="77" y="130"/>
                  <ns1:pt x="85" y="115"/>
                  <ns1:pt x="99" y="110"/>
                </ns1:cubicBezTo>
                <ns1:cubicBezTo>
                  <ns1:pt x="113" y="106"/>
                  <ns1:pt x="128" y="113"/>
                  <ns1:pt x="132" y="127"/>
                </ns1:cubicBezTo>
                <ns1:cubicBezTo>
                  <ns1:pt x="135" y="137"/>
                  <ns1:pt x="133" y="147"/>
                  <ns1:pt x="126" y="154"/>
                </ns1:cubicBezTo>
                <ns1:cubicBezTo>
                  <ns1:pt x="131" y="162"/>
                  <ns1:pt x="131" y="162"/>
                  <ns1:pt x="131" y="162"/>
                </ns1:cubicBezTo>
                <ns1:cubicBezTo>
                  <ns1:pt x="144" y="156"/>
                  <ns1:pt x="153" y="151"/>
                  <ns1:pt x="153" y="151"/>
                </ns1:cubicBezTo>
                <ns1:cubicBezTo>
                  <ns1:pt x="157" y="150"/>
                  <ns1:pt x="159" y="145"/>
                  <ns1:pt x="158" y="141"/>
                </ns1:cubicBezTo>
                <ns1:cubicBezTo>
                  <ns1:pt x="158" y="141"/>
                  <ns1:pt x="151" y="125"/>
                  <ns1:pt x="143" y="106"/>
                </ns1:cubicBezTo>
                <ns1:cubicBezTo>
                  <ns1:pt x="148" y="102"/>
                  <ns1:pt x="148" y="102"/>
                  <ns1:pt x="148" y="102"/>
                </ns1:cubicBezTo>
                <ns1:cubicBezTo>
                  <ns1:pt x="154" y="109"/>
                  <ns1:pt x="165" y="112"/>
                  <ns1:pt x="175" y="109"/>
                </ns1:cubicBezTo>
                <ns1:cubicBezTo>
                  <ns1:pt x="189" y="104"/>
                  <ns1:pt x="196" y="89"/>
                  <ns1:pt x="192" y="75"/>
                </ns1:cubicBezTo>
                <ns1:cubicBezTo>
                  <ns1:pt x="187" y="61"/>
                  <ns1:pt x="172" y="54"/>
                  <ns1:pt x="158" y="58"/>
                </ns1:cubicBezTo>
                <ns1:cubicBezTo>
                  <ns1:pt x="148" y="61"/>
                  <ns1:pt x="142" y="70"/>
                  <ns1:pt x="140" y="79"/>
                </ns1:cubicBezTo>
                <ns1:cubicBezTo>
                  <ns1:pt x="133" y="80"/>
                  <ns1:pt x="133" y="80"/>
                  <ns1:pt x="133" y="80"/>
                </ns1:cubicBezTo>
                <ns1:cubicBezTo>
                  <ns1:pt x="129" y="65"/>
                  <ns1:pt x="125" y="50"/>
                  <ns1:pt x="125" y="40"/>
                </ns1:cubicBezTo>
                <ns1:cubicBezTo>
                  <ns1:pt x="121" y="37"/>
                  <ns1:pt x="119" y="34"/>
                  <ns1:pt x="115" y="35"/>
                </ns1:cubicBezTo>
                <ns1:cubicBezTo>
                  <ns1:pt x="115" y="35"/>
                  <ns1:pt x="96" y="44"/>
                  <ns1:pt x="74" y="53"/>
                </ns1:cubicBezTo>
                <ns1:cubicBezTo>
                  <ns1:pt x="71" y="49"/>
                  <ns1:pt x="71" y="49"/>
                  <ns1:pt x="71" y="49"/>
                </ns1:cubicBezTo>
                <ns1:cubicBezTo>
                  <ns1:pt x="78" y="42"/>
                  <ns1:pt x="81" y="32"/>
                  <ns1:pt x="78" y="22"/>
                </ns1:cubicBezTo>
                <ns1:cubicBezTo>
                  <ns1:pt x="73" y="8"/>
                  <ns1:pt x="58" y="0"/>
                  <ns1:pt x="44" y="5"/>
                </ns1:cubicBezTo>
                <ns1:cubicBezTo>
                  <ns1:pt x="30" y="9"/>
                  <ns1:pt x="23" y="24"/>
                  <ns1:pt x="27" y="38"/>
                </ns1:cubicBezTo>
                <ns1:cubicBezTo>
                  <ns1:pt x="31" y="48"/>
                  <ns1:pt x="39" y="54"/>
                  <ns1:pt x="48" y="56"/>
                </ns1:cubicBezTo>
                <ns1:cubicBezTo>
                  <ns1:pt x="49" y="62"/>
                  <ns1:pt x="49" y="62"/>
                  <ns1:pt x="49" y="62"/>
                </ns1:cubicBezTo>
                <ns1:cubicBezTo>
                  <ns1:pt x="31" y="68"/>
                  <ns1:pt x="14" y="73"/>
                  <ns1:pt x="6" y="71"/>
                </ns1:cubicBezTo>
                <ns1:cubicBezTo>
                  <ns1:pt x="2" y="74"/>
                  <ns1:pt x="0" y="77"/>
                  <ns1:pt x="1" y="81"/>
                </ns1:cubicBezTo>
                <ns1:cubicBezTo>
                  <ns1:pt x="0" y="90"/>
                  <ns1:pt x="5" y="106"/>
                  <ns1:pt x="10" y="123"/>
                </ns1:cubicBezTo>
                <ns1:cubicBezTo>
                  <ns1:pt x="19" y="121"/>
                  <ns1:pt x="19" y="121"/>
                  <ns1:pt x="19" y="121"/>
                </ns1:cubicBezTo>
                <ns1:cubicBezTo>
                  <ns1:pt x="21" y="112"/>
                  <ns1:pt x="28" y="104"/>
                  <ns1:pt x="37" y="101"/>
                </ns1:cubicBezTo>
                <ns1:cubicBezTo>
                  <ns1:pt x="51" y="96"/>
                  <ns1:pt x="66" y="104"/>
                  <ns1:pt x="71" y="118"/>
                </ns1:cubicBezTo>
                <ns1:cubicBezTo>
                  <ns1:pt x="75" y="132"/>
                  <ns1:pt x="68" y="147"/>
                  <ns1:pt x="54" y="152"/>
                </ns1:cubicBezTo>
                <ns1:cubicBezTo>
                  <ns1:pt x="44" y="155"/>
                  <ns1:pt x="34" y="152"/>
                  <ns1:pt x="27" y="145"/>
                </ns1:cubicBezTo>
                <ns1:cubicBezTo>
                  <ns1:pt x="20" y="149"/>
                  <ns1:pt x="20" y="149"/>
                  <ns1:pt x="20" y="149"/>
                </ns1:cubicBezTo>
                <ns1:cubicBezTo>
                  <ns1:pt x="28" y="168"/>
                  <ns1:pt x="34" y="182"/>
                  <ns1:pt x="34" y="182"/>
                </ns1:cubicBezTo>
                <ns1:cubicBezTo>
                  <ns1:pt x="36" y="186"/>
                  <ns1:pt x="36" y="186"/>
                  <ns1:pt x="44" y="187"/>
                </ns1:cubicBezTo>
                <ns1:cubicBezTo>
                  <ns1:pt x="57" y="190"/>
                  <ns1:pt x="81" y="183"/>
                  <ns1:pt x="104" y="174"/>
                </ns1:cubicBezTo>
                <ns1:close/>
              </ns1:path>
            </ns1:pathLst>
          </ns1:custGeom>
          <ns1:solidFill>
            <ns1:schemeClr val="tx1"/>
          </ns1:solidFill>
          <ns1:ln>
            <ns1:noFill/>
          </ns1:ln>
        </ns0:spPr>
        <ns0:txBody>
          <ns1:bodyPr vert="horz" wrap="square" lIns="91440" tIns="45720" rIns="91440" bIns="45720" numCol="1" anchor="t" anchorCtr="0" compatLnSpc="1">
            <ns1:prstTxWarp prst="textNoShape">
              <ns1:avLst/>
            </ns1:prstTxWarp>
          </ns1:bodyPr>
          <ns1:lstStyle/>
          <ns1:p>
            <ns1:endParaRPr lang="id-ID" sz="2700"/>
          </ns1:p>
        </ns0:txBody>
      </ns0:sp>
      <ns0:grpSp>
        <ns0:nvGrpSpPr>
          <ns0:cNvPr id="102" name="Group 101"/>
          <ns0:cNvGrpSpPr/>
          <ns0:nvPr/>
        </ns0:nvGrpSpPr>
        <ns0:grpSpPr>
          <ns1:xfrm>
            <ns1:off x="8374502" y="2913816"/>
            <ns1:ext cx="377825" cy="314326"/>
            <ns1:chOff x="11266488" y="4143375"/>
            <ns1:chExt cx="377825" cy="314326"/>
          </ns1:xfrm>
          <ns1:solidFill>
            <ns1:schemeClr val="tx1"/>
          </ns1:solidFill>
        </ns0:grpSpPr>
        <ns0:sp>
          <ns0:nvSpPr>
            <ns0:cNvPr id="103" name="Oval 9"/>
            <ns0:cNvSpPr>
              <ns1:spLocks noChangeArrowheads="1"/>
            </ns0:cNvSpPr>
            <ns0:nvPr/>
          </ns0:nvSpPr>
          <ns0:spPr bwMode="auto">
            <ns1:xfrm>
              <ns1:off x="11417301" y="4379913"/>
              <ns1:ext cx="76200" cy="77788"/>
            </ns1:xfrm>
            <ns1:prstGeom prst="ellipse">
              <ns1:avLst/>
            </ns1:prstGeom>
            <ns1:grpFill/>
            <ns1:ln>
              <ns1:noFill/>
            </ns1:ln>
            <ns1:extLst>
              <ns1:ext uri="{91240B29-F687-4F45-9708-019B960494DF}">
                <ns2:hiddenLine w="9525">
                  <ns1:solidFill>
                    <ns1:srgbClr val="000000"/>
                  </ns1:solidFill>
                  <ns1:round/>
                  <ns1:headEnd/>
                  <ns1:tailEnd/>
                </ns2:hiddenLine>
              </ns1:ext>
            </ns1:extLst>
          </ns0:spPr>
          <ns0:txBody>
            <ns1:bodyPr vert="horz" wrap="square" lIns="91440" tIns="45720" rIns="91440" bIns="45720" numCol="1" anchor="t" anchorCtr="0" compatLnSpc="1">
              <ns1:prstTxWarp prst="textNoShape">
                <ns1:avLst/>
              </ns1:prstTxWarp>
            </ns1:bodyPr>
            <ns1:lstStyle/>
            <ns1:p>
              <ns1:endParaRPr lang="id-ID" sz="2700"/>
            </ns1:p>
          </ns0:txBody>
        </ns0:sp>
        <ns0:sp>
          <ns0:nvSpPr>
            <ns0:cNvPr id="104" name="Freeform 10"/>
            <ns0:cNvSpPr>
              <ns1:spLocks/>
            </ns0:cNvSpPr>
            <ns0:nvPr/>
          </ns0:nvSpPr>
          <ns0:spPr bwMode="auto">
            <ns1:xfrm>
              <ns1:off x="11350626" y="4291013"/>
              <ns1:ext cx="209550" cy="77788"/>
            </ns1:xfrm>
            <ns1:custGeom>
              <ns1:avLst/>
              <ns1:gdLst>
                <ns1:gd name="T0" fmla="*/ 50 w 54"/>
                <ns1:gd name="T1" fmla="*/ 20 h 20"/>
                <ns1:gd name="T2" fmla="*/ 46 w 54"/>
                <ns1:gd name="T3" fmla="*/ 18 h 20"/>
                <ns1:gd name="T4" fmla="*/ 27 w 54"/>
                <ns1:gd name="T5" fmla="*/ 8 h 20"/>
                <ns1:gd name="T6" fmla="*/ 8 w 54"/>
                <ns1:gd name="T7" fmla="*/ 18 h 20"/>
                <ns1:gd name="T8" fmla="*/ 2 w 54"/>
                <ns1:gd name="T9" fmla="*/ 19 h 20"/>
                <ns1:gd name="T10" fmla="*/ 1 w 54"/>
                <ns1:gd name="T11" fmla="*/ 13 h 20"/>
                <ns1:gd name="T12" fmla="*/ 27 w 54"/>
                <ns1:gd name="T13" fmla="*/ 0 h 20"/>
                <ns1:gd name="T14" fmla="*/ 53 w 54"/>
                <ns1:gd name="T15" fmla="*/ 13 h 20"/>
                <ns1:gd name="T16" fmla="*/ 52 w 54"/>
                <ns1:gd name="T17" fmla="*/ 19 h 20"/>
                <ns1:gd name="T18" fmla="*/ 50 w 54"/>
                <ns1:gd name="T19" fmla="*/ 20 h 20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  <ns1:cxn ang="0">
                  <ns1:pos x="T14" y="T15"/>
                </ns1:cxn>
                <ns1:cxn ang="0">
                  <ns1:pos x="T16" y="T17"/>
                </ns1:cxn>
                <ns1:cxn ang="0">
                  <ns1:pos x="T18" y="T19"/>
                </ns1:cxn>
              </ns1:cxnLst>
              <ns1:rect l="0" t="0" r="r" b="b"/>
              <ns1:pathLst>
                <ns1:path w="54" h="20">
                  <ns1:moveTo>
                    <ns1:pt x="50" y="20"/>
                  </ns1:moveTo>
                  <ns1:cubicBezTo>
                    <ns1:pt x="48" y="20"/>
                    <ns1:pt x="47" y="19"/>
                    <ns1:pt x="46" y="18"/>
                  </ns1:cubicBezTo>
                  <ns1:cubicBezTo>
                    <ns1:pt x="42" y="12"/>
                    <ns1:pt x="35" y="8"/>
                    <ns1:pt x="27" y="8"/>
                  </ns1:cubicBezTo>
                  <ns1:cubicBezTo>
                    <ns1:pt x="19" y="8"/>
                    <ns1:pt x="12" y="12"/>
                    <ns1:pt x="8" y="18"/>
                  </ns1:cubicBezTo>
                  <ns1:cubicBezTo>
                    <ns1:pt x="6" y="20"/>
                    <ns1:pt x="4" y="20"/>
                    <ns1:pt x="2" y="19"/>
                  </ns1:cubicBezTo>
                  <ns1:cubicBezTo>
                    <ns1:pt x="0" y="17"/>
                    <ns1:pt x="0" y="15"/>
                    <ns1:pt x="1" y="13"/>
                  </ns1:cubicBezTo>
                  <ns1:cubicBezTo>
                    <ns1:pt x="7" y="5"/>
                    <ns1:pt x="17" y="0"/>
                    <ns1:pt x="27" y="0"/>
                  </ns1:cubicBezTo>
                  <ns1:cubicBezTo>
                    <ns1:pt x="37" y="0"/>
                    <ns1:pt x="47" y="5"/>
                    <ns1:pt x="53" y="13"/>
                  </ns1:cubicBezTo>
                  <ns1:cubicBezTo>
                    <ns1:pt x="54" y="15"/>
                    <ns1:pt x="54" y="17"/>
                    <ns1:pt x="52" y="19"/>
                  </ns1:cubicBezTo>
                  <ns1:cubicBezTo>
                    <ns1:pt x="51" y="19"/>
                    <ns1:pt x="50" y="20"/>
                    <ns1:pt x="50" y="20"/>
                  </ns1:cubicBezTo>
                  <ns1:close/>
                </ns1:path>
              </ns1:pathLst>
            </ns1:custGeom>
            <ns1:grpFill/>
            <ns1:ln>
              <ns1:noFill/>
            </ns1:ln>
            <ns1:extLst>
              <ns1:ext uri="{91240B29-F687-4F45-9708-019B960494DF}">
                <ns2:hiddenLine w="9525">
                  <ns1:solidFill>
                    <ns1:srgbClr val="000000"/>
                  </ns1:solidFill>
                  <ns1:round/>
                  <ns1:headEnd/>
                  <ns1:tailEnd/>
                </ns2:hiddenLine>
              </ns1:ext>
            </ns1:extLst>
          </ns0:spPr>
          <ns0:txBody>
            <ns1:bodyPr vert="horz" wrap="square" lIns="91440" tIns="45720" rIns="91440" bIns="45720" numCol="1" anchor="t" anchorCtr="0" compatLnSpc="1">
              <ns1:prstTxWarp prst="textNoShape">
                <ns1:avLst/>
              </ns1:prstTxWarp>
            </ns1:bodyPr>
            <ns1:lstStyle/>
            <ns1:p>
              <ns1:endParaRPr lang="id-ID" sz="2700"/>
            </ns1:p>
          </ns0:txBody>
        </ns0:sp>
        <ns0:sp>
          <ns0:nvSpPr>
            <ns0:cNvPr id="105" name="Freeform 11"/>
            <ns0:cNvSpPr>
              <ns1:spLocks/>
            </ns0:cNvSpPr>
            <ns0:nvPr/>
          </ns0:nvSpPr>
          <ns0:spPr bwMode="auto">
            <ns1:xfrm>
              <ns1:off x="11266488" y="4143375"/>
              <ns1:ext cx="377825" cy="100013"/>
            </ns1:xfrm>
            <ns1:custGeom>
              <ns1:avLst/>
              <ns1:gdLst>
                <ns1:gd name="T0" fmla="*/ 4 w 98"/>
                <ns1:gd name="T1" fmla="*/ 26 h 26"/>
                <ns1:gd name="T2" fmla="*/ 1 w 98"/>
                <ns1:gd name="T3" fmla="*/ 25 h 26"/>
                <ns1:gd name="T4" fmla="*/ 2 w 98"/>
                <ns1:gd name="T5" fmla="*/ 19 h 26"/>
                <ns1:gd name="T6" fmla="*/ 49 w 98"/>
                <ns1:gd name="T7" fmla="*/ 0 h 26"/>
                <ns1:gd name="T8" fmla="*/ 96 w 98"/>
                <ns1:gd name="T9" fmla="*/ 19 h 26"/>
                <ns1:gd name="T10" fmla="*/ 97 w 98"/>
                <ns1:gd name="T11" fmla="*/ 25 h 26"/>
                <ns1:gd name="T12" fmla="*/ 91 w 98"/>
                <ns1:gd name="T13" fmla="*/ 25 h 26"/>
                <ns1:gd name="T14" fmla="*/ 49 w 98"/>
                <ns1:gd name="T15" fmla="*/ 8 h 26"/>
                <ns1:gd name="T16" fmla="*/ 7 w 98"/>
                <ns1:gd name="T17" fmla="*/ 25 h 26"/>
                <ns1:gd name="T18" fmla="*/ 4 w 98"/>
                <ns1:gd name="T19" fmla="*/ 26 h 26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  <ns1:cxn ang="0">
                  <ns1:pos x="T14" y="T15"/>
                </ns1:cxn>
                <ns1:cxn ang="0">
                  <ns1:pos x="T16" y="T17"/>
                </ns1:cxn>
                <ns1:cxn ang="0">
                  <ns1:pos x="T18" y="T19"/>
                </ns1:cxn>
              </ns1:cxnLst>
              <ns1:rect l="0" t="0" r="r" b="b"/>
              <ns1:pathLst>
                <ns1:path w="98" h="26">
                  <ns1:moveTo>
                    <ns1:pt x="4" y="26"/>
                  </ns1:moveTo>
                  <ns1:cubicBezTo>
                    <ns1:pt x="3" y="26"/>
                    <ns1:pt x="2" y="25"/>
                    <ns1:pt x="1" y="25"/>
                  </ns1:cubicBezTo>
                  <ns1:cubicBezTo>
                    <ns1:pt x="0" y="23"/>
                    <ns1:pt x="0" y="20"/>
                    <ns1:pt x="2" y="19"/>
                  </ns1:cubicBezTo>
                  <ns1:cubicBezTo>
                    <ns1:pt x="15" y="7"/>
                    <ns1:pt x="31" y="0"/>
                    <ns1:pt x="49" y="0"/>
                  </ns1:cubicBezTo>
                  <ns1:cubicBezTo>
                    <ns1:pt x="67" y="0"/>
                    <ns1:pt x="83" y="7"/>
                    <ns1:pt x="96" y="19"/>
                  </ns1:cubicBezTo>
                  <ns1:cubicBezTo>
                    <ns1:pt x="98" y="20"/>
                    <ns1:pt x="98" y="23"/>
                    <ns1:pt x="97" y="25"/>
                  </ns1:cubicBezTo>
                  <ns1:cubicBezTo>
                    <ns1:pt x="95" y="26"/>
                    <ns1:pt x="93" y="26"/>
                    <ns1:pt x="91" y="25"/>
                  </ns1:cubicBezTo>
                  <ns1:cubicBezTo>
                    <ns1:pt x="79" y="14"/>
                    <ns1:pt x="65" y="8"/>
                    <ns1:pt x="49" y="8"/>
                  </ns1:cubicBezTo>
                  <ns1:cubicBezTo>
                    <ns1:pt x="33" y="8"/>
                    <ns1:pt x="19" y="14"/>
                    <ns1:pt x="7" y="25"/>
                  </ns1:cubicBezTo>
                  <ns1:cubicBezTo>
                    <ns1:pt x="6" y="26"/>
                    <ns1:pt x="5" y="26"/>
                    <ns1:pt x="4" y="26"/>
                  </ns1:cubicBezTo>
                  <ns1:close/>
                </ns1:path>
              </ns1:pathLst>
            </ns1:custGeom>
            <ns1:grpFill/>
            <ns1:ln>
              <ns1:noFill/>
            </ns1:ln>
            <ns1:extLst>
              <ns1:ext uri="{91240B29-F687-4F45-9708-019B960494DF}">
                <ns2:hiddenLine w="9525">
                  <ns1:solidFill>
                    <ns1:srgbClr val="000000"/>
                  </ns1:solidFill>
                  <ns1:round/>
                  <ns1:headEnd/>
                  <ns1:tailEnd/>
                </ns2:hiddenLine>
              </ns1:ext>
            </ns1:extLst>
          </ns0:spPr>
          <ns0:txBody>
            <ns1:bodyPr vert="horz" wrap="square" lIns="91440" tIns="45720" rIns="91440" bIns="45720" numCol="1" anchor="t" anchorCtr="0" compatLnSpc="1">
              <ns1:prstTxWarp prst="textNoShape">
                <ns1:avLst/>
              </ns1:prstTxWarp>
            </ns1:bodyPr>
            <ns1:lstStyle/>
            <ns1:p>
              <ns1:endParaRPr lang="id-ID" sz="2700"/>
            </ns1:p>
          </ns0:txBody>
        </ns0:sp>
        <ns0:sp>
          <ns0:nvSpPr>
            <ns0:cNvPr id="106" name="Freeform 12"/>
            <ns0:cNvSpPr>
              <ns1:spLocks/>
            </ns0:cNvSpPr>
            <ns0:nvPr/>
          </ns0:nvSpPr>
          <ns0:spPr bwMode="auto">
            <ns1:xfrm>
              <ns1:off x="11307763" y="4216400"/>
              <ns1:ext cx="295275" cy="90488"/>
            </ns1:xfrm>
            <ns1:custGeom>
              <ns1:avLst/>
              <ns1:gdLst>
                <ns1:gd name="T0" fmla="*/ 72 w 76"/>
                <ns1:gd name="T1" fmla="*/ 22 h 23"/>
                <ns1:gd name="T2" fmla="*/ 69 w 76"/>
                <ns1:gd name="T3" fmla="*/ 21 h 23"/>
                <ns1:gd name="T4" fmla="*/ 38 w 76"/>
                <ns1:gd name="T5" fmla="*/ 8 h 23"/>
                <ns1:gd name="T6" fmla="*/ 7 w 76"/>
                <ns1:gd name="T7" fmla="*/ 21 h 23"/>
                <ns1:gd name="T8" fmla="*/ 1 w 76"/>
                <ns1:gd name="T9" fmla="*/ 21 h 23"/>
                <ns1:gd name="T10" fmla="*/ 1 w 76"/>
                <ns1:gd name="T11" fmla="*/ 15 h 23"/>
                <ns1:gd name="T12" fmla="*/ 38 w 76"/>
                <ns1:gd name="T13" fmla="*/ 0 h 23"/>
                <ns1:gd name="T14" fmla="*/ 75 w 76"/>
                <ns1:gd name="T15" fmla="*/ 15 h 23"/>
                <ns1:gd name="T16" fmla="*/ 75 w 76"/>
                <ns1:gd name="T17" fmla="*/ 21 h 23"/>
                <ns1:gd name="T18" fmla="*/ 72 w 76"/>
                <ns1:gd name="T19" fmla="*/ 22 h 23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  <ns1:cxn ang="0">
                  <ns1:pos x="T14" y="T15"/>
                </ns1:cxn>
                <ns1:cxn ang="0">
                  <ns1:pos x="T16" y="T17"/>
                </ns1:cxn>
                <ns1:cxn ang="0">
                  <ns1:pos x="T18" y="T19"/>
                </ns1:cxn>
              </ns1:cxnLst>
              <ns1:rect l="0" t="0" r="r" b="b"/>
              <ns1:pathLst>
                <ns1:path w="76" h="23">
                  <ns1:moveTo>
                    <ns1:pt x="72" y="22"/>
                  </ns1:moveTo>
                  <ns1:cubicBezTo>
                    <ns1:pt x="71" y="22"/>
                    <ns1:pt x="70" y="22"/>
                    <ns1:pt x="69" y="21"/>
                  </ns1:cubicBezTo>
                  <ns1:cubicBezTo>
                    <ns1:pt x="61" y="13"/>
                    <ns1:pt x="50" y="8"/>
                    <ns1:pt x="38" y="8"/>
                  </ns1:cubicBezTo>
                  <ns1:cubicBezTo>
                    <ns1:pt x="26" y="8"/>
                    <ns1:pt x="15" y="13"/>
                    <ns1:pt x="7" y="21"/>
                  </ns1:cubicBezTo>
                  <ns1:cubicBezTo>
                    <ns1:pt x="5" y="23"/>
                    <ns1:pt x="3" y="23"/>
                    <ns1:pt x="1" y="21"/>
                  </ns1:cubicBezTo>
                  <ns1:cubicBezTo>
                    <ns1:pt x="0" y="19"/>
                    <ns1:pt x="0" y="17"/>
                    <ns1:pt x="1" y="15"/>
                  </ns1:cubicBezTo>
                  <ns1:cubicBezTo>
                    <ns1:pt x="11" y="6"/>
                    <ns1:pt x="24" y="0"/>
                    <ns1:pt x="38" y="0"/>
                  </ns1:cubicBezTo>
                  <ns1:cubicBezTo>
                    <ns1:pt x="52" y="0"/>
                    <ns1:pt x="65" y="6"/>
                    <ns1:pt x="75" y="15"/>
                  </ns1:cubicBezTo>
                  <ns1:cubicBezTo>
                    <ns1:pt x="76" y="17"/>
                    <ns1:pt x="76" y="19"/>
                    <ns1:pt x="75" y="21"/>
                  </ns1:cubicBezTo>
                  <ns1:cubicBezTo>
                    <ns1:pt x="74" y="22"/>
                    <ns1:pt x="73" y="22"/>
                    <ns1:pt x="72" y="22"/>
                  </ns1:cubicBezTo>
                  <ns1:close/>
                </ns1:path>
              </ns1:pathLst>
            </ns1:custGeom>
            <ns1:grpFill/>
            <ns1:ln>
              <ns1:noFill/>
            </ns1:ln>
            <ns1:extLst>
              <ns1:ext uri="{91240B29-F687-4F45-9708-019B960494DF}">
                <ns2:hiddenLine w="9525">
                  <ns1:solidFill>
                    <ns1:srgbClr val="000000"/>
                  </ns1:solidFill>
                  <ns1:round/>
                  <ns1:headEnd/>
                  <ns1:tailEnd/>
                </ns2:hiddenLine>
              </ns1:ext>
            </ns1:extLst>
          </ns0:spPr>
          <ns0:txBody>
            <ns1:bodyPr vert="horz" wrap="square" lIns="91440" tIns="45720" rIns="91440" bIns="45720" numCol="1" anchor="t" anchorCtr="0" compatLnSpc="1">
              <ns1:prstTxWarp prst="textNoShape">
                <ns1:avLst/>
              </ns1:prstTxWarp>
            </ns1:bodyPr>
            <ns1:lstStyle/>
            <ns1:p>
              <ns1:endParaRPr lang="id-ID" sz="2700"/>
            </ns1:p>
          </ns0:txBody>
        </ns0:sp>
      </ns0:grpSp>
      <ns0:grpSp>
        <ns0:nvGrpSpPr>
          <ns0:cNvPr id="107" name="Group 106"/>
          <ns0:cNvGrpSpPr/>
          <ns0:nvPr/>
        </ns0:nvGrpSpPr>
        <ns0:grpSpPr>
          <ns1:xfrm>
            <ns1:off x="5331486" y="1221858"/>
            <ns1:ext cx="431800" cy="311150"/>
            <ns1:chOff x="2713038" y="622300"/>
            <ns1:chExt cx="431800" cy="311150"/>
          </ns1:xfrm>
          <ns1:solidFill>
            <ns1:schemeClr val="tx1"/>
          </ns1:solidFill>
        </ns0:grpSpPr>
        <ns0:sp>
          <ns0:nvSpPr>
            <ns0:cNvPr id="108" name="Freeform 16"/>
            <ns0:cNvSpPr>
              <ns1:spLocks/>
            </ns0:cNvSpPr>
            <ns0:nvPr/>
          </ns0:nvSpPr>
          <ns0:spPr bwMode="auto">
            <ns1:xfrm>
              <ns1:off x="2713038" y="654050"/>
              <ns1:ext cx="185738" cy="247650"/>
            </ns1:xfrm>
            <ns1:custGeom>
              <ns1:avLst/>
              <ns1:gdLst>
                <ns1:gd name="T0" fmla="*/ 44 w 48"/>
                <ns1:gd name="T1" fmla="*/ 56 h 64"/>
                <ns1:gd name="T2" fmla="*/ 8 w 48"/>
                <ns1:gd name="T3" fmla="*/ 56 h 64"/>
                <ns1:gd name="T4" fmla="*/ 8 w 48"/>
                <ns1:gd name="T5" fmla="*/ 8 h 64"/>
                <ns1:gd name="T6" fmla="*/ 40 w 48"/>
                <ns1:gd name="T7" fmla="*/ 8 h 64"/>
                <ns1:gd name="T8" fmla="*/ 44 w 48"/>
                <ns1:gd name="T9" fmla="*/ 4 h 64"/>
                <ns1:gd name="T10" fmla="*/ 40 w 48"/>
                <ns1:gd name="T11" fmla="*/ 0 h 64"/>
                <ns1:gd name="T12" fmla="*/ 8 w 48"/>
                <ns1:gd name="T13" fmla="*/ 0 h 64"/>
                <ns1:gd name="T14" fmla="*/ 0 w 48"/>
                <ns1:gd name="T15" fmla="*/ 8 h 64"/>
                <ns1:gd name="T16" fmla="*/ 0 w 48"/>
                <ns1:gd name="T17" fmla="*/ 56 h 64"/>
                <ns1:gd name="T18" fmla="*/ 8 w 48"/>
                <ns1:gd name="T19" fmla="*/ 64 h 64"/>
                <ns1:gd name="T20" fmla="*/ 44 w 48"/>
                <ns1:gd name="T21" fmla="*/ 64 h 64"/>
                <ns1:gd name="T22" fmla="*/ 48 w 48"/>
                <ns1:gd name="T23" fmla="*/ 60 h 64"/>
                <ns1:gd name="T24" fmla="*/ 44 w 48"/>
                <ns1:gd name="T25" fmla="*/ 56 h 64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  <ns1:cxn ang="0">
                  <ns1:pos x="T14" y="T15"/>
                </ns1:cxn>
                <ns1:cxn ang="0">
                  <ns1:pos x="T16" y="T17"/>
                </ns1:cxn>
                <ns1:cxn ang="0">
                  <ns1:pos x="T18" y="T19"/>
                </ns1:cxn>
                <ns1:cxn ang="0">
                  <ns1:pos x="T20" y="T21"/>
                </ns1:cxn>
                <ns1:cxn ang="0">
                  <ns1:pos x="T22" y="T23"/>
                </ns1:cxn>
                <ns1:cxn ang="0">
                  <ns1:pos x="T24" y="T25"/>
                </ns1:cxn>
              </ns1:cxnLst>
              <ns1:rect l="0" t="0" r="r" b="b"/>
              <ns1:pathLst>
                <ns1:path w="48" h="64">
                  <ns1:moveTo>
                    <ns1:pt x="44" y="56"/>
                  </ns1:moveTo>
                  <ns1:cubicBezTo>
                    <ns1:pt x="8" y="56"/>
                    <ns1:pt x="8" y="56"/>
                    <ns1:pt x="8" y="56"/>
                  </ns1:cubicBezTo>
                  <ns1:cubicBezTo>
                    <ns1:pt x="8" y="8"/>
                    <ns1:pt x="8" y="8"/>
                    <ns1:pt x="8" y="8"/>
                  </ns1:cubicBezTo>
                  <ns1:cubicBezTo>
                    <ns1:pt x="40" y="8"/>
                    <ns1:pt x="40" y="8"/>
                    <ns1:pt x="40" y="8"/>
                  </ns1:cubicBezTo>
                  <ns1:cubicBezTo>
                    <ns1:pt x="42" y="8"/>
                    <ns1:pt x="44" y="6"/>
                    <ns1:pt x="44" y="4"/>
                  </ns1:cubicBezTo>
                  <ns1:cubicBezTo>
                    <ns1:pt x="44" y="2"/>
                    <ns1:pt x="42" y="0"/>
                    <ns1:pt x="40" y="0"/>
                  </ns1:cubicBezTo>
                  <ns1:cubicBezTo>
                    <ns1:pt x="8" y="0"/>
                    <ns1:pt x="8" y="0"/>
                    <ns1:pt x="8" y="0"/>
                  </ns1:cubicBezTo>
                  <ns1:cubicBezTo>
                    <ns1:pt x="4" y="0"/>
                    <ns1:pt x="0" y="4"/>
                    <ns1:pt x="0" y="8"/>
                  </ns1:cubicBezTo>
                  <ns1:cubicBezTo>
                    <ns1:pt x="0" y="56"/>
                    <ns1:pt x="0" y="56"/>
                    <ns1:pt x="0" y="56"/>
                  </ns1:cubicBezTo>
                  <ns1:cubicBezTo>
                    <ns1:pt x="0" y="60"/>
                    <ns1:pt x="4" y="64"/>
                    <ns1:pt x="8" y="64"/>
                  </ns1:cubicBezTo>
                  <ns1:cubicBezTo>
                    <ns1:pt x="44" y="64"/>
                    <ns1:pt x="44" y="64"/>
                    <ns1:pt x="44" y="64"/>
                  </ns1:cubicBezTo>
                  <ns1:cubicBezTo>
                    <ns1:pt x="46" y="64"/>
                    <ns1:pt x="48" y="62"/>
                    <ns1:pt x="48" y="60"/>
                  </ns1:cubicBezTo>
                  <ns1:cubicBezTo>
                    <ns1:pt x="48" y="58"/>
                    <ns1:pt x="46" y="56"/>
                    <ns1:pt x="44" y="56"/>
                  </ns1:cubicBezTo>
                  <ns1:close/>
                </ns1:path>
              </ns1:pathLst>
            </ns1:custGeom>
            <ns1:grpFill/>
            <ns1:ln>
              <ns1:noFill/>
            </ns1:ln>
            <ns1:extLst>
              <ns1:ext uri="{91240B29-F687-4F45-9708-019B960494DF}">
                <ns2:hiddenLine w="9525">
                  <ns1:solidFill>
                    <ns1:srgbClr val="000000"/>
                  </ns1:solidFill>
                  <ns1:round/>
                  <ns1:headEnd/>
                  <ns1:tailEnd/>
                </ns2:hiddenLine>
              </ns1:ext>
            </ns1:extLst>
          </ns0:spPr>
          <ns0:txBody>
            <ns1:bodyPr vert="horz" wrap="square" lIns="91440" tIns="45720" rIns="91440" bIns="45720" numCol="1" anchor="t" anchorCtr="0" compatLnSpc="1">
              <ns1:prstTxWarp prst="textNoShape">
                <ns1:avLst/>
              </ns1:prstTxWarp>
            </ns1:bodyPr>
            <ns1:lstStyle/>
            <ns1:p>
              <ns1:endParaRPr lang="id-ID" sz="2700"/>
            </ns1:p>
          </ns0:txBody>
        </ns0:sp>
        <ns0:sp>
          <ns0:nvSpPr>
            <ns0:cNvPr id="109" name="Freeform 17"/>
            <ns0:cNvSpPr>
              <ns1:spLocks/>
            </ns0:cNvSpPr>
            <ns0:nvPr/>
          </ns0:nvSpPr>
          <ns0:spPr bwMode="auto">
            <ns1:xfrm>
              <ns1:off x="2944813" y="654050"/>
              <ns1:ext cx="200025" cy="247650"/>
            </ns1:xfrm>
            <ns1:custGeom>
              <ns1:avLst/>
              <ns1:gdLst>
                <ns1:gd name="T0" fmla="*/ 44 w 52"/>
                <ns1:gd name="T1" fmla="*/ 16 h 64"/>
                <ns1:gd name="T2" fmla="*/ 44 w 52"/>
                <ns1:gd name="T3" fmla="*/ 8 h 64"/>
                <ns1:gd name="T4" fmla="*/ 36 w 52"/>
                <ns1:gd name="T5" fmla="*/ 0 h 64"/>
                <ns1:gd name="T6" fmla="*/ 4 w 52"/>
                <ns1:gd name="T7" fmla="*/ 0 h 64"/>
                <ns1:gd name="T8" fmla="*/ 0 w 52"/>
                <ns1:gd name="T9" fmla="*/ 4 h 64"/>
                <ns1:gd name="T10" fmla="*/ 4 w 52"/>
                <ns1:gd name="T11" fmla="*/ 8 h 64"/>
                <ns1:gd name="T12" fmla="*/ 36 w 52"/>
                <ns1:gd name="T13" fmla="*/ 8 h 64"/>
                <ns1:gd name="T14" fmla="*/ 36 w 52"/>
                <ns1:gd name="T15" fmla="*/ 20 h 64"/>
                <ns1:gd name="T16" fmla="*/ 36 w 52"/>
                <ns1:gd name="T17" fmla="*/ 44 h 64"/>
                <ns1:gd name="T18" fmla="*/ 36 w 52"/>
                <ns1:gd name="T19" fmla="*/ 56 h 64"/>
                <ns1:gd name="T20" fmla="*/ 8 w 52"/>
                <ns1:gd name="T21" fmla="*/ 56 h 64"/>
                <ns1:gd name="T22" fmla="*/ 4 w 52"/>
                <ns1:gd name="T23" fmla="*/ 60 h 64"/>
                <ns1:gd name="T24" fmla="*/ 8 w 52"/>
                <ns1:gd name="T25" fmla="*/ 64 h 64"/>
                <ns1:gd name="T26" fmla="*/ 36 w 52"/>
                <ns1:gd name="T27" fmla="*/ 64 h 64"/>
                <ns1:gd name="T28" fmla="*/ 44 w 52"/>
                <ns1:gd name="T29" fmla="*/ 56 h 64"/>
                <ns1:gd name="T30" fmla="*/ 44 w 52"/>
                <ns1:gd name="T31" fmla="*/ 48 h 64"/>
                <ns1:gd name="T32" fmla="*/ 52 w 52"/>
                <ns1:gd name="T33" fmla="*/ 40 h 64"/>
                <ns1:gd name="T34" fmla="*/ 52 w 52"/>
                <ns1:gd name="T35" fmla="*/ 24 h 64"/>
                <ns1:gd name="T36" fmla="*/ 44 w 52"/>
                <ns1:gd name="T37" fmla="*/ 16 h 64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  <ns1:cxn ang="0">
                  <ns1:pos x="T14" y="T15"/>
                </ns1:cxn>
                <ns1:cxn ang="0">
                  <ns1:pos x="T16" y="T17"/>
                </ns1:cxn>
                <ns1:cxn ang="0">
                  <ns1:pos x="T18" y="T19"/>
                </ns1:cxn>
                <ns1:cxn ang="0">
                  <ns1:pos x="T20" y="T21"/>
                </ns1:cxn>
                <ns1:cxn ang="0">
                  <ns1:pos x="T22" y="T23"/>
                </ns1:cxn>
                <ns1:cxn ang="0">
                  <ns1:pos x="T24" y="T25"/>
                </ns1:cxn>
                <ns1:cxn ang="0">
                  <ns1:pos x="T26" y="T27"/>
                </ns1:cxn>
                <ns1:cxn ang="0">
                  <ns1:pos x="T28" y="T29"/>
                </ns1:cxn>
                <ns1:cxn ang="0">
                  <ns1:pos x="T30" y="T31"/>
                </ns1:cxn>
                <ns1:cxn ang="0">
                  <ns1:pos x="T32" y="T33"/>
                </ns1:cxn>
                <ns1:cxn ang="0">
                  <ns1:pos x="T34" y="T35"/>
                </ns1:cxn>
                <ns1:cxn ang="0">
                  <ns1:pos x="T36" y="T37"/>
                </ns1:cxn>
              </ns1:cxnLst>
              <ns1:rect l="0" t="0" r="r" b="b"/>
              <ns1:pathLst>
                <ns1:path w="52" h="64">
                  <ns1:moveTo>
                    <ns1:pt x="44" y="16"/>
                  </ns1:moveTo>
                  <ns1:cubicBezTo>
                    <ns1:pt x="44" y="8"/>
                    <ns1:pt x="44" y="8"/>
                    <ns1:pt x="44" y="8"/>
                  </ns1:cubicBezTo>
                  <ns1:cubicBezTo>
                    <ns1:pt x="44" y="4"/>
                    <ns1:pt x="40" y="0"/>
                    <ns1:pt x="36" y="0"/>
                  </ns1:cubicBezTo>
                  <ns1:cubicBezTo>
                    <ns1:pt x="4" y="0"/>
                    <ns1:pt x="4" y="0"/>
                    <ns1:pt x="4" y="0"/>
                  </ns1:cubicBezTo>
                  <ns1:cubicBezTo>
                    <ns1:pt x="2" y="0"/>
                    <ns1:pt x="0" y="2"/>
                    <ns1:pt x="0" y="4"/>
                  </ns1:cubicBezTo>
                  <ns1:cubicBezTo>
                    <ns1:pt x="0" y="6"/>
                    <ns1:pt x="2" y="8"/>
                    <ns1:pt x="4" y="8"/>
                  </ns1:cubicBezTo>
                  <ns1:cubicBezTo>
                    <ns1:pt x="36" y="8"/>
                    <ns1:pt x="36" y="8"/>
                    <ns1:pt x="36" y="8"/>
                  </ns1:cubicBezTo>
                  <ns1:cubicBezTo>
                    <ns1:pt x="36" y="20"/>
                    <ns1:pt x="36" y="20"/>
                    <ns1:pt x="36" y="20"/>
                  </ns1:cubicBezTo>
                  <ns1:cubicBezTo>
                    <ns1:pt x="36" y="44"/>
                    <ns1:pt x="36" y="44"/>
                    <ns1:pt x="36" y="44"/>
                  </ns1:cubicBezTo>
                  <ns1:cubicBezTo>
                    <ns1:pt x="36" y="56"/>
                    <ns1:pt x="36" y="56"/>
                    <ns1:pt x="36" y="56"/>
                  </ns1:cubicBezTo>
                  <ns1:cubicBezTo>
                    <ns1:pt x="8" y="56"/>
                    <ns1:pt x="8" y="56"/>
                    <ns1:pt x="8" y="56"/>
                  </ns1:cubicBezTo>
                  <ns1:cubicBezTo>
                    <ns1:pt x="6" y="56"/>
                    <ns1:pt x="4" y="58"/>
                    <ns1:pt x="4" y="60"/>
                  </ns1:cubicBezTo>
                  <ns1:cubicBezTo>
                    <ns1:pt x="4" y="62"/>
                    <ns1:pt x="6" y="64"/>
                    <ns1:pt x="8" y="64"/>
                  </ns1:cubicBezTo>
                  <ns1:cubicBezTo>
                    <ns1:pt x="36" y="64"/>
                    <ns1:pt x="36" y="64"/>
                    <ns1:pt x="36" y="64"/>
                  </ns1:cubicBezTo>
                  <ns1:cubicBezTo>
                    <ns1:pt x="40" y="64"/>
                    <ns1:pt x="44" y="60"/>
                    <ns1:pt x="44" y="56"/>
                  </ns1:cubicBezTo>
                  <ns1:cubicBezTo>
                    <ns1:pt x="44" y="48"/>
                    <ns1:pt x="44" y="48"/>
                    <ns1:pt x="44" y="48"/>
                  </ns1:cubicBezTo>
                  <ns1:cubicBezTo>
                    <ns1:pt x="48" y="48"/>
                    <ns1:pt x="52" y="44"/>
                    <ns1:pt x="52" y="40"/>
                  </ns1:cubicBezTo>
                  <ns1:cubicBezTo>
                    <ns1:pt x="52" y="24"/>
                    <ns1:pt x="52" y="24"/>
                    <ns1:pt x="52" y="24"/>
                  </ns1:cubicBezTo>
                  <ns1:cubicBezTo>
                    <ns1:pt x="52" y="20"/>
                    <ns1:pt x="48" y="16"/>
                    <ns1:pt x="44" y="16"/>
                  </ns1:cubicBezTo>
                  <ns1:close/>
                </ns1:path>
              </ns1:pathLst>
            </ns1:custGeom>
            <ns1:grpFill/>
            <ns1:ln>
              <ns1:noFill/>
            </ns1:ln>
            <ns1:extLst>
              <ns1:ext uri="{91240B29-F687-4F45-9708-019B960494DF}">
                <ns2:hiddenLine w="9525">
                  <ns1:solidFill>
                    <ns1:srgbClr val="000000"/>
                  </ns1:solidFill>
                  <ns1:round/>
                  <ns1:headEnd/>
                  <ns1:tailEnd/>
                </ns2:hiddenLine>
              </ns1:ext>
            </ns1:extLst>
          </ns0:spPr>
          <ns0:txBody>
            <ns1:bodyPr vert="horz" wrap="square" lIns="91440" tIns="45720" rIns="91440" bIns="45720" numCol="1" anchor="t" anchorCtr="0" compatLnSpc="1">
              <ns1:prstTxWarp prst="textNoShape">
                <ns1:avLst/>
              </ns1:prstTxWarp>
            </ns1:bodyPr>
            <ns1:lstStyle/>
            <ns1:p>
              <ns1:endParaRPr lang="id-ID" sz="2700"/>
            </ns1:p>
          </ns0:txBody>
        </ns0:sp>
        <ns0:sp>
          <ns0:nvSpPr>
            <ns0:cNvPr id="110" name="Freeform 18"/>
            <ns0:cNvSpPr>
              <ns1:spLocks/>
            </ns0:cNvSpPr>
            <ns0:nvPr/>
          </ns0:nvSpPr>
          <ns0:spPr bwMode="auto">
            <ns1:xfrm>
              <ns1:off x="2836863" y="622300"/>
              <ns1:ext cx="169863" cy="311150"/>
            </ns1:xfrm>
            <ns1:custGeom>
              <ns1:avLst/>
              <ns1:gdLst>
                <ns1:gd name="T0" fmla="*/ 107 w 107"/>
                <ns1:gd name="T1" fmla="*/ 78 h 196"/>
                <ns1:gd name="T2" fmla="*/ 58 w 107"/>
                <ns1:gd name="T3" fmla="*/ 78 h 196"/>
                <ns1:gd name="T4" fmla="*/ 58 w 107"/>
                <ns1:gd name="T5" fmla="*/ 0 h 196"/>
                <ns1:gd name="T6" fmla="*/ 0 w 107"/>
                <ns1:gd name="T7" fmla="*/ 117 h 196"/>
                <ns1:gd name="T8" fmla="*/ 49 w 107"/>
                <ns1:gd name="T9" fmla="*/ 117 h 196"/>
                <ns1:gd name="T10" fmla="*/ 49 w 107"/>
                <ns1:gd name="T11" fmla="*/ 196 h 196"/>
                <ns1:gd name="T12" fmla="*/ 107 w 107"/>
                <ns1:gd name="T13" fmla="*/ 78 h 196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</ns1:cxnLst>
              <ns1:rect l="0" t="0" r="r" b="b"/>
              <ns1:pathLst>
                <ns1:path w="107" h="196">
                  <ns1:moveTo>
                    <ns1:pt x="107" y="78"/>
                  </ns1:moveTo>
                  <ns1:lnTo>
                    <ns1:pt x="58" y="78"/>
                  </ns1:lnTo>
                  <ns1:lnTo>
                    <ns1:pt x="58" y="0"/>
                  </ns1:lnTo>
                  <ns1:lnTo>
                    <ns1:pt x="0" y="117"/>
                  </ns1:lnTo>
                  <ns1:lnTo>
                    <ns1:pt x="49" y="117"/>
                  </ns1:lnTo>
                  <ns1:lnTo>
                    <ns1:pt x="49" y="196"/>
                  </ns1:lnTo>
                  <ns1:lnTo>
                    <ns1:pt x="107" y="78"/>
                  </ns1:lnTo>
                  <ns1:close/>
                </ns1:path>
              </ns1:pathLst>
            </ns1:custGeom>
            <ns1:grpFill/>
            <ns1:ln>
              <ns1:noFill/>
            </ns1:ln>
            <ns1:extLst>
              <ns1:ext uri="{91240B29-F687-4F45-9708-019B960494DF}">
                <ns2:hiddenLine w="9525">
                  <ns1:solidFill>
                    <ns1:srgbClr val="000000"/>
                  </ns1:solidFill>
                  <ns1:round/>
                  <ns1:headEnd/>
                  <ns1:tailEnd/>
                </ns2:hiddenLine>
              </ns1:ext>
            </ns1:extLst>
          </ns0:spPr>
          <ns0:txBody>
            <ns1:bodyPr vert="horz" wrap="square" lIns="91440" tIns="45720" rIns="91440" bIns="45720" numCol="1" anchor="t" anchorCtr="0" compatLnSpc="1">
              <ns1:prstTxWarp prst="textNoShape">
                <ns1:avLst/>
              </ns1:prstTxWarp>
            </ns1:bodyPr>
            <ns1:lstStyle/>
            <ns1:p>
              <ns1:endParaRPr lang="id-ID" sz="2700"/>
            </ns1:p>
          </ns0:txBody>
        </ns0:sp>
      </ns0:grpSp>
      <ns0:grpSp>
        <ns0:nvGrpSpPr>
          <ns0:cNvPr id="112" name="Group 111"/>
          <ns0:cNvGrpSpPr/>
          <ns0:nvPr/>
        </ns0:nvGrpSpPr>
        <ns0:grpSpPr>
          <ns1:xfrm>
            <ns1:off x="9271004" y="2057617"/>
            <ns1:ext cx="376179" cy="314447"/>
            <ns1:chOff x="6176963" y="1757363"/>
            <ns1:chExt cx="928687" cy="776287"/>
          </ns1:xfrm>
          <ns1:solidFill>
            <ns1:schemeClr val="tx1"/>
          </ns1:solidFill>
        </ns0:grpSpPr>
        <ns0:sp>
          <ns0:nvSpPr>
            <ns0:cNvPr id="113" name="Freeform 5"/>
            <ns0:cNvSpPr>
              <ns1:spLocks/>
            </ns0:cNvSpPr>
            <ns0:nvPr/>
          </ns0:nvSpPr>
          <ns0:spPr bwMode="auto">
            <ns1:xfrm>
              <ns1:off x="6299200" y="1909763"/>
              <ns1:ext cx="684212" cy="471487"/>
            </ns1:xfrm>
            <ns1:custGeom>
              <ns1:avLst/>
              <ns1:gdLst>
                <ns1:gd name="T0" fmla="*/ 174 w 180"/>
                <ns1:gd name="T1" fmla="*/ 124 h 124"/>
                <ns1:gd name="T2" fmla="*/ 6 w 180"/>
                <ns1:gd name="T3" fmla="*/ 124 h 124"/>
                <ns1:gd name="T4" fmla="*/ 0 w 180"/>
                <ns1:gd name="T5" fmla="*/ 118 h 124"/>
                <ns1:gd name="T6" fmla="*/ 0 w 180"/>
                <ns1:gd name="T7" fmla="*/ 6 h 124"/>
                <ns1:gd name="T8" fmla="*/ 6 w 180"/>
                <ns1:gd name="T9" fmla="*/ 0 h 124"/>
                <ns1:gd name="T10" fmla="*/ 14 w 180"/>
                <ns1:gd name="T11" fmla="*/ 0 h 124"/>
                <ns1:gd name="T12" fmla="*/ 20 w 180"/>
                <ns1:gd name="T13" fmla="*/ 6 h 124"/>
                <ns1:gd name="T14" fmla="*/ 14 w 180"/>
                <ns1:gd name="T15" fmla="*/ 12 h 124"/>
                <ns1:gd name="T16" fmla="*/ 12 w 180"/>
                <ns1:gd name="T17" fmla="*/ 12 h 124"/>
                <ns1:gd name="T18" fmla="*/ 12 w 180"/>
                <ns1:gd name="T19" fmla="*/ 112 h 124"/>
                <ns1:gd name="T20" fmla="*/ 168 w 180"/>
                <ns1:gd name="T21" fmla="*/ 112 h 124"/>
                <ns1:gd name="T22" fmla="*/ 168 w 180"/>
                <ns1:gd name="T23" fmla="*/ 98 h 124"/>
                <ns1:gd name="T24" fmla="*/ 174 w 180"/>
                <ns1:gd name="T25" fmla="*/ 92 h 124"/>
                <ns1:gd name="T26" fmla="*/ 180 w 180"/>
                <ns1:gd name="T27" fmla="*/ 98 h 124"/>
                <ns1:gd name="T28" fmla="*/ 180 w 180"/>
                <ns1:gd name="T29" fmla="*/ 118 h 124"/>
                <ns1:gd name="T30" fmla="*/ 174 w 180"/>
                <ns1:gd name="T31" fmla="*/ 124 h 124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  <ns1:cxn ang="0">
                  <ns1:pos x="T14" y="T15"/>
                </ns1:cxn>
                <ns1:cxn ang="0">
                  <ns1:pos x="T16" y="T17"/>
                </ns1:cxn>
                <ns1:cxn ang="0">
                  <ns1:pos x="T18" y="T19"/>
                </ns1:cxn>
                <ns1:cxn ang="0">
                  <ns1:pos x="T20" y="T21"/>
                </ns1:cxn>
                <ns1:cxn ang="0">
                  <ns1:pos x="T22" y="T23"/>
                </ns1:cxn>
                <ns1:cxn ang="0">
                  <ns1:pos x="T24" y="T25"/>
                </ns1:cxn>
                <ns1:cxn ang="0">
                  <ns1:pos x="T26" y="T27"/>
                </ns1:cxn>
                <ns1:cxn ang="0">
                  <ns1:pos x="T28" y="T29"/>
                </ns1:cxn>
                <ns1:cxn ang="0">
                  <ns1:pos x="T30" y="T31"/>
                </ns1:cxn>
              </ns1:cxnLst>
              <ns1:rect l="0" t="0" r="r" b="b"/>
              <ns1:pathLst>
                <ns1:path w="180" h="124">
                  <ns1:moveTo>
                    <ns1:pt x="174" y="124"/>
                  </ns1:moveTo>
                  <ns1:cubicBezTo>
                    <ns1:pt x="6" y="124"/>
                    <ns1:pt x="6" y="124"/>
                    <ns1:pt x="6" y="124"/>
                  </ns1:cubicBezTo>
                  <ns1:cubicBezTo>
                    <ns1:pt x="3" y="124"/>
                    <ns1:pt x="0" y="121"/>
                    <ns1:pt x="0" y="118"/>
                  </ns1:cubicBezTo>
                  <ns1:cubicBezTo>
                    <ns1:pt x="0" y="6"/>
                    <ns1:pt x="0" y="6"/>
                    <ns1:pt x="0" y="6"/>
                  </ns1:cubicBezTo>
                  <ns1:cubicBezTo>
                    <ns1:pt x="0" y="3"/>
                    <ns1:pt x="3" y="0"/>
                    <ns1:pt x="6" y="0"/>
                  </ns1:cubicBezTo>
                  <ns1:cubicBezTo>
                    <ns1:pt x="14" y="0"/>
                    <ns1:pt x="14" y="0"/>
                    <ns1:pt x="14" y="0"/>
                  </ns1:cubicBezTo>
                  <ns1:cubicBezTo>
                    <ns1:pt x="17" y="0"/>
                    <ns1:pt x="20" y="3"/>
                    <ns1:pt x="20" y="6"/>
                  </ns1:cubicBezTo>
                  <ns1:cubicBezTo>
                    <ns1:pt x="20" y="9"/>
                    <ns1:pt x="17" y="12"/>
                    <ns1:pt x="14" y="12"/>
                  </ns1:cubicBezTo>
                  <ns1:cubicBezTo>
                    <ns1:pt x="12" y="12"/>
                    <ns1:pt x="12" y="12"/>
                    <ns1:pt x="12" y="12"/>
                  </ns1:cubicBezTo>
                  <ns1:cubicBezTo>
                    <ns1:pt x="12" y="112"/>
                    <ns1:pt x="12" y="112"/>
                    <ns1:pt x="12" y="112"/>
                  </ns1:cubicBezTo>
                  <ns1:cubicBezTo>
                    <ns1:pt x="168" y="112"/>
                    <ns1:pt x="168" y="112"/>
                    <ns1:pt x="168" y="112"/>
                  </ns1:cubicBezTo>
                  <ns1:cubicBezTo>
                    <ns1:pt x="168" y="98"/>
                    <ns1:pt x="168" y="98"/>
                    <ns1:pt x="168" y="98"/>
                  </ns1:cubicBezTo>
                  <ns1:cubicBezTo>
                    <ns1:pt x="168" y="95"/>
                    <ns1:pt x="171" y="92"/>
                    <ns1:pt x="174" y="92"/>
                  </ns1:cubicBezTo>
                  <ns1:cubicBezTo>
                    <ns1:pt x="177" y="92"/>
                    <ns1:pt x="180" y="95"/>
                    <ns1:pt x="180" y="98"/>
                  </ns1:cubicBezTo>
                  <ns1:cubicBezTo>
                    <ns1:pt x="180" y="118"/>
                    <ns1:pt x="180" y="118"/>
                    <ns1:pt x="180" y="118"/>
                  </ns1:cubicBezTo>
                  <ns1:cubicBezTo>
                    <ns1:pt x="180" y="121"/>
                    <ns1:pt x="177" y="124"/>
                    <ns1:pt x="174" y="124"/>
                  </ns1:cubicBezTo>
                  <ns1:close/>
                </ns1:path>
              </ns1:pathLst>
            </ns1:custGeom>
            <ns1:grpFill/>
            <ns1:ln>
              <ns1:noFill/>
            </ns1:ln>
            <ns1:extLst>
              <ns1:ext uri="{91240B29-F687-4F45-9708-019B960494DF}">
                <ns2:hiddenLine w="9525">
                  <ns1:solidFill>
                    <ns1:srgbClr val="000000"/>
                  </ns1:solidFill>
                  <ns1:round/>
                  <ns1:headEnd/>
                  <ns1:tailEnd/>
                </ns2:hiddenLine>
              </ns1:ext>
            </ns1:extLst>
          </ns0:spPr>
          <ns0:txBody>
            <ns1:bodyPr vert="horz" wrap="square" lIns="91440" tIns="45720" rIns="91440" bIns="45720" numCol="1" anchor="t" anchorCtr="0" compatLnSpc="1">
              <ns1:prstTxWarp prst="textNoShape">
                <ns1:avLst/>
              </ns1:prstTxWarp>
            </ns1:bodyPr>
            <ns1:lstStyle/>
            <ns1:p>
              <ns1:endParaRPr lang="id-ID" sz="2700"/>
            </ns1:p>
          </ns0:txBody>
        </ns0:sp>
        <ns0:sp>
          <ns0:nvSpPr>
            <ns0:cNvPr id="114" name="Freeform 6"/>
            <ns0:cNvSpPr>
              <ns1:spLocks noEditPoints="1"/>
            </ns0:cNvSpPr>
            <ns0:nvPr/>
          </ns0:nvSpPr>
          <ns0:spPr bwMode="auto">
            <ns1:xfrm>
              <ns1:off x="6421438" y="1757363"/>
              <ns1:ext cx="684212" cy="473075"/>
            </ns1:xfrm>
            <ns1:custGeom>
              <ns1:avLst/>
              <ns1:gdLst>
                <ns1:gd name="T0" fmla="*/ 174 w 180"/>
                <ns1:gd name="T1" fmla="*/ 124 h 124"/>
                <ns1:gd name="T2" fmla="*/ 6 w 180"/>
                <ns1:gd name="T3" fmla="*/ 124 h 124"/>
                <ns1:gd name="T4" fmla="*/ 0 w 180"/>
                <ns1:gd name="T5" fmla="*/ 118 h 124"/>
                <ns1:gd name="T6" fmla="*/ 0 w 180"/>
                <ns1:gd name="T7" fmla="*/ 6 h 124"/>
                <ns1:gd name="T8" fmla="*/ 6 w 180"/>
                <ns1:gd name="T9" fmla="*/ 0 h 124"/>
                <ns1:gd name="T10" fmla="*/ 174 w 180"/>
                <ns1:gd name="T11" fmla="*/ 0 h 124"/>
                <ns1:gd name="T12" fmla="*/ 180 w 180"/>
                <ns1:gd name="T13" fmla="*/ 6 h 124"/>
                <ns1:gd name="T14" fmla="*/ 180 w 180"/>
                <ns1:gd name="T15" fmla="*/ 118 h 124"/>
                <ns1:gd name="T16" fmla="*/ 174 w 180"/>
                <ns1:gd name="T17" fmla="*/ 124 h 124"/>
                <ns1:gd name="T18" fmla="*/ 12 w 180"/>
                <ns1:gd name="T19" fmla="*/ 112 h 124"/>
                <ns1:gd name="T20" fmla="*/ 168 w 180"/>
                <ns1:gd name="T21" fmla="*/ 112 h 124"/>
                <ns1:gd name="T22" fmla="*/ 168 w 180"/>
                <ns1:gd name="T23" fmla="*/ 12 h 124"/>
                <ns1:gd name="T24" fmla="*/ 12 w 180"/>
                <ns1:gd name="T25" fmla="*/ 12 h 124"/>
                <ns1:gd name="T26" fmla="*/ 12 w 180"/>
                <ns1:gd name="T27" fmla="*/ 112 h 124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  <ns1:cxn ang="0">
                  <ns1:pos x="T14" y="T15"/>
                </ns1:cxn>
                <ns1:cxn ang="0">
                  <ns1:pos x="T16" y="T17"/>
                </ns1:cxn>
                <ns1:cxn ang="0">
                  <ns1:pos x="T18" y="T19"/>
                </ns1:cxn>
                <ns1:cxn ang="0">
                  <ns1:pos x="T20" y="T21"/>
                </ns1:cxn>
                <ns1:cxn ang="0">
                  <ns1:pos x="T22" y="T23"/>
                </ns1:cxn>
                <ns1:cxn ang="0">
                  <ns1:pos x="T24" y="T25"/>
                </ns1:cxn>
                <ns1:cxn ang="0">
                  <ns1:pos x="T26" y="T27"/>
                </ns1:cxn>
              </ns1:cxnLst>
              <ns1:rect l="0" t="0" r="r" b="b"/>
              <ns1:pathLst>
                <ns1:path w="180" h="124">
                  <ns1:moveTo>
                    <ns1:pt x="174" y="124"/>
                  </ns1:moveTo>
                  <ns1:cubicBezTo>
                    <ns1:pt x="6" y="124"/>
                    <ns1:pt x="6" y="124"/>
                    <ns1:pt x="6" y="124"/>
                  </ns1:cubicBezTo>
                  <ns1:cubicBezTo>
                    <ns1:pt x="3" y="124"/>
                    <ns1:pt x="0" y="121"/>
                    <ns1:pt x="0" y="118"/>
                  </ns1:cubicBezTo>
                  <ns1:cubicBezTo>
                    <ns1:pt x="0" y="6"/>
                    <ns1:pt x="0" y="6"/>
                    <ns1:pt x="0" y="6"/>
                  </ns1:cubicBezTo>
                  <ns1:cubicBezTo>
                    <ns1:pt x="0" y="3"/>
                    <ns1:pt x="3" y="0"/>
                    <ns1:pt x="6" y="0"/>
                  </ns1:cubicBezTo>
                  <ns1:cubicBezTo>
                    <ns1:pt x="174" y="0"/>
                    <ns1:pt x="174" y="0"/>
                    <ns1:pt x="174" y="0"/>
                  </ns1:cubicBezTo>
                  <ns1:cubicBezTo>
                    <ns1:pt x="177" y="0"/>
                    <ns1:pt x="180" y="3"/>
                    <ns1:pt x="180" y="6"/>
                  </ns1:cubicBezTo>
                  <ns1:cubicBezTo>
                    <ns1:pt x="180" y="118"/>
                    <ns1:pt x="180" y="118"/>
                    <ns1:pt x="180" y="118"/>
                  </ns1:cubicBezTo>
                  <ns1:cubicBezTo>
                    <ns1:pt x="180" y="121"/>
                    <ns1:pt x="177" y="124"/>
                    <ns1:pt x="174" y="124"/>
                  </ns1:cubicBezTo>
                  <ns1:close/>
                  <ns1:moveTo>
                    <ns1:pt x="12" y="112"/>
                  </ns1:moveTo>
                  <ns1:cubicBezTo>
                    <ns1:pt x="168" y="112"/>
                    <ns1:pt x="168" y="112"/>
                    <ns1:pt x="168" y="112"/>
                  </ns1:cubicBezTo>
                  <ns1:cubicBezTo>
                    <ns1:pt x="168" y="12"/>
                    <ns1:pt x="168" y="12"/>
                    <ns1:pt x="168" y="12"/>
                  </ns1:cubicBezTo>
                  <ns1:cubicBezTo>
                    <ns1:pt x="12" y="12"/>
                    <ns1:pt x="12" y="12"/>
                    <ns1:pt x="12" y="12"/>
                  </ns1:cubicBezTo>
                  <ns1:lnTo>
                    <ns1:pt x="12" y="112"/>
                  </ns1:lnTo>
                  <ns1:close/>
                </ns1:path>
              </ns1:pathLst>
            </ns1:custGeom>
            <ns1:grpFill/>
            <ns1:ln>
              <ns1:noFill/>
            </ns1:ln>
            <ns1:extLst>
              <ns1:ext uri="{91240B29-F687-4F45-9708-019B960494DF}">
                <ns2:hiddenLine w="9525">
                  <ns1:solidFill>
                    <ns1:srgbClr val="000000"/>
                  </ns1:solidFill>
                  <ns1:round/>
                  <ns1:headEnd/>
                  <ns1:tailEnd/>
                </ns2:hiddenLine>
              </ns1:ext>
            </ns1:extLst>
          </ns0:spPr>
          <ns0:txBody>
            <ns1:bodyPr vert="horz" wrap="square" lIns="91440" tIns="45720" rIns="91440" bIns="45720" numCol="1" anchor="t" anchorCtr="0" compatLnSpc="1">
              <ns1:prstTxWarp prst="textNoShape">
                <ns1:avLst/>
              </ns1:prstTxWarp>
            </ns1:bodyPr>
            <ns1:lstStyle/>
            <ns1:p>
              <ns1:endParaRPr lang="id-ID" sz="2700"/>
            </ns1:p>
          </ns0:txBody>
        </ns0:sp>
        <ns0:sp>
          <ns0:nvSpPr>
            <ns0:cNvPr id="115" name="Freeform 7"/>
            <ns0:cNvSpPr>
              <ns1:spLocks/>
            </ns0:cNvSpPr>
            <ns0:nvPr/>
          </ns0:nvSpPr>
          <ns0:spPr bwMode="auto">
            <ns1:xfrm>
              <ns1:off x="6176963" y="2062163"/>
              <ns1:ext cx="684212" cy="471487"/>
            </ns1:xfrm>
            <ns1:custGeom>
              <ns1:avLst/>
              <ns1:gdLst>
                <ns1:gd name="T0" fmla="*/ 174 w 180"/>
                <ns1:gd name="T1" fmla="*/ 124 h 124"/>
                <ns1:gd name="T2" fmla="*/ 6 w 180"/>
                <ns1:gd name="T3" fmla="*/ 124 h 124"/>
                <ns1:gd name="T4" fmla="*/ 0 w 180"/>
                <ns1:gd name="T5" fmla="*/ 118 h 124"/>
                <ns1:gd name="T6" fmla="*/ 0 w 180"/>
                <ns1:gd name="T7" fmla="*/ 6 h 124"/>
                <ns1:gd name="T8" fmla="*/ 6 w 180"/>
                <ns1:gd name="T9" fmla="*/ 0 h 124"/>
                <ns1:gd name="T10" fmla="*/ 18 w 180"/>
                <ns1:gd name="T11" fmla="*/ 0 h 124"/>
                <ns1:gd name="T12" fmla="*/ 24 w 180"/>
                <ns1:gd name="T13" fmla="*/ 6 h 124"/>
                <ns1:gd name="T14" fmla="*/ 18 w 180"/>
                <ns1:gd name="T15" fmla="*/ 12 h 124"/>
                <ns1:gd name="T16" fmla="*/ 12 w 180"/>
                <ns1:gd name="T17" fmla="*/ 12 h 124"/>
                <ns1:gd name="T18" fmla="*/ 12 w 180"/>
                <ns1:gd name="T19" fmla="*/ 112 h 124"/>
                <ns1:gd name="T20" fmla="*/ 168 w 180"/>
                <ns1:gd name="T21" fmla="*/ 112 h 124"/>
                <ns1:gd name="T22" fmla="*/ 168 w 180"/>
                <ns1:gd name="T23" fmla="*/ 98 h 124"/>
                <ns1:gd name="T24" fmla="*/ 174 w 180"/>
                <ns1:gd name="T25" fmla="*/ 92 h 124"/>
                <ns1:gd name="T26" fmla="*/ 180 w 180"/>
                <ns1:gd name="T27" fmla="*/ 98 h 124"/>
                <ns1:gd name="T28" fmla="*/ 180 w 180"/>
                <ns1:gd name="T29" fmla="*/ 118 h 124"/>
                <ns1:gd name="T30" fmla="*/ 174 w 180"/>
                <ns1:gd name="T31" fmla="*/ 124 h 124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  <ns1:cxn ang="0">
                  <ns1:pos x="T14" y="T15"/>
                </ns1:cxn>
                <ns1:cxn ang="0">
                  <ns1:pos x="T16" y="T17"/>
                </ns1:cxn>
                <ns1:cxn ang="0">
                  <ns1:pos x="T18" y="T19"/>
                </ns1:cxn>
                <ns1:cxn ang="0">
                  <ns1:pos x="T20" y="T21"/>
                </ns1:cxn>
                <ns1:cxn ang="0">
                  <ns1:pos x="T22" y="T23"/>
                </ns1:cxn>
                <ns1:cxn ang="0">
                  <ns1:pos x="T24" y="T25"/>
                </ns1:cxn>
                <ns1:cxn ang="0">
                  <ns1:pos x="T26" y="T27"/>
                </ns1:cxn>
                <ns1:cxn ang="0">
                  <ns1:pos x="T28" y="T29"/>
                </ns1:cxn>
                <ns1:cxn ang="0">
                  <ns1:pos x="T30" y="T31"/>
                </ns1:cxn>
              </ns1:cxnLst>
              <ns1:rect l="0" t="0" r="r" b="b"/>
              <ns1:pathLst>
                <ns1:path w="180" h="124">
                  <ns1:moveTo>
                    <ns1:pt x="174" y="124"/>
                  </ns1:moveTo>
                  <ns1:cubicBezTo>
                    <ns1:pt x="6" y="124"/>
                    <ns1:pt x="6" y="124"/>
                    <ns1:pt x="6" y="124"/>
                  </ns1:cubicBezTo>
                  <ns1:cubicBezTo>
                    <ns1:pt x="3" y="124"/>
                    <ns1:pt x="0" y="121"/>
                    <ns1:pt x="0" y="118"/>
                  </ns1:cubicBezTo>
                  <ns1:cubicBezTo>
                    <ns1:pt x="0" y="6"/>
                    <ns1:pt x="0" y="6"/>
                    <ns1:pt x="0" y="6"/>
                  </ns1:cubicBezTo>
                  <ns1:cubicBezTo>
                    <ns1:pt x="0" y="3"/>
                    <ns1:pt x="3" y="0"/>
                    <ns1:pt x="6" y="0"/>
                  </ns1:cubicBezTo>
                  <ns1:cubicBezTo>
                    <ns1:pt x="18" y="0"/>
                    <ns1:pt x="18" y="0"/>
                    <ns1:pt x="18" y="0"/>
                  </ns1:cubicBezTo>
                  <ns1:cubicBezTo>
                    <ns1:pt x="21" y="0"/>
                    <ns1:pt x="24" y="3"/>
                    <ns1:pt x="24" y="6"/>
                  </ns1:cubicBezTo>
                  <ns1:cubicBezTo>
                    <ns1:pt x="24" y="9"/>
                    <ns1:pt x="21" y="12"/>
                    <ns1:pt x="18" y="12"/>
                  </ns1:cubicBezTo>
                  <ns1:cubicBezTo>
                    <ns1:pt x="12" y="12"/>
                    <ns1:pt x="12" y="12"/>
                    <ns1:pt x="12" y="12"/>
                  </ns1:cubicBezTo>
                  <ns1:cubicBezTo>
                    <ns1:pt x="12" y="112"/>
                    <ns1:pt x="12" y="112"/>
                    <ns1:pt x="12" y="112"/>
                  </ns1:cubicBezTo>
                  <ns1:cubicBezTo>
                    <ns1:pt x="168" y="112"/>
                    <ns1:pt x="168" y="112"/>
                    <ns1:pt x="168" y="112"/>
                  </ns1:cubicBezTo>
                  <ns1:cubicBezTo>
                    <ns1:pt x="168" y="98"/>
                    <ns1:pt x="168" y="98"/>
                    <ns1:pt x="168" y="98"/>
                  </ns1:cubicBezTo>
                  <ns1:cubicBezTo>
                    <ns1:pt x="168" y="95"/>
                    <ns1:pt x="171" y="92"/>
                    <ns1:pt x="174" y="92"/>
                  </ns1:cubicBezTo>
                  <ns1:cubicBezTo>
                    <ns1:pt x="177" y="92"/>
                    <ns1:pt x="180" y="95"/>
                    <ns1:pt x="180" y="98"/>
                  </ns1:cubicBezTo>
                  <ns1:cubicBezTo>
                    <ns1:pt x="180" y="118"/>
                    <ns1:pt x="180" y="118"/>
                    <ns1:pt x="180" y="118"/>
                  </ns1:cubicBezTo>
                  <ns1:cubicBezTo>
                    <ns1:pt x="180" y="121"/>
                    <ns1:pt x="177" y="124"/>
                    <ns1:pt x="174" y="124"/>
                  </ns1:cubicBezTo>
                  <ns1:close/>
                </ns1:path>
              </ns1:pathLst>
            </ns1:custGeom>
            <ns1:grpFill/>
            <ns1:ln>
              <ns1:noFill/>
            </ns1:ln>
            <ns1:extLst>
              <ns1:ext uri="{91240B29-F687-4F45-9708-019B960494DF}">
                <ns2:hiddenLine w="9525">
                  <ns1:solidFill>
                    <ns1:srgbClr val="000000"/>
                  </ns1:solidFill>
                  <ns1:round/>
                  <ns1:headEnd/>
                  <ns1:tailEnd/>
                </ns2:hiddenLine>
              </ns1:ext>
            </ns1:extLst>
          </ns0:spPr>
          <ns0:txBody>
            <ns1:bodyPr vert="horz" wrap="square" lIns="91440" tIns="45720" rIns="91440" bIns="45720" numCol="1" anchor="t" anchorCtr="0" compatLnSpc="1">
              <ns1:prstTxWarp prst="textNoShape">
                <ns1:avLst/>
              </ns1:prstTxWarp>
            </ns1:bodyPr>
            <ns1:lstStyle/>
            <ns1:p>
              <ns1:endParaRPr lang="id-ID" sz="2700"/>
            </ns1:p>
          </ns0:txBody>
        </ns0:sp>
      </ns0:grpSp>
      <ns0:grpSp>
        <ns0:nvGrpSpPr>
          <ns0:cNvPr id="116" name="Group 115"/>
          <ns0:cNvGrpSpPr/>
          <ns0:nvPr/>
        </ns0:nvGrpSpPr>
        <ns0:grpSpPr>
          <ns1:xfrm>
            <ns1:off x="10214908" y="2007989"/>
            <ns1:ext cx="468253" cy="413700"/>
            <ns1:chOff x="7659688" y="1598613"/>
            <ns1:chExt cx="981074" cy="866775"/>
          </ns1:xfrm>
          <ns1:solidFill>
            <ns1:schemeClr val="tx1"/>
          </ns1:solidFill>
        </ns0:grpSpPr>
        <ns0:sp>
          <ns0:nvSpPr>
            <ns0:cNvPr id="117" name="Freeform 19"/>
            <ns0:cNvSpPr>
              <ns1:spLocks noEditPoints="1"/>
            </ns0:cNvSpPr>
            <ns0:nvPr/>
          </ns0:nvSpPr>
          <ns0:spPr bwMode="auto">
            <ns1:xfrm>
              <ns1:off x="7659688" y="1598613"/>
              <ns1:ext cx="981074" cy="866775"/>
            </ns1:xfrm>
            <ns1:custGeom>
              <ns1:avLst/>
              <ns1:gdLst>
                <ns1:gd name="T0" fmla="*/ 167 w 258"/>
                <ns1:gd name="T1" fmla="*/ 228 h 228"/>
                <ns1:gd name="T2" fmla="*/ 123 w 258"/>
                <ns1:gd name="T3" fmla="*/ 210 h 228"/>
                <ns1:gd name="T4" fmla="*/ 79 w 258"/>
                <ns1:gd name="T5" fmla="*/ 166 h 228"/>
                <ns1:gd name="T6" fmla="*/ 72 w 258"/>
                <ns1:gd name="T7" fmla="*/ 161 h 228"/>
                <ns1:gd name="T8" fmla="*/ 71 w 258"/>
                <ns1:gd name="T9" fmla="*/ 162 h 228"/>
                <ns1:gd name="T10" fmla="*/ 75 w 258"/>
                <ns1:gd name="T11" fmla="*/ 173 h 228"/>
                <ns1:gd name="T12" fmla="*/ 75 w 258"/>
                <ns1:gd name="T13" fmla="*/ 210 h 228"/>
                <ns1:gd name="T14" fmla="*/ 57 w 258"/>
                <ns1:gd name="T15" fmla="*/ 218 h 228"/>
                <ns1:gd name="T16" fmla="*/ 39 w 258"/>
                <ns1:gd name="T17" fmla="*/ 210 h 228"/>
                <ns1:gd name="T18" fmla="*/ 1 w 258"/>
                <ns1:gd name="T19" fmla="*/ 122 h 228"/>
                <ns1:gd name="T20" fmla="*/ 35 w 258"/>
                <ns1:gd name="T21" fmla="*/ 33 h 228"/>
                <ns1:gd name="T22" fmla="*/ 117 w 258"/>
                <ns1:gd name="T23" fmla="*/ 0 h 228"/>
                <ns1:gd name="T24" fmla="*/ 207 w 258"/>
                <ns1:gd name="T25" fmla="*/ 37 h 228"/>
                <ns1:gd name="T26" fmla="*/ 211 w 258"/>
                <ns1:gd name="T27" fmla="*/ 210 h 228"/>
                <ns1:gd name="T28" fmla="*/ 167 w 258"/>
                <ns1:gd name="T29" fmla="*/ 228 h 228"/>
                <ns1:gd name="T30" fmla="*/ 72 w 258"/>
                <ns1:gd name="T31" fmla="*/ 149 h 228"/>
                <ns1:gd name="T32" fmla="*/ 87 w 258"/>
                <ns1:gd name="T33" fmla="*/ 157 h 228"/>
                <ns1:gd name="T34" fmla="*/ 131 w 258"/>
                <ns1:gd name="T35" fmla="*/ 201 h 228"/>
                <ns1:gd name="T36" fmla="*/ 167 w 258"/>
                <ns1:gd name="T37" fmla="*/ 216 h 228"/>
                <ns1:gd name="T38" fmla="*/ 203 w 258"/>
                <ns1:gd name="T39" fmla="*/ 201 h 228"/>
                <ns1:gd name="T40" fmla="*/ 199 w 258"/>
                <ns1:gd name="T41" fmla="*/ 46 h 228"/>
                <ns1:gd name="T42" fmla="*/ 117 w 258"/>
                <ns1:gd name="T43" fmla="*/ 12 h 228"/>
                <ns1:gd name="T44" fmla="*/ 43 w 258"/>
                <ns1:gd name="T45" fmla="*/ 42 h 228"/>
                <ns1:gd name="T46" fmla="*/ 13 w 258"/>
                <ns1:gd name="T47" fmla="*/ 121 h 228"/>
                <ns1:gd name="T48" fmla="*/ 47 w 258"/>
                <ns1:gd name="T49" fmla="*/ 201 h 228"/>
                <ns1:gd name="T50" fmla="*/ 67 w 258"/>
                <ns1:gd name="T51" fmla="*/ 201 h 228"/>
                <ns1:gd name="T52" fmla="*/ 67 w 258"/>
                <ns1:gd name="T53" fmla="*/ 182 h 228"/>
                <ns1:gd name="T54" fmla="*/ 63 w 258"/>
                <ns1:gd name="T55" fmla="*/ 153 h 228"/>
                <ns1:gd name="T56" fmla="*/ 72 w 258"/>
                <ns1:gd name="T57" fmla="*/ 149 h 228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  <ns1:cxn ang="0">
                  <ns1:pos x="T14" y="T15"/>
                </ns1:cxn>
                <ns1:cxn ang="0">
                  <ns1:pos x="T16" y="T17"/>
                </ns1:cxn>
                <ns1:cxn ang="0">
                  <ns1:pos x="T18" y="T19"/>
                </ns1:cxn>
                <ns1:cxn ang="0">
                  <ns1:pos x="T20" y="T21"/>
                </ns1:cxn>
                <ns1:cxn ang="0">
                  <ns1:pos x="T22" y="T23"/>
                </ns1:cxn>
                <ns1:cxn ang="0">
                  <ns1:pos x="T24" y="T25"/>
                </ns1:cxn>
                <ns1:cxn ang="0">
                  <ns1:pos x="T26" y="T27"/>
                </ns1:cxn>
                <ns1:cxn ang="0">
                  <ns1:pos x="T28" y="T29"/>
                </ns1:cxn>
                <ns1:cxn ang="0">
                  <ns1:pos x="T30" y="T31"/>
                </ns1:cxn>
                <ns1:cxn ang="0">
                  <ns1:pos x="T32" y="T33"/>
                </ns1:cxn>
                <ns1:cxn ang="0">
                  <ns1:pos x="T34" y="T35"/>
                </ns1:cxn>
                <ns1:cxn ang="0">
                  <ns1:pos x="T36" y="T37"/>
                </ns1:cxn>
                <ns1:cxn ang="0">
                  <ns1:pos x="T38" y="T39"/>
                </ns1:cxn>
                <ns1:cxn ang="0">
                  <ns1:pos x="T40" y="T41"/>
                </ns1:cxn>
                <ns1:cxn ang="0">
                  <ns1:pos x="T42" y="T43"/>
                </ns1:cxn>
                <ns1:cxn ang="0">
                  <ns1:pos x="T44" y="T45"/>
                </ns1:cxn>
                <ns1:cxn ang="0">
                  <ns1:pos x="T46" y="T47"/>
                </ns1:cxn>
                <ns1:cxn ang="0">
                  <ns1:pos x="T48" y="T49"/>
                </ns1:cxn>
                <ns1:cxn ang="0">
                  <ns1:pos x="T50" y="T51"/>
                </ns1:cxn>
                <ns1:cxn ang="0">
                  <ns1:pos x="T52" y="T53"/>
                </ns1:cxn>
                <ns1:cxn ang="0">
                  <ns1:pos x="T54" y="T55"/>
                </ns1:cxn>
                <ns1:cxn ang="0">
                  <ns1:pos x="T56" y="T57"/>
                </ns1:cxn>
              </ns1:cxnLst>
              <ns1:rect l="0" t="0" r="r" b="b"/>
              <ns1:pathLst>
                <ns1:path w="258" h="228">
                  <ns1:moveTo>
                    <ns1:pt x="167" y="228"/>
                  </ns1:moveTo>
                  <ns1:cubicBezTo>
                    <ns1:pt x="150" y="228"/>
                    <ns1:pt x="134" y="221"/>
                    <ns1:pt x="123" y="210"/>
                  </ns1:cubicBezTo>
                  <ns1:cubicBezTo>
                    <ns1:pt x="79" y="166"/>
                    <ns1:pt x="79" y="166"/>
                    <ns1:pt x="79" y="166"/>
                  </ns1:cubicBezTo>
                  <ns1:cubicBezTo>
                    <ns1:pt x="74" y="161"/>
                    <ns1:pt x="72" y="161"/>
                    <ns1:pt x="72" y="161"/>
                  </ns1:cubicBezTo>
                  <ns1:cubicBezTo>
                    <ns1:pt x="72" y="161"/>
                    <ns1:pt x="72" y="161"/>
                    <ns1:pt x="71" y="162"/>
                  </ns1:cubicBezTo>
                  <ns1:cubicBezTo>
                    <ns1:pt x="70" y="163"/>
                    <ns1:pt x="70" y="168"/>
                    <ns1:pt x="75" y="173"/>
                  </ns1:cubicBezTo>
                  <ns1:cubicBezTo>
                    <ns1:pt x="85" y="184"/>
                    <ns1:pt x="85" y="200"/>
                    <ns1:pt x="75" y="210"/>
                  </ns1:cubicBezTo>
                  <ns1:cubicBezTo>
                    <ns1:pt x="70" y="215"/>
                    <ns1:pt x="64" y="218"/>
                    <ns1:pt x="57" y="218"/>
                  </ns1:cubicBezTo>
                  <ns1:cubicBezTo>
                    <ns1:pt x="50" y="218"/>
                    <ns1:pt x="44" y="215"/>
                    <ns1:pt x="39" y="210"/>
                  </ns1:cubicBezTo>
                  <ns1:cubicBezTo>
                    <ns1:pt x="16" y="187"/>
                    <ns1:pt x="2" y="155"/>
                    <ns1:pt x="1" y="122"/>
                  </ns1:cubicBezTo>
                  <ns1:cubicBezTo>
                    <ns1:pt x="0" y="88"/>
                    <ns1:pt x="12" y="56"/>
                    <ns1:pt x="35" y="33"/>
                  </ns1:cubicBezTo>
                  <ns1:cubicBezTo>
                    <ns1:pt x="57" y="12"/>
                    <ns1:pt x="86" y="0"/>
                    <ns1:pt x="117" y="0"/>
                  </ns1:cubicBezTo>
                  <ns1:cubicBezTo>
                    <ns1:pt x="150" y="0"/>
                    <ns1:pt x="183" y="13"/>
                    <ns1:pt x="207" y="37"/>
                  </ns1:cubicBezTo>
                  <ns1:cubicBezTo>
                    <ns1:pt x="256" y="86"/>
                    <ns1:pt x="258" y="163"/>
                    <ns1:pt x="211" y="210"/>
                  </ns1:cubicBezTo>
                  <ns1:cubicBezTo>
                    <ns1:pt x="200" y="221"/>
                    <ns1:pt x="184" y="228"/>
                    <ns1:pt x="167" y="228"/>
                  </ns1:cubicBezTo>
                  <ns1:close/>
                  <ns1:moveTo>
                    <ns1:pt x="72" y="149"/>
                  </ns1:moveTo>
                  <ns1:cubicBezTo>
                    <ns1:pt x="77" y="149"/>
                    <ns1:pt x="81" y="152"/>
                    <ns1:pt x="87" y="157"/>
                  </ns1:cubicBezTo>
                  <ns1:cubicBezTo>
                    <ns1:pt x="131" y="201"/>
                    <ns1:pt x="131" y="201"/>
                    <ns1:pt x="131" y="201"/>
                  </ns1:cubicBezTo>
                  <ns1:cubicBezTo>
                    <ns1:pt x="141" y="211"/>
                    <ns1:pt x="153" y="216"/>
                    <ns1:pt x="167" y="216"/>
                  </ns1:cubicBezTo>
                  <ns1:cubicBezTo>
                    <ns1:pt x="181" y="216"/>
                    <ns1:pt x="193" y="211"/>
                    <ns1:pt x="203" y="201"/>
                  </ns1:cubicBezTo>
                  <ns1:cubicBezTo>
                    <ns1:pt x="245" y="160"/>
                    <ns1:pt x="243" y="90"/>
                    <ns1:pt x="199" y="46"/>
                  </ns1:cubicBezTo>
                  <ns1:cubicBezTo>
                    <ns1:pt x="177" y="24"/>
                    <ns1:pt x="147" y="12"/>
                    <ns1:pt x="117" y="12"/>
                  </ns1:cubicBezTo>
                  <ns1:cubicBezTo>
                    <ns1:pt x="89" y="12"/>
                    <ns1:pt x="63" y="22"/>
                    <ns1:pt x="43" y="42"/>
                  </ns1:cubicBezTo>
                  <ns1:cubicBezTo>
                    <ns1:pt x="23" y="62"/>
                    <ns1:pt x="12" y="91"/>
                    <ns1:pt x="13" y="121"/>
                  </ns1:cubicBezTo>
                  <ns1:cubicBezTo>
                    <ns1:pt x="14" y="151"/>
                    <ns1:pt x="26" y="181"/>
                    <ns1:pt x="47" y="201"/>
                  </ns1:cubicBezTo>
                  <ns1:cubicBezTo>
                    <ns1:pt x="53" y="207"/>
                    <ns1:pt x="61" y="207"/>
                    <ns1:pt x="67" y="201"/>
                  </ns1:cubicBezTo>
                  <ns1:cubicBezTo>
                    <ns1:pt x="72" y="196"/>
                    <ns1:pt x="72" y="187"/>
                    <ns1:pt x="67" y="182"/>
                  </ns1:cubicBezTo>
                  <ns1:cubicBezTo>
                    <ns1:pt x="56" y="171"/>
                    <ns1:pt x="57" y="159"/>
                    <ns1:pt x="63" y="153"/>
                  </ns1:cubicBezTo>
                  <ns1:cubicBezTo>
                    <ns1:pt x="66" y="150"/>
                    <ns1:pt x="69" y="149"/>
                    <ns1:pt x="72" y="149"/>
                  </ns1:cubicBezTo>
                  <ns1:close/>
                </ns1:path>
              </ns1:pathLst>
            </ns1:custGeom>
            <ns1:grpFill/>
            <ns1:ln>
              <ns1:noFill/>
            </ns1:ln>
            <ns1:extLst>
              <ns1:ext uri="{91240B29-F687-4F45-9708-019B960494DF}">
                <ns2:hiddenLine w="9525">
                  <ns1:solidFill>
                    <ns1:srgbClr val="000000"/>
                  </ns1:solidFill>
                  <ns1:round/>
                  <ns1:headEnd/>
                  <ns1:tailEnd/>
                </ns2:hiddenLine>
              </ns1:ext>
            </ns1:extLst>
          </ns0:spPr>
          <ns0:txBody>
            <ns1:bodyPr vert="horz" wrap="square" lIns="91440" tIns="45720" rIns="91440" bIns="45720" numCol="1" anchor="t" anchorCtr="0" compatLnSpc="1">
              <ns1:prstTxWarp prst="textNoShape">
                <ns1:avLst/>
              </ns1:prstTxWarp>
            </ns1:bodyPr>
            <ns1:lstStyle/>
            <ns1:p>
              <ns1:endParaRPr lang="id-ID" sz="2700"/>
            </ns1:p>
          </ns0:txBody>
        </ns0:sp>
        <ns0:sp>
          <ns0:nvSpPr>
            <ns0:cNvPr id="118" name="Freeform 20"/>
            <ns0:cNvSpPr>
              <ns1:spLocks noEditPoints="1"/>
            </ns0:cNvSpPr>
            <ns0:nvPr/>
          </ns0:nvSpPr>
          <ns0:spPr bwMode="auto">
            <ns1:xfrm>
              <ns1:off x="8207375" y="1789113"/>
              <ns1:ext cx="166687" cy="168275"/>
            </ns1:xfrm>
            <ns1:custGeom>
              <ns1:avLst/>
              <ns1:gdLst>
                <ns1:gd name="T0" fmla="*/ 22 w 44"/>
                <ns1:gd name="T1" fmla="*/ 44 h 44"/>
                <ns1:gd name="T2" fmla="*/ 6 w 44"/>
                <ns1:gd name="T3" fmla="*/ 37 h 44"/>
                <ns1:gd name="T4" fmla="*/ 0 w 44"/>
                <ns1:gd name="T5" fmla="*/ 22 h 44"/>
                <ns1:gd name="T6" fmla="*/ 6 w 44"/>
                <ns1:gd name="T7" fmla="*/ 6 h 44"/>
                <ns1:gd name="T8" fmla="*/ 22 w 44"/>
                <ns1:gd name="T9" fmla="*/ 0 h 44"/>
                <ns1:gd name="T10" fmla="*/ 37 w 44"/>
                <ns1:gd name="T11" fmla="*/ 6 h 44"/>
                <ns1:gd name="T12" fmla="*/ 44 w 44"/>
                <ns1:gd name="T13" fmla="*/ 22 h 44"/>
                <ns1:gd name="T14" fmla="*/ 37 w 44"/>
                <ns1:gd name="T15" fmla="*/ 37 h 44"/>
                <ns1:gd name="T16" fmla="*/ 22 w 44"/>
                <ns1:gd name="T17" fmla="*/ 44 h 44"/>
                <ns1:gd name="T18" fmla="*/ 22 w 44"/>
                <ns1:gd name="T19" fmla="*/ 12 h 44"/>
                <ns1:gd name="T20" fmla="*/ 15 w 44"/>
                <ns1:gd name="T21" fmla="*/ 15 h 44"/>
                <ns1:gd name="T22" fmla="*/ 12 w 44"/>
                <ns1:gd name="T23" fmla="*/ 22 h 44"/>
                <ns1:gd name="T24" fmla="*/ 15 w 44"/>
                <ns1:gd name="T25" fmla="*/ 29 h 44"/>
                <ns1:gd name="T26" fmla="*/ 29 w 44"/>
                <ns1:gd name="T27" fmla="*/ 29 h 44"/>
                <ns1:gd name="T28" fmla="*/ 32 w 44"/>
                <ns1:gd name="T29" fmla="*/ 22 h 44"/>
                <ns1:gd name="T30" fmla="*/ 29 w 44"/>
                <ns1:gd name="T31" fmla="*/ 15 h 44"/>
                <ns1:gd name="T32" fmla="*/ 22 w 44"/>
                <ns1:gd name="T33" fmla="*/ 12 h 44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  <ns1:cxn ang="0">
                  <ns1:pos x="T14" y="T15"/>
                </ns1:cxn>
                <ns1:cxn ang="0">
                  <ns1:pos x="T16" y="T17"/>
                </ns1:cxn>
                <ns1:cxn ang="0">
                  <ns1:pos x="T18" y="T19"/>
                </ns1:cxn>
                <ns1:cxn ang="0">
                  <ns1:pos x="T20" y="T21"/>
                </ns1:cxn>
                <ns1:cxn ang="0">
                  <ns1:pos x="T22" y="T23"/>
                </ns1:cxn>
                <ns1:cxn ang="0">
                  <ns1:pos x="T24" y="T25"/>
                </ns1:cxn>
                <ns1:cxn ang="0">
                  <ns1:pos x="T26" y="T27"/>
                </ns1:cxn>
                <ns1:cxn ang="0">
                  <ns1:pos x="T28" y="T29"/>
                </ns1:cxn>
                <ns1:cxn ang="0">
                  <ns1:pos x="T30" y="T31"/>
                </ns1:cxn>
                <ns1:cxn ang="0">
                  <ns1:pos x="T32" y="T33"/>
                </ns1:cxn>
              </ns1:cxnLst>
              <ns1:rect l="0" t="0" r="r" b="b"/>
              <ns1:pathLst>
                <ns1:path w="44" h="44">
                  <ns1:moveTo>
                    <ns1:pt x="22" y="44"/>
                  </ns1:moveTo>
                  <ns1:cubicBezTo>
                    <ns1:pt x="16" y="44"/>
                    <ns1:pt x="10" y="41"/>
                    <ns1:pt x="6" y="37"/>
                  </ns1:cubicBezTo>
                  <ns1:cubicBezTo>
                    <ns1:pt x="2" y="33"/>
                    <ns1:pt x="0" y="28"/>
                    <ns1:pt x="0" y="22"/>
                  </ns1:cubicBezTo>
                  <ns1:cubicBezTo>
                    <ns1:pt x="0" y="16"/>
                    <ns1:pt x="2" y="10"/>
                    <ns1:pt x="6" y="6"/>
                  </ns1:cubicBezTo>
                  <ns1:cubicBezTo>
                    <ns1:pt x="10" y="2"/>
                    <ns1:pt x="16" y="0"/>
                    <ns1:pt x="22" y="0"/>
                  </ns1:cubicBezTo>
                  <ns1:cubicBezTo>
                    <ns1:pt x="28" y="0"/>
                    <ns1:pt x="33" y="2"/>
                    <ns1:pt x="37" y="6"/>
                  </ns1:cubicBezTo>
                  <ns1:cubicBezTo>
                    <ns1:pt x="42" y="10"/>
                    <ns1:pt x="44" y="16"/>
                    <ns1:pt x="44" y="22"/>
                  </ns1:cubicBezTo>
                  <ns1:cubicBezTo>
                    <ns1:pt x="44" y="28"/>
                    <ns1:pt x="42" y="33"/>
                    <ns1:pt x="37" y="37"/>
                  </ns1:cubicBezTo>
                  <ns1:cubicBezTo>
                    <ns1:pt x="33" y="41"/>
                    <ns1:pt x="28" y="44"/>
                    <ns1:pt x="22" y="44"/>
                  </ns1:cubicBezTo>
                  <ns1:close/>
                  <ns1:moveTo>
                    <ns1:pt x="22" y="12"/>
                  </ns1:moveTo>
                  <ns1:cubicBezTo>
                    <ns1:pt x="19" y="12"/>
                    <ns1:pt x="17" y="13"/>
                    <ns1:pt x="15" y="15"/>
                  </ns1:cubicBezTo>
                  <ns1:cubicBezTo>
                    <ns1:pt x="13" y="17"/>
                    <ns1:pt x="12" y="19"/>
                    <ns1:pt x="12" y="22"/>
                  </ns1:cubicBezTo>
                  <ns1:cubicBezTo>
                    <ns1:pt x="12" y="24"/>
                    <ns1:pt x="13" y="27"/>
                    <ns1:pt x="15" y="29"/>
                  </ns1:cubicBezTo>
                  <ns1:cubicBezTo>
                    <ns1:pt x="19" y="33"/>
                    <ns1:pt x="25" y="33"/>
                    <ns1:pt x="29" y="29"/>
                  </ns1:cubicBezTo>
                  <ns1:cubicBezTo>
                    <ns1:pt x="31" y="27"/>
                    <ns1:pt x="32" y="24"/>
                    <ns1:pt x="32" y="22"/>
                  </ns1:cubicBezTo>
                  <ns1:cubicBezTo>
                    <ns1:pt x="32" y="19"/>
                    <ns1:pt x="31" y="17"/>
                    <ns1:pt x="29" y="15"/>
                  </ns1:cubicBezTo>
                  <ns1:cubicBezTo>
                    <ns1:pt x="27" y="13"/>
                    <ns1:pt x="24" y="12"/>
                    <ns1:pt x="22" y="12"/>
                  </ns1:cubicBezTo>
                  <ns1:close/>
                </ns1:path>
              </ns1:pathLst>
            </ns1:custGeom>
            <ns1:grpFill/>
            <ns1:ln>
              <ns1:noFill/>
            </ns1:ln>
            <ns1:extLst>
              <ns1:ext uri="{91240B29-F687-4F45-9708-019B960494DF}">
                <ns2:hiddenLine w="9525">
                  <ns1:solidFill>
                    <ns1:srgbClr val="000000"/>
                  </ns1:solidFill>
                  <ns1:round/>
                  <ns1:headEnd/>
                  <ns1:tailEnd/>
                </ns2:hiddenLine>
              </ns1:ext>
            </ns1:extLst>
          </ns0:spPr>
          <ns0:txBody>
            <ns1:bodyPr vert="horz" wrap="square" lIns="91440" tIns="45720" rIns="91440" bIns="45720" numCol="1" anchor="t" anchorCtr="0" compatLnSpc="1">
              <ns1:prstTxWarp prst="textNoShape">
                <ns1:avLst/>
              </ns1:prstTxWarp>
            </ns1:bodyPr>
            <ns1:lstStyle/>
            <ns1:p>
              <ns1:endParaRPr lang="id-ID" sz="2700"/>
            </ns1:p>
          </ns0:txBody>
        </ns0:sp>
        <ns0:sp>
          <ns0:nvSpPr>
            <ns0:cNvPr id="119" name="Freeform 21"/>
            <ns0:cNvSpPr>
              <ns1:spLocks noEditPoints="1"/>
            </ns0:cNvSpPr>
            <ns0:nvPr/>
          </ns0:nvSpPr>
          <ns0:spPr bwMode="auto">
            <ns1:xfrm>
              <ns1:off x="8321675" y="1995488"/>
              <ns1:ext cx="147637" cy="136525"/>
            </ns1:xfrm>
            <ns1:custGeom>
              <ns1:avLst/>
              <ns1:gdLst>
                <ns1:gd name="T0" fmla="*/ 20 w 39"/>
                <ns1:gd name="T1" fmla="*/ 36 h 36"/>
                <ns1:gd name="T2" fmla="*/ 7 w 39"/>
                <ns1:gd name="T3" fmla="*/ 30 h 36"/>
                <ns1:gd name="T4" fmla="*/ 7 w 39"/>
                <ns1:gd name="T5" fmla="*/ 5 h 36"/>
                <ns1:gd name="T6" fmla="*/ 20 w 39"/>
                <ns1:gd name="T7" fmla="*/ 0 h 36"/>
                <ns1:gd name="T8" fmla="*/ 32 w 39"/>
                <ns1:gd name="T9" fmla="*/ 5 h 36"/>
                <ns1:gd name="T10" fmla="*/ 32 w 39"/>
                <ns1:gd name="T11" fmla="*/ 30 h 36"/>
                <ns1:gd name="T12" fmla="*/ 20 w 39"/>
                <ns1:gd name="T13" fmla="*/ 36 h 36"/>
                <ns1:gd name="T14" fmla="*/ 20 w 39"/>
                <ns1:gd name="T15" fmla="*/ 12 h 36"/>
                <ns1:gd name="T16" fmla="*/ 15 w 39"/>
                <ns1:gd name="T17" fmla="*/ 13 h 36"/>
                <ns1:gd name="T18" fmla="*/ 15 w 39"/>
                <ns1:gd name="T19" fmla="*/ 22 h 36"/>
                <ns1:gd name="T20" fmla="*/ 24 w 39"/>
                <ns1:gd name="T21" fmla="*/ 22 h 36"/>
                <ns1:gd name="T22" fmla="*/ 24 w 39"/>
                <ns1:gd name="T23" fmla="*/ 13 h 36"/>
                <ns1:gd name="T24" fmla="*/ 20 w 39"/>
                <ns1:gd name="T25" fmla="*/ 12 h 36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  <ns1:cxn ang="0">
                  <ns1:pos x="T14" y="T15"/>
                </ns1:cxn>
                <ns1:cxn ang="0">
                  <ns1:pos x="T16" y="T17"/>
                </ns1:cxn>
                <ns1:cxn ang="0">
                  <ns1:pos x="T18" y="T19"/>
                </ns1:cxn>
                <ns1:cxn ang="0">
                  <ns1:pos x="T20" y="T21"/>
                </ns1:cxn>
                <ns1:cxn ang="0">
                  <ns1:pos x="T22" y="T23"/>
                </ns1:cxn>
                <ns1:cxn ang="0">
                  <ns1:pos x="T24" y="T25"/>
                </ns1:cxn>
              </ns1:cxnLst>
              <ns1:rect l="0" t="0" r="r" b="b"/>
              <ns1:pathLst>
                <ns1:path w="39" h="36">
                  <ns1:moveTo>
                    <ns1:pt x="20" y="36"/>
                  </ns1:moveTo>
                  <ns1:cubicBezTo>
                    <ns1:pt x="15" y="36"/>
                    <ns1:pt x="10" y="34"/>
                    <ns1:pt x="7" y="30"/>
                  </ns1:cubicBezTo>
                  <ns1:cubicBezTo>
                    <ns1:pt x="0" y="23"/>
                    <ns1:pt x="0" y="12"/>
                    <ns1:pt x="7" y="5"/>
                  </ns1:cubicBezTo>
                  <ns1:cubicBezTo>
                    <ns1:pt x="10" y="1"/>
                    <ns1:pt x="15" y="0"/>
                    <ns1:pt x="20" y="0"/>
                  </ns1:cubicBezTo>
                  <ns1:cubicBezTo>
                    <ns1:pt x="24" y="0"/>
                    <ns1:pt x="29" y="1"/>
                    <ns1:pt x="32" y="5"/>
                  </ns1:cubicBezTo>
                  <ns1:cubicBezTo>
                    <ns1:pt x="39" y="12"/>
                    <ns1:pt x="39" y="23"/>
                    <ns1:pt x="32" y="30"/>
                  </ns1:cubicBezTo>
                  <ns1:cubicBezTo>
                    <ns1:pt x="29" y="34"/>
                    <ns1:pt x="24" y="36"/>
                    <ns1:pt x="20" y="36"/>
                  </ns1:cubicBezTo>
                  <ns1:close/>
                  <ns1:moveTo>
                    <ns1:pt x="20" y="12"/>
                  </ns1:moveTo>
                  <ns1:cubicBezTo>
                    <ns1:pt x="18" y="12"/>
                    <ns1:pt x="17" y="12"/>
                    <ns1:pt x="15" y="13"/>
                  </ns1:cubicBezTo>
                  <ns1:cubicBezTo>
                    <ns1:pt x="13" y="16"/>
                    <ns1:pt x="13" y="20"/>
                    <ns1:pt x="15" y="22"/>
                  </ns1:cubicBezTo>
                  <ns1:cubicBezTo>
                    <ns1:pt x="18" y="24"/>
                    <ns1:pt x="22" y="24"/>
                    <ns1:pt x="24" y="22"/>
                  </ns1:cubicBezTo>
                  <ns1:cubicBezTo>
                    <ns1:pt x="26" y="20"/>
                    <ns1:pt x="26" y="16"/>
                    <ns1:pt x="24" y="13"/>
                  </ns1:cubicBezTo>
                  <ns1:cubicBezTo>
                    <ns1:pt x="23" y="12"/>
                    <ns1:pt x="21" y="12"/>
                    <ns1:pt x="20" y="12"/>
                  </ns1:cubicBezTo>
                  <ns1:close/>
                </ns1:path>
              </ns1:pathLst>
            </ns1:custGeom>
            <ns1:grpFill/>
            <ns1:ln>
              <ns1:noFill/>
            </ns1:ln>
            <ns1:extLst>
              <ns1:ext uri="{91240B29-F687-4F45-9708-019B960494DF}">
                <ns2:hiddenLine w="9525">
                  <ns1:solidFill>
                    <ns1:srgbClr val="000000"/>
                  </ns1:solidFill>
                  <ns1:round/>
                  <ns1:headEnd/>
                  <ns1:tailEnd/>
                </ns2:hiddenLine>
              </ns1:ext>
            </ns1:extLst>
          </ns0:spPr>
          <ns0:txBody>
            <ns1:bodyPr vert="horz" wrap="square" lIns="91440" tIns="45720" rIns="91440" bIns="45720" numCol="1" anchor="t" anchorCtr="0" compatLnSpc="1">
              <ns1:prstTxWarp prst="textNoShape">
                <ns1:avLst/>
              </ns1:prstTxWarp>
            </ns1:bodyPr>
            <ns1:lstStyle/>
            <ns1:p>
              <ns1:endParaRPr lang="id-ID" sz="2700"/>
            </ns1:p>
          </ns0:txBody>
        </ns0:sp>
        <ns0:sp>
          <ns0:nvSpPr>
            <ns0:cNvPr id="120" name="Freeform 22"/>
            <ns0:cNvSpPr>
              <ns1:spLocks noEditPoints="1"/>
            </ns0:cNvSpPr>
            <ns0:nvPr/>
          </ns0:nvSpPr>
          <ns0:spPr bwMode="auto">
            <ns1:xfrm>
              <ns1:off x="8191500" y="2154238"/>
              <ns1:ext cx="198437" cy="198438"/>
            </ns1:xfrm>
            <ns1:custGeom>
              <ns1:avLst/>
              <ns1:gdLst>
                <ns1:gd name="T0" fmla="*/ 26 w 52"/>
                <ns1:gd name="T1" fmla="*/ 52 h 52"/>
                <ns1:gd name="T2" fmla="*/ 7 w 52"/>
                <ns1:gd name="T3" fmla="*/ 44 h 52"/>
                <ns1:gd name="T4" fmla="*/ 0 w 52"/>
                <ns1:gd name="T5" fmla="*/ 26 h 52"/>
                <ns1:gd name="T6" fmla="*/ 7 w 52"/>
                <ns1:gd name="T7" fmla="*/ 7 h 52"/>
                <ns1:gd name="T8" fmla="*/ 26 w 52"/>
                <ns1:gd name="T9" fmla="*/ 0 h 52"/>
                <ns1:gd name="T10" fmla="*/ 44 w 52"/>
                <ns1:gd name="T11" fmla="*/ 7 h 52"/>
                <ns1:gd name="T12" fmla="*/ 52 w 52"/>
                <ns1:gd name="T13" fmla="*/ 26 h 52"/>
                <ns1:gd name="T14" fmla="*/ 44 w 52"/>
                <ns1:gd name="T15" fmla="*/ 44 h 52"/>
                <ns1:gd name="T16" fmla="*/ 26 w 52"/>
                <ns1:gd name="T17" fmla="*/ 52 h 52"/>
                <ns1:gd name="T18" fmla="*/ 26 w 52"/>
                <ns1:gd name="T19" fmla="*/ 12 h 52"/>
                <ns1:gd name="T20" fmla="*/ 16 w 52"/>
                <ns1:gd name="T21" fmla="*/ 16 h 52"/>
                <ns1:gd name="T22" fmla="*/ 12 w 52"/>
                <ns1:gd name="T23" fmla="*/ 26 h 52"/>
                <ns1:gd name="T24" fmla="*/ 16 w 52"/>
                <ns1:gd name="T25" fmla="*/ 35 h 52"/>
                <ns1:gd name="T26" fmla="*/ 36 w 52"/>
                <ns1:gd name="T27" fmla="*/ 35 h 52"/>
                <ns1:gd name="T28" fmla="*/ 40 w 52"/>
                <ns1:gd name="T29" fmla="*/ 26 h 52"/>
                <ns1:gd name="T30" fmla="*/ 36 w 52"/>
                <ns1:gd name="T31" fmla="*/ 16 h 52"/>
                <ns1:gd name="T32" fmla="*/ 26 w 52"/>
                <ns1:gd name="T33" fmla="*/ 12 h 52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  <ns1:cxn ang="0">
                  <ns1:pos x="T14" y="T15"/>
                </ns1:cxn>
                <ns1:cxn ang="0">
                  <ns1:pos x="T16" y="T17"/>
                </ns1:cxn>
                <ns1:cxn ang="0">
                  <ns1:pos x="T18" y="T19"/>
                </ns1:cxn>
                <ns1:cxn ang="0">
                  <ns1:pos x="T20" y="T21"/>
                </ns1:cxn>
                <ns1:cxn ang="0">
                  <ns1:pos x="T22" y="T23"/>
                </ns1:cxn>
                <ns1:cxn ang="0">
                  <ns1:pos x="T24" y="T25"/>
                </ns1:cxn>
                <ns1:cxn ang="0">
                  <ns1:pos x="T26" y="T27"/>
                </ns1:cxn>
                <ns1:cxn ang="0">
                  <ns1:pos x="T28" y="T29"/>
                </ns1:cxn>
                <ns1:cxn ang="0">
                  <ns1:pos x="T30" y="T31"/>
                </ns1:cxn>
                <ns1:cxn ang="0">
                  <ns1:pos x="T32" y="T33"/>
                </ns1:cxn>
              </ns1:cxnLst>
              <ns1:rect l="0" t="0" r="r" b="b"/>
              <ns1:pathLst>
                <ns1:path w="52" h="52">
                  <ns1:moveTo>
                    <ns1:pt x="26" y="52"/>
                  </ns1:moveTo>
                  <ns1:cubicBezTo>
                    <ns1:pt x="19" y="52"/>
                    <ns1:pt x="12" y="49"/>
                    <ns1:pt x="7" y="44"/>
                  </ns1:cubicBezTo>
                  <ns1:cubicBezTo>
                    <ns1:pt x="3" y="39"/>
                    <ns1:pt x="0" y="32"/>
                    <ns1:pt x="0" y="26"/>
                  </ns1:cubicBezTo>
                  <ns1:cubicBezTo>
                    <ns1:pt x="0" y="19"/>
                    <ns1:pt x="3" y="12"/>
                    <ns1:pt x="7" y="7"/>
                  </ns1:cubicBezTo>
                  <ns1:cubicBezTo>
                    <ns1:pt x="12" y="2"/>
                    <ns1:pt x="19" y="0"/>
                    <ns1:pt x="26" y="0"/>
                  </ns1:cubicBezTo>
                  <ns1:cubicBezTo>
                    <ns1:pt x="33" y="0"/>
                    <ns1:pt x="39" y="2"/>
                    <ns1:pt x="44" y="7"/>
                  </ns1:cubicBezTo>
                  <ns1:cubicBezTo>
                    <ns1:pt x="49" y="12"/>
                    <ns1:pt x="52" y="19"/>
                    <ns1:pt x="52" y="26"/>
                  </ns1:cubicBezTo>
                  <ns1:cubicBezTo>
                    <ns1:pt x="52" y="32"/>
                    <ns1:pt x="49" y="39"/>
                    <ns1:pt x="44" y="44"/>
                  </ns1:cubicBezTo>
                  <ns1:cubicBezTo>
                    <ns1:pt x="39" y="49"/>
                    <ns1:pt x="33" y="52"/>
                    <ns1:pt x="26" y="52"/>
                  </ns1:cubicBezTo>
                  <ns1:close/>
                  <ns1:moveTo>
                    <ns1:pt x="26" y="12"/>
                  </ns1:moveTo>
                  <ns1:cubicBezTo>
                    <ns1:pt x="22" y="12"/>
                    <ns1:pt x="19" y="13"/>
                    <ns1:pt x="16" y="16"/>
                  </ns1:cubicBezTo>
                  <ns1:cubicBezTo>
                    <ns1:pt x="13" y="18"/>
                    <ns1:pt x="12" y="22"/>
                    <ns1:pt x="12" y="26"/>
                  </ns1:cubicBezTo>
                  <ns1:cubicBezTo>
                    <ns1:pt x="12" y="29"/>
                    <ns1:pt x="13" y="33"/>
                    <ns1:pt x="16" y="35"/>
                  </ns1:cubicBezTo>
                  <ns1:cubicBezTo>
                    <ns1:pt x="21" y="41"/>
                    <ns1:pt x="30" y="41"/>
                    <ns1:pt x="36" y="35"/>
                  </ns1:cubicBezTo>
                  <ns1:cubicBezTo>
                    <ns1:pt x="38" y="33"/>
                    <ns1:pt x="40" y="29"/>
                    <ns1:pt x="40" y="26"/>
                  </ns1:cubicBezTo>
                  <ns1:cubicBezTo>
                    <ns1:pt x="40" y="22"/>
                    <ns1:pt x="38" y="18"/>
                    <ns1:pt x="36" y="16"/>
                  </ns1:cubicBezTo>
                  <ns1:cubicBezTo>
                    <ns1:pt x="33" y="13"/>
                    <ns1:pt x="30" y="12"/>
                    <ns1:pt x="26" y="12"/>
                  </ns1:cubicBezTo>
                  <ns1:close/>
                </ns1:path>
              </ns1:pathLst>
            </ns1:custGeom>
            <ns1:grpFill/>
            <ns1:ln>
              <ns1:noFill/>
            </ns1:ln>
            <ns1:extLst>
              <ns1:ext uri="{91240B29-F687-4F45-9708-019B960494DF}">
                <ns2:hiddenLine w="9525">
                  <ns1:solidFill>
                    <ns1:srgbClr val="000000"/>
                  </ns1:solidFill>
                  <ns1:round/>
                  <ns1:headEnd/>
                  <ns1:tailEnd/>
                </ns2:hiddenLine>
              </ns1:ext>
            </ns1:extLst>
          </ns0:spPr>
          <ns0:txBody>
            <ns1:bodyPr vert="horz" wrap="square" lIns="91440" tIns="45720" rIns="91440" bIns="45720" numCol="1" anchor="t" anchorCtr="0" compatLnSpc="1">
              <ns1:prstTxWarp prst="textNoShape">
                <ns1:avLst/>
              </ns1:prstTxWarp>
            </ns1:bodyPr>
            <ns1:lstStyle/>
            <ns1:p>
              <ns1:endParaRPr lang="id-ID" sz="2700"/>
            </ns1:p>
          </ns0:txBody>
        </ns0:sp>
        <ns0:sp>
          <ns0:nvSpPr>
            <ns0:cNvPr id="121" name="Freeform 23"/>
            <ns0:cNvSpPr>
              <ns1:spLocks noEditPoints="1"/>
            </ns0:cNvSpPr>
            <ns0:nvPr/>
          </ns0:nvSpPr>
          <ns0:spPr bwMode="auto">
            <ns1:xfrm>
              <ns1:off x="7967663" y="1747838"/>
              <ns1:ext cx="166687" cy="166688"/>
            </ns1:xfrm>
            <ns1:custGeom>
              <ns1:avLst/>
              <ns1:gdLst>
                <ns1:gd name="T0" fmla="*/ 22 w 44"/>
                <ns1:gd name="T1" fmla="*/ 44 h 44"/>
                <ns1:gd name="T2" fmla="*/ 6 w 44"/>
                <ns1:gd name="T3" fmla="*/ 38 h 44"/>
                <ns1:gd name="T4" fmla="*/ 0 w 44"/>
                <ns1:gd name="T5" fmla="*/ 22 h 44"/>
                <ns1:gd name="T6" fmla="*/ 6 w 44"/>
                <ns1:gd name="T7" fmla="*/ 6 h 44"/>
                <ns1:gd name="T8" fmla="*/ 22 w 44"/>
                <ns1:gd name="T9" fmla="*/ 0 h 44"/>
                <ns1:gd name="T10" fmla="*/ 38 w 44"/>
                <ns1:gd name="T11" fmla="*/ 6 h 44"/>
                <ns1:gd name="T12" fmla="*/ 44 w 44"/>
                <ns1:gd name="T13" fmla="*/ 22 h 44"/>
                <ns1:gd name="T14" fmla="*/ 38 w 44"/>
                <ns1:gd name="T15" fmla="*/ 38 h 44"/>
                <ns1:gd name="T16" fmla="*/ 22 w 44"/>
                <ns1:gd name="T17" fmla="*/ 44 h 44"/>
                <ns1:gd name="T18" fmla="*/ 22 w 44"/>
                <ns1:gd name="T19" fmla="*/ 12 h 44"/>
                <ns1:gd name="T20" fmla="*/ 15 w 44"/>
                <ns1:gd name="T21" fmla="*/ 15 h 44"/>
                <ns1:gd name="T22" fmla="*/ 12 w 44"/>
                <ns1:gd name="T23" fmla="*/ 22 h 44"/>
                <ns1:gd name="T24" fmla="*/ 15 w 44"/>
                <ns1:gd name="T25" fmla="*/ 29 h 44"/>
                <ns1:gd name="T26" fmla="*/ 29 w 44"/>
                <ns1:gd name="T27" fmla="*/ 29 h 44"/>
                <ns1:gd name="T28" fmla="*/ 32 w 44"/>
                <ns1:gd name="T29" fmla="*/ 22 h 44"/>
                <ns1:gd name="T30" fmla="*/ 29 w 44"/>
                <ns1:gd name="T31" fmla="*/ 15 h 44"/>
                <ns1:gd name="T32" fmla="*/ 22 w 44"/>
                <ns1:gd name="T33" fmla="*/ 12 h 44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  <ns1:cxn ang="0">
                  <ns1:pos x="T14" y="T15"/>
                </ns1:cxn>
                <ns1:cxn ang="0">
                  <ns1:pos x="T16" y="T17"/>
                </ns1:cxn>
                <ns1:cxn ang="0">
                  <ns1:pos x="T18" y="T19"/>
                </ns1:cxn>
                <ns1:cxn ang="0">
                  <ns1:pos x="T20" y="T21"/>
                </ns1:cxn>
                <ns1:cxn ang="0">
                  <ns1:pos x="T22" y="T23"/>
                </ns1:cxn>
                <ns1:cxn ang="0">
                  <ns1:pos x="T24" y="T25"/>
                </ns1:cxn>
                <ns1:cxn ang="0">
                  <ns1:pos x="T26" y="T27"/>
                </ns1:cxn>
                <ns1:cxn ang="0">
                  <ns1:pos x="T28" y="T29"/>
                </ns1:cxn>
                <ns1:cxn ang="0">
                  <ns1:pos x="T30" y="T31"/>
                </ns1:cxn>
                <ns1:cxn ang="0">
                  <ns1:pos x="T32" y="T33"/>
                </ns1:cxn>
              </ns1:cxnLst>
              <ns1:rect l="0" t="0" r="r" b="b"/>
              <ns1:pathLst>
                <ns1:path w="44" h="44">
                  <ns1:moveTo>
                    <ns1:pt x="22" y="44"/>
                  </ns1:moveTo>
                  <ns1:cubicBezTo>
                    <ns1:pt x="16" y="44"/>
                    <ns1:pt x="11" y="42"/>
                    <ns1:pt x="6" y="38"/>
                  </ns1:cubicBezTo>
                  <ns1:cubicBezTo>
                    <ns1:pt x="2" y="33"/>
                    <ns1:pt x="0" y="28"/>
                    <ns1:pt x="0" y="22"/>
                  </ns1:cubicBezTo>
                  <ns1:cubicBezTo>
                    <ns1:pt x="0" y="16"/>
                    <ns1:pt x="2" y="11"/>
                    <ns1:pt x="6" y="6"/>
                  </ns1:cubicBezTo>
                  <ns1:cubicBezTo>
                    <ns1:pt x="11" y="2"/>
                    <ns1:pt x="16" y="0"/>
                    <ns1:pt x="22" y="0"/>
                  </ns1:cubicBezTo>
                  <ns1:cubicBezTo>
                    <ns1:pt x="28" y="0"/>
                    <ns1:pt x="33" y="2"/>
                    <ns1:pt x="38" y="6"/>
                  </ns1:cubicBezTo>
                  <ns1:cubicBezTo>
                    <ns1:pt x="42" y="11"/>
                    <ns1:pt x="44" y="16"/>
                    <ns1:pt x="44" y="22"/>
                  </ns1:cubicBezTo>
                  <ns1:cubicBezTo>
                    <ns1:pt x="44" y="28"/>
                    <ns1:pt x="42" y="33"/>
                    <ns1:pt x="38" y="38"/>
                  </ns1:cubicBezTo>
                  <ns1:cubicBezTo>
                    <ns1:pt x="33" y="42"/>
                    <ns1:pt x="28" y="44"/>
                    <ns1:pt x="22" y="44"/>
                  </ns1:cubicBezTo>
                  <ns1:close/>
                  <ns1:moveTo>
                    <ns1:pt x="22" y="12"/>
                  </ns1:moveTo>
                  <ns1:cubicBezTo>
                    <ns1:pt x="19" y="12"/>
                    <ns1:pt x="17" y="13"/>
                    <ns1:pt x="15" y="15"/>
                  </ns1:cubicBezTo>
                  <ns1:cubicBezTo>
                    <ns1:pt x="13" y="17"/>
                    <ns1:pt x="12" y="19"/>
                    <ns1:pt x="12" y="22"/>
                  </ns1:cubicBezTo>
                  <ns1:cubicBezTo>
                    <ns1:pt x="12" y="25"/>
                    <ns1:pt x="13" y="27"/>
                    <ns1:pt x="15" y="29"/>
                  </ns1:cubicBezTo>
                  <ns1:cubicBezTo>
                    <ns1:pt x="19" y="33"/>
                    <ns1:pt x="25" y="33"/>
                    <ns1:pt x="29" y="29"/>
                  </ns1:cubicBezTo>
                  <ns1:cubicBezTo>
                    <ns1:pt x="31" y="27"/>
                    <ns1:pt x="32" y="25"/>
                    <ns1:pt x="32" y="22"/>
                  </ns1:cubicBezTo>
                  <ns1:cubicBezTo>
                    <ns1:pt x="32" y="19"/>
                    <ns1:pt x="31" y="17"/>
                    <ns1:pt x="29" y="15"/>
                  </ns1:cubicBezTo>
                  <ns1:cubicBezTo>
                    <ns1:pt x="27" y="13"/>
                    <ns1:pt x="25" y="12"/>
                    <ns1:pt x="22" y="12"/>
                  </ns1:cubicBezTo>
                  <ns1:close/>
                </ns1:path>
              </ns1:pathLst>
            </ns1:custGeom>
            <ns1:grpFill/>
            <ns1:ln>
              <ns1:noFill/>
            </ns1:ln>
            <ns1:extLst>
              <ns1:ext uri="{91240B29-F687-4F45-9708-019B960494DF}">
                <ns2:hiddenLine w="9525">
                  <ns1:solidFill>
                    <ns1:srgbClr val="000000"/>
                  </ns1:solidFill>
                  <ns1:round/>
                  <ns1:headEnd/>
                  <ns1:tailEnd/>
                </ns2:hiddenLine>
              </ns1:ext>
            </ns1:extLst>
          </ns0:spPr>
          <ns0:txBody>
            <ns1:bodyPr vert="horz" wrap="square" lIns="91440" tIns="45720" rIns="91440" bIns="45720" numCol="1" anchor="t" anchorCtr="0" compatLnSpc="1">
              <ns1:prstTxWarp prst="textNoShape">
                <ns1:avLst/>
              </ns1:prstTxWarp>
            </ns1:bodyPr>
            <ns1:lstStyle/>
            <ns1:p>
              <ns1:endParaRPr lang="id-ID" sz="2700"/>
            </ns1:p>
          </ns0:txBody>
        </ns0:sp>
      </ns0:grpSp>
      <ns0:sp>
        <ns0:nvSpPr>
          <ns0:cNvPr id="122" name="Freeform 38"/>
          <ns0:cNvSpPr>
            <ns1:spLocks noEditPoints="1"/>
          </ns0:cNvSpPr>
          <ns0:nvPr/>
        </ns0:nvSpPr>
        <ns0:spPr bwMode="auto">
          <ns1:xfrm>
            <ns1:off x="8357292" y="3723600"/>
            <ns1:ext cx="412245" cy="411171"/>
          </ns1:xfrm>
          <ns1:custGeom>
            <ns1:avLst/>
            <ns1:gdLst>
              <ns1:gd name="T0" fmla="*/ 236 w 236"/>
              <ns1:gd name="T1" fmla="*/ 38 h 236"/>
              <ns1:gd name="T2" fmla="*/ 230 w 236"/>
              <ns1:gd name="T3" fmla="*/ 0 h 236"/>
              <ns1:gd name="T4" fmla="*/ 192 w 236"/>
              <ns1:gd name="T5" fmla="*/ 6 h 236"/>
              <ns1:gd name="T6" fmla="*/ 44 w 236"/>
              <ns1:gd name="T7" fmla="*/ 16 h 236"/>
              <ns1:gd name="T8" fmla="*/ 38 w 236"/>
              <ns1:gd name="T9" fmla="*/ 0 h 236"/>
              <ns1:gd name="T10" fmla="*/ 0 w 236"/>
              <ns1:gd name="T11" fmla="*/ 6 h 236"/>
              <ns1:gd name="T12" fmla="*/ 6 w 236"/>
              <ns1:gd name="T13" fmla="*/ 44 h 236"/>
              <ns1:gd name="T14" fmla="*/ 16 w 236"/>
              <ns1:gd name="T15" fmla="*/ 192 h 236"/>
              <ns1:gd name="T16" fmla="*/ 0 w 236"/>
              <ns1:gd name="T17" fmla="*/ 198 h 236"/>
              <ns1:gd name="T18" fmla="*/ 6 w 236"/>
              <ns1:gd name="T19" fmla="*/ 236 h 236"/>
              <ns1:gd name="T20" fmla="*/ 44 w 236"/>
              <ns1:gd name="T21" fmla="*/ 230 h 236"/>
              <ns1:gd name="T22" fmla="*/ 192 w 236"/>
              <ns1:gd name="T23" fmla="*/ 220 h 236"/>
              <ns1:gd name="T24" fmla="*/ 198 w 236"/>
              <ns1:gd name="T25" fmla="*/ 236 h 236"/>
              <ns1:gd name="T26" fmla="*/ 236 w 236"/>
              <ns1:gd name="T27" fmla="*/ 230 h 236"/>
              <ns1:gd name="T28" fmla="*/ 230 w 236"/>
              <ns1:gd name="T29" fmla="*/ 192 h 236"/>
              <ns1:gd name="T30" fmla="*/ 220 w 236"/>
              <ns1:gd name="T31" fmla="*/ 44 h 236"/>
              <ns1:gd name="T32" fmla="*/ 204 w 236"/>
              <ns1:gd name="T33" fmla="*/ 12 h 236"/>
              <ns1:gd name="T34" fmla="*/ 224 w 236"/>
              <ns1:gd name="T35" fmla="*/ 32 h 236"/>
              <ns1:gd name="T36" fmla="*/ 204 w 236"/>
              <ns1:gd name="T37" fmla="*/ 12 h 236"/>
              <ns1:gd name="T38" fmla="*/ 32 w 236"/>
              <ns1:gd name="T39" fmla="*/ 12 h 236"/>
              <ns1:gd name="T40" fmla="*/ 12 w 236"/>
              <ns1:gd name="T41" fmla="*/ 32 h 236"/>
              <ns1:gd name="T42" fmla="*/ 32 w 236"/>
              <ns1:gd name="T43" fmla="*/ 224 h 236"/>
              <ns1:gd name="T44" fmla="*/ 12 w 236"/>
              <ns1:gd name="T45" fmla="*/ 204 h 236"/>
              <ns1:gd name="T46" fmla="*/ 32 w 236"/>
              <ns1:gd name="T47" fmla="*/ 224 h 236"/>
              <ns1:gd name="T48" fmla="*/ 204 w 236"/>
              <ns1:gd name="T49" fmla="*/ 224 h 236"/>
              <ns1:gd name="T50" fmla="*/ 224 w 236"/>
              <ns1:gd name="T51" fmla="*/ 204 h 236"/>
              <ns1:gd name="T52" fmla="*/ 208 w 236"/>
              <ns1:gd name="T53" fmla="*/ 192 h 236"/>
              <ns1:gd name="T54" fmla="*/ 192 w 236"/>
              <ns1:gd name="T55" fmla="*/ 198 h 236"/>
              <ns1:gd name="T56" fmla="*/ 44 w 236"/>
              <ns1:gd name="T57" fmla="*/ 208 h 236"/>
              <ns1:gd name="T58" fmla="*/ 38 w 236"/>
              <ns1:gd name="T59" fmla="*/ 192 h 236"/>
              <ns1:gd name="T60" fmla="*/ 28 w 236"/>
              <ns1:gd name="T61" fmla="*/ 44 h 236"/>
              <ns1:gd name="T62" fmla="*/ 44 w 236"/>
              <ns1:gd name="T63" fmla="*/ 38 h 236"/>
              <ns1:gd name="T64" fmla="*/ 192 w 236"/>
              <ns1:gd name="T65" fmla="*/ 28 h 236"/>
              <ns1:gd name="T66" fmla="*/ 198 w 236"/>
              <ns1:gd name="T67" fmla="*/ 44 h 236"/>
              <ns1:gd name="T68" fmla="*/ 208 w 236"/>
              <ns1:gd name="T69" fmla="*/ 192 h 236"/>
            </ns1:gdLst>
            <ns1:ahLst/>
            <ns1:cxnLst>
              <ns1:cxn ang="0">
                <ns1:pos x="T0" y="T1"/>
              </ns1:cxn>
              <ns1:cxn ang="0">
                <ns1:pos x="T2" y="T3"/>
              </ns1:cxn>
              <ns1:cxn ang="0">
                <ns1:pos x="T4" y="T5"/>
              </ns1:cxn>
              <ns1:cxn ang="0">
                <ns1:pos x="T6" y="T7"/>
              </ns1:cxn>
              <ns1:cxn ang="0">
                <ns1:pos x="T8" y="T9"/>
              </ns1:cxn>
              <ns1:cxn ang="0">
                <ns1:pos x="T10" y="T11"/>
              </ns1:cxn>
              <ns1:cxn ang="0">
                <ns1:pos x="T12" y="T13"/>
              </ns1:cxn>
              <ns1:cxn ang="0">
                <ns1:pos x="T14" y="T15"/>
              </ns1:cxn>
              <ns1:cxn ang="0">
                <ns1:pos x="T16" y="T17"/>
              </ns1:cxn>
              <ns1:cxn ang="0">
                <ns1:pos x="T18" y="T19"/>
              </ns1:cxn>
              <ns1:cxn ang="0">
                <ns1:pos x="T20" y="T21"/>
              </ns1:cxn>
              <ns1:cxn ang="0">
                <ns1:pos x="T22" y="T23"/>
              </ns1:cxn>
              <ns1:cxn ang="0">
                <ns1:pos x="T24" y="T25"/>
              </ns1:cxn>
              <ns1:cxn ang="0">
                <ns1:pos x="T26" y="T27"/>
              </ns1:cxn>
              <ns1:cxn ang="0">
                <ns1:pos x="T28" y="T29"/>
              </ns1:cxn>
              <ns1:cxn ang="0">
                <ns1:pos x="T30" y="T31"/>
              </ns1:cxn>
              <ns1:cxn ang="0">
                <ns1:pos x="T32" y="T33"/>
              </ns1:cxn>
              <ns1:cxn ang="0">
                <ns1:pos x="T34" y="T35"/>
              </ns1:cxn>
              <ns1:cxn ang="0">
                <ns1:pos x="T36" y="T37"/>
              </ns1:cxn>
              <ns1:cxn ang="0">
                <ns1:pos x="T38" y="T39"/>
              </ns1:cxn>
              <ns1:cxn ang="0">
                <ns1:pos x="T40" y="T41"/>
              </ns1:cxn>
              <ns1:cxn ang="0">
                <ns1:pos x="T42" y="T43"/>
              </ns1:cxn>
              <ns1:cxn ang="0">
                <ns1:pos x="T44" y="T45"/>
              </ns1:cxn>
              <ns1:cxn ang="0">
                <ns1:pos x="T46" y="T47"/>
              </ns1:cxn>
              <ns1:cxn ang="0">
                <ns1:pos x="T48" y="T49"/>
              </ns1:cxn>
              <ns1:cxn ang="0">
                <ns1:pos x="T50" y="T51"/>
              </ns1:cxn>
              <ns1:cxn ang="0">
                <ns1:pos x="T52" y="T53"/>
              </ns1:cxn>
              <ns1:cxn ang="0">
                <ns1:pos x="T54" y="T55"/>
              </ns1:cxn>
              <ns1:cxn ang="0">
                <ns1:pos x="T56" y="T57"/>
              </ns1:cxn>
              <ns1:cxn ang="0">
                <ns1:pos x="T58" y="T59"/>
              </ns1:cxn>
              <ns1:cxn ang="0">
                <ns1:pos x="T60" y="T61"/>
              </ns1:cxn>
              <ns1:cxn ang="0">
                <ns1:pos x="T62" y="T63"/>
              </ns1:cxn>
              <ns1:cxn ang="0">
                <ns1:pos x="T64" y="T65"/>
              </ns1:cxn>
              <ns1:cxn ang="0">
                <ns1:pos x="T66" y="T67"/>
              </ns1:cxn>
              <ns1:cxn ang="0">
                <ns1:pos x="T68" y="T69"/>
              </ns1:cxn>
            </ns1:cxnLst>
            <ns1:rect l="0" t="0" r="r" b="b"/>
            <ns1:pathLst>
              <ns1:path w="236" h="236">
                <ns1:moveTo>
                  <ns1:pt x="230" y="44"/>
                </ns1:moveTo>
                <ns1:cubicBezTo>
                  <ns1:pt x="233" y="44"/>
                  <ns1:pt x="236" y="41"/>
                  <ns1:pt x="236" y="38"/>
                </ns1:cubicBezTo>
                <ns1:cubicBezTo>
                  <ns1:pt x="236" y="6"/>
                  <ns1:pt x="236" y="6"/>
                  <ns1:pt x="236" y="6"/>
                </ns1:cubicBezTo>
                <ns1:cubicBezTo>
                  <ns1:pt x="236" y="3"/>
                  <ns1:pt x="233" y="0"/>
                  <ns1:pt x="230" y="0"/>
                </ns1:cubicBezTo>
                <ns1:cubicBezTo>
                  <ns1:pt x="198" y="0"/>
                  <ns1:pt x="198" y="0"/>
                  <ns1:pt x="198" y="0"/>
                </ns1:cubicBezTo>
                <ns1:cubicBezTo>
                  <ns1:pt x="195" y="0"/>
                  <ns1:pt x="192" y="3"/>
                  <ns1:pt x="192" y="6"/>
                </ns1:cubicBezTo>
                <ns1:cubicBezTo>
                  <ns1:pt x="192" y="16"/>
                  <ns1:pt x="192" y="16"/>
                  <ns1:pt x="192" y="16"/>
                </ns1:cubicBezTo>
                <ns1:cubicBezTo>
                  <ns1:pt x="44" y="16"/>
                  <ns1:pt x="44" y="16"/>
                  <ns1:pt x="44" y="16"/>
                </ns1:cubicBezTo>
                <ns1:cubicBezTo>
                  <ns1:pt x="44" y="6"/>
                  <ns1:pt x="44" y="6"/>
                  <ns1:pt x="44" y="6"/>
                </ns1:cubicBezTo>
                <ns1:cubicBezTo>
                  <ns1:pt x="44" y="3"/>
                  <ns1:pt x="41" y="0"/>
                  <ns1:pt x="38" y="0"/>
                </ns1:cubicBezTo>
                <ns1:cubicBezTo>
                  <ns1:pt x="6" y="0"/>
                  <ns1:pt x="6" y="0"/>
                  <ns1:pt x="6" y="0"/>
                </ns1:cubicBezTo>
                <ns1:cubicBezTo>
                  <ns1:pt x="3" y="0"/>
                  <ns1:pt x="0" y="3"/>
                  <ns1:pt x="0" y="6"/>
                </ns1:cubicBezTo>
                <ns1:cubicBezTo>
                  <ns1:pt x="0" y="38"/>
                  <ns1:pt x="0" y="38"/>
                  <ns1:pt x="0" y="38"/>
                </ns1:cubicBezTo>
                <ns1:cubicBezTo>
                  <ns1:pt x="0" y="41"/>
                  <ns1:pt x="3" y="44"/>
                  <ns1:pt x="6" y="44"/>
                </ns1:cubicBezTo>
                <ns1:cubicBezTo>
                  <ns1:pt x="16" y="44"/>
                  <ns1:pt x="16" y="44"/>
                  <ns1:pt x="16" y="44"/>
                </ns1:cubicBezTo>
                <ns1:cubicBezTo>
                  <ns1:pt x="16" y="192"/>
                  <ns1:pt x="16" y="192"/>
                  <ns1:pt x="16" y="192"/>
                </ns1:cubicBezTo>
                <ns1:cubicBezTo>
                  <ns1:pt x="6" y="192"/>
                  <ns1:pt x="6" y="192"/>
                  <ns1:pt x="6" y="192"/>
                </ns1:cubicBezTo>
                <ns1:cubicBezTo>
                  <ns1:pt x="3" y="192"/>
                  <ns1:pt x="0" y="195"/>
                  <ns1:pt x="0" y="198"/>
                </ns1:cubicBezTo>
                <ns1:cubicBezTo>
                  <ns1:pt x="0" y="230"/>
                  <ns1:pt x="0" y="230"/>
                  <ns1:pt x="0" y="230"/>
                </ns1:cubicBezTo>
                <ns1:cubicBezTo>
                  <ns1:pt x="0" y="233"/>
                  <ns1:pt x="3" y="236"/>
                  <ns1:pt x="6" y="236"/>
                </ns1:cubicBezTo>
                <ns1:cubicBezTo>
                  <ns1:pt x="38" y="236"/>
                  <ns1:pt x="38" y="236"/>
                  <ns1:pt x="38" y="236"/>
                </ns1:cubicBezTo>
                <ns1:cubicBezTo>
                  <ns1:pt x="41" y="236"/>
                  <ns1:pt x="44" y="233"/>
                  <ns1:pt x="44" y="230"/>
                </ns1:cubicBezTo>
                <ns1:cubicBezTo>
                  <ns1:pt x="44" y="220"/>
                  <ns1:pt x="44" y="220"/>
                  <ns1:pt x="44" y="220"/>
                </ns1:cubicBezTo>
                <ns1:cubicBezTo>
                  <ns1:pt x="192" y="220"/>
                  <ns1:pt x="192" y="220"/>
                  <ns1:pt x="192" y="220"/>
                </ns1:cubicBezTo>
                <ns1:cubicBezTo>
                  <ns1:pt x="192" y="230"/>
                  <ns1:pt x="192" y="230"/>
                  <ns1:pt x="192" y="230"/>
                </ns1:cubicBezTo>
                <ns1:cubicBezTo>
                  <ns1:pt x="192" y="233"/>
                  <ns1:pt x="195" y="236"/>
                  <ns1:pt x="198" y="236"/>
                </ns1:cubicBezTo>
                <ns1:cubicBezTo>
                  <ns1:pt x="230" y="236"/>
                  <ns1:pt x="230" y="236"/>
                  <ns1:pt x="230" y="236"/>
                </ns1:cubicBezTo>
                <ns1:cubicBezTo>
                  <ns1:pt x="233" y="236"/>
                  <ns1:pt x="236" y="233"/>
                  <ns1:pt x="236" y="230"/>
                </ns1:cubicBezTo>
                <ns1:cubicBezTo>
                  <ns1:pt x="236" y="198"/>
                  <ns1:pt x="236" y="198"/>
                  <ns1:pt x="236" y="198"/>
                </ns1:cubicBezTo>
                <ns1:cubicBezTo>
                  <ns1:pt x="236" y="195"/>
                  <ns1:pt x="233" y="192"/>
                  <ns1:pt x="230" y="192"/>
                </ns1:cubicBezTo>
                <ns1:cubicBezTo>
                  <ns1:pt x="220" y="192"/>
                  <ns1:pt x="220" y="192"/>
                  <ns1:pt x="220" y="192"/>
                </ns1:cubicBezTo>
                <ns1:cubicBezTo>
                  <ns1:pt x="220" y="44"/>
                  <ns1:pt x="220" y="44"/>
                  <ns1:pt x="220" y="44"/>
                </ns1:cubicBezTo>
                <ns1:lnTo>
                  <ns1:pt x="230" y="44"/>
                </ns1:lnTo>
                <ns1:close/>
                <ns1:moveTo>
                  <ns1:pt x="204" y="12"/>
                </ns1:moveTo>
                <ns1:cubicBezTo>
                  <ns1:pt x="224" y="12"/>
                  <ns1:pt x="224" y="12"/>
                  <ns1:pt x="224" y="12"/>
                </ns1:cubicBezTo>
                <ns1:cubicBezTo>
                  <ns1:pt x="224" y="32"/>
                  <ns1:pt x="224" y="32"/>
                  <ns1:pt x="224" y="32"/>
                </ns1:cubicBezTo>
                <ns1:cubicBezTo>
                  <ns1:pt x="204" y="32"/>
                  <ns1:pt x="204" y="32"/>
                  <ns1:pt x="204" y="32"/>
                </ns1:cubicBezTo>
                <ns1:lnTo>
                  <ns1:pt x="204" y="12"/>
                </ns1:lnTo>
                <ns1:close/>
                <ns1:moveTo>
                  <ns1:pt x="12" y="12"/>
                </ns1:moveTo>
                <ns1:cubicBezTo>
                  <ns1:pt x="32" y="12"/>
                  <ns1:pt x="32" y="12"/>
                  <ns1:pt x="32" y="12"/>
                </ns1:cubicBezTo>
                <ns1:cubicBezTo>
                  <ns1:pt x="32" y="32"/>
                  <ns1:pt x="32" y="32"/>
                  <ns1:pt x="32" y="32"/>
                </ns1:cubicBezTo>
                <ns1:cubicBezTo>
                  <ns1:pt x="12" y="32"/>
                  <ns1:pt x="12" y="32"/>
                  <ns1:pt x="12" y="32"/>
                </ns1:cubicBezTo>
                <ns1:lnTo>
                  <ns1:pt x="12" y="12"/>
                </ns1:lnTo>
                <ns1:close/>
                <ns1:moveTo>
                  <ns1:pt x="32" y="224"/>
                </ns1:moveTo>
                <ns1:cubicBezTo>
                  <ns1:pt x="12" y="224"/>
                  <ns1:pt x="12" y="224"/>
                  <ns1:pt x="12" y="224"/>
                </ns1:cubicBezTo>
                <ns1:cubicBezTo>
                  <ns1:pt x="12" y="204"/>
                  <ns1:pt x="12" y="204"/>
                  <ns1:pt x="12" y="204"/>
                </ns1:cubicBezTo>
                <ns1:cubicBezTo>
                  <ns1:pt x="32" y="204"/>
                  <ns1:pt x="32" y="204"/>
                  <ns1:pt x="32" y="204"/>
                </ns1:cubicBezTo>
                <ns1:lnTo>
                  <ns1:pt x="32" y="224"/>
                </ns1:lnTo>
                <ns1:close/>
                <ns1:moveTo>
                  <ns1:pt x="224" y="224"/>
                </ns1:moveTo>
                <ns1:cubicBezTo>
                  <ns1:pt x="204" y="224"/>
                  <ns1:pt x="204" y="224"/>
                  <ns1:pt x="204" y="224"/>
                </ns1:cubicBezTo>
                <ns1:cubicBezTo>
                  <ns1:pt x="204" y="204"/>
                  <ns1:pt x="204" y="204"/>
                  <ns1:pt x="204" y="204"/>
                </ns1:cubicBezTo>
                <ns1:cubicBezTo>
                  <ns1:pt x="224" y="204"/>
                  <ns1:pt x="224" y="204"/>
                  <ns1:pt x="224" y="204"/>
                </ns1:cubicBezTo>
                <ns1:lnTo>
                  <ns1:pt x="224" y="224"/>
                </ns1:lnTo>
                <ns1:close/>
                <ns1:moveTo>
                  <ns1:pt x="208" y="192"/>
                </ns1:moveTo>
                <ns1:cubicBezTo>
                  <ns1:pt x="198" y="192"/>
                  <ns1:pt x="198" y="192"/>
                  <ns1:pt x="198" y="192"/>
                </ns1:cubicBezTo>
                <ns1:cubicBezTo>
                  <ns1:pt x="195" y="192"/>
                  <ns1:pt x="192" y="195"/>
                  <ns1:pt x="192" y="198"/>
                </ns1:cubicBezTo>
                <ns1:cubicBezTo>
                  <ns1:pt x="192" y="208"/>
                  <ns1:pt x="192" y="208"/>
                  <ns1:pt x="192" y="208"/>
                </ns1:cubicBezTo>
                <ns1:cubicBezTo>
                  <ns1:pt x="44" y="208"/>
                  <ns1:pt x="44" y="208"/>
                  <ns1:pt x="44" y="208"/>
                </ns1:cubicBezTo>
                <ns1:cubicBezTo>
                  <ns1:pt x="44" y="198"/>
                  <ns1:pt x="44" y="198"/>
                  <ns1:pt x="44" y="198"/>
                </ns1:cubicBezTo>
                <ns1:cubicBezTo>
                  <ns1:pt x="44" y="195"/>
                  <ns1:pt x="41" y="192"/>
                  <ns1:pt x="38" y="192"/>
                </ns1:cubicBezTo>
                <ns1:cubicBezTo>
                  <ns1:pt x="28" y="192"/>
                  <ns1:pt x="28" y="192"/>
                  <ns1:pt x="28" y="192"/>
                </ns1:cubicBezTo>
                <ns1:cubicBezTo>
                  <ns1:pt x="28" y="44"/>
                  <ns1:pt x="28" y="44"/>
                  <ns1:pt x="28" y="44"/>
                </ns1:cubicBezTo>
                <ns1:cubicBezTo>
                  <ns1:pt x="38" y="44"/>
                  <ns1:pt x="38" y="44"/>
                  <ns1:pt x="38" y="44"/>
                </ns1:cubicBezTo>
                <ns1:cubicBezTo>
                  <ns1:pt x="41" y="44"/>
                  <ns1:pt x="44" y="41"/>
                  <ns1:pt x="44" y="38"/>
                </ns1:cubicBezTo>
                <ns1:cubicBezTo>
                  <ns1:pt x="44" y="28"/>
                  <ns1:pt x="44" y="28"/>
                  <ns1:pt x="44" y="28"/>
                </ns1:cubicBezTo>
                <ns1:cubicBezTo>
                  <ns1:pt x="192" y="28"/>
                  <ns1:pt x="192" y="28"/>
                  <ns1:pt x="192" y="28"/>
                </ns1:cubicBezTo>
                <ns1:cubicBezTo>
                  <ns1:pt x="192" y="38"/>
                  <ns1:pt x="192" y="38"/>
                  <ns1:pt x="192" y="38"/>
                </ns1:cubicBezTo>
                <ns1:cubicBezTo>
                  <ns1:pt x="192" y="41"/>
                  <ns1:pt x="195" y="44"/>
                  <ns1:pt x="198" y="44"/>
                </ns1:cubicBezTo>
                <ns1:cubicBezTo>
                  <ns1:pt x="208" y="44"/>
                  <ns1:pt x="208" y="44"/>
                  <ns1:pt x="208" y="44"/>
                </ns1:cubicBezTo>
                <ns1:lnTo>
                  <ns1:pt x="208" y="192"/>
                </ns1:lnTo>
                <ns1:close/>
              </ns1:path>
            </ns1:pathLst>
          </ns1:custGeom>
          <ns1:solidFill>
            <ns1:schemeClr val="tx1"/>
          </ns1:solidFill>
          <ns1:ln>
            <ns1:noFill/>
          </ns1:ln>
        </ns0:spPr>
        <ns0:txBody>
          <ns1:bodyPr vert="horz" wrap="square" lIns="91440" tIns="45720" rIns="91440" bIns="45720" numCol="1" anchor="t" anchorCtr="0" compatLnSpc="1">
            <ns1:prstTxWarp prst="textNoShape">
              <ns1:avLst/>
            </ns1:prstTxWarp>
          </ns1:bodyPr>
          <ns1:lstStyle/>
          <ns1:p>
            <ns1:endParaRPr lang="id-ID" sz="2700"/>
          </ns1:p>
        </ns0:txBody>
      </ns0:sp>
      <ns0:grpSp>
        <ns0:nvGrpSpPr>
          <ns0:cNvPr id="128" name="Group 127"/>
          <ns0:cNvGrpSpPr/>
          <ns0:nvPr/>
        </ns0:nvGrpSpPr>
        <ns0:grpSpPr>
          <ns1:xfrm>
            <ns1:off x="9223348" y="3689473"/>
            <ns1:ext cx="471488" cy="479425"/>
            <ns1:chOff x="9632950" y="3167063"/>
            <ns1:chExt cx="471488" cy="479425"/>
          </ns1:xfrm>
          <ns1:solidFill>
            <ns1:schemeClr val="tx1"/>
          </ns1:solidFill>
        </ns0:grpSpPr>
        <ns0:sp>
          <ns0:nvSpPr>
            <ns0:cNvPr id="126" name="Freeform 5"/>
            <ns0:cNvSpPr>
              <ns1:spLocks/>
            </ns0:cNvSpPr>
            <ns0:nvPr/>
          </ns0:nvSpPr>
          <ns0:spPr bwMode="auto">
            <ns1:xfrm>
              <ns1:off x="9632950" y="3167063"/>
              <ns1:ext cx="309563" cy="479425"/>
            </ns1:xfrm>
            <ns1:custGeom>
              <ns1:avLst/>
              <ns1:gdLst>
                <ns1:gd name="T0" fmla="*/ 109 w 117"/>
                <ns1:gd name="T1" fmla="*/ 129 h 181"/>
                <ns1:gd name="T2" fmla="*/ 109 w 117"/>
                <ns1:gd name="T3" fmla="*/ 168 h 181"/>
                <ns1:gd name="T4" fmla="*/ 104 w 117"/>
                <ns1:gd name="T5" fmla="*/ 173 h 181"/>
                <ns1:gd name="T6" fmla="*/ 100 w 117"/>
                <ns1:gd name="T7" fmla="*/ 171 h 181"/>
                <ns1:gd name="T8" fmla="*/ 52 w 117"/>
                <ns1:gd name="T9" fmla="*/ 123 h 181"/>
                <ns1:gd name="T10" fmla="*/ 13 w 117"/>
                <ns1:gd name="T11" fmla="*/ 123 h 181"/>
                <ns1:gd name="T12" fmla="*/ 8 w 117"/>
                <ns1:gd name="T13" fmla="*/ 118 h 181"/>
                <ns1:gd name="T14" fmla="*/ 8 w 117"/>
                <ns1:gd name="T15" fmla="*/ 63 h 181"/>
                <ns1:gd name="T16" fmla="*/ 13 w 117"/>
                <ns1:gd name="T17" fmla="*/ 58 h 181"/>
                <ns1:gd name="T18" fmla="*/ 52 w 117"/>
                <ns1:gd name="T19" fmla="*/ 58 h 181"/>
                <ns1:gd name="T20" fmla="*/ 100 w 117"/>
                <ns1:gd name="T21" fmla="*/ 9 h 181"/>
                <ns1:gd name="T22" fmla="*/ 104 w 117"/>
                <ns1:gd name="T23" fmla="*/ 8 h 181"/>
                <ns1:gd name="T24" fmla="*/ 109 w 117"/>
                <ns1:gd name="T25" fmla="*/ 13 h 181"/>
                <ns1:gd name="T26" fmla="*/ 109 w 117"/>
                <ns1:gd name="T27" fmla="*/ 50 h 181"/>
                <ns1:gd name="T28" fmla="*/ 117 w 117"/>
                <ns1:gd name="T29" fmla="*/ 50 h 181"/>
                <ns1:gd name="T30" fmla="*/ 117 w 117"/>
                <ns1:gd name="T31" fmla="*/ 13 h 181"/>
                <ns1:gd name="T32" fmla="*/ 104 w 117"/>
                <ns1:gd name="T33" fmla="*/ 0 h 181"/>
                <ns1:gd name="T34" fmla="*/ 95 w 117"/>
                <ns1:gd name="T35" fmla="*/ 4 h 181"/>
                <ns1:gd name="T36" fmla="*/ 49 w 117"/>
                <ns1:gd name="T37" fmla="*/ 50 h 181"/>
                <ns1:gd name="T38" fmla="*/ 13 w 117"/>
                <ns1:gd name="T39" fmla="*/ 50 h 181"/>
                <ns1:gd name="T40" fmla="*/ 0 w 117"/>
                <ns1:gd name="T41" fmla="*/ 63 h 181"/>
                <ns1:gd name="T42" fmla="*/ 0 w 117"/>
                <ns1:gd name="T43" fmla="*/ 118 h 181"/>
                <ns1:gd name="T44" fmla="*/ 13 w 117"/>
                <ns1:gd name="T45" fmla="*/ 131 h 181"/>
                <ns1:gd name="T46" fmla="*/ 49 w 117"/>
                <ns1:gd name="T47" fmla="*/ 131 h 181"/>
                <ns1:gd name="T48" fmla="*/ 95 w 117"/>
                <ns1:gd name="T49" fmla="*/ 177 h 181"/>
                <ns1:gd name="T50" fmla="*/ 104 w 117"/>
                <ns1:gd name="T51" fmla="*/ 181 h 181"/>
                <ns1:gd name="T52" fmla="*/ 117 w 117"/>
                <ns1:gd name="T53" fmla="*/ 168 h 181"/>
                <ns1:gd name="T54" fmla="*/ 117 w 117"/>
                <ns1:gd name="T55" fmla="*/ 129 h 181"/>
                <ns1:gd name="T56" fmla="*/ 109 w 117"/>
                <ns1:gd name="T57" fmla="*/ 129 h 181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  <ns1:cxn ang="0">
                  <ns1:pos x="T14" y="T15"/>
                </ns1:cxn>
                <ns1:cxn ang="0">
                  <ns1:pos x="T16" y="T17"/>
                </ns1:cxn>
                <ns1:cxn ang="0">
                  <ns1:pos x="T18" y="T19"/>
                </ns1:cxn>
                <ns1:cxn ang="0">
                  <ns1:pos x="T20" y="T21"/>
                </ns1:cxn>
                <ns1:cxn ang="0">
                  <ns1:pos x="T22" y="T23"/>
                </ns1:cxn>
                <ns1:cxn ang="0">
                  <ns1:pos x="T24" y="T25"/>
                </ns1:cxn>
                <ns1:cxn ang="0">
                  <ns1:pos x="T26" y="T27"/>
                </ns1:cxn>
                <ns1:cxn ang="0">
                  <ns1:pos x="T28" y="T29"/>
                </ns1:cxn>
                <ns1:cxn ang="0">
                  <ns1:pos x="T30" y="T31"/>
                </ns1:cxn>
                <ns1:cxn ang="0">
                  <ns1:pos x="T32" y="T33"/>
                </ns1:cxn>
                <ns1:cxn ang="0">
                  <ns1:pos x="T34" y="T35"/>
                </ns1:cxn>
                <ns1:cxn ang="0">
                  <ns1:pos x="T36" y="T37"/>
                </ns1:cxn>
                <ns1:cxn ang="0">
                  <ns1:pos x="T38" y="T39"/>
                </ns1:cxn>
                <ns1:cxn ang="0">
                  <ns1:pos x="T40" y="T41"/>
                </ns1:cxn>
                <ns1:cxn ang="0">
                  <ns1:pos x="T42" y="T43"/>
                </ns1:cxn>
                <ns1:cxn ang="0">
                  <ns1:pos x="T44" y="T45"/>
                </ns1:cxn>
                <ns1:cxn ang="0">
                  <ns1:pos x="T46" y="T47"/>
                </ns1:cxn>
                <ns1:cxn ang="0">
                  <ns1:pos x="T48" y="T49"/>
                </ns1:cxn>
                <ns1:cxn ang="0">
                  <ns1:pos x="T50" y="T51"/>
                </ns1:cxn>
                <ns1:cxn ang="0">
                  <ns1:pos x="T52" y="T53"/>
                </ns1:cxn>
                <ns1:cxn ang="0">
                  <ns1:pos x="T54" y="T55"/>
                </ns1:cxn>
                <ns1:cxn ang="0">
                  <ns1:pos x="T56" y="T57"/>
                </ns1:cxn>
              </ns1:cxnLst>
              <ns1:rect l="0" t="0" r="r" b="b"/>
              <ns1:pathLst>
                <ns1:path w="117" h="181">
                  <ns1:moveTo>
                    <ns1:pt x="109" y="129"/>
                  </ns1:moveTo>
                  <ns1:cubicBezTo>
                    <ns1:pt x="109" y="168"/>
                    <ns1:pt x="109" y="168"/>
                    <ns1:pt x="109" y="168"/>
                  </ns1:cubicBezTo>
                  <ns1:cubicBezTo>
                    <ns1:pt x="109" y="170"/>
                    <ns1:pt x="107" y="173"/>
                    <ns1:pt x="104" y="173"/>
                  </ns1:cubicBezTo>
                  <ns1:cubicBezTo>
                    <ns1:pt x="103" y="173"/>
                    <ns1:pt x="101" y="172"/>
                    <ns1:pt x="100" y="171"/>
                  </ns1:cubicBezTo>
                  <ns1:cubicBezTo>
                    <ns1:pt x="52" y="123"/>
                    <ns1:pt x="52" y="123"/>
                    <ns1:pt x="52" y="123"/>
                  </ns1:cubicBezTo>
                  <ns1:cubicBezTo>
                    <ns1:pt x="13" y="123"/>
                    <ns1:pt x="13" y="123"/>
                    <ns1:pt x="13" y="123"/>
                  </ns1:cubicBezTo>
                  <ns1:cubicBezTo>
                    <ns1:pt x="10" y="123"/>
                    <ns1:pt x="8" y="120"/>
                    <ns1:pt x="8" y="118"/>
                  </ns1:cubicBezTo>
                  <ns1:cubicBezTo>
                    <ns1:pt x="8" y="63"/>
                    <ns1:pt x="8" y="63"/>
                    <ns1:pt x="8" y="63"/>
                  </ns1:cubicBezTo>
                  <ns1:cubicBezTo>
                    <ns1:pt x="8" y="60"/>
                    <ns1:pt x="10" y="58"/>
                    <ns1:pt x="13" y="58"/>
                  </ns1:cubicBezTo>
                  <ns1:cubicBezTo>
                    <ns1:pt x="52" y="58"/>
                    <ns1:pt x="52" y="58"/>
                    <ns1:pt x="52" y="58"/>
                  </ns1:cubicBezTo>
                  <ns1:cubicBezTo>
                    <ns1:pt x="100" y="9"/>
                    <ns1:pt x="100" y="9"/>
                    <ns1:pt x="100" y="9"/>
                  </ns1:cubicBezTo>
                  <ns1:cubicBezTo>
                    <ns1:pt x="101" y="8"/>
                    <ns1:pt x="103" y="8"/>
                    <ns1:pt x="104" y="8"/>
                  </ns1:cubicBezTo>
                  <ns1:cubicBezTo>
                    <ns1:pt x="107" y="8"/>
                    <ns1:pt x="109" y="10"/>
                    <ns1:pt x="109" y="13"/>
                  </ns1:cubicBezTo>
                  <ns1:cubicBezTo>
                    <ns1:pt x="109" y="50"/>
                    <ns1:pt x="109" y="50"/>
                    <ns1:pt x="109" y="50"/>
                  </ns1:cubicBezTo>
                  <ns1:cubicBezTo>
                    <ns1:pt x="117" y="50"/>
                    <ns1:pt x="117" y="50"/>
                    <ns1:pt x="117" y="50"/>
                  </ns1:cubicBezTo>
                  <ns1:cubicBezTo>
                    <ns1:pt x="117" y="13"/>
                    <ns1:pt x="117" y="13"/>
                    <ns1:pt x="117" y="13"/>
                  </ns1:cubicBezTo>
                  <ns1:cubicBezTo>
                    <ns1:pt x="117" y="6"/>
                    <ns1:pt x="111" y="0"/>
                    <ns1:pt x="104" y="0"/>
                  </ns1:cubicBezTo>
                  <ns1:cubicBezTo>
                    <ns1:pt x="101" y="0"/>
                    <ns1:pt x="97" y="1"/>
                    <ns1:pt x="95" y="4"/>
                  </ns1:cubicBezTo>
                  <ns1:cubicBezTo>
                    <ns1:pt x="49" y="50"/>
                    <ns1:pt x="49" y="50"/>
                    <ns1:pt x="49" y="50"/>
                  </ns1:cubicBezTo>
                  <ns1:cubicBezTo>
                    <ns1:pt x="13" y="50"/>
                    <ns1:pt x="13" y="50"/>
                    <ns1:pt x="13" y="50"/>
                  </ns1:cubicBezTo>
                  <ns1:cubicBezTo>
                    <ns1:pt x="6" y="50"/>
                    <ns1:pt x="0" y="56"/>
                    <ns1:pt x="0" y="63"/>
                  </ns1:cubicBezTo>
                  <ns1:cubicBezTo>
                    <ns1:pt x="0" y="118"/>
                    <ns1:pt x="0" y="118"/>
                    <ns1:pt x="0" y="118"/>
                  </ns1:cubicBezTo>
                  <ns1:cubicBezTo>
                    <ns1:pt x="0" y="125"/>
                    <ns1:pt x="6" y="131"/>
                    <ns1:pt x="13" y="131"/>
                  </ns1:cubicBezTo>
                  <ns1:cubicBezTo>
                    <ns1:pt x="49" y="131"/>
                    <ns1:pt x="49" y="131"/>
                    <ns1:pt x="49" y="131"/>
                  </ns1:cubicBezTo>
                  <ns1:cubicBezTo>
                    <ns1:pt x="95" y="177"/>
                    <ns1:pt x="95" y="177"/>
                    <ns1:pt x="95" y="177"/>
                  </ns1:cubicBezTo>
                  <ns1:cubicBezTo>
                    <ns1:pt x="97" y="179"/>
                    <ns1:pt x="101" y="181"/>
                    <ns1:pt x="104" y="181"/>
                  </ns1:cubicBezTo>
                  <ns1:cubicBezTo>
                    <ns1:pt x="111" y="181"/>
                    <ns1:pt x="117" y="175"/>
                    <ns1:pt x="117" y="168"/>
                  </ns1:cubicBezTo>
                  <ns1:cubicBezTo>
                    <ns1:pt x="117" y="129"/>
                    <ns1:pt x="117" y="129"/>
                    <ns1:pt x="117" y="129"/>
                  </ns1:cubicBezTo>
                  <ns1:lnTo>
                    <ns1:pt x="109" y="129"/>
                  </ns1:lnTo>
                  <ns1:close/>
                </ns1:path>
              </ns1:pathLst>
            </ns1:custGeom>
            <ns1:grpFill/>
            <ns1:ln>
              <ns1:noFill/>
            </ns1:ln>
            <ns1:extLst>
              <ns1:ext uri="{91240B29-F687-4F45-9708-019B960494DF}">
                <ns2:hiddenLine w="9525">
                  <ns1:solidFill>
                    <ns1:srgbClr val="000000"/>
                  </ns1:solidFill>
                  <ns1:round/>
                  <ns1:headEnd/>
                  <ns1:tailEnd/>
                </ns2:hiddenLine>
              </ns1:ext>
            </ns1:extLst>
          </ns0:spPr>
          <ns0:txBody>
            <ns1:bodyPr vert="horz" wrap="square" lIns="91440" tIns="45720" rIns="91440" bIns="45720" numCol="1" anchor="t" anchorCtr="0" compatLnSpc="1">
              <ns1:prstTxWarp prst="textNoShape">
                <ns1:avLst/>
              </ns1:prstTxWarp>
            </ns1:bodyPr>
            <ns1:lstStyle/>
            <ns1:p>
              <ns1:endParaRPr lang="id-ID" sz="2700"/>
            </ns1:p>
          </ns0:txBody>
        </ns0:sp>
        <ns0:sp>
          <ns0:nvSpPr>
            <ns0:cNvPr id="127" name="Freeform 6"/>
            <ns0:cNvSpPr>
              <ns1:spLocks noEditPoints="1"/>
            </ns0:cNvSpPr>
            <ns0:nvPr/>
          </ns0:nvSpPr>
          <ns0:spPr bwMode="auto">
            <ns1:xfrm>
              <ns1:off x="9964738" y="3275013"/>
              <ns1:ext cx="139700" cy="263525"/>
            </ns1:xfrm>
            <ns1:custGeom>
              <ns1:avLst/>
              <ns1:gdLst>
                <ns1:gd name="T0" fmla="*/ 7 w 53"/>
                <ns1:gd name="T1" fmla="*/ 66 h 99"/>
                <ns1:gd name="T2" fmla="*/ 5 w 53"/>
                <ns1:gd name="T3" fmla="*/ 66 h 99"/>
                <ns1:gd name="T4" fmla="*/ 0 w 53"/>
                <ns1:gd name="T5" fmla="*/ 61 h 99"/>
                <ns1:gd name="T6" fmla="*/ 8 w 53"/>
                <ns1:gd name="T7" fmla="*/ 49 h 99"/>
                <ns1:gd name="T8" fmla="*/ 0 w 53"/>
                <ns1:gd name="T9" fmla="*/ 37 h 99"/>
                <ns1:gd name="T10" fmla="*/ 5 w 53"/>
                <ns1:gd name="T11" fmla="*/ 33 h 99"/>
                <ns1:gd name="T12" fmla="*/ 7 w 53"/>
                <ns1:gd name="T13" fmla="*/ 33 h 99"/>
                <ns1:gd name="T14" fmla="*/ 17 w 53"/>
                <ns1:gd name="T15" fmla="*/ 49 h 99"/>
                <ns1:gd name="T16" fmla="*/ 7 w 53"/>
                <ns1:gd name="T17" fmla="*/ 66 h 99"/>
                <ns1:gd name="T18" fmla="*/ 14 w 53"/>
                <ns1:gd name="T19" fmla="*/ 82 h 99"/>
                <ns1:gd name="T20" fmla="*/ 12 w 53"/>
                <ns1:gd name="T21" fmla="*/ 82 h 99"/>
                <ns1:gd name="T22" fmla="*/ 7 w 53"/>
                <ns1:gd name="T23" fmla="*/ 78 h 99"/>
                <ns1:gd name="T24" fmla="*/ 10 w 53"/>
                <ns1:gd name="T25" fmla="*/ 74 h 99"/>
                <ns1:gd name="T26" fmla="*/ 15 w 53"/>
                <ns1:gd name="T27" fmla="*/ 71 h 99"/>
                <ns1:gd name="T28" fmla="*/ 26 w 53"/>
                <ns1:gd name="T29" fmla="*/ 49 h 99"/>
                <ns1:gd name="T30" fmla="*/ 15 w 53"/>
                <ns1:gd name="T31" fmla="*/ 28 h 99"/>
                <ns1:gd name="T32" fmla="*/ 10 w 53"/>
                <ns1:gd name="T33" fmla="*/ 25 h 99"/>
                <ns1:gd name="T34" fmla="*/ 7 w 53"/>
                <ns1:gd name="T35" fmla="*/ 21 h 99"/>
                <ns1:gd name="T36" fmla="*/ 12 w 53"/>
                <ns1:gd name="T37" fmla="*/ 16 h 99"/>
                <ns1:gd name="T38" fmla="*/ 14 w 53"/>
                <ns1:gd name="T39" fmla="*/ 16 h 99"/>
                <ns1:gd name="T40" fmla="*/ 35 w 53"/>
                <ns1:gd name="T41" fmla="*/ 49 h 99"/>
                <ns1:gd name="T42" fmla="*/ 14 w 53"/>
                <ns1:gd name="T43" fmla="*/ 82 h 99"/>
                <ns1:gd name="T44" fmla="*/ 21 w 53"/>
                <ns1:gd name="T45" fmla="*/ 98 h 99"/>
                <ns1:gd name="T46" fmla="*/ 19 w 53"/>
                <ns1:gd name="T47" fmla="*/ 99 h 99"/>
                <ns1:gd name="T48" fmla="*/ 14 w 53"/>
                <ns1:gd name="T49" fmla="*/ 94 h 99"/>
                <ns1:gd name="T50" fmla="*/ 17 w 53"/>
                <ns1:gd name="T51" fmla="*/ 90 h 99"/>
                <ns1:gd name="T52" fmla="*/ 20 w 53"/>
                <ns1:gd name="T53" fmla="*/ 89 h 99"/>
                <ns1:gd name="T54" fmla="*/ 26 w 53"/>
                <ns1:gd name="T55" fmla="*/ 85 h 99"/>
                <ns1:gd name="T56" fmla="*/ 44 w 53"/>
                <ns1:gd name="T57" fmla="*/ 49 h 99"/>
                <ns1:gd name="T58" fmla="*/ 26 w 53"/>
                <ns1:gd name="T59" fmla="*/ 13 h 99"/>
                <ns1:gd name="T60" fmla="*/ 20 w 53"/>
                <ns1:gd name="T61" fmla="*/ 10 h 99"/>
                <ns1:gd name="T62" fmla="*/ 17 w 53"/>
                <ns1:gd name="T63" fmla="*/ 8 h 99"/>
                <ns1:gd name="T64" fmla="*/ 14 w 53"/>
                <ns1:gd name="T65" fmla="*/ 4 h 99"/>
                <ns1:gd name="T66" fmla="*/ 19 w 53"/>
                <ns1:gd name="T67" fmla="*/ 0 h 99"/>
                <ns1:gd name="T68" fmla="*/ 21 w 53"/>
                <ns1:gd name="T69" fmla="*/ 0 h 99"/>
                <ns1:gd name="T70" fmla="*/ 53 w 53"/>
                <ns1:gd name="T71" fmla="*/ 49 h 99"/>
                <ns1:gd name="T72" fmla="*/ 21 w 53"/>
                <ns1:gd name="T73" fmla="*/ 98 h 99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  <ns1:cxn ang="0">
                  <ns1:pos x="T14" y="T15"/>
                </ns1:cxn>
                <ns1:cxn ang="0">
                  <ns1:pos x="T16" y="T17"/>
                </ns1:cxn>
                <ns1:cxn ang="0">
                  <ns1:pos x="T18" y="T19"/>
                </ns1:cxn>
                <ns1:cxn ang="0">
                  <ns1:pos x="T20" y="T21"/>
                </ns1:cxn>
                <ns1:cxn ang="0">
                  <ns1:pos x="T22" y="T23"/>
                </ns1:cxn>
                <ns1:cxn ang="0">
                  <ns1:pos x="T24" y="T25"/>
                </ns1:cxn>
                <ns1:cxn ang="0">
                  <ns1:pos x="T26" y="T27"/>
                </ns1:cxn>
                <ns1:cxn ang="0">
                  <ns1:pos x="T28" y="T29"/>
                </ns1:cxn>
                <ns1:cxn ang="0">
                  <ns1:pos x="T30" y="T31"/>
                </ns1:cxn>
                <ns1:cxn ang="0">
                  <ns1:pos x="T32" y="T33"/>
                </ns1:cxn>
                <ns1:cxn ang="0">
                  <ns1:pos x="T34" y="T35"/>
                </ns1:cxn>
                <ns1:cxn ang="0">
                  <ns1:pos x="T36" y="T37"/>
                </ns1:cxn>
                <ns1:cxn ang="0">
                  <ns1:pos x="T38" y="T39"/>
                </ns1:cxn>
                <ns1:cxn ang="0">
                  <ns1:pos x="T40" y="T41"/>
                </ns1:cxn>
                <ns1:cxn ang="0">
                  <ns1:pos x="T42" y="T43"/>
                </ns1:cxn>
                <ns1:cxn ang="0">
                  <ns1:pos x="T44" y="T45"/>
                </ns1:cxn>
                <ns1:cxn ang="0">
                  <ns1:pos x="T46" y="T47"/>
                </ns1:cxn>
                <ns1:cxn ang="0">
                  <ns1:pos x="T48" y="T49"/>
                </ns1:cxn>
                <ns1:cxn ang="0">
                  <ns1:pos x="T50" y="T51"/>
                </ns1:cxn>
                <ns1:cxn ang="0">
                  <ns1:pos x="T52" y="T53"/>
                </ns1:cxn>
                <ns1:cxn ang="0">
                  <ns1:pos x="T54" y="T55"/>
                </ns1:cxn>
                <ns1:cxn ang="0">
                  <ns1:pos x="T56" y="T57"/>
                </ns1:cxn>
                <ns1:cxn ang="0">
                  <ns1:pos x="T58" y="T59"/>
                </ns1:cxn>
                <ns1:cxn ang="0">
                  <ns1:pos x="T60" y="T61"/>
                </ns1:cxn>
                <ns1:cxn ang="0">
                  <ns1:pos x="T62" y="T63"/>
                </ns1:cxn>
                <ns1:cxn ang="0">
                  <ns1:pos x="T64" y="T65"/>
                </ns1:cxn>
                <ns1:cxn ang="0">
                  <ns1:pos x="T66" y="T67"/>
                </ns1:cxn>
                <ns1:cxn ang="0">
                  <ns1:pos x="T68" y="T69"/>
                </ns1:cxn>
                <ns1:cxn ang="0">
                  <ns1:pos x="T70" y="T71"/>
                </ns1:cxn>
                <ns1:cxn ang="0">
                  <ns1:pos x="T72" y="T73"/>
                </ns1:cxn>
              </ns1:cxnLst>
              <ns1:rect l="0" t="0" r="r" b="b"/>
              <ns1:pathLst>
                <ns1:path w="53" h="99">
                  <ns1:moveTo>
                    <ns1:pt x="7" y="66"/>
                  </ns1:moveTo>
                  <ns1:cubicBezTo>
                    <ns1:pt x="6" y="66"/>
                    <ns1:pt x="5" y="66"/>
                    <ns1:pt x="5" y="66"/>
                  </ns1:cubicBezTo>
                  <ns1:cubicBezTo>
                    <ns1:pt x="2" y="66"/>
                    <ns1:pt x="0" y="64"/>
                    <ns1:pt x="0" y="61"/>
                  </ns1:cubicBezTo>
                  <ns1:cubicBezTo>
                    <ns1:pt x="0" y="56"/>
                    <ns1:pt x="8" y="58"/>
                    <ns1:pt x="8" y="49"/>
                  </ns1:cubicBezTo>
                  <ns1:cubicBezTo>
                    <ns1:pt x="8" y="41"/>
                    <ns1:pt x="0" y="42"/>
                    <ns1:pt x="0" y="37"/>
                  </ns1:cubicBezTo>
                  <ns1:cubicBezTo>
                    <ns1:pt x="0" y="34"/>
                    <ns1:pt x="2" y="33"/>
                    <ns1:pt x="5" y="33"/>
                  </ns1:cubicBezTo>
                  <ns1:cubicBezTo>
                    <ns1:pt x="5" y="33"/>
                    <ns1:pt x="6" y="33"/>
                    <ns1:pt x="7" y="33"/>
                  </ns1:cubicBezTo>
                  <ns1:cubicBezTo>
                    <ns1:pt x="13" y="35"/>
                    <ns1:pt x="17" y="42"/>
                    <ns1:pt x="17" y="49"/>
                  </ns1:cubicBezTo>
                  <ns1:cubicBezTo>
                    <ns1:pt x="17" y="56"/>
                    <ns1:pt x="13" y="63"/>
                    <ns1:pt x="7" y="66"/>
                  </ns1:cubicBezTo>
                  <ns1:close/>
                  <ns1:moveTo>
                    <ns1:pt x="14" y="82"/>
                  </ns1:moveTo>
                  <ns1:cubicBezTo>
                    <ns1:pt x="13" y="82"/>
                    <ns1:pt x="12" y="82"/>
                    <ns1:pt x="12" y="82"/>
                  </ns1:cubicBezTo>
                  <ns1:cubicBezTo>
                    <ns1:pt x="9" y="82"/>
                    <ns1:pt x="7" y="80"/>
                    <ns1:pt x="7" y="78"/>
                  </ns1:cubicBezTo>
                  <ns1:cubicBezTo>
                    <ns1:pt x="7" y="76"/>
                    <ns1:pt x="8" y="75"/>
                    <ns1:pt x="10" y="74"/>
                  </ns1:cubicBezTo>
                  <ns1:cubicBezTo>
                    <ns1:pt x="12" y="73"/>
                    <ns1:pt x="14" y="72"/>
                    <ns1:pt x="15" y="71"/>
                  </ns1:cubicBezTo>
                  <ns1:cubicBezTo>
                    <ns1:pt x="22" y="66"/>
                    <ns1:pt x="26" y="58"/>
                    <ns1:pt x="26" y="49"/>
                  </ns1:cubicBezTo>
                  <ns1:cubicBezTo>
                    <ns1:pt x="26" y="41"/>
                    <ns1:pt x="22" y="33"/>
                    <ns1:pt x="15" y="28"/>
                  </ns1:cubicBezTo>
                  <ns1:cubicBezTo>
                    <ns1:pt x="14" y="26"/>
                    <ns1:pt x="12" y="26"/>
                    <ns1:pt x="10" y="25"/>
                  </ns1:cubicBezTo>
                  <ns1:cubicBezTo>
                    <ns1:pt x="8" y="24"/>
                    <ns1:pt x="7" y="23"/>
                    <ns1:pt x="7" y="21"/>
                  </ns1:cubicBezTo>
                  <ns1:cubicBezTo>
                    <ns1:pt x="7" y="18"/>
                    <ns1:pt x="9" y="16"/>
                    <ns1:pt x="12" y="16"/>
                  </ns1:cubicBezTo>
                  <ns1:cubicBezTo>
                    <ns1:pt x="12" y="16"/>
                    <ns1:pt x="13" y="16"/>
                    <ns1:pt x="14" y="16"/>
                  </ns1:cubicBezTo>
                  <ns1:cubicBezTo>
                    <ns1:pt x="27" y="22"/>
                    <ns1:pt x="35" y="35"/>
                    <ns1:pt x="35" y="49"/>
                  </ns1:cubicBezTo>
                  <ns1:cubicBezTo>
                    <ns1:pt x="35" y="63"/>
                    <ns1:pt x="27" y="77"/>
                    <ns1:pt x="14" y="82"/>
                  </ns1:cubicBezTo>
                  <ns1:close/>
                  <ns1:moveTo>
                    <ns1:pt x="21" y="98"/>
                  </ns1:moveTo>
                  <ns1:cubicBezTo>
                    <ns1:pt x="20" y="99"/>
                    <ns1:pt x="19" y="99"/>
                    <ns1:pt x="19" y="99"/>
                  </ns1:cubicBezTo>
                  <ns1:cubicBezTo>
                    <ns1:pt x="16" y="99"/>
                    <ns1:pt x="14" y="97"/>
                    <ns1:pt x="14" y="94"/>
                  </ns1:cubicBezTo>
                  <ns1:cubicBezTo>
                    <ns1:pt x="14" y="92"/>
                    <ns1:pt x="15" y="91"/>
                    <ns1:pt x="17" y="90"/>
                  </ns1:cubicBezTo>
                  <ns1:cubicBezTo>
                    <ns1:pt x="18" y="90"/>
                    <ns1:pt x="19" y="89"/>
                    <ns1:pt x="20" y="89"/>
                  </ns1:cubicBezTo>
                  <ns1:cubicBezTo>
                    <ns1:pt x="22" y="88"/>
                    <ns1:pt x="24" y="86"/>
                    <ns1:pt x="26" y="85"/>
                  </ns1:cubicBezTo>
                  <ns1:cubicBezTo>
                    <ns1:pt x="37" y="77"/>
                    <ns1:pt x="44" y="63"/>
                    <ns1:pt x="44" y="49"/>
                  </ns1:cubicBezTo>
                  <ns1:cubicBezTo>
                    <ns1:pt x="44" y="35"/>
                    <ns1:pt x="37" y="22"/>
                    <ns1:pt x="26" y="13"/>
                  </ns1:cubicBezTo>
                  <ns1:cubicBezTo>
                    <ns1:pt x="24" y="12"/>
                    <ns1:pt x="22" y="11"/>
                    <ns1:pt x="20" y="10"/>
                  </ns1:cubicBezTo>
                  <ns1:cubicBezTo>
                    <ns1:pt x="19" y="9"/>
                    <ns1:pt x="18" y="9"/>
                    <ns1:pt x="17" y="8"/>
                  </ns1:cubicBezTo>
                  <ns1:cubicBezTo>
                    <ns1:pt x="15" y="7"/>
                    <ns1:pt x="14" y="6"/>
                    <ns1:pt x="14" y="4"/>
                  </ns1:cubicBezTo>
                  <ns1:cubicBezTo>
                    <ns1:pt x="14" y="2"/>
                    <ns1:pt x="16" y="0"/>
                    <ns1:pt x="19" y="0"/>
                  </ns1:cubicBezTo>
                  <ns1:cubicBezTo>
                    <ns1:pt x="19" y="0"/>
                    <ns1:pt x="20" y="0"/>
                    <ns1:pt x="21" y="0"/>
                  </ns1:cubicBezTo>
                  <ns1:cubicBezTo>
                    <ns1:pt x="40" y="9"/>
                    <ns1:pt x="53" y="28"/>
                    <ns1:pt x="53" y="49"/>
                  </ns1:cubicBezTo>
                  <ns1:cubicBezTo>
                    <ns1:pt x="53" y="71"/>
                    <ns1:pt x="40" y="90"/>
                    <ns1:pt x="21" y="98"/>
                  </ns1:cubicBezTo>
                  <ns1:close/>
                </ns1:path>
              </ns1:pathLst>
            </ns1:custGeom>
            <ns1:grpFill/>
            <ns1:ln>
              <ns1:noFill/>
            </ns1:ln>
            <ns1:extLst>
              <ns1:ext uri="{91240B29-F687-4F45-9708-019B960494DF}">
                <ns2:hiddenLine w="9525">
                  <ns1:solidFill>
                    <ns1:srgbClr val="000000"/>
                  </ns1:solidFill>
                  <ns1:round/>
                  <ns1:headEnd/>
                  <ns1:tailEnd/>
                </ns2:hiddenLine>
              </ns1:ext>
            </ns1:extLst>
          </ns0:spPr>
          <ns0:txBody>
            <ns1:bodyPr vert="horz" wrap="square" lIns="91440" tIns="45720" rIns="91440" bIns="45720" numCol="1" anchor="t" anchorCtr="0" compatLnSpc="1">
              <ns1:prstTxWarp prst="textNoShape">
                <ns1:avLst/>
              </ns1:prstTxWarp>
            </ns1:bodyPr>
            <ns1:lstStyle/>
            <ns1:p>
              <ns1:endParaRPr lang="id-ID" sz="2700"/>
            </ns1:p>
          </ns0:txBody>
        </ns0:sp>
      </ns0:grpSp>
      <ns0:sp>
        <ns0:nvSpPr>
          <ns0:cNvPr id="129" name="Freeform 5"/>
          <ns0:cNvSpPr>
            <ns1:spLocks noEditPoints="1"/>
          </ns0:cNvSpPr>
          <ns0:nvPr/>
        </ns0:nvSpPr>
        <ns0:spPr bwMode="auto">
          <ns1:xfrm>
            <ns1:off x="7368208" y="2030367"/>
            <ns1:ext cx="426033" cy="368944"/>
          </ns1:xfrm>
          <ns1:custGeom>
            <ns1:avLst/>
            <ns1:gdLst>
              <ns1:gd name="T0" fmla="*/ 396 w 461"/>
              <ns1:gd name="T1" fmla="*/ 399 h 399"/>
              <ns1:gd name="T2" fmla="*/ 378 w 461"/>
              <ns1:gd name="T3" fmla="*/ 18 h 399"/>
              <ns1:gd name="T4" fmla="*/ 444 w 461"/>
              <ns1:gd name="T5" fmla="*/ 0 h 399"/>
              <ns1:gd name="T6" fmla="*/ 461 w 461"/>
              <ns1:gd name="T7" fmla="*/ 381 h 399"/>
              <ns1:gd name="T8" fmla="*/ 398 w 461"/>
              <ns1:gd name="T9" fmla="*/ 379 h 399"/>
              <ns1:gd name="T10" fmla="*/ 442 w 461"/>
              <ns1:gd name="T11" fmla="*/ 20 h 399"/>
              <ns1:gd name="T12" fmla="*/ 398 w 461"/>
              <ns1:gd name="T13" fmla="*/ 379 h 399"/>
              <ns1:gd name="T14" fmla="*/ 302 w 461"/>
              <ns1:gd name="T15" fmla="*/ 399 h 399"/>
              <ns1:gd name="T16" fmla="*/ 284 w 461"/>
              <ns1:gd name="T17" fmla="*/ 144 h 399"/>
              <ns1:gd name="T18" fmla="*/ 349 w 461"/>
              <ns1:gd name="T19" fmla="*/ 126 h 399"/>
              <ns1:gd name="T20" fmla="*/ 367 w 461"/>
              <ns1:gd name="T21" fmla="*/ 381 h 399"/>
              <ns1:gd name="T22" fmla="*/ 304 w 461"/>
              <ns1:gd name="T23" fmla="*/ 379 h 399"/>
              <ns1:gd name="T24" fmla="*/ 347 w 461"/>
              <ns1:gd name="T25" fmla="*/ 146 h 399"/>
              <ns1:gd name="T26" fmla="*/ 304 w 461"/>
              <ns1:gd name="T27" fmla="*/ 379 h 399"/>
              <ns1:gd name="T28" fmla="*/ 207 w 461"/>
              <ns1:gd name="T29" fmla="*/ 399 h 399"/>
              <ns1:gd name="T30" fmla="*/ 189 w 461"/>
              <ns1:gd name="T31" fmla="*/ 239 h 399"/>
              <ns1:gd name="T32" fmla="*/ 254 w 461"/>
              <ns1:gd name="T33" fmla="*/ 221 h 399"/>
              <ns1:gd name="T34" fmla="*/ 272 w 461"/>
              <ns1:gd name="T35" fmla="*/ 381 h 399"/>
              <ns1:gd name="T36" fmla="*/ 209 w 461"/>
              <ns1:gd name="T37" fmla="*/ 379 h 399"/>
              <ns1:gd name="T38" fmla="*/ 252 w 461"/>
              <ns1:gd name="T39" fmla="*/ 241 h 399"/>
              <ns1:gd name="T40" fmla="*/ 209 w 461"/>
              <ns1:gd name="T41" fmla="*/ 379 h 399"/>
              <ns1:gd name="T42" fmla="*/ 112 w 461"/>
              <ns1:gd name="T43" fmla="*/ 399 h 399"/>
              <ns1:gd name="T44" fmla="*/ 94 w 461"/>
              <ns1:gd name="T45" fmla="*/ 302 h 399"/>
              <ns1:gd name="T46" fmla="*/ 159 w 461"/>
              <ns1:gd name="T47" fmla="*/ 284 h 399"/>
              <ns1:gd name="T48" fmla="*/ 177 w 461"/>
              <ns1:gd name="T49" fmla="*/ 381 h 399"/>
              <ns1:gd name="T50" fmla="*/ 114 w 461"/>
              <ns1:gd name="T51" fmla="*/ 379 h 399"/>
              <ns1:gd name="T52" fmla="*/ 157 w 461"/>
              <ns1:gd name="T53" fmla="*/ 304 h 399"/>
              <ns1:gd name="T54" fmla="*/ 114 w 461"/>
              <ns1:gd name="T55" fmla="*/ 379 h 399"/>
              <ns1:gd name="T56" fmla="*/ 17 w 461"/>
              <ns1:gd name="T57" fmla="*/ 399 h 399"/>
              <ns1:gd name="T58" fmla="*/ 0 w 461"/>
              <ns1:gd name="T59" fmla="*/ 334 h 399"/>
              <ns1:gd name="T60" fmla="*/ 65 w 461"/>
              <ns1:gd name="T61" fmla="*/ 316 h 399"/>
              <ns1:gd name="T62" fmla="*/ 83 w 461"/>
              <ns1:gd name="T63" fmla="*/ 381 h 399"/>
              <ns1:gd name="T64" fmla="*/ 19 w 461"/>
              <ns1:gd name="T65" fmla="*/ 379 h 399"/>
              <ns1:gd name="T66" fmla="*/ 63 w 461"/>
              <ns1:gd name="T67" fmla="*/ 336 h 399"/>
              <ns1:gd name="T68" fmla="*/ 19 w 461"/>
              <ns1:gd name="T69" fmla="*/ 379 h 399"/>
            </ns1:gdLst>
            <ns1:ahLst/>
            <ns1:cxnLst>
              <ns1:cxn ang="0">
                <ns1:pos x="T0" y="T1"/>
              </ns1:cxn>
              <ns1:cxn ang="0">
                <ns1:pos x="T2" y="T3"/>
              </ns1:cxn>
              <ns1:cxn ang="0">
                <ns1:pos x="T4" y="T5"/>
              </ns1:cxn>
              <ns1:cxn ang="0">
                <ns1:pos x="T6" y="T7"/>
              </ns1:cxn>
              <ns1:cxn ang="0">
                <ns1:pos x="T8" y="T9"/>
              </ns1:cxn>
              <ns1:cxn ang="0">
                <ns1:pos x="T10" y="T11"/>
              </ns1:cxn>
              <ns1:cxn ang="0">
                <ns1:pos x="T12" y="T13"/>
              </ns1:cxn>
              <ns1:cxn ang="0">
                <ns1:pos x="T14" y="T15"/>
              </ns1:cxn>
              <ns1:cxn ang="0">
                <ns1:pos x="T16" y="T17"/>
              </ns1:cxn>
              <ns1:cxn ang="0">
                <ns1:pos x="T18" y="T19"/>
              </ns1:cxn>
              <ns1:cxn ang="0">
                <ns1:pos x="T20" y="T21"/>
              </ns1:cxn>
              <ns1:cxn ang="0">
                <ns1:pos x="T22" y="T23"/>
              </ns1:cxn>
              <ns1:cxn ang="0">
                <ns1:pos x="T24" y="T25"/>
              </ns1:cxn>
              <ns1:cxn ang="0">
                <ns1:pos x="T26" y="T27"/>
              </ns1:cxn>
              <ns1:cxn ang="0">
                <ns1:pos x="T28" y="T29"/>
              </ns1:cxn>
              <ns1:cxn ang="0">
                <ns1:pos x="T30" y="T31"/>
              </ns1:cxn>
              <ns1:cxn ang="0">
                <ns1:pos x="T32" y="T33"/>
              </ns1:cxn>
              <ns1:cxn ang="0">
                <ns1:pos x="T34" y="T35"/>
              </ns1:cxn>
              <ns1:cxn ang="0">
                <ns1:pos x="T36" y="T37"/>
              </ns1:cxn>
              <ns1:cxn ang="0">
                <ns1:pos x="T38" y="T39"/>
              </ns1:cxn>
              <ns1:cxn ang="0">
                <ns1:pos x="T40" y="T41"/>
              </ns1:cxn>
              <ns1:cxn ang="0">
                <ns1:pos x="T42" y="T43"/>
              </ns1:cxn>
              <ns1:cxn ang="0">
                <ns1:pos x="T44" y="T45"/>
              </ns1:cxn>
              <ns1:cxn ang="0">
                <ns1:pos x="T46" y="T47"/>
              </ns1:cxn>
              <ns1:cxn ang="0">
                <ns1:pos x="T48" y="T49"/>
              </ns1:cxn>
              <ns1:cxn ang="0">
                <ns1:pos x="T50" y="T51"/>
              </ns1:cxn>
              <ns1:cxn ang="0">
                <ns1:pos x="T52" y="T53"/>
              </ns1:cxn>
              <ns1:cxn ang="0">
                <ns1:pos x="T54" y="T55"/>
              </ns1:cxn>
              <ns1:cxn ang="0">
                <ns1:pos x="T56" y="T57"/>
              </ns1:cxn>
              <ns1:cxn ang="0">
                <ns1:pos x="T58" y="T59"/>
              </ns1:cxn>
              <ns1:cxn ang="0">
                <ns1:pos x="T60" y="T61"/>
              </ns1:cxn>
              <ns1:cxn ang="0">
                <ns1:pos x="T62" y="T63"/>
              </ns1:cxn>
              <ns1:cxn ang="0">
                <ns1:pos x="T64" y="T65"/>
              </ns1:cxn>
              <ns1:cxn ang="0">
                <ns1:pos x="T66" y="T67"/>
              </ns1:cxn>
              <ns1:cxn ang="0">
                <ns1:pos x="T68" y="T69"/>
              </ns1:cxn>
            </ns1:cxnLst>
            <ns1:rect l="0" t="0" r="r" b="b"/>
            <ns1:pathLst>
              <ns1:path w="461" h="399">
                <ns1:moveTo>
                  <ns1:pt x="444" y="399"/>
                </ns1:moveTo>
                <ns1:cubicBezTo>
                  <ns1:pt x="396" y="399"/>
                  <ns1:pt x="396" y="399"/>
                  <ns1:pt x="396" y="399"/>
                </ns1:cubicBezTo>
                <ns1:cubicBezTo>
                  <ns1:pt x="386" y="399"/>
                  <ns1:pt x="378" y="391"/>
                  <ns1:pt x="378" y="381"/>
                </ns1:cubicBezTo>
                <ns1:cubicBezTo>
                  <ns1:pt x="378" y="18"/>
                  <ns1:pt x="378" y="18"/>
                  <ns1:pt x="378" y="18"/>
                </ns1:cubicBezTo>
                <ns1:cubicBezTo>
                  <ns1:pt x="378" y="8"/>
                  <ns1:pt x="386" y="0"/>
                  <ns1:pt x="396" y="0"/>
                </ns1:cubicBezTo>
                <ns1:cubicBezTo>
                  <ns1:pt x="444" y="0"/>
                  <ns1:pt x="444" y="0"/>
                  <ns1:pt x="444" y="0"/>
                </ns1:cubicBezTo>
                <ns1:cubicBezTo>
                  <ns1:pt x="454" y="0"/>
                  <ns1:pt x="461" y="8"/>
                  <ns1:pt x="461" y="18"/>
                </ns1:cubicBezTo>
                <ns1:cubicBezTo>
                  <ns1:pt x="461" y="381"/>
                  <ns1:pt x="461" y="381"/>
                  <ns1:pt x="461" y="381"/>
                </ns1:cubicBezTo>
                <ns1:cubicBezTo>
                  <ns1:pt x="461" y="391"/>
                  <ns1:pt x="454" y="399"/>
                  <ns1:pt x="444" y="399"/>
                </ns1:cubicBezTo>
                <ns1:close/>
                <ns1:moveTo>
                  <ns1:pt x="398" y="379"/>
                </ns1:moveTo>
                <ns1:cubicBezTo>
                  <ns1:pt x="442" y="379"/>
                  <ns1:pt x="442" y="379"/>
                  <ns1:pt x="442" y="379"/>
                </ns1:cubicBezTo>
                <ns1:cubicBezTo>
                  <ns1:pt x="442" y="20"/>
                  <ns1:pt x="442" y="20"/>
                  <ns1:pt x="442" y="20"/>
                </ns1:cubicBezTo>
                <ns1:cubicBezTo>
                  <ns1:pt x="398" y="20"/>
                  <ns1:pt x="398" y="20"/>
                  <ns1:pt x="398" y="20"/>
                </ns1:cubicBezTo>
                <ns1:lnTo>
                  <ns1:pt x="398" y="379"/>
                </ns1:lnTo>
                <ns1:close/>
                <ns1:moveTo>
                  <ns1:pt x="349" y="399"/>
                </ns1:moveTo>
                <ns1:cubicBezTo>
                  <ns1:pt x="302" y="399"/>
                  <ns1:pt x="302" y="399"/>
                  <ns1:pt x="302" y="399"/>
                </ns1:cubicBezTo>
                <ns1:cubicBezTo>
                  <ns1:pt x="292" y="399"/>
                  <ns1:pt x="284" y="391"/>
                  <ns1:pt x="284" y="381"/>
                </ns1:cubicBezTo>
                <ns1:cubicBezTo>
                  <ns1:pt x="284" y="144"/>
                  <ns1:pt x="284" y="144"/>
                  <ns1:pt x="284" y="144"/>
                </ns1:cubicBezTo>
                <ns1:cubicBezTo>
                  <ns1:pt x="284" y="134"/>
                  <ns1:pt x="292" y="126"/>
                  <ns1:pt x="302" y="126"/>
                </ns1:cubicBezTo>
                <ns1:cubicBezTo>
                  <ns1:pt x="349" y="126"/>
                  <ns1:pt x="349" y="126"/>
                  <ns1:pt x="349" y="126"/>
                </ns1:cubicBezTo>
                <ns1:cubicBezTo>
                  <ns1:pt x="359" y="126"/>
                  <ns1:pt x="367" y="134"/>
                  <ns1:pt x="367" y="144"/>
                </ns1:cubicBezTo>
                <ns1:cubicBezTo>
                  <ns1:pt x="367" y="381"/>
                  <ns1:pt x="367" y="381"/>
                  <ns1:pt x="367" y="381"/>
                </ns1:cubicBezTo>
                <ns1:cubicBezTo>
                  <ns1:pt x="367" y="391"/>
                  <ns1:pt x="359" y="399"/>
                  <ns1:pt x="349" y="399"/>
                </ns1:cubicBezTo>
                <ns1:close/>
                <ns1:moveTo>
                  <ns1:pt x="304" y="379"/>
                </ns1:moveTo>
                <ns1:cubicBezTo>
                  <ns1:pt x="347" y="379"/>
                  <ns1:pt x="347" y="379"/>
                  <ns1:pt x="347" y="379"/>
                </ns1:cubicBezTo>
                <ns1:cubicBezTo>
                  <ns1:pt x="347" y="146"/>
                  <ns1:pt x="347" y="146"/>
                  <ns1:pt x="347" y="146"/>
                </ns1:cubicBezTo>
                <ns1:cubicBezTo>
                  <ns1:pt x="304" y="146"/>
                  <ns1:pt x="304" y="146"/>
                  <ns1:pt x="304" y="146"/>
                </ns1:cubicBezTo>
                <ns1:lnTo>
                  <ns1:pt x="304" y="379"/>
                </ns1:lnTo>
                <ns1:close/>
                <ns1:moveTo>
                  <ns1:pt x="254" y="399"/>
                </ns1:moveTo>
                <ns1:cubicBezTo>
                  <ns1:pt x="207" y="399"/>
                  <ns1:pt x="207" y="399"/>
                  <ns1:pt x="207" y="399"/>
                </ns1:cubicBezTo>
                <ns1:cubicBezTo>
                  <ns1:pt x="197" y="399"/>
                  <ns1:pt x="189" y="391"/>
                  <ns1:pt x="189" y="381"/>
                </ns1:cubicBezTo>
                <ns1:cubicBezTo>
                  <ns1:pt x="189" y="239"/>
                  <ns1:pt x="189" y="239"/>
                  <ns1:pt x="189" y="239"/>
                </ns1:cubicBezTo>
                <ns1:cubicBezTo>
                  <ns1:pt x="189" y="229"/>
                  <ns1:pt x="197" y="221"/>
                  <ns1:pt x="207" y="221"/>
                </ns1:cubicBezTo>
                <ns1:cubicBezTo>
                  <ns1:pt x="254" y="221"/>
                  <ns1:pt x="254" y="221"/>
                  <ns1:pt x="254" y="221"/>
                </ns1:cubicBezTo>
                <ns1:cubicBezTo>
                  <ns1:pt x="264" y="221"/>
                  <ns1:pt x="272" y="229"/>
                  <ns1:pt x="272" y="239"/>
                </ns1:cubicBezTo>
                <ns1:cubicBezTo>
                  <ns1:pt x="272" y="381"/>
                  <ns1:pt x="272" y="381"/>
                  <ns1:pt x="272" y="381"/>
                </ns1:cubicBezTo>
                <ns1:cubicBezTo>
                  <ns1:pt x="272" y="391"/>
                  <ns1:pt x="264" y="399"/>
                  <ns1:pt x="254" y="399"/>
                </ns1:cubicBezTo>
                <ns1:close/>
                <ns1:moveTo>
                  <ns1:pt x="209" y="379"/>
                </ns1:moveTo>
                <ns1:cubicBezTo>
                  <ns1:pt x="252" y="379"/>
                  <ns1:pt x="252" y="379"/>
                  <ns1:pt x="252" y="379"/>
                </ns1:cubicBezTo>
                <ns1:cubicBezTo>
                  <ns1:pt x="252" y="241"/>
                  <ns1:pt x="252" y="241"/>
                  <ns1:pt x="252" y="241"/>
                </ns1:cubicBezTo>
                <ns1:cubicBezTo>
                  <ns1:pt x="209" y="241"/>
                  <ns1:pt x="209" y="241"/>
                  <ns1:pt x="209" y="241"/>
                </ns1:cubicBezTo>
                <ns1:lnTo>
                  <ns1:pt x="209" y="379"/>
                </ns1:lnTo>
                <ns1:close/>
                <ns1:moveTo>
                  <ns1:pt x="159" y="399"/>
                </ns1:moveTo>
                <ns1:cubicBezTo>
                  <ns1:pt x="112" y="399"/>
                  <ns1:pt x="112" y="399"/>
                  <ns1:pt x="112" y="399"/>
                </ns1:cubicBezTo>
                <ns1:cubicBezTo>
                  <ns1:pt x="102" y="399"/>
                  <ns1:pt x="94" y="391"/>
                  <ns1:pt x="94" y="381"/>
                </ns1:cubicBezTo>
                <ns1:cubicBezTo>
                  <ns1:pt x="94" y="302"/>
                  <ns1:pt x="94" y="302"/>
                  <ns1:pt x="94" y="302"/>
                </ns1:cubicBezTo>
                <ns1:cubicBezTo>
                  <ns1:pt x="94" y="292"/>
                  <ns1:pt x="102" y="284"/>
                  <ns1:pt x="112" y="284"/>
                </ns1:cubicBezTo>
                <ns1:cubicBezTo>
                  <ns1:pt x="159" y="284"/>
                  <ns1:pt x="159" y="284"/>
                  <ns1:pt x="159" y="284"/>
                </ns1:cubicBezTo>
                <ns1:cubicBezTo>
                  <ns1:pt x="169" y="284"/>
                  <ns1:pt x="177" y="292"/>
                  <ns1:pt x="177" y="302"/>
                </ns1:cubicBezTo>
                <ns1:cubicBezTo>
                  <ns1:pt x="177" y="381"/>
                  <ns1:pt x="177" y="381"/>
                  <ns1:pt x="177" y="381"/>
                </ns1:cubicBezTo>
                <ns1:cubicBezTo>
                  <ns1:pt x="177" y="391"/>
                  <ns1:pt x="169" y="399"/>
                  <ns1:pt x="159" y="399"/>
                </ns1:cubicBezTo>
                <ns1:close/>
                <ns1:moveTo>
                  <ns1:pt x="114" y="379"/>
                </ns1:moveTo>
                <ns1:cubicBezTo>
                  <ns1:pt x="157" y="379"/>
                  <ns1:pt x="157" y="379"/>
                  <ns1:pt x="157" y="379"/>
                </ns1:cubicBezTo>
                <ns1:cubicBezTo>
                  <ns1:pt x="157" y="304"/>
                  <ns1:pt x="157" y="304"/>
                  <ns1:pt x="157" y="304"/>
                </ns1:cubicBezTo>
                <ns1:cubicBezTo>
                  <ns1:pt x="114" y="304"/>
                  <ns1:pt x="114" y="304"/>
                  <ns1:pt x="114" y="304"/>
                </ns1:cubicBezTo>
                <ns1:lnTo>
                  <ns1:pt x="114" y="379"/>
                </ns1:lnTo>
                <ns1:close/>
                <ns1:moveTo>
                  <ns1:pt x="65" y="399"/>
                </ns1:moveTo>
                <ns1:cubicBezTo>
                  <ns1:pt x="17" y="399"/>
                  <ns1:pt x="17" y="399"/>
                  <ns1:pt x="17" y="399"/>
                </ns1:cubicBezTo>
                <ns1:cubicBezTo>
                  <ns1:pt x="7" y="399"/>
                  <ns1:pt x="0" y="391"/>
                  <ns1:pt x="0" y="381"/>
                </ns1:cubicBezTo>
                <ns1:cubicBezTo>
                  <ns1:pt x="0" y="334"/>
                  <ns1:pt x="0" y="334"/>
                  <ns1:pt x="0" y="334"/>
                </ns1:cubicBezTo>
                <ns1:cubicBezTo>
                  <ns1:pt x="0" y="324"/>
                  <ns1:pt x="7" y="316"/>
                  <ns1:pt x="17" y="316"/>
                </ns1:cubicBezTo>
                <ns1:cubicBezTo>
                  <ns1:pt x="65" y="316"/>
                  <ns1:pt x="65" y="316"/>
                  <ns1:pt x="65" y="316"/>
                </ns1:cubicBezTo>
                <ns1:cubicBezTo>
                  <ns1:pt x="75" y="316"/>
                  <ns1:pt x="83" y="324"/>
                  <ns1:pt x="83" y="334"/>
                </ns1:cubicBezTo>
                <ns1:cubicBezTo>
                  <ns1:pt x="83" y="381"/>
                  <ns1:pt x="83" y="381"/>
                  <ns1:pt x="83" y="381"/>
                </ns1:cubicBezTo>
                <ns1:cubicBezTo>
                  <ns1:pt x="83" y="391"/>
                  <ns1:pt x="75" y="399"/>
                  <ns1:pt x="65" y="399"/>
                </ns1:cubicBezTo>
                <ns1:close/>
                <ns1:moveTo>
                  <ns1:pt x="19" y="379"/>
                </ns1:moveTo>
                <ns1:cubicBezTo>
                  <ns1:pt x="63" y="379"/>
                  <ns1:pt x="63" y="379"/>
                  <ns1:pt x="63" y="379"/>
                </ns1:cubicBezTo>
                <ns1:cubicBezTo>
                  <ns1:pt x="63" y="336"/>
                  <ns1:pt x="63" y="336"/>
                  <ns1:pt x="63" y="336"/>
                </ns1:cubicBezTo>
                <ns1:cubicBezTo>
                  <ns1:pt x="19" y="336"/>
                  <ns1:pt x="19" y="336"/>
                  <ns1:pt x="19" y="336"/>
                </ns1:cubicBezTo>
                <ns1:lnTo>
                  <ns1:pt x="19" y="379"/>
                </ns1:lnTo>
                <ns1:close/>
              </ns1:path>
            </ns1:pathLst>
          </ns1:custGeom>
          <ns1:solidFill>
            <ns1:schemeClr val="tx1"/>
          </ns1:solidFill>
          <ns1:ln>
            <ns1:noFill/>
          </ns1:ln>
        </ns0:spPr>
        <ns0:txBody>
          <ns1:bodyPr vert="horz" wrap="square" lIns="91440" tIns="45720" rIns="91440" bIns="45720" numCol="1" anchor="t" anchorCtr="0" compatLnSpc="1">
            <ns1:prstTxWarp prst="textNoShape">
              <ns1:avLst/>
            </ns1:prstTxWarp>
          </ns1:bodyPr>
          <ns1:lstStyle/>
          <ns1:p>
            <ns1:endParaRPr lang="id-ID" sz="2700"/>
          </ns1:p>
        </ns0:txBody>
      </ns0:sp>
      <ns0:grpSp>
        <ns0:nvGrpSpPr>
          <ns0:cNvPr id="130" name="Group 129"/>
          <ns0:cNvGrpSpPr/>
          <ns0:nvPr/>
        </ns0:nvGrpSpPr>
        <ns0:grpSpPr>
          <ns1:xfrm>
            <ns1:off x="1313269" y="2894621"/>
            <ns1:ext cx="525969" cy="352719"/>
            <ns1:chOff x="3175" y="0"/>
            <ns1:chExt cx="4564063" cy="3060700"/>
          </ns1:xfrm>
          <ns1:solidFill>
            <ns1:schemeClr val="tx1"/>
          </ns1:solidFill>
        </ns0:grpSpPr>
        <ns0:sp>
          <ns0:nvSpPr>
            <ns0:cNvPr id="131" name="Freeform 9"/>
            <ns0:cNvSpPr>
              <ns1:spLocks/>
            </ns0:cNvSpPr>
            <ns0:nvPr/>
          </ns0:nvSpPr>
          <ns0:spPr bwMode="auto">
            <ns1:xfrm>
              <ns1:off x="1649413" y="1990725"/>
              <ns1:ext cx="800100" cy="801688"/>
            </ns1:xfrm>
            <ns1:custGeom>
              <ns1:avLst/>
              <ns1:gdLst>
                <ns1:gd name="T0" fmla="*/ 436 w 504"/>
                <ns1:gd name="T1" fmla="*/ 505 h 505"/>
                <ns1:gd name="T2" fmla="*/ 0 w 504"/>
                <ns1:gd name="T3" fmla="*/ 69 h 505"/>
                <ns1:gd name="T4" fmla="*/ 69 w 504"/>
                <ns1:gd name="T5" fmla="*/ 0 h 505"/>
                <ns1:gd name="T6" fmla="*/ 504 w 504"/>
                <ns1:gd name="T7" fmla="*/ 437 h 505"/>
                <ns1:gd name="T8" fmla="*/ 436 w 504"/>
                <ns1:gd name="T9" fmla="*/ 505 h 505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</ns1:cxnLst>
              <ns1:rect l="0" t="0" r="r" b="b"/>
              <ns1:pathLst>
                <ns1:path w="504" h="505">
                  <ns1:moveTo>
                    <ns1:pt x="436" y="505"/>
                  </ns1:moveTo>
                  <ns1:lnTo>
                    <ns1:pt x="0" y="69"/>
                  </ns1:lnTo>
                  <ns1:lnTo>
                    <ns1:pt x="69" y="0"/>
                  </ns1:lnTo>
                  <ns1:lnTo>
                    <ns1:pt x="504" y="437"/>
                  </ns1:lnTo>
                  <ns1:lnTo>
                    <ns1:pt x="436" y="505"/>
                  </ns1:lnTo>
                  <ns1:close/>
                </ns1:path>
              </ns1:pathLst>
            </ns1:custGeom>
            <ns1:grpFill/>
            <ns1:ln>
              <ns1:noFill/>
            </ns1:ln>
            <ns1:extLst>
              <ns1:ext uri="{91240B29-F687-4F45-9708-019B960494DF}">
                <ns2:hiddenLine w="9525">
                  <ns1:solidFill>
                    <ns1:srgbClr val="000000"/>
                  </ns1:solidFill>
                  <ns1:round/>
                  <ns1:headEnd/>
                  <ns1:tailEnd/>
                </ns2:hiddenLine>
              </ns1:ext>
            </ns1:extLst>
          </ns0:spPr>
          <ns0:txBody>
            <ns1:bodyPr vert="horz" wrap="square" lIns="91440" tIns="45720" rIns="91440" bIns="45720" numCol="1" anchor="t" anchorCtr="0" compatLnSpc="1">
              <ns1:prstTxWarp prst="textNoShape">
                <ns1:avLst/>
              </ns1:prstTxWarp>
            </ns1:bodyPr>
            <ns1:lstStyle/>
            <ns1:p>
              <ns1:endParaRPr lang="id-ID" sz="2700"/>
            </ns1:p>
          </ns0:txBody>
        </ns0:sp>
        <ns0:sp>
          <ns0:nvSpPr>
            <ns0:cNvPr id="132" name="Freeform 10"/>
            <ns0:cNvSpPr>
              <ns1:spLocks noEditPoints="1"/>
            </ns0:cNvSpPr>
            <ns0:nvPr/>
          </ns0:nvSpPr>
          <ns0:spPr bwMode="auto">
            <ns1:xfrm>
              <ns1:off x="957263" y="365125"/>
              <ns1:ext cx="650875" cy="650875"/>
            </ns1:xfrm>
            <ns1:custGeom>
              <ns1:avLst/>
              <ns1:gdLst>
                <ns1:gd name="T0" fmla="*/ 87 w 173"/>
                <ns1:gd name="T1" fmla="*/ 173 h 173"/>
                <ns1:gd name="T2" fmla="*/ 0 w 173"/>
                <ns1:gd name="T3" fmla="*/ 86 h 173"/>
                <ns1:gd name="T4" fmla="*/ 87 w 173"/>
                <ns1:gd name="T5" fmla="*/ 0 h 173"/>
                <ns1:gd name="T6" fmla="*/ 173 w 173"/>
                <ns1:gd name="T7" fmla="*/ 86 h 173"/>
                <ns1:gd name="T8" fmla="*/ 87 w 173"/>
                <ns1:gd name="T9" fmla="*/ 173 h 173"/>
                <ns1:gd name="T10" fmla="*/ 87 w 173"/>
                <ns1:gd name="T11" fmla="*/ 41 h 173"/>
                <ns1:gd name="T12" fmla="*/ 42 w 173"/>
                <ns1:gd name="T13" fmla="*/ 86 h 173"/>
                <ns1:gd name="T14" fmla="*/ 87 w 173"/>
                <ns1:gd name="T15" fmla="*/ 131 h 173"/>
                <ns1:gd name="T16" fmla="*/ 131 w 173"/>
                <ns1:gd name="T17" fmla="*/ 86 h 173"/>
                <ns1:gd name="T18" fmla="*/ 87 w 173"/>
                <ns1:gd name="T19" fmla="*/ 41 h 173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  <ns1:cxn ang="0">
                  <ns1:pos x="T14" y="T15"/>
                </ns1:cxn>
                <ns1:cxn ang="0">
                  <ns1:pos x="T16" y="T17"/>
                </ns1:cxn>
                <ns1:cxn ang="0">
                  <ns1:pos x="T18" y="T19"/>
                </ns1:cxn>
              </ns1:cxnLst>
              <ns1:rect l="0" t="0" r="r" b="b"/>
              <ns1:pathLst>
                <ns1:path w="173" h="173">
                  <ns1:moveTo>
                    <ns1:pt x="87" y="173"/>
                  </ns1:moveTo>
                  <ns1:cubicBezTo>
                    <ns1:pt x="39" y="173"/>
                    <ns1:pt x="0" y="134"/>
                    <ns1:pt x="0" y="86"/>
                  </ns1:cubicBezTo>
                  <ns1:cubicBezTo>
                    <ns1:pt x="0" y="39"/>
                    <ns1:pt x="39" y="0"/>
                    <ns1:pt x="87" y="0"/>
                  </ns1:cubicBezTo>
                  <ns1:cubicBezTo>
                    <ns1:pt x="134" y="0"/>
                    <ns1:pt x="173" y="39"/>
                    <ns1:pt x="173" y="86"/>
                  </ns1:cubicBezTo>
                  <ns1:cubicBezTo>
                    <ns1:pt x="173" y="134"/>
                    <ns1:pt x="134" y="173"/>
                    <ns1:pt x="87" y="173"/>
                  </ns1:cubicBezTo>
                  <ns1:close/>
                  <ns1:moveTo>
                    <ns1:pt x="87" y="41"/>
                  </ns1:moveTo>
                  <ns1:cubicBezTo>
                    <ns1:pt x="62" y="41"/>
                    <ns1:pt x="42" y="61"/>
                    <ns1:pt x="42" y="86"/>
                  </ns1:cubicBezTo>
                  <ns1:cubicBezTo>
                    <ns1:pt x="42" y="111"/>
                    <ns1:pt x="62" y="131"/>
                    <ns1:pt x="87" y="131"/>
                  </ns1:cubicBezTo>
                  <ns1:cubicBezTo>
                    <ns1:pt x="111" y="131"/>
                    <ns1:pt x="131" y="111"/>
                    <ns1:pt x="131" y="86"/>
                  </ns1:cubicBezTo>
                  <ns1:cubicBezTo>
                    <ns1:pt x="131" y="61"/>
                    <ns1:pt x="111" y="41"/>
                    <ns1:pt x="87" y="41"/>
                  </ns1:cubicBezTo>
                  <ns1:close/>
                </ns1:path>
              </ns1:pathLst>
            </ns1:custGeom>
            <ns1:grpFill/>
            <ns1:ln>
              <ns1:noFill/>
            </ns1:ln>
            <ns1:extLst>
              <ns1:ext uri="{91240B29-F687-4F45-9708-019B960494DF}">
                <ns2:hiddenLine w="9525">
                  <ns1:solidFill>
                    <ns1:srgbClr val="000000"/>
                  </ns1:solidFill>
                  <ns1:round/>
                  <ns1:headEnd/>
                  <ns1:tailEnd/>
                </ns2:hiddenLine>
              </ns1:ext>
            </ns1:extLst>
          </ns0:spPr>
          <ns0:txBody>
            <ns1:bodyPr vert="horz" wrap="square" lIns="91440" tIns="45720" rIns="91440" bIns="45720" numCol="1" anchor="t" anchorCtr="0" compatLnSpc="1">
              <ns1:prstTxWarp prst="textNoShape">
                <ns1:avLst/>
              </ns1:prstTxWarp>
            </ns1:bodyPr>
            <ns1:lstStyle/>
            <ns1:p>
              <ns1:endParaRPr lang="id-ID" sz="2700"/>
            </ns1:p>
          </ns0:txBody>
        </ns0:sp>
        <ns0:sp>
          <ns0:nvSpPr>
            <ns0:cNvPr id="133" name="Rectangle 11"/>
            <ns0:cNvSpPr>
              <ns1:spLocks noChangeArrowheads="1"/>
            </ns0:cNvSpPr>
            <ns0:nvPr/>
          </ns0:nvSpPr>
          <ns0:spPr bwMode="auto">
            <ns1:xfrm>
              <ns1:off x="4408488" y="2555875"/>
              <ns1:ext cx="158750" cy="428625"/>
            </ns1:xfrm>
            <ns1:prstGeom prst="rect">
              <ns1:avLst/>
            </ns1:prstGeom>
            <ns1:grpFill/>
            <ns1:ln>
              <ns1:noFill/>
            </ns1:ln>
            <ns1:extLst>
              <ns1:ext uri="{91240B29-F687-4F45-9708-019B960494DF}">
                <ns2:hiddenLine w="9525">
                  <ns1:solidFill>
                    <ns1:srgbClr val="000000"/>
                  </ns1:solidFill>
                  <ns1:miter lim="800000"/>
                  <ns1:headEnd/>
                  <ns1:tailEnd/>
                </ns2:hiddenLine>
              </ns1:ext>
            </ns1:extLst>
          </ns0:spPr>
          <ns0:txBody>
            <ns1:bodyPr vert="horz" wrap="square" lIns="91440" tIns="45720" rIns="91440" bIns="45720" numCol="1" anchor="t" anchorCtr="0" compatLnSpc="1">
              <ns1:prstTxWarp prst="textNoShape">
                <ns1:avLst/>
              </ns1:prstTxWarp>
            </ns1:bodyPr>
            <ns1:lstStyle/>
            <ns1:p>
              <ns1:endParaRPr lang="id-ID" sz="2700"/>
            </ns1:p>
          </ns0:txBody>
        </ns0:sp>
        <ns0:sp>
          <ns0:nvSpPr>
            <ns0:cNvPr id="134" name="Rectangle 12"/>
            <ns0:cNvSpPr>
              <ns1:spLocks noChangeArrowheads="1"/>
            </ns0:cNvSpPr>
            <ns0:nvPr/>
          </ns0:nvSpPr>
          <ns0:spPr bwMode="auto">
            <ns1:xfrm>
              <ns1:off x="3175" y="2717800"/>
              <ns1:ext cx="153988" cy="266700"/>
            </ns1:xfrm>
            <ns1:prstGeom prst="rect">
              <ns1:avLst/>
            </ns1:prstGeom>
            <ns1:grpFill/>
            <ns1:ln>
              <ns1:noFill/>
            </ns1:ln>
            <ns1:extLst>
              <ns1:ext uri="{91240B29-F687-4F45-9708-019B960494DF}">
                <ns2:hiddenLine w="9525">
                  <ns1:solidFill>
                    <ns1:srgbClr val="000000"/>
                  </ns1:solidFill>
                  <ns1:miter lim="800000"/>
                  <ns1:headEnd/>
                  <ns1:tailEnd/>
                </ns2:hiddenLine>
              </ns1:ext>
            </ns1:extLst>
          </ns0:spPr>
          <ns0:txBody>
            <ns1:bodyPr vert="horz" wrap="square" lIns="91440" tIns="45720" rIns="91440" bIns="45720" numCol="1" anchor="t" anchorCtr="0" compatLnSpc="1">
              <ns1:prstTxWarp prst="textNoShape">
                <ns1:avLst/>
              </ns1:prstTxWarp>
            </ns1:bodyPr>
            <ns1:lstStyle/>
            <ns1:p>
              <ns1:endParaRPr lang="id-ID" sz="2700"/>
            </ns1:p>
          </ns0:txBody>
        </ns0:sp>
        <ns0:sp>
          <ns0:nvSpPr>
            <ns0:cNvPr id="135" name="Freeform 13"/>
            <ns0:cNvSpPr>
              <ns1:spLocks noEditPoints="1"/>
            </ns0:cNvSpPr>
            <ns0:nvPr/>
          </ns0:nvSpPr>
          <ns0:spPr bwMode="auto">
            <ns1:xfrm>
              <ns1:off x="3175" y="0"/>
              <ns1:ext cx="4564063" cy="2909888"/>
            </ns1:xfrm>
            <ns1:custGeom>
              <ns1:avLst/>
              <ns1:gdLst>
                <ns1:gd name="T0" fmla="*/ 0 w 2875"/>
                <ns1:gd name="T1" fmla="*/ 1833 h 1833"/>
                <ns1:gd name="T2" fmla="*/ 0 w 2875"/>
                <ns1:gd name="T3" fmla="*/ 0 h 1833"/>
                <ns1:gd name="T4" fmla="*/ 2875 w 2875"/>
                <ns1:gd name="T5" fmla="*/ 0 h 1833"/>
                <ns1:gd name="T6" fmla="*/ 2875 w 2875"/>
                <ns1:gd name="T7" fmla="*/ 1731 h 1833"/>
                <ns1:gd name="T8" fmla="*/ 1802 w 2875"/>
                <ns1:gd name="T9" fmla="*/ 628 h 1833"/>
                <ns1:gd name="T10" fmla="*/ 1082 w 2875"/>
                <ns1:gd name="T11" fmla="*/ 1368 h 1833"/>
                <ns1:gd name="T12" fmla="*/ 767 w 2875"/>
                <ns1:gd name="T13" fmla="*/ 1046 h 1833"/>
                <ns1:gd name="T14" fmla="*/ 0 w 2875"/>
                <ns1:gd name="T15" fmla="*/ 1833 h 1833"/>
                <ns1:gd name="T16" fmla="*/ 97 w 2875"/>
                <ns1:gd name="T17" fmla="*/ 100 h 1833"/>
                <ns1:gd name="T18" fmla="*/ 97 w 2875"/>
                <ns1:gd name="T19" fmla="*/ 1591 h 1833"/>
                <ns1:gd name="T20" fmla="*/ 767 w 2875"/>
                <ns1:gd name="T21" fmla="*/ 903 h 1833"/>
                <ns1:gd name="T22" fmla="*/ 1082 w 2875"/>
                <ns1:gd name="T23" fmla="*/ 1228 h 1833"/>
                <ns1:gd name="T24" fmla="*/ 1802 w 2875"/>
                <ns1:gd name="T25" fmla="*/ 486 h 1833"/>
                <ns1:gd name="T26" fmla="*/ 2775 w 2875"/>
                <ns1:gd name="T27" fmla="*/ 1487 h 1833"/>
                <ns1:gd name="T28" fmla="*/ 2775 w 2875"/>
                <ns1:gd name="T29" fmla="*/ 100 h 1833"/>
                <ns1:gd name="T30" fmla="*/ 97 w 2875"/>
                <ns1:gd name="T31" fmla="*/ 100 h 1833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  <ns1:cxn ang="0">
                  <ns1:pos x="T14" y="T15"/>
                </ns1:cxn>
                <ns1:cxn ang="0">
                  <ns1:pos x="T16" y="T17"/>
                </ns1:cxn>
                <ns1:cxn ang="0">
                  <ns1:pos x="T18" y="T19"/>
                </ns1:cxn>
                <ns1:cxn ang="0">
                  <ns1:pos x="T20" y="T21"/>
                </ns1:cxn>
                <ns1:cxn ang="0">
                  <ns1:pos x="T22" y="T23"/>
                </ns1:cxn>
                <ns1:cxn ang="0">
                  <ns1:pos x="T24" y="T25"/>
                </ns1:cxn>
                <ns1:cxn ang="0">
                  <ns1:pos x="T26" y="T27"/>
                </ns1:cxn>
                <ns1:cxn ang="0">
                  <ns1:pos x="T28" y="T29"/>
                </ns1:cxn>
                <ns1:cxn ang="0">
                  <ns1:pos x="T30" y="T31"/>
                </ns1:cxn>
              </ns1:cxnLst>
              <ns1:rect l="0" t="0" r="r" b="b"/>
              <ns1:pathLst>
                <ns1:path w="2875" h="1833">
                  <ns1:moveTo>
                    <ns1:pt x="0" y="1833"/>
                  </ns1:moveTo>
                  <ns1:lnTo>
                    <ns1:pt x="0" y="0"/>
                  </ns1:lnTo>
                  <ns1:lnTo>
                    <ns1:pt x="2875" y="0"/>
                  </ns1:lnTo>
                  <ns1:lnTo>
                    <ns1:pt x="2875" y="1731"/>
                  </ns1:lnTo>
                  <ns1:lnTo>
                    <ns1:pt x="1802" y="628"/>
                  </ns1:lnTo>
                  <ns1:lnTo>
                    <ns1:pt x="1082" y="1368"/>
                  </ns1:lnTo>
                  <ns1:lnTo>
                    <ns1:pt x="767" y="1046"/>
                  </ns1:lnTo>
                  <ns1:lnTo>
                    <ns1:pt x="0" y="1833"/>
                  </ns1:lnTo>
                  <ns1:close/>
                  <ns1:moveTo>
                    <ns1:pt x="97" y="100"/>
                  </ns1:moveTo>
                  <ns1:lnTo>
                    <ns1:pt x="97" y="1591"/>
                  </ns1:lnTo>
                  <ns1:lnTo>
                    <ns1:pt x="767" y="903"/>
                  </ns1:lnTo>
                  <ns1:lnTo>
                    <ns1:pt x="1082" y="1228"/>
                  </ns1:lnTo>
                  <ns1:lnTo>
                    <ns1:pt x="1802" y="486"/>
                  </ns1:lnTo>
                  <ns1:lnTo>
                    <ns1:pt x="2775" y="1487"/>
                  </ns1:lnTo>
                  <ns1:lnTo>
                    <ns1:pt x="2775" y="100"/>
                  </ns1:lnTo>
                  <ns1:lnTo>
                    <ns1:pt x="97" y="100"/>
                  </ns1:lnTo>
                  <ns1:close/>
                </ns1:path>
              </ns1:pathLst>
            </ns1:custGeom>
            <ns1:grpFill/>
            <ns1:ln>
              <ns1:noFill/>
            </ns1:ln>
            <ns1:extLst>
              <ns1:ext uri="{91240B29-F687-4F45-9708-019B960494DF}">
                <ns2:hiddenLine w="9525">
                  <ns1:solidFill>
                    <ns1:srgbClr val="000000"/>
                  </ns1:solidFill>
                  <ns1:round/>
                  <ns1:headEnd/>
                  <ns1:tailEnd/>
                </ns2:hiddenLine>
              </ns1:ext>
            </ns1:extLst>
          </ns0:spPr>
          <ns0:txBody>
            <ns1:bodyPr vert="horz" wrap="square" lIns="91440" tIns="45720" rIns="91440" bIns="45720" numCol="1" anchor="t" anchorCtr="0" compatLnSpc="1">
              <ns1:prstTxWarp prst="textNoShape">
                <ns1:avLst/>
              </ns1:prstTxWarp>
            </ns1:bodyPr>
            <ns1:lstStyle/>
            <ns1:p>
              <ns1:endParaRPr lang="id-ID" sz="2700"/>
            </ns1:p>
          </ns0:txBody>
        </ns0:sp>
        <ns0:sp>
          <ns0:nvSpPr>
            <ns0:cNvPr id="136" name="Freeform 14"/>
            <ns0:cNvSpPr>
              <ns1:spLocks noEditPoints="1"/>
            </ns0:cNvSpPr>
            <ns0:nvPr/>
          </ns0:nvSpPr>
          <ns0:spPr bwMode="auto">
            <ns1:xfrm>
              <ns1:off x="3175" y="771525"/>
              <ns1:ext cx="4564063" cy="2289175"/>
            </ns1:xfrm>
            <ns1:custGeom>
              <ns1:avLst/>
              <ns1:gdLst>
                <ns1:gd name="T0" fmla="*/ 2875 w 2875"/>
                <ns1:gd name="T1" fmla="*/ 1442 h 1442"/>
                <ns1:gd name="T2" fmla="*/ 0 w 2875"/>
                <ns1:gd name="T3" fmla="*/ 1442 h 1442"/>
                <ns1:gd name="T4" fmla="*/ 0 w 2875"/>
                <ns1:gd name="T5" fmla="*/ 1207 h 1442"/>
                <ns1:gd name="T6" fmla="*/ 767 w 2875"/>
                <ns1:gd name="T7" fmla="*/ 417 h 1442"/>
                <ns1:gd name="T8" fmla="*/ 1082 w 2875"/>
                <ns1:gd name="T9" fmla="*/ 742 h 1442"/>
                <ns1:gd name="T10" fmla="*/ 1802 w 2875"/>
                <ns1:gd name="T11" fmla="*/ 0 h 1442"/>
                <ns1:gd name="T12" fmla="*/ 2875 w 2875"/>
                <ns1:gd name="T13" fmla="*/ 1103 h 1442"/>
                <ns1:gd name="T14" fmla="*/ 2875 w 2875"/>
                <ns1:gd name="T15" fmla="*/ 1442 h 1442"/>
                <ns1:gd name="T16" fmla="*/ 97 w 2875"/>
                <ns1:gd name="T17" fmla="*/ 1345 h 1442"/>
                <ns1:gd name="T18" fmla="*/ 2775 w 2875"/>
                <ns1:gd name="T19" fmla="*/ 1345 h 1442"/>
                <ns1:gd name="T20" fmla="*/ 2775 w 2875"/>
                <ns1:gd name="T21" fmla="*/ 1143 h 1442"/>
                <ns1:gd name="T22" fmla="*/ 1802 w 2875"/>
                <ns1:gd name="T23" fmla="*/ 142 h 1442"/>
                <ns1:gd name="T24" fmla="*/ 1082 w 2875"/>
                <ns1:gd name="T25" fmla="*/ 882 h 1442"/>
                <ns1:gd name="T26" fmla="*/ 767 w 2875"/>
                <ns1:gd name="T27" fmla="*/ 560 h 1442"/>
                <ns1:gd name="T28" fmla="*/ 97 w 2875"/>
                <ns1:gd name="T29" fmla="*/ 1247 h 1442"/>
                <ns1:gd name="T30" fmla="*/ 97 w 2875"/>
                <ns1:gd name="T31" fmla="*/ 1345 h 1442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  <ns1:cxn ang="0">
                  <ns1:pos x="T14" y="T15"/>
                </ns1:cxn>
                <ns1:cxn ang="0">
                  <ns1:pos x="T16" y="T17"/>
                </ns1:cxn>
                <ns1:cxn ang="0">
                  <ns1:pos x="T18" y="T19"/>
                </ns1:cxn>
                <ns1:cxn ang="0">
                  <ns1:pos x="T20" y="T21"/>
                </ns1:cxn>
                <ns1:cxn ang="0">
                  <ns1:pos x="T22" y="T23"/>
                </ns1:cxn>
                <ns1:cxn ang="0">
                  <ns1:pos x="T24" y="T25"/>
                </ns1:cxn>
                <ns1:cxn ang="0">
                  <ns1:pos x="T26" y="T27"/>
                </ns1:cxn>
                <ns1:cxn ang="0">
                  <ns1:pos x="T28" y="T29"/>
                </ns1:cxn>
                <ns1:cxn ang="0">
                  <ns1:pos x="T30" y="T31"/>
                </ns1:cxn>
              </ns1:cxnLst>
              <ns1:rect l="0" t="0" r="r" b="b"/>
              <ns1:pathLst>
                <ns1:path w="2875" h="1442">
                  <ns1:moveTo>
                    <ns1:pt x="2875" y="1442"/>
                  </ns1:moveTo>
                  <ns1:lnTo>
                    <ns1:pt x="0" y="1442"/>
                  </ns1:lnTo>
                  <ns1:lnTo>
                    <ns1:pt x="0" y="1207"/>
                  </ns1:lnTo>
                  <ns1:lnTo>
                    <ns1:pt x="767" y="417"/>
                  </ns1:lnTo>
                  <ns1:lnTo>
                    <ns1:pt x="1082" y="742"/>
                  </ns1:lnTo>
                  <ns1:lnTo>
                    <ns1:pt x="1802" y="0"/>
                  </ns1:lnTo>
                  <ns1:lnTo>
                    <ns1:pt x="2875" y="1103"/>
                  </ns1:lnTo>
                  <ns1:lnTo>
                    <ns1:pt x="2875" y="1442"/>
                  </ns1:lnTo>
                  <ns1:close/>
                  <ns1:moveTo>
                    <ns1:pt x="97" y="1345"/>
                  </ns1:moveTo>
                  <ns1:lnTo>
                    <ns1:pt x="2775" y="1345"/>
                  </ns1:lnTo>
                  <ns1:lnTo>
                    <ns1:pt x="2775" y="1143"/>
                  </ns1:lnTo>
                  <ns1:lnTo>
                    <ns1:pt x="1802" y="142"/>
                  </ns1:lnTo>
                  <ns1:lnTo>
                    <ns1:pt x="1082" y="882"/>
                  </ns1:lnTo>
                  <ns1:lnTo>
                    <ns1:pt x="767" y="560"/>
                  </ns1:lnTo>
                  <ns1:lnTo>
                    <ns1:pt x="97" y="1247"/>
                  </ns1:lnTo>
                  <ns1:lnTo>
                    <ns1:pt x="97" y="1345"/>
                  </ns1:lnTo>
                  <ns1:close/>
                </ns1:path>
              </ns1:pathLst>
            </ns1:custGeom>
            <ns1:grpFill/>
            <ns1:ln>
              <ns1:noFill/>
            </ns1:ln>
            <ns1:extLst>
              <ns1:ext uri="{91240B29-F687-4F45-9708-019B960494DF}">
                <ns2:hiddenLine w="9525">
                  <ns1:solidFill>
                    <ns1:srgbClr val="000000"/>
                  </ns1:solidFill>
                  <ns1:round/>
                  <ns1:headEnd/>
                  <ns1:tailEnd/>
                </ns2:hiddenLine>
              </ns1:ext>
            </ns1:extLst>
          </ns0:spPr>
          <ns0:txBody>
            <ns1:bodyPr vert="horz" wrap="square" lIns="91440" tIns="45720" rIns="91440" bIns="45720" numCol="1" anchor="t" anchorCtr="0" compatLnSpc="1">
              <ns1:prstTxWarp prst="textNoShape">
                <ns1:avLst/>
              </ns1:prstTxWarp>
            </ns1:bodyPr>
            <ns1:lstStyle/>
            <ns1:p>
              <ns1:endParaRPr lang="id-ID" sz="2700"/>
            </ns1:p>
          </ns0:txBody>
        </ns0:sp>
      </ns0:grpSp>
      <ns0:grpSp>
        <ns0:nvGrpSpPr>
          <ns0:cNvPr id="137" name="Group 136"/>
          <ns0:cNvGrpSpPr/>
          <ns0:nvPr/>
        </ns0:nvGrpSpPr>
        <ns0:grpSpPr>
          <ns1:xfrm>
            <ns1:off x="453006" y="4622911"/>
            <ns1:ext cx="464615" cy="327528"/>
            <ns1:chOff x="0" y="0"/>
            <ns1:chExt cx="5681663" cy="4005263"/>
          </ns1:xfrm>
          <ns1:solidFill>
            <ns1:schemeClr val="tx1"/>
          </ns1:solidFill>
        </ns0:grpSpPr>
        <ns0:sp>
          <ns0:nvSpPr>
            <ns0:cNvPr id="138" name="Freeform 18"/>
            <ns0:cNvSpPr>
              <ns1:spLocks noEditPoints="1"/>
            </ns0:cNvSpPr>
            <ns0:nvPr/>
          </ns0:nvSpPr>
          <ns0:spPr bwMode="auto">
            <ns1:xfrm>
              <ns1:off x="0" y="0"/>
              <ns1:ext cx="5681663" cy="4005263"/>
            </ns1:xfrm>
            <ns1:custGeom>
              <ns1:avLst/>
              <ns1:gdLst>
                <ns1:gd name="T0" fmla="*/ 1383 w 1512"/>
                <ns1:gd name="T1" fmla="*/ 1065 h 1065"/>
                <ns1:gd name="T2" fmla="*/ 129 w 1512"/>
                <ns1:gd name="T3" fmla="*/ 1065 h 1065"/>
                <ns1:gd name="T4" fmla="*/ 0 w 1512"/>
                <ns1:gd name="T5" fmla="*/ 936 h 1065"/>
                <ns1:gd name="T6" fmla="*/ 0 w 1512"/>
                <ns1:gd name="T7" fmla="*/ 563 h 1065"/>
                <ns1:gd name="T8" fmla="*/ 469 w 1512"/>
                <ns1:gd name="T9" fmla="*/ 0 h 1065"/>
                <ns1:gd name="T10" fmla="*/ 1043 w 1512"/>
                <ns1:gd name="T11" fmla="*/ 0 h 1065"/>
                <ns1:gd name="T12" fmla="*/ 1512 w 1512"/>
                <ns1:gd name="T13" fmla="*/ 563 h 1065"/>
                <ns1:gd name="T14" fmla="*/ 1512 w 1512"/>
                <ns1:gd name="T15" fmla="*/ 936 h 1065"/>
                <ns1:gd name="T16" fmla="*/ 1383 w 1512"/>
                <ns1:gd name="T17" fmla="*/ 1065 h 1065"/>
                <ns1:gd name="T18" fmla="*/ 79 w 1512"/>
                <ns1:gd name="T19" fmla="*/ 592 h 1065"/>
                <ns1:gd name="T20" fmla="*/ 79 w 1512"/>
                <ns1:gd name="T21" fmla="*/ 936 h 1065"/>
                <ns1:gd name="T22" fmla="*/ 129 w 1512"/>
                <ns1:gd name="T23" fmla="*/ 986 h 1065"/>
                <ns1:gd name="T24" fmla="*/ 1383 w 1512"/>
                <ns1:gd name="T25" fmla="*/ 986 h 1065"/>
                <ns1:gd name="T26" fmla="*/ 1433 w 1512"/>
                <ns1:gd name="T27" fmla="*/ 936 h 1065"/>
                <ns1:gd name="T28" fmla="*/ 1433 w 1512"/>
                <ns1:gd name="T29" fmla="*/ 592 h 1065"/>
                <ns1:gd name="T30" fmla="*/ 1006 w 1512"/>
                <ns1:gd name="T31" fmla="*/ 79 h 1065"/>
                <ns1:gd name="T32" fmla="*/ 506 w 1512"/>
                <ns1:gd name="T33" fmla="*/ 79 h 1065"/>
                <ns1:gd name="T34" fmla="*/ 79 w 1512"/>
                <ns1:gd name="T35" fmla="*/ 592 h 1065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  <ns1:cxn ang="0">
                  <ns1:pos x="T14" y="T15"/>
                </ns1:cxn>
                <ns1:cxn ang="0">
                  <ns1:pos x="T16" y="T17"/>
                </ns1:cxn>
                <ns1:cxn ang="0">
                  <ns1:pos x="T18" y="T19"/>
                </ns1:cxn>
                <ns1:cxn ang="0">
                  <ns1:pos x="T20" y="T21"/>
                </ns1:cxn>
                <ns1:cxn ang="0">
                  <ns1:pos x="T22" y="T23"/>
                </ns1:cxn>
                <ns1:cxn ang="0">
                  <ns1:pos x="T24" y="T25"/>
                </ns1:cxn>
                <ns1:cxn ang="0">
                  <ns1:pos x="T26" y="T27"/>
                </ns1:cxn>
                <ns1:cxn ang="0">
                  <ns1:pos x="T28" y="T29"/>
                </ns1:cxn>
                <ns1:cxn ang="0">
                  <ns1:pos x="T30" y="T31"/>
                </ns1:cxn>
                <ns1:cxn ang="0">
                  <ns1:pos x="T32" y="T33"/>
                </ns1:cxn>
                <ns1:cxn ang="0">
                  <ns1:pos x="T34" y="T35"/>
                </ns1:cxn>
              </ns1:cxnLst>
              <ns1:rect l="0" t="0" r="r" b="b"/>
              <ns1:pathLst>
                <ns1:path w="1512" h="1065">
                  <ns1:moveTo>
                    <ns1:pt x="1383" y="1065"/>
                  </ns1:moveTo>
                  <ns1:cubicBezTo>
                    <ns1:pt x="129" y="1065"/>
                    <ns1:pt x="129" y="1065"/>
                    <ns1:pt x="129" y="1065"/>
                  </ns1:cubicBezTo>
                  <ns1:cubicBezTo>
                    <ns1:pt x="58" y="1065"/>
                    <ns1:pt x="0" y="1007"/>
                    <ns1:pt x="0" y="936"/>
                  </ns1:cubicBezTo>
                  <ns1:cubicBezTo>
                    <ns1:pt x="0" y="563"/>
                    <ns1:pt x="0" y="563"/>
                    <ns1:pt x="0" y="563"/>
                  </ns1:cubicBezTo>
                  <ns1:cubicBezTo>
                    <ns1:pt x="469" y="0"/>
                    <ns1:pt x="469" y="0"/>
                    <ns1:pt x="469" y="0"/>
                  </ns1:cubicBezTo>
                  <ns1:cubicBezTo>
                    <ns1:pt x="1043" y="0"/>
                    <ns1:pt x="1043" y="0"/>
                    <ns1:pt x="1043" y="0"/>
                  </ns1:cubicBezTo>
                  <ns1:cubicBezTo>
                    <ns1:pt x="1512" y="563"/>
                    <ns1:pt x="1512" y="563"/>
                    <ns1:pt x="1512" y="563"/>
                  </ns1:cubicBezTo>
                  <ns1:cubicBezTo>
                    <ns1:pt x="1512" y="936"/>
                    <ns1:pt x="1512" y="936"/>
                    <ns1:pt x="1512" y="936"/>
                  </ns1:cubicBezTo>
                  <ns1:cubicBezTo>
                    <ns1:pt x="1512" y="1007"/>
                    <ns1:pt x="1454" y="1065"/>
                    <ns1:pt x="1383" y="1065"/>
                  </ns1:cubicBezTo>
                  <ns1:close/>
                  <ns1:moveTo>
                    <ns1:pt x="79" y="592"/>
                  </ns1:moveTo>
                  <ns1:cubicBezTo>
                    <ns1:pt x="79" y="936"/>
                    <ns1:pt x="79" y="936"/>
                    <ns1:pt x="79" y="936"/>
                  </ns1:cubicBezTo>
                  <ns1:cubicBezTo>
                    <ns1:pt x="79" y="963"/>
                    <ns1:pt x="101" y="986"/>
                    <ns1:pt x="129" y="986"/>
                  </ns1:cubicBezTo>
                  <ns1:cubicBezTo>
                    <ns1:pt x="1383" y="986"/>
                    <ns1:pt x="1383" y="986"/>
                    <ns1:pt x="1383" y="986"/>
                  </ns1:cubicBezTo>
                  <ns1:cubicBezTo>
                    <ns1:pt x="1411" y="986"/>
                    <ns1:pt x="1433" y="963"/>
                    <ns1:pt x="1433" y="936"/>
                  </ns1:cubicBezTo>
                  <ns1:cubicBezTo>
                    <ns1:pt x="1433" y="592"/>
                    <ns1:pt x="1433" y="592"/>
                    <ns1:pt x="1433" y="592"/>
                  </ns1:cubicBezTo>
                  <ns1:cubicBezTo>
                    <ns1:pt x="1006" y="79"/>
                    <ns1:pt x="1006" y="79"/>
                    <ns1:pt x="1006" y="79"/>
                  </ns1:cubicBezTo>
                  <ns1:cubicBezTo>
                    <ns1:pt x="506" y="79"/>
                    <ns1:pt x="506" y="79"/>
                    <ns1:pt x="506" y="79"/>
                  </ns1:cubicBezTo>
                  <ns1:lnTo>
                    <ns1:pt x="79" y="592"/>
                  </ns1:lnTo>
                  <ns1:close/>
                </ns1:path>
              </ns1:pathLst>
            </ns1:custGeom>
            <ns1:grpFill/>
            <ns1:ln>
              <ns1:noFill/>
            </ns1:ln>
            <ns1:extLst>
              <ns1:ext uri="{91240B29-F687-4F45-9708-019B960494DF}">
                <ns2:hiddenLine w="9525">
                  <ns1:solidFill>
                    <ns1:srgbClr val="000000"/>
                  </ns1:solidFill>
                  <ns1:round/>
                  <ns1:headEnd/>
                  <ns1:tailEnd/>
                </ns2:hiddenLine>
              </ns1:ext>
            </ns1:extLst>
          </ns0:spPr>
          <ns0:txBody>
            <ns1:bodyPr vert="horz" wrap="square" lIns="91440" tIns="45720" rIns="91440" bIns="45720" numCol="1" anchor="t" anchorCtr="0" compatLnSpc="1">
              <ns1:prstTxWarp prst="textNoShape">
                <ns1:avLst/>
              </ns1:prstTxWarp>
            </ns1:bodyPr>
            <ns1:lstStyle/>
            <ns1:p>
              <ns1:endParaRPr lang="id-ID" sz="2700"/>
            </ns1:p>
          </ns0:txBody>
        </ns0:sp>
        <ns0:sp>
          <ns0:nvSpPr>
            <ns0:cNvPr id="139" name="Freeform 19"/>
            <ns0:cNvSpPr>
              <ns1:spLocks noEditPoints="1"/>
            </ns0:cNvSpPr>
            <ns0:nvPr/>
          </ns0:nvSpPr>
          <ns0:spPr bwMode="auto">
            <ns1:xfrm>
              <ns1:off x="1652588" y="2433638"/>
              <ns1:ext cx="2374900" cy="484188"/>
            </ns1:xfrm>
            <ns1:custGeom>
              <ns1:avLst/>
              <ns1:gdLst>
                <ns1:gd name="T0" fmla="*/ 1191 w 1496"/>
                <ns1:gd name="T1" fmla="*/ 305 h 305"/>
                <ns1:gd name="T2" fmla="*/ 306 w 1496"/>
                <ns1:gd name="T3" fmla="*/ 305 h 305"/>
                <ns1:gd name="T4" fmla="*/ 0 w 1496"/>
                <ns1:gd name="T5" fmla="*/ 0 h 305"/>
                <ns1:gd name="T6" fmla="*/ 1496 w 1496"/>
                <ns1:gd name="T7" fmla="*/ 0 h 305"/>
                <ns1:gd name="T8" fmla="*/ 1191 w 1496"/>
                <ns1:gd name="T9" fmla="*/ 305 h 305"/>
                <ns1:gd name="T10" fmla="*/ 343 w 1496"/>
                <ns1:gd name="T11" fmla="*/ 213 h 305"/>
                <ns1:gd name="T12" fmla="*/ 1153 w 1496"/>
                <ns1:gd name="T13" fmla="*/ 213 h 305"/>
                <ns1:gd name="T14" fmla="*/ 1271 w 1496"/>
                <ns1:gd name="T15" fmla="*/ 94 h 305"/>
                <ns1:gd name="T16" fmla="*/ 225 w 1496"/>
                <ns1:gd name="T17" fmla="*/ 94 h 305"/>
                <ns1:gd name="T18" fmla="*/ 343 w 1496"/>
                <ns1:gd name="T19" fmla="*/ 213 h 305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  <ns1:cxn ang="0">
                  <ns1:pos x="T14" y="T15"/>
                </ns1:cxn>
                <ns1:cxn ang="0">
                  <ns1:pos x="T16" y="T17"/>
                </ns1:cxn>
                <ns1:cxn ang="0">
                  <ns1:pos x="T18" y="T19"/>
                </ns1:cxn>
              </ns1:cxnLst>
              <ns1:rect l="0" t="0" r="r" b="b"/>
              <ns1:pathLst>
                <ns1:path w="1496" h="305">
                  <ns1:moveTo>
                    <ns1:pt x="1191" y="305"/>
                  </ns1:moveTo>
                  <ns1:lnTo>
                    <ns1:pt x="306" y="305"/>
                  </ns1:lnTo>
                  <ns1:lnTo>
                    <ns1:pt x="0" y="0"/>
                  </ns1:lnTo>
                  <ns1:lnTo>
                    <ns1:pt x="1496" y="0"/>
                  </ns1:lnTo>
                  <ns1:lnTo>
                    <ns1:pt x="1191" y="305"/>
                  </ns1:lnTo>
                  <ns1:close/>
                  <ns1:moveTo>
                    <ns1:pt x="343" y="213"/>
                  </ns1:moveTo>
                  <ns1:lnTo>
                    <ns1:pt x="1153" y="213"/>
                  </ns1:lnTo>
                  <ns1:lnTo>
                    <ns1:pt x="1271" y="94"/>
                  </ns1:lnTo>
                  <ns1:lnTo>
                    <ns1:pt x="225" y="94"/>
                  </ns1:lnTo>
                  <ns1:lnTo>
                    <ns1:pt x="343" y="213"/>
                  </ns1:lnTo>
                  <ns1:close/>
                </ns1:path>
              </ns1:pathLst>
            </ns1:custGeom>
            <ns1:grpFill/>
            <ns1:ln>
              <ns1:noFill/>
            </ns1:ln>
            <ns1:extLst>
              <ns1:ext uri="{91240B29-F687-4F45-9708-019B960494DF}">
                <ns2:hiddenLine w="9525">
                  <ns1:solidFill>
                    <ns1:srgbClr val="000000"/>
                  </ns1:solidFill>
                  <ns1:round/>
                  <ns1:headEnd/>
                  <ns1:tailEnd/>
                </ns2:hiddenLine>
              </ns1:ext>
            </ns1:extLst>
          </ns0:spPr>
          <ns0:txBody>
            <ns1:bodyPr vert="horz" wrap="square" lIns="91440" tIns="45720" rIns="91440" bIns="45720" numCol="1" anchor="t" anchorCtr="0" compatLnSpc="1">
              <ns1:prstTxWarp prst="textNoShape">
                <ns1:avLst/>
              </ns1:prstTxWarp>
            </ns1:bodyPr>
            <ns1:lstStyle/>
            <ns1:p>
              <ns1:endParaRPr lang="id-ID" sz="2700"/>
            </ns1:p>
          </ns0:txBody>
        </ns0:sp>
        <ns0:sp>
          <ns0:nvSpPr>
            <ns0:cNvPr id="140" name="Freeform 20"/>
            <ns0:cNvSpPr>
              <ns1:spLocks noEditPoints="1"/>
            </ns0:cNvSpPr>
            <ns0:nvPr/>
          </ns0:nvSpPr>
          <ns0:spPr bwMode="auto">
            <ns1:xfrm>
              <ns1:off x="427038" y="412750"/>
              <ns1:ext cx="4826000" cy="1831975"/>
            </ns1:xfrm>
            <ns1:custGeom>
              <ns1:avLst/>
              <ns1:gdLst>
                <ns1:gd name="T0" fmla="*/ 3040 w 3040"/>
                <ns1:gd name="T1" fmla="*/ 1154 h 1154"/>
                <ns1:gd name="T2" fmla="*/ 0 w 3040"/>
                <ns1:gd name="T3" fmla="*/ 1154 h 1154"/>
                <ns1:gd name="T4" fmla="*/ 962 w 3040"/>
                <ns1:gd name="T5" fmla="*/ 0 h 1154"/>
                <ns1:gd name="T6" fmla="*/ 2079 w 3040"/>
                <ns1:gd name="T7" fmla="*/ 0 h 1154"/>
                <ns1:gd name="T8" fmla="*/ 3040 w 3040"/>
                <ns1:gd name="T9" fmla="*/ 1154 h 1154"/>
                <ns1:gd name="T10" fmla="*/ 199 w 3040"/>
                <ns1:gd name="T11" fmla="*/ 1062 h 1154"/>
                <ns1:gd name="T12" fmla="*/ 2841 w 3040"/>
                <ns1:gd name="T13" fmla="*/ 1062 h 1154"/>
                <ns1:gd name="T14" fmla="*/ 2036 w 3040"/>
                <ns1:gd name="T15" fmla="*/ 93 h 1154"/>
                <ns1:gd name="T16" fmla="*/ 1006 w 3040"/>
                <ns1:gd name="T17" fmla="*/ 93 h 1154"/>
                <ns1:gd name="T18" fmla="*/ 199 w 3040"/>
                <ns1:gd name="T19" fmla="*/ 1062 h 1154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  <ns1:cxn ang="0">
                  <ns1:pos x="T14" y="T15"/>
                </ns1:cxn>
                <ns1:cxn ang="0">
                  <ns1:pos x="T16" y="T17"/>
                </ns1:cxn>
                <ns1:cxn ang="0">
                  <ns1:pos x="T18" y="T19"/>
                </ns1:cxn>
              </ns1:cxnLst>
              <ns1:rect l="0" t="0" r="r" b="b"/>
              <ns1:pathLst>
                <ns1:path w="3040" h="1154">
                  <ns1:moveTo>
                    <ns1:pt x="3040" y="1154"/>
                  </ns1:moveTo>
                  <ns1:lnTo>
                    <ns1:pt x="0" y="1154"/>
                  </ns1:lnTo>
                  <ns1:lnTo>
                    <ns1:pt x="962" y="0"/>
                  </ns1:lnTo>
                  <ns1:lnTo>
                    <ns1:pt x="2079" y="0"/>
                  </ns1:lnTo>
                  <ns1:lnTo>
                    <ns1:pt x="3040" y="1154"/>
                  </ns1:lnTo>
                  <ns1:close/>
                  <ns1:moveTo>
                    <ns1:pt x="199" y="1062"/>
                  </ns1:moveTo>
                  <ns1:lnTo>
                    <ns1:pt x="2841" y="1062"/>
                  </ns1:lnTo>
                  <ns1:lnTo>
                    <ns1:pt x="2036" y="93"/>
                  </ns1:lnTo>
                  <ns1:lnTo>
                    <ns1:pt x="1006" y="93"/>
                  </ns1:lnTo>
                  <ns1:lnTo>
                    <ns1:pt x="199" y="1062"/>
                  </ns1:lnTo>
                  <ns1:close/>
                </ns1:path>
              </ns1:pathLst>
            </ns1:custGeom>
            <ns1:grpFill/>
            <ns1:ln>
              <ns1:noFill/>
            </ns1:ln>
            <ns1:extLst>
              <ns1:ext uri="{91240B29-F687-4F45-9708-019B960494DF}">
                <ns2:hiddenLine w="9525">
                  <ns1:solidFill>
                    <ns1:srgbClr val="000000"/>
                  </ns1:solidFill>
                  <ns1:round/>
                  <ns1:headEnd/>
                  <ns1:tailEnd/>
                </ns2:hiddenLine>
              </ns1:ext>
            </ns1:extLst>
          </ns0:spPr>
          <ns0:txBody>
            <ns1:bodyPr vert="horz" wrap="square" lIns="91440" tIns="45720" rIns="91440" bIns="45720" numCol="1" anchor="t" anchorCtr="0" compatLnSpc="1">
              <ns1:prstTxWarp prst="textNoShape">
                <ns1:avLst/>
              </ns1:prstTxWarp>
            </ns1:bodyPr>
            <ns1:lstStyle/>
            <ns1:p>
              <ns1:endParaRPr lang="id-ID" sz="2700"/>
            </ns1:p>
          </ns0:txBody>
        </ns0:sp>
        <ns0:sp>
          <ns0:nvSpPr>
            <ns0:cNvPr id="141" name="Freeform 21"/>
            <ns0:cNvSpPr>
              <ns1:spLocks noEditPoints="1"/>
            </ns0:cNvSpPr>
            <ns0:nvPr/>
          </ns0:nvSpPr>
          <ns0:spPr bwMode="auto">
            <ns1:xfrm>
              <ns1:off x="1641475" y="747713"/>
              <ns1:ext cx="2397125" cy="485775"/>
            </ns1:xfrm>
            <ns1:custGeom>
              <ns1:avLst/>
              <ns1:gdLst>
                <ns1:gd name="T0" fmla="*/ 1510 w 1510"/>
                <ns1:gd name="T1" fmla="*/ 306 h 306"/>
                <ns1:gd name="T2" fmla="*/ 0 w 1510"/>
                <ns1:gd name="T3" fmla="*/ 306 h 306"/>
                <ns1:gd name="T4" fmla="*/ 225 w 1510"/>
                <ns1:gd name="T5" fmla="*/ 0 h 306"/>
                <ns1:gd name="T6" fmla="*/ 1285 w 1510"/>
                <ns1:gd name="T7" fmla="*/ 0 h 306"/>
                <ns1:gd name="T8" fmla="*/ 1510 w 1510"/>
                <ns1:gd name="T9" fmla="*/ 306 h 306"/>
                <ns1:gd name="T10" fmla="*/ 185 w 1510"/>
                <ns1:gd name="T11" fmla="*/ 214 h 306"/>
                <ns1:gd name="T12" fmla="*/ 1326 w 1510"/>
                <ns1:gd name="T13" fmla="*/ 214 h 306"/>
                <ns1:gd name="T14" fmla="*/ 1238 w 1510"/>
                <ns1:gd name="T15" fmla="*/ 95 h 306"/>
                <ns1:gd name="T16" fmla="*/ 272 w 1510"/>
                <ns1:gd name="T17" fmla="*/ 95 h 306"/>
                <ns1:gd name="T18" fmla="*/ 185 w 1510"/>
                <ns1:gd name="T19" fmla="*/ 214 h 306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  <ns1:cxn ang="0">
                  <ns1:pos x="T14" y="T15"/>
                </ns1:cxn>
                <ns1:cxn ang="0">
                  <ns1:pos x="T16" y="T17"/>
                </ns1:cxn>
                <ns1:cxn ang="0">
                  <ns1:pos x="T18" y="T19"/>
                </ns1:cxn>
              </ns1:cxnLst>
              <ns1:rect l="0" t="0" r="r" b="b"/>
              <ns1:pathLst>
                <ns1:path w="1510" h="306">
                  <ns1:moveTo>
                    <ns1:pt x="1510" y="306"/>
                  </ns1:moveTo>
                  <ns1:lnTo>
                    <ns1:pt x="0" y="306"/>
                  </ns1:lnTo>
                  <ns1:lnTo>
                    <ns1:pt x="225" y="0"/>
                  </ns1:lnTo>
                  <ns1:lnTo>
                    <ns1:pt x="1285" y="0"/>
                  </ns1:lnTo>
                  <ns1:lnTo>
                    <ns1:pt x="1510" y="306"/>
                  </ns1:lnTo>
                  <ns1:close/>
                  <ns1:moveTo>
                    <ns1:pt x="185" y="214"/>
                  </ns1:moveTo>
                  <ns1:lnTo>
                    <ns1:pt x="1326" y="214"/>
                  </ns1:lnTo>
                  <ns1:lnTo>
                    <ns1:pt x="1238" y="95"/>
                  </ns1:lnTo>
                  <ns1:lnTo>
                    <ns1:pt x="272" y="95"/>
                  </ns1:lnTo>
                  <ns1:lnTo>
                    <ns1:pt x="185" y="214"/>
                  </ns1:lnTo>
                  <ns1:close/>
                </ns1:path>
              </ns1:pathLst>
            </ns1:custGeom>
            <ns1:grpFill/>
            <ns1:ln>
              <ns1:noFill/>
            </ns1:ln>
            <ns1:extLst>
              <ns1:ext uri="{91240B29-F687-4F45-9708-019B960494DF}">
                <ns2:hiddenLine w="9525">
                  <ns1:solidFill>
                    <ns1:srgbClr val="000000"/>
                  </ns1:solidFill>
                  <ns1:round/>
                  <ns1:headEnd/>
                  <ns1:tailEnd/>
                </ns2:hiddenLine>
              </ns1:ext>
            </ns1:extLst>
          </ns0:spPr>
          <ns0:txBody>
            <ns1:bodyPr vert="horz" wrap="square" lIns="91440" tIns="45720" rIns="91440" bIns="45720" numCol="1" anchor="t" anchorCtr="0" compatLnSpc="1">
              <ns1:prstTxWarp prst="textNoShape">
                <ns1:avLst/>
              </ns1:prstTxWarp>
            </ns1:bodyPr>
            <ns1:lstStyle/>
            <ns1:p>
              <ns1:endParaRPr lang="id-ID" sz="2700"/>
            </ns1:p>
          </ns0:txBody>
        </ns0:sp>
        <ns0:sp>
          <ns0:nvSpPr>
            <ns0:cNvPr id="142" name="Freeform 22"/>
            <ns0:cNvSpPr>
              <ns1:spLocks noEditPoints="1"/>
            </ns0:cNvSpPr>
            <ns0:nvPr/>
          </ns0:nvSpPr>
          <ns0:spPr bwMode="auto">
            <ns1:xfrm>
              <ns1:off x="1149350" y="1420813"/>
              <ns1:ext cx="3381375" cy="488950"/>
            </ns1:xfrm>
            <ns1:custGeom>
              <ns1:avLst/>
              <ns1:gdLst>
                <ns1:gd name="T0" fmla="*/ 2130 w 2130"/>
                <ns1:gd name="T1" fmla="*/ 308 h 308"/>
                <ns1:gd name="T2" fmla="*/ 0 w 2130"/>
                <ns1:gd name="T3" fmla="*/ 308 h 308"/>
                <ns1:gd name="T4" fmla="*/ 222 w 2130"/>
                <ns1:gd name="T5" fmla="*/ 0 h 308"/>
                <ns1:gd name="T6" fmla="*/ 1908 w 2130"/>
                <ns1:gd name="T7" fmla="*/ 0 h 308"/>
                <ns1:gd name="T8" fmla="*/ 2130 w 2130"/>
                <ns1:gd name="T9" fmla="*/ 308 h 308"/>
                <ns1:gd name="T10" fmla="*/ 185 w 2130"/>
                <ns1:gd name="T11" fmla="*/ 214 h 308"/>
                <ns1:gd name="T12" fmla="*/ 1946 w 2130"/>
                <ns1:gd name="T13" fmla="*/ 214 h 308"/>
                <ns1:gd name="T14" fmla="*/ 1860 w 2130"/>
                <ns1:gd name="T15" fmla="*/ 95 h 308"/>
                <ns1:gd name="T16" fmla="*/ 270 w 2130"/>
                <ns1:gd name="T17" fmla="*/ 95 h 308"/>
                <ns1:gd name="T18" fmla="*/ 185 w 2130"/>
                <ns1:gd name="T19" fmla="*/ 214 h 308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  <ns1:cxn ang="0">
                  <ns1:pos x="T14" y="T15"/>
                </ns1:cxn>
                <ns1:cxn ang="0">
                  <ns1:pos x="T16" y="T17"/>
                </ns1:cxn>
                <ns1:cxn ang="0">
                  <ns1:pos x="T18" y="T19"/>
                </ns1:cxn>
              </ns1:cxnLst>
              <ns1:rect l="0" t="0" r="r" b="b"/>
              <ns1:pathLst>
                <ns1:path w="2130" h="308">
                  <ns1:moveTo>
                    <ns1:pt x="2130" y="308"/>
                  </ns1:moveTo>
                  <ns1:lnTo>
                    <ns1:pt x="0" y="308"/>
                  </ns1:lnTo>
                  <ns1:lnTo>
                    <ns1:pt x="222" y="0"/>
                  </ns1:lnTo>
                  <ns1:lnTo>
                    <ns1:pt x="1908" y="0"/>
                  </ns1:lnTo>
                  <ns1:lnTo>
                    <ns1:pt x="2130" y="308"/>
                  </ns1:lnTo>
                  <ns1:close/>
                  <ns1:moveTo>
                    <ns1:pt x="185" y="214"/>
                  </ns1:moveTo>
                  <ns1:lnTo>
                    <ns1:pt x="1946" y="214"/>
                  </ns1:lnTo>
                  <ns1:lnTo>
                    <ns1:pt x="1860" y="95"/>
                  </ns1:lnTo>
                  <ns1:lnTo>
                    <ns1:pt x="270" y="95"/>
                  </ns1:lnTo>
                  <ns1:lnTo>
                    <ns1:pt x="185" y="214"/>
                  </ns1:lnTo>
                  <ns1:close/>
                </ns1:path>
              </ns1:pathLst>
            </ns1:custGeom>
            <ns1:grpFill/>
            <ns1:ln>
              <ns1:noFill/>
            </ns1:ln>
            <ns1:extLst>
              <ns1:ext uri="{91240B29-F687-4F45-9708-019B960494DF}">
                <ns2:hiddenLine w="9525">
                  <ns1:solidFill>
                    <ns1:srgbClr val="000000"/>
                  </ns1:solidFill>
                  <ns1:round/>
                  <ns1:headEnd/>
                  <ns1:tailEnd/>
                </ns2:hiddenLine>
              </ns1:ext>
            </ns1:extLst>
          </ns0:spPr>
          <ns0:txBody>
            <ns1:bodyPr vert="horz" wrap="square" lIns="91440" tIns="45720" rIns="91440" bIns="45720" numCol="1" anchor="t" anchorCtr="0" compatLnSpc="1">
              <ns1:prstTxWarp prst="textNoShape">
                <ns1:avLst/>
              </ns1:prstTxWarp>
            </ns1:bodyPr>
            <ns1:lstStyle/>
            <ns1:p>
              <ns1:endParaRPr lang="id-ID" sz="2700"/>
            </ns1:p>
          </ns0:txBody>
        </ns0:sp>
      </ns0:grpSp>
      <ns0:grpSp>
        <ns0:nvGrpSpPr>
          <ns0:cNvPr id="143" name="Group 142"/>
          <ns0:cNvGrpSpPr/>
          <ns0:nvPr/>
        </ns0:nvGrpSpPr>
        <ns0:grpSpPr>
          <ns1:xfrm>
            <ns1:off x="11289620" y="1238094"/>
            <ns1:ext cx="356885" cy="385863"/>
            <ns1:chOff x="5910263" y="3230563"/>
            <ns1:chExt cx="371475" cy="401638"/>
          </ns1:xfrm>
          <ns1:solidFill>
            <ns1:schemeClr val="tx1"/>
          </ns1:solidFill>
        </ns0:grpSpPr>
        <ns0:sp>
          <ns0:nvSpPr>
            <ns0:cNvPr id="144" name="Freeform 21"/>
            <ns0:cNvSpPr>
              <ns1:spLocks noEditPoints="1"/>
            </ns0:cNvSpPr>
            <ns0:nvPr/>
          </ns0:nvSpPr>
          <ns0:spPr bwMode="auto">
            <ns1:xfrm>
              <ns1:off x="5910263" y="3230563"/>
              <ns1:ext cx="371475" cy="401638"/>
            </ns1:xfrm>
            <ns1:custGeom>
              <ns1:avLst/>
              <ns1:gdLst>
                <ns1:gd name="T0" fmla="*/ 96 w 96"/>
                <ns1:gd name="T1" fmla="*/ 56 h 104"/>
                <ns1:gd name="T2" fmla="*/ 77 w 96"/>
                <ns1:gd name="T3" fmla="*/ 18 h 104"/>
                <ns1:gd name="T4" fmla="*/ 77 w 96"/>
                <ns1:gd name="T5" fmla="*/ 18 h 104"/>
                <ns1:gd name="T6" fmla="*/ 81 w 96"/>
                <ns1:gd name="T7" fmla="*/ 11 h 104"/>
                <ns1:gd name="T8" fmla="*/ 87 w 96"/>
                <ns1:gd name="T9" fmla="*/ 14 h 104"/>
                <ns1:gd name="T10" fmla="*/ 89 w 96"/>
                <ns1:gd name="T11" fmla="*/ 13 h 104"/>
                <ns1:gd name="T12" fmla="*/ 89 w 96"/>
                <ns1:gd name="T13" fmla="*/ 10 h 104"/>
                <ns1:gd name="T14" fmla="*/ 80 w 96"/>
                <ns1:gd name="T15" fmla="*/ 5 h 104"/>
                <ns1:gd name="T16" fmla="*/ 80 w 96"/>
                <ns1:gd name="T17" fmla="*/ 5 h 104"/>
                <ns1:gd name="T18" fmla="*/ 80 w 96"/>
                <ns1:gd name="T19" fmla="*/ 5 h 104"/>
                <ns1:gd name="T20" fmla="*/ 71 w 96"/>
                <ns1:gd name="T21" fmla="*/ 0 h 104"/>
                <ns1:gd name="T22" fmla="*/ 69 w 96"/>
                <ns1:gd name="T23" fmla="*/ 1 h 104"/>
                <ns1:gd name="T24" fmla="*/ 69 w 96"/>
                <ns1:gd name="T25" fmla="*/ 4 h 104"/>
                <ns1:gd name="T26" fmla="*/ 75 w 96"/>
                <ns1:gd name="T27" fmla="*/ 7 h 104"/>
                <ns1:gd name="T28" fmla="*/ 71 w 96"/>
                <ns1:gd name="T29" fmla="*/ 14 h 104"/>
                <ns1:gd name="T30" fmla="*/ 48 w 96"/>
                <ns1:gd name="T31" fmla="*/ 8 h 104"/>
                <ns1:gd name="T32" fmla="*/ 25 w 96"/>
                <ns1:gd name="T33" fmla="*/ 14 h 104"/>
                <ns1:gd name="T34" fmla="*/ 21 w 96"/>
                <ns1:gd name="T35" fmla="*/ 7 h 104"/>
                <ns1:gd name="T36" fmla="*/ 27 w 96"/>
                <ns1:gd name="T37" fmla="*/ 4 h 104"/>
                <ns1:gd name="T38" fmla="*/ 27 w 96"/>
                <ns1:gd name="T39" fmla="*/ 1 h 104"/>
                <ns1:gd name="T40" fmla="*/ 25 w 96"/>
                <ns1:gd name="T41" fmla="*/ 0 h 104"/>
                <ns1:gd name="T42" fmla="*/ 7 w 96"/>
                <ns1:gd name="T43" fmla="*/ 10 h 104"/>
                <ns1:gd name="T44" fmla="*/ 7 w 96"/>
                <ns1:gd name="T45" fmla="*/ 13 h 104"/>
                <ns1:gd name="T46" fmla="*/ 9 w 96"/>
                <ns1:gd name="T47" fmla="*/ 14 h 104"/>
                <ns1:gd name="T48" fmla="*/ 15 w 96"/>
                <ns1:gd name="T49" fmla="*/ 11 h 104"/>
                <ns1:gd name="T50" fmla="*/ 19 w 96"/>
                <ns1:gd name="T51" fmla="*/ 18 h 104"/>
                <ns1:gd name="T52" fmla="*/ 19 w 96"/>
                <ns1:gd name="T53" fmla="*/ 18 h 104"/>
                <ns1:gd name="T54" fmla="*/ 0 w 96"/>
                <ns1:gd name="T55" fmla="*/ 56 h 104"/>
                <ns1:gd name="T56" fmla="*/ 17 w 96"/>
                <ns1:gd name="T57" fmla="*/ 92 h 104"/>
                <ns1:gd name="T58" fmla="*/ 16 w 96"/>
                <ns1:gd name="T59" fmla="*/ 96 h 104"/>
                <ns1:gd name="T60" fmla="*/ 24 w 96"/>
                <ns1:gd name="T61" fmla="*/ 104 h 104"/>
                <ns1:gd name="T62" fmla="*/ 30 w 96"/>
                <ns1:gd name="T63" fmla="*/ 101 h 104"/>
                <ns1:gd name="T64" fmla="*/ 48 w 96"/>
                <ns1:gd name="T65" fmla="*/ 104 h 104"/>
                <ns1:gd name="T66" fmla="*/ 66 w 96"/>
                <ns1:gd name="T67" fmla="*/ 101 h 104"/>
                <ns1:gd name="T68" fmla="*/ 72 w 96"/>
                <ns1:gd name="T69" fmla="*/ 104 h 104"/>
                <ns1:gd name="T70" fmla="*/ 80 w 96"/>
                <ns1:gd name="T71" fmla="*/ 96 h 104"/>
                <ns1:gd name="T72" fmla="*/ 79 w 96"/>
                <ns1:gd name="T73" fmla="*/ 92 h 104"/>
                <ns1:gd name="T74" fmla="*/ 96 w 96"/>
                <ns1:gd name="T75" fmla="*/ 56 h 104"/>
                <ns1:gd name="T76" fmla="*/ 8 w 96"/>
                <ns1:gd name="T77" fmla="*/ 56 h 104"/>
                <ns1:gd name="T78" fmla="*/ 48 w 96"/>
                <ns1:gd name="T79" fmla="*/ 16 h 104"/>
                <ns1:gd name="T80" fmla="*/ 88 w 96"/>
                <ns1:gd name="T81" fmla="*/ 56 h 104"/>
                <ns1:gd name="T82" fmla="*/ 48 w 96"/>
                <ns1:gd name="T83" fmla="*/ 96 h 104"/>
                <ns1:gd name="T84" fmla="*/ 8 w 96"/>
                <ns1:gd name="T85" fmla="*/ 56 h 104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  <ns1:cxn ang="0">
                  <ns1:pos x="T14" y="T15"/>
                </ns1:cxn>
                <ns1:cxn ang="0">
                  <ns1:pos x="T16" y="T17"/>
                </ns1:cxn>
                <ns1:cxn ang="0">
                  <ns1:pos x="T18" y="T19"/>
                </ns1:cxn>
                <ns1:cxn ang="0">
                  <ns1:pos x="T20" y="T21"/>
                </ns1:cxn>
                <ns1:cxn ang="0">
                  <ns1:pos x="T22" y="T23"/>
                </ns1:cxn>
                <ns1:cxn ang="0">
                  <ns1:pos x="T24" y="T25"/>
                </ns1:cxn>
                <ns1:cxn ang="0">
                  <ns1:pos x="T26" y="T27"/>
                </ns1:cxn>
                <ns1:cxn ang="0">
                  <ns1:pos x="T28" y="T29"/>
                </ns1:cxn>
                <ns1:cxn ang="0">
                  <ns1:pos x="T30" y="T31"/>
                </ns1:cxn>
                <ns1:cxn ang="0">
                  <ns1:pos x="T32" y="T33"/>
                </ns1:cxn>
                <ns1:cxn ang="0">
                  <ns1:pos x="T34" y="T35"/>
                </ns1:cxn>
                <ns1:cxn ang="0">
                  <ns1:pos x="T36" y="T37"/>
                </ns1:cxn>
                <ns1:cxn ang="0">
                  <ns1:pos x="T38" y="T39"/>
                </ns1:cxn>
                <ns1:cxn ang="0">
                  <ns1:pos x="T40" y="T41"/>
                </ns1:cxn>
                <ns1:cxn ang="0">
                  <ns1:pos x="T42" y="T43"/>
                </ns1:cxn>
                <ns1:cxn ang="0">
                  <ns1:pos x="T44" y="T45"/>
                </ns1:cxn>
                <ns1:cxn ang="0">
                  <ns1:pos x="T46" y="T47"/>
                </ns1:cxn>
                <ns1:cxn ang="0">
                  <ns1:pos x="T48" y="T49"/>
                </ns1:cxn>
                <ns1:cxn ang="0">
                  <ns1:pos x="T50" y="T51"/>
                </ns1:cxn>
                <ns1:cxn ang="0">
                  <ns1:pos x="T52" y="T53"/>
                </ns1:cxn>
                <ns1:cxn ang="0">
                  <ns1:pos x="T54" y="T55"/>
                </ns1:cxn>
                <ns1:cxn ang="0">
                  <ns1:pos x="T56" y="T57"/>
                </ns1:cxn>
                <ns1:cxn ang="0">
                  <ns1:pos x="T58" y="T59"/>
                </ns1:cxn>
                <ns1:cxn ang="0">
                  <ns1:pos x="T60" y="T61"/>
                </ns1:cxn>
                <ns1:cxn ang="0">
                  <ns1:pos x="T62" y="T63"/>
                </ns1:cxn>
                <ns1:cxn ang="0">
                  <ns1:pos x="T64" y="T65"/>
                </ns1:cxn>
                <ns1:cxn ang="0">
                  <ns1:pos x="T66" y="T67"/>
                </ns1:cxn>
                <ns1:cxn ang="0">
                  <ns1:pos x="T68" y="T69"/>
                </ns1:cxn>
                <ns1:cxn ang="0">
                  <ns1:pos x="T70" y="T71"/>
                </ns1:cxn>
                <ns1:cxn ang="0">
                  <ns1:pos x="T72" y="T73"/>
                </ns1:cxn>
                <ns1:cxn ang="0">
                  <ns1:pos x="T74" y="T75"/>
                </ns1:cxn>
                <ns1:cxn ang="0">
                  <ns1:pos x="T76" y="T77"/>
                </ns1:cxn>
                <ns1:cxn ang="0">
                  <ns1:pos x="T78" y="T79"/>
                </ns1:cxn>
                <ns1:cxn ang="0">
                  <ns1:pos x="T80" y="T81"/>
                </ns1:cxn>
                <ns1:cxn ang="0">
                  <ns1:pos x="T82" y="T83"/>
                </ns1:cxn>
                <ns1:cxn ang="0">
                  <ns1:pos x="T84" y="T85"/>
                </ns1:cxn>
              </ns1:cxnLst>
              <ns1:rect l="0" t="0" r="r" b="b"/>
              <ns1:pathLst>
                <ns1:path w="96" h="104">
                  <ns1:moveTo>
                    <ns1:pt x="96" y="56"/>
                  </ns1:moveTo>
                  <ns1:cubicBezTo>
                    <ns1:pt x="96" y="41"/>
                    <ns1:pt x="89" y="27"/>
                    <ns1:pt x="77" y="18"/>
                  </ns1:cubicBezTo>
                  <ns1:cubicBezTo>
                    <ns1:pt x="77" y="18"/>
                    <ns1:pt x="77" y="18"/>
                    <ns1:pt x="77" y="18"/>
                  </ns1:cubicBezTo>
                  <ns1:cubicBezTo>
                    <ns1:pt x="81" y="11"/>
                    <ns1:pt x="81" y="11"/>
                    <ns1:pt x="81" y="11"/>
                  </ns1:cubicBezTo>
                  <ns1:cubicBezTo>
                    <ns1:pt x="87" y="14"/>
                    <ns1:pt x="87" y="14"/>
                    <ns1:pt x="87" y="14"/>
                  </ns1:cubicBezTo>
                  <ns1:cubicBezTo>
                    <ns1:pt x="88" y="14"/>
                    <ns1:pt x="89" y="14"/>
                    <ns1:pt x="89" y="13"/>
                  </ns1:cubicBezTo>
                  <ns1:cubicBezTo>
                    <ns1:pt x="90" y="12"/>
                    <ns1:pt x="90" y="11"/>
                    <ns1:pt x="89" y="10"/>
                  </ns1:cubicBezTo>
                  <ns1:cubicBezTo>
                    <ns1:pt x="80" y="5"/>
                    <ns1:pt x="80" y="5"/>
                    <ns1:pt x="80" y="5"/>
                  </ns1:cubicBezTo>
                  <ns1:cubicBezTo>
                    <ns1:pt x="80" y="5"/>
                    <ns1:pt x="80" y="5"/>
                    <ns1:pt x="80" y="5"/>
                  </ns1:cubicBezTo>
                  <ns1:cubicBezTo>
                    <ns1:pt x="80" y="5"/>
                    <ns1:pt x="80" y="5"/>
                    <ns1:pt x="80" y="5"/>
                  </ns1:cubicBezTo>
                  <ns1:cubicBezTo>
                    <ns1:pt x="71" y="0"/>
                    <ns1:pt x="71" y="0"/>
                    <ns1:pt x="71" y="0"/>
                  </ns1:cubicBezTo>
                  <ns1:cubicBezTo>
                    <ns1:pt x="70" y="0"/>
                    <ns1:pt x="69" y="0"/>
                    <ns1:pt x="69" y="1"/>
                  </ns1:cubicBezTo>
                  <ns1:cubicBezTo>
                    <ns1:pt x="68" y="2"/>
                    <ns1:pt x="68" y="3"/>
                    <ns1:pt x="69" y="4"/>
                  </ns1:cubicBezTo>
                  <ns1:cubicBezTo>
                    <ns1:pt x="75" y="7"/>
                    <ns1:pt x="75" y="7"/>
                    <ns1:pt x="75" y="7"/>
                  </ns1:cubicBezTo>
                  <ns1:cubicBezTo>
                    <ns1:pt x="71" y="14"/>
                    <ns1:pt x="71" y="14"/>
                    <ns1:pt x="71" y="14"/>
                  </ns1:cubicBezTo>
                  <ns1:cubicBezTo>
                    <ns1:pt x="64" y="10"/>
                    <ns1:pt x="56" y="8"/>
                    <ns1:pt x="48" y="8"/>
                  </ns1:cubicBezTo>
                  <ns1:cubicBezTo>
                    <ns1:pt x="40" y="8"/>
                    <ns1:pt x="32" y="10"/>
                    <ns1:pt x="25" y="14"/>
                  </ns1:cubicBezTo>
                  <ns1:cubicBezTo>
                    <ns1:pt x="21" y="7"/>
                    <ns1:pt x="21" y="7"/>
                    <ns1:pt x="21" y="7"/>
                  </ns1:cubicBezTo>
                  <ns1:cubicBezTo>
                    <ns1:pt x="27" y="4"/>
                    <ns1:pt x="27" y="4"/>
                    <ns1:pt x="27" y="4"/>
                  </ns1:cubicBezTo>
                  <ns1:cubicBezTo>
                    <ns1:pt x="28" y="3"/>
                    <ns1:pt x="28" y="2"/>
                    <ns1:pt x="27" y="1"/>
                  </ns1:cubicBezTo>
                  <ns1:cubicBezTo>
                    <ns1:pt x="27" y="0"/>
                    <ns1:pt x="26" y="0"/>
                    <ns1:pt x="25" y="0"/>
                  </ns1:cubicBezTo>
                  <ns1:cubicBezTo>
                    <ns1:pt x="7" y="10"/>
                    <ns1:pt x="7" y="10"/>
                    <ns1:pt x="7" y="10"/>
                  </ns1:cubicBezTo>
                  <ns1:cubicBezTo>
                    <ns1:pt x="6" y="11"/>
                    <ns1:pt x="6" y="12"/>
                    <ns1:pt x="7" y="13"/>
                  </ns1:cubicBezTo>
                  <ns1:cubicBezTo>
                    <ns1:pt x="7" y="14"/>
                    <ns1:pt x="8" y="14"/>
                    <ns1:pt x="9" y="14"/>
                  </ns1:cubicBezTo>
                  <ns1:cubicBezTo>
                    <ns1:pt x="15" y="11"/>
                    <ns1:pt x="15" y="11"/>
                    <ns1:pt x="15" y="11"/>
                  </ns1:cubicBezTo>
                  <ns1:cubicBezTo>
                    <ns1:pt x="19" y="18"/>
                    <ns1:pt x="19" y="18"/>
                    <ns1:pt x="19" y="18"/>
                  </ns1:cubicBezTo>
                  <ns1:cubicBezTo>
                    <ns1:pt x="19" y="18"/>
                    <ns1:pt x="19" y="18"/>
                    <ns1:pt x="19" y="18"/>
                  </ns1:cubicBezTo>
                  <ns1:cubicBezTo>
                    <ns1:pt x="7" y="27"/>
                    <ns1:pt x="0" y="41"/>
                    <ns1:pt x="0" y="56"/>
                  </ns1:cubicBezTo>
                  <ns1:cubicBezTo>
                    <ns1:pt x="0" y="71"/>
                    <ns1:pt x="7" y="84"/>
                    <ns1:pt x="17" y="92"/>
                  </ns1:cubicBezTo>
                  <ns1:cubicBezTo>
                    <ns1:pt x="16" y="94"/>
                    <ns1:pt x="16" y="95"/>
                    <ns1:pt x="16" y="96"/>
                  </ns1:cubicBezTo>
                  <ns1:cubicBezTo>
                    <ns1:pt x="16" y="100"/>
                    <ns1:pt x="20" y="104"/>
                    <ns1:pt x="24" y="104"/>
                  </ns1:cubicBezTo>
                  <ns1:cubicBezTo>
                    <ns1:pt x="27" y="104"/>
                    <ns1:pt x="29" y="103"/>
                    <ns1:pt x="30" y="101"/>
                  </ns1:cubicBezTo>
                  <ns1:cubicBezTo>
                    <ns1:pt x="36" y="103"/>
                    <ns1:pt x="42" y="104"/>
                    <ns1:pt x="48" y="104"/>
                  </ns1:cubicBezTo>
                  <ns1:cubicBezTo>
                    <ns1:pt x="54" y="104"/>
                    <ns1:pt x="60" y="103"/>
                    <ns1:pt x="66" y="101"/>
                  </ns1:cubicBezTo>
                  <ns1:cubicBezTo>
                    <ns1:pt x="67" y="103"/>
                    <ns1:pt x="69" y="104"/>
                    <ns1:pt x="72" y="104"/>
                  </ns1:cubicBezTo>
                  <ns1:cubicBezTo>
                    <ns1:pt x="76" y="104"/>
                    <ns1:pt x="80" y="100"/>
                    <ns1:pt x="80" y="96"/>
                  </ns1:cubicBezTo>
                  <ns1:cubicBezTo>
                    <ns1:pt x="80" y="95"/>
                    <ns1:pt x="80" y="94"/>
                    <ns1:pt x="79" y="92"/>
                  </ns1:cubicBezTo>
                  <ns1:cubicBezTo>
                    <ns1:pt x="89" y="84"/>
                    <ns1:pt x="96" y="71"/>
                    <ns1:pt x="96" y="56"/>
                  </ns1:cubicBezTo>
                  <ns1:close/>
                  <ns1:moveTo>
                    <ns1:pt x="8" y="56"/>
                  </ns1:moveTo>
                  <ns1:cubicBezTo>
                    <ns1:pt x="8" y="34"/>
                    <ns1:pt x="26" y="16"/>
                    <ns1:pt x="48" y="16"/>
                  </ns1:cubicBezTo>
                  <ns1:cubicBezTo>
                    <ns1:pt x="70" y="16"/>
                    <ns1:pt x="88" y="34"/>
                    <ns1:pt x="88" y="56"/>
                  </ns1:cubicBezTo>
                  <ns1:cubicBezTo>
                    <ns1:pt x="88" y="78"/>
                    <ns1:pt x="70" y="96"/>
                    <ns1:pt x="48" y="96"/>
                  </ns1:cubicBezTo>
                  <ns1:cubicBezTo>
                    <ns1:pt x="26" y="96"/>
                    <ns1:pt x="8" y="78"/>
                    <ns1:pt x="8" y="56"/>
                  </ns1:cubicBezTo>
                  <ns1:close/>
                </ns1:path>
              </ns1:pathLst>
            </ns1:custGeom>
            <ns1:grpFill/>
            <ns1:ln>
              <ns1:noFill/>
            </ns1:ln>
            <ns1:extLst>
              <ns1:ext uri="{91240B29-F687-4F45-9708-019B960494DF}">
                <ns2:hiddenLine w="9525">
                  <ns1:solidFill>
                    <ns1:srgbClr val="000000"/>
                  </ns1:solidFill>
                  <ns1:round/>
                  <ns1:headEnd/>
                  <ns1:tailEnd/>
                </ns2:hiddenLine>
              </ns1:ext>
            </ns1:extLst>
          </ns0:spPr>
          <ns0:txBody>
            <ns1:bodyPr vert="horz" wrap="square" lIns="91440" tIns="45720" rIns="91440" bIns="45720" numCol="1" anchor="t" anchorCtr="0" compatLnSpc="1">
              <ns1:prstTxWarp prst="textNoShape">
                <ns1:avLst/>
              </ns1:prstTxWarp>
            </ns1:bodyPr>
            <ns1:lstStyle/>
            <ns1:p>
              <ns1:endParaRPr lang="id-ID" sz="2700"/>
            </ns1:p>
          </ns0:txBody>
        </ns0:sp>
        <ns0:sp>
          <ns0:nvSpPr>
            <ns0:cNvPr id="145" name="Freeform 22"/>
            <ns0:cNvSpPr>
              <ns1:spLocks/>
            </ns0:cNvSpPr>
            <ns0:nvPr/>
          </ns0:nvSpPr>
          <ns0:spPr bwMode="auto">
            <ns1:xfrm>
              <ns1:off x="6080126" y="3322638"/>
              <ns1:ext cx="93663" cy="139700"/>
            </ns1:xfrm>
            <ns1:custGeom>
              <ns1:avLst/>
              <ns1:gdLst>
                <ns1:gd name="T0" fmla="*/ 20 w 24"/>
                <ns1:gd name="T1" fmla="*/ 28 h 36"/>
                <ns1:gd name="T2" fmla="*/ 8 w 24"/>
                <ns1:gd name="T3" fmla="*/ 28 h 36"/>
                <ns1:gd name="T4" fmla="*/ 8 w 24"/>
                <ns1:gd name="T5" fmla="*/ 4 h 36"/>
                <ns1:gd name="T6" fmla="*/ 4 w 24"/>
                <ns1:gd name="T7" fmla="*/ 0 h 36"/>
                <ns1:gd name="T8" fmla="*/ 0 w 24"/>
                <ns1:gd name="T9" fmla="*/ 4 h 36"/>
                <ns1:gd name="T10" fmla="*/ 0 w 24"/>
                <ns1:gd name="T11" fmla="*/ 32 h 36"/>
                <ns1:gd name="T12" fmla="*/ 4 w 24"/>
                <ns1:gd name="T13" fmla="*/ 36 h 36"/>
                <ns1:gd name="T14" fmla="*/ 20 w 24"/>
                <ns1:gd name="T15" fmla="*/ 36 h 36"/>
                <ns1:gd name="T16" fmla="*/ 24 w 24"/>
                <ns1:gd name="T17" fmla="*/ 32 h 36"/>
                <ns1:gd name="T18" fmla="*/ 20 w 24"/>
                <ns1:gd name="T19" fmla="*/ 28 h 36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  <ns1:cxn ang="0">
                  <ns1:pos x="T14" y="T15"/>
                </ns1:cxn>
                <ns1:cxn ang="0">
                  <ns1:pos x="T16" y="T17"/>
                </ns1:cxn>
                <ns1:cxn ang="0">
                  <ns1:pos x="T18" y="T19"/>
                </ns1:cxn>
              </ns1:cxnLst>
              <ns1:rect l="0" t="0" r="r" b="b"/>
              <ns1:pathLst>
                <ns1:path w="24" h="36">
                  <ns1:moveTo>
                    <ns1:pt x="20" y="28"/>
                  </ns1:moveTo>
                  <ns1:cubicBezTo>
                    <ns1:pt x="8" y="28"/>
                    <ns1:pt x="8" y="28"/>
                    <ns1:pt x="8" y="28"/>
                  </ns1:cubicBezTo>
                  <ns1:cubicBezTo>
                    <ns1:pt x="8" y="4"/>
                    <ns1:pt x="8" y="4"/>
                    <ns1:pt x="8" y="4"/>
                  </ns1:cubicBezTo>
                  <ns1:cubicBezTo>
                    <ns1:pt x="8" y="2"/>
                    <ns1:pt x="6" y="0"/>
                    <ns1:pt x="4" y="0"/>
                  </ns1:cubicBezTo>
                  <ns1:cubicBezTo>
                    <ns1:pt x="2" y="0"/>
                    <ns1:pt x="0" y="2"/>
                    <ns1:pt x="0" y="4"/>
                  </ns1:cubicBezTo>
                  <ns1:cubicBezTo>
                    <ns1:pt x="0" y="32"/>
                    <ns1:pt x="0" y="32"/>
                    <ns1:pt x="0" y="32"/>
                  </ns1:cubicBezTo>
                  <ns1:cubicBezTo>
                    <ns1:pt x="0" y="34"/>
                    <ns1:pt x="2" y="36"/>
                    <ns1:pt x="4" y="36"/>
                  </ns1:cubicBezTo>
                  <ns1:cubicBezTo>
                    <ns1:pt x="20" y="36"/>
                    <ns1:pt x="20" y="36"/>
                    <ns1:pt x="20" y="36"/>
                  </ns1:cubicBezTo>
                  <ns1:cubicBezTo>
                    <ns1:pt x="22" y="36"/>
                    <ns1:pt x="24" y="34"/>
                    <ns1:pt x="24" y="32"/>
                  </ns1:cubicBezTo>
                  <ns1:cubicBezTo>
                    <ns1:pt x="24" y="30"/>
                    <ns1:pt x="22" y="28"/>
                    <ns1:pt x="20" y="28"/>
                  </ns1:cubicBezTo>
                  <ns1:close/>
                </ns1:path>
              </ns1:pathLst>
            </ns1:custGeom>
            <ns1:grpFill/>
            <ns1:ln>
              <ns1:noFill/>
            </ns1:ln>
            <ns1:extLst>
              <ns1:ext uri="{91240B29-F687-4F45-9708-019B960494DF}">
                <ns2:hiddenLine w="9525">
                  <ns1:solidFill>
                    <ns1:srgbClr val="000000"/>
                  </ns1:solidFill>
                  <ns1:round/>
                  <ns1:headEnd/>
                  <ns1:tailEnd/>
                </ns2:hiddenLine>
              </ns1:ext>
            </ns1:extLst>
          </ns0:spPr>
          <ns0:txBody>
            <ns1:bodyPr vert="horz" wrap="square" lIns="91440" tIns="45720" rIns="91440" bIns="45720" numCol="1" anchor="t" anchorCtr="0" compatLnSpc="1">
              <ns1:prstTxWarp prst="textNoShape">
                <ns1:avLst/>
              </ns1:prstTxWarp>
            </ns1:bodyPr>
            <ns1:lstStyle/>
            <ns1:p>
              <ns1:endParaRPr lang="id-ID" sz="2700"/>
            </ns1:p>
          </ns0:txBody>
        </ns0:sp>
      </ns0:grpSp>
      <ns0:grpSp>
        <ns0:nvGrpSpPr>
          <ns0:cNvPr id="146" name="Group 145"/>
          <ns0:cNvGrpSpPr/>
          <ns0:nvPr/>
        </ns0:nvGrpSpPr>
        <ns0:grpSpPr>
          <ns1:xfrm>
            <ns1:off x="2333103" y="2896051"/>
            <ns1:ext cx="400024" cy="349856"/>
            <ns1:chOff x="2437300" y="2768688"/>
            <ns1:chExt cx="400024" cy="349856"/>
          </ns1:xfrm>
          <ns1:solidFill>
            <ns1:schemeClr val="tx1"/>
          </ns1:solidFill>
        </ns0:grpSpPr>
        <ns0:sp>
          <ns0:nvSpPr>
            <ns0:cNvPr id="147" name="Freeform 104"/>
            <ns0:cNvSpPr>
              <ns1:spLocks/>
            </ns0:cNvSpPr>
            <ns0:nvPr/>
          </ns0:nvSpPr>
          <ns0:spPr bwMode="auto">
            <ns1:xfrm>
              <ns1:off x="2499350" y="2830738"/>
              <ns1:ext cx="143903" cy="93735"/>
            </ns1:xfrm>
            <ns1:custGeom>
              <ns1:avLst/>
              <ns1:gdLst>
                <ns1:gd name="T0" fmla="*/ 44 w 46"/>
                <ns1:gd name="T1" fmla="*/ 0 h 30"/>
                <ns1:gd name="T2" fmla="*/ 0 w 46"/>
                <ns1:gd name="T3" fmla="*/ 28 h 30"/>
                <ns1:gd name="T4" fmla="*/ 2 w 46"/>
                <ns1:gd name="T5" fmla="*/ 30 h 30"/>
                <ns1:gd name="T6" fmla="*/ 4 w 46"/>
                <ns1:gd name="T7" fmla="*/ 28 h 30"/>
                <ns1:gd name="T8" fmla="*/ 44 w 46"/>
                <ns1:gd name="T9" fmla="*/ 4 h 30"/>
                <ns1:gd name="T10" fmla="*/ 46 w 46"/>
                <ns1:gd name="T11" fmla="*/ 2 h 30"/>
                <ns1:gd name="T12" fmla="*/ 44 w 46"/>
                <ns1:gd name="T13" fmla="*/ 0 h 30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</ns1:cxnLst>
              <ns1:rect l="0" t="0" r="r" b="b"/>
              <ns1:pathLst>
                <ns1:path w="46" h="30">
                  <ns1:moveTo>
                    <ns1:pt x="44" y="0"/>
                  </ns1:moveTo>
                  <ns1:cubicBezTo>
                    <ns1:pt x="20" y="0"/>
                    <ns1:pt x="0" y="13"/>
                    <ns1:pt x="0" y="28"/>
                  </ns1:cubicBezTo>
                  <ns1:cubicBezTo>
                    <ns1:pt x="0" y="29"/>
                    <ns1:pt x="1" y="30"/>
                    <ns1:pt x="2" y="30"/>
                  </ns1:cubicBezTo>
                  <ns1:cubicBezTo>
                    <ns1:pt x="3" y="30"/>
                    <ns1:pt x="4" y="29"/>
                    <ns1:pt x="4" y="28"/>
                  </ns1:cubicBezTo>
                  <ns1:cubicBezTo>
                    <ns1:pt x="4" y="15"/>
                    <ns1:pt x="23" y="4"/>
                    <ns1:pt x="44" y="4"/>
                  </ns1:cubicBezTo>
                  <ns1:cubicBezTo>
                    <ns1:pt x="45" y="4"/>
                    <ns1:pt x="46" y="3"/>
                    <ns1:pt x="46" y="2"/>
                  </ns1:cubicBezTo>
                  <ns1:cubicBezTo>
                    <ns1:pt x="46" y="1"/>
                    <ns1:pt x="45" y="0"/>
                    <ns1:pt x="44" y="0"/>
                  </ns1:cubicBezTo>
                  <ns1:close/>
                </ns1:path>
              </ns1:pathLst>
            </ns1:custGeom>
            <ns1:grpFill/>
            <ns1:ln>
              <ns1:noFill/>
            </ns1:ln>
            <ns1:extLst>
              <ns1:ext uri="{91240B29-F687-4F45-9708-019B960494DF}">
                <ns2:hiddenLine w="9525">
                  <ns1:solidFill>
                    <ns1:srgbClr val="000000"/>
                  </ns1:solidFill>
                  <ns1:round/>
                  <ns1:headEnd/>
                  <ns1:tailEnd/>
                </ns2:hiddenLine>
              </ns1:ext>
            </ns1:extLst>
          </ns0:spPr>
          <ns0:txBody>
            <ns1:bodyPr vert="horz" wrap="square" lIns="91440" tIns="45720" rIns="91440" bIns="45720" numCol="1" anchor="t" anchorCtr="0" compatLnSpc="1">
              <ns1:prstTxWarp prst="textNoShape">
                <ns1:avLst/>
              </ns1:prstTxWarp>
            </ns1:bodyPr>
            <ns1:lstStyle/>
            <ns1:p>
              <ns1:endParaRPr lang="id-ID" sz="2700"/>
            </ns1:p>
          </ns0:txBody>
        </ns0:sp>
        <ns0:sp>
          <ns0:nvSpPr>
            <ns0:cNvPr id="148" name="Freeform 105"/>
            <ns0:cNvSpPr>
              <ns1:spLocks noEditPoints="1"/>
            </ns0:cNvSpPr>
            <ns0:nvPr/>
          </ns0:nvSpPr>
          <ns0:spPr bwMode="auto">
            <ns1:xfrm>
              <ns1:off x="2437300" y="2768688"/>
              <ns1:ext cx="400024" cy="349856"/>
            </ns1:xfrm>
            <ns1:custGeom>
              <ns1:avLst/>
              <ns1:gdLst>
                <ns1:gd name="T0" fmla="*/ 64 w 128"/>
                <ns1:gd name="T1" fmla="*/ 0 h 112"/>
                <ns1:gd name="T2" fmla="*/ 0 w 128"/>
                <ns1:gd name="T3" fmla="*/ 48 h 112"/>
                <ns1:gd name="T4" fmla="*/ 28 w 128"/>
                <ns1:gd name="T5" fmla="*/ 88 h 112"/>
                <ns1:gd name="T6" fmla="*/ 28 w 128"/>
                <ns1:gd name="T7" fmla="*/ 88 h 112"/>
                <ns1:gd name="T8" fmla="*/ 20 w 128"/>
                <ns1:gd name="T9" fmla="*/ 107 h 112"/>
                <ns1:gd name="T10" fmla="*/ 20 w 128"/>
                <ns1:gd name="T11" fmla="*/ 107 h 112"/>
                <ns1:gd name="T12" fmla="*/ 20 w 128"/>
                <ns1:gd name="T13" fmla="*/ 108 h 112"/>
                <ns1:gd name="T14" fmla="*/ 24 w 128"/>
                <ns1:gd name="T15" fmla="*/ 112 h 112"/>
                <ns1:gd name="T16" fmla="*/ 25 w 128"/>
                <ns1:gd name="T17" fmla="*/ 112 h 112"/>
                <ns1:gd name="T18" fmla="*/ 52 w 128"/>
                <ns1:gd name="T19" fmla="*/ 95 h 112"/>
                <ns1:gd name="T20" fmla="*/ 64 w 128"/>
                <ns1:gd name="T21" fmla="*/ 96 h 112"/>
                <ns1:gd name="T22" fmla="*/ 128 w 128"/>
                <ns1:gd name="T23" fmla="*/ 48 h 112"/>
                <ns1:gd name="T24" fmla="*/ 64 w 128"/>
                <ns1:gd name="T25" fmla="*/ 0 h 112"/>
                <ns1:gd name="T26" fmla="*/ 64 w 128"/>
                <ns1:gd name="T27" fmla="*/ 88 h 112"/>
                <ns1:gd name="T28" fmla="*/ 53 w 128"/>
                <ns1:gd name="T29" fmla="*/ 87 h 112"/>
                <ns1:gd name="T30" fmla="*/ 52 w 128"/>
                <ns1:gd name="T31" fmla="*/ 87 h 112"/>
                <ns1:gd name="T32" fmla="*/ 45 w 128"/>
                <ns1:gd name="T33" fmla="*/ 90 h 112"/>
                <ns1:gd name="T34" fmla="*/ 33 w 128"/>
                <ns1:gd name="T35" fmla="*/ 100 h 112"/>
                <ns1:gd name="T36" fmla="*/ 36 w 128"/>
                <ns1:gd name="T37" fmla="*/ 88 h 112"/>
                <ns1:gd name="T38" fmla="*/ 36 w 128"/>
                <ns1:gd name="T39" fmla="*/ 88 h 112"/>
                <ns1:gd name="T40" fmla="*/ 32 w 128"/>
                <ns1:gd name="T41" fmla="*/ 81 h 112"/>
                <ns1:gd name="T42" fmla="*/ 8 w 128"/>
                <ns1:gd name="T43" fmla="*/ 48 h 112"/>
                <ns1:gd name="T44" fmla="*/ 64 w 128"/>
                <ns1:gd name="T45" fmla="*/ 8 h 112"/>
                <ns1:gd name="T46" fmla="*/ 120 w 128"/>
                <ns1:gd name="T47" fmla="*/ 48 h 112"/>
                <ns1:gd name="T48" fmla="*/ 64 w 128"/>
                <ns1:gd name="T49" fmla="*/ 88 h 112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  <ns1:cxn ang="0">
                  <ns1:pos x="T14" y="T15"/>
                </ns1:cxn>
                <ns1:cxn ang="0">
                  <ns1:pos x="T16" y="T17"/>
                </ns1:cxn>
                <ns1:cxn ang="0">
                  <ns1:pos x="T18" y="T19"/>
                </ns1:cxn>
                <ns1:cxn ang="0">
                  <ns1:pos x="T20" y="T21"/>
                </ns1:cxn>
                <ns1:cxn ang="0">
                  <ns1:pos x="T22" y="T23"/>
                </ns1:cxn>
                <ns1:cxn ang="0">
                  <ns1:pos x="T24" y="T25"/>
                </ns1:cxn>
                <ns1:cxn ang="0">
                  <ns1:pos x="T26" y="T27"/>
                </ns1:cxn>
                <ns1:cxn ang="0">
                  <ns1:pos x="T28" y="T29"/>
                </ns1:cxn>
                <ns1:cxn ang="0">
                  <ns1:pos x="T30" y="T31"/>
                </ns1:cxn>
                <ns1:cxn ang="0">
                  <ns1:pos x="T32" y="T33"/>
                </ns1:cxn>
                <ns1:cxn ang="0">
                  <ns1:pos x="T34" y="T35"/>
                </ns1:cxn>
                <ns1:cxn ang="0">
                  <ns1:pos x="T36" y="T37"/>
                </ns1:cxn>
                <ns1:cxn ang="0">
                  <ns1:pos x="T38" y="T39"/>
                </ns1:cxn>
                <ns1:cxn ang="0">
                  <ns1:pos x="T40" y="T41"/>
                </ns1:cxn>
                <ns1:cxn ang="0">
                  <ns1:pos x="T42" y="T43"/>
                </ns1:cxn>
                <ns1:cxn ang="0">
                  <ns1:pos x="T44" y="T45"/>
                </ns1:cxn>
                <ns1:cxn ang="0">
                  <ns1:pos x="T46" y="T47"/>
                </ns1:cxn>
                <ns1:cxn ang="0">
                  <ns1:pos x="T48" y="T49"/>
                </ns1:cxn>
              </ns1:cxnLst>
              <ns1:rect l="0" t="0" r="r" b="b"/>
              <ns1:pathLst>
                <ns1:path w="128" h="112">
                  <ns1:moveTo>
                    <ns1:pt x="64" y="0"/>
                  </ns1:moveTo>
                  <ns1:cubicBezTo>
                    <ns1:pt x="29" y="0"/>
                    <ns1:pt x="0" y="21"/>
                    <ns1:pt x="0" y="48"/>
                  </ns1:cubicBezTo>
                  <ns1:cubicBezTo>
                    <ns1:pt x="0" y="65"/>
                    <ns1:pt x="11" y="79"/>
                    <ns1:pt x="28" y="88"/>
                  </ns1:cubicBezTo>
                  <ns1:cubicBezTo>
                    <ns1:pt x="28" y="88"/>
                    <ns1:pt x="28" y="88"/>
                    <ns1:pt x="28" y="88"/>
                  </ns1:cubicBezTo>
                  <ns1:cubicBezTo>
                    <ns1:pt x="28" y="95"/>
                    <ns1:pt x="23" y="103"/>
                    <ns1:pt x="20" y="107"/>
                  </ns1:cubicBezTo>
                  <ns1:cubicBezTo>
                    <ns1:pt x="20" y="107"/>
                    <ns1:pt x="20" y="107"/>
                    <ns1:pt x="20" y="107"/>
                  </ns1:cubicBezTo>
                  <ns1:cubicBezTo>
                    <ns1:pt x="20" y="107"/>
                    <ns1:pt x="20" y="108"/>
                    <ns1:pt x="20" y="108"/>
                  </ns1:cubicBezTo>
                  <ns1:cubicBezTo>
                    <ns1:pt x="20" y="110"/>
                    <ns1:pt x="22" y="112"/>
                    <ns1:pt x="24" y="112"/>
                  </ns1:cubicBezTo>
                  <ns1:cubicBezTo>
                    <ns1:pt x="24" y="112"/>
                    <ns1:pt x="25" y="112"/>
                    <ns1:pt x="25" y="112"/>
                  </ns1:cubicBezTo>
                  <ns1:cubicBezTo>
                    <ns1:pt x="37" y="110"/>
                    <ns1:pt x="49" y="98"/>
                    <ns1:pt x="52" y="95"/>
                  </ns1:cubicBezTo>
                  <ns1:cubicBezTo>
                    <ns1:pt x="56" y="96"/>
                    <ns1:pt x="60" y="96"/>
                    <ns1:pt x="64" y="96"/>
                  </ns1:cubicBezTo>
                  <ns1:cubicBezTo>
                    <ns1:pt x="99" y="96"/>
                    <ns1:pt x="128" y="75"/>
                    <ns1:pt x="128" y="48"/>
                  </ns1:cubicBezTo>
                  <ns1:cubicBezTo>
                    <ns1:pt x="128" y="21"/>
                    <ns1:pt x="99" y="0"/>
                    <ns1:pt x="64" y="0"/>
                  </ns1:cubicBezTo>
                  <ns1:close/>
                  <ns1:moveTo>
                    <ns1:pt x="64" y="88"/>
                  </ns1:moveTo>
                  <ns1:cubicBezTo>
                    <ns1:pt x="60" y="88"/>
                    <ns1:pt x="57" y="88"/>
                    <ns1:pt x="53" y="87"/>
                  </ns1:cubicBezTo>
                  <ns1:cubicBezTo>
                    <ns1:pt x="52" y="87"/>
                    <ns1:pt x="52" y="87"/>
                    <ns1:pt x="52" y="87"/>
                  </ns1:cubicBezTo>
                  <ns1:cubicBezTo>
                    <ns1:pt x="49" y="87"/>
                    <ns1:pt x="47" y="88"/>
                    <ns1:pt x="45" y="90"/>
                  </ns1:cubicBezTo>
                  <ns1:cubicBezTo>
                    <ns1:pt x="44" y="92"/>
                    <ns1:pt x="39" y="97"/>
                    <ns1:pt x="33" y="100"/>
                  </ns1:cubicBezTo>
                  <ns1:cubicBezTo>
                    <ns1:pt x="35" y="97"/>
                    <ns1:pt x="36" y="93"/>
                    <ns1:pt x="36" y="88"/>
                  </ns1:cubicBezTo>
                  <ns1:cubicBezTo>
                    <ns1:pt x="36" y="88"/>
                    <ns1:pt x="36" y="88"/>
                    <ns1:pt x="36" y="88"/>
                  </ns1:cubicBezTo>
                  <ns1:cubicBezTo>
                    <ns1:pt x="36" y="85"/>
                    <ns1:pt x="34" y="82"/>
                    <ns1:pt x="32" y="81"/>
                  </ns1:cubicBezTo>
                  <ns1:cubicBezTo>
                    <ns1:pt x="17" y="73"/>
                    <ns1:pt x="8" y="61"/>
                    <ns1:pt x="8" y="48"/>
                  </ns1:cubicBezTo>
                  <ns1:cubicBezTo>
                    <ns1:pt x="8" y="26"/>
                    <ns1:pt x="33" y="8"/>
                    <ns1:pt x="64" y="8"/>
                  </ns1:cubicBezTo>
                  <ns1:cubicBezTo>
                    <ns1:pt x="95" y="8"/>
                    <ns1:pt x="120" y="26"/>
                    <ns1:pt x="120" y="48"/>
                  </ns1:cubicBezTo>
                  <ns1:cubicBezTo>
                    <ns1:pt x="120" y="70"/>
                    <ns1:pt x="95" y="88"/>
                    <ns1:pt x="64" y="88"/>
                  </ns1:cubicBezTo>
                  <ns1:close/>
                </ns1:path>
              </ns1:pathLst>
            </ns1:custGeom>
            <ns1:grpFill/>
            <ns1:ln>
              <ns1:noFill/>
            </ns1:ln>
            <ns1:extLst>
              <ns1:ext uri="{91240B29-F687-4F45-9708-019B960494DF}">
                <ns2:hiddenLine w="9525">
                  <ns1:solidFill>
                    <ns1:srgbClr val="000000"/>
                  </ns1:solidFill>
                  <ns1:round/>
                  <ns1:headEnd/>
                  <ns1:tailEnd/>
                </ns2:hiddenLine>
              </ns1:ext>
            </ns1:extLst>
          </ns0:spPr>
          <ns0:txBody>
            <ns1:bodyPr vert="horz" wrap="square" lIns="91440" tIns="45720" rIns="91440" bIns="45720" numCol="1" anchor="t" anchorCtr="0" compatLnSpc="1">
              <ns1:prstTxWarp prst="textNoShape">
                <ns1:avLst/>
              </ns1:prstTxWarp>
            </ns1:bodyPr>
            <ns1:lstStyle/>
            <ns1:p>
              <ns1:endParaRPr lang="id-ID" sz="2700"/>
            </ns1:p>
          </ns0:txBody>
        </ns0:sp>
      </ns0:grpSp>
      <ns0:grpSp>
        <ns0:nvGrpSpPr>
          <ns0:cNvPr id="149" name="Group 148"/>
          <ns0:cNvGrpSpPr/>
          <ns0:nvPr/>
        </ns0:nvGrpSpPr>
        <ns0:grpSpPr>
          <ns1:xfrm>
            <ns1:off x="1331438" y="2066077"/>
            <ns1:ext cx="489631" cy="297527"/>
            <ns1:chOff x="1476376" y="2297113"/>
            <ns1:chExt cx="331788" cy="201613"/>
          </ns1:xfrm>
          <ns1:solidFill>
            <ns1:schemeClr val="tx1"/>
          </ns1:solidFill>
        </ns0:grpSpPr>
        <ns0:sp>
          <ns0:nvSpPr>
            <ns0:cNvPr id="150" name="Freeform 54"/>
            <ns0:cNvSpPr>
              <ns1:spLocks noEditPoints="1"/>
            </ns0:cNvSpPr>
            <ns0:nvPr/>
          </ns0:nvSpPr>
          <ns0:spPr bwMode="auto">
            <ns1:xfrm>
              <ns1:off x="1476376" y="2297113"/>
              <ns1:ext cx="331788" cy="201613"/>
            </ns1:xfrm>
            <ns1:custGeom>
              <ns1:avLst/>
              <ns1:gdLst>
                <ns1:gd name="T0" fmla="*/ 62 w 124"/>
                <ns1:gd name="T1" fmla="*/ 0 h 76"/>
                <ns1:gd name="T2" fmla="*/ 123 w 124"/>
                <ns1:gd name="T3" fmla="*/ 37 h 76"/>
                <ns1:gd name="T4" fmla="*/ 123 w 124"/>
                <ns1:gd name="T5" fmla="*/ 42 h 76"/>
                <ns1:gd name="T6" fmla="*/ 62 w 124"/>
                <ns1:gd name="T7" fmla="*/ 76 h 76"/>
                <ns1:gd name="T8" fmla="*/ 1 w 124"/>
                <ns1:gd name="T9" fmla="*/ 42 h 76"/>
                <ns1:gd name="T10" fmla="*/ 1 w 124"/>
                <ns1:gd name="T11" fmla="*/ 37 h 76"/>
                <ns1:gd name="T12" fmla="*/ 62 w 124"/>
                <ns1:gd name="T13" fmla="*/ 0 h 76"/>
                <ns1:gd name="T14" fmla="*/ 62 w 124"/>
                <ns1:gd name="T15" fmla="*/ 8 h 76"/>
                <ns1:gd name="T16" fmla="*/ 10 w 124"/>
                <ns1:gd name="T17" fmla="*/ 40 h 76"/>
                <ns1:gd name="T18" fmla="*/ 62 w 124"/>
                <ns1:gd name="T19" fmla="*/ 68 h 76"/>
                <ns1:gd name="T20" fmla="*/ 114 w 124"/>
                <ns1:gd name="T21" fmla="*/ 40 h 76"/>
                <ns1:gd name="T22" fmla="*/ 62 w 124"/>
                <ns1:gd name="T23" fmla="*/ 8 h 76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  <ns1:cxn ang="0">
                  <ns1:pos x="T14" y="T15"/>
                </ns1:cxn>
                <ns1:cxn ang="0">
                  <ns1:pos x="T16" y="T17"/>
                </ns1:cxn>
                <ns1:cxn ang="0">
                  <ns1:pos x="T18" y="T19"/>
                </ns1:cxn>
                <ns1:cxn ang="0">
                  <ns1:pos x="T20" y="T21"/>
                </ns1:cxn>
                <ns1:cxn ang="0">
                  <ns1:pos x="T22" y="T23"/>
                </ns1:cxn>
              </ns1:cxnLst>
              <ns1:rect l="0" t="0" r="r" b="b"/>
              <ns1:pathLst>
                <ns1:path w="124" h="76">
                  <ns1:moveTo>
                    <ns1:pt x="62" y="0"/>
                  </ns1:moveTo>
                  <ns1:cubicBezTo>
                    <ns1:pt x="90" y="0"/>
                    <ns1:pt x="106" y="19"/>
                    <ns1:pt x="123" y="37"/>
                  </ns1:cubicBezTo>
                  <ns1:cubicBezTo>
                    <ns1:pt x="124" y="39"/>
                    <ns1:pt x="124" y="41"/>
                    <ns1:pt x="123" y="42"/>
                  </ns1:cubicBezTo>
                  <ns1:cubicBezTo>
                    <ns1:pt x="109" y="58"/>
                    <ns1:pt x="90" y="76"/>
                    <ns1:pt x="62" y="76"/>
                  </ns1:cubicBezTo>
                  <ns1:cubicBezTo>
                    <ns1:pt x="33" y="76"/>
                    <ns1:pt x="14" y="58"/>
                    <ns1:pt x="1" y="42"/>
                  </ns1:cubicBezTo>
                  <ns1:cubicBezTo>
                    <ns1:pt x="0" y="41"/>
                    <ns1:pt x="0" y="39"/>
                    <ns1:pt x="1" y="37"/>
                  </ns1:cubicBezTo>
                  <ns1:cubicBezTo>
                    <ns1:pt x="16" y="20"/>
                    <ns1:pt x="33" y="0"/>
                    <ns1:pt x="62" y="0"/>
                  </ns1:cubicBezTo>
                  <ns1:close/>
                  <ns1:moveTo>
                    <ns1:pt x="62" y="8"/>
                  </ns1:moveTo>
                  <ns1:cubicBezTo>
                    <ns1:pt x="38" y="8"/>
                    <ns1:pt x="22" y="25"/>
                    <ns1:pt x="10" y="40"/>
                  </ns1:cubicBezTo>
                  <ns1:cubicBezTo>
                    <ns1:pt x="21" y="54"/>
                    <ns1:pt x="38" y="68"/>
                    <ns1:pt x="62" y="68"/>
                  </ns1:cubicBezTo>
                  <ns1:cubicBezTo>
                    <ns1:pt x="85" y="68"/>
                    <ns1:pt x="102" y="54"/>
                    <ns1:pt x="114" y="40"/>
                  </ns1:cubicBezTo>
                  <ns1:cubicBezTo>
                    <ns1:pt x="100" y="24"/>
                    <ns1:pt x="85" y="8"/>
                    <ns1:pt x="62" y="8"/>
                  </ns1:cubicBezTo>
                  <ns1:close/>
                </ns1:path>
              </ns1:pathLst>
            </ns1:custGeom>
            <ns1:grpFill/>
            <ns1:ln>
              <ns1:noFill/>
            </ns1:ln>
            <ns1:extLst>
              <ns1:ext uri="{91240B29-F687-4F45-9708-019B960494DF}">
                <ns2:hiddenLine w="9525">
                  <ns1:solidFill>
                    <ns1:srgbClr val="000000"/>
                  </ns1:solidFill>
                  <ns1:round/>
                  <ns1:headEnd/>
                  <ns1:tailEnd/>
                </ns2:hiddenLine>
              </ns1:ext>
            </ns1:extLst>
          </ns0:spPr>
          <ns0:txBody>
            <ns1:bodyPr vert="horz" wrap="square" lIns="91440" tIns="45720" rIns="91440" bIns="45720" numCol="1" anchor="t" anchorCtr="0" compatLnSpc="1">
              <ns1:prstTxWarp prst="textNoShape">
                <ns1:avLst/>
              </ns1:prstTxWarp>
            </ns1:bodyPr>
            <ns1:lstStyle/>
            <ns1:p>
              <ns1:endParaRPr lang="id-ID" sz="2700"/>
            </ns1:p>
          </ns0:txBody>
        </ns0:sp>
        <ns0:sp>
          <ns0:nvSpPr>
            <ns0:cNvPr id="151" name="Freeform 55"/>
            <ns0:cNvSpPr>
              <ns1:spLocks noEditPoints="1"/>
            </ns0:cNvSpPr>
            <ns0:nvPr/>
          </ns0:nvSpPr>
          <ns0:spPr bwMode="auto">
            <ns1:xfrm>
              <ns1:off x="1592264" y="2346325"/>
              <ns1:ext cx="101600" cy="101600"/>
            </ns1:xfrm>
            <ns1:custGeom>
              <ns1:avLst/>
              <ns1:gdLst>
                <ns1:gd name="T0" fmla="*/ 19 w 38"/>
                <ns1:gd name="T1" fmla="*/ 38 h 38"/>
                <ns1:gd name="T2" fmla="*/ 0 w 38"/>
                <ns1:gd name="T3" fmla="*/ 19 h 38"/>
                <ns1:gd name="T4" fmla="*/ 19 w 38"/>
                <ns1:gd name="T5" fmla="*/ 0 h 38"/>
                <ns1:gd name="T6" fmla="*/ 38 w 38"/>
                <ns1:gd name="T7" fmla="*/ 19 h 38"/>
                <ns1:gd name="T8" fmla="*/ 19 w 38"/>
                <ns1:gd name="T9" fmla="*/ 38 h 38"/>
                <ns1:gd name="T10" fmla="*/ 19 w 38"/>
                <ns1:gd name="T11" fmla="*/ 4 h 38"/>
                <ns1:gd name="T12" fmla="*/ 4 w 38"/>
                <ns1:gd name="T13" fmla="*/ 19 h 38"/>
                <ns1:gd name="T14" fmla="*/ 19 w 38"/>
                <ns1:gd name="T15" fmla="*/ 34 h 38"/>
                <ns1:gd name="T16" fmla="*/ 34 w 38"/>
                <ns1:gd name="T17" fmla="*/ 19 h 38"/>
                <ns1:gd name="T18" fmla="*/ 19 w 38"/>
                <ns1:gd name="T19" fmla="*/ 4 h 38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  <ns1:cxn ang="0">
                  <ns1:pos x="T14" y="T15"/>
                </ns1:cxn>
                <ns1:cxn ang="0">
                  <ns1:pos x="T16" y="T17"/>
                </ns1:cxn>
                <ns1:cxn ang="0">
                  <ns1:pos x="T18" y="T19"/>
                </ns1:cxn>
              </ns1:cxnLst>
              <ns1:rect l="0" t="0" r="r" b="b"/>
              <ns1:pathLst>
                <ns1:path w="38" h="38">
                  <ns1:moveTo>
                    <ns1:pt x="19" y="38"/>
                  </ns1:moveTo>
                  <ns1:cubicBezTo>
                    <ns1:pt x="8" y="38"/>
                    <ns1:pt x="0" y="30"/>
                    <ns1:pt x="0" y="19"/>
                  </ns1:cubicBezTo>
                  <ns1:cubicBezTo>
                    <ns1:pt x="0" y="8"/>
                    <ns1:pt x="8" y="0"/>
                    <ns1:pt x="19" y="0"/>
                  </ns1:cubicBezTo>
                  <ns1:cubicBezTo>
                    <ns1:pt x="30" y="0"/>
                    <ns1:pt x="38" y="8"/>
                    <ns1:pt x="38" y="19"/>
                  </ns1:cubicBezTo>
                  <ns1:cubicBezTo>
                    <ns1:pt x="38" y="30"/>
                    <ns1:pt x="30" y="38"/>
                    <ns1:pt x="19" y="38"/>
                  </ns1:cubicBezTo>
                  <ns1:close/>
                  <ns1:moveTo>
                    <ns1:pt x="19" y="4"/>
                  </ns1:moveTo>
                  <ns1:cubicBezTo>
                    <ns1:pt x="11" y="4"/>
                    <ns1:pt x="4" y="11"/>
                    <ns1:pt x="4" y="19"/>
                  </ns1:cubicBezTo>
                  <ns1:cubicBezTo>
                    <ns1:pt x="4" y="27"/>
                    <ns1:pt x="11" y="34"/>
                    <ns1:pt x="19" y="34"/>
                  </ns1:cubicBezTo>
                  <ns1:cubicBezTo>
                    <ns1:pt x="27" y="34"/>
                    <ns1:pt x="34" y="27"/>
                    <ns1:pt x="34" y="19"/>
                  </ns1:cubicBezTo>
                  <ns1:cubicBezTo>
                    <ns1:pt x="34" y="11"/>
                    <ns1:pt x="27" y="4"/>
                    <ns1:pt x="19" y="4"/>
                  </ns1:cubicBezTo>
                  <ns1:close/>
                </ns1:path>
              </ns1:pathLst>
            </ns1:custGeom>
            <ns1:grpFill/>
            <ns1:ln>
              <ns1:noFill/>
            </ns1:ln>
            <ns1:extLst>
              <ns1:ext uri="{91240B29-F687-4F45-9708-019B960494DF}">
                <ns2:hiddenLine w="9525">
                  <ns1:solidFill>
                    <ns1:srgbClr val="000000"/>
                  </ns1:solidFill>
                  <ns1:round/>
                  <ns1:headEnd/>
                  <ns1:tailEnd/>
                </ns2:hiddenLine>
              </ns1:ext>
            </ns1:extLst>
          </ns0:spPr>
          <ns0:txBody>
            <ns1:bodyPr vert="horz" wrap="square" lIns="91440" tIns="45720" rIns="91440" bIns="45720" numCol="1" anchor="t" anchorCtr="0" compatLnSpc="1">
              <ns1:prstTxWarp prst="textNoShape">
                <ns1:avLst/>
              </ns1:prstTxWarp>
            </ns1:bodyPr>
            <ns1:lstStyle/>
            <ns1:p>
              <ns1:endParaRPr lang="id-ID" sz="2700"/>
            </ns1:p>
          </ns0:txBody>
        </ns0:sp>
      </ns0:grpSp>
      <ns0:grpSp>
        <ns0:nvGrpSpPr>
          <ns0:cNvPr id="152" name="Group 151"/>
          <ns0:cNvGrpSpPr/>
          <ns0:nvPr/>
        </ns0:nvGrpSpPr>
        <ns0:grpSpPr>
          <ns1:xfrm>
            <ns1:off x="11292403" y="367515"/>
            <ns1:ext cx="390414" cy="389124"/>
            <ns1:chOff x="2437300" y="1144829"/>
            <ns1:chExt cx="400024" cy="398703"/>
          </ns1:xfrm>
          <ns1:solidFill>
            <ns1:schemeClr val="tx1"/>
          </ns1:solidFill>
        </ns0:grpSpPr>
        <ns0:sp>
          <ns0:nvSpPr>
            <ns0:cNvPr id="153" name="Freeform 129"/>
            <ns0:cNvSpPr>
              <ns1:spLocks noEditPoints="1"/>
            </ns0:cNvSpPr>
            <ns0:nvPr/>
          </ns0:nvSpPr>
          <ns0:spPr bwMode="auto">
            <ns1:xfrm>
              <ns1:off x="2437300" y="1144829"/>
              <ns1:ext cx="400024" cy="398703"/>
            </ns1:xfrm>
            <ns1:custGeom>
              <ns1:avLst/>
              <ns1:gdLst>
                <ns1:gd name="T0" fmla="*/ 88 w 128"/>
                <ns1:gd name="T1" fmla="*/ 0 h 128"/>
                <ns1:gd name="T2" fmla="*/ 48 w 128"/>
                <ns1:gd name="T3" fmla="*/ 40 h 128"/>
                <ns1:gd name="T4" fmla="*/ 51 w 128"/>
                <ns1:gd name="T5" fmla="*/ 55 h 128"/>
                <ns1:gd name="T6" fmla="*/ 2 w 128"/>
                <ns1:gd name="T7" fmla="*/ 103 h 128"/>
                <ns1:gd name="T8" fmla="*/ 0 w 128"/>
                <ns1:gd name="T9" fmla="*/ 108 h 128"/>
                <ns1:gd name="T10" fmla="*/ 0 w 128"/>
                <ns1:gd name="T11" fmla="*/ 120 h 128"/>
                <ns1:gd name="T12" fmla="*/ 8 w 128"/>
                <ns1:gd name="T13" fmla="*/ 128 h 128"/>
                <ns1:gd name="T14" fmla="*/ 20 w 128"/>
                <ns1:gd name="T15" fmla="*/ 128 h 128"/>
                <ns1:gd name="T16" fmla="*/ 25 w 128"/>
                <ns1:gd name="T17" fmla="*/ 126 h 128"/>
                <ns1:gd name="T18" fmla="*/ 31 w 128"/>
                <ns1:gd name="T19" fmla="*/ 120 h 128"/>
                <ns1:gd name="T20" fmla="*/ 40 w 128"/>
                <ns1:gd name="T21" fmla="*/ 120 h 128"/>
                <ns1:gd name="T22" fmla="*/ 48 w 128"/>
                <ns1:gd name="T23" fmla="*/ 112 h 128"/>
                <ns1:gd name="T24" fmla="*/ 48 w 128"/>
                <ns1:gd name="T25" fmla="*/ 104 h 128"/>
                <ns1:gd name="T26" fmla="*/ 56 w 128"/>
                <ns1:gd name="T27" fmla="*/ 104 h 128"/>
                <ns1:gd name="T28" fmla="*/ 64 w 128"/>
                <ns1:gd name="T29" fmla="*/ 96 h 128"/>
                <ns1:gd name="T30" fmla="*/ 64 w 128"/>
                <ns1:gd name="T31" fmla="*/ 87 h 128"/>
                <ns1:gd name="T32" fmla="*/ 73 w 128"/>
                <ns1:gd name="T33" fmla="*/ 77 h 128"/>
                <ns1:gd name="T34" fmla="*/ 88 w 128"/>
                <ns1:gd name="T35" fmla="*/ 80 h 128"/>
                <ns1:gd name="T36" fmla="*/ 128 w 128"/>
                <ns1:gd name="T37" fmla="*/ 40 h 128"/>
                <ns1:gd name="T38" fmla="*/ 88 w 128"/>
                <ns1:gd name="T39" fmla="*/ 0 h 128"/>
                <ns1:gd name="T40" fmla="*/ 88 w 128"/>
                <ns1:gd name="T41" fmla="*/ 72 h 128"/>
                <ns1:gd name="T42" fmla="*/ 72 w 128"/>
                <ns1:gd name="T43" fmla="*/ 67 h 128"/>
                <ns1:gd name="T44" fmla="*/ 70 w 128"/>
                <ns1:gd name="T45" fmla="*/ 69 h 128"/>
                <ns1:gd name="T46" fmla="*/ 66 w 128"/>
                <ns1:gd name="T47" fmla="*/ 73 h 128"/>
                <ns1:gd name="T48" fmla="*/ 58 w 128"/>
                <ns1:gd name="T49" fmla="*/ 81 h 128"/>
                <ns1:gd name="T50" fmla="*/ 56 w 128"/>
                <ns1:gd name="T51" fmla="*/ 87 h 128"/>
                <ns1:gd name="T52" fmla="*/ 56 w 128"/>
                <ns1:gd name="T53" fmla="*/ 96 h 128"/>
                <ns1:gd name="T54" fmla="*/ 48 w 128"/>
                <ns1:gd name="T55" fmla="*/ 96 h 128"/>
                <ns1:gd name="T56" fmla="*/ 40 w 128"/>
                <ns1:gd name="T57" fmla="*/ 104 h 128"/>
                <ns1:gd name="T58" fmla="*/ 40 w 128"/>
                <ns1:gd name="T59" fmla="*/ 112 h 128"/>
                <ns1:gd name="T60" fmla="*/ 31 w 128"/>
                <ns1:gd name="T61" fmla="*/ 112 h 128"/>
                <ns1:gd name="T62" fmla="*/ 25 w 128"/>
                <ns1:gd name="T63" fmla="*/ 114 h 128"/>
                <ns1:gd name="T64" fmla="*/ 19 w 128"/>
                <ns1:gd name="T65" fmla="*/ 120 h 128"/>
                <ns1:gd name="T66" fmla="*/ 8 w 128"/>
                <ns1:gd name="T67" fmla="*/ 120 h 128"/>
                <ns1:gd name="T68" fmla="*/ 8 w 128"/>
                <ns1:gd name="T69" fmla="*/ 109 h 128"/>
                <ns1:gd name="T70" fmla="*/ 55 w 128"/>
                <ns1:gd name="T71" fmla="*/ 62 h 128"/>
                <ns1:gd name="T72" fmla="*/ 55 w 128"/>
                <ns1:gd name="T73" fmla="*/ 62 h 128"/>
                <ns1:gd name="T74" fmla="*/ 61 w 128"/>
                <ns1:gd name="T75" fmla="*/ 56 h 128"/>
                <ns1:gd name="T76" fmla="*/ 56 w 128"/>
                <ns1:gd name="T77" fmla="*/ 40 h 128"/>
                <ns1:gd name="T78" fmla="*/ 88 w 128"/>
                <ns1:gd name="T79" fmla="*/ 8 h 128"/>
                <ns1:gd name="T80" fmla="*/ 120 w 128"/>
                <ns1:gd name="T81" fmla="*/ 40 h 128"/>
                <ns1:gd name="T82" fmla="*/ 88 w 128"/>
                <ns1:gd name="T83" fmla="*/ 72 h 128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  <ns1:cxn ang="0">
                  <ns1:pos x="T14" y="T15"/>
                </ns1:cxn>
                <ns1:cxn ang="0">
                  <ns1:pos x="T16" y="T17"/>
                </ns1:cxn>
                <ns1:cxn ang="0">
                  <ns1:pos x="T18" y="T19"/>
                </ns1:cxn>
                <ns1:cxn ang="0">
                  <ns1:pos x="T20" y="T21"/>
                </ns1:cxn>
                <ns1:cxn ang="0">
                  <ns1:pos x="T22" y="T23"/>
                </ns1:cxn>
                <ns1:cxn ang="0">
                  <ns1:pos x="T24" y="T25"/>
                </ns1:cxn>
                <ns1:cxn ang="0">
                  <ns1:pos x="T26" y="T27"/>
                </ns1:cxn>
                <ns1:cxn ang="0">
                  <ns1:pos x="T28" y="T29"/>
                </ns1:cxn>
                <ns1:cxn ang="0">
                  <ns1:pos x="T30" y="T31"/>
                </ns1:cxn>
                <ns1:cxn ang="0">
                  <ns1:pos x="T32" y="T33"/>
                </ns1:cxn>
                <ns1:cxn ang="0">
                  <ns1:pos x="T34" y="T35"/>
                </ns1:cxn>
                <ns1:cxn ang="0">
                  <ns1:pos x="T36" y="T37"/>
                </ns1:cxn>
                <ns1:cxn ang="0">
                  <ns1:pos x="T38" y="T39"/>
                </ns1:cxn>
                <ns1:cxn ang="0">
                  <ns1:pos x="T40" y="T41"/>
                </ns1:cxn>
                <ns1:cxn ang="0">
                  <ns1:pos x="T42" y="T43"/>
                </ns1:cxn>
                <ns1:cxn ang="0">
                  <ns1:pos x="T44" y="T45"/>
                </ns1:cxn>
                <ns1:cxn ang="0">
                  <ns1:pos x="T46" y="T47"/>
                </ns1:cxn>
                <ns1:cxn ang="0">
                  <ns1:pos x="T48" y="T49"/>
                </ns1:cxn>
                <ns1:cxn ang="0">
                  <ns1:pos x="T50" y="T51"/>
                </ns1:cxn>
                <ns1:cxn ang="0">
                  <ns1:pos x="T52" y="T53"/>
                </ns1:cxn>
                <ns1:cxn ang="0">
                  <ns1:pos x="T54" y="T55"/>
                </ns1:cxn>
                <ns1:cxn ang="0">
                  <ns1:pos x="T56" y="T57"/>
                </ns1:cxn>
                <ns1:cxn ang="0">
                  <ns1:pos x="T58" y="T59"/>
                </ns1:cxn>
                <ns1:cxn ang="0">
                  <ns1:pos x="T60" y="T61"/>
                </ns1:cxn>
                <ns1:cxn ang="0">
                  <ns1:pos x="T62" y="T63"/>
                </ns1:cxn>
                <ns1:cxn ang="0">
                  <ns1:pos x="T64" y="T65"/>
                </ns1:cxn>
                <ns1:cxn ang="0">
                  <ns1:pos x="T66" y="T67"/>
                </ns1:cxn>
                <ns1:cxn ang="0">
                  <ns1:pos x="T68" y="T69"/>
                </ns1:cxn>
                <ns1:cxn ang="0">
                  <ns1:pos x="T70" y="T71"/>
                </ns1:cxn>
                <ns1:cxn ang="0">
                  <ns1:pos x="T72" y="T73"/>
                </ns1:cxn>
                <ns1:cxn ang="0">
                  <ns1:pos x="T74" y="T75"/>
                </ns1:cxn>
                <ns1:cxn ang="0">
                  <ns1:pos x="T76" y="T77"/>
                </ns1:cxn>
                <ns1:cxn ang="0">
                  <ns1:pos x="T78" y="T79"/>
                </ns1:cxn>
                <ns1:cxn ang="0">
                  <ns1:pos x="T80" y="T81"/>
                </ns1:cxn>
                <ns1:cxn ang="0">
                  <ns1:pos x="T82" y="T83"/>
                </ns1:cxn>
              </ns1:cxnLst>
              <ns1:rect l="0" t="0" r="r" b="b"/>
              <ns1:pathLst>
                <ns1:path w="128" h="128">
                  <ns1:moveTo>
                    <ns1:pt x="88" y="0"/>
                  </ns1:moveTo>
                  <ns1:cubicBezTo>
                    <ns1:pt x="66" y="0"/>
                    <ns1:pt x="48" y="18"/>
                    <ns1:pt x="48" y="40"/>
                  </ns1:cubicBezTo>
                  <ns1:cubicBezTo>
                    <ns1:pt x="48" y="45"/>
                    <ns1:pt x="49" y="50"/>
                    <ns1:pt x="51" y="55"/>
                  </ns1:cubicBezTo>
                  <ns1:cubicBezTo>
                    <ns1:pt x="2" y="103"/>
                    <ns1:pt x="2" y="103"/>
                    <ns1:pt x="2" y="103"/>
                  </ns1:cubicBezTo>
                  <ns1:cubicBezTo>
                    <ns1:pt x="1" y="105"/>
                    <ns1:pt x="0" y="106"/>
                    <ns1:pt x="0" y="108"/>
                  </ns1:cubicBezTo>
                  <ns1:cubicBezTo>
                    <ns1:pt x="0" y="120"/>
                    <ns1:pt x="0" y="120"/>
                    <ns1:pt x="0" y="120"/>
                  </ns1:cubicBezTo>
                  <ns1:cubicBezTo>
                    <ns1:pt x="0" y="124"/>
                    <ns1:pt x="4" y="128"/>
                    <ns1:pt x="8" y="128"/>
                  </ns1:cubicBezTo>
                  <ns1:cubicBezTo>
                    <ns1:pt x="20" y="128"/>
                    <ns1:pt x="20" y="128"/>
                    <ns1:pt x="20" y="128"/>
                  </ns1:cubicBezTo>
                  <ns1:cubicBezTo>
                    <ns1:pt x="22" y="128"/>
                    <ns1:pt x="23" y="127"/>
                    <ns1:pt x="25" y="126"/>
                  </ns1:cubicBezTo>
                  <ns1:cubicBezTo>
                    <ns1:pt x="31" y="120"/>
                    <ns1:pt x="31" y="120"/>
                    <ns1:pt x="31" y="120"/>
                  </ns1:cubicBezTo>
                  <ns1:cubicBezTo>
                    <ns1:pt x="40" y="120"/>
                    <ns1:pt x="40" y="120"/>
                    <ns1:pt x="40" y="120"/>
                  </ns1:cubicBezTo>
                  <ns1:cubicBezTo>
                    <ns1:pt x="44" y="120"/>
                    <ns1:pt x="48" y="116"/>
                    <ns1:pt x="48" y="112"/>
                  </ns1:cubicBezTo>
                  <ns1:cubicBezTo>
                    <ns1:pt x="48" y="104"/>
                    <ns1:pt x="48" y="104"/>
                    <ns1:pt x="48" y="104"/>
                  </ns1:cubicBezTo>
                  <ns1:cubicBezTo>
                    <ns1:pt x="56" y="104"/>
                    <ns1:pt x="56" y="104"/>
                    <ns1:pt x="56" y="104"/>
                  </ns1:cubicBezTo>
                  <ns1:cubicBezTo>
                    <ns1:pt x="60" y="104"/>
                    <ns1:pt x="64" y="100"/>
                    <ns1:pt x="64" y="96"/>
                  </ns1:cubicBezTo>
                  <ns1:cubicBezTo>
                    <ns1:pt x="64" y="87"/>
                    <ns1:pt x="64" y="87"/>
                    <ns1:pt x="64" y="87"/>
                  </ns1:cubicBezTo>
                  <ns1:cubicBezTo>
                    <ns1:pt x="73" y="77"/>
                    <ns1:pt x="73" y="77"/>
                    <ns1:pt x="73" y="77"/>
                  </ns1:cubicBezTo>
                  <ns1:cubicBezTo>
                    <ns1:pt x="78" y="79"/>
                    <ns1:pt x="83" y="80"/>
                    <ns1:pt x="88" y="80"/>
                  </ns1:cubicBezTo>
                  <ns1:cubicBezTo>
                    <ns1:pt x="110" y="80"/>
                    <ns1:pt x="128" y="62"/>
                    <ns1:pt x="128" y="40"/>
                  </ns1:cubicBezTo>
                  <ns1:cubicBezTo>
                    <ns1:pt x="128" y="18"/>
                    <ns1:pt x="110" y="0"/>
                    <ns1:pt x="88" y="0"/>
                  </ns1:cubicBezTo>
                  <ns1:close/>
                  <ns1:moveTo>
                    <ns1:pt x="88" y="72"/>
                  </ns1:moveTo>
                  <ns1:cubicBezTo>
                    <ns1:pt x="82" y="72"/>
                    <ns1:pt x="77" y="70"/>
                    <ns1:pt x="72" y="67"/>
                  </ns1:cubicBezTo>
                  <ns1:cubicBezTo>
                    <ns1:pt x="70" y="69"/>
                    <ns1:pt x="70" y="69"/>
                    <ns1:pt x="70" y="69"/>
                  </ns1:cubicBezTo>
                  <ns1:cubicBezTo>
                    <ns1:pt x="66" y="73"/>
                    <ns1:pt x="66" y="73"/>
                    <ns1:pt x="66" y="73"/>
                  </ns1:cubicBezTo>
                  <ns1:cubicBezTo>
                    <ns1:pt x="58" y="81"/>
                    <ns1:pt x="58" y="81"/>
                    <ns1:pt x="58" y="81"/>
                  </ns1:cubicBezTo>
                  <ns1:cubicBezTo>
                    <ns1:pt x="57" y="82"/>
                    <ns1:pt x="56" y="85"/>
                    <ns1:pt x="56" y="87"/>
                  </ns1:cubicBezTo>
                  <ns1:cubicBezTo>
                    <ns1:pt x="56" y="96"/>
                    <ns1:pt x="56" y="96"/>
                    <ns1:pt x="56" y="96"/>
                  </ns1:cubicBezTo>
                  <ns1:cubicBezTo>
                    <ns1:pt x="48" y="96"/>
                    <ns1:pt x="48" y="96"/>
                    <ns1:pt x="48" y="96"/>
                  </ns1:cubicBezTo>
                  <ns1:cubicBezTo>
                    <ns1:pt x="44" y="96"/>
                    <ns1:pt x="40" y="100"/>
                    <ns1:pt x="40" y="104"/>
                  </ns1:cubicBezTo>
                  <ns1:cubicBezTo>
                    <ns1:pt x="40" y="112"/>
                    <ns1:pt x="40" y="112"/>
                    <ns1:pt x="40" y="112"/>
                  </ns1:cubicBezTo>
                  <ns1:cubicBezTo>
                    <ns1:pt x="31" y="112"/>
                    <ns1:pt x="31" y="112"/>
                    <ns1:pt x="31" y="112"/>
                  </ns1:cubicBezTo>
                  <ns1:cubicBezTo>
                    <ns1:pt x="29" y="112"/>
                    <ns1:pt x="26" y="113"/>
                    <ns1:pt x="25" y="114"/>
                  </ns1:cubicBezTo>
                  <ns1:cubicBezTo>
                    <ns1:pt x="19" y="120"/>
                    <ns1:pt x="19" y="120"/>
                    <ns1:pt x="19" y="120"/>
                  </ns1:cubicBezTo>
                  <ns1:cubicBezTo>
                    <ns1:pt x="8" y="120"/>
                    <ns1:pt x="8" y="120"/>
                    <ns1:pt x="8" y="120"/>
                  </ns1:cubicBezTo>
                  <ns1:cubicBezTo>
                    <ns1:pt x="8" y="109"/>
                    <ns1:pt x="8" y="109"/>
                    <ns1:pt x="8" y="109"/>
                  </ns1:cubicBezTo>
                  <ns1:cubicBezTo>
                    <ns1:pt x="55" y="62"/>
                    <ns1:pt x="55" y="62"/>
                    <ns1:pt x="55" y="62"/>
                  </ns1:cubicBezTo>
                  <ns1:cubicBezTo>
                    <ns1:pt x="55" y="62"/>
                    <ns1:pt x="55" y="62"/>
                    <ns1:pt x="55" y="62"/>
                  </ns1:cubicBezTo>
                  <ns1:cubicBezTo>
                    <ns1:pt x="61" y="56"/>
                    <ns1:pt x="61" y="56"/>
                    <ns1:pt x="61" y="56"/>
                  </ns1:cubicBezTo>
                  <ns1:cubicBezTo>
                    <ns1:pt x="58" y="51"/>
                    <ns1:pt x="56" y="46"/>
                    <ns1:pt x="56" y="40"/>
                  </ns1:cubicBezTo>
                  <ns1:cubicBezTo>
                    <ns1:pt x="56" y="22"/>
                    <ns1:pt x="70" y="8"/>
                    <ns1:pt x="88" y="8"/>
                  </ns1:cubicBezTo>
                  <ns1:cubicBezTo>
                    <ns1:pt x="106" y="8"/>
                    <ns1:pt x="120" y="22"/>
                    <ns1:pt x="120" y="40"/>
                  </ns1:cubicBezTo>
                  <ns1:cubicBezTo>
                    <ns1:pt x="120" y="58"/>
                    <ns1:pt x="106" y="72"/>
                    <ns1:pt x="88" y="72"/>
                  </ns1:cubicBezTo>
                  <ns1:close/>
                </ns1:path>
              </ns1:pathLst>
            </ns1:custGeom>
            <ns1:grpFill/>
            <ns1:ln>
              <ns1:noFill/>
            </ns1:ln>
            <ns1:extLst>
              <ns1:ext uri="{91240B29-F687-4F45-9708-019B960494DF}">
                <ns2:hiddenLine w="9525">
                  <ns1:solidFill>
                    <ns1:srgbClr val="000000"/>
                  </ns1:solidFill>
                  <ns1:round/>
                  <ns1:headEnd/>
                  <ns1:tailEnd/>
                </ns2:hiddenLine>
              </ns1:ext>
            </ns1:extLst>
          </ns0:spPr>
          <ns0:txBody>
            <ns1:bodyPr vert="horz" wrap="square" lIns="91440" tIns="45720" rIns="91440" bIns="45720" numCol="1" anchor="t" anchorCtr="0" compatLnSpc="1">
              <ns1:prstTxWarp prst="textNoShape">
                <ns1:avLst/>
              </ns1:prstTxWarp>
            </ns1:bodyPr>
            <ns1:lstStyle/>
            <ns1:p>
              <ns1:endParaRPr lang="id-ID" sz="2700"/>
            </ns1:p>
          </ns0:txBody>
        </ns0:sp>
        <ns0:sp>
          <ns0:nvSpPr>
            <ns0:cNvPr id="154" name="Freeform 130"/>
            <ns0:cNvSpPr>
              <ns1:spLocks noEditPoints="1"/>
            </ns0:cNvSpPr>
            <ns0:nvPr/>
          </ns0:nvSpPr>
          <ns0:spPr bwMode="auto">
            <ns1:xfrm>
              <ns1:off x="2686820" y="1193678"/>
              <ns1:ext cx="100336" cy="100336"/>
            </ns1:xfrm>
            <ns1:custGeom>
              <ns1:avLst/>
              <ns1:gdLst>
                <ns1:gd name="T0" fmla="*/ 31 w 32"/>
                <ns1:gd name="T1" fmla="*/ 17 h 32"/>
                <ns1:gd name="T2" fmla="*/ 15 w 32"/>
                <ns1:gd name="T3" fmla="*/ 1 h 32"/>
                <ns1:gd name="T4" fmla="*/ 12 w 32"/>
                <ns1:gd name="T5" fmla="*/ 0 h 32"/>
                <ns1:gd name="T6" fmla="*/ 0 w 32"/>
                <ns1:gd name="T7" fmla="*/ 12 h 32"/>
                <ns1:gd name="T8" fmla="*/ 0 w 32"/>
                <ns1:gd name="T9" fmla="*/ 13 h 32"/>
                <ns1:gd name="T10" fmla="*/ 1 w 32"/>
                <ns1:gd name="T11" fmla="*/ 15 h 32"/>
                <ns1:gd name="T12" fmla="*/ 17 w 32"/>
                <ns1:gd name="T13" fmla="*/ 31 h 32"/>
                <ns1:gd name="T14" fmla="*/ 20 w 32"/>
                <ns1:gd name="T15" fmla="*/ 32 h 32"/>
                <ns1:gd name="T16" fmla="*/ 32 w 32"/>
                <ns1:gd name="T17" fmla="*/ 20 h 32"/>
                <ns1:gd name="T18" fmla="*/ 32 w 32"/>
                <ns1:gd name="T19" fmla="*/ 19 h 32"/>
                <ns1:gd name="T20" fmla="*/ 31 w 32"/>
                <ns1:gd name="T21" fmla="*/ 17 h 32"/>
                <ns1:gd name="T22" fmla="*/ 19 w 32"/>
                <ns1:gd name="T23" fmla="*/ 28 h 32"/>
                <ns1:gd name="T24" fmla="*/ 4 w 32"/>
                <ns1:gd name="T25" fmla="*/ 13 h 32"/>
                <ns1:gd name="T26" fmla="*/ 13 w 32"/>
                <ns1:gd name="T27" fmla="*/ 4 h 32"/>
                <ns1:gd name="T28" fmla="*/ 28 w 32"/>
                <ns1:gd name="T29" fmla="*/ 19 h 32"/>
                <ns1:gd name="T30" fmla="*/ 19 w 32"/>
                <ns1:gd name="T31" fmla="*/ 28 h 32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  <ns1:cxn ang="0">
                  <ns1:pos x="T14" y="T15"/>
                </ns1:cxn>
                <ns1:cxn ang="0">
                  <ns1:pos x="T16" y="T17"/>
                </ns1:cxn>
                <ns1:cxn ang="0">
                  <ns1:pos x="T18" y="T19"/>
                </ns1:cxn>
                <ns1:cxn ang="0">
                  <ns1:pos x="T20" y="T21"/>
                </ns1:cxn>
                <ns1:cxn ang="0">
                  <ns1:pos x="T22" y="T23"/>
                </ns1:cxn>
                <ns1:cxn ang="0">
                  <ns1:pos x="T24" y="T25"/>
                </ns1:cxn>
                <ns1:cxn ang="0">
                  <ns1:pos x="T26" y="T27"/>
                </ns1:cxn>
                <ns1:cxn ang="0">
                  <ns1:pos x="T28" y="T29"/>
                </ns1:cxn>
                <ns1:cxn ang="0">
                  <ns1:pos x="T30" y="T31"/>
                </ns1:cxn>
              </ns1:cxnLst>
              <ns1:rect l="0" t="0" r="r" b="b"/>
              <ns1:pathLst>
                <ns1:path w="32" h="32">
                  <ns1:moveTo>
                    <ns1:pt x="31" y="17"/>
                  </ns1:moveTo>
                  <ns1:cubicBezTo>
                    <ns1:pt x="27" y="11"/>
                    <ns1:pt x="21" y="5"/>
                    <ns1:pt x="15" y="1"/>
                  </ns1:cubicBezTo>
                  <ns1:cubicBezTo>
                    <ns1:pt x="14" y="0"/>
                    <ns1:pt x="13" y="0"/>
                    <ns1:pt x="12" y="0"/>
                  </ns1:cubicBezTo>
                  <ns1:cubicBezTo>
                    <ns1:pt x="6" y="2"/>
                    <ns1:pt x="2" y="6"/>
                    <ns1:pt x="0" y="12"/>
                  </ns1:cubicBezTo>
                  <ns1:cubicBezTo>
                    <ns1:pt x="0" y="12"/>
                    <ns1:pt x="0" y="12"/>
                    <ns1:pt x="0" y="13"/>
                  </ns1:cubicBezTo>
                  <ns1:cubicBezTo>
                    <ns1:pt x="0" y="14"/>
                    <ns1:pt x="0" y="14"/>
                    <ns1:pt x="1" y="15"/>
                  </ns1:cubicBezTo>
                  <ns1:cubicBezTo>
                    <ns1:pt x="5" y="21"/>
                    <ns1:pt x="11" y="27"/>
                    <ns1:pt x="17" y="31"/>
                  </ns1:cubicBezTo>
                  <ns1:cubicBezTo>
                    <ns1:pt x="18" y="32"/>
                    <ns1:pt x="19" y="32"/>
                    <ns1:pt x="20" y="32"/>
                  </ns1:cubicBezTo>
                  <ns1:cubicBezTo>
                    <ns1:pt x="26" y="30"/>
                    <ns1:pt x="30" y="26"/>
                    <ns1:pt x="32" y="20"/>
                  </ns1:cubicBezTo>
                  <ns1:cubicBezTo>
                    <ns1:pt x="32" y="20"/>
                    <ns1:pt x="32" y="20"/>
                    <ns1:pt x="32" y="19"/>
                  </ns1:cubicBezTo>
                  <ns1:cubicBezTo>
                    <ns1:pt x="32" y="18"/>
                    <ns1:pt x="32" y="18"/>
                    <ns1:pt x="31" y="17"/>
                  </ns1:cubicBezTo>
                  <ns1:close/>
                  <ns1:moveTo>
                    <ns1:pt x="19" y="28"/>
                  </ns1:moveTo>
                  <ns1:cubicBezTo>
                    <ns1:pt x="13" y="24"/>
                    <ns1:pt x="8" y="19"/>
                    <ns1:pt x="4" y="13"/>
                  </ns1:cubicBezTo>
                  <ns1:cubicBezTo>
                    <ns1:pt x="6" y="8"/>
                    <ns1:pt x="8" y="6"/>
                    <ns1:pt x="13" y="4"/>
                  </ns1:cubicBezTo>
                  <ns1:cubicBezTo>
                    <ns1:pt x="19" y="8"/>
                    <ns1:pt x="24" y="13"/>
                    <ns1:pt x="28" y="19"/>
                  </ns1:cubicBezTo>
                  <ns1:cubicBezTo>
                    <ns1:pt x="26" y="24"/>
                    <ns1:pt x="24" y="26"/>
                    <ns1:pt x="19" y="28"/>
                  </ns1:cubicBezTo>
                  <ns1:close/>
                </ns1:path>
              </ns1:pathLst>
            </ns1:custGeom>
            <ns1:grpFill/>
            <ns1:ln>
              <ns1:noFill/>
            </ns1:ln>
            <ns1:extLst>
              <ns1:ext uri="{91240B29-F687-4F45-9708-019B960494DF}">
                <ns2:hiddenLine w="9525">
                  <ns1:solidFill>
                    <ns1:srgbClr val="000000"/>
                  </ns1:solidFill>
                  <ns1:round/>
                  <ns1:headEnd/>
                  <ns1:tailEnd/>
                </ns2:hiddenLine>
              </ns1:ext>
            </ns1:extLst>
          </ns0:spPr>
          <ns0:txBody>
            <ns1:bodyPr vert="horz" wrap="square" lIns="91440" tIns="45720" rIns="91440" bIns="45720" numCol="1" anchor="t" anchorCtr="0" compatLnSpc="1">
              <ns1:prstTxWarp prst="textNoShape">
                <ns1:avLst/>
              </ns1:prstTxWarp>
            </ns1:bodyPr>
            <ns1:lstStyle/>
            <ns1:p>
              <ns1:endParaRPr lang="id-ID" sz="2700"/>
            </ns1:p>
          </ns0:txBody>
        </ns0:sp>
      </ns0:grpSp>
      <ns0:grpSp>
        <ns0:nvGrpSpPr>
          <ns0:cNvPr id="157" name="Group 156"/>
          <ns0:cNvGrpSpPr/>
          <ns0:nvPr/>
        </ns0:nvGrpSpPr>
        <ns0:grpSpPr>
          <ns1:xfrm>
            <ns1:off x="4317914" y="1175593"/>
            <ns1:ext cx="406355" cy="403681"/>
            <ns1:chOff x="2611438" y="6434138"/>
            <ns1:chExt cx="241301" cy="239713"/>
          </ns1:xfrm>
          <ns1:solidFill>
            <ns1:schemeClr val="tx1"/>
          </ns1:solidFill>
        </ns0:grpSpPr>
        <ns0:sp>
          <ns0:nvSpPr>
            <ns0:cNvPr id="158" name="Freeform 240"/>
            <ns0:cNvSpPr>
              <ns1:spLocks noEditPoints="1"/>
            </ns0:cNvSpPr>
            <ns0:nvPr/>
          </ns0:nvSpPr>
          <ns0:spPr bwMode="auto">
            <ns1:xfrm>
              <ns1:off x="2682876" y="6434138"/>
              <ns1:ext cx="169863" cy="168275"/>
            </ns1:xfrm>
            <ns1:custGeom>
              <ns1:avLst/>
              <ns1:gdLst>
                <ns1:gd name="T0" fmla="*/ 31 w 45"/>
                <ns1:gd name="T1" fmla="*/ 5 h 45"/>
                <ns1:gd name="T2" fmla="*/ 18 w 45"/>
                <ns1:gd name="T3" fmla="*/ 13 h 45"/>
                <ns1:gd name="T4" fmla="*/ 1 w 45"/>
                <ns1:gd name="T5" fmla="*/ 30 h 45"/>
                <ns1:gd name="T6" fmla="*/ 1 w 45"/>
                <ns1:gd name="T7" fmla="*/ 35 h 45"/>
                <ns1:gd name="T8" fmla="*/ 10 w 45"/>
                <ns1:gd name="T9" fmla="*/ 44 h 45"/>
                <ns1:gd name="T10" fmla="*/ 15 w 45"/>
                <ns1:gd name="T11" fmla="*/ 44 h 45"/>
                <ns1:gd name="T12" fmla="*/ 32 w 45"/>
                <ns1:gd name="T13" fmla="*/ 27 h 45"/>
                <ns1:gd name="T14" fmla="*/ 40 w 45"/>
                <ns1:gd name="T15" fmla="*/ 14 h 45"/>
                <ns1:gd name="T16" fmla="*/ 45 w 45"/>
                <ns1:gd name="T17" fmla="*/ 0 h 45"/>
                <ns1:gd name="T18" fmla="*/ 31 w 45"/>
                <ns1:gd name="T19" fmla="*/ 5 h 45"/>
                <ns1:gd name="T20" fmla="*/ 20 w 45"/>
                <ns1:gd name="T21" fmla="*/ 34 h 45"/>
                <ns1:gd name="T22" fmla="*/ 11 w 45"/>
                <ns1:gd name="T23" fmla="*/ 34 h 45"/>
                <ns1:gd name="T24" fmla="*/ 11 w 45"/>
                <ns1:gd name="T25" fmla="*/ 25 h 45"/>
                <ns1:gd name="T26" fmla="*/ 20 w 45"/>
                <ns1:gd name="T27" fmla="*/ 25 h 45"/>
                <ns1:gd name="T28" fmla="*/ 20 w 45"/>
                <ns1:gd name="T29" fmla="*/ 34 h 45"/>
                <ns1:gd name="T30" fmla="*/ 31 w 45"/>
                <ns1:gd name="T31" fmla="*/ 23 h 45"/>
                <ns1:gd name="T32" fmla="*/ 22 w 45"/>
                <ns1:gd name="T33" fmla="*/ 23 h 45"/>
                <ns1:gd name="T34" fmla="*/ 22 w 45"/>
                <ns1:gd name="T35" fmla="*/ 14 h 45"/>
                <ns1:gd name="T36" fmla="*/ 31 w 45"/>
                <ns1:gd name="T37" fmla="*/ 14 h 45"/>
                <ns1:gd name="T38" fmla="*/ 31 w 45"/>
                <ns1:gd name="T39" fmla="*/ 23 h 45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  <ns1:cxn ang="0">
                  <ns1:pos x="T14" y="T15"/>
                </ns1:cxn>
                <ns1:cxn ang="0">
                  <ns1:pos x="T16" y="T17"/>
                </ns1:cxn>
                <ns1:cxn ang="0">
                  <ns1:pos x="T18" y="T19"/>
                </ns1:cxn>
                <ns1:cxn ang="0">
                  <ns1:pos x="T20" y="T21"/>
                </ns1:cxn>
                <ns1:cxn ang="0">
                  <ns1:pos x="T22" y="T23"/>
                </ns1:cxn>
                <ns1:cxn ang="0">
                  <ns1:pos x="T24" y="T25"/>
                </ns1:cxn>
                <ns1:cxn ang="0">
                  <ns1:pos x="T26" y="T27"/>
                </ns1:cxn>
                <ns1:cxn ang="0">
                  <ns1:pos x="T28" y="T29"/>
                </ns1:cxn>
                <ns1:cxn ang="0">
                  <ns1:pos x="T30" y="T31"/>
                </ns1:cxn>
                <ns1:cxn ang="0">
                  <ns1:pos x="T32" y="T33"/>
                </ns1:cxn>
                <ns1:cxn ang="0">
                  <ns1:pos x="T34" y="T35"/>
                </ns1:cxn>
                <ns1:cxn ang="0">
                  <ns1:pos x="T36" y="T37"/>
                </ns1:cxn>
                <ns1:cxn ang="0">
                  <ns1:pos x="T38" y="T39"/>
                </ns1:cxn>
              </ns1:cxnLst>
              <ns1:rect l="0" t="0" r="r" b="b"/>
              <ns1:pathLst>
                <ns1:path w="45" h="45">
                  <ns1:moveTo>
                    <ns1:pt x="31" y="5"/>
                  </ns1:moveTo>
                  <ns1:cubicBezTo>
                    <ns1:pt x="27" y="6"/>
                    <ns1:pt x="21" y="10"/>
                    <ns1:pt x="18" y="13"/>
                  </ns1:cubicBezTo>
                  <ns1:cubicBezTo>
                    <ns1:pt x="1" y="30"/>
                    <ns1:pt x="1" y="30"/>
                    <ns1:pt x="1" y="30"/>
                  </ns1:cubicBezTo>
                  <ns1:cubicBezTo>
                    <ns1:pt x="0" y="31"/>
                    <ns1:pt x="0" y="34"/>
                    <ns1:pt x="1" y="35"/>
                  </ns1:cubicBezTo>
                  <ns1:cubicBezTo>
                    <ns1:pt x="10" y="44"/>
                    <ns1:pt x="10" y="44"/>
                    <ns1:pt x="10" y="44"/>
                  </ns1:cubicBezTo>
                  <ns1:cubicBezTo>
                    <ns1:pt x="11" y="45"/>
                    <ns1:pt x="14" y="45"/>
                    <ns1:pt x="15" y="44"/>
                  </ns1:cubicBezTo>
                  <ns1:cubicBezTo>
                    <ns1:pt x="32" y="27"/>
                    <ns1:pt x="32" y="27"/>
                    <ns1:pt x="32" y="27"/>
                  </ns1:cubicBezTo>
                  <ns1:cubicBezTo>
                    <ns1:pt x="35" y="24"/>
                    <ns1:pt x="39" y="18"/>
                    <ns1:pt x="40" y="14"/>
                  </ns1:cubicBezTo>
                  <ns1:cubicBezTo>
                    <ns1:pt x="45" y="0"/>
                    <ns1:pt x="45" y="0"/>
                    <ns1:pt x="45" y="0"/>
                  </ns1:cubicBezTo>
                  <ns1:lnTo>
                    <ns1:pt x="31" y="5"/>
                  </ns1:lnTo>
                  <ns1:close/>
                  <ns1:moveTo>
                    <ns1:pt x="20" y="34"/>
                  </ns1:moveTo>
                  <ns1:cubicBezTo>
                    <ns1:pt x="17" y="36"/>
                    <ns1:pt x="13" y="36"/>
                    <ns1:pt x="11" y="34"/>
                  </ns1:cubicBezTo>
                  <ns1:cubicBezTo>
                    <ns1:pt x="9" y="32"/>
                    <ns1:pt x="9" y="28"/>
                    <ns1:pt x="11" y="25"/>
                  </ns1:cubicBezTo>
                  <ns1:cubicBezTo>
                    <ns1:pt x="13" y="23"/>
                    <ns1:pt x="17" y="23"/>
                    <ns1:pt x="20" y="25"/>
                  </ns1:cubicBezTo>
                  <ns1:cubicBezTo>
                    <ns1:pt x="22" y="28"/>
                    <ns1:pt x="22" y="32"/>
                    <ns1:pt x="20" y="34"/>
                  </ns1:cubicBezTo>
                  <ns1:close/>
                  <ns1:moveTo>
                    <ns1:pt x="31" y="23"/>
                  </ns1:moveTo>
                  <ns1:cubicBezTo>
                    <ns1:pt x="29" y="25"/>
                    <ns1:pt x="25" y="25"/>
                    <ns1:pt x="22" y="23"/>
                  </ns1:cubicBezTo>
                  <ns1:cubicBezTo>
                    <ns1:pt x="20" y="20"/>
                    <ns1:pt x="20" y="16"/>
                    <ns1:pt x="22" y="14"/>
                  </ns1:cubicBezTo>
                  <ns1:cubicBezTo>
                    <ns1:pt x="25" y="12"/>
                    <ns1:pt x="29" y="12"/>
                    <ns1:pt x="31" y="14"/>
                  </ns1:cubicBezTo>
                  <ns1:cubicBezTo>
                    <ns1:pt x="33" y="16"/>
                    <ns1:pt x="33" y="20"/>
                    <ns1:pt x="31" y="23"/>
                  </ns1:cubicBezTo>
                  <ns1:close/>
                </ns1:path>
              </ns1:pathLst>
            </ns1:custGeom>
            <ns1:grpFill/>
            <ns1:ln>
              <ns1:noFill/>
            </ns1:ln>
            <ns1:extLst>
              <ns1:ext uri="{91240B29-F687-4F45-9708-019B960494DF}">
                <ns2:hiddenLine w="9525">
                  <ns1:solidFill>
                    <ns1:srgbClr val="000000"/>
                  </ns1:solidFill>
                  <ns1:round/>
                  <ns1:headEnd/>
                  <ns1:tailEnd/>
                </ns2:hiddenLine>
              </ns1:ext>
            </ns1:extLst>
          </ns0:spPr>
          <ns0:txBody>
            <ns1:bodyPr vert="horz" wrap="square" lIns="91440" tIns="45720" rIns="91440" bIns="45720" numCol="1" anchor="t" anchorCtr="0" compatLnSpc="1">
              <ns1:prstTxWarp prst="textNoShape">
                <ns1:avLst/>
              </ns1:prstTxWarp>
            </ns1:bodyPr>
            <ns1:lstStyle/>
            <ns1:p>
              <ns1:endParaRPr lang="id-ID" sz="2700"/>
            </ns1:p>
          </ns0:txBody>
        </ns0:sp>
        <ns0:sp>
          <ns0:nvSpPr>
            <ns0:cNvPr id="159" name="Freeform 241"/>
            <ns0:cNvSpPr>
              <ns1:spLocks/>
            </ns0:cNvSpPr>
            <ns0:nvPr/>
          </ns0:nvSpPr>
          <ns0:spPr bwMode="auto">
            <ns1:xfrm>
              <ns1:off x="2619376" y="6500813"/>
              <ns1:ext cx="79375" cy="71438"/>
            </ns1:xfrm>
            <ns1:custGeom>
              <ns1:avLst/>
              <ns1:gdLst>
                <ns1:gd name="T0" fmla="*/ 7 w 21"/>
                <ns1:gd name="T1" fmla="*/ 17 h 19"/>
                <ns1:gd name="T2" fmla="*/ 21 w 21"/>
                <ns1:gd name="T3" fmla="*/ 3 h 19"/>
                <ns1:gd name="T4" fmla="*/ 10 w 21"/>
                <ns1:gd name="T5" fmla="*/ 3 h 19"/>
                <ns1:gd name="T6" fmla="*/ 1 w 21"/>
                <ns1:gd name="T7" fmla="*/ 12 h 19"/>
                <ns1:gd name="T8" fmla="*/ 1 w 21"/>
                <ns1:gd name="T9" fmla="*/ 17 h 19"/>
                <ns1:gd name="T10" fmla="*/ 7 w 21"/>
                <ns1:gd name="T11" fmla="*/ 17 h 19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</ns1:cxnLst>
              <ns1:rect l="0" t="0" r="r" b="b"/>
              <ns1:pathLst>
                <ns1:path w="21" h="19">
                  <ns1:moveTo>
                    <ns1:pt x="7" y="17"/>
                  </ns1:moveTo>
                  <ns1:cubicBezTo>
                    <ns1:pt x="21" y="3"/>
                    <ns1:pt x="21" y="3"/>
                    <ns1:pt x="21" y="3"/>
                  </ns1:cubicBezTo>
                  <ns1:cubicBezTo>
                    <ns1:pt x="18" y="0"/>
                    <ns1:pt x="13" y="0"/>
                    <ns1:pt x="10" y="3"/>
                  </ns1:cubicBezTo>
                  <ns1:cubicBezTo>
                    <ns1:pt x="1" y="12"/>
                    <ns1:pt x="1" y="12"/>
                    <ns1:pt x="1" y="12"/>
                  </ns1:cubicBezTo>
                  <ns1:cubicBezTo>
                    <ns1:pt x="0" y="13"/>
                    <ns1:pt x="0" y="16"/>
                    <ns1:pt x="1" y="17"/>
                  </ns1:cubicBezTo>
                  <ns1:cubicBezTo>
                    <ns1:pt x="3" y="19"/>
                    <ns1:pt x="5" y="19"/>
                    <ns1:pt x="7" y="17"/>
                  </ns1:cubicBezTo>
                  <ns1:close/>
                </ns1:path>
              </ns1:pathLst>
            </ns1:custGeom>
            <ns1:grpFill/>
            <ns1:ln>
              <ns1:noFill/>
            </ns1:ln>
            <ns1:extLst>
              <ns1:ext uri="{91240B29-F687-4F45-9708-019B960494DF}">
                <ns2:hiddenLine w="9525">
                  <ns1:solidFill>
                    <ns1:srgbClr val="000000"/>
                  </ns1:solidFill>
                  <ns1:round/>
                  <ns1:headEnd/>
                  <ns1:tailEnd/>
                </ns2:hiddenLine>
              </ns1:ext>
            </ns1:extLst>
          </ns0:spPr>
          <ns0:txBody>
            <ns1:bodyPr vert="horz" wrap="square" lIns="91440" tIns="45720" rIns="91440" bIns="45720" numCol="1" anchor="t" anchorCtr="0" compatLnSpc="1">
              <ns1:prstTxWarp prst="textNoShape">
                <ns1:avLst/>
              </ns1:prstTxWarp>
            </ns1:bodyPr>
            <ns1:lstStyle/>
            <ns1:p>
              <ns1:endParaRPr lang="id-ID" sz="2700"/>
            </ns1:p>
          </ns0:txBody>
        </ns0:sp>
        <ns0:sp>
          <ns0:nvSpPr>
            <ns0:cNvPr id="160" name="Freeform 242"/>
            <ns0:cNvSpPr>
              <ns1:spLocks/>
            </ns0:cNvSpPr>
            <ns0:nvPr/>
          </ns0:nvSpPr>
          <ns0:spPr bwMode="auto">
            <ns1:xfrm>
              <ns1:off x="2713038" y="6588126"/>
              <ns1:ext cx="71438" cy="77788"/>
            </ns1:xfrm>
            <ns1:custGeom>
              <ns1:avLst/>
              <ns1:gdLst>
                <ns1:gd name="T0" fmla="*/ 2 w 19"/>
                <ns1:gd name="T1" fmla="*/ 14 h 21"/>
                <ns1:gd name="T2" fmla="*/ 2 w 19"/>
                <ns1:gd name="T3" fmla="*/ 20 h 21"/>
                <ns1:gd name="T4" fmla="*/ 7 w 19"/>
                <ns1:gd name="T5" fmla="*/ 20 h 21"/>
                <ns1:gd name="T6" fmla="*/ 16 w 19"/>
                <ns1:gd name="T7" fmla="*/ 11 h 21"/>
                <ns1:gd name="T8" fmla="*/ 16 w 19"/>
                <ns1:gd name="T9" fmla="*/ 0 h 21"/>
                <ns1:gd name="T10" fmla="*/ 2 w 19"/>
                <ns1:gd name="T11" fmla="*/ 14 h 21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</ns1:cxnLst>
              <ns1:rect l="0" t="0" r="r" b="b"/>
              <ns1:pathLst>
                <ns1:path w="19" h="21">
                  <ns1:moveTo>
                    <ns1:pt x="2" y="14"/>
                  </ns1:moveTo>
                  <ns1:cubicBezTo>
                    <ns1:pt x="0" y="16"/>
                    <ns1:pt x="0" y="18"/>
                    <ns1:pt x="2" y="20"/>
                  </ns1:cubicBezTo>
                  <ns1:cubicBezTo>
                    <ns1:pt x="3" y="21"/>
                    <ns1:pt x="6" y="21"/>
                    <ns1:pt x="7" y="20"/>
                  </ns1:cubicBezTo>
                  <ns1:cubicBezTo>
                    <ns1:pt x="16" y="11"/>
                    <ns1:pt x="16" y="11"/>
                    <ns1:pt x="16" y="11"/>
                  </ns1:cubicBezTo>
                  <ns1:cubicBezTo>
                    <ns1:pt x="19" y="8"/>
                    <ns1:pt x="19" y="3"/>
                    <ns1:pt x="16" y="0"/>
                  </ns1:cubicBezTo>
                  <ns1:lnTo>
                    <ns1:pt x="2" y="14"/>
                  </ns1:lnTo>
                  <ns1:close/>
                </ns1:path>
              </ns1:pathLst>
            </ns1:custGeom>
            <ns1:grpFill/>
            <ns1:ln>
              <ns1:noFill/>
            </ns1:ln>
            <ns1:extLst>
              <ns1:ext uri="{91240B29-F687-4F45-9708-019B960494DF}">
                <ns2:hiddenLine w="9525">
                  <ns1:solidFill>
                    <ns1:srgbClr val="000000"/>
                  </ns1:solidFill>
                  <ns1:round/>
                  <ns1:headEnd/>
                  <ns1:tailEnd/>
                </ns2:hiddenLine>
              </ns1:ext>
            </ns1:extLst>
          </ns0:spPr>
          <ns0:txBody>
            <ns1:bodyPr vert="horz" wrap="square" lIns="91440" tIns="45720" rIns="91440" bIns="45720" numCol="1" anchor="t" anchorCtr="0" compatLnSpc="1">
              <ns1:prstTxWarp prst="textNoShape">
                <ns1:avLst/>
              </ns1:prstTxWarp>
            </ns1:bodyPr>
            <ns1:lstStyle/>
            <ns1:p>
              <ns1:endParaRPr lang="id-ID" sz="2700"/>
            </ns1:p>
          </ns0:txBody>
        </ns0:sp>
        <ns0:sp>
          <ns0:nvSpPr>
            <ns0:cNvPr id="161" name="Freeform 243"/>
            <ns0:cNvSpPr>
              <ns1:spLocks/>
            </ns0:cNvSpPr>
            <ns0:nvPr/>
          </ns0:nvSpPr>
          <ns0:spPr bwMode="auto">
            <ns1:xfrm>
              <ns1:off x="2668588" y="6577013"/>
              <ns1:ext cx="41275" cy="41275"/>
            </ns1:xfrm>
            <ns1:custGeom>
              <ns1:avLst/>
              <ns1:gdLst>
                <ns1:gd name="T0" fmla="*/ 1 w 11"/>
                <ns1:gd name="T1" fmla="*/ 2 h 11"/>
                <ns1:gd name="T2" fmla="*/ 1 w 11"/>
                <ns1:gd name="T3" fmla="*/ 4 h 11"/>
                <ns1:gd name="T4" fmla="*/ 7 w 11"/>
                <ns1:gd name="T5" fmla="*/ 10 h 11"/>
                <ns1:gd name="T6" fmla="*/ 9 w 11"/>
                <ns1:gd name="T7" fmla="*/ 10 h 11"/>
                <ns1:gd name="T8" fmla="*/ 11 w 11"/>
                <ns1:gd name="T9" fmla="*/ 9 h 11"/>
                <ns1:gd name="T10" fmla="*/ 2 w 11"/>
                <ns1:gd name="T11" fmla="*/ 0 h 11"/>
                <ns1:gd name="T12" fmla="*/ 1 w 11"/>
                <ns1:gd name="T13" fmla="*/ 2 h 11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</ns1:cxnLst>
              <ns1:rect l="0" t="0" r="r" b="b"/>
              <ns1:pathLst>
                <ns1:path w="11" h="11">
                  <ns1:moveTo>
                    <ns1:pt x="1" y="2"/>
                  </ns1:moveTo>
                  <ns1:cubicBezTo>
                    <ns1:pt x="0" y="2"/>
                    <ns1:pt x="0" y="4"/>
                    <ns1:pt x="1" y="4"/>
                  </ns1:cubicBezTo>
                  <ns1:cubicBezTo>
                    <ns1:pt x="7" y="10"/>
                    <ns1:pt x="7" y="10"/>
                    <ns1:pt x="7" y="10"/>
                  </ns1:cubicBezTo>
                  <ns1:cubicBezTo>
                    <ns1:pt x="7" y="11"/>
                    <ns1:pt x="9" y="11"/>
                    <ns1:pt x="9" y="10"/>
                  </ns1:cubicBezTo>
                  <ns1:cubicBezTo>
                    <ns1:pt x="11" y="9"/>
                    <ns1:pt x="11" y="9"/>
                    <ns1:pt x="11" y="9"/>
                  </ns1:cubicBezTo>
                  <ns1:cubicBezTo>
                    <ns1:pt x="2" y="0"/>
                    <ns1:pt x="2" y="0"/>
                    <ns1:pt x="2" y="0"/>
                  </ns1:cubicBezTo>
                  <ns1:lnTo>
                    <ns1:pt x="1" y="2"/>
                  </ns1:lnTo>
                  <ns1:close/>
                </ns1:path>
              </ns1:pathLst>
            </ns1:custGeom>
            <ns1:grpFill/>
            <ns1:ln>
              <ns1:noFill/>
            </ns1:ln>
            <ns1:extLst>
              <ns1:ext uri="{91240B29-F687-4F45-9708-019B960494DF}">
                <ns2:hiddenLine w="9525">
                  <ns1:solidFill>
                    <ns1:srgbClr val="000000"/>
                  </ns1:solidFill>
                  <ns1:round/>
                  <ns1:headEnd/>
                  <ns1:tailEnd/>
                </ns2:hiddenLine>
              </ns1:ext>
            </ns1:extLst>
          </ns0:spPr>
          <ns0:txBody>
            <ns1:bodyPr vert="horz" wrap="square" lIns="91440" tIns="45720" rIns="91440" bIns="45720" numCol="1" anchor="t" anchorCtr="0" compatLnSpc="1">
              <ns1:prstTxWarp prst="textNoShape">
                <ns1:avLst/>
              </ns1:prstTxWarp>
            </ns1:bodyPr>
            <ns1:lstStyle/>
            <ns1:p>
              <ns1:endParaRPr lang="id-ID" sz="2700"/>
            </ns1:p>
          </ns0:txBody>
        </ns0:sp>
        <ns0:sp>
          <ns0:nvSpPr>
            <ns0:cNvPr id="162" name="Freeform 244"/>
            <ns0:cNvSpPr>
              <ns1:spLocks/>
            </ns0:cNvSpPr>
            <ns0:nvPr/>
          </ns0:nvSpPr>
          <ns0:spPr bwMode="auto">
            <ns1:xfrm>
              <ns1:off x="2611438" y="6599238"/>
              <ns1:ext cx="76200" cy="74613"/>
            </ns1:xfrm>
            <ns1:custGeom>
              <ns1:avLst/>
              <ns1:gdLst>
                <ns1:gd name="T0" fmla="*/ 0 w 20"/>
                <ns1:gd name="T1" fmla="*/ 20 h 20"/>
                <ns1:gd name="T2" fmla="*/ 16 w 20"/>
                <ns1:gd name="T3" fmla="*/ 4 h 20"/>
                <ns1:gd name="T4" fmla="*/ 0 w 20"/>
                <ns1:gd name="T5" fmla="*/ 20 h 20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</ns1:cxnLst>
              <ns1:rect l="0" t="0" r="r" b="b"/>
              <ns1:pathLst>
                <ns1:path w="20" h="20">
                  <ns1:moveTo>
                    <ns1:pt x="0" y="20"/>
                  </ns1:moveTo>
                  <ns1:cubicBezTo>
                    <ns1:pt x="8" y="16"/>
                    <ns1:pt x="20" y="8"/>
                    <ns1:pt x="16" y="4"/>
                  </ns1:cubicBezTo>
                  <ns1:cubicBezTo>
                    <ns1:pt x="12" y="0"/>
                    <ns1:pt x="4" y="12"/>
                    <ns1:pt x="0" y="20"/>
                  </ns1:cubicBezTo>
                  <ns1:close/>
                </ns1:path>
              </ns1:pathLst>
            </ns1:custGeom>
            <ns1:grpFill/>
            <ns1:ln>
              <ns1:noFill/>
            </ns1:ln>
            <ns1:extLst>
              <ns1:ext uri="{91240B29-F687-4F45-9708-019B960494DF}">
                <ns2:hiddenLine w="9525">
                  <ns1:solidFill>
                    <ns1:srgbClr val="000000"/>
                  </ns1:solidFill>
                  <ns1:round/>
                  <ns1:headEnd/>
                  <ns1:tailEnd/>
                </ns2:hiddenLine>
              </ns1:ext>
            </ns1:extLst>
          </ns0:spPr>
          <ns0:txBody>
            <ns1:bodyPr vert="horz" wrap="square" lIns="91440" tIns="45720" rIns="91440" bIns="45720" numCol="1" anchor="t" anchorCtr="0" compatLnSpc="1">
              <ns1:prstTxWarp prst="textNoShape">
                <ns1:avLst/>
              </ns1:prstTxWarp>
            </ns1:bodyPr>
            <ns1:lstStyle/>
            <ns1:p>
              <ns1:endParaRPr lang="id-ID" sz="2700"/>
            </ns1:p>
          </ns0:txBody>
        </ns0:sp>
      </ns0:grpSp>
      <ns0:sp>
        <ns0:nvSpPr>
          <ns0:cNvPr id="163" name="Freeform 269"/>
          <ns0:cNvSpPr>
            <ns1:spLocks/>
          </ns0:cNvSpPr>
          <ns0:nvPr/>
        </ns0:nvSpPr>
        <ns0:spPr bwMode="auto">
          <ns1:xfrm>
            <ns1:off x="10259225" y="360238"/>
            <ns1:ext cx="379619" cy="403681"/>
          </ns1:xfrm>
          <ns1:custGeom>
            <ns1:avLst/>
            <ns1:gdLst>
              <ns1:gd name="T0" fmla="*/ 59 w 60"/>
              <ns1:gd name="T1" fmla="*/ 40 h 64"/>
              <ns1:gd name="T2" fmla="*/ 36 w 60"/>
              <ns1:gd name="T3" fmla="*/ 23 h 64"/>
              <ns1:gd name="T4" fmla="*/ 36 w 60"/>
              <ns1:gd name="T5" fmla="*/ 12 h 64"/>
              <ns1:gd name="T6" fmla="*/ 30 w 60"/>
              <ns1:gd name="T7" fmla="*/ 0 h 64"/>
              <ns1:gd name="T8" fmla="*/ 24 w 60"/>
              <ns1:gd name="T9" fmla="*/ 12 h 64"/>
              <ns1:gd name="T10" fmla="*/ 24 w 60"/>
              <ns1:gd name="T11" fmla="*/ 23 h 64"/>
              <ns1:gd name="T12" fmla="*/ 1 w 60"/>
              <ns1:gd name="T13" fmla="*/ 40 h 64"/>
              <ns1:gd name="T14" fmla="*/ 0 w 60"/>
              <ns1:gd name="T15" fmla="*/ 42 h 64"/>
              <ns1:gd name="T16" fmla="*/ 0 w 60"/>
              <ns1:gd name="T17" fmla="*/ 42 h 64"/>
              <ns1:gd name="T18" fmla="*/ 1 w 60"/>
              <ns1:gd name="T19" fmla="*/ 44 h 64"/>
              <ns1:gd name="T20" fmla="*/ 2 w 60"/>
              <ns1:gd name="T21" fmla="*/ 44 h 64"/>
              <ns1:gd name="T22" fmla="*/ 24 w 60"/>
              <ns1:gd name="T23" fmla="*/ 38 h 64"/>
              <ns1:gd name="T24" fmla="*/ 24 w 60"/>
              <ns1:gd name="T25" fmla="*/ 42 h 64"/>
              <ns1:gd name="T26" fmla="*/ 24 w 60"/>
              <ns1:gd name="T27" fmla="*/ 55 h 64"/>
              <ns1:gd name="T28" fmla="*/ 17 w 60"/>
              <ns1:gd name="T29" fmla="*/ 60 h 64"/>
              <ns1:gd name="T30" fmla="*/ 16 w 60"/>
              <ns1:gd name="T31" fmla="*/ 62 h 64"/>
              <ns1:gd name="T32" fmla="*/ 16 w 60"/>
              <ns1:gd name="T33" fmla="*/ 62 h 64"/>
              <ns1:gd name="T34" fmla="*/ 17 w 60"/>
              <ns1:gd name="T35" fmla="*/ 64 h 64"/>
              <ns1:gd name="T36" fmla="*/ 19 w 60"/>
              <ns1:gd name="T37" fmla="*/ 64 h 64"/>
              <ns1:gd name="T38" fmla="*/ 30 w 60"/>
              <ns1:gd name="T39" fmla="*/ 60 h 64"/>
              <ns1:gd name="T40" fmla="*/ 41 w 60"/>
              <ns1:gd name="T41" fmla="*/ 64 h 64"/>
              <ns1:gd name="T42" fmla="*/ 43 w 60"/>
              <ns1:gd name="T43" fmla="*/ 64 h 64"/>
              <ns1:gd name="T44" fmla="*/ 44 w 60"/>
              <ns1:gd name="T45" fmla="*/ 62 h 64"/>
              <ns1:gd name="T46" fmla="*/ 44 w 60"/>
              <ns1:gd name="T47" fmla="*/ 62 h 64"/>
              <ns1:gd name="T48" fmla="*/ 43 w 60"/>
              <ns1:gd name="T49" fmla="*/ 60 h 64"/>
              <ns1:gd name="T50" fmla="*/ 36 w 60"/>
              <ns1:gd name="T51" fmla="*/ 55 h 64"/>
              <ns1:gd name="T52" fmla="*/ 36 w 60"/>
              <ns1:gd name="T53" fmla="*/ 42 h 64"/>
              <ns1:gd name="T54" fmla="*/ 36 w 60"/>
              <ns1:gd name="T55" fmla="*/ 38 h 64"/>
              <ns1:gd name="T56" fmla="*/ 58 w 60"/>
              <ns1:gd name="T57" fmla="*/ 44 h 64"/>
              <ns1:gd name="T58" fmla="*/ 59 w 60"/>
              <ns1:gd name="T59" fmla="*/ 44 h 64"/>
              <ns1:gd name="T60" fmla="*/ 60 w 60"/>
              <ns1:gd name="T61" fmla="*/ 42 h 64"/>
              <ns1:gd name="T62" fmla="*/ 60 w 60"/>
              <ns1:gd name="T63" fmla="*/ 42 h 64"/>
              <ns1:gd name="T64" fmla="*/ 59 w 60"/>
              <ns1:gd name="T65" fmla="*/ 40 h 64"/>
            </ns1:gdLst>
            <ns1:ahLst/>
            <ns1:cxnLst>
              <ns1:cxn ang="0">
                <ns1:pos x="T0" y="T1"/>
              </ns1:cxn>
              <ns1:cxn ang="0">
                <ns1:pos x="T2" y="T3"/>
              </ns1:cxn>
              <ns1:cxn ang="0">
                <ns1:pos x="T4" y="T5"/>
              </ns1:cxn>
              <ns1:cxn ang="0">
                <ns1:pos x="T6" y="T7"/>
              </ns1:cxn>
              <ns1:cxn ang="0">
                <ns1:pos x="T8" y="T9"/>
              </ns1:cxn>
              <ns1:cxn ang="0">
                <ns1:pos x="T10" y="T11"/>
              </ns1:cxn>
              <ns1:cxn ang="0">
                <ns1:pos x="T12" y="T13"/>
              </ns1:cxn>
              <ns1:cxn ang="0">
                <ns1:pos x="T14" y="T15"/>
              </ns1:cxn>
              <ns1:cxn ang="0">
                <ns1:pos x="T16" y="T17"/>
              </ns1:cxn>
              <ns1:cxn ang="0">
                <ns1:pos x="T18" y="T19"/>
              </ns1:cxn>
              <ns1:cxn ang="0">
                <ns1:pos x="T20" y="T21"/>
              </ns1:cxn>
              <ns1:cxn ang="0">
                <ns1:pos x="T22" y="T23"/>
              </ns1:cxn>
              <ns1:cxn ang="0">
                <ns1:pos x="T24" y="T25"/>
              </ns1:cxn>
              <ns1:cxn ang="0">
                <ns1:pos x="T26" y="T27"/>
              </ns1:cxn>
              <ns1:cxn ang="0">
                <ns1:pos x="T28" y="T29"/>
              </ns1:cxn>
              <ns1:cxn ang="0">
                <ns1:pos x="T30" y="T31"/>
              </ns1:cxn>
              <ns1:cxn ang="0">
                <ns1:pos x="T32" y="T33"/>
              </ns1:cxn>
              <ns1:cxn ang="0">
                <ns1:pos x="T34" y="T35"/>
              </ns1:cxn>
              <ns1:cxn ang="0">
                <ns1:pos x="T36" y="T37"/>
              </ns1:cxn>
              <ns1:cxn ang="0">
                <ns1:pos x="T38" y="T39"/>
              </ns1:cxn>
              <ns1:cxn ang="0">
                <ns1:pos x="T40" y="T41"/>
              </ns1:cxn>
              <ns1:cxn ang="0">
                <ns1:pos x="T42" y="T43"/>
              </ns1:cxn>
              <ns1:cxn ang="0">
                <ns1:pos x="T44" y="T45"/>
              </ns1:cxn>
              <ns1:cxn ang="0">
                <ns1:pos x="T46" y="T47"/>
              </ns1:cxn>
              <ns1:cxn ang="0">
                <ns1:pos x="T48" y="T49"/>
              </ns1:cxn>
              <ns1:cxn ang="0">
                <ns1:pos x="T50" y="T51"/>
              </ns1:cxn>
              <ns1:cxn ang="0">
                <ns1:pos x="T52" y="T53"/>
              </ns1:cxn>
              <ns1:cxn ang="0">
                <ns1:pos x="T54" y="T55"/>
              </ns1:cxn>
              <ns1:cxn ang="0">
                <ns1:pos x="T56" y="T57"/>
              </ns1:cxn>
              <ns1:cxn ang="0">
                <ns1:pos x="T58" y="T59"/>
              </ns1:cxn>
              <ns1:cxn ang="0">
                <ns1:pos x="T60" y="T61"/>
              </ns1:cxn>
              <ns1:cxn ang="0">
                <ns1:pos x="T62" y="T63"/>
              </ns1:cxn>
              <ns1:cxn ang="0">
                <ns1:pos x="T64" y="T65"/>
              </ns1:cxn>
            </ns1:cxnLst>
            <ns1:rect l="0" t="0" r="r" b="b"/>
            <ns1:pathLst>
              <ns1:path w="60" h="64">
                <ns1:moveTo>
                  <ns1:pt x="59" y="40"/>
                </ns1:moveTo>
                <ns1:cubicBezTo>
                  <ns1:pt x="36" y="23"/>
                  <ns1:pt x="36" y="23"/>
                  <ns1:pt x="36" y="23"/>
                </ns1:cubicBezTo>
                <ns1:cubicBezTo>
                  <ns1:pt x="36" y="12"/>
                  <ns1:pt x="36" y="12"/>
                  <ns1:pt x="36" y="12"/>
                </ns1:cubicBezTo>
                <ns1:cubicBezTo>
                  <ns1:pt x="36" y="9"/>
                  <ns1:pt x="33" y="0"/>
                  <ns1:pt x="30" y="0"/>
                </ns1:cubicBezTo>
                <ns1:cubicBezTo>
                  <ns1:pt x="27" y="0"/>
                  <ns1:pt x="24" y="9"/>
                  <ns1:pt x="24" y="12"/>
                </ns1:cubicBezTo>
                <ns1:cubicBezTo>
                  <ns1:pt x="24" y="23"/>
                  <ns1:pt x="24" y="23"/>
                  <ns1:pt x="24" y="23"/>
                </ns1:cubicBezTo>
                <ns1:cubicBezTo>
                  <ns1:pt x="1" y="40"/>
                  <ns1:pt x="1" y="40"/>
                  <ns1:pt x="1" y="40"/>
                </ns1:cubicBezTo>
                <ns1:cubicBezTo>
                  <ns1:pt x="0" y="40"/>
                  <ns1:pt x="0" y="41"/>
                  <ns1:pt x="0" y="42"/>
                </ns1:cubicBezTo>
                <ns1:cubicBezTo>
                  <ns1:pt x="0" y="42"/>
                  <ns1:pt x="0" y="42"/>
                  <ns1:pt x="0" y="42"/>
                </ns1:cubicBezTo>
                <ns1:cubicBezTo>
                  <ns1:pt x="0" y="43"/>
                  <ns1:pt x="0" y="43"/>
                  <ns1:pt x="1" y="44"/>
                </ns1:cubicBezTo>
                <ns1:cubicBezTo>
                  <ns1:pt x="1" y="44"/>
                  <ns1:pt x="2" y="44"/>
                  <ns1:pt x="2" y="44"/>
                </ns1:cubicBezTo>
                <ns1:cubicBezTo>
                  <ns1:pt x="24" y="38"/>
                  <ns1:pt x="24" y="38"/>
                  <ns1:pt x="24" y="38"/>
                </ns1:cubicBezTo>
                <ns1:cubicBezTo>
                  <ns1:pt x="24" y="42"/>
                  <ns1:pt x="24" y="42"/>
                  <ns1:pt x="24" y="42"/>
                </ns1:cubicBezTo>
                <ns1:cubicBezTo>
                  <ns1:pt x="24" y="55"/>
                  <ns1:pt x="24" y="55"/>
                  <ns1:pt x="24" y="55"/>
                </ns1:cubicBezTo>
                <ns1:cubicBezTo>
                  <ns1:pt x="17" y="60"/>
                  <ns1:pt x="17" y="60"/>
                  <ns1:pt x="17" y="60"/>
                </ns1:cubicBezTo>
                <ns1:cubicBezTo>
                  <ns1:pt x="16" y="60"/>
                  <ns1:pt x="16" y="61"/>
                  <ns1:pt x="16" y="62"/>
                </ns1:cubicBezTo>
                <ns1:cubicBezTo>
                  <ns1:pt x="16" y="62"/>
                  <ns1:pt x="16" y="62"/>
                  <ns1:pt x="16" y="62"/>
                </ns1:cubicBezTo>
                <ns1:cubicBezTo>
                  <ns1:pt x="16" y="63"/>
                  <ns1:pt x="16" y="63"/>
                  <ns1:pt x="17" y="64"/>
                </ns1:cubicBezTo>
                <ns1:cubicBezTo>
                  <ns1:pt x="17" y="64"/>
                  <ns1:pt x="18" y="64"/>
                  <ns1:pt x="19" y="64"/>
                </ns1:cubicBezTo>
                <ns1:cubicBezTo>
                  <ns1:pt x="30" y="60"/>
                  <ns1:pt x="30" y="60"/>
                  <ns1:pt x="30" y="60"/>
                </ns1:cubicBezTo>
                <ns1:cubicBezTo>
                  <ns1:pt x="41" y="64"/>
                  <ns1:pt x="41" y="64"/>
                  <ns1:pt x="41" y="64"/>
                </ns1:cubicBezTo>
                <ns1:cubicBezTo>
                  <ns1:pt x="42" y="64"/>
                  <ns1:pt x="43" y="64"/>
                  <ns1:pt x="43" y="64"/>
                </ns1:cubicBezTo>
                <ns1:cubicBezTo>
                  <ns1:pt x="44" y="63"/>
                  <ns1:pt x="44" y="63"/>
                  <ns1:pt x="44" y="62"/>
                </ns1:cubicBezTo>
                <ns1:cubicBezTo>
                  <ns1:pt x="44" y="62"/>
                  <ns1:pt x="44" y="62"/>
                  <ns1:pt x="44" y="62"/>
                </ns1:cubicBezTo>
                <ns1:cubicBezTo>
                  <ns1:pt x="44" y="61"/>
                  <ns1:pt x="44" y="60"/>
                  <ns1:pt x="43" y="60"/>
                </ns1:cubicBezTo>
                <ns1:cubicBezTo>
                  <ns1:pt x="36" y="55"/>
                  <ns1:pt x="36" y="55"/>
                  <ns1:pt x="36" y="55"/>
                </ns1:cubicBezTo>
                <ns1:cubicBezTo>
                  <ns1:pt x="36" y="42"/>
                  <ns1:pt x="36" y="42"/>
                  <ns1:pt x="36" y="42"/>
                </ns1:cubicBezTo>
                <ns1:cubicBezTo>
                  <ns1:pt x="36" y="38"/>
                  <ns1:pt x="36" y="38"/>
                  <ns1:pt x="36" y="38"/>
                </ns1:cubicBezTo>
                <ns1:cubicBezTo>
                  <ns1:pt x="58" y="44"/>
                  <ns1:pt x="58" y="44"/>
                  <ns1:pt x="58" y="44"/>
                </ns1:cubicBezTo>
                <ns1:cubicBezTo>
                  <ns1:pt x="58" y="44"/>
                  <ns1:pt x="59" y="44"/>
                  <ns1:pt x="59" y="44"/>
                </ns1:cubicBezTo>
                <ns1:cubicBezTo>
                  <ns1:pt x="60" y="43"/>
                  <ns1:pt x="60" y="43"/>
                  <ns1:pt x="60" y="42"/>
                </ns1:cubicBezTo>
                <ns1:cubicBezTo>
                  <ns1:pt x="60" y="42"/>
                  <ns1:pt x="60" y="42"/>
                  <ns1:pt x="60" y="42"/>
                </ns1:cubicBezTo>
                <ns1:cubicBezTo>
                  <ns1:pt x="60" y="41"/>
                  <ns1:pt x="60" y="40"/>
                  <ns1:pt x="59" y="40"/>
                </ns1:cubicBezTo>
                <ns1:close/>
              </ns1:path>
            </ns1:pathLst>
          </ns1:custGeom>
          <ns1:solidFill>
            <ns1:schemeClr val="tx1"/>
          </ns1:solidFill>
          <ns1:ln>
            <ns1:noFill/>
          </ns1:ln>
          <ns1:extLst/>
        </ns0:spPr>
        <ns0:txBody>
          <ns1:bodyPr vert="horz" wrap="square" lIns="91440" tIns="45720" rIns="91440" bIns="45720" numCol="1" anchor="t" anchorCtr="0" compatLnSpc="1">
            <ns1:prstTxWarp prst="textNoShape">
              <ns1:avLst/>
            </ns1:prstTxWarp>
          </ns1:bodyPr>
          <ns1:lstStyle/>
          <ns1:p>
            <ns1:endParaRPr lang="id-ID" sz="2700"/>
          </ns1:p>
        </ns0:txBody>
      </ns0:sp>
      <ns0:grpSp>
        <ns0:nvGrpSpPr>
          <ns0:cNvPr id="167" name="Group 166"/>
          <ns0:cNvGrpSpPr/>
          <ns0:nvPr/>
        </ns0:nvGrpSpPr>
        <ns0:grpSpPr>
          <ns1:xfrm>
            <ns1:off x="11340341" y="2009473"/>
            <ns1:ext cx="294541" cy="410735"/>
            <ns1:chOff x="6457951" y="4991101"/>
            <ns1:chExt cx="173038" cy="241300"/>
          </ns1:xfrm>
          <ns1:solidFill>
            <ns1:schemeClr val="tx1"/>
          </ns1:solidFill>
        </ns0:grpSpPr>
        <ns0:sp>
          <ns0:nvSpPr>
            <ns0:cNvPr id="168" name="Freeform 232"/>
            <ns0:cNvSpPr>
              <ns1:spLocks noEditPoints="1"/>
            </ns0:cNvSpPr>
            <ns0:nvPr/>
          </ns0:nvSpPr>
          <ns0:spPr bwMode="auto">
            <ns1:xfrm>
              <ns1:off x="6457951" y="4991101"/>
              <ns1:ext cx="173038" cy="241300"/>
            </ns1:xfrm>
            <ns1:custGeom>
              <ns1:avLst/>
              <ns1:gdLst>
                <ns1:gd name="T0" fmla="*/ 43 w 46"/>
                <ns1:gd name="T1" fmla="*/ 6 h 64"/>
                <ns1:gd name="T2" fmla="*/ 46 w 46"/>
                <ns1:gd name="T3" fmla="*/ 6 h 64"/>
                <ns1:gd name="T4" fmla="*/ 46 w 46"/>
                <ns1:gd name="T5" fmla="*/ 0 h 64"/>
                <ns1:gd name="T6" fmla="*/ 0 w 46"/>
                <ns1:gd name="T7" fmla="*/ 0 h 64"/>
                <ns1:gd name="T8" fmla="*/ 0 w 46"/>
                <ns1:gd name="T9" fmla="*/ 6 h 64"/>
                <ns1:gd name="T10" fmla="*/ 4 w 46"/>
                <ns1:gd name="T11" fmla="*/ 6 h 64"/>
                <ns1:gd name="T12" fmla="*/ 17 w 46"/>
                <ns1:gd name="T13" fmla="*/ 29 h 64"/>
                <ns1:gd name="T14" fmla="*/ 17 w 46"/>
                <ns1:gd name="T15" fmla="*/ 36 h 64"/>
                <ns1:gd name="T16" fmla="*/ 4 w 46"/>
                <ns1:gd name="T17" fmla="*/ 58 h 64"/>
                <ns1:gd name="T18" fmla="*/ 0 w 46"/>
                <ns1:gd name="T19" fmla="*/ 58 h 64"/>
                <ns1:gd name="T20" fmla="*/ 0 w 46"/>
                <ns1:gd name="T21" fmla="*/ 64 h 64"/>
                <ns1:gd name="T22" fmla="*/ 46 w 46"/>
                <ns1:gd name="T23" fmla="*/ 64 h 64"/>
                <ns1:gd name="T24" fmla="*/ 46 w 46"/>
                <ns1:gd name="T25" fmla="*/ 58 h 64"/>
                <ns1:gd name="T26" fmla="*/ 43 w 46"/>
                <ns1:gd name="T27" fmla="*/ 58 h 64"/>
                <ns1:gd name="T28" fmla="*/ 30 w 46"/>
                <ns1:gd name="T29" fmla="*/ 36 h 64"/>
                <ns1:gd name="T30" fmla="*/ 30 w 46"/>
                <ns1:gd name="T31" fmla="*/ 29 h 64"/>
                <ns1:gd name="T32" fmla="*/ 43 w 46"/>
                <ns1:gd name="T33" fmla="*/ 6 h 64"/>
                <ns1:gd name="T34" fmla="*/ 28 w 46"/>
                <ns1:gd name="T35" fmla="*/ 38 h 64"/>
                <ns1:gd name="T36" fmla="*/ 40 w 46"/>
                <ns1:gd name="T37" fmla="*/ 58 h 64"/>
                <ns1:gd name="T38" fmla="*/ 37 w 46"/>
                <ns1:gd name="T39" fmla="*/ 58 h 64"/>
                <ns1:gd name="T40" fmla="*/ 31 w 46"/>
                <ns1:gd name="T41" fmla="*/ 51 h 64"/>
                <ns1:gd name="T42" fmla="*/ 24 w 46"/>
                <ns1:gd name="T43" fmla="*/ 43 h 64"/>
                <ns1:gd name="T44" fmla="*/ 17 w 46"/>
                <ns1:gd name="T45" fmla="*/ 51 h 64"/>
                <ns1:gd name="T46" fmla="*/ 11 w 46"/>
                <ns1:gd name="T47" fmla="*/ 58 h 64"/>
                <ns1:gd name="T48" fmla="*/ 7 w 46"/>
                <ns1:gd name="T49" fmla="*/ 58 h 64"/>
                <ns1:gd name="T50" fmla="*/ 19 w 46"/>
                <ns1:gd name="T51" fmla="*/ 38 h 64"/>
                <ns1:gd name="T52" fmla="*/ 20 w 46"/>
                <ns1:gd name="T53" fmla="*/ 38 h 64"/>
                <ns1:gd name="T54" fmla="*/ 20 w 46"/>
                <ns1:gd name="T55" fmla="*/ 26 h 64"/>
                <ns1:gd name="T56" fmla="*/ 19 w 46"/>
                <ns1:gd name="T57" fmla="*/ 26 h 64"/>
                <ns1:gd name="T58" fmla="*/ 7 w 46"/>
                <ns1:gd name="T59" fmla="*/ 6 h 64"/>
                <ns1:gd name="T60" fmla="*/ 40 w 46"/>
                <ns1:gd name="T61" fmla="*/ 6 h 64"/>
                <ns1:gd name="T62" fmla="*/ 28 w 46"/>
                <ns1:gd name="T63" fmla="*/ 26 h 64"/>
                <ns1:gd name="T64" fmla="*/ 27 w 46"/>
                <ns1:gd name="T65" fmla="*/ 26 h 64"/>
                <ns1:gd name="T66" fmla="*/ 27 w 46"/>
                <ns1:gd name="T67" fmla="*/ 38 h 64"/>
                <ns1:gd name="T68" fmla="*/ 28 w 46"/>
                <ns1:gd name="T69" fmla="*/ 38 h 64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  <ns1:cxn ang="0">
                  <ns1:pos x="T14" y="T15"/>
                </ns1:cxn>
                <ns1:cxn ang="0">
                  <ns1:pos x="T16" y="T17"/>
                </ns1:cxn>
                <ns1:cxn ang="0">
                  <ns1:pos x="T18" y="T19"/>
                </ns1:cxn>
                <ns1:cxn ang="0">
                  <ns1:pos x="T20" y="T21"/>
                </ns1:cxn>
                <ns1:cxn ang="0">
                  <ns1:pos x="T22" y="T23"/>
                </ns1:cxn>
                <ns1:cxn ang="0">
                  <ns1:pos x="T24" y="T25"/>
                </ns1:cxn>
                <ns1:cxn ang="0">
                  <ns1:pos x="T26" y="T27"/>
                </ns1:cxn>
                <ns1:cxn ang="0">
                  <ns1:pos x="T28" y="T29"/>
                </ns1:cxn>
                <ns1:cxn ang="0">
                  <ns1:pos x="T30" y="T31"/>
                </ns1:cxn>
                <ns1:cxn ang="0">
                  <ns1:pos x="T32" y="T33"/>
                </ns1:cxn>
                <ns1:cxn ang="0">
                  <ns1:pos x="T34" y="T35"/>
                </ns1:cxn>
                <ns1:cxn ang="0">
                  <ns1:pos x="T36" y="T37"/>
                </ns1:cxn>
                <ns1:cxn ang="0">
                  <ns1:pos x="T38" y="T39"/>
                </ns1:cxn>
                <ns1:cxn ang="0">
                  <ns1:pos x="T40" y="T41"/>
                </ns1:cxn>
                <ns1:cxn ang="0">
                  <ns1:pos x="T42" y="T43"/>
                </ns1:cxn>
                <ns1:cxn ang="0">
                  <ns1:pos x="T44" y="T45"/>
                </ns1:cxn>
                <ns1:cxn ang="0">
                  <ns1:pos x="T46" y="T47"/>
                </ns1:cxn>
                <ns1:cxn ang="0">
                  <ns1:pos x="T48" y="T49"/>
                </ns1:cxn>
                <ns1:cxn ang="0">
                  <ns1:pos x="T50" y="T51"/>
                </ns1:cxn>
                <ns1:cxn ang="0">
                  <ns1:pos x="T52" y="T53"/>
                </ns1:cxn>
                <ns1:cxn ang="0">
                  <ns1:pos x="T54" y="T55"/>
                </ns1:cxn>
                <ns1:cxn ang="0">
                  <ns1:pos x="T56" y="T57"/>
                </ns1:cxn>
                <ns1:cxn ang="0">
                  <ns1:pos x="T58" y="T59"/>
                </ns1:cxn>
                <ns1:cxn ang="0">
                  <ns1:pos x="T60" y="T61"/>
                </ns1:cxn>
                <ns1:cxn ang="0">
                  <ns1:pos x="T62" y="T63"/>
                </ns1:cxn>
                <ns1:cxn ang="0">
                  <ns1:pos x="T64" y="T65"/>
                </ns1:cxn>
                <ns1:cxn ang="0">
                  <ns1:pos x="T66" y="T67"/>
                </ns1:cxn>
                <ns1:cxn ang="0">
                  <ns1:pos x="T68" y="T69"/>
                </ns1:cxn>
              </ns1:cxnLst>
              <ns1:rect l="0" t="0" r="r" b="b"/>
              <ns1:pathLst>
                <ns1:path w="46" h="64">
                  <ns1:moveTo>
                    <ns1:pt x="43" y="6"/>
                  </ns1:moveTo>
                  <ns1:cubicBezTo>
                    <ns1:pt x="46" y="6"/>
                    <ns1:pt x="46" y="6"/>
                    <ns1:pt x="46" y="6"/>
                  </ns1:cubicBezTo>
                  <ns1:cubicBezTo>
                    <ns1:pt x="46" y="0"/>
                    <ns1:pt x="46" y="0"/>
                    <ns1:pt x="46" y="0"/>
                  </ns1:cubicBezTo>
                  <ns1:cubicBezTo>
                    <ns1:pt x="0" y="0"/>
                    <ns1:pt x="0" y="0"/>
                    <ns1:pt x="0" y="0"/>
                  </ns1:cubicBezTo>
                  <ns1:cubicBezTo>
                    <ns1:pt x="0" y="6"/>
                    <ns1:pt x="0" y="6"/>
                    <ns1:pt x="0" y="6"/>
                  </ns1:cubicBezTo>
                  <ns1:cubicBezTo>
                    <ns1:pt x="4" y="6"/>
                    <ns1:pt x="4" y="6"/>
                    <ns1:pt x="4" y="6"/>
                  </ns1:cubicBezTo>
                  <ns1:cubicBezTo>
                    <ns1:pt x="5" y="18"/>
                    <ns1:pt x="9" y="26"/>
                    <ns1:pt x="17" y="29"/>
                  </ns1:cubicBezTo>
                  <ns1:cubicBezTo>
                    <ns1:pt x="17" y="36"/>
                    <ns1:pt x="17" y="36"/>
                    <ns1:pt x="17" y="36"/>
                  </ns1:cubicBezTo>
                  <ns1:cubicBezTo>
                    <ns1:pt x="9" y="38"/>
                    <ns1:pt x="5" y="46"/>
                    <ns1:pt x="4" y="58"/>
                  </ns1:cubicBezTo>
                  <ns1:cubicBezTo>
                    <ns1:pt x="0" y="58"/>
                    <ns1:pt x="0" y="58"/>
                    <ns1:pt x="0" y="58"/>
                  </ns1:cubicBezTo>
                  <ns1:cubicBezTo>
                    <ns1:pt x="0" y="64"/>
                    <ns1:pt x="0" y="64"/>
                    <ns1:pt x="0" y="64"/>
                  </ns1:cubicBezTo>
                  <ns1:cubicBezTo>
                    <ns1:pt x="46" y="64"/>
                    <ns1:pt x="46" y="64"/>
                    <ns1:pt x="46" y="64"/>
                  </ns1:cubicBezTo>
                  <ns1:cubicBezTo>
                    <ns1:pt x="46" y="58"/>
                    <ns1:pt x="46" y="58"/>
                    <ns1:pt x="46" y="58"/>
                  </ns1:cubicBezTo>
                  <ns1:cubicBezTo>
                    <ns1:pt x="43" y="58"/>
                    <ns1:pt x="43" y="58"/>
                    <ns1:pt x="43" y="58"/>
                  </ns1:cubicBezTo>
                  <ns1:cubicBezTo>
                    <ns1:pt x="42" y="46"/>
                    <ns1:pt x="38" y="38"/>
                    <ns1:pt x="30" y="36"/>
                  </ns1:cubicBezTo>
                  <ns1:cubicBezTo>
                    <ns1:pt x="30" y="29"/>
                    <ns1:pt x="30" y="29"/>
                    <ns1:pt x="30" y="29"/>
                  </ns1:cubicBezTo>
                  <ns1:cubicBezTo>
                    <ns1:pt x="38" y="26"/>
                    <ns1:pt x="42" y="18"/>
                    <ns1:pt x="43" y="6"/>
                  </ns1:cubicBezTo>
                  <ns1:close/>
                  <ns1:moveTo>
                    <ns1:pt x="28" y="38"/>
                  </ns1:moveTo>
                  <ns1:cubicBezTo>
                    <ns1:pt x="37" y="40"/>
                    <ns1:pt x="39" y="49"/>
                    <ns1:pt x="40" y="58"/>
                  </ns1:cubicBezTo>
                  <ns1:cubicBezTo>
                    <ns1:pt x="37" y="58"/>
                    <ns1:pt x="37" y="58"/>
                    <ns1:pt x="37" y="58"/>
                  </ns1:cubicBezTo>
                  <ns1:cubicBezTo>
                    <ns1:pt x="31" y="51"/>
                    <ns1:pt x="31" y="51"/>
                    <ns1:pt x="31" y="51"/>
                  </ns1:cubicBezTo>
                  <ns1:cubicBezTo>
                    <ns1:pt x="24" y="43"/>
                    <ns1:pt x="24" y="43"/>
                    <ns1:pt x="24" y="43"/>
                  </ns1:cubicBezTo>
                  <ns1:cubicBezTo>
                    <ns1:pt x="17" y="51"/>
                    <ns1:pt x="17" y="51"/>
                    <ns1:pt x="17" y="51"/>
                  </ns1:cubicBezTo>
                  <ns1:cubicBezTo>
                    <ns1:pt x="11" y="58"/>
                    <ns1:pt x="11" y="58"/>
                    <ns1:pt x="11" y="58"/>
                  </ns1:cubicBezTo>
                  <ns1:cubicBezTo>
                    <ns1:pt x="7" y="58"/>
                    <ns1:pt x="7" y="58"/>
                    <ns1:pt x="7" y="58"/>
                  </ns1:cubicBezTo>
                  <ns1:cubicBezTo>
                    <ns1:pt x="8" y="49"/>
                    <ns1:pt x="10" y="40"/>
                    <ns1:pt x="19" y="38"/>
                  </ns1:cubicBezTo>
                  <ns1:cubicBezTo>
                    <ns1:pt x="20" y="38"/>
                    <ns1:pt x="20" y="38"/>
                    <ns1:pt x="20" y="38"/>
                  </ns1:cubicBezTo>
                  <ns1:cubicBezTo>
                    <ns1:pt x="20" y="26"/>
                    <ns1:pt x="20" y="26"/>
                    <ns1:pt x="20" y="26"/>
                  </ns1:cubicBezTo>
                  <ns1:cubicBezTo>
                    <ns1:pt x="19" y="26"/>
                    <ns1:pt x="19" y="26"/>
                    <ns1:pt x="19" y="26"/>
                  </ns1:cubicBezTo>
                  <ns1:cubicBezTo>
                    <ns1:pt x="10" y="24"/>
                    <ns1:pt x="8" y="15"/>
                    <ns1:pt x="7" y="6"/>
                  </ns1:cubicBezTo>
                  <ns1:cubicBezTo>
                    <ns1:pt x="40" y="6"/>
                    <ns1:pt x="40" y="6"/>
                    <ns1:pt x="40" y="6"/>
                  </ns1:cubicBezTo>
                  <ns1:cubicBezTo>
                    <ns1:pt x="39" y="15"/>
                    <ns1:pt x="37" y="24"/>
                    <ns1:pt x="28" y="26"/>
                  </ns1:cubicBezTo>
                  <ns1:cubicBezTo>
                    <ns1:pt x="27" y="26"/>
                    <ns1:pt x="27" y="26"/>
                    <ns1:pt x="27" y="26"/>
                  </ns1:cubicBezTo>
                  <ns1:cubicBezTo>
                    <ns1:pt x="27" y="38"/>
                    <ns1:pt x="27" y="38"/>
                    <ns1:pt x="27" y="38"/>
                  </ns1:cubicBezTo>
                  <ns1:lnTo>
                    <ns1:pt x="28" y="38"/>
                  </ns1:lnTo>
                  <ns1:close/>
                </ns1:path>
              </ns1:pathLst>
            </ns1:custGeom>
            <ns1:grpFill/>
            <ns1:ln>
              <ns1:noFill/>
            </ns1:ln>
            <ns1:extLst>
              <ns1:ext uri="{91240B29-F687-4F45-9708-019B960494DF}">
                <ns2:hiddenLine w="9525">
                  <ns1:solidFill>
                    <ns1:srgbClr val="000000"/>
                  </ns1:solidFill>
                  <ns1:round/>
                  <ns1:headEnd/>
                  <ns1:tailEnd/>
                </ns2:hiddenLine>
              </ns1:ext>
            </ns1:extLst>
          </ns0:spPr>
          <ns0:txBody>
            <ns1:bodyPr vert="horz" wrap="square" lIns="91440" tIns="45720" rIns="91440" bIns="45720" numCol="1" anchor="t" anchorCtr="0" compatLnSpc="1">
              <ns1:prstTxWarp prst="textNoShape">
                <ns1:avLst/>
              </ns1:prstTxWarp>
            </ns1:bodyPr>
            <ns1:lstStyle/>
            <ns1:p>
              <ns1:endParaRPr lang="id-ID" sz="2700"/>
            </ns1:p>
          </ns0:txBody>
        </ns0:sp>
        <ns0:sp>
          <ns0:nvSpPr>
            <ns0:cNvPr id="169" name="Freeform 233"/>
            <ns0:cNvSpPr>
              <ns1:spLocks/>
            </ns0:cNvSpPr>
            <ns0:nvPr/>
          </ns0:nvSpPr>
          <ns0:spPr bwMode="auto">
            <ns1:xfrm>
              <ns1:off x="6523038" y="5062538"/>
              <ns1:ext cx="52388" cy="30163"/>
            </ns1:xfrm>
            <ns1:custGeom>
              <ns1:avLst/>
              <ns1:gdLst>
                <ns1:gd name="T0" fmla="*/ 33 w 33"/>
                <ns1:gd name="T1" fmla="*/ 0 h 19"/>
                <ns1:gd name="T2" fmla="*/ 0 w 33"/>
                <ns1:gd name="T3" fmla="*/ 0 h 19"/>
                <ns1:gd name="T4" fmla="*/ 9 w 33"/>
                <ns1:gd name="T5" fmla="*/ 10 h 19"/>
                <ns1:gd name="T6" fmla="*/ 16 w 33"/>
                <ns1:gd name="T7" fmla="*/ 19 h 19"/>
                <ns1:gd name="T8" fmla="*/ 23 w 33"/>
                <ns1:gd name="T9" fmla="*/ 10 h 19"/>
                <ns1:gd name="T10" fmla="*/ 33 w 33"/>
                <ns1:gd name="T11" fmla="*/ 0 h 19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</ns1:cxnLst>
              <ns1:rect l="0" t="0" r="r" b="b"/>
              <ns1:pathLst>
                <ns1:path w="33" h="19">
                  <ns1:moveTo>
                    <ns1:pt x="33" y="0"/>
                  </ns1:moveTo>
                  <ns1:lnTo>
                    <ns1:pt x="0" y="0"/>
                  </ns1:lnTo>
                  <ns1:lnTo>
                    <ns1:pt x="9" y="10"/>
                  </ns1:lnTo>
                  <ns1:lnTo>
                    <ns1:pt x="16" y="19"/>
                  </ns1:lnTo>
                  <ns1:lnTo>
                    <ns1:pt x="23" y="10"/>
                  </ns1:lnTo>
                  <ns1:lnTo>
                    <ns1:pt x="33" y="0"/>
                  </ns1:lnTo>
                  <ns1:close/>
                </ns1:path>
              </ns1:pathLst>
            </ns1:custGeom>
            <ns1:grpFill/>
            <ns1:ln>
              <ns1:noFill/>
            </ns1:ln>
            <ns1:extLst>
              <ns1:ext uri="{91240B29-F687-4F45-9708-019B960494DF}">
                <ns2:hiddenLine w="9525">
                  <ns1:solidFill>
                    <ns1:srgbClr val="000000"/>
                  </ns1:solidFill>
                  <ns1:round/>
                  <ns1:headEnd/>
                  <ns1:tailEnd/>
                </ns2:hiddenLine>
              </ns1:ext>
            </ns1:extLst>
          </ns0:spPr>
          <ns0:txBody>
            <ns1:bodyPr vert="horz" wrap="square" lIns="91440" tIns="45720" rIns="91440" bIns="45720" numCol="1" anchor="t" anchorCtr="0" compatLnSpc="1">
              <ns1:prstTxWarp prst="textNoShape">
                <ns1:avLst/>
              </ns1:prstTxWarp>
            </ns1:bodyPr>
            <ns1:lstStyle/>
            <ns1:p>
              <ns1:endParaRPr lang="id-ID" sz="2700"/>
            </ns1:p>
          </ns0:txBody>
        </ns0:sp>
      </ns0:grpSp>
      <ns0:sp>
        <ns0:nvSpPr>
          <ns0:cNvPr id="170" name="Freeform 9"/>
          <ns0:cNvSpPr>
            <ns1:spLocks noEditPoints="1"/>
          </ns0:cNvSpPr>
          <ns0:nvPr/>
        </ns0:nvSpPr>
        <ns0:spPr bwMode="auto">
          <ns1:xfrm>
            <ns1:off x="8456105" y="1952315"/>
            <ns1:ext cx="214619" cy="525051"/>
          </ns1:xfrm>
          <ns1:custGeom>
            <ns1:avLst/>
            <ns1:gdLst>
              <ns1:gd name="T0" fmla="*/ 229 w 280"/>
              <ns1:gd name="T1" fmla="*/ 44 h 685"/>
              <ns1:gd name="T2" fmla="*/ 206 w 280"/>
              <ns1:gd name="T3" fmla="*/ 0 h 685"/>
              <ns1:gd name="T4" fmla="*/ 75 w 280"/>
              <ns1:gd name="T5" fmla="*/ 0 h 685"/>
              <ns1:gd name="T6" fmla="*/ 49 w 280"/>
              <ns1:gd name="T7" fmla="*/ 42 h 685"/>
              <ns1:gd name="T8" fmla="*/ 79 w 280"/>
              <ns1:gd name="T9" fmla="*/ 140 h 685"/>
              <ns1:gd name="T10" fmla="*/ 0 w 280"/>
              <ns1:gd name="T11" fmla="*/ 534 h 685"/>
              <ns1:gd name="T12" fmla="*/ 140 w 280"/>
              <ns1:gd name="T13" fmla="*/ 685 h 685"/>
              <ns1:gd name="T14" fmla="*/ 280 w 280"/>
              <ns1:gd name="T15" fmla="*/ 534 h 685"/>
              <ns1:gd name="T16" fmla="*/ 199 w 280"/>
              <ns1:gd name="T17" fmla="*/ 139 h 685"/>
              <ns1:gd name="T18" fmla="*/ 229 w 280"/>
              <ns1:gd name="T19" fmla="*/ 44 h 685"/>
              <ns1:gd name="T20" fmla="*/ 95 w 280"/>
              <ns1:gd name="T21" fmla="*/ 35 h 685"/>
              <ns1:gd name="T22" fmla="*/ 185 w 280"/>
              <ns1:gd name="T23" fmla="*/ 35 h 685"/>
              <ns1:gd name="T24" fmla="*/ 192 w 280"/>
              <ns1:gd name="T25" fmla="*/ 47 h 685"/>
              <ns1:gd name="T26" fmla="*/ 168 w 280"/>
              <ns1:gd name="T27" fmla="*/ 122 h 685"/>
              <ns1:gd name="T28" fmla="*/ 110 w 280"/>
              <ns1:gd name="T29" fmla="*/ 122 h 685"/>
              <ns1:gd name="T30" fmla="*/ 86 w 280"/>
              <ns1:gd name="T31" fmla="*/ 47 h 685"/>
              <ns1:gd name="T32" fmla="*/ 95 w 280"/>
              <ns1:gd name="T33" fmla="*/ 35 h 685"/>
              <ns1:gd name="T34" fmla="*/ 61 w 280"/>
              <ns1:gd name="T35" fmla="*/ 406 h 685"/>
              <ns1:gd name="T36" fmla="*/ 209 w 280"/>
              <ns1:gd name="T37" fmla="*/ 559 h 685"/>
              <ns1:gd name="T38" fmla="*/ 181 w 280"/>
              <ns1:gd name="T39" fmla="*/ 589 h 685"/>
              <ns1:gd name="T40" fmla="*/ 50 w 280"/>
              <ns1:gd name="T41" fmla="*/ 459 h 685"/>
              <ns1:gd name="T42" fmla="*/ 61 w 280"/>
              <ns1:gd name="T43" fmla="*/ 406 h 685"/>
              <ns1:gd name="T44" fmla="*/ 65 w 280"/>
              <ns1:gd name="T45" fmla="*/ 386 h 685"/>
              <ns1:gd name="T46" fmla="*/ 76 w 280"/>
              <ns1:gd name="T47" fmla="*/ 331 h 685"/>
              <ns1:gd name="T48" fmla="*/ 238 w 280"/>
              <ns1:gd name="T49" fmla="*/ 500 h 685"/>
              <ns1:gd name="T50" fmla="*/ 242 w 280"/>
              <ns1:gd name="T51" fmla="*/ 523 h 685"/>
              <ns1:gd name="T52" fmla="*/ 221 w 280"/>
              <ns1:gd name="T53" fmla="*/ 546 h 685"/>
              <ns1:gd name="T54" fmla="*/ 65 w 280"/>
              <ns1:gd name="T55" fmla="*/ 386 h 685"/>
              <ns1:gd name="T56" fmla="*/ 80 w 280"/>
              <ns1:gd name="T57" fmla="*/ 311 h 685"/>
              <ns1:gd name="T58" fmla="*/ 90 w 280"/>
              <ns1:gd name="T59" fmla="*/ 262 h 685"/>
              <ns1:gd name="T60" fmla="*/ 214 w 280"/>
              <ns1:gd name="T61" fmla="*/ 385 h 685"/>
              <ns1:gd name="T62" fmla="*/ 231 w 280"/>
              <ns1:gd name="T63" fmla="*/ 468 h 685"/>
              <ns1:gd name="T64" fmla="*/ 80 w 280"/>
              <ns1:gd name="T65" fmla="*/ 311 h 685"/>
              <ns1:gd name="T66" fmla="*/ 94 w 280"/>
              <ns1:gd name="T67" fmla="*/ 242 h 685"/>
              <ns1:gd name="T68" fmla="*/ 105 w 280"/>
              <ns1:gd name="T69" fmla="*/ 187 h 685"/>
              <ns1:gd name="T70" fmla="*/ 192 w 280"/>
              <ns1:gd name="T71" fmla="*/ 278 h 685"/>
              <ns1:gd name="T72" fmla="*/ 208 w 280"/>
              <ns1:gd name="T73" fmla="*/ 355 h 685"/>
              <ns1:gd name="T74" fmla="*/ 94 w 280"/>
              <ns1:gd name="T75" fmla="*/ 242 h 685"/>
              <ns1:gd name="T76" fmla="*/ 46 w 280"/>
              <ns1:gd name="T77" fmla="*/ 479 h 685"/>
              <ns1:gd name="T78" fmla="*/ 169 w 280"/>
              <ns1:gd name="T79" fmla="*/ 602 h 685"/>
              <ns1:gd name="T80" fmla="*/ 140 w 280"/>
              <ns1:gd name="T81" fmla="*/ 634 h 685"/>
              <ns1:gd name="T82" fmla="*/ 37 w 280"/>
              <ns1:gd name="T83" fmla="*/ 523 h 685"/>
              <ns1:gd name="T84" fmla="*/ 46 w 280"/>
              <ns1:gd name="T85" fmla="*/ 479 h 685"/>
              <ns1:gd name="T86" fmla="*/ 168 w 280"/>
              <ns1:gd name="T87" fmla="*/ 156 h 685"/>
              <ns1:gd name="T88" fmla="*/ 185 w 280"/>
              <ns1:gd name="T89" fmla="*/ 246 h 685"/>
              <ns1:gd name="T90" fmla="*/ 109 w 280"/>
              <ns1:gd name="T91" fmla="*/ 166 h 685"/>
              <ns1:gd name="T92" fmla="*/ 111 w 280"/>
              <ns1:gd name="T93" fmla="*/ 156 h 685"/>
              <ns1:gd name="T94" fmla="*/ 168 w 280"/>
              <ns1:gd name="T95" fmla="*/ 156 h 685"/>
            </ns1:gdLst>
            <ns1:ahLst/>
            <ns1:cxnLst>
              <ns1:cxn ang="0">
                <ns1:pos x="T0" y="T1"/>
              </ns1:cxn>
              <ns1:cxn ang="0">
                <ns1:pos x="T2" y="T3"/>
              </ns1:cxn>
              <ns1:cxn ang="0">
                <ns1:pos x="T4" y="T5"/>
              </ns1:cxn>
              <ns1:cxn ang="0">
                <ns1:pos x="T6" y="T7"/>
              </ns1:cxn>
              <ns1:cxn ang="0">
                <ns1:pos x="T8" y="T9"/>
              </ns1:cxn>
              <ns1:cxn ang="0">
                <ns1:pos x="T10" y="T11"/>
              </ns1:cxn>
              <ns1:cxn ang="0">
                <ns1:pos x="T12" y="T13"/>
              </ns1:cxn>
              <ns1:cxn ang="0">
                <ns1:pos x="T14" y="T15"/>
              </ns1:cxn>
              <ns1:cxn ang="0">
                <ns1:pos x="T16" y="T17"/>
              </ns1:cxn>
              <ns1:cxn ang="0">
                <ns1:pos x="T18" y="T19"/>
              </ns1:cxn>
              <ns1:cxn ang="0">
                <ns1:pos x="T20" y="T21"/>
              </ns1:cxn>
              <ns1:cxn ang="0">
                <ns1:pos x="T22" y="T23"/>
              </ns1:cxn>
              <ns1:cxn ang="0">
                <ns1:pos x="T24" y="T25"/>
              </ns1:cxn>
              <ns1:cxn ang="0">
                <ns1:pos x="T26" y="T27"/>
              </ns1:cxn>
              <ns1:cxn ang="0">
                <ns1:pos x="T28" y="T29"/>
              </ns1:cxn>
              <ns1:cxn ang="0">
                <ns1:pos x="T30" y="T31"/>
              </ns1:cxn>
              <ns1:cxn ang="0">
                <ns1:pos x="T32" y="T33"/>
              </ns1:cxn>
              <ns1:cxn ang="0">
                <ns1:pos x="T34" y="T35"/>
              </ns1:cxn>
              <ns1:cxn ang="0">
                <ns1:pos x="T36" y="T37"/>
              </ns1:cxn>
              <ns1:cxn ang="0">
                <ns1:pos x="T38" y="T39"/>
              </ns1:cxn>
              <ns1:cxn ang="0">
                <ns1:pos x="T40" y="T41"/>
              </ns1:cxn>
              <ns1:cxn ang="0">
                <ns1:pos x="T42" y="T43"/>
              </ns1:cxn>
              <ns1:cxn ang="0">
                <ns1:pos x="T44" y="T45"/>
              </ns1:cxn>
              <ns1:cxn ang="0">
                <ns1:pos x="T46" y="T47"/>
              </ns1:cxn>
              <ns1:cxn ang="0">
                <ns1:pos x="T48" y="T49"/>
              </ns1:cxn>
              <ns1:cxn ang="0">
                <ns1:pos x="T50" y="T51"/>
              </ns1:cxn>
              <ns1:cxn ang="0">
                <ns1:pos x="T52" y="T53"/>
              </ns1:cxn>
              <ns1:cxn ang="0">
                <ns1:pos x="T54" y="T55"/>
              </ns1:cxn>
              <ns1:cxn ang="0">
                <ns1:pos x="T56" y="T57"/>
              </ns1:cxn>
              <ns1:cxn ang="0">
                <ns1:pos x="T58" y="T59"/>
              </ns1:cxn>
              <ns1:cxn ang="0">
                <ns1:pos x="T60" y="T61"/>
              </ns1:cxn>
              <ns1:cxn ang="0">
                <ns1:pos x="T62" y="T63"/>
              </ns1:cxn>
              <ns1:cxn ang="0">
                <ns1:pos x="T64" y="T65"/>
              </ns1:cxn>
              <ns1:cxn ang="0">
                <ns1:pos x="T66" y="T67"/>
              </ns1:cxn>
              <ns1:cxn ang="0">
                <ns1:pos x="T68" y="T69"/>
              </ns1:cxn>
              <ns1:cxn ang="0">
                <ns1:pos x="T70" y="T71"/>
              </ns1:cxn>
              <ns1:cxn ang="0">
                <ns1:pos x="T72" y="T73"/>
              </ns1:cxn>
              <ns1:cxn ang="0">
                <ns1:pos x="T74" y="T75"/>
              </ns1:cxn>
              <ns1:cxn ang="0">
                <ns1:pos x="T76" y="T77"/>
              </ns1:cxn>
              <ns1:cxn ang="0">
                <ns1:pos x="T78" y="T79"/>
              </ns1:cxn>
              <ns1:cxn ang="0">
                <ns1:pos x="T80" y="T81"/>
              </ns1:cxn>
              <ns1:cxn ang="0">
                <ns1:pos x="T82" y="T83"/>
              </ns1:cxn>
              <ns1:cxn ang="0">
                <ns1:pos x="T84" y="T85"/>
              </ns1:cxn>
              <ns1:cxn ang="0">
                <ns1:pos x="T86" y="T87"/>
              </ns1:cxn>
              <ns1:cxn ang="0">
                <ns1:pos x="T88" y="T89"/>
              </ns1:cxn>
              <ns1:cxn ang="0">
                <ns1:pos x="T90" y="T91"/>
              </ns1:cxn>
              <ns1:cxn ang="0">
                <ns1:pos x="T92" y="T93"/>
              </ns1:cxn>
              <ns1:cxn ang="0">
                <ns1:pos x="T94" y="T95"/>
              </ns1:cxn>
            </ns1:cxnLst>
            <ns1:rect l="0" t="0" r="r" b="b"/>
            <ns1:pathLst>
              <ns1:path w="280" h="685">
                <ns1:moveTo>
                  <ns1:pt x="229" y="44"/>
                </ns1:moveTo>
                <ns1:lnTo>
                  <ns1:pt x="206" y="0"/>
                </ns1:lnTo>
                <ns1:lnTo>
                  <ns1:pt x="75" y="0"/>
                </ns1:lnTo>
                <ns1:lnTo>
                  <ns1:pt x="49" y="42"/>
                </ns1:lnTo>
                <ns1:lnTo>
                  <ns1:pt x="79" y="140"/>
                </ns1:lnTo>
                <ns1:lnTo>
                  <ns1:pt x="0" y="534"/>
                </ns1:lnTo>
                <ns1:lnTo>
                  <ns1:pt x="140" y="685"/>
                </ns1:lnTo>
                <ns1:lnTo>
                  <ns1:pt x="280" y="534"/>
                </ns1:lnTo>
                <ns1:lnTo>
                  <ns1:pt x="199" y="139"/>
                </ns1:lnTo>
                <ns1:lnTo>
                  <ns1:pt x="229" y="44"/>
                </ns1:lnTo>
                <ns1:close/>
                <ns1:moveTo>
                  <ns1:pt x="95" y="35"/>
                </ns1:moveTo>
                <ns1:lnTo>
                  <ns1:pt x="185" y="35"/>
                </ns1:lnTo>
                <ns1:lnTo>
                  <ns1:pt x="192" y="47"/>
                </ns1:lnTo>
                <ns1:lnTo>
                  <ns1:pt x="168" y="122"/>
                </ns1:lnTo>
                <ns1:lnTo>
                  <ns1:pt x="110" y="122"/>
                </ns1:lnTo>
                <ns1:lnTo>
                  <ns1:pt x="86" y="47"/>
                </ns1:lnTo>
                <ns1:lnTo>
                  <ns1:pt x="95" y="35"/>
                </ns1:lnTo>
                <ns1:close/>
                <ns1:moveTo>
                  <ns1:pt x="61" y="406"/>
                </ns1:moveTo>
                <ns1:lnTo>
                  <ns1:pt x="209" y="559"/>
                </ns1:lnTo>
                <ns1:lnTo>
                  <ns1:pt x="181" y="589"/>
                </ns1:lnTo>
                <ns1:lnTo>
                  <ns1:pt x="50" y="459"/>
                </ns1:lnTo>
                <ns1:lnTo>
                  <ns1:pt x="61" y="406"/>
                </ns1:lnTo>
                <ns1:close/>
                <ns1:moveTo>
                  <ns1:pt x="65" y="386"/>
                </ns1:moveTo>
                <ns1:lnTo>
                  <ns1:pt x="76" y="331"/>
                </ns1:lnTo>
                <ns1:lnTo>
                  <ns1:pt x="238" y="500"/>
                </ns1:lnTo>
                <ns1:lnTo>
                  <ns1:pt x="242" y="523"/>
                </ns1:lnTo>
                <ns1:lnTo>
                  <ns1:pt x="221" y="546"/>
                </ns1:lnTo>
                <ns1:lnTo>
                  <ns1:pt x="65" y="386"/>
                </ns1:lnTo>
                <ns1:close/>
                <ns1:moveTo>
                  <ns1:pt x="80" y="311"/>
                </ns1:moveTo>
                <ns1:lnTo>
                  <ns1:pt x="90" y="262"/>
                </ns1:lnTo>
                <ns1:lnTo>
                  <ns1:pt x="214" y="385"/>
                </ns1:lnTo>
                <ns1:lnTo>
                  <ns1:pt x="231" y="468"/>
                </ns1:lnTo>
                <ns1:lnTo>
                  <ns1:pt x="80" y="311"/>
                </ns1:lnTo>
                <ns1:close/>
                <ns1:moveTo>
                  <ns1:pt x="94" y="242"/>
                </ns1:moveTo>
                <ns1:lnTo>
                  <ns1:pt x="105" y="187"/>
                </ns1:lnTo>
                <ns1:lnTo>
                  <ns1:pt x="192" y="278"/>
                </ns1:lnTo>
                <ns1:lnTo>
                  <ns1:pt x="208" y="355"/>
                </ns1:lnTo>
                <ns1:lnTo>
                  <ns1:pt x="94" y="242"/>
                </ns1:lnTo>
                <ns1:close/>
                <ns1:moveTo>
                  <ns1:pt x="46" y="479"/>
                </ns1:moveTo>
                <ns1:lnTo>
                  <ns1:pt x="169" y="602"/>
                </ns1:lnTo>
                <ns1:lnTo>
                  <ns1:pt x="140" y="634"/>
                </ns1:lnTo>
                <ns1:lnTo>
                  <ns1:pt x="37" y="523"/>
                </ns1:lnTo>
                <ns1:lnTo>
                  <ns1:pt x="46" y="479"/>
                </ns1:lnTo>
                <ns1:close/>
                <ns1:moveTo>
                  <ns1:pt x="168" y="156"/>
                </ns1:moveTo>
                <ns1:lnTo>
                  <ns1:pt x="185" y="246"/>
                </ns1:lnTo>
                <ns1:lnTo>
                  <ns1:pt x="109" y="166"/>
                </ns1:lnTo>
                <ns1:lnTo>
                  <ns1:pt x="111" y="156"/>
                </ns1:lnTo>
                <ns1:lnTo>
                  <ns1:pt x="168" y="156"/>
                </ns1:lnTo>
                <ns1:close/>
              </ns1:path>
            </ns1:pathLst>
          </ns1:custGeom>
          <ns1:solidFill>
            <ns1:schemeClr val="tx1"/>
          </ns1:solidFill>
          <ns1:ln>
            <ns1:noFill/>
          </ns1:ln>
        </ns0:spPr>
        <ns0:txBody>
          <ns1:bodyPr vert="horz" wrap="square" lIns="91440" tIns="45720" rIns="91440" bIns="45720" numCol="1" anchor="t" anchorCtr="0" compatLnSpc="1">
            <ns1:prstTxWarp prst="textNoShape">
              <ns1:avLst/>
            </ns1:prstTxWarp>
          </ns1:bodyPr>
          <ns1:lstStyle/>
          <ns1:p>
            <ns1:endParaRPr lang="id-ID" sz="2700"/>
          </ns1:p>
        </ns0:txBody>
      </ns0:sp>
      <ns0:sp>
        <ns0:nvSpPr>
          <ns0:cNvPr id="176" name="Freeform 46"/>
          <ns0:cNvSpPr>
            <ns1:spLocks/>
          </ns0:cNvSpPr>
          <ns0:nvPr/>
        </ns0:nvSpPr>
        <ns0:spPr bwMode="auto">
          <ns1:xfrm>
            <ns1:off x="571844" y="1166328"/>
            <ns1:ext cx="226939" cy="422211"/>
          </ns1:xfrm>
          <ns1:custGeom>
            <ns1:avLst/>
            <ns1:gdLst>
              <ns1:gd name="T0" fmla="*/ 85 w 88"/>
              <ns1:gd name="T1" fmla="*/ 157 h 166"/>
              <ns1:gd name="T2" fmla="*/ 87 w 88"/>
              <ns1:gd name="T3" fmla="*/ 156 h 166"/>
              <ns1:gd name="T4" fmla="*/ 88 w 88"/>
              <ns1:gd name="T5" fmla="*/ 154 h 166"/>
              <ns1:gd name="T6" fmla="*/ 88 w 88"/>
              <ns1:gd name="T7" fmla="*/ 149 h 166"/>
              <ns1:gd name="T8" fmla="*/ 76 w 88"/>
              <ns1:gd name="T9" fmla="*/ 137 h 166"/>
              <ns1:gd name="T10" fmla="*/ 77 w 88"/>
              <ns1:gd name="T11" fmla="*/ 137 h 166"/>
              <ns1:gd name="T12" fmla="*/ 78 w 88"/>
              <ns1:gd name="T13" fmla="*/ 136 h 166"/>
              <ns1:gd name="T14" fmla="*/ 79 w 88"/>
              <ns1:gd name="T15" fmla="*/ 135 h 166"/>
              <ns1:gd name="T16" fmla="*/ 78 w 88"/>
              <ns1:gd name="T17" fmla="*/ 133 h 166"/>
              <ns1:gd name="T18" fmla="*/ 77 w 88"/>
              <ns1:gd name="T19" fmla="*/ 133 h 166"/>
              <ns1:gd name="T20" fmla="*/ 74 w 88"/>
              <ns1:gd name="T21" fmla="*/ 133 h 166"/>
              <ns1:gd name="T22" fmla="*/ 87 w 88"/>
              <ns1:gd name="T23" fmla="*/ 118 h 166"/>
              <ns1:gd name="T24" fmla="*/ 87 w 88"/>
              <ns1:gd name="T25" fmla="*/ 118 h 166"/>
              <ns1:gd name="T26" fmla="*/ 87 w 88"/>
              <ns1:gd name="T27" fmla="*/ 118 h 166"/>
              <ns1:gd name="T28" fmla="*/ 87 w 88"/>
              <ns1:gd name="T29" fmla="*/ 118 h 166"/>
              <ns1:gd name="T30" fmla="*/ 79 w 88"/>
              <ns1:gd name="T31" fmla="*/ 113 h 166"/>
              <ns1:gd name="T32" fmla="*/ 35 w 88"/>
              <ns1:gd name="T33" fmla="*/ 53 h 166"/>
              <ns1:gd name="T34" fmla="*/ 55 w 88"/>
              <ns1:gd name="T35" fmla="*/ 53 h 166"/>
              <ns1:gd name="T36" fmla="*/ 58 w 88"/>
              <ns1:gd name="T37" fmla="*/ 62 h 166"/>
              <ns1:gd name="T38" fmla="*/ 76 w 88"/>
              <ns1:gd name="T39" fmla="*/ 64 h 166"/>
              <ns1:gd name="T40" fmla="*/ 82 w 88"/>
              <ns1:gd name="T41" fmla="*/ 52 h 166"/>
              <ns1:gd name="T42" fmla="*/ 82 w 88"/>
              <ns1:gd name="T43" fmla="*/ 50 h 166"/>
              <ns1:gd name="T44" fmla="*/ 81 w 88"/>
              <ns1:gd name="T45" fmla="*/ 48 h 166"/>
              <ns1:gd name="T46" fmla="*/ 79 w 88"/>
              <ns1:gd name="T47" fmla="*/ 47 h 166"/>
              <ns1:gd name="T48" fmla="*/ 65 w 88"/>
              <ns1:gd name="T49" fmla="*/ 29 h 166"/>
              <ns1:gd name="T50" fmla="*/ 64 w 88"/>
              <ns1:gd name="T51" fmla="*/ 27 h 166"/>
              <ns1:gd name="T52" fmla="*/ 64 w 88"/>
              <ns1:gd name="T53" fmla="*/ 26 h 166"/>
              <ns1:gd name="T54" fmla="*/ 63 w 88"/>
              <ns1:gd name="T55" fmla="*/ 24 h 166"/>
              <ns1:gd name="T56" fmla="*/ 54 w 88"/>
              <ns1:gd name="T57" fmla="*/ 16 h 166"/>
              <ns1:gd name="T58" fmla="*/ 65 w 88"/>
              <ns1:gd name="T59" fmla="*/ 8 h 166"/>
              <ns1:gd name="T60" fmla="*/ 30 w 88"/>
              <ns1:gd name="T61" fmla="*/ 0 h 166"/>
              <ns1:gd name="T62" fmla="*/ 17 w 88"/>
              <ns1:gd name="T63" fmla="*/ 13 h 166"/>
              <ns1:gd name="T64" fmla="*/ 3 w 88"/>
              <ns1:gd name="T65" fmla="*/ 34 h 166"/>
              <ns1:gd name="T66" fmla="*/ 1 w 88"/>
              <ns1:gd name="T67" fmla="*/ 59 h 166"/>
              <ns1:gd name="T68" fmla="*/ 8 w 88"/>
              <ns1:gd name="T69" fmla="*/ 123 h 166"/>
              <ns1:gd name="T70" fmla="*/ 17 w 88"/>
              <ns1:gd name="T71" fmla="*/ 133 h 166"/>
              <ns1:gd name="T72" fmla="*/ 13 w 88"/>
              <ns1:gd name="T73" fmla="*/ 133 h 166"/>
              <ns1:gd name="T74" fmla="*/ 12 w 88"/>
              <ns1:gd name="T75" fmla="*/ 133 h 166"/>
              <ns1:gd name="T76" fmla="*/ 11 w 88"/>
              <ns1:gd name="T77" fmla="*/ 135 h 166"/>
              <ns1:gd name="T78" fmla="*/ 12 w 88"/>
              <ns1:gd name="T79" fmla="*/ 136 h 166"/>
              <ns1:gd name="T80" fmla="*/ 13 w 88"/>
              <ns1:gd name="T81" fmla="*/ 137 h 166"/>
              <ns1:gd name="T82" fmla="*/ 14 w 88"/>
              <ns1:gd name="T83" fmla="*/ 137 h 166"/>
              <ns1:gd name="T84" fmla="*/ 2 w 88"/>
              <ns1:gd name="T85" fmla="*/ 149 h 166"/>
              <ns1:gd name="T86" fmla="*/ 2 w 88"/>
              <ns1:gd name="T87" fmla="*/ 154 h 166"/>
              <ns1:gd name="T88" fmla="*/ 3 w 88"/>
              <ns1:gd name="T89" fmla="*/ 156 h 166"/>
              <ns1:gd name="T90" fmla="*/ 5 w 88"/>
              <ns1:gd name="T91" fmla="*/ 157 h 166"/>
              <ns1:gd name="T92" fmla="*/ 5 w 88"/>
              <ns1:gd name="T93" fmla="*/ 157 h 166"/>
              <ns1:gd name="T94" fmla="*/ 5 w 88"/>
              <ns1:gd name="T95" fmla="*/ 160 h 166"/>
              <ns1:gd name="T96" fmla="*/ 5 w 88"/>
              <ns1:gd name="T97" fmla="*/ 160 h 166"/>
              <ns1:gd name="T98" fmla="*/ 3 w 88"/>
              <ns1:gd name="T99" fmla="*/ 160 h 166"/>
              <ns1:gd name="T100" fmla="*/ 2 w 88"/>
              <ns1:gd name="T101" fmla="*/ 163 h 166"/>
              <ns1:gd name="T102" fmla="*/ 2 w 88"/>
              <ns1:gd name="T103" fmla="*/ 163 h 166"/>
              <ns1:gd name="T104" fmla="*/ 3 w 88"/>
              <ns1:gd name="T105" fmla="*/ 165 h 166"/>
              <ns1:gd name="T106" fmla="*/ 5 w 88"/>
              <ns1:gd name="T107" fmla="*/ 166 h 166"/>
              <ns1:gd name="T108" fmla="*/ 85 w 88"/>
              <ns1:gd name="T109" fmla="*/ 166 h 166"/>
              <ns1:gd name="T110" fmla="*/ 87 w 88"/>
              <ns1:gd name="T111" fmla="*/ 165 h 166"/>
              <ns1:gd name="T112" fmla="*/ 88 w 88"/>
              <ns1:gd name="T113" fmla="*/ 163 h 166"/>
              <ns1:gd name="T114" fmla="*/ 88 w 88"/>
              <ns1:gd name="T115" fmla="*/ 163 h 166"/>
              <ns1:gd name="T116" fmla="*/ 87 w 88"/>
              <ns1:gd name="T117" fmla="*/ 160 h 166"/>
              <ns1:gd name="T118" fmla="*/ 85 w 88"/>
              <ns1:gd name="T119" fmla="*/ 160 h 166"/>
              <ns1:gd name="T120" fmla="*/ 85 w 88"/>
              <ns1:gd name="T121" fmla="*/ 160 h 166"/>
              <ns1:gd name="T122" fmla="*/ 85 w 88"/>
              <ns1:gd name="T123" fmla="*/ 157 h 166"/>
            </ns1:gdLst>
            <ns1:ahLst/>
            <ns1:cxnLst>
              <ns1:cxn ang="0">
                <ns1:pos x="T0" y="T1"/>
              </ns1:cxn>
              <ns1:cxn ang="0">
                <ns1:pos x="T2" y="T3"/>
              </ns1:cxn>
              <ns1:cxn ang="0">
                <ns1:pos x="T4" y="T5"/>
              </ns1:cxn>
              <ns1:cxn ang="0">
                <ns1:pos x="T6" y="T7"/>
              </ns1:cxn>
              <ns1:cxn ang="0">
                <ns1:pos x="T8" y="T9"/>
              </ns1:cxn>
              <ns1:cxn ang="0">
                <ns1:pos x="T10" y="T11"/>
              </ns1:cxn>
              <ns1:cxn ang="0">
                <ns1:pos x="T12" y="T13"/>
              </ns1:cxn>
              <ns1:cxn ang="0">
                <ns1:pos x="T14" y="T15"/>
              </ns1:cxn>
              <ns1:cxn ang="0">
                <ns1:pos x="T16" y="T17"/>
              </ns1:cxn>
              <ns1:cxn ang="0">
                <ns1:pos x="T18" y="T19"/>
              </ns1:cxn>
              <ns1:cxn ang="0">
                <ns1:pos x="T20" y="T21"/>
              </ns1:cxn>
              <ns1:cxn ang="0">
                <ns1:pos x="T22" y="T23"/>
              </ns1:cxn>
              <ns1:cxn ang="0">
                <ns1:pos x="T24" y="T25"/>
              </ns1:cxn>
              <ns1:cxn ang="0">
                <ns1:pos x="T26" y="T27"/>
              </ns1:cxn>
              <ns1:cxn ang="0">
                <ns1:pos x="T28" y="T29"/>
              </ns1:cxn>
              <ns1:cxn ang="0">
                <ns1:pos x="T30" y="T31"/>
              </ns1:cxn>
              <ns1:cxn ang="0">
                <ns1:pos x="T32" y="T33"/>
              </ns1:cxn>
              <ns1:cxn ang="0">
                <ns1:pos x="T34" y="T35"/>
              </ns1:cxn>
              <ns1:cxn ang="0">
                <ns1:pos x="T36" y="T37"/>
              </ns1:cxn>
              <ns1:cxn ang="0">
                <ns1:pos x="T38" y="T39"/>
              </ns1:cxn>
              <ns1:cxn ang="0">
                <ns1:pos x="T40" y="T41"/>
              </ns1:cxn>
              <ns1:cxn ang="0">
                <ns1:pos x="T42" y="T43"/>
              </ns1:cxn>
              <ns1:cxn ang="0">
                <ns1:pos x="T44" y="T45"/>
              </ns1:cxn>
              <ns1:cxn ang="0">
                <ns1:pos x="T46" y="T47"/>
              </ns1:cxn>
              <ns1:cxn ang="0">
                <ns1:pos x="T48" y="T49"/>
              </ns1:cxn>
              <ns1:cxn ang="0">
                <ns1:pos x="T50" y="T51"/>
              </ns1:cxn>
              <ns1:cxn ang="0">
                <ns1:pos x="T52" y="T53"/>
              </ns1:cxn>
              <ns1:cxn ang="0">
                <ns1:pos x="T54" y="T55"/>
              </ns1:cxn>
              <ns1:cxn ang="0">
                <ns1:pos x="T56" y="T57"/>
              </ns1:cxn>
              <ns1:cxn ang="0">
                <ns1:pos x="T58" y="T59"/>
              </ns1:cxn>
              <ns1:cxn ang="0">
                <ns1:pos x="T60" y="T61"/>
              </ns1:cxn>
              <ns1:cxn ang="0">
                <ns1:pos x="T62" y="T63"/>
              </ns1:cxn>
              <ns1:cxn ang="0">
                <ns1:pos x="T64" y="T65"/>
              </ns1:cxn>
              <ns1:cxn ang="0">
                <ns1:pos x="T66" y="T67"/>
              </ns1:cxn>
              <ns1:cxn ang="0">
                <ns1:pos x="T68" y="T69"/>
              </ns1:cxn>
              <ns1:cxn ang="0">
                <ns1:pos x="T70" y="T71"/>
              </ns1:cxn>
              <ns1:cxn ang="0">
                <ns1:pos x="T72" y="T73"/>
              </ns1:cxn>
              <ns1:cxn ang="0">
                <ns1:pos x="T74" y="T75"/>
              </ns1:cxn>
              <ns1:cxn ang="0">
                <ns1:pos x="T76" y="T77"/>
              </ns1:cxn>
              <ns1:cxn ang="0">
                <ns1:pos x="T78" y="T79"/>
              </ns1:cxn>
              <ns1:cxn ang="0">
                <ns1:pos x="T80" y="T81"/>
              </ns1:cxn>
              <ns1:cxn ang="0">
                <ns1:pos x="T82" y="T83"/>
              </ns1:cxn>
              <ns1:cxn ang="0">
                <ns1:pos x="T84" y="T85"/>
              </ns1:cxn>
              <ns1:cxn ang="0">
                <ns1:pos x="T86" y="T87"/>
              </ns1:cxn>
              <ns1:cxn ang="0">
                <ns1:pos x="T88" y="T89"/>
              </ns1:cxn>
              <ns1:cxn ang="0">
                <ns1:pos x="T90" y="T91"/>
              </ns1:cxn>
              <ns1:cxn ang="0">
                <ns1:pos x="T92" y="T93"/>
              </ns1:cxn>
              <ns1:cxn ang="0">
                <ns1:pos x="T94" y="T95"/>
              </ns1:cxn>
              <ns1:cxn ang="0">
                <ns1:pos x="T96" y="T97"/>
              </ns1:cxn>
              <ns1:cxn ang="0">
                <ns1:pos x="T98" y="T99"/>
              </ns1:cxn>
              <ns1:cxn ang="0">
                <ns1:pos x="T100" y="T101"/>
              </ns1:cxn>
              <ns1:cxn ang="0">
                <ns1:pos x="T102" y="T103"/>
              </ns1:cxn>
              <ns1:cxn ang="0">
                <ns1:pos x="T104" y="T105"/>
              </ns1:cxn>
              <ns1:cxn ang="0">
                <ns1:pos x="T106" y="T107"/>
              </ns1:cxn>
              <ns1:cxn ang="0">
                <ns1:pos x="T108" y="T109"/>
              </ns1:cxn>
              <ns1:cxn ang="0">
                <ns1:pos x="T110" y="T111"/>
              </ns1:cxn>
              <ns1:cxn ang="0">
                <ns1:pos x="T112" y="T113"/>
              </ns1:cxn>
              <ns1:cxn ang="0">
                <ns1:pos x="T114" y="T115"/>
              </ns1:cxn>
              <ns1:cxn ang="0">
                <ns1:pos x="T116" y="T117"/>
              </ns1:cxn>
              <ns1:cxn ang="0">
                <ns1:pos x="T118" y="T119"/>
              </ns1:cxn>
              <ns1:cxn ang="0">
                <ns1:pos x="T120" y="T121"/>
              </ns1:cxn>
              <ns1:cxn ang="0">
                <ns1:pos x="T122" y="T123"/>
              </ns1:cxn>
            </ns1:cxnLst>
            <ns1:rect l="0" t="0" r="r" b="b"/>
            <ns1:pathLst>
              <ns1:path w="88" h="166">
                <ns1:moveTo>
                  <ns1:pt x="85" y="157"/>
                </ns1:moveTo>
                <ns1:cubicBezTo>
                  <ns1:pt x="86" y="157"/>
                  <ns1:pt x="87" y="157"/>
                  <ns1:pt x="87" y="156"/>
                </ns1:cubicBezTo>
                <ns1:cubicBezTo>
                  <ns1:pt x="88" y="156"/>
                  <ns1:pt x="88" y="155"/>
                  <ns1:pt x="88" y="154"/>
                </ns1:cubicBezTo>
                <ns1:cubicBezTo>
                  <ns1:pt x="88" y="149"/>
                  <ns1:pt x="88" y="149"/>
                  <ns1:pt x="88" y="149"/>
                </ns1:cubicBezTo>
                <ns1:cubicBezTo>
                  <ns1:pt x="82" y="149"/>
                  <ns1:pt x="76" y="143"/>
                  <ns1:pt x="76" y="137"/>
                </ns1:cubicBezTo>
                <ns1:cubicBezTo>
                  <ns1:pt x="77" y="137"/>
                  <ns1:pt x="77" y="137"/>
                  <ns1:pt x="77" y="137"/>
                </ns1:cubicBezTo>
                <ns1:cubicBezTo>
                  <ns1:pt x="78" y="137"/>
                  <ns1:pt x="78" y="137"/>
                  <ns1:pt x="78" y="136"/>
                </ns1:cubicBezTo>
                <ns1:cubicBezTo>
                  <ns1:pt x="79" y="136"/>
                  <ns1:pt x="79" y="135"/>
                  <ns1:pt x="79" y="135"/>
                </ns1:cubicBezTo>
                <ns1:cubicBezTo>
                  <ns1:pt x="79" y="134"/>
                  <ns1:pt x="79" y="134"/>
                  <ns1:pt x="78" y="133"/>
                </ns1:cubicBezTo>
                <ns1:cubicBezTo>
                  <ns1:pt x="78" y="133"/>
                  <ns1:pt x="78" y="133"/>
                  <ns1:pt x="77" y="133"/>
                </ns1:cubicBezTo>
                <ns1:cubicBezTo>
                  <ns1:pt x="74" y="133"/>
                  <ns1:pt x="74" y="133"/>
                  <ns1:pt x="74" y="133"/>
                </ns1:cubicBezTo>
                <ns1:cubicBezTo>
                  <ns1:pt x="84" y="128"/>
                  <ns1:pt x="87" y="118"/>
                  <ns1:pt x="87" y="118"/>
                </ns1:cubicBezTo>
                <ns1:cubicBezTo>
                  <ns1:pt x="87" y="118"/>
                  <ns1:pt x="87" y="118"/>
                  <ns1:pt x="87" y="118"/>
                </ns1:cubicBezTo>
                <ns1:cubicBezTo>
                  <ns1:pt x="87" y="118"/>
                  <ns1:pt x="87" y="118"/>
                  <ns1:pt x="87" y="118"/>
                </ns1:cubicBezTo>
                <ns1:cubicBezTo>
                  <ns1:pt x="87" y="118"/>
                  <ns1:pt x="87" y="118"/>
                  <ns1:pt x="87" y="118"/>
                </ns1:cubicBezTo>
                <ns1:cubicBezTo>
                  <ns1:pt x="79" y="113"/>
                  <ns1:pt x="79" y="113"/>
                  <ns1:pt x="79" y="113"/>
                </ns1:cubicBezTo>
                <ns1:cubicBezTo>
                  <ns1:pt x="65" y="104"/>
                  <ns1:pt x="38" y="82"/>
                  <ns1:pt x="35" y="53"/>
                </ns1:cubicBezTo>
                <ns1:cubicBezTo>
                  <ns1:pt x="39" y="55"/>
                  <ns1:pt x="49" y="56"/>
                  <ns1:pt x="55" y="53"/>
                </ns1:cubicBezTo>
                <ns1:cubicBezTo>
                  <ns1:pt x="56" y="54"/>
                  <ns1:pt x="59" y="57"/>
                  <ns1:pt x="58" y="62"/>
                </ns1:cubicBezTo>
                <ns1:cubicBezTo>
                  <ns1:pt x="65" y="66"/>
                  <ns1:pt x="76" y="64"/>
                  <ns1:pt x="76" y="64"/>
                </ns1:cubicBezTo>
                <ns1:cubicBezTo>
                  <ns1:pt x="82" y="52"/>
                  <ns1:pt x="82" y="52"/>
                  <ns1:pt x="82" y="52"/>
                </ns1:cubicBezTo>
                <ns1:cubicBezTo>
                  <ns1:pt x="82" y="51"/>
                  <ns1:pt x="82" y="50"/>
                  <ns1:pt x="82" y="50"/>
                </ns1:cubicBezTo>
                <ns1:cubicBezTo>
                  <ns1:pt x="82" y="49"/>
                  <ns1:pt x="81" y="49"/>
                  <ns1:pt x="81" y="48"/>
                </ns1:cubicBezTo>
                <ns1:cubicBezTo>
                  <ns1:pt x="79" y="47"/>
                  <ns1:pt x="79" y="47"/>
                  <ns1:pt x="79" y="47"/>
                </ns1:cubicBezTo>
                <ns1:cubicBezTo>
                  <ns1:pt x="65" y="29"/>
                  <ns1:pt x="65" y="29"/>
                  <ns1:pt x="65" y="29"/>
                </ns1:cubicBezTo>
                <ns1:cubicBezTo>
                  <ns1:pt x="64" y="27"/>
                  <ns1:pt x="64" y="27"/>
                  <ns1:pt x="64" y="27"/>
                </ns1:cubicBezTo>
                <ns1:cubicBezTo>
                  <ns1:pt x="64" y="26"/>
                  <ns1:pt x="64" y="26"/>
                  <ns1:pt x="64" y="26"/>
                </ns1:cubicBezTo>
                <ns1:cubicBezTo>
                  <ns1:pt x="63" y="25"/>
                  <ns1:pt x="63" y="25"/>
                  <ns1:pt x="63" y="24"/>
                </ns1:cubicBezTo>
                <ns1:cubicBezTo>
                  <ns1:pt x="54" y="16"/>
                  <ns1:pt x="54" y="16"/>
                  <ns1:pt x="54" y="16"/>
                </ns1:cubicBezTo>
                <ns1:cubicBezTo>
                  <ns1:pt x="65" y="8"/>
                  <ns1:pt x="65" y="8"/>
                  <ns1:pt x="65" y="8"/>
                </ns1:cubicBezTo>
                <ns1:cubicBezTo>
                  <ns1:pt x="30" y="0"/>
                  <ns1:pt x="30" y="0"/>
                  <ns1:pt x="30" y="0"/>
                </ns1:cubicBezTo>
                <ns1:cubicBezTo>
                  <ns1:pt x="17" y="13"/>
                  <ns1:pt x="17" y="13"/>
                  <ns1:pt x="17" y="13"/>
                </ns1:cubicBezTo>
                <ns1:cubicBezTo>
                  <ns1:pt x="11" y="19"/>
                  <ns1:pt x="6" y="26"/>
                  <ns1:pt x="3" y="34"/>
                </ns1:cubicBezTo>
                <ns1:cubicBezTo>
                  <ns1:pt x="0" y="43"/>
                  <ns1:pt x="0" y="51"/>
                  <ns1:pt x="1" y="59"/>
                </ns1:cubicBezTo>
                <ns1:cubicBezTo>
                  <ns1:pt x="8" y="123"/>
                  <ns1:pt x="8" y="123"/>
                  <ns1:pt x="8" y="123"/>
                </ns1:cubicBezTo>
                <ns1:cubicBezTo>
                  <ns1:pt x="17" y="133"/>
                  <ns1:pt x="17" y="133"/>
                  <ns1:pt x="17" y="133"/>
                </ns1:cubicBezTo>
                <ns1:cubicBezTo>
                  <ns1:pt x="13" y="133"/>
                  <ns1:pt x="13" y="133"/>
                  <ns1:pt x="13" y="133"/>
                </ns1:cubicBezTo>
                <ns1:cubicBezTo>
                  <ns1:pt x="13" y="133"/>
                  <ns1:pt x="12" y="133"/>
                  <ns1:pt x="12" y="133"/>
                </ns1:cubicBezTo>
                <ns1:cubicBezTo>
                  <ns1:pt x="11" y="134"/>
                  <ns1:pt x="11" y="134"/>
                  <ns1:pt x="11" y="135"/>
                </ns1:cubicBezTo>
                <ns1:cubicBezTo>
                  <ns1:pt x="11" y="135"/>
                  <ns1:pt x="11" y="136"/>
                  <ns1:pt x="12" y="136"/>
                </ns1:cubicBezTo>
                <ns1:cubicBezTo>
                  <ns1:pt x="12" y="137"/>
                  <ns1:pt x="13" y="137"/>
                  <ns1:pt x="13" y="137"/>
                </ns1:cubicBezTo>
                <ns1:cubicBezTo>
                  <ns1:pt x="14" y="137"/>
                  <ns1:pt x="14" y="137"/>
                  <ns1:pt x="14" y="137"/>
                </ns1:cubicBezTo>
                <ns1:cubicBezTo>
                  <ns1:pt x="14" y="143"/>
                  <ns1:pt x="9" y="149"/>
                  <ns1:pt x="2" y="149"/>
                </ns1:cubicBezTo>
                <ns1:cubicBezTo>
                  <ns1:pt x="2" y="154"/>
                  <ns1:pt x="2" y="154"/>
                  <ns1:pt x="2" y="154"/>
                </ns1:cubicBezTo>
                <ns1:cubicBezTo>
                  <ns1:pt x="2" y="155"/>
                  <ns1:pt x="2" y="156"/>
                  <ns1:pt x="3" y="156"/>
                </ns1:cubicBezTo>
                <ns1:cubicBezTo>
                  <ns1:pt x="3" y="157"/>
                  <ns1:pt x="4" y="157"/>
                  <ns1:pt x="5" y="157"/>
                </ns1:cubicBezTo>
                <ns1:cubicBezTo>
                  <ns1:pt x="5" y="157"/>
                  <ns1:pt x="5" y="157"/>
                  <ns1:pt x="5" y="157"/>
                </ns1:cubicBezTo>
                <ns1:cubicBezTo>
                  <ns1:pt x="5" y="160"/>
                  <ns1:pt x="5" y="160"/>
                  <ns1:pt x="5" y="160"/>
                </ns1:cubicBezTo>
                <ns1:cubicBezTo>
                  <ns1:pt x="5" y="160"/>
                  <ns1:pt x="5" y="160"/>
                  <ns1:pt x="5" y="160"/>
                </ns1:cubicBezTo>
                <ns1:cubicBezTo>
                  <ns1:pt x="4" y="160"/>
                  <ns1:pt x="3" y="160"/>
                  <ns1:pt x="3" y="160"/>
                </ns1:cubicBezTo>
                <ns1:cubicBezTo>
                  <ns1:pt x="2" y="161"/>
                  <ns1:pt x="2" y="162"/>
                  <ns1:pt x="2" y="163"/>
                </ns1:cubicBezTo>
                <ns1:cubicBezTo>
                  <ns1:pt x="2" y="163"/>
                  <ns1:pt x="2" y="163"/>
                  <ns1:pt x="2" y="163"/>
                </ns1:cubicBezTo>
                <ns1:cubicBezTo>
                  <ns1:pt x="2" y="164"/>
                  <ns1:pt x="2" y="165"/>
                  <ns1:pt x="3" y="165"/>
                </ns1:cubicBezTo>
                <ns1:cubicBezTo>
                  <ns1:pt x="3" y="166"/>
                  <ns1:pt x="4" y="166"/>
                  <ns1:pt x="5" y="166"/>
                </ns1:cubicBezTo>
                <ns1:cubicBezTo>
                  <ns1:pt x="85" y="166"/>
                  <ns1:pt x="85" y="166"/>
                  <ns1:pt x="85" y="166"/>
                </ns1:cubicBezTo>
                <ns1:cubicBezTo>
                  <ns1:pt x="86" y="166"/>
                  <ns1:pt x="87" y="166"/>
                  <ns1:pt x="87" y="165"/>
                </ns1:cubicBezTo>
                <ns1:cubicBezTo>
                  <ns1:pt x="88" y="165"/>
                  <ns1:pt x="88" y="164"/>
                  <ns1:pt x="88" y="163"/>
                </ns1:cubicBezTo>
                <ns1:cubicBezTo>
                  <ns1:pt x="88" y="163"/>
                  <ns1:pt x="88" y="163"/>
                  <ns1:pt x="88" y="163"/>
                </ns1:cubicBezTo>
                <ns1:cubicBezTo>
                  <ns1:pt x="88" y="162"/>
                  <ns1:pt x="88" y="161"/>
                  <ns1:pt x="87" y="160"/>
                </ns1:cubicBezTo>
                <ns1:cubicBezTo>
                  <ns1:pt x="87" y="160"/>
                  <ns1:pt x="86" y="160"/>
                  <ns1:pt x="85" y="160"/>
                </ns1:cubicBezTo>
                <ns1:cubicBezTo>
                  <ns1:pt x="85" y="160"/>
                  <ns1:pt x="85" y="160"/>
                  <ns1:pt x="85" y="160"/>
                </ns1:cubicBezTo>
                <ns1:cubicBezTo>
                  <ns1:pt x="85" y="157"/>
                  <ns1:pt x="85" y="157"/>
                  <ns1:pt x="85" y="157"/>
                </ns1:cubicBezTo>
                <ns1:close/>
              </ns1:path>
            </ns1:pathLst>
          </ns1:custGeom>
          <ns1:solidFill>
            <ns1:schemeClr val="tx1"/>
          </ns1:solidFill>
          <ns1:ln>
            <ns1:noFill/>
          </ns1:ln>
        </ns0:spPr>
        <ns0:txBody>
          <ns1:bodyPr vert="horz" wrap="square" lIns="91440" tIns="45720" rIns="91440" bIns="45720" numCol="1" anchor="t" anchorCtr="0" compatLnSpc="1">
            <ns1:prstTxWarp prst="textNoShape">
              <ns1:avLst/>
            </ns1:prstTxWarp>
          </ns1:bodyPr>
          <ns1:lstStyle/>
          <ns1:p>
            <ns1:endParaRPr lang="id-ID" sz="2700"/>
          </ns1:p>
        </ns0:txBody>
      </ns0:sp>
      <ns0:grpSp>
        <ns0:nvGrpSpPr>
          <ns0:cNvPr id="177" name="Group 176"/>
          <ns0:cNvGrpSpPr/>
          <ns0:nvPr/>
        </ns0:nvGrpSpPr>
        <ns0:grpSpPr>
          <ns1:xfrm>
            <ns1:off x="10256085" y="3734602"/>
            <ns1:ext cx="385896" cy="389166"/>
            <ns1:chOff x="3459163" y="2605088"/>
            <ns1:chExt cx="561975" cy="566737"/>
          </ns1:xfrm>
          <ns1:solidFill>
            <ns1:schemeClr val="tx1"/>
          </ns1:solidFill>
        </ns0:grpSpPr>
        <ns0:sp>
          <ns0:nvSpPr>
            <ns0:cNvPr id="178" name="Freeform 5"/>
            <ns0:cNvSpPr>
              <ns1:spLocks noEditPoints="1"/>
            </ns0:cNvSpPr>
            <ns0:nvPr/>
          </ns0:nvSpPr>
          <ns0:spPr bwMode="auto">
            <ns1:xfrm>
              <ns1:off x="3459163" y="2605088"/>
              <ns1:ext cx="561975" cy="566737"/>
            </ns1:xfrm>
            <ns1:custGeom>
              <ns1:avLst/>
              <ns1:gdLst>
                <ns1:gd name="T0" fmla="*/ 0 w 354"/>
                <ns1:gd name="T1" fmla="*/ 0 h 357"/>
                <ns1:gd name="T2" fmla="*/ 0 w 354"/>
                <ns1:gd name="T3" fmla="*/ 357 h 357"/>
                <ns1:gd name="T4" fmla="*/ 354 w 354"/>
                <ns1:gd name="T5" fmla="*/ 357 h 357"/>
                <ns1:gd name="T6" fmla="*/ 354 w 354"/>
                <ns1:gd name="T7" fmla="*/ 0 h 357"/>
                <ns1:gd name="T8" fmla="*/ 0 w 354"/>
                <ns1:gd name="T9" fmla="*/ 0 h 357"/>
                <ns1:gd name="T10" fmla="*/ 133 w 354"/>
                <ns1:gd name="T11" fmla="*/ 45 h 357"/>
                <ns1:gd name="T12" fmla="*/ 155 w 354"/>
                <ns1:gd name="T13" fmla="*/ 45 h 357"/>
                <ns1:gd name="T14" fmla="*/ 155 w 354"/>
                <ns1:gd name="T15" fmla="*/ 67 h 357"/>
                <ns1:gd name="T16" fmla="*/ 133 w 354"/>
                <ns1:gd name="T17" fmla="*/ 67 h 357"/>
                <ns1:gd name="T18" fmla="*/ 133 w 354"/>
                <ns1:gd name="T19" fmla="*/ 45 h 357"/>
                <ns1:gd name="T20" fmla="*/ 88 w 354"/>
                <ns1:gd name="T21" fmla="*/ 45 h 357"/>
                <ns1:gd name="T22" fmla="*/ 111 w 354"/>
                <ns1:gd name="T23" fmla="*/ 45 h 357"/>
                <ns1:gd name="T24" fmla="*/ 111 w 354"/>
                <ns1:gd name="T25" fmla="*/ 67 h 357"/>
                <ns1:gd name="T26" fmla="*/ 88 w 354"/>
                <ns1:gd name="T27" fmla="*/ 67 h 357"/>
                <ns1:gd name="T28" fmla="*/ 88 w 354"/>
                <ns1:gd name="T29" fmla="*/ 45 h 357"/>
                <ns1:gd name="T30" fmla="*/ 44 w 354"/>
                <ns1:gd name="T31" fmla="*/ 45 h 357"/>
                <ns1:gd name="T32" fmla="*/ 66 w 354"/>
                <ns1:gd name="T33" fmla="*/ 45 h 357"/>
                <ns1:gd name="T34" fmla="*/ 66 w 354"/>
                <ns1:gd name="T35" fmla="*/ 67 h 357"/>
                <ns1:gd name="T36" fmla="*/ 44 w 354"/>
                <ns1:gd name="T37" fmla="*/ 67 h 357"/>
                <ns1:gd name="T38" fmla="*/ 44 w 354"/>
                <ns1:gd name="T39" fmla="*/ 45 h 357"/>
                <ns1:gd name="T40" fmla="*/ 310 w 354"/>
                <ns1:gd name="T41" fmla="*/ 312 h 357"/>
                <ns1:gd name="T42" fmla="*/ 44 w 354"/>
                <ns1:gd name="T43" fmla="*/ 312 h 357"/>
                <ns1:gd name="T44" fmla="*/ 44 w 354"/>
                <ns1:gd name="T45" fmla="*/ 89 h 357"/>
                <ns1:gd name="T46" fmla="*/ 310 w 354"/>
                <ns1:gd name="T47" fmla="*/ 89 h 357"/>
                <ns1:gd name="T48" fmla="*/ 310 w 354"/>
                <ns1:gd name="T49" fmla="*/ 312 h 357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  <ns1:cxn ang="0">
                  <ns1:pos x="T14" y="T15"/>
                </ns1:cxn>
                <ns1:cxn ang="0">
                  <ns1:pos x="T16" y="T17"/>
                </ns1:cxn>
                <ns1:cxn ang="0">
                  <ns1:pos x="T18" y="T19"/>
                </ns1:cxn>
                <ns1:cxn ang="0">
                  <ns1:pos x="T20" y="T21"/>
                </ns1:cxn>
                <ns1:cxn ang="0">
                  <ns1:pos x="T22" y="T23"/>
                </ns1:cxn>
                <ns1:cxn ang="0">
                  <ns1:pos x="T24" y="T25"/>
                </ns1:cxn>
                <ns1:cxn ang="0">
                  <ns1:pos x="T26" y="T27"/>
                </ns1:cxn>
                <ns1:cxn ang="0">
                  <ns1:pos x="T28" y="T29"/>
                </ns1:cxn>
                <ns1:cxn ang="0">
                  <ns1:pos x="T30" y="T31"/>
                </ns1:cxn>
                <ns1:cxn ang="0">
                  <ns1:pos x="T32" y="T33"/>
                </ns1:cxn>
                <ns1:cxn ang="0">
                  <ns1:pos x="T34" y="T35"/>
                </ns1:cxn>
                <ns1:cxn ang="0">
                  <ns1:pos x="T36" y="T37"/>
                </ns1:cxn>
                <ns1:cxn ang="0">
                  <ns1:pos x="T38" y="T39"/>
                </ns1:cxn>
                <ns1:cxn ang="0">
                  <ns1:pos x="T40" y="T41"/>
                </ns1:cxn>
                <ns1:cxn ang="0">
                  <ns1:pos x="T42" y="T43"/>
                </ns1:cxn>
                <ns1:cxn ang="0">
                  <ns1:pos x="T44" y="T45"/>
                </ns1:cxn>
                <ns1:cxn ang="0">
                  <ns1:pos x="T46" y="T47"/>
                </ns1:cxn>
                <ns1:cxn ang="0">
                  <ns1:pos x="T48" y="T49"/>
                </ns1:cxn>
              </ns1:cxnLst>
              <ns1:rect l="0" t="0" r="r" b="b"/>
              <ns1:pathLst>
                <ns1:path w="354" h="357">
                  <ns1:moveTo>
                    <ns1:pt x="0" y="0"/>
                  </ns1:moveTo>
                  <ns1:lnTo>
                    <ns1:pt x="0" y="357"/>
                  </ns1:lnTo>
                  <ns1:lnTo>
                    <ns1:pt x="354" y="357"/>
                  </ns1:lnTo>
                  <ns1:lnTo>
                    <ns1:pt x="354" y="0"/>
                  </ns1:lnTo>
                  <ns1:lnTo>
                    <ns1:pt x="0" y="0"/>
                  </ns1:lnTo>
                  <ns1:close/>
                  <ns1:moveTo>
                    <ns1:pt x="133" y="45"/>
                  </ns1:moveTo>
                  <ns1:lnTo>
                    <ns1:pt x="155" y="45"/>
                  </ns1:lnTo>
                  <ns1:lnTo>
                    <ns1:pt x="155" y="67"/>
                  </ns1:lnTo>
                  <ns1:lnTo>
                    <ns1:pt x="133" y="67"/>
                  </ns1:lnTo>
                  <ns1:lnTo>
                    <ns1:pt x="133" y="45"/>
                  </ns1:lnTo>
                  <ns1:close/>
                  <ns1:moveTo>
                    <ns1:pt x="88" y="45"/>
                  </ns1:moveTo>
                  <ns1:lnTo>
                    <ns1:pt x="111" y="45"/>
                  </ns1:lnTo>
                  <ns1:lnTo>
                    <ns1:pt x="111" y="67"/>
                  </ns1:lnTo>
                  <ns1:lnTo>
                    <ns1:pt x="88" y="67"/>
                  </ns1:lnTo>
                  <ns1:lnTo>
                    <ns1:pt x="88" y="45"/>
                  </ns1:lnTo>
                  <ns1:close/>
                  <ns1:moveTo>
                    <ns1:pt x="44" y="45"/>
                  </ns1:moveTo>
                  <ns1:lnTo>
                    <ns1:pt x="66" y="45"/>
                  </ns1:lnTo>
                  <ns1:lnTo>
                    <ns1:pt x="66" y="67"/>
                  </ns1:lnTo>
                  <ns1:lnTo>
                    <ns1:pt x="44" y="67"/>
                  </ns1:lnTo>
                  <ns1:lnTo>
                    <ns1:pt x="44" y="45"/>
                  </ns1:lnTo>
                  <ns1:close/>
                  <ns1:moveTo>
                    <ns1:pt x="310" y="312"/>
                  </ns1:moveTo>
                  <ns1:lnTo>
                    <ns1:pt x="44" y="312"/>
                  </ns1:lnTo>
                  <ns1:lnTo>
                    <ns1:pt x="44" y="89"/>
                  </ns1:lnTo>
                  <ns1:lnTo>
                    <ns1:pt x="310" y="89"/>
                  </ns1:lnTo>
                  <ns1:lnTo>
                    <ns1:pt x="310" y="312"/>
                  </ns1:lnTo>
                  <ns1:close/>
                </ns1:path>
              </ns1:pathLst>
            </ns1:custGeom>
            <ns1:grpFill/>
            <ns1:ln>
              <ns1:noFill/>
            </ns1:ln>
            <ns1:extLst>
              <ns1:ext uri="{91240B29-F687-4F45-9708-019B960494DF}">
                <ns2:hiddenLine w="9525">
                  <ns1:solidFill>
                    <ns1:srgbClr val="000000"/>
                  </ns1:solidFill>
                  <ns1:round/>
                  <ns1:headEnd/>
                  <ns1:tailEnd/>
                </ns2:hiddenLine>
              </ns1:ext>
            </ns1:extLst>
          </ns0:spPr>
          <ns0:txBody>
            <ns1:bodyPr vert="horz" wrap="square" lIns="91440" tIns="45720" rIns="91440" bIns="45720" numCol="1" anchor="t" anchorCtr="0" compatLnSpc="1">
              <ns1:prstTxWarp prst="textNoShape">
                <ns1:avLst/>
              </ns1:prstTxWarp>
            </ns1:bodyPr>
            <ns1:lstStyle/>
            <ns1:p>
              <ns1:endParaRPr lang="id-ID" sz="2700"/>
            </ns1:p>
          </ns0:txBody>
        </ns0:sp>
        <ns0:sp>
          <ns0:nvSpPr>
            <ns0:cNvPr id="179" name="Freeform 6"/>
            <ns0:cNvSpPr>
              <ns1:spLocks/>
            </ns0:cNvSpPr>
            <ns0:nvPr/>
          </ns0:nvSpPr>
          <ns0:spPr bwMode="auto">
            <ns1:xfrm>
              <ns1:off x="3598863" y="2817813"/>
              <ns1:ext cx="282575" cy="247650"/>
            </ns1:xfrm>
            <ns1:custGeom>
              <ns1:avLst/>
              <ns1:gdLst>
                <ns1:gd name="T0" fmla="*/ 45 w 178"/>
                <ns1:gd name="T1" fmla="*/ 156 h 156"/>
                <ns1:gd name="T2" fmla="*/ 133 w 178"/>
                <ns1:gd name="T3" fmla="*/ 156 h 156"/>
                <ns1:gd name="T4" fmla="*/ 133 w 178"/>
                <ns1:gd name="T5" fmla="*/ 89 h 156"/>
                <ns1:gd name="T6" fmla="*/ 178 w 178"/>
                <ns1:gd name="T7" fmla="*/ 89 h 156"/>
                <ns1:gd name="T8" fmla="*/ 89 w 178"/>
                <ns1:gd name="T9" fmla="*/ 0 h 156"/>
                <ns1:gd name="T10" fmla="*/ 0 w 178"/>
                <ns1:gd name="T11" fmla="*/ 89 h 156"/>
                <ns1:gd name="T12" fmla="*/ 45 w 178"/>
                <ns1:gd name="T13" fmla="*/ 89 h 156"/>
                <ns1:gd name="T14" fmla="*/ 45 w 178"/>
                <ns1:gd name="T15" fmla="*/ 156 h 156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  <ns1:cxn ang="0">
                  <ns1:pos x="T14" y="T15"/>
                </ns1:cxn>
              </ns1:cxnLst>
              <ns1:rect l="0" t="0" r="r" b="b"/>
              <ns1:pathLst>
                <ns1:path w="178" h="156">
                  <ns1:moveTo>
                    <ns1:pt x="45" y="156"/>
                  </ns1:moveTo>
                  <ns1:lnTo>
                    <ns1:pt x="133" y="156"/>
                  </ns1:lnTo>
                  <ns1:lnTo>
                    <ns1:pt x="133" y="89"/>
                  </ns1:lnTo>
                  <ns1:lnTo>
                    <ns1:pt x="178" y="89"/>
                  </ns1:lnTo>
                  <ns1:lnTo>
                    <ns1:pt x="89" y="0"/>
                  </ns1:lnTo>
                  <ns1:lnTo>
                    <ns1:pt x="0" y="89"/>
                  </ns1:lnTo>
                  <ns1:lnTo>
                    <ns1:pt x="45" y="89"/>
                  </ns1:lnTo>
                  <ns1:lnTo>
                    <ns1:pt x="45" y="156"/>
                  </ns1:lnTo>
                  <ns1:close/>
                </ns1:path>
              </ns1:pathLst>
            </ns1:custGeom>
            <ns1:grpFill/>
            <ns1:ln>
              <ns1:noFill/>
            </ns1:ln>
            <ns1:extLst>
              <ns1:ext uri="{91240B29-F687-4F45-9708-019B960494DF}">
                <ns2:hiddenLine w="9525">
                  <ns1:solidFill>
                    <ns1:srgbClr val="000000"/>
                  </ns1:solidFill>
                  <ns1:round/>
                  <ns1:headEnd/>
                  <ns1:tailEnd/>
                </ns2:hiddenLine>
              </ns1:ext>
            </ns1:extLst>
          </ns0:spPr>
          <ns0:txBody>
            <ns1:bodyPr vert="horz" wrap="square" lIns="91440" tIns="45720" rIns="91440" bIns="45720" numCol="1" anchor="t" anchorCtr="0" compatLnSpc="1">
              <ns1:prstTxWarp prst="textNoShape">
                <ns1:avLst/>
              </ns1:prstTxWarp>
            </ns1:bodyPr>
            <ns1:lstStyle/>
            <ns1:p>
              <ns1:endParaRPr lang="id-ID" sz="2700"/>
            </ns1:p>
          </ns0:txBody>
        </ns0:sp>
      </ns0:grpSp>
      <ns0:grpSp>
        <ns0:nvGrpSpPr>
          <ns0:cNvPr id="180" name="Group 179"/>
          <ns0:cNvGrpSpPr/>
          <ns0:nvPr/>
        </ns0:nvGrpSpPr>
        <ns0:grpSpPr>
          <ns1:xfrm rot="21545399">
            <ns1:off x="2373696" y="3688551"/>
            <ns1:ext cx="318841" cy="481269"/>
            <ns1:chOff x="2289175" y="1751013"/>
            <ns1:chExt cx="168275" cy="254001"/>
          </ns1:xfrm>
          <ns1:solidFill>
            <ns1:schemeClr val="tx1"/>
          </ns1:solidFill>
        </ns0:grpSpPr>
        <ns0:sp>
          <ns0:nvSpPr>
            <ns0:cNvPr id="181" name="Freeform 110"/>
            <ns0:cNvSpPr>
              <ns1:spLocks noEditPoints="1"/>
            </ns0:cNvSpPr>
            <ns0:nvPr/>
          </ns0:nvSpPr>
          <ns0:spPr bwMode="auto">
            <ns1:xfrm>
              <ns1:off x="2289175" y="1812926"/>
              <ns1:ext cx="168275" cy="192088"/>
            </ns1:xfrm>
            <ns1:custGeom>
              <ns1:avLst/>
              <ns1:gdLst>
                <ns1:gd name="T0" fmla="*/ 32 w 63"/>
                <ns1:gd name="T1" fmla="*/ 56 h 72"/>
                <ns1:gd name="T2" fmla="*/ 48 w 63"/>
                <ns1:gd name="T3" fmla="*/ 72 h 72"/>
                <ns1:gd name="T4" fmla="*/ 63 w 63"/>
                <ns1:gd name="T5" fmla="*/ 72 h 72"/>
                <ns1:gd name="T6" fmla="*/ 33 w 63"/>
                <ns1:gd name="T7" fmla="*/ 15 h 72"/>
                <ns1:gd name="T8" fmla="*/ 39 w 63"/>
                <ns1:gd name="T9" fmla="*/ 7 h 72"/>
                <ns1:gd name="T10" fmla="*/ 32 w 63"/>
                <ns1:gd name="T11" fmla="*/ 0 h 72"/>
                <ns1:gd name="T12" fmla="*/ 24 w 63"/>
                <ns1:gd name="T13" fmla="*/ 7 h 72"/>
                <ns1:gd name="T14" fmla="*/ 31 w 63"/>
                <ns1:gd name="T15" fmla="*/ 15 h 72"/>
                <ns1:gd name="T16" fmla="*/ 0 w 63"/>
                <ns1:gd name="T17" fmla="*/ 72 h 72"/>
                <ns1:gd name="T18" fmla="*/ 16 w 63"/>
                <ns1:gd name="T19" fmla="*/ 72 h 72"/>
                <ns1:gd name="T20" fmla="*/ 32 w 63"/>
                <ns1:gd name="T21" fmla="*/ 56 h 72"/>
                <ns1:gd name="T22" fmla="*/ 32 w 63"/>
                <ns1:gd name="T23" fmla="*/ 33 h 72"/>
                <ns1:gd name="T24" fmla="*/ 32 w 63"/>
                <ns1:gd name="T25" fmla="*/ 32 h 72"/>
                <ns1:gd name="T26" fmla="*/ 32 w 63"/>
                <ns1:gd name="T27" fmla="*/ 33 h 72"/>
                <ns1:gd name="T28" fmla="*/ 41 w 63"/>
                <ns1:gd name="T29" fmla="*/ 52 h 72"/>
                <ns1:gd name="T30" fmla="*/ 32 w 63"/>
                <ns1:gd name="T31" fmla="*/ 50 h 72"/>
                <ns1:gd name="T32" fmla="*/ 23 w 63"/>
                <ns1:gd name="T33" fmla="*/ 52 h 72"/>
                <ns1:gd name="T34" fmla="*/ 32 w 63"/>
                <ns1:gd name="T35" fmla="*/ 33 h 72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  <ns1:cxn ang="0">
                  <ns1:pos x="T14" y="T15"/>
                </ns1:cxn>
                <ns1:cxn ang="0">
                  <ns1:pos x="T16" y="T17"/>
                </ns1:cxn>
                <ns1:cxn ang="0">
                  <ns1:pos x="T18" y="T19"/>
                </ns1:cxn>
                <ns1:cxn ang="0">
                  <ns1:pos x="T20" y="T21"/>
                </ns1:cxn>
                <ns1:cxn ang="0">
                  <ns1:pos x="T22" y="T23"/>
                </ns1:cxn>
                <ns1:cxn ang="0">
                  <ns1:pos x="T24" y="T25"/>
                </ns1:cxn>
                <ns1:cxn ang="0">
                  <ns1:pos x="T26" y="T27"/>
                </ns1:cxn>
                <ns1:cxn ang="0">
                  <ns1:pos x="T28" y="T29"/>
                </ns1:cxn>
                <ns1:cxn ang="0">
                  <ns1:pos x="T30" y="T31"/>
                </ns1:cxn>
                <ns1:cxn ang="0">
                  <ns1:pos x="T32" y="T33"/>
                </ns1:cxn>
                <ns1:cxn ang="0">
                  <ns1:pos x="T34" y="T35"/>
                </ns1:cxn>
              </ns1:cxnLst>
              <ns1:rect l="0" t="0" r="r" b="b"/>
              <ns1:pathLst>
                <ns1:path w="63" h="72">
                  <ns1:moveTo>
                    <ns1:pt x="32" y="56"/>
                  </ns1:moveTo>
                  <ns1:cubicBezTo>
                    <ns1:pt x="41" y="56"/>
                    <ns1:pt x="48" y="63"/>
                    <ns1:pt x="48" y="72"/>
                  </ns1:cubicBezTo>
                  <ns1:cubicBezTo>
                    <ns1:pt x="63" y="72"/>
                    <ns1:pt x="63" y="72"/>
                    <ns1:pt x="63" y="72"/>
                  </ns1:cubicBezTo>
                  <ns1:cubicBezTo>
                    <ns1:pt x="44" y="51"/>
                    <ns1:pt x="36" y="26"/>
                    <ns1:pt x="33" y="15"/>
                  </ns1:cubicBezTo>
                  <ns1:cubicBezTo>
                    <ns1:pt x="37" y="14"/>
                    <ns1:pt x="39" y="11"/>
                    <ns1:pt x="39" y="7"/>
                  </ns1:cubicBezTo>
                  <ns1:cubicBezTo>
                    <ns1:pt x="39" y="3"/>
                    <ns1:pt x="36" y="0"/>
                    <ns1:pt x="32" y="0"/>
                  </ns1:cubicBezTo>
                  <ns1:cubicBezTo>
                    <ns1:pt x="28" y="0"/>
                    <ns1:pt x="24" y="3"/>
                    <ns1:pt x="24" y="7"/>
                  </ns1:cubicBezTo>
                  <ns1:cubicBezTo>
                    <ns1:pt x="24" y="11"/>
                    <ns1:pt x="27" y="14"/>
                    <ns1:pt x="31" y="15"/>
                  </ns1:cubicBezTo>
                  <ns1:cubicBezTo>
                    <ns1:pt x="28" y="26"/>
                    <ns1:pt x="20" y="51"/>
                    <ns1:pt x="0" y="72"/>
                  </ns1:cubicBezTo>
                  <ns1:cubicBezTo>
                    <ns1:pt x="16" y="72"/>
                    <ns1:pt x="16" y="72"/>
                    <ns1:pt x="16" y="72"/>
                  </ns1:cubicBezTo>
                  <ns1:cubicBezTo>
                    <ns1:pt x="16" y="63"/>
                    <ns1:pt x="23" y="56"/>
                    <ns1:pt x="32" y="56"/>
                  </ns1:cubicBezTo>
                  <ns1:close/>
                  <ns1:moveTo>
                    <ns1:pt x="32" y="33"/>
                  </ns1:moveTo>
                  <ns1:cubicBezTo>
                    <ns1:pt x="32" y="32"/>
                    <ns1:pt x="32" y="32"/>
                    <ns1:pt x="32" y="32"/>
                  </ns1:cubicBezTo>
                  <ns1:cubicBezTo>
                    <ns1:pt x="32" y="32"/>
                    <ns1:pt x="32" y="32"/>
                    <ns1:pt x="32" y="33"/>
                  </ns1:cubicBezTo>
                  <ns1:cubicBezTo>
                    <ns1:pt x="35" y="39"/>
                    <ns1:pt x="38" y="46"/>
                    <ns1:pt x="41" y="52"/>
                  </ns1:cubicBezTo>
                  <ns1:cubicBezTo>
                    <ns1:pt x="38" y="50"/>
                    <ns1:pt x="35" y="50"/>
                    <ns1:pt x="32" y="50"/>
                  </ns1:cubicBezTo>
                  <ns1:cubicBezTo>
                    <ns1:pt x="29" y="50"/>
                    <ns1:pt x="26" y="50"/>
                    <ns1:pt x="23" y="52"/>
                  </ns1:cubicBezTo>
                  <ns1:cubicBezTo>
                    <ns1:pt x="26" y="46"/>
                    <ns1:pt x="29" y="39"/>
                    <ns1:pt x="32" y="33"/>
                  </ns1:cubicBezTo>
                  <ns1:close/>
                </ns1:path>
              </ns1:pathLst>
            </ns1:custGeom>
            <ns1:grpFill/>
            <ns1:ln>
              <ns1:noFill/>
            </ns1:ln>
          </ns0:spPr>
          <ns0:txBody>
            <ns1:bodyPr vert="horz" wrap="square" lIns="91440" tIns="45720" rIns="91440" bIns="45720" numCol="1" anchor="t" anchorCtr="0" compatLnSpc="1">
              <ns1:prstTxWarp prst="textNoShape">
                <ns1:avLst/>
              </ns1:prstTxWarp>
            </ns1:bodyPr>
            <ns1:lstStyle/>
            <ns1:p>
              <ns1:endParaRPr lang="id-ID" sz="2700"/>
            </ns1:p>
          </ns0:txBody>
        </ns0:sp>
        <ns0:sp>
          <ns0:nvSpPr>
            <ns0:cNvPr id="182" name="Freeform 111"/>
            <ns0:cNvSpPr>
              <ns1:spLocks/>
            </ns0:cNvSpPr>
            <ns0:nvPr/>
          </ns0:nvSpPr>
          <ns0:spPr bwMode="auto">
            <ns1:xfrm>
              <ns1:off x="2290763" y="1751013"/>
              <ns1:ext cx="166687" cy="155575"/>
            </ns1:xfrm>
            <ns1:custGeom>
              <ns1:avLst/>
              <ns1:gdLst>
                <ns1:gd name="T0" fmla="*/ 15 w 62"/>
                <ns1:gd name="T1" fmla="*/ 57 h 58"/>
                <ns1:gd name="T2" fmla="*/ 18 w 62"/>
                <ns1:gd name="T3" fmla="*/ 57 h 58"/>
                <ns1:gd name="T4" fmla="*/ 17 w 62"/>
                <ns1:gd name="T5" fmla="*/ 54 h 58"/>
                <ns1:gd name="T6" fmla="*/ 3 w 62"/>
                <ns1:gd name="T7" fmla="*/ 30 h 58"/>
                <ns1:gd name="T8" fmla="*/ 31 w 62"/>
                <ns1:gd name="T9" fmla="*/ 3 h 58"/>
                <ns1:gd name="T10" fmla="*/ 59 w 62"/>
                <ns1:gd name="T11" fmla="*/ 30 h 58"/>
                <ns1:gd name="T12" fmla="*/ 45 w 62"/>
                <ns1:gd name="T13" fmla="*/ 54 h 58"/>
                <ns1:gd name="T14" fmla="*/ 44 w 62"/>
                <ns1:gd name="T15" fmla="*/ 57 h 58"/>
                <ns1:gd name="T16" fmla="*/ 45 w 62"/>
                <ns1:gd name="T17" fmla="*/ 57 h 58"/>
                <ns1:gd name="T18" fmla="*/ 46 w 62"/>
                <ns1:gd name="T19" fmla="*/ 57 h 58"/>
                <ns1:gd name="T20" fmla="*/ 57 w 62"/>
                <ns1:gd name="T21" fmla="*/ 46 h 58"/>
                <ns1:gd name="T22" fmla="*/ 62 w 62"/>
                <ns1:gd name="T23" fmla="*/ 30 h 58"/>
                <ns1:gd name="T24" fmla="*/ 31 w 62"/>
                <ns1:gd name="T25" fmla="*/ 0 h 58"/>
                <ns1:gd name="T26" fmla="*/ 0 w 62"/>
                <ns1:gd name="T27" fmla="*/ 30 h 58"/>
                <ns1:gd name="T28" fmla="*/ 4 w 62"/>
                <ns1:gd name="T29" fmla="*/ 46 h 58"/>
                <ns1:gd name="T30" fmla="*/ 15 w 62"/>
                <ns1:gd name="T31" fmla="*/ 57 h 58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  <ns1:cxn ang="0">
                  <ns1:pos x="T14" y="T15"/>
                </ns1:cxn>
                <ns1:cxn ang="0">
                  <ns1:pos x="T16" y="T17"/>
                </ns1:cxn>
                <ns1:cxn ang="0">
                  <ns1:pos x="T18" y="T19"/>
                </ns1:cxn>
                <ns1:cxn ang="0">
                  <ns1:pos x="T20" y="T21"/>
                </ns1:cxn>
                <ns1:cxn ang="0">
                  <ns1:pos x="T22" y="T23"/>
                </ns1:cxn>
                <ns1:cxn ang="0">
                  <ns1:pos x="T24" y="T25"/>
                </ns1:cxn>
                <ns1:cxn ang="0">
                  <ns1:pos x="T26" y="T27"/>
                </ns1:cxn>
                <ns1:cxn ang="0">
                  <ns1:pos x="T28" y="T29"/>
                </ns1:cxn>
                <ns1:cxn ang="0">
                  <ns1:pos x="T30" y="T31"/>
                </ns1:cxn>
              </ns1:cxnLst>
              <ns1:rect l="0" t="0" r="r" b="b"/>
              <ns1:pathLst>
                <ns1:path w="62" h="58">
                  <ns1:moveTo>
                    <ns1:pt x="15" y="57"/>
                  </ns1:moveTo>
                  <ns1:cubicBezTo>
                    <ns1:pt x="16" y="58"/>
                    <ns1:pt x="17" y="57"/>
                    <ns1:pt x="18" y="57"/>
                  </ns1:cubicBezTo>
                  <ns1:cubicBezTo>
                    <ns1:pt x="18" y="56"/>
                    <ns1:pt x="18" y="55"/>
                    <ns1:pt x="17" y="54"/>
                  </ns1:cubicBezTo>
                  <ns1:cubicBezTo>
                    <ns1:pt x="8" y="50"/>
                    <ns1:pt x="3" y="40"/>
                    <ns1:pt x="3" y="30"/>
                  </ns1:cubicBezTo>
                  <ns1:cubicBezTo>
                    <ns1:pt x="3" y="15"/>
                    <ns1:pt x="16" y="3"/>
                    <ns1:pt x="31" y="3"/>
                  </ns1:cubicBezTo>
                  <ns1:cubicBezTo>
                    <ns1:pt x="46" y="3"/>
                    <ns1:pt x="59" y="15"/>
                    <ns1:pt x="59" y="30"/>
                  </ns1:cubicBezTo>
                  <ns1:cubicBezTo>
                    <ns1:pt x="59" y="40"/>
                    <ns1:pt x="53" y="50"/>
                    <ns1:pt x="45" y="54"/>
                  </ns1:cubicBezTo>
                  <ns1:cubicBezTo>
                    <ns1:pt x="44" y="55"/>
                    <ns1:pt x="44" y="56"/>
                    <ns1:pt x="44" y="57"/>
                  </ns1:cubicBezTo>
                  <ns1:cubicBezTo>
                    <ns1:pt x="44" y="57"/>
                    <ns1:pt x="45" y="57"/>
                    <ns1:pt x="45" y="57"/>
                  </ns1:cubicBezTo>
                  <ns1:cubicBezTo>
                    <ns1:pt x="46" y="57"/>
                    <ns1:pt x="46" y="57"/>
                    <ns1:pt x="46" y="57"/>
                  </ns1:cubicBezTo>
                  <ns1:cubicBezTo>
                    <ns1:pt x="51" y="54"/>
                    <ns1:pt x="55" y="51"/>
                    <ns1:pt x="57" y="46"/>
                  </ns1:cubicBezTo>
                  <ns1:cubicBezTo>
                    <ns1:pt x="60" y="41"/>
                    <ns1:pt x="62" y="36"/>
                    <ns1:pt x="62" y="30"/>
                  </ns1:cubicBezTo>
                  <ns1:cubicBezTo>
                    <ns1:pt x="62" y="14"/>
                    <ns1:pt x="48" y="0"/>
                    <ns1:pt x="31" y="0"/>
                  </ns1:cubicBezTo>
                  <ns1:cubicBezTo>
                    <ns1:pt x="14" y="0"/>
                    <ns1:pt x="0" y="14"/>
                    <ns1:pt x="0" y="30"/>
                  </ns1:cubicBezTo>
                  <ns1:cubicBezTo>
                    <ns1:pt x="0" y="36"/>
                    <ns1:pt x="2" y="41"/>
                    <ns1:pt x="4" y="46"/>
                  </ns1:cubicBezTo>
                  <ns1:cubicBezTo>
                    <ns1:pt x="7" y="51"/>
                    <ns1:pt x="11" y="54"/>
                    <ns1:pt x="15" y="57"/>
                  </ns1:cubicBezTo>
                  <ns1:close/>
                </ns1:path>
              </ns1:pathLst>
            </ns1:custGeom>
            <ns1:grpFill/>
            <ns1:ln>
              <ns1:noFill/>
            </ns1:ln>
          </ns0:spPr>
          <ns0:txBody>
            <ns1:bodyPr vert="horz" wrap="square" lIns="91440" tIns="45720" rIns="91440" bIns="45720" numCol="1" anchor="t" anchorCtr="0" compatLnSpc="1">
              <ns1:prstTxWarp prst="textNoShape">
                <ns1:avLst/>
              </ns1:prstTxWarp>
            </ns1:bodyPr>
            <ns1:lstStyle/>
            <ns1:p>
              <ns1:endParaRPr lang="id-ID" sz="2700"/>
            </ns1:p>
          </ns0:txBody>
        </ns0:sp>
        <ns0:sp>
          <ns0:nvSpPr>
            <ns0:cNvPr id="183" name="Freeform 112"/>
            <ns0:cNvSpPr>
              <ns1:spLocks/>
            </ns0:cNvSpPr>
            <ns0:nvPr/>
          </ns0:nvSpPr>
          <ns0:spPr bwMode="auto">
            <ns1:xfrm>
              <ns1:off x="2309813" y="1770063"/>
              <ns1:ext cx="125412" cy="117475"/>
            </ns1:xfrm>
            <ns1:custGeom>
              <ns1:avLst/>
              <ns1:gdLst>
                <ns1:gd name="T0" fmla="*/ 36 w 47"/>
                <ns1:gd name="T1" fmla="*/ 44 h 44"/>
                <ns1:gd name="T2" fmla="*/ 44 w 47"/>
                <ns1:gd name="T3" fmla="*/ 35 h 44"/>
                <ns1:gd name="T4" fmla="*/ 47 w 47"/>
                <ns1:gd name="T5" fmla="*/ 23 h 44"/>
                <ns1:gd name="T6" fmla="*/ 24 w 47"/>
                <ns1:gd name="T7" fmla="*/ 0 h 44"/>
                <ns1:gd name="T8" fmla="*/ 0 w 47"/>
                <ns1:gd name="T9" fmla="*/ 23 h 44"/>
                <ns1:gd name="T10" fmla="*/ 3 w 47"/>
                <ns1:gd name="T11" fmla="*/ 35 h 44"/>
                <ns1:gd name="T12" fmla="*/ 11 w 47"/>
                <ns1:gd name="T13" fmla="*/ 44 h 44"/>
                <ns1:gd name="T14" fmla="*/ 12 w 47"/>
                <ns1:gd name="T15" fmla="*/ 44 h 44"/>
                <ns1:gd name="T16" fmla="*/ 14 w 47"/>
                <ns1:gd name="T17" fmla="*/ 43 h 44"/>
                <ns1:gd name="T18" fmla="*/ 13 w 47"/>
                <ns1:gd name="T19" fmla="*/ 41 h 44"/>
                <ns1:gd name="T20" fmla="*/ 3 w 47"/>
                <ns1:gd name="T21" fmla="*/ 23 h 44"/>
                <ns1:gd name="T22" fmla="*/ 24 w 47"/>
                <ns1:gd name="T23" fmla="*/ 3 h 44"/>
                <ns1:gd name="T24" fmla="*/ 44 w 47"/>
                <ns1:gd name="T25" fmla="*/ 23 h 44"/>
                <ns1:gd name="T26" fmla="*/ 35 w 47"/>
                <ns1:gd name="T27" fmla="*/ 41 h 44"/>
                <ns1:gd name="T28" fmla="*/ 34 w 47"/>
                <ns1:gd name="T29" fmla="*/ 43 h 44"/>
                <ns1:gd name="T30" fmla="*/ 36 w 47"/>
                <ns1:gd name="T31" fmla="*/ 44 h 44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  <ns1:cxn ang="0">
                  <ns1:pos x="T14" y="T15"/>
                </ns1:cxn>
                <ns1:cxn ang="0">
                  <ns1:pos x="T16" y="T17"/>
                </ns1:cxn>
                <ns1:cxn ang="0">
                  <ns1:pos x="T18" y="T19"/>
                </ns1:cxn>
                <ns1:cxn ang="0">
                  <ns1:pos x="T20" y="T21"/>
                </ns1:cxn>
                <ns1:cxn ang="0">
                  <ns1:pos x="T22" y="T23"/>
                </ns1:cxn>
                <ns1:cxn ang="0">
                  <ns1:pos x="T24" y="T25"/>
                </ns1:cxn>
                <ns1:cxn ang="0">
                  <ns1:pos x="T26" y="T27"/>
                </ns1:cxn>
                <ns1:cxn ang="0">
                  <ns1:pos x="T28" y="T29"/>
                </ns1:cxn>
                <ns1:cxn ang="0">
                  <ns1:pos x="T30" y="T31"/>
                </ns1:cxn>
              </ns1:cxnLst>
              <ns1:rect l="0" t="0" r="r" b="b"/>
              <ns1:pathLst>
                <ns1:path w="47" h="44">
                  <ns1:moveTo>
                    <ns1:pt x="36" y="44"/>
                  </ns1:moveTo>
                  <ns1:cubicBezTo>
                    <ns1:pt x="40" y="41"/>
                    <ns1:pt x="42" y="39"/>
                    <ns1:pt x="44" y="35"/>
                  </ns1:cubicBezTo>
                  <ns1:cubicBezTo>
                    <ns1:pt x="46" y="32"/>
                    <ns1:pt x="47" y="28"/>
                    <ns1:pt x="47" y="23"/>
                  </ns1:cubicBezTo>
                  <ns1:cubicBezTo>
                    <ns1:pt x="47" y="11"/>
                    <ns1:pt x="37" y="0"/>
                    <ns1:pt x="24" y="0"/>
                  </ns1:cubicBezTo>
                  <ns1:cubicBezTo>
                    <ns1:pt x="11" y="0"/>
                    <ns1:pt x="0" y="11"/>
                    <ns1:pt x="0" y="23"/>
                  </ns1:cubicBezTo>
                  <ns1:cubicBezTo>
                    <ns1:pt x="0" y="28"/>
                    <ns1:pt x="1" y="32"/>
                    <ns1:pt x="3" y="35"/>
                  </ns1:cubicBezTo>
                  <ns1:cubicBezTo>
                    <ns1:pt x="5" y="39"/>
                    <ns1:pt x="8" y="41"/>
                    <ns1:pt x="11" y="44"/>
                  </ns1:cubicBezTo>
                  <ns1:cubicBezTo>
                    <ns1:pt x="12" y="44"/>
                    <ns1:pt x="12" y="44"/>
                    <ns1:pt x="12" y="44"/>
                  </ns1:cubicBezTo>
                  <ns1:cubicBezTo>
                    <ns1:pt x="13" y="44"/>
                    <ns1:pt x="13" y="43"/>
                    <ns1:pt x="14" y="43"/>
                  </ns1:cubicBezTo>
                  <ns1:cubicBezTo>
                    <ns1:pt x="14" y="42"/>
                    <ns1:pt x="14" y="41"/>
                    <ns1:pt x="13" y="41"/>
                  </ns1:cubicBezTo>
                  <ns1:cubicBezTo>
                    <ns1:pt x="7" y="37"/>
                    <ns1:pt x="3" y="31"/>
                    <ns1:pt x="3" y="23"/>
                  </ns1:cubicBezTo>
                  <ns1:cubicBezTo>
                    <ns1:pt x="3" y="12"/>
                    <ns1:pt x="13" y="3"/>
                    <ns1:pt x="24" y="3"/>
                  </ns1:cubicBezTo>
                  <ns1:cubicBezTo>
                    <ns1:pt x="35" y="3"/>
                    <ns1:pt x="44" y="12"/>
                    <ns1:pt x="44" y="23"/>
                  </ns1:cubicBezTo>
                  <ns1:cubicBezTo>
                    <ns1:pt x="44" y="31"/>
                    <ns1:pt x="41" y="37"/>
                    <ns1:pt x="35" y="41"/>
                  </ns1:cubicBezTo>
                  <ns1:cubicBezTo>
                    <ns1:pt x="34" y="41"/>
                    <ns1:pt x="34" y="42"/>
                    <ns1:pt x="34" y="43"/>
                  </ns1:cubicBezTo>
                  <ns1:cubicBezTo>
                    <ns1:pt x="35" y="44"/>
                    <ns1:pt x="35" y="44"/>
                    <ns1:pt x="36" y="44"/>
                  </ns1:cubicBezTo>
                  <ns1:close/>
                </ns1:path>
              </ns1:pathLst>
            </ns1:custGeom>
            <ns1:grpFill/>
            <ns1:ln>
              <ns1:noFill/>
            </ns1:ln>
          </ns0:spPr>
          <ns0:txBody>
            <ns1:bodyPr vert="horz" wrap="square" lIns="91440" tIns="45720" rIns="91440" bIns="45720" numCol="1" anchor="t" anchorCtr="0" compatLnSpc="1">
              <ns1:prstTxWarp prst="textNoShape">
                <ns1:avLst/>
              </ns1:prstTxWarp>
            </ns1:bodyPr>
            <ns1:lstStyle/>
            <ns1:p>
              <ns1:endParaRPr lang="id-ID" sz="2700"/>
            </ns1:p>
          </ns0:txBody>
        </ns0:sp>
        <ns0:sp>
          <ns0:nvSpPr>
            <ns0:cNvPr id="184" name="Freeform 113"/>
            <ns0:cNvSpPr>
              <ns1:spLocks/>
            </ns0:cNvSpPr>
            <ns0:nvPr/>
          </ns0:nvSpPr>
          <ns0:spPr bwMode="auto">
            <ns1:xfrm>
              <ns1:off x="2332038" y="1789113"/>
              <ns1:ext cx="85725" cy="79375"/>
            </ns1:xfrm>
            <ns1:custGeom>
              <ns1:avLst/>
              <ns1:gdLst>
                <ns1:gd name="T0" fmla="*/ 24 w 32"/>
                <ns1:gd name="T1" fmla="*/ 27 h 30"/>
                <ns1:gd name="T2" fmla="*/ 23 w 32"/>
                <ns1:gd name="T3" fmla="*/ 29 h 30"/>
                <ns1:gd name="T4" fmla="*/ 25 w 32"/>
                <ns1:gd name="T5" fmla="*/ 30 h 30"/>
                <ns1:gd name="T6" fmla="*/ 25 w 32"/>
                <ns1:gd name="T7" fmla="*/ 30 h 30"/>
                <ns1:gd name="T8" fmla="*/ 32 w 32"/>
                <ns1:gd name="T9" fmla="*/ 16 h 30"/>
                <ns1:gd name="T10" fmla="*/ 16 w 32"/>
                <ns1:gd name="T11" fmla="*/ 0 h 30"/>
                <ns1:gd name="T12" fmla="*/ 0 w 32"/>
                <ns1:gd name="T13" fmla="*/ 16 h 30"/>
                <ns1:gd name="T14" fmla="*/ 6 w 32"/>
                <ns1:gd name="T15" fmla="*/ 30 h 30"/>
                <ns1:gd name="T16" fmla="*/ 8 w 32"/>
                <ns1:gd name="T17" fmla="*/ 29 h 30"/>
                <ns1:gd name="T18" fmla="*/ 8 w 32"/>
                <ns1:gd name="T19" fmla="*/ 27 h 30"/>
                <ns1:gd name="T20" fmla="*/ 3 w 32"/>
                <ns1:gd name="T21" fmla="*/ 16 h 30"/>
                <ns1:gd name="T22" fmla="*/ 16 w 32"/>
                <ns1:gd name="T23" fmla="*/ 3 h 30"/>
                <ns1:gd name="T24" fmla="*/ 29 w 32"/>
                <ns1:gd name="T25" fmla="*/ 16 h 30"/>
                <ns1:gd name="T26" fmla="*/ 24 w 32"/>
                <ns1:gd name="T27" fmla="*/ 27 h 30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  <ns1:cxn ang="0">
                  <ns1:pos x="T14" y="T15"/>
                </ns1:cxn>
                <ns1:cxn ang="0">
                  <ns1:pos x="T16" y="T17"/>
                </ns1:cxn>
                <ns1:cxn ang="0">
                  <ns1:pos x="T18" y="T19"/>
                </ns1:cxn>
                <ns1:cxn ang="0">
                  <ns1:pos x="T20" y="T21"/>
                </ns1:cxn>
                <ns1:cxn ang="0">
                  <ns1:pos x="T22" y="T23"/>
                </ns1:cxn>
                <ns1:cxn ang="0">
                  <ns1:pos x="T24" y="T25"/>
                </ns1:cxn>
                <ns1:cxn ang="0">
                  <ns1:pos x="T26" y="T27"/>
                </ns1:cxn>
              </ns1:cxnLst>
              <ns1:rect l="0" t="0" r="r" b="b"/>
              <ns1:pathLst>
                <ns1:path w="32" h="30">
                  <ns1:moveTo>
                    <ns1:pt x="24" y="27"/>
                  </ns1:moveTo>
                  <ns1:cubicBezTo>
                    <ns1:pt x="23" y="28"/>
                    <ns1:pt x="23" y="29"/>
                    <ns1:pt x="23" y="29"/>
                  </ns1:cubicBezTo>
                  <ns1:cubicBezTo>
                    <ns1:pt x="24" y="30"/>
                    <ns1:pt x="24" y="30"/>
                    <ns1:pt x="25" y="30"/>
                  </ns1:cubicBezTo>
                  <ns1:cubicBezTo>
                    <ns1:pt x="25" y="30"/>
                    <ns1:pt x="25" y="30"/>
                    <ns1:pt x="25" y="30"/>
                  </ns1:cubicBezTo>
                  <ns1:cubicBezTo>
                    <ns1:pt x="30" y="27"/>
                    <ns1:pt x="32" y="22"/>
                    <ns1:pt x="32" y="16"/>
                  </ns1:cubicBezTo>
                  <ns1:cubicBezTo>
                    <ns1:pt x="32" y="7"/>
                    <ns1:pt x="25" y="0"/>
                    <ns1:pt x="16" y="0"/>
                  </ns1:cubicBezTo>
                  <ns1:cubicBezTo>
                    <ns1:pt x="7" y="0"/>
                    <ns1:pt x="0" y="7"/>
                    <ns1:pt x="0" y="16"/>
                  </ns1:cubicBezTo>
                  <ns1:cubicBezTo>
                    <ns1:pt x="0" y="22"/>
                    <ns1:pt x="2" y="27"/>
                    <ns1:pt x="6" y="30"/>
                  </ns1:cubicBezTo>
                  <ns1:cubicBezTo>
                    <ns1:pt x="7" y="30"/>
                    <ns1:pt x="8" y="30"/>
                    <ns1:pt x="8" y="29"/>
                  </ns1:cubicBezTo>
                  <ns1:cubicBezTo>
                    <ns1:pt x="9" y="29"/>
                    <ns1:pt x="9" y="28"/>
                    <ns1:pt x="8" y="27"/>
                  </ns1:cubicBezTo>
                  <ns1:cubicBezTo>
                    <ns1:pt x="5" y="25"/>
                    <ns1:pt x="3" y="21"/>
                    <ns1:pt x="3" y="16"/>
                  </ns1:cubicBezTo>
                  <ns1:cubicBezTo>
                    <ns1:pt x="3" y="9"/>
                    <ns1:pt x="9" y="3"/>
                    <ns1:pt x="16" y="3"/>
                  </ns1:cubicBezTo>
                  <ns1:cubicBezTo>
                    <ns1:pt x="23" y="3"/>
                    <ns1:pt x="29" y="9"/>
                    <ns1:pt x="29" y="16"/>
                  </ns1:cubicBezTo>
                  <ns1:cubicBezTo>
                    <ns1:pt x="29" y="21"/>
                    <ns1:pt x="27" y="25"/>
                    <ns1:pt x="24" y="27"/>
                  </ns1:cubicBezTo>
                  <ns1:close/>
                </ns1:path>
              </ns1:pathLst>
            </ns1:custGeom>
            <ns1:grpFill/>
            <ns1:ln>
              <ns1:noFill/>
            </ns1:ln>
          </ns0:spPr>
          <ns0:txBody>
            <ns1:bodyPr vert="horz" wrap="square" lIns="91440" tIns="45720" rIns="91440" bIns="45720" numCol="1" anchor="t" anchorCtr="0" compatLnSpc="1">
              <ns1:prstTxWarp prst="textNoShape">
                <ns1:avLst/>
              </ns1:prstTxWarp>
            </ns1:bodyPr>
            <ns1:lstStyle/>
            <ns1:p>
              <ns1:endParaRPr lang="id-ID" sz="2700"/>
            </ns1:p>
          </ns0:txBody>
        </ns0:sp>
      </ns0:grpSp>
      <ns0:grpSp>
        <ns0:nvGrpSpPr>
          <ns0:cNvPr id="185" name="Group 184"/>
          <ns0:cNvGrpSpPr/>
          <ns0:nvPr/>
        </ns0:nvGrpSpPr>
        <ns0:grpSpPr>
          <ns1:xfrm flipH="1">
            <ns1:off x="1435508" y="3741395"/>
            <ns1:ext cx="281491" cy="375581"/>
            <ns1:chOff x="8474216" y="3760624"/>
            <ns1:chExt cx="348911" cy="465536"/>
          </ns1:xfrm>
          <ns1:solidFill>
            <ns1:schemeClr val="tx1"/>
          </ns1:solidFill>
        </ns0:grpSpPr>
        <ns0:sp>
          <ns0:nvSpPr>
            <ns0:cNvPr id="186" name="Freeform 379"/>
            <ns0:cNvSpPr>
              <ns1:spLocks/>
            </ns0:cNvSpPr>
            <ns0:nvPr/>
          </ns0:nvSpPr>
          <ns0:spPr bwMode="auto">
            <ns1:xfrm>
              <ns1:off x="8629395" y="4034356"/>
              <ns1:ext cx="38554" cy="121444"/>
            </ns1:xfrm>
            <ns1:custGeom>
              <ns1:avLst/>
              <ns1:gdLst>
                <ns1:gd name="T0" fmla="*/ 17 w 17"/>
                <ns1:gd name="T1" fmla="*/ 53 h 53"/>
                <ns1:gd name="T2" fmla="*/ 17 w 17"/>
                <ns1:gd name="T3" fmla="*/ 0 h 53"/>
                <ns1:gd name="T4" fmla="*/ 9 w 17"/>
                <ns1:gd name="T5" fmla="*/ 0 h 53"/>
                <ns1:gd name="T6" fmla="*/ 0 w 17"/>
                <ns1:gd name="T7" fmla="*/ 0 h 53"/>
                <ns1:gd name="T8" fmla="*/ 0 w 17"/>
                <ns1:gd name="T9" fmla="*/ 53 h 53"/>
                <ns1:gd name="T10" fmla="*/ 9 w 17"/>
                <ns1:gd name="T11" fmla="*/ 52 h 53"/>
                <ns1:gd name="T12" fmla="*/ 17 w 17"/>
                <ns1:gd name="T13" fmla="*/ 53 h 53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</ns1:cxnLst>
              <ns1:rect l="0" t="0" r="r" b="b"/>
              <ns1:pathLst>
                <ns1:path w="17" h="53">
                  <ns1:moveTo>
                    <ns1:pt x="17" y="53"/>
                  </ns1:moveTo>
                  <ns1:cubicBezTo>
                    <ns1:pt x="17" y="0"/>
                    <ns1:pt x="17" y="0"/>
                    <ns1:pt x="17" y="0"/>
                  </ns1:cubicBezTo>
                  <ns1:cubicBezTo>
                    <ns1:pt x="14" y="0"/>
                    <ns1:pt x="11" y="0"/>
                    <ns1:pt x="9" y="0"/>
                  </ns1:cubicBezTo>
                  <ns1:cubicBezTo>
                    <ns1:pt x="6" y="0"/>
                    <ns1:pt x="3" y="0"/>
                    <ns1:pt x="0" y="0"/>
                  </ns1:cubicBezTo>
                  <ns1:cubicBezTo>
                    <ns1:pt x="0" y="53"/>
                    <ns1:pt x="0" y="53"/>
                    <ns1:pt x="0" y="53"/>
                  </ns1:cubicBezTo>
                  <ns1:cubicBezTo>
                    <ns1:pt x="3" y="52"/>
                    <ns1:pt x="6" y="52"/>
                    <ns1:pt x="9" y="52"/>
                  </ns1:cubicBezTo>
                  <ns1:cubicBezTo>
                    <ns1:pt x="11" y="52"/>
                    <ns1:pt x="14" y="52"/>
                    <ns1:pt x="17" y="53"/>
                  </ns1:cubicBezTo>
                  <ns1:close/>
                </ns1:path>
              </ns1:pathLst>
            </ns1:custGeom>
            <ns1:grpFill/>
            <ns1:ln>
              <ns1:noFill/>
            </ns1:ln>
            <ns1:extLst>
              <ns1:ext uri="{91240B29-F687-4F45-9708-019B960494DF}">
                <ns2:hiddenLine w="9525">
                  <ns1:solidFill>
                    <ns1:srgbClr val="000000"/>
                  </ns1:solidFill>
                  <ns1:round/>
                  <ns1:headEnd/>
                  <ns1:tailEnd/>
                </ns2:hiddenLine>
              </ns1:ext>
            </ns1:extLst>
          </ns0:spPr>
          <ns0:txBody>
            <ns1:bodyPr vert="horz" wrap="square" lIns="91440" tIns="45720" rIns="91440" bIns="45720" numCol="1" anchor="t" anchorCtr="0" compatLnSpc="1">
              <ns1:prstTxWarp prst="textNoShape">
                <ns1:avLst/>
              </ns1:prstTxWarp>
            </ns1:bodyPr>
            <ns1:lstStyle/>
            <ns1:p>
              <ns1:endParaRPr lang="id-ID" sz="2700"/>
            </ns1:p>
          </ns0:txBody>
        </ns0:sp>
        <ns0:sp>
          <ns0:nvSpPr>
            <ns0:cNvPr id="187" name="Freeform 380"/>
            <ns0:cNvSpPr>
              <ns1:spLocks/>
            </ns0:cNvSpPr>
            <ns0:nvPr/>
          </ns0:nvSpPr>
          <ns0:spPr bwMode="auto">
            <ns1:xfrm>
              <ns1:off x="8474216" y="3760624"/>
              <ns1:ext cx="348911" cy="262165"/>
            </ns1:xfrm>
            <ns1:custGeom>
              <ns1:avLst/>
              <ns1:gdLst>
                <ns1:gd name="T0" fmla="*/ 153 w 153"/>
                <ns1:gd name="T1" fmla="*/ 38 h 115"/>
                <ns1:gd name="T2" fmla="*/ 143 w 153"/>
                <ns1:gd name="T3" fmla="*/ 0 h 115"/>
                <ns1:gd name="T4" fmla="*/ 110 w 153"/>
                <ns1:gd name="T5" fmla="*/ 18 h 115"/>
                <ns1:gd name="T6" fmla="*/ 77 w 153"/>
                <ns1:gd name="T7" fmla="*/ 0 h 115"/>
                <ns1:gd name="T8" fmla="*/ 43 w 153"/>
                <ns1:gd name="T9" fmla="*/ 18 h 115"/>
                <ns1:gd name="T10" fmla="*/ 10 w 153"/>
                <ns1:gd name="T11" fmla="*/ 0 h 115"/>
                <ns1:gd name="T12" fmla="*/ 0 w 153"/>
                <ns1:gd name="T13" fmla="*/ 38 h 115"/>
                <ns1:gd name="T14" fmla="*/ 68 w 153"/>
                <ns1:gd name="T15" fmla="*/ 114 h 115"/>
                <ns1:gd name="T16" fmla="*/ 77 w 153"/>
                <ns1:gd name="T17" fmla="*/ 115 h 115"/>
                <ns1:gd name="T18" fmla="*/ 85 w 153"/>
                <ns1:gd name="T19" fmla="*/ 114 h 115"/>
                <ns1:gd name="T20" fmla="*/ 153 w 153"/>
                <ns1:gd name="T21" fmla="*/ 38 h 115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  <ns1:cxn ang="0">
                  <ns1:pos x="T14" y="T15"/>
                </ns1:cxn>
                <ns1:cxn ang="0">
                  <ns1:pos x="T16" y="T17"/>
                </ns1:cxn>
                <ns1:cxn ang="0">
                  <ns1:pos x="T18" y="T19"/>
                </ns1:cxn>
                <ns1:cxn ang="0">
                  <ns1:pos x="T20" y="T21"/>
                </ns1:cxn>
              </ns1:cxnLst>
              <ns1:rect l="0" t="0" r="r" b="b"/>
              <ns1:pathLst>
                <ns1:path w="153" h="115">
                  <ns1:moveTo>
                    <ns1:pt x="153" y="38"/>
                  </ns1:moveTo>
                  <ns1:cubicBezTo>
                    <ns1:pt x="153" y="24"/>
                    <ns1:pt x="150" y="11"/>
                    <ns1:pt x="143" y="0"/>
                  </ns1:cubicBezTo>
                  <ns1:cubicBezTo>
                    <ns1:pt x="110" y="18"/>
                    <ns1:pt x="110" y="18"/>
                    <ns1:pt x="110" y="18"/>
                  </ns1:cubicBezTo>
                  <ns1:cubicBezTo>
                    <ns1:pt x="77" y="0"/>
                    <ns1:pt x="77" y="0"/>
                    <ns1:pt x="77" y="0"/>
                  </ns1:cubicBezTo>
                  <ns1:cubicBezTo>
                    <ns1:pt x="43" y="18"/>
                    <ns1:pt x="43" y="18"/>
                    <ns1:pt x="43" y="18"/>
                  </ns1:cubicBezTo>
                  <ns1:cubicBezTo>
                    <ns1:pt x="10" y="0"/>
                    <ns1:pt x="10" y="0"/>
                    <ns1:pt x="10" y="0"/>
                  </ns1:cubicBezTo>
                  <ns1:cubicBezTo>
                    <ns1:pt x="3" y="11"/>
                    <ns1:pt x="0" y="24"/>
                    <ns1:pt x="0" y="38"/>
                  </ns1:cubicBezTo>
                  <ns1:cubicBezTo>
                    <ns1:pt x="0" y="77"/>
                    <ns1:pt x="30" y="110"/>
                    <ns1:pt x="68" y="114"/>
                  </ns1:cubicBezTo>
                  <ns1:cubicBezTo>
                    <ns1:pt x="71" y="114"/>
                    <ns1:pt x="74" y="115"/>
                    <ns1:pt x="77" y="115"/>
                  </ns1:cubicBezTo>
                  <ns1:cubicBezTo>
                    <ns1:pt x="79" y="115"/>
                    <ns1:pt x="82" y="114"/>
                    <ns1:pt x="85" y="114"/>
                  </ns1:cubicBezTo>
                  <ns1:cubicBezTo>
                    <ns1:pt x="123" y="110"/>
                    <ns1:pt x="153" y="77"/>
                    <ns1:pt x="153" y="38"/>
                  </ns1:cubicBezTo>
                  <ns1:close/>
                </ns1:path>
              </ns1:pathLst>
            </ns1:custGeom>
            <ns1:grpFill/>
            <ns1:ln>
              <ns1:noFill/>
            </ns1:ln>
            <ns1:extLst>
              <ns1:ext uri="{91240B29-F687-4F45-9708-019B960494DF}">
                <ns2:hiddenLine w="9525">
                  <ns1:solidFill>
                    <ns1:srgbClr val="000000"/>
                  </ns1:solidFill>
                  <ns1:round/>
                  <ns1:headEnd/>
                  <ns1:tailEnd/>
                </ns2:hiddenLine>
              </ns1:ext>
            </ns1:extLst>
          </ns0:spPr>
          <ns0:txBody>
            <ns1:bodyPr vert="horz" wrap="square" lIns="91440" tIns="45720" rIns="91440" bIns="45720" numCol="1" anchor="t" anchorCtr="0" compatLnSpc="1">
              <ns1:prstTxWarp prst="textNoShape">
                <ns1:avLst/>
              </ns1:prstTxWarp>
            </ns1:bodyPr>
            <ns1:lstStyle/>
            <ns1:p>
              <ns1:endParaRPr lang="id-ID" sz="2700"/>
            </ns1:p>
          </ns0:txBody>
        </ns0:sp>
        <ns0:sp>
          <ns0:nvSpPr>
            <ns0:cNvPr id="188" name="Freeform 381"/>
            <ns0:cNvSpPr>
              <ns1:spLocks/>
            </ns0:cNvSpPr>
            <ns0:nvPr/>
          </ns0:nvSpPr>
          <ns0:spPr bwMode="auto">
            <ns1:xfrm>
              <ns1:off x="8547469" y="4037247"/>
              <ns1:ext cx="72289" cy="72289"/>
            </ns1:xfrm>
            <ns1:custGeom>
              <ns1:avLst/>
              <ns1:gdLst>
                <ns1:gd name="T0" fmla="*/ 31 w 32"/>
                <ns1:gd name="T1" fmla="*/ 31 h 32"/>
                <ns1:gd name="T2" fmla="*/ 24 w 32"/>
                <ns1:gd name="T3" fmla="*/ 9 h 32"/>
                <ns1:gd name="T4" fmla="*/ 1 w 32"/>
                <ns1:gd name="T5" fmla="*/ 2 h 32"/>
                <ns1:gd name="T6" fmla="*/ 8 w 32"/>
                <ns1:gd name="T7" fmla="*/ 24 h 32"/>
                <ns1:gd name="T8" fmla="*/ 31 w 32"/>
                <ns1:gd name="T9" fmla="*/ 31 h 32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</ns1:cxnLst>
              <ns1:rect l="0" t="0" r="r" b="b"/>
              <ns1:pathLst>
                <ns1:path w="32" h="32">
                  <ns1:moveTo>
                    <ns1:pt x="31" y="31"/>
                  </ns1:moveTo>
                  <ns1:cubicBezTo>
                    <ns1:pt x="32" y="23"/>
                    <ns1:pt x="30" y="15"/>
                    <ns1:pt x="24" y="9"/>
                  </ns1:cubicBezTo>
                  <ns1:cubicBezTo>
                    <ns1:pt x="18" y="3"/>
                    <ns1:pt x="9" y="0"/>
                    <ns1:pt x="1" y="2"/>
                  </ns1:cubicBezTo>
                  <ns1:cubicBezTo>
                    <ns1:pt x="0" y="10"/>
                    <ns1:pt x="2" y="18"/>
                    <ns1:pt x="8" y="24"/>
                  </ns1:cubicBezTo>
                  <ns1:cubicBezTo>
                    <ns1:pt x="14" y="30"/>
                    <ns1:pt x="23" y="32"/>
                    <ns1:pt x="31" y="31"/>
                  </ns1:cubicBezTo>
                  <ns1:close/>
                </ns1:path>
              </ns1:pathLst>
            </ns1:custGeom>
            <ns1:grpFill/>
            <ns1:ln>
              <ns1:noFill/>
            </ns1:ln>
            <ns1:extLst>
              <ns1:ext uri="{91240B29-F687-4F45-9708-019B960494DF}">
                <ns2:hiddenLine w="9525">
                  <ns1:solidFill>
                    <ns1:srgbClr val="000000"/>
                  </ns1:solidFill>
                  <ns1:round/>
                  <ns1:headEnd/>
                  <ns1:tailEnd/>
                </ns2:hiddenLine>
              </ns1:ext>
            </ns1:extLst>
          </ns0:spPr>
          <ns0:txBody>
            <ns1:bodyPr vert="horz" wrap="square" lIns="91440" tIns="45720" rIns="91440" bIns="45720" numCol="1" anchor="t" anchorCtr="0" compatLnSpc="1">
              <ns1:prstTxWarp prst="textNoShape">
                <ns1:avLst/>
              </ns1:prstTxWarp>
            </ns1:bodyPr>
            <ns1:lstStyle/>
            <ns1:p>
              <ns1:endParaRPr lang="id-ID" sz="2700"/>
            </ns1:p>
          </ns0:txBody>
        </ns0:sp>
        <ns0:sp>
          <ns0:nvSpPr>
            <ns0:cNvPr id="189" name="Freeform 382"/>
            <ns0:cNvSpPr>
              <ns1:spLocks/>
            </ns0:cNvSpPr>
            <ns0:nvPr/>
          </ns0:nvSpPr>
          <ns0:spPr bwMode="auto">
            <ns1:xfrm>
              <ns1:off x="8676624" y="4037247"/>
              <ns1:ext cx="73252" cy="72289"/>
            </ns1:xfrm>
            <ns1:custGeom>
              <ns1:avLst/>
              <ns1:gdLst>
                <ns1:gd name="T0" fmla="*/ 24 w 32"/>
                <ns1:gd name="T1" fmla="*/ 24 h 32"/>
                <ns1:gd name="T2" fmla="*/ 31 w 32"/>
                <ns1:gd name="T3" fmla="*/ 2 h 32"/>
                <ns1:gd name="T4" fmla="*/ 8 w 32"/>
                <ns1:gd name="T5" fmla="*/ 9 h 32"/>
                <ns1:gd name="T6" fmla="*/ 2 w 32"/>
                <ns1:gd name="T7" fmla="*/ 31 h 32"/>
                <ns1:gd name="T8" fmla="*/ 24 w 32"/>
                <ns1:gd name="T9" fmla="*/ 24 h 32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</ns1:cxnLst>
              <ns1:rect l="0" t="0" r="r" b="b"/>
              <ns1:pathLst>
                <ns1:path w="32" h="32">
                  <ns1:moveTo>
                    <ns1:pt x="24" y="24"/>
                  </ns1:moveTo>
                  <ns1:cubicBezTo>
                    <ns1:pt x="30" y="18"/>
                    <ns1:pt x="32" y="10"/>
                    <ns1:pt x="31" y="2"/>
                  </ns1:cubicBezTo>
                  <ns1:cubicBezTo>
                    <ns1:pt x="23" y="0"/>
                    <ns1:pt x="14" y="3"/>
                    <ns1:pt x="8" y="9"/>
                  </ns1:cubicBezTo>
                  <ns1:cubicBezTo>
                    <ns1:pt x="2" y="15"/>
                    <ns1:pt x="0" y="23"/>
                    <ns1:pt x="2" y="31"/>
                  </ns1:cubicBezTo>
                  <ns1:cubicBezTo>
                    <ns1:pt x="9" y="32"/>
                    <ns1:pt x="18" y="30"/>
                    <ns1:pt x="24" y="24"/>
                  </ns1:cubicBezTo>
                  <ns1:close/>
                </ns1:path>
              </ns1:pathLst>
            </ns1:custGeom>
            <ns1:grpFill/>
            <ns1:ln>
              <ns1:noFill/>
            </ns1:ln>
            <ns1:extLst>
              <ns1:ext uri="{91240B29-F687-4F45-9708-019B960494DF}">
                <ns2:hiddenLine w="9525">
                  <ns1:solidFill>
                    <ns1:srgbClr val="000000"/>
                  </ns1:solidFill>
                  <ns1:round/>
                  <ns1:headEnd/>
                  <ns1:tailEnd/>
                </ns2:hiddenLine>
              </ns1:ext>
            </ns1:extLst>
          </ns0:spPr>
          <ns0:txBody>
            <ns1:bodyPr vert="horz" wrap="square" lIns="91440" tIns="45720" rIns="91440" bIns="45720" numCol="1" anchor="t" anchorCtr="0" compatLnSpc="1">
              <ns1:prstTxWarp prst="textNoShape">
                <ns1:avLst/>
              </ns1:prstTxWarp>
            </ns1:bodyPr>
            <ns1:lstStyle/>
            <ns1:p>
              <ns1:endParaRPr lang="id-ID" sz="2700"/>
            </ns1:p>
          </ns0:txBody>
        </ns0:sp>
        <ns0:sp>
          <ns0:nvSpPr>
            <ns0:cNvPr id="190" name="Freeform 383"/>
            <ns0:cNvSpPr>
              <ns1:spLocks/>
            </ns0:cNvSpPr>
            <ns0:nvPr/>
          </ns0:nvSpPr>
          <ns0:spPr bwMode="auto">
            <ns1:xfrm>
              <ns1:off x="8547469" y="4166402"/>
              <ns1:ext cx="204335" cy="59758"/>
            </ns1:xfrm>
            <ns1:custGeom>
              <ns1:avLst/>
              <ns1:gdLst>
                <ns1:gd name="T0" fmla="*/ 53 w 90"/>
                <ns1:gd name="T1" fmla="*/ 0 h 26"/>
                <ns1:gd name="T2" fmla="*/ 45 w 90"/>
                <ns1:gd name="T3" fmla="*/ 0 h 26"/>
                <ns1:gd name="T4" fmla="*/ 36 w 90"/>
                <ns1:gd name="T5" fmla="*/ 0 h 26"/>
                <ns1:gd name="T6" fmla="*/ 0 w 90"/>
                <ns1:gd name="T7" fmla="*/ 26 h 26"/>
                <ns1:gd name="T8" fmla="*/ 90 w 90"/>
                <ns1:gd name="T9" fmla="*/ 26 h 26"/>
                <ns1:gd name="T10" fmla="*/ 53 w 90"/>
                <ns1:gd name="T11" fmla="*/ 0 h 26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</ns1:cxnLst>
              <ns1:rect l="0" t="0" r="r" b="b"/>
              <ns1:pathLst>
                <ns1:path w="90" h="26">
                  <ns1:moveTo>
                    <ns1:pt x="53" y="0"/>
                  </ns1:moveTo>
                  <ns1:cubicBezTo>
                    <ns1:pt x="50" y="0"/>
                    <ns1:pt x="47" y="0"/>
                    <ns1:pt x="45" y="0"/>
                  </ns1:cubicBezTo>
                  <ns1:cubicBezTo>
                    <ns1:pt x="42" y="0"/>
                    <ns1:pt x="39" y="0"/>
                    <ns1:pt x="36" y="0"/>
                  </ns1:cubicBezTo>
                  <ns1:cubicBezTo>
                    <ns1:pt x="15" y="2"/>
                    <ns1:pt x="0" y="13"/>
                    <ns1:pt x="0" y="26"/>
                  </ns1:cubicBezTo>
                  <ns1:cubicBezTo>
                    <ns1:pt x="90" y="26"/>
                    <ns1:pt x="90" y="26"/>
                    <ns1:pt x="90" y="26"/>
                  </ns1:cubicBezTo>
                  <ns1:cubicBezTo>
                    <ns1:pt x="90" y="13"/>
                    <ns1:pt x="74" y="2"/>
                    <ns1:pt x="53" y="0"/>
                  </ns1:cubicBezTo>
                  <ns1:close/>
                </ns1:path>
              </ns1:pathLst>
            </ns1:custGeom>
            <ns1:grpFill/>
            <ns1:ln>
              <ns1:noFill/>
            </ns1:ln>
            <ns1:extLst>
              <ns1:ext uri="{91240B29-F687-4F45-9708-019B960494DF}">
                <ns2:hiddenLine w="9525">
                  <ns1:solidFill>
                    <ns1:srgbClr val="000000"/>
                  </ns1:solidFill>
                  <ns1:round/>
                  <ns1:headEnd/>
                  <ns1:tailEnd/>
                </ns2:hiddenLine>
              </ns1:ext>
            </ns1:extLst>
          </ns0:spPr>
          <ns0:txBody>
            <ns1:bodyPr vert="horz" wrap="square" lIns="91440" tIns="45720" rIns="91440" bIns="45720" numCol="1" anchor="t" anchorCtr="0" compatLnSpc="1">
              <ns1:prstTxWarp prst="textNoShape">
                <ns1:avLst/>
              </ns1:prstTxWarp>
            </ns1:bodyPr>
            <ns1:lstStyle/>
            <ns1:p>
              <ns1:endParaRPr lang="id-ID" sz="2700"/>
            </ns1:p>
          </ns0:txBody>
        </ns0:sp>
      </ns0:grpSp>
      <ns0:grpSp>
        <ns0:nvGrpSpPr>
          <ns0:cNvPr id="192" name="Group 191"/>
          <ns0:cNvGrpSpPr/>
          <ns0:nvPr/>
        </ns0:nvGrpSpPr>
        <ns0:grpSpPr>
          <ns1:xfrm rot="21545399">
            <ns1:off x="7432020" y="3691167"/>
            <ns1:ext cx="298409" cy="476037"/>
            <ns1:chOff x="3286125" y="3303588"/>
            <ns1:chExt cx="266700" cy="425451"/>
          </ns1:xfrm>
          <ns1:solidFill>
            <ns1:schemeClr val="tx1"/>
          </ns1:solidFill>
        </ns0:grpSpPr>
        <ns0:sp>
          <ns0:nvSpPr>
            <ns0:cNvPr id="193" name="Freeform 47"/>
            <ns0:cNvSpPr>
              <ns1:spLocks noEditPoints="1"/>
            </ns0:cNvSpPr>
            <ns0:nvPr/>
          </ns0:nvSpPr>
          <ns0:spPr bwMode="auto">
            <ns1:xfrm>
              <ns1:off x="3286125" y="3384551"/>
              <ns1:ext cx="266700" cy="265113"/>
            </ns1:xfrm>
            <ns1:custGeom>
              <ns1:avLst/>
              <ns1:gdLst>
                <ns1:gd name="T0" fmla="*/ 50 w 100"/>
                <ns1:gd name="T1" fmla="*/ 0 h 99"/>
                <ns1:gd name="T2" fmla="*/ 0 w 100"/>
                <ns1:gd name="T3" fmla="*/ 50 h 99"/>
                <ns1:gd name="T4" fmla="*/ 50 w 100"/>
                <ns1:gd name="T5" fmla="*/ 99 h 99"/>
                <ns1:gd name="T6" fmla="*/ 100 w 100"/>
                <ns1:gd name="T7" fmla="*/ 50 h 99"/>
                <ns1:gd name="T8" fmla="*/ 50 w 100"/>
                <ns1:gd name="T9" fmla="*/ 0 h 99"/>
                <ns1:gd name="T10" fmla="*/ 50 w 100"/>
                <ns1:gd name="T11" fmla="*/ 90 h 99"/>
                <ns1:gd name="T12" fmla="*/ 10 w 100"/>
                <ns1:gd name="T13" fmla="*/ 50 h 99"/>
                <ns1:gd name="T14" fmla="*/ 50 w 100"/>
                <ns1:gd name="T15" fmla="*/ 10 h 99"/>
                <ns1:gd name="T16" fmla="*/ 90 w 100"/>
                <ns1:gd name="T17" fmla="*/ 50 h 99"/>
                <ns1:gd name="T18" fmla="*/ 50 w 100"/>
                <ns1:gd name="T19" fmla="*/ 90 h 99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  <ns1:cxn ang="0">
                  <ns1:pos x="T14" y="T15"/>
                </ns1:cxn>
                <ns1:cxn ang="0">
                  <ns1:pos x="T16" y="T17"/>
                </ns1:cxn>
                <ns1:cxn ang="0">
                  <ns1:pos x="T18" y="T19"/>
                </ns1:cxn>
              </ns1:cxnLst>
              <ns1:rect l="0" t="0" r="r" b="b"/>
              <ns1:pathLst>
                <ns1:path w="100" h="99">
                  <ns1:moveTo>
                    <ns1:pt x="50" y="0"/>
                  </ns1:moveTo>
                  <ns1:cubicBezTo>
                    <ns1:pt x="23" y="0"/>
                    <ns1:pt x="0" y="22"/>
                    <ns1:pt x="0" y="50"/>
                  </ns1:cubicBezTo>
                  <ns1:cubicBezTo>
                    <ns1:pt x="0" y="77"/>
                    <ns1:pt x="23" y="99"/>
                    <ns1:pt x="50" y="99"/>
                  </ns1:cubicBezTo>
                  <ns1:cubicBezTo>
                    <ns1:pt x="78" y="99"/>
                    <ns1:pt x="100" y="77"/>
                    <ns1:pt x="100" y="50"/>
                  </ns1:cubicBezTo>
                  <ns1:cubicBezTo>
                    <ns1:pt x="100" y="22"/>
                    <ns1:pt x="78" y="0"/>
                    <ns1:pt x="50" y="0"/>
                  </ns1:cubicBezTo>
                  <ns1:close/>
                  <ns1:moveTo>
                    <ns1:pt x="50" y="90"/>
                  </ns1:moveTo>
                  <ns1:cubicBezTo>
                    <ns1:pt x="28" y="90"/>
                    <ns1:pt x="10" y="72"/>
                    <ns1:pt x="10" y="50"/>
                  </ns1:cubicBezTo>
                  <ns1:cubicBezTo>
                    <ns1:pt x="10" y="28"/>
                    <ns1:pt x="28" y="10"/>
                    <ns1:pt x="50" y="10"/>
                  </ns1:cubicBezTo>
                  <ns1:cubicBezTo>
                    <ns1:pt x="72" y="10"/>
                    <ns1:pt x="90" y="28"/>
                    <ns1:pt x="90" y="50"/>
                  </ns1:cubicBezTo>
                  <ns1:cubicBezTo>
                    <ns1:pt x="90" y="72"/>
                    <ns1:pt x="72" y="90"/>
                    <ns1:pt x="50" y="90"/>
                  </ns1:cubicBezTo>
                  <ns1:close/>
                </ns1:path>
              </ns1:pathLst>
            </ns1:custGeom>
            <ns1:grpFill/>
            <ns1:ln>
              <ns1:noFill/>
            </ns1:ln>
          </ns0:spPr>
          <ns0:txBody>
            <ns1:bodyPr vert="horz" wrap="square" lIns="91440" tIns="45720" rIns="91440" bIns="45720" numCol="1" anchor="t" anchorCtr="0" compatLnSpc="1">
              <ns1:prstTxWarp prst="textNoShape">
                <ns1:avLst/>
              </ns1:prstTxWarp>
            </ns1:bodyPr>
            <ns1:lstStyle/>
            <ns1:p>
              <ns1:endParaRPr lang="id-ID" sz="2700"/>
            </ns1:p>
          </ns0:txBody>
        </ns0:sp>
        <ns0:sp>
          <ns0:nvSpPr>
            <ns0:cNvPr id="194" name="Freeform 48"/>
            <ns0:cNvSpPr>
              <ns1:spLocks/>
            </ns0:cNvSpPr>
            <ns0:nvPr/>
          </ns0:nvSpPr>
          <ns0:spPr bwMode="auto">
            <ns1:xfrm>
              <ns1:off x="3338513" y="3303588"/>
              <ns1:ext cx="161925" cy="74613"/>
            </ns1:xfrm>
            <ns1:custGeom>
              <ns1:avLst/>
              <ns1:gdLst>
                <ns1:gd name="T0" fmla="*/ 30 w 60"/>
                <ns1:gd name="T1" fmla="*/ 20 h 28"/>
                <ns1:gd name="T2" fmla="*/ 59 w 60"/>
                <ns1:gd name="T3" fmla="*/ 28 h 28"/>
                <ns1:gd name="T4" fmla="*/ 60 w 60"/>
                <ns1:gd name="T5" fmla="*/ 25 h 28"/>
                <ns1:gd name="T6" fmla="*/ 60 w 60"/>
                <ns1:gd name="T7" fmla="*/ 10 h 28"/>
                <ns1:gd name="T8" fmla="*/ 50 w 60"/>
                <ns1:gd name="T9" fmla="*/ 0 h 28"/>
                <ns1:gd name="T10" fmla="*/ 10 w 60"/>
                <ns1:gd name="T11" fmla="*/ 0 h 28"/>
                <ns1:gd name="T12" fmla="*/ 0 w 60"/>
                <ns1:gd name="T13" fmla="*/ 10 h 28"/>
                <ns1:gd name="T14" fmla="*/ 0 w 60"/>
                <ns1:gd name="T15" fmla="*/ 25 h 28"/>
                <ns1:gd name="T16" fmla="*/ 1 w 60"/>
                <ns1:gd name="T17" fmla="*/ 28 h 28"/>
                <ns1:gd name="T18" fmla="*/ 30 w 60"/>
                <ns1:gd name="T19" fmla="*/ 20 h 28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  <ns1:cxn ang="0">
                  <ns1:pos x="T14" y="T15"/>
                </ns1:cxn>
                <ns1:cxn ang="0">
                  <ns1:pos x="T16" y="T17"/>
                </ns1:cxn>
                <ns1:cxn ang="0">
                  <ns1:pos x="T18" y="T19"/>
                </ns1:cxn>
              </ns1:cxnLst>
              <ns1:rect l="0" t="0" r="r" b="b"/>
              <ns1:pathLst>
                <ns1:path w="60" h="28">
                  <ns1:moveTo>
                    <ns1:pt x="30" y="20"/>
                  </ns1:moveTo>
                  <ns1:cubicBezTo>
                    <ns1:pt x="41" y="20"/>
                    <ns1:pt x="51" y="23"/>
                    <ns1:pt x="59" y="28"/>
                  </ns1:cubicBezTo>
                  <ns1:cubicBezTo>
                    <ns1:pt x="60" y="27"/>
                    <ns1:pt x="60" y="26"/>
                    <ns1:pt x="60" y="25"/>
                  </ns1:cubicBezTo>
                  <ns1:cubicBezTo>
                    <ns1:pt x="60" y="10"/>
                    <ns1:pt x="60" y="10"/>
                    <ns1:pt x="60" y="10"/>
                  </ns1:cubicBezTo>
                  <ns1:cubicBezTo>
                    <ns1:pt x="60" y="5"/>
                    <ns1:pt x="55" y="0"/>
                    <ns1:pt x="50" y="0"/>
                  </ns1:cubicBezTo>
                  <ns1:cubicBezTo>
                    <ns1:pt x="10" y="0"/>
                    <ns1:pt x="10" y="0"/>
                    <ns1:pt x="10" y="0"/>
                  </ns1:cubicBezTo>
                  <ns1:cubicBezTo>
                    <ns1:pt x="5" y="0"/>
                    <ns1:pt x="0" y="5"/>
                    <ns1:pt x="0" y="10"/>
                  </ns1:cubicBezTo>
                  <ns1:cubicBezTo>
                    <ns1:pt x="0" y="25"/>
                    <ns1:pt x="0" y="25"/>
                    <ns1:pt x="0" y="25"/>
                  </ns1:cubicBezTo>
                  <ns1:cubicBezTo>
                    <ns1:pt x="0" y="26"/>
                    <ns1:pt x="0" y="27"/>
                    <ns1:pt x="1" y="28"/>
                  </ns1:cubicBezTo>
                  <ns1:cubicBezTo>
                    <ns1:pt x="9" y="23"/>
                    <ns1:pt x="19" y="20"/>
                    <ns1:pt x="30" y="20"/>
                  </ns1:cubicBezTo>
                  <ns1:close/>
                </ns1:path>
              </ns1:pathLst>
            </ns1:custGeom>
            <ns1:grpFill/>
            <ns1:ln>
              <ns1:noFill/>
            </ns1:ln>
          </ns0:spPr>
          <ns0:txBody>
            <ns1:bodyPr vert="horz" wrap="square" lIns="91440" tIns="45720" rIns="91440" bIns="45720" numCol="1" anchor="t" anchorCtr="0" compatLnSpc="1">
              <ns1:prstTxWarp prst="textNoShape">
                <ns1:avLst/>
              </ns1:prstTxWarp>
            </ns1:bodyPr>
            <ns1:lstStyle/>
            <ns1:p>
              <ns1:endParaRPr lang="id-ID" sz="2700"/>
            </ns1:p>
          </ns0:txBody>
        </ns0:sp>
        <ns0:sp>
          <ns0:nvSpPr>
            <ns0:cNvPr id="195" name="Freeform 49"/>
            <ns0:cNvSpPr>
              <ns1:spLocks/>
            </ns0:cNvSpPr>
            <ns0:nvPr/>
          </ns0:nvSpPr>
          <ns0:spPr bwMode="auto">
            <ns1:xfrm>
              <ns1:off x="3338513" y="3657601"/>
              <ns1:ext cx="161925" cy="71438"/>
            </ns1:xfrm>
            <ns1:custGeom>
              <ns1:avLst/>
              <ns1:gdLst>
                <ns1:gd name="T0" fmla="*/ 30 w 60"/>
                <ns1:gd name="T1" fmla="*/ 7 h 27"/>
                <ns1:gd name="T2" fmla="*/ 1 w 60"/>
                <ns1:gd name="T3" fmla="*/ 0 h 27"/>
                <ns1:gd name="T4" fmla="*/ 0 w 60"/>
                <ns1:gd name="T5" fmla="*/ 2 h 27"/>
                <ns1:gd name="T6" fmla="*/ 0 w 60"/>
                <ns1:gd name="T7" fmla="*/ 17 h 27"/>
                <ns1:gd name="T8" fmla="*/ 10 w 60"/>
                <ns1:gd name="T9" fmla="*/ 27 h 27"/>
                <ns1:gd name="T10" fmla="*/ 50 w 60"/>
                <ns1:gd name="T11" fmla="*/ 27 h 27"/>
                <ns1:gd name="T12" fmla="*/ 60 w 60"/>
                <ns1:gd name="T13" fmla="*/ 17 h 27"/>
                <ns1:gd name="T14" fmla="*/ 60 w 60"/>
                <ns1:gd name="T15" fmla="*/ 2 h 27"/>
                <ns1:gd name="T16" fmla="*/ 59 w 60"/>
                <ns1:gd name="T17" fmla="*/ 0 h 27"/>
                <ns1:gd name="T18" fmla="*/ 30 w 60"/>
                <ns1:gd name="T19" fmla="*/ 7 h 27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  <ns1:cxn ang="0">
                  <ns1:pos x="T14" y="T15"/>
                </ns1:cxn>
                <ns1:cxn ang="0">
                  <ns1:pos x="T16" y="T17"/>
                </ns1:cxn>
                <ns1:cxn ang="0">
                  <ns1:pos x="T18" y="T19"/>
                </ns1:cxn>
              </ns1:cxnLst>
              <ns1:rect l="0" t="0" r="r" b="b"/>
              <ns1:pathLst>
                <ns1:path w="60" h="27">
                  <ns1:moveTo>
                    <ns1:pt x="30" y="7"/>
                  </ns1:moveTo>
                  <ns1:cubicBezTo>
                    <ns1:pt x="19" y="7"/>
                    <ns1:pt x="9" y="5"/>
                    <ns1:pt x="1" y="0"/>
                  </ns1:cubicBezTo>
                  <ns1:cubicBezTo>
                    <ns1:pt x="0" y="1"/>
                    <ns1:pt x="0" y="1"/>
                    <ns1:pt x="0" y="2"/>
                  </ns1:cubicBezTo>
                  <ns1:cubicBezTo>
                    <ns1:pt x="0" y="17"/>
                    <ns1:pt x="0" y="17"/>
                    <ns1:pt x="0" y="17"/>
                  </ns1:cubicBezTo>
                  <ns1:cubicBezTo>
                    <ns1:pt x="0" y="23"/>
                    <ns1:pt x="5" y="27"/>
                    <ns1:pt x="10" y="27"/>
                  </ns1:cubicBezTo>
                  <ns1:cubicBezTo>
                    <ns1:pt x="50" y="27"/>
                    <ns1:pt x="50" y="27"/>
                    <ns1:pt x="50" y="27"/>
                  </ns1:cubicBezTo>
                  <ns1:cubicBezTo>
                    <ns1:pt x="55" y="27"/>
                    <ns1:pt x="60" y="23"/>
                    <ns1:pt x="60" y="17"/>
                  </ns1:cubicBezTo>
                  <ns1:cubicBezTo>
                    <ns1:pt x="60" y="2"/>
                    <ns1:pt x="60" y="2"/>
                    <ns1:pt x="60" y="2"/>
                  </ns1:cubicBezTo>
                  <ns1:cubicBezTo>
                    <ns1:pt x="60" y="1"/>
                    <ns1:pt x="60" y="1"/>
                    <ns1:pt x="59" y="0"/>
                  </ns1:cubicBezTo>
                  <ns1:cubicBezTo>
                    <ns1:pt x="51" y="5"/>
                    <ns1:pt x="41" y="7"/>
                    <ns1:pt x="30" y="7"/>
                  </ns1:cubicBezTo>
                  <ns1:close/>
                </ns1:path>
              </ns1:pathLst>
            </ns1:custGeom>
            <ns1:grpFill/>
            <ns1:ln>
              <ns1:noFill/>
            </ns1:ln>
          </ns0:spPr>
          <ns0:txBody>
            <ns1:bodyPr vert="horz" wrap="square" lIns="91440" tIns="45720" rIns="91440" bIns="45720" numCol="1" anchor="t" anchorCtr="0" compatLnSpc="1">
              <ns1:prstTxWarp prst="textNoShape">
                <ns1:avLst/>
              </ns1:prstTxWarp>
            </ns1:bodyPr>
            <ns1:lstStyle/>
            <ns1:p>
              <ns1:endParaRPr lang="id-ID" sz="2700"/>
            </ns1:p>
          </ns0:txBody>
        </ns0:sp>
        <ns0:sp>
          <ns0:nvSpPr>
            <ns0:cNvPr id="196" name="Freeform 50"/>
            <ns0:cNvSpPr>
              <ns1:spLocks/>
            </ns0:cNvSpPr>
            <ns0:nvPr/>
          </ns0:nvSpPr>
          <ns0:spPr bwMode="auto">
            <ns1:xfrm>
              <ns1:off x="3408363" y="3440113"/>
              <ns1:ext cx="68262" cy="93663"/>
            </ns1:xfrm>
            <ns1:custGeom>
              <ns1:avLst/>
              <ns1:gdLst>
                <ns1:gd name="T0" fmla="*/ 20 w 25"/>
                <ns1:gd name="T1" fmla="*/ 25 h 35"/>
                <ns1:gd name="T2" fmla="*/ 10 w 25"/>
                <ns1:gd name="T3" fmla="*/ 25 h 35"/>
                <ns1:gd name="T4" fmla="*/ 10 w 25"/>
                <ns1:gd name="T5" fmla="*/ 5 h 35"/>
                <ns1:gd name="T6" fmla="*/ 5 w 25"/>
                <ns1:gd name="T7" fmla="*/ 0 h 35"/>
                <ns1:gd name="T8" fmla="*/ 0 w 25"/>
                <ns1:gd name="T9" fmla="*/ 5 h 35"/>
                <ns1:gd name="T10" fmla="*/ 0 w 25"/>
                <ns1:gd name="T11" fmla="*/ 30 h 35"/>
                <ns1:gd name="T12" fmla="*/ 5 w 25"/>
                <ns1:gd name="T13" fmla="*/ 35 h 35"/>
                <ns1:gd name="T14" fmla="*/ 20 w 25"/>
                <ns1:gd name="T15" fmla="*/ 35 h 35"/>
                <ns1:gd name="T16" fmla="*/ 25 w 25"/>
                <ns1:gd name="T17" fmla="*/ 30 h 35"/>
                <ns1:gd name="T18" fmla="*/ 20 w 25"/>
                <ns1:gd name="T19" fmla="*/ 25 h 35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  <ns1:cxn ang="0">
                  <ns1:pos x="T14" y="T15"/>
                </ns1:cxn>
                <ns1:cxn ang="0">
                  <ns1:pos x="T16" y="T17"/>
                </ns1:cxn>
                <ns1:cxn ang="0">
                  <ns1:pos x="T18" y="T19"/>
                </ns1:cxn>
              </ns1:cxnLst>
              <ns1:rect l="0" t="0" r="r" b="b"/>
              <ns1:pathLst>
                <ns1:path w="25" h="35">
                  <ns1:moveTo>
                    <ns1:pt x="20" y="25"/>
                  </ns1:moveTo>
                  <ns1:cubicBezTo>
                    <ns1:pt x="10" y="25"/>
                    <ns1:pt x="10" y="25"/>
                    <ns1:pt x="10" y="25"/>
                  </ns1:cubicBezTo>
                  <ns1:cubicBezTo>
                    <ns1:pt x="10" y="5"/>
                    <ns1:pt x="10" y="5"/>
                    <ns1:pt x="10" y="5"/>
                  </ns1:cubicBezTo>
                  <ns1:cubicBezTo>
                    <ns1:pt x="10" y="2"/>
                    <ns1:pt x="8" y="0"/>
                    <ns1:pt x="5" y="0"/>
                  </ns1:cubicBezTo>
                  <ns1:cubicBezTo>
                    <ns1:pt x="2" y="0"/>
                    <ns1:pt x="0" y="2"/>
                    <ns1:pt x="0" y="5"/>
                  </ns1:cubicBezTo>
                  <ns1:cubicBezTo>
                    <ns1:pt x="0" y="30"/>
                    <ns1:pt x="0" y="30"/>
                    <ns1:pt x="0" y="30"/>
                  </ns1:cubicBezTo>
                  <ns1:cubicBezTo>
                    <ns1:pt x="0" y="32"/>
                    <ns1:pt x="2" y="35"/>
                    <ns1:pt x="5" y="35"/>
                  </ns1:cubicBezTo>
                  <ns1:cubicBezTo>
                    <ns1:pt x="20" y="35"/>
                    <ns1:pt x="20" y="35"/>
                    <ns1:pt x="20" y="35"/>
                  </ns1:cubicBezTo>
                  <ns1:cubicBezTo>
                    <ns1:pt x="23" y="35"/>
                    <ns1:pt x="25" y="32"/>
                    <ns1:pt x="25" y="30"/>
                  </ns1:cubicBezTo>
                  <ns1:cubicBezTo>
                    <ns1:pt x="25" y="27"/>
                    <ns1:pt x="23" y="25"/>
                    <ns1:pt x="20" y="25"/>
                  </ns1:cubicBezTo>
                  <ns1:close/>
                </ns1:path>
              </ns1:pathLst>
            </ns1:custGeom>
            <ns1:grpFill/>
            <ns1:ln>
              <ns1:noFill/>
            </ns1:ln>
          </ns0:spPr>
          <ns0:txBody>
            <ns1:bodyPr vert="horz" wrap="square" lIns="91440" tIns="45720" rIns="91440" bIns="45720" numCol="1" anchor="t" anchorCtr="0" compatLnSpc="1">
              <ns1:prstTxWarp prst="textNoShape">
                <ns1:avLst/>
              </ns1:prstTxWarp>
            </ns1:bodyPr>
            <ns1:lstStyle/>
            <ns1:p>
              <ns1:endParaRPr lang="id-ID" sz="2700"/>
            </ns1:p>
          </ns0:txBody>
        </ns0:sp>
      </ns0:grpSp>
      <ns0:sp>
        <ns0:nvSpPr>
          <ns0:cNvPr id="197" name="Freeform 9"/>
          <ns0:cNvSpPr>
            <ns1:spLocks noEditPoints="1"/>
          </ns0:cNvSpPr>
          <ns0:nvPr/>
        </ns0:nvSpPr>
        <ns0:spPr bwMode="auto">
          <ns1:xfrm>
            <ns1:off x="7388255" y="2898819"/>
            <ns1:ext cx="385936" cy="344323"/>
          </ns1:xfrm>
          <ns1:custGeom>
            <ns1:avLst/>
            <ns1:gdLst>
              <ns1:gd name="T0" fmla="*/ 1561 w 1737"/>
              <ns1:gd name="T1" fmla="*/ 277 h 1548"/>
              <ns1:gd name="T2" fmla="*/ 1197 w 1737"/>
              <ns1:gd name="T3" fmla="*/ 277 h 1548"/>
              <ns1:gd name="T4" fmla="*/ 1197 w 1737"/>
              <ns1:gd name="T5" fmla="*/ 170 h 1548"/>
              <ns1:gd name="T6" fmla="*/ 1027 w 1737"/>
              <ns1:gd name="T7" fmla="*/ 0 h 1548"/>
              <ns1:gd name="T8" fmla="*/ 710 w 1737"/>
              <ns1:gd name="T9" fmla="*/ 0 h 1548"/>
              <ns1:gd name="T10" fmla="*/ 540 w 1737"/>
              <ns1:gd name="T11" fmla="*/ 170 h 1548"/>
              <ns1:gd name="T12" fmla="*/ 540 w 1737"/>
              <ns1:gd name="T13" fmla="*/ 277 h 1548"/>
              <ns1:gd name="T14" fmla="*/ 175 w 1737"/>
              <ns1:gd name="T15" fmla="*/ 277 h 1548"/>
              <ns1:gd name="T16" fmla="*/ 0 w 1737"/>
              <ns1:gd name="T17" fmla="*/ 452 h 1548"/>
              <ns1:gd name="T18" fmla="*/ 0 w 1737"/>
              <ns1:gd name="T19" fmla="*/ 1372 h 1548"/>
              <ns1:gd name="T20" fmla="*/ 175 w 1737"/>
              <ns1:gd name="T21" fmla="*/ 1548 h 1548"/>
              <ns1:gd name="T22" fmla="*/ 1561 w 1737"/>
              <ns1:gd name="T23" fmla="*/ 1548 h 1548"/>
              <ns1:gd name="T24" fmla="*/ 1737 w 1737"/>
              <ns1:gd name="T25" fmla="*/ 1372 h 1548"/>
              <ns1:gd name="T26" fmla="*/ 1737 w 1737"/>
              <ns1:gd name="T27" fmla="*/ 452 h 1548"/>
              <ns1:gd name="T28" fmla="*/ 1561 w 1737"/>
              <ns1:gd name="T29" fmla="*/ 277 h 1548"/>
              <ns1:gd name="T30" fmla="*/ 684 w 1737"/>
              <ns1:gd name="T31" fmla="*/ 170 h 1548"/>
              <ns1:gd name="T32" fmla="*/ 710 w 1737"/>
              <ns1:gd name="T33" fmla="*/ 145 h 1548"/>
              <ns1:gd name="T34" fmla="*/ 1027 w 1737"/>
              <ns1:gd name="T35" fmla="*/ 145 h 1548"/>
              <ns1:gd name="T36" fmla="*/ 1052 w 1737"/>
              <ns1:gd name="T37" fmla="*/ 170 h 1548"/>
              <ns1:gd name="T38" fmla="*/ 1052 w 1737"/>
              <ns1:gd name="T39" fmla="*/ 277 h 1548"/>
              <ns1:gd name="T40" fmla="*/ 684 w 1737"/>
              <ns1:gd name="T41" fmla="*/ 277 h 1548"/>
              <ns1:gd name="T42" fmla="*/ 684 w 1737"/>
              <ns1:gd name="T43" fmla="*/ 170 h 1548"/>
              <ns1:gd name="T44" fmla="*/ 175 w 1737"/>
              <ns1:gd name="T45" fmla="*/ 380 h 1548"/>
              <ns1:gd name="T46" fmla="*/ 1561 w 1737"/>
              <ns1:gd name="T47" fmla="*/ 380 h 1548"/>
              <ns1:gd name="T48" fmla="*/ 1633 w 1737"/>
              <ns1:gd name="T49" fmla="*/ 452 h 1548"/>
              <ns1:gd name="T50" fmla="*/ 1633 w 1737"/>
              <ns1:gd name="T51" fmla="*/ 852 h 1548"/>
              <ns1:gd name="T52" fmla="*/ 999 w 1737"/>
              <ns1:gd name="T53" fmla="*/ 852 h 1548"/>
              <ns1:gd name="T54" fmla="*/ 999 w 1737"/>
              <ns1:gd name="T55" fmla="*/ 819 h 1548"/>
              <ns1:gd name="T56" fmla="*/ 938 w 1737"/>
              <ns1:gd name="T57" fmla="*/ 757 h 1548"/>
              <ns1:gd name="T58" fmla="*/ 799 w 1737"/>
              <ns1:gd name="T59" fmla="*/ 757 h 1548"/>
              <ns1:gd name="T60" fmla="*/ 737 w 1737"/>
              <ns1:gd name="T61" fmla="*/ 819 h 1548"/>
              <ns1:gd name="T62" fmla="*/ 737 w 1737"/>
              <ns1:gd name="T63" fmla="*/ 852 h 1548"/>
              <ns1:gd name="T64" fmla="*/ 103 w 1737"/>
              <ns1:gd name="T65" fmla="*/ 852 h 1548"/>
              <ns1:gd name="T66" fmla="*/ 103 w 1737"/>
              <ns1:gd name="T67" fmla="*/ 452 h 1548"/>
              <ns1:gd name="T68" fmla="*/ 175 w 1737"/>
              <ns1:gd name="T69" fmla="*/ 380 h 1548"/>
              <ns1:gd name="T70" fmla="*/ 789 w 1737"/>
              <ns1:gd name="T71" fmla="*/ 819 h 1548"/>
              <ns1:gd name="T72" fmla="*/ 799 w 1737"/>
              <ns1:gd name="T73" fmla="*/ 809 h 1548"/>
              <ns1:gd name="T74" fmla="*/ 938 w 1737"/>
              <ns1:gd name="T75" fmla="*/ 809 h 1548"/>
              <ns1:gd name="T76" fmla="*/ 948 w 1737"/>
              <ns1:gd name="T77" fmla="*/ 819 h 1548"/>
              <ns1:gd name="T78" fmla="*/ 948 w 1737"/>
              <ns1:gd name="T79" fmla="*/ 958 h 1548"/>
              <ns1:gd name="T80" fmla="*/ 938 w 1737"/>
              <ns1:gd name="T81" fmla="*/ 968 h 1548"/>
              <ns1:gd name="T82" fmla="*/ 799 w 1737"/>
              <ns1:gd name="T83" fmla="*/ 968 h 1548"/>
              <ns1:gd name="T84" fmla="*/ 789 w 1737"/>
              <ns1:gd name="T85" fmla="*/ 958 h 1548"/>
              <ns1:gd name="T86" fmla="*/ 789 w 1737"/>
              <ns1:gd name="T87" fmla="*/ 819 h 1548"/>
              <ns1:gd name="T88" fmla="*/ 1561 w 1737"/>
              <ns1:gd name="T89" fmla="*/ 1444 h 1548"/>
              <ns1:gd name="T90" fmla="*/ 175 w 1737"/>
              <ns1:gd name="T91" fmla="*/ 1444 h 1548"/>
              <ns1:gd name="T92" fmla="*/ 103 w 1737"/>
              <ns1:gd name="T93" fmla="*/ 1372 h 1548"/>
              <ns1:gd name="T94" fmla="*/ 103 w 1737"/>
              <ns1:gd name="T95" fmla="*/ 904 h 1548"/>
              <ns1:gd name="T96" fmla="*/ 737 w 1737"/>
              <ns1:gd name="T97" fmla="*/ 904 h 1548"/>
              <ns1:gd name="T98" fmla="*/ 737 w 1737"/>
              <ns1:gd name="T99" fmla="*/ 958 h 1548"/>
              <ns1:gd name="T100" fmla="*/ 799 w 1737"/>
              <ns1:gd name="T101" fmla="*/ 1019 h 1548"/>
              <ns1:gd name="T102" fmla="*/ 938 w 1737"/>
              <ns1:gd name="T103" fmla="*/ 1019 h 1548"/>
              <ns1:gd name="T104" fmla="*/ 999 w 1737"/>
              <ns1:gd name="T105" fmla="*/ 958 h 1548"/>
              <ns1:gd name="T106" fmla="*/ 999 w 1737"/>
              <ns1:gd name="T107" fmla="*/ 904 h 1548"/>
              <ns1:gd name="T108" fmla="*/ 1633 w 1737"/>
              <ns1:gd name="T109" fmla="*/ 904 h 1548"/>
              <ns1:gd name="T110" fmla="*/ 1633 w 1737"/>
              <ns1:gd name="T111" fmla="*/ 1372 h 1548"/>
              <ns1:gd name="T112" fmla="*/ 1561 w 1737"/>
              <ns1:gd name="T113" fmla="*/ 1444 h 1548"/>
            </ns1:gdLst>
            <ns1:ahLst/>
            <ns1:cxnLst>
              <ns1:cxn ang="0">
                <ns1:pos x="T0" y="T1"/>
              </ns1:cxn>
              <ns1:cxn ang="0">
                <ns1:pos x="T2" y="T3"/>
              </ns1:cxn>
              <ns1:cxn ang="0">
                <ns1:pos x="T4" y="T5"/>
              </ns1:cxn>
              <ns1:cxn ang="0">
                <ns1:pos x="T6" y="T7"/>
              </ns1:cxn>
              <ns1:cxn ang="0">
                <ns1:pos x="T8" y="T9"/>
              </ns1:cxn>
              <ns1:cxn ang="0">
                <ns1:pos x="T10" y="T11"/>
              </ns1:cxn>
              <ns1:cxn ang="0">
                <ns1:pos x="T12" y="T13"/>
              </ns1:cxn>
              <ns1:cxn ang="0">
                <ns1:pos x="T14" y="T15"/>
              </ns1:cxn>
              <ns1:cxn ang="0">
                <ns1:pos x="T16" y="T17"/>
              </ns1:cxn>
              <ns1:cxn ang="0">
                <ns1:pos x="T18" y="T19"/>
              </ns1:cxn>
              <ns1:cxn ang="0">
                <ns1:pos x="T20" y="T21"/>
              </ns1:cxn>
              <ns1:cxn ang="0">
                <ns1:pos x="T22" y="T23"/>
              </ns1:cxn>
              <ns1:cxn ang="0">
                <ns1:pos x="T24" y="T25"/>
              </ns1:cxn>
              <ns1:cxn ang="0">
                <ns1:pos x="T26" y="T27"/>
              </ns1:cxn>
              <ns1:cxn ang="0">
                <ns1:pos x="T28" y="T29"/>
              </ns1:cxn>
              <ns1:cxn ang="0">
                <ns1:pos x="T30" y="T31"/>
              </ns1:cxn>
              <ns1:cxn ang="0">
                <ns1:pos x="T32" y="T33"/>
              </ns1:cxn>
              <ns1:cxn ang="0">
                <ns1:pos x="T34" y="T35"/>
              </ns1:cxn>
              <ns1:cxn ang="0">
                <ns1:pos x="T36" y="T37"/>
              </ns1:cxn>
              <ns1:cxn ang="0">
                <ns1:pos x="T38" y="T39"/>
              </ns1:cxn>
              <ns1:cxn ang="0">
                <ns1:pos x="T40" y="T41"/>
              </ns1:cxn>
              <ns1:cxn ang="0">
                <ns1:pos x="T42" y="T43"/>
              </ns1:cxn>
              <ns1:cxn ang="0">
                <ns1:pos x="T44" y="T45"/>
              </ns1:cxn>
              <ns1:cxn ang="0">
                <ns1:pos x="T46" y="T47"/>
              </ns1:cxn>
              <ns1:cxn ang="0">
                <ns1:pos x="T48" y="T49"/>
              </ns1:cxn>
              <ns1:cxn ang="0">
                <ns1:pos x="T50" y="T51"/>
              </ns1:cxn>
              <ns1:cxn ang="0">
                <ns1:pos x="T52" y="T53"/>
              </ns1:cxn>
              <ns1:cxn ang="0">
                <ns1:pos x="T54" y="T55"/>
              </ns1:cxn>
              <ns1:cxn ang="0">
                <ns1:pos x="T56" y="T57"/>
              </ns1:cxn>
              <ns1:cxn ang="0">
                <ns1:pos x="T58" y="T59"/>
              </ns1:cxn>
              <ns1:cxn ang="0">
                <ns1:pos x="T60" y="T61"/>
              </ns1:cxn>
              <ns1:cxn ang="0">
                <ns1:pos x="T62" y="T63"/>
              </ns1:cxn>
              <ns1:cxn ang="0">
                <ns1:pos x="T64" y="T65"/>
              </ns1:cxn>
              <ns1:cxn ang="0">
                <ns1:pos x="T66" y="T67"/>
              </ns1:cxn>
              <ns1:cxn ang="0">
                <ns1:pos x="T68" y="T69"/>
              </ns1:cxn>
              <ns1:cxn ang="0">
                <ns1:pos x="T70" y="T71"/>
              </ns1:cxn>
              <ns1:cxn ang="0">
                <ns1:pos x="T72" y="T73"/>
              </ns1:cxn>
              <ns1:cxn ang="0">
                <ns1:pos x="T74" y="T75"/>
              </ns1:cxn>
              <ns1:cxn ang="0">
                <ns1:pos x="T76" y="T77"/>
              </ns1:cxn>
              <ns1:cxn ang="0">
                <ns1:pos x="T78" y="T79"/>
              </ns1:cxn>
              <ns1:cxn ang="0">
                <ns1:pos x="T80" y="T81"/>
              </ns1:cxn>
              <ns1:cxn ang="0">
                <ns1:pos x="T82" y="T83"/>
              </ns1:cxn>
              <ns1:cxn ang="0">
                <ns1:pos x="T84" y="T85"/>
              </ns1:cxn>
              <ns1:cxn ang="0">
                <ns1:pos x="T86" y="T87"/>
              </ns1:cxn>
              <ns1:cxn ang="0">
                <ns1:pos x="T88" y="T89"/>
              </ns1:cxn>
              <ns1:cxn ang="0">
                <ns1:pos x="T90" y="T91"/>
              </ns1:cxn>
              <ns1:cxn ang="0">
                <ns1:pos x="T92" y="T93"/>
              </ns1:cxn>
              <ns1:cxn ang="0">
                <ns1:pos x="T94" y="T95"/>
              </ns1:cxn>
              <ns1:cxn ang="0">
                <ns1:pos x="T96" y="T97"/>
              </ns1:cxn>
              <ns1:cxn ang="0">
                <ns1:pos x="T98" y="T99"/>
              </ns1:cxn>
              <ns1:cxn ang="0">
                <ns1:pos x="T100" y="T101"/>
              </ns1:cxn>
              <ns1:cxn ang="0">
                <ns1:pos x="T102" y="T103"/>
              </ns1:cxn>
              <ns1:cxn ang="0">
                <ns1:pos x="T104" y="T105"/>
              </ns1:cxn>
              <ns1:cxn ang="0">
                <ns1:pos x="T106" y="T107"/>
              </ns1:cxn>
              <ns1:cxn ang="0">
                <ns1:pos x="T108" y="T109"/>
              </ns1:cxn>
              <ns1:cxn ang="0">
                <ns1:pos x="T110" y="T111"/>
              </ns1:cxn>
              <ns1:cxn ang="0">
                <ns1:pos x="T112" y="T113"/>
              </ns1:cxn>
            </ns1:cxnLst>
            <ns1:rect l="0" t="0" r="r" b="b"/>
            <ns1:pathLst>
              <ns1:path w="1737" h="1548">
                <ns1:moveTo>
                  <ns1:pt x="1561" y="277"/>
                </ns1:moveTo>
                <ns1:cubicBezTo>
                  <ns1:pt x="1197" y="277"/>
                  <ns1:pt x="1197" y="277"/>
                  <ns1:pt x="1197" y="277"/>
                </ns1:cubicBezTo>
                <ns1:cubicBezTo>
                  <ns1:pt x="1197" y="170"/>
                  <ns1:pt x="1197" y="170"/>
                  <ns1:pt x="1197" y="170"/>
                </ns1:cubicBezTo>
                <ns1:cubicBezTo>
                  <ns1:pt x="1197" y="77"/>
                  <ns1:pt x="1120" y="0"/>
                  <ns1:pt x="1027" y="0"/>
                </ns1:cubicBezTo>
                <ns1:cubicBezTo>
                  <ns1:pt x="710" y="0"/>
                  <ns1:pt x="710" y="0"/>
                  <ns1:pt x="710" y="0"/>
                </ns1:cubicBezTo>
                <ns1:cubicBezTo>
                  <ns1:pt x="616" y="0"/>
                  <ns1:pt x="540" y="77"/>
                  <ns1:pt x="540" y="170"/>
                </ns1:cubicBezTo>
                <ns1:cubicBezTo>
                  <ns1:pt x="540" y="277"/>
                  <ns1:pt x="540" y="277"/>
                  <ns1:pt x="540" y="277"/>
                </ns1:cubicBezTo>
                <ns1:cubicBezTo>
                  <ns1:pt x="175" y="277"/>
                  <ns1:pt x="175" y="277"/>
                  <ns1:pt x="175" y="277"/>
                </ns1:cubicBezTo>
                <ns1:cubicBezTo>
                  <ns1:pt x="78" y="277"/>
                  <ns1:pt x="0" y="356"/>
                  <ns1:pt x="0" y="452"/>
                </ns1:cubicBezTo>
                <ns1:cubicBezTo>
                  <ns1:pt x="0" y="1372"/>
                  <ns1:pt x="0" y="1372"/>
                  <ns1:pt x="0" y="1372"/>
                </ns1:cubicBezTo>
                <ns1:cubicBezTo>
                  <ns1:pt x="0" y="1469"/>
                  <ns1:pt x="78" y="1548"/>
                  <ns1:pt x="175" y="1548"/>
                </ns1:cubicBezTo>
                <ns1:cubicBezTo>
                  <ns1:pt x="1561" y="1548"/>
                  <ns1:pt x="1561" y="1548"/>
                  <ns1:pt x="1561" y="1548"/>
                </ns1:cubicBezTo>
                <ns1:cubicBezTo>
                  <ns1:pt x="1658" y="1548"/>
                  <ns1:pt x="1737" y="1469"/>
                  <ns1:pt x="1737" y="1372"/>
                </ns1:cubicBezTo>
                <ns1:cubicBezTo>
                  <ns1:pt x="1737" y="452"/>
                  <ns1:pt x="1737" y="452"/>
                  <ns1:pt x="1737" y="452"/>
                </ns1:cubicBezTo>
                <ns1:cubicBezTo>
                  <ns1:pt x="1737" y="356"/>
                  <ns1:pt x="1658" y="277"/>
                  <ns1:pt x="1561" y="277"/>
                </ns1:cubicBezTo>
                <ns1:close/>
                <ns1:moveTo>
                  <ns1:pt x="684" y="170"/>
                </ns1:moveTo>
                <ns1:cubicBezTo>
                  <ns1:pt x="684" y="156"/>
                  <ns1:pt x="696" y="145"/>
                  <ns1:pt x="710" y="145"/>
                </ns1:cubicBezTo>
                <ns1:cubicBezTo>
                  <ns1:pt x="1027" y="145"/>
                  <ns1:pt x="1027" y="145"/>
                  <ns1:pt x="1027" y="145"/>
                </ns1:cubicBezTo>
                <ns1:cubicBezTo>
                  <ns1:pt x="1041" y="145"/>
                  <ns1:pt x="1052" y="156"/>
                  <ns1:pt x="1052" y="170"/>
                </ns1:cubicBezTo>
                <ns1:cubicBezTo>
                  <ns1:pt x="1052" y="277"/>
                  <ns1:pt x="1052" y="277"/>
                  <ns1:pt x="1052" y="277"/>
                </ns1:cubicBezTo>
                <ns1:cubicBezTo>
                  <ns1:pt x="684" y="277"/>
                  <ns1:pt x="684" y="277"/>
                  <ns1:pt x="684" y="277"/>
                </ns1:cubicBezTo>
                <ns1:lnTo>
                  <ns1:pt x="684" y="170"/>
                </ns1:lnTo>
                <ns1:close/>
                <ns1:moveTo>
                  <ns1:pt x="175" y="380"/>
                </ns1:moveTo>
                <ns1:cubicBezTo>
                  <ns1:pt x="1561" y="380"/>
                  <ns1:pt x="1561" y="380"/>
                  <ns1:pt x="1561" y="380"/>
                </ns1:cubicBezTo>
                <ns1:cubicBezTo>
                  <ns1:pt x="1601" y="380"/>
                  <ns1:pt x="1633" y="413"/>
                  <ns1:pt x="1633" y="452"/>
                </ns1:cubicBezTo>
                <ns1:cubicBezTo>
                  <ns1:pt x="1633" y="852"/>
                  <ns1:pt x="1633" y="852"/>
                  <ns1:pt x="1633" y="852"/>
                </ns1:cubicBezTo>
                <ns1:cubicBezTo>
                  <ns1:pt x="999" y="852"/>
                  <ns1:pt x="999" y="852"/>
                  <ns1:pt x="999" y="852"/>
                </ns1:cubicBezTo>
                <ns1:cubicBezTo>
                  <ns1:pt x="999" y="819"/>
                  <ns1:pt x="999" y="819"/>
                  <ns1:pt x="999" y="819"/>
                </ns1:cubicBezTo>
                <ns1:cubicBezTo>
                  <ns1:pt x="999" y="785"/>
                  <ns1:pt x="972" y="757"/>
                  <ns1:pt x="938" y="757"/>
                </ns1:cubicBezTo>
                <ns1:cubicBezTo>
                  <ns1:pt x="799" y="757"/>
                  <ns1:pt x="799" y="757"/>
                  <ns1:pt x="799" y="757"/>
                </ns1:cubicBezTo>
                <ns1:cubicBezTo>
                  <ns1:pt x="765" y="757"/>
                  <ns1:pt x="737" y="785"/>
                  <ns1:pt x="737" y="819"/>
                </ns1:cubicBezTo>
                <ns1:cubicBezTo>
                  <ns1:pt x="737" y="852"/>
                  <ns1:pt x="737" y="852"/>
                  <ns1:pt x="737" y="852"/>
                </ns1:cubicBezTo>
                <ns1:cubicBezTo>
                  <ns1:pt x="103" y="852"/>
                  <ns1:pt x="103" y="852"/>
                  <ns1:pt x="103" y="852"/>
                </ns1:cubicBezTo>
                <ns1:cubicBezTo>
                  <ns1:pt x="103" y="452"/>
                  <ns1:pt x="103" y="452"/>
                  <ns1:pt x="103" y="452"/>
                </ns1:cubicBezTo>
                <ns1:cubicBezTo>
                  <ns1:pt x="103" y="413"/>
                  <ns1:pt x="135" y="380"/>
                  <ns1:pt x="175" y="380"/>
                </ns1:cubicBezTo>
                <ns1:close/>
                <ns1:moveTo>
                  <ns1:pt x="789" y="819"/>
                </ns1:moveTo>
                <ns1:cubicBezTo>
                  <ns1:pt x="789" y="813"/>
                  <ns1:pt x="793" y="809"/>
                  <ns1:pt x="799" y="809"/>
                </ns1:cubicBezTo>
                <ns1:cubicBezTo>
                  <ns1:pt x="938" y="809"/>
                  <ns1:pt x="938" y="809"/>
                  <ns1:pt x="938" y="809"/>
                </ns1:cubicBezTo>
                <ns1:cubicBezTo>
                  <ns1:pt x="943" y="809"/>
                  <ns1:pt x="948" y="813"/>
                  <ns1:pt x="948" y="819"/>
                </ns1:cubicBezTo>
                <ns1:cubicBezTo>
                  <ns1:pt x="948" y="958"/>
                  <ns1:pt x="948" y="958"/>
                  <ns1:pt x="948" y="958"/>
                </ns1:cubicBezTo>
                <ns1:cubicBezTo>
                  <ns1:pt x="948" y="963"/>
                  <ns1:pt x="943" y="968"/>
                  <ns1:pt x="938" y="968"/>
                </ns1:cubicBezTo>
                <ns1:cubicBezTo>
                  <ns1:pt x="799" y="968"/>
                  <ns1:pt x="799" y="968"/>
                  <ns1:pt x="799" y="968"/>
                </ns1:cubicBezTo>
                <ns1:cubicBezTo>
                  <ns1:pt x="793" y="968"/>
                  <ns1:pt x="789" y="963"/>
                  <ns1:pt x="789" y="958"/>
                </ns1:cubicBezTo>
                <ns1:lnTo>
                  <ns1:pt x="789" y="819"/>
                </ns1:lnTo>
                <ns1:close/>
                <ns1:moveTo>
                  <ns1:pt x="1561" y="1444"/>
                </ns1:moveTo>
                <ns1:cubicBezTo>
                  <ns1:pt x="175" y="1444"/>
                  <ns1:pt x="175" y="1444"/>
                  <ns1:pt x="175" y="1444"/>
                </ns1:cubicBezTo>
                <ns1:cubicBezTo>
                  <ns1:pt x="135" y="1444"/>
                  <ns1:pt x="103" y="1412"/>
                  <ns1:pt x="103" y="1372"/>
                </ns1:cubicBezTo>
                <ns1:cubicBezTo>
                  <ns1:pt x="103" y="904"/>
                  <ns1:pt x="103" y="904"/>
                  <ns1:pt x="103" y="904"/>
                </ns1:cubicBezTo>
                <ns1:cubicBezTo>
                  <ns1:pt x="737" y="904"/>
                  <ns1:pt x="737" y="904"/>
                  <ns1:pt x="737" y="904"/>
                </ns1:cubicBezTo>
                <ns1:cubicBezTo>
                  <ns1:pt x="737" y="958"/>
                  <ns1:pt x="737" y="958"/>
                  <ns1:pt x="737" y="958"/>
                </ns1:cubicBezTo>
                <ns1:cubicBezTo>
                  <ns1:pt x="737" y="992"/>
                  <ns1:pt x="765" y="1019"/>
                  <ns1:pt x="799" y="1019"/>
                </ns1:cubicBezTo>
                <ns1:cubicBezTo>
                  <ns1:pt x="938" y="1019"/>
                  <ns1:pt x="938" y="1019"/>
                  <ns1:pt x="938" y="1019"/>
                </ns1:cubicBezTo>
                <ns1:cubicBezTo>
                  <ns1:pt x="972" y="1019"/>
                  <ns1:pt x="999" y="992"/>
                  <ns1:pt x="999" y="958"/>
                </ns1:cubicBezTo>
                <ns1:cubicBezTo>
                  <ns1:pt x="999" y="904"/>
                  <ns1:pt x="999" y="904"/>
                  <ns1:pt x="999" y="904"/>
                </ns1:cubicBezTo>
                <ns1:cubicBezTo>
                  <ns1:pt x="1633" y="904"/>
                  <ns1:pt x="1633" y="904"/>
                  <ns1:pt x="1633" y="904"/>
                </ns1:cubicBezTo>
                <ns1:cubicBezTo>
                  <ns1:pt x="1633" y="1372"/>
                  <ns1:pt x="1633" y="1372"/>
                  <ns1:pt x="1633" y="1372"/>
                </ns1:cubicBezTo>
                <ns1:cubicBezTo>
                  <ns1:pt x="1633" y="1412"/>
                  <ns1:pt x="1601" y="1444"/>
                  <ns1:pt x="1561" y="1444"/>
                </ns1:cubicBezTo>
                <ns1:close/>
              </ns1:path>
            </ns1:pathLst>
          </ns1:custGeom>
          <ns1:solidFill>
            <ns1:schemeClr val="tx1"/>
          </ns1:solidFill>
          <ns1:ln>
            <ns1:noFill/>
          </ns1:ln>
        </ns0:spPr>
        <ns0:txBody>
          <ns1:bodyPr vert="horz" wrap="square" lIns="91440" tIns="45720" rIns="91440" bIns="45720" numCol="1" anchor="t" anchorCtr="0" compatLnSpc="1">
            <ns1:prstTxWarp prst="textNoShape">
              <ns1:avLst/>
            </ns1:prstTxWarp>
          </ns1:bodyPr>
          <ns1:lstStyle/>
          <ns1:p>
            <ns1:endParaRPr lang="id-ID" sz="2700"/>
          </ns1:p>
        </ns0:txBody>
      </ns0:sp>
      <ns0:grpSp>
        <ns0:nvGrpSpPr>
          <ns0:cNvPr id="198" name="Group 197"/>
          <ns0:cNvGrpSpPr/>
          <ns0:nvPr/>
        </ns0:nvGrpSpPr>
        <ns0:grpSpPr>
          <ns1:xfrm>
            <ns1:off x="1347566" y="4567480"/>
            <ns1:ext cx="457375" cy="438390"/>
            <ns1:chOff x="5151438" y="2524125"/>
            <ns1:chExt cx="1262063" cy="1209676"/>
          </ns1:xfrm>
          <ns1:solidFill>
            <ns1:schemeClr val="tx1"/>
          </ns1:solidFill>
        </ns0:grpSpPr>
        <ns0:sp>
          <ns0:nvSpPr>
            <ns0:cNvPr id="199" name="Freeform 11"/>
            <ns0:cNvSpPr>
              <ns1:spLocks/>
            </ns0:cNvSpPr>
            <ns0:nvPr/>
          </ns0:nvSpPr>
          <ns0:spPr bwMode="auto">
            <ns1:xfrm>
              <ns1:off x="5545138" y="2524125"/>
              <ns1:ext cx="482600" cy="457200"/>
            </ns1:xfrm>
            <ns1:custGeom>
              <ns1:avLst/>
              <ns1:gdLst>
                <ns1:gd name="T0" fmla="*/ 100 w 192"/>
                <ns1:gd name="T1" fmla="*/ 150 h 182"/>
                <ns1:gd name="T2" fmla="*/ 93 w 192"/>
                <ns1:gd name="T3" fmla="*/ 150 h 182"/>
                <ns1:gd name="T4" fmla="*/ 40 w 192"/>
                <ns1:gd name="T5" fmla="*/ 181 h 182"/>
                <ns1:gd name="T6" fmla="*/ 37 w 192"/>
                <ns1:gd name="T7" fmla="*/ 179 h 182"/>
                <ns1:gd name="T8" fmla="*/ 51 w 192"/>
                <ns1:gd name="T9" fmla="*/ 119 h 182"/>
                <ns1:gd name="T10" fmla="*/ 48 w 192"/>
                <ns1:gd name="T11" fmla="*/ 113 h 182"/>
                <ns1:gd name="T12" fmla="*/ 2 w 192"/>
                <ns1:gd name="T13" fmla="*/ 72 h 182"/>
                <ns1:gd name="T14" fmla="*/ 3 w 192"/>
                <ns1:gd name="T15" fmla="*/ 69 h 182"/>
                <ns1:gd name="T16" fmla="*/ 64 w 192"/>
                <ns1:gd name="T17" fmla="*/ 63 h 182"/>
                <ns1:gd name="T18" fmla="*/ 70 w 192"/>
                <ns1:gd name="T19" fmla="*/ 59 h 182"/>
                <ns1:gd name="T20" fmla="*/ 95 w 192"/>
                <ns1:gd name="T21" fmla="*/ 2 h 182"/>
                <ns1:gd name="T22" fmla="*/ 98 w 192"/>
                <ns1:gd name="T23" fmla="*/ 2 h 182"/>
                <ns1:gd name="T24" fmla="*/ 122 w 192"/>
                <ns1:gd name="T25" fmla="*/ 59 h 182"/>
                <ns1:gd name="T26" fmla="*/ 128 w 192"/>
                <ns1:gd name="T27" fmla="*/ 63 h 182"/>
                <ns1:gd name="T28" fmla="*/ 189 w 192"/>
                <ns1:gd name="T29" fmla="*/ 69 h 182"/>
                <ns1:gd name="T30" fmla="*/ 190 w 192"/>
                <ns1:gd name="T31" fmla="*/ 72 h 182"/>
                <ns1:gd name="T32" fmla="*/ 144 w 192"/>
                <ns1:gd name="T33" fmla="*/ 113 h 182"/>
                <ns1:gd name="T34" fmla="*/ 142 w 192"/>
                <ns1:gd name="T35" fmla="*/ 119 h 182"/>
                <ns1:gd name="T36" fmla="*/ 155 w 192"/>
                <ns1:gd name="T37" fmla="*/ 179 h 182"/>
                <ns1:gd name="T38" fmla="*/ 153 w 192"/>
                <ns1:gd name="T39" fmla="*/ 181 h 182"/>
                <ns1:gd name="T40" fmla="*/ 100 w 192"/>
                <ns1:gd name="T41" fmla="*/ 150 h 182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  <ns1:cxn ang="0">
                  <ns1:pos x="T14" y="T15"/>
                </ns1:cxn>
                <ns1:cxn ang="0">
                  <ns1:pos x="T16" y="T17"/>
                </ns1:cxn>
                <ns1:cxn ang="0">
                  <ns1:pos x="T18" y="T19"/>
                </ns1:cxn>
                <ns1:cxn ang="0">
                  <ns1:pos x="T20" y="T21"/>
                </ns1:cxn>
                <ns1:cxn ang="0">
                  <ns1:pos x="T22" y="T23"/>
                </ns1:cxn>
                <ns1:cxn ang="0">
                  <ns1:pos x="T24" y="T25"/>
                </ns1:cxn>
                <ns1:cxn ang="0">
                  <ns1:pos x="T26" y="T27"/>
                </ns1:cxn>
                <ns1:cxn ang="0">
                  <ns1:pos x="T28" y="T29"/>
                </ns1:cxn>
                <ns1:cxn ang="0">
                  <ns1:pos x="T30" y="T31"/>
                </ns1:cxn>
                <ns1:cxn ang="0">
                  <ns1:pos x="T32" y="T33"/>
                </ns1:cxn>
                <ns1:cxn ang="0">
                  <ns1:pos x="T34" y="T35"/>
                </ns1:cxn>
                <ns1:cxn ang="0">
                  <ns1:pos x="T36" y="T37"/>
                </ns1:cxn>
                <ns1:cxn ang="0">
                  <ns1:pos x="T38" y="T39"/>
                </ns1:cxn>
                <ns1:cxn ang="0">
                  <ns1:pos x="T40" y="T41"/>
                </ns1:cxn>
              </ns1:cxnLst>
              <ns1:rect l="0" t="0" r="r" b="b"/>
              <ns1:pathLst>
                <ns1:path w="192" h="182">
                  <ns1:moveTo>
                    <ns1:pt x="100" y="150"/>
                  </ns1:moveTo>
                  <ns1:cubicBezTo>
                    <ns1:pt x="98" y="149"/>
                    <ns1:pt x="95" y="149"/>
                    <ns1:pt x="93" y="150"/>
                  </ns1:cubicBezTo>
                  <ns1:cubicBezTo>
                    <ns1:pt x="40" y="181"/>
                    <ns1:pt x="40" y="181"/>
                    <ns1:pt x="40" y="181"/>
                  </ns1:cubicBezTo>
                  <ns1:cubicBezTo>
                    <ns1:pt x="38" y="182"/>
                    <ns1:pt x="37" y="182"/>
                    <ns1:pt x="37" y="179"/>
                  </ns1:cubicBezTo>
                  <ns1:cubicBezTo>
                    <ns1:pt x="51" y="119"/>
                    <ns1:pt x="51" y="119"/>
                    <ns1:pt x="51" y="119"/>
                  </ns1:cubicBezTo>
                  <ns1:cubicBezTo>
                    <ns1:pt x="51" y="117"/>
                    <ns1:pt x="50" y="114"/>
                    <ns1:pt x="48" y="113"/>
                  </ns1:cubicBezTo>
                  <ns1:cubicBezTo>
                    <ns1:pt x="2" y="72"/>
                    <ns1:pt x="2" y="72"/>
                    <ns1:pt x="2" y="72"/>
                  </ns1:cubicBezTo>
                  <ns1:cubicBezTo>
                    <ns1:pt x="0" y="70"/>
                    <ns1:pt x="1" y="69"/>
                    <ns1:pt x="3" y="69"/>
                  </ns1:cubicBezTo>
                  <ns1:cubicBezTo>
                    <ns1:pt x="64" y="63"/>
                    <ns1:pt x="64" y="63"/>
                    <ns1:pt x="64" y="63"/>
                  </ns1:cubicBezTo>
                  <ns1:cubicBezTo>
                    <ns1:pt x="67" y="63"/>
                    <ns1:pt x="69" y="61"/>
                    <ns1:pt x="70" y="59"/>
                  </ns1:cubicBezTo>
                  <ns1:cubicBezTo>
                    <ns1:pt x="95" y="2"/>
                    <ns1:pt x="95" y="2"/>
                    <ns1:pt x="95" y="2"/>
                  </ns1:cubicBezTo>
                  <ns1:cubicBezTo>
                    <ns1:pt x="95" y="0"/>
                    <ns1:pt x="97" y="0"/>
                    <ns1:pt x="98" y="2"/>
                  </ns1:cubicBezTo>
                  <ns1:cubicBezTo>
                    <ns1:pt x="122" y="59"/>
                    <ns1:pt x="122" y="59"/>
                    <ns1:pt x="122" y="59"/>
                  </ns1:cubicBezTo>
                  <ns1:cubicBezTo>
                    <ns1:pt x="123" y="61"/>
                    <ns1:pt x="126" y="63"/>
                    <ns1:pt x="128" y="63"/>
                  </ns1:cubicBezTo>
                  <ns1:cubicBezTo>
                    <ns1:pt x="189" y="69"/>
                    <ns1:pt x="189" y="69"/>
                    <ns1:pt x="189" y="69"/>
                  </ns1:cubicBezTo>
                  <ns1:cubicBezTo>
                    <ns1:pt x="192" y="69"/>
                    <ns1:pt x="192" y="70"/>
                    <ns1:pt x="190" y="72"/>
                  </ns1:cubicBezTo>
                  <ns1:cubicBezTo>
                    <ns1:pt x="144" y="113"/>
                    <ns1:pt x="144" y="113"/>
                    <ns1:pt x="144" y="113"/>
                  </ns1:cubicBezTo>
                  <ns1:cubicBezTo>
                    <ns1:pt x="142" y="114"/>
                    <ns1:pt x="141" y="117"/>
                    <ns1:pt x="142" y="119"/>
                  </ns1:cubicBezTo>
                  <ns1:cubicBezTo>
                    <ns1:pt x="155" y="179"/>
                    <ns1:pt x="155" y="179"/>
                    <ns1:pt x="155" y="179"/>
                  </ns1:cubicBezTo>
                  <ns1:cubicBezTo>
                    <ns1:pt x="156" y="182"/>
                    <ns1:pt x="155" y="182"/>
                    <ns1:pt x="153" y="181"/>
                  </ns1:cubicBezTo>
                  <ns1:lnTo>
                    <ns1:pt x="100" y="150"/>
                  </ns1:lnTo>
                  <ns1:close/>
                </ns1:path>
              </ns1:pathLst>
            </ns1:custGeom>
            <ns1:grpFill/>
            <ns1:ln>
              <ns1:noFill/>
            </ns1:ln>
            <ns1:extLst>
              <ns1:ext uri="{91240B29-F687-4F45-9708-019B960494DF}">
                <ns2:hiddenLine w="9525">
                  <ns1:solidFill>
                    <ns1:srgbClr val="000000"/>
                  </ns1:solidFill>
                  <ns1:round/>
                  <ns1:headEnd/>
                  <ns1:tailEnd/>
                </ns2:hiddenLine>
              </ns1:ext>
            </ns1:extLst>
          </ns0:spPr>
          <ns0:txBody>
            <ns1:bodyPr vert="horz" wrap="square" lIns="91440" tIns="45720" rIns="91440" bIns="45720" numCol="1" anchor="t" anchorCtr="0" compatLnSpc="1">
              <ns1:prstTxWarp prst="textNoShape">
                <ns1:avLst/>
              </ns1:prstTxWarp>
            </ns1:bodyPr>
            <ns1:lstStyle/>
            <ns1:p>
              <ns1:endParaRPr lang="id-ID" sz="2700"/>
            </ns1:p>
          </ns0:txBody>
        </ns0:sp>
        <ns0:sp>
          <ns0:nvSpPr>
            <ns0:cNvPr id="200" name="Freeform 12"/>
            <ns0:cNvSpPr>
              <ns1:spLocks/>
            </ns0:cNvSpPr>
            <ns0:nvPr/>
          </ns0:nvSpPr>
          <ns0:spPr bwMode="auto">
            <ns1:xfrm>
              <ns1:off x="5932488" y="2805113"/>
              <ns1:ext cx="481013" cy="457200"/>
            </ns1:xfrm>
            <ns1:custGeom>
              <ns1:avLst/>
              <ns1:gdLst>
                <ns1:gd name="T0" fmla="*/ 100 w 192"/>
                <ns1:gd name="T1" fmla="*/ 150 h 182"/>
                <ns1:gd name="T2" fmla="*/ 93 w 192"/>
                <ns1:gd name="T3" fmla="*/ 150 h 182"/>
                <ns1:gd name="T4" fmla="*/ 40 w 192"/>
                <ns1:gd name="T5" fmla="*/ 181 h 182"/>
                <ns1:gd name="T6" fmla="*/ 37 w 192"/>
                <ns1:gd name="T7" fmla="*/ 179 h 182"/>
                <ns1:gd name="T8" fmla="*/ 51 w 192"/>
                <ns1:gd name="T9" fmla="*/ 119 h 182"/>
                <ns1:gd name="T10" fmla="*/ 48 w 192"/>
                <ns1:gd name="T11" fmla="*/ 112 h 182"/>
                <ns1:gd name="T12" fmla="*/ 2 w 192"/>
                <ns1:gd name="T13" fmla="*/ 72 h 182"/>
                <ns1:gd name="T14" fmla="*/ 3 w 192"/>
                <ns1:gd name="T15" fmla="*/ 69 h 182"/>
                <ns1:gd name="T16" fmla="*/ 65 w 192"/>
                <ns1:gd name="T17" fmla="*/ 63 h 182"/>
                <ns1:gd name="T18" fmla="*/ 70 w 192"/>
                <ns1:gd name="T19" fmla="*/ 59 h 182"/>
                <ns1:gd name="T20" fmla="*/ 95 w 192"/>
                <ns1:gd name="T21" fmla="*/ 2 h 182"/>
                <ns1:gd name="T22" fmla="*/ 98 w 192"/>
                <ns1:gd name="T23" fmla="*/ 2 h 182"/>
                <ns1:gd name="T24" fmla="*/ 122 w 192"/>
                <ns1:gd name="T25" fmla="*/ 59 h 182"/>
                <ns1:gd name="T26" fmla="*/ 128 w 192"/>
                <ns1:gd name="T27" fmla="*/ 63 h 182"/>
                <ns1:gd name="T28" fmla="*/ 189 w 192"/>
                <ns1:gd name="T29" fmla="*/ 69 h 182"/>
                <ns1:gd name="T30" fmla="*/ 190 w 192"/>
                <ns1:gd name="T31" fmla="*/ 72 h 182"/>
                <ns1:gd name="T32" fmla="*/ 144 w 192"/>
                <ns1:gd name="T33" fmla="*/ 112 h 182"/>
                <ns1:gd name="T34" fmla="*/ 142 w 192"/>
                <ns1:gd name="T35" fmla="*/ 119 h 182"/>
                <ns1:gd name="T36" fmla="*/ 155 w 192"/>
                <ns1:gd name="T37" fmla="*/ 179 h 182"/>
                <ns1:gd name="T38" fmla="*/ 153 w 192"/>
                <ns1:gd name="T39" fmla="*/ 181 h 182"/>
                <ns1:gd name="T40" fmla="*/ 100 w 192"/>
                <ns1:gd name="T41" fmla="*/ 150 h 182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  <ns1:cxn ang="0">
                  <ns1:pos x="T14" y="T15"/>
                </ns1:cxn>
                <ns1:cxn ang="0">
                  <ns1:pos x="T16" y="T17"/>
                </ns1:cxn>
                <ns1:cxn ang="0">
                  <ns1:pos x="T18" y="T19"/>
                </ns1:cxn>
                <ns1:cxn ang="0">
                  <ns1:pos x="T20" y="T21"/>
                </ns1:cxn>
                <ns1:cxn ang="0">
                  <ns1:pos x="T22" y="T23"/>
                </ns1:cxn>
                <ns1:cxn ang="0">
                  <ns1:pos x="T24" y="T25"/>
                </ns1:cxn>
                <ns1:cxn ang="0">
                  <ns1:pos x="T26" y="T27"/>
                </ns1:cxn>
                <ns1:cxn ang="0">
                  <ns1:pos x="T28" y="T29"/>
                </ns1:cxn>
                <ns1:cxn ang="0">
                  <ns1:pos x="T30" y="T31"/>
                </ns1:cxn>
                <ns1:cxn ang="0">
                  <ns1:pos x="T32" y="T33"/>
                </ns1:cxn>
                <ns1:cxn ang="0">
                  <ns1:pos x="T34" y="T35"/>
                </ns1:cxn>
                <ns1:cxn ang="0">
                  <ns1:pos x="T36" y="T37"/>
                </ns1:cxn>
                <ns1:cxn ang="0">
                  <ns1:pos x="T38" y="T39"/>
                </ns1:cxn>
                <ns1:cxn ang="0">
                  <ns1:pos x="T40" y="T41"/>
                </ns1:cxn>
              </ns1:cxnLst>
              <ns1:rect l="0" t="0" r="r" b="b"/>
              <ns1:pathLst>
                <ns1:path w="192" h="182">
                  <ns1:moveTo>
                    <ns1:pt x="100" y="150"/>
                  </ns1:moveTo>
                  <ns1:cubicBezTo>
                    <ns1:pt x="98" y="148"/>
                    <ns1:pt x="95" y="148"/>
                    <ns1:pt x="93" y="150"/>
                  </ns1:cubicBezTo>
                  <ns1:cubicBezTo>
                    <ns1:pt x="40" y="181"/>
                    <ns1:pt x="40" y="181"/>
                    <ns1:pt x="40" y="181"/>
                  </ns1:cubicBezTo>
                  <ns1:cubicBezTo>
                    <ns1:pt x="38" y="182"/>
                    <ns1:pt x="37" y="181"/>
                    <ns1:pt x="37" y="179"/>
                  </ns1:cubicBezTo>
                  <ns1:cubicBezTo>
                    <ns1:pt x="51" y="119"/>
                    <ns1:pt x="51" y="119"/>
                    <ns1:pt x="51" y="119"/>
                  </ns1:cubicBezTo>
                  <ns1:cubicBezTo>
                    <ns1:pt x="51" y="117"/>
                    <ns1:pt x="50" y="114"/>
                    <ns1:pt x="48" y="112"/>
                  </ns1:cubicBezTo>
                  <ns1:cubicBezTo>
                    <ns1:pt x="2" y="72"/>
                    <ns1:pt x="2" y="72"/>
                    <ns1:pt x="2" y="72"/>
                  </ns1:cubicBezTo>
                  <ns1:cubicBezTo>
                    <ns1:pt x="0" y="70"/>
                    <ns1:pt x="1" y="69"/>
                    <ns1:pt x="3" y="69"/>
                  </ns1:cubicBezTo>
                  <ns1:cubicBezTo>
                    <ns1:pt x="65" y="63"/>
                    <ns1:pt x="65" y="63"/>
                    <ns1:pt x="65" y="63"/>
                  </ns1:cubicBezTo>
                  <ns1:cubicBezTo>
                    <ns1:pt x="67" y="63"/>
                    <ns1:pt x="69" y="61"/>
                    <ns1:pt x="70" y="59"/>
                  </ns1:cubicBezTo>
                  <ns1:cubicBezTo>
                    <ns1:pt x="95" y="2"/>
                    <ns1:pt x="95" y="2"/>
                    <ns1:pt x="95" y="2"/>
                  </ns1:cubicBezTo>
                  <ns1:cubicBezTo>
                    <ns1:pt x="96" y="0"/>
                    <ns1:pt x="97" y="0"/>
                    <ns1:pt x="98" y="2"/>
                  </ns1:cubicBezTo>
                  <ns1:cubicBezTo>
                    <ns1:pt x="122" y="59"/>
                    <ns1:pt x="122" y="59"/>
                    <ns1:pt x="122" y="59"/>
                  </ns1:cubicBezTo>
                  <ns1:cubicBezTo>
                    <ns1:pt x="123" y="61"/>
                    <ns1:pt x="126" y="63"/>
                    <ns1:pt x="128" y="63"/>
                  </ns1:cubicBezTo>
                  <ns1:cubicBezTo>
                    <ns1:pt x="189" y="69"/>
                    <ns1:pt x="189" y="69"/>
                    <ns1:pt x="189" y="69"/>
                  </ns1:cubicBezTo>
                  <ns1:cubicBezTo>
                    <ns1:pt x="192" y="69"/>
                    <ns1:pt x="192" y="70"/>
                    <ns1:pt x="190" y="72"/>
                  </ns1:cubicBezTo>
                  <ns1:cubicBezTo>
                    <ns1:pt x="144" y="112"/>
                    <ns1:pt x="144" y="112"/>
                    <ns1:pt x="144" y="112"/>
                  </ns1:cubicBezTo>
                  <ns1:cubicBezTo>
                    <ns1:pt x="142" y="114"/>
                    <ns1:pt x="141" y="117"/>
                    <ns1:pt x="142" y="119"/>
                  </ns1:cubicBezTo>
                  <ns1:cubicBezTo>
                    <ns1:pt x="155" y="179"/>
                    <ns1:pt x="155" y="179"/>
                    <ns1:pt x="155" y="179"/>
                  </ns1:cubicBezTo>
                  <ns1:cubicBezTo>
                    <ns1:pt x="156" y="181"/>
                    <ns1:pt x="155" y="182"/>
                    <ns1:pt x="153" y="181"/>
                  </ns1:cubicBezTo>
                  <ns1:lnTo>
                    <ns1:pt x="100" y="150"/>
                  </ns1:lnTo>
                  <ns1:close/>
                </ns1:path>
              </ns1:pathLst>
            </ns1:custGeom>
            <ns1:grpFill/>
            <ns1:ln>
              <ns1:noFill/>
            </ns1:ln>
            <ns1:extLst>
              <ns1:ext uri="{91240B29-F687-4F45-9708-019B960494DF}">
                <ns2:hiddenLine w="9525">
                  <ns1:solidFill>
                    <ns1:srgbClr val="000000"/>
                  </ns1:solidFill>
                  <ns1:round/>
                  <ns1:headEnd/>
                  <ns1:tailEnd/>
                </ns2:hiddenLine>
              </ns1:ext>
            </ns1:extLst>
          </ns0:spPr>
          <ns0:txBody>
            <ns1:bodyPr vert="horz" wrap="square" lIns="91440" tIns="45720" rIns="91440" bIns="45720" numCol="1" anchor="t" anchorCtr="0" compatLnSpc="1">
              <ns1:prstTxWarp prst="textNoShape">
                <ns1:avLst/>
              </ns1:prstTxWarp>
            </ns1:bodyPr>
            <ns1:lstStyle/>
            <ns1:p>
              <ns1:endParaRPr lang="id-ID" sz="2700"/>
            </ns1:p>
          </ns0:txBody>
        </ns0:sp>
        <ns0:sp>
          <ns0:nvSpPr>
            <ns0:cNvPr id="201" name="Freeform 13"/>
            <ns0:cNvSpPr>
              <ns1:spLocks/>
            </ns0:cNvSpPr>
            <ns0:nvPr/>
          </ns0:nvSpPr>
          <ns0:spPr bwMode="auto">
            <ns1:xfrm>
              <ns1:off x="5151438" y="2805113"/>
              <ns1:ext cx="481013" cy="457200"/>
            </ns1:xfrm>
            <ns1:custGeom>
              <ns1:avLst/>
              <ns1:gdLst>
                <ns1:gd name="T0" fmla="*/ 100 w 192"/>
                <ns1:gd name="T1" fmla="*/ 150 h 182"/>
                <ns1:gd name="T2" fmla="*/ 93 w 192"/>
                <ns1:gd name="T3" fmla="*/ 150 h 182"/>
                <ns1:gd name="T4" fmla="*/ 40 w 192"/>
                <ns1:gd name="T5" fmla="*/ 181 h 182"/>
                <ns1:gd name="T6" fmla="*/ 37 w 192"/>
                <ns1:gd name="T7" fmla="*/ 179 h 182"/>
                <ns1:gd name="T8" fmla="*/ 51 w 192"/>
                <ns1:gd name="T9" fmla="*/ 119 h 182"/>
                <ns1:gd name="T10" fmla="*/ 48 w 192"/>
                <ns1:gd name="T11" fmla="*/ 112 h 182"/>
                <ns1:gd name="T12" fmla="*/ 2 w 192"/>
                <ns1:gd name="T13" fmla="*/ 72 h 182"/>
                <ns1:gd name="T14" fmla="*/ 3 w 192"/>
                <ns1:gd name="T15" fmla="*/ 69 h 182"/>
                <ns1:gd name="T16" fmla="*/ 64 w 192"/>
                <ns1:gd name="T17" fmla="*/ 63 h 182"/>
                <ns1:gd name="T18" fmla="*/ 70 w 192"/>
                <ns1:gd name="T19" fmla="*/ 59 h 182"/>
                <ns1:gd name="T20" fmla="*/ 95 w 192"/>
                <ns1:gd name="T21" fmla="*/ 2 h 182"/>
                <ns1:gd name="T22" fmla="*/ 98 w 192"/>
                <ns1:gd name="T23" fmla="*/ 2 h 182"/>
                <ns1:gd name="T24" fmla="*/ 122 w 192"/>
                <ns1:gd name="T25" fmla="*/ 59 h 182"/>
                <ns1:gd name="T26" fmla="*/ 128 w 192"/>
                <ns1:gd name="T27" fmla="*/ 63 h 182"/>
                <ns1:gd name="T28" fmla="*/ 189 w 192"/>
                <ns1:gd name="T29" fmla="*/ 69 h 182"/>
                <ns1:gd name="T30" fmla="*/ 190 w 192"/>
                <ns1:gd name="T31" fmla="*/ 72 h 182"/>
                <ns1:gd name="T32" fmla="*/ 144 w 192"/>
                <ns1:gd name="T33" fmla="*/ 112 h 182"/>
                <ns1:gd name="T34" fmla="*/ 142 w 192"/>
                <ns1:gd name="T35" fmla="*/ 119 h 182"/>
                <ns1:gd name="T36" fmla="*/ 155 w 192"/>
                <ns1:gd name="T37" fmla="*/ 179 h 182"/>
                <ns1:gd name="T38" fmla="*/ 153 w 192"/>
                <ns1:gd name="T39" fmla="*/ 181 h 182"/>
                <ns1:gd name="T40" fmla="*/ 100 w 192"/>
                <ns1:gd name="T41" fmla="*/ 150 h 182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  <ns1:cxn ang="0">
                  <ns1:pos x="T14" y="T15"/>
                </ns1:cxn>
                <ns1:cxn ang="0">
                  <ns1:pos x="T16" y="T17"/>
                </ns1:cxn>
                <ns1:cxn ang="0">
                  <ns1:pos x="T18" y="T19"/>
                </ns1:cxn>
                <ns1:cxn ang="0">
                  <ns1:pos x="T20" y="T21"/>
                </ns1:cxn>
                <ns1:cxn ang="0">
                  <ns1:pos x="T22" y="T23"/>
                </ns1:cxn>
                <ns1:cxn ang="0">
                  <ns1:pos x="T24" y="T25"/>
                </ns1:cxn>
                <ns1:cxn ang="0">
                  <ns1:pos x="T26" y="T27"/>
                </ns1:cxn>
                <ns1:cxn ang="0">
                  <ns1:pos x="T28" y="T29"/>
                </ns1:cxn>
                <ns1:cxn ang="0">
                  <ns1:pos x="T30" y="T31"/>
                </ns1:cxn>
                <ns1:cxn ang="0">
                  <ns1:pos x="T32" y="T33"/>
                </ns1:cxn>
                <ns1:cxn ang="0">
                  <ns1:pos x="T34" y="T35"/>
                </ns1:cxn>
                <ns1:cxn ang="0">
                  <ns1:pos x="T36" y="T37"/>
                </ns1:cxn>
                <ns1:cxn ang="0">
                  <ns1:pos x="T38" y="T39"/>
                </ns1:cxn>
                <ns1:cxn ang="0">
                  <ns1:pos x="T40" y="T41"/>
                </ns1:cxn>
              </ns1:cxnLst>
              <ns1:rect l="0" t="0" r="r" b="b"/>
              <ns1:pathLst>
                <ns1:path w="192" h="182">
                  <ns1:moveTo>
                    <ns1:pt x="100" y="150"/>
                  </ns1:moveTo>
                  <ns1:cubicBezTo>
                    <ns1:pt x="98" y="148"/>
                    <ns1:pt x="95" y="148"/>
                    <ns1:pt x="93" y="150"/>
                  </ns1:cubicBezTo>
                  <ns1:cubicBezTo>
                    <ns1:pt x="40" y="181"/>
                    <ns1:pt x="40" y="181"/>
                    <ns1:pt x="40" y="181"/>
                  </ns1:cubicBezTo>
                  <ns1:cubicBezTo>
                    <ns1:pt x="38" y="182"/>
                    <ns1:pt x="36" y="181"/>
                    <ns1:pt x="37" y="179"/>
                  </ns1:cubicBezTo>
                  <ns1:cubicBezTo>
                    <ns1:pt x="51" y="119"/>
                    <ns1:pt x="51" y="119"/>
                    <ns1:pt x="51" y="119"/>
                  </ns1:cubicBezTo>
                  <ns1:cubicBezTo>
                    <ns1:pt x="51" y="117"/>
                    <ns1:pt x="50" y="114"/>
                    <ns1:pt x="48" y="112"/>
                  </ns1:cubicBezTo>
                  <ns1:cubicBezTo>
                    <ns1:pt x="2" y="72"/>
                    <ns1:pt x="2" y="72"/>
                    <ns1:pt x="2" y="72"/>
                  </ns1:cubicBezTo>
                  <ns1:cubicBezTo>
                    <ns1:pt x="0" y="70"/>
                    <ns1:pt x="1" y="69"/>
                    <ns1:pt x="3" y="69"/>
                  </ns1:cubicBezTo>
                  <ns1:cubicBezTo>
                    <ns1:pt x="64" y="63"/>
                    <ns1:pt x="64" y="63"/>
                    <ns1:pt x="64" y="63"/>
                  </ns1:cubicBezTo>
                  <ns1:cubicBezTo>
                    <ns1:pt x="67" y="63"/>
                    <ns1:pt x="69" y="61"/>
                    <ns1:pt x="70" y="59"/>
                  </ns1:cubicBezTo>
                  <ns1:cubicBezTo>
                    <ns1:pt x="95" y="2"/>
                    <ns1:pt x="95" y="2"/>
                    <ns1:pt x="95" y="2"/>
                  </ns1:cubicBezTo>
                  <ns1:cubicBezTo>
                    <ns1:pt x="95" y="0"/>
                    <ns1:pt x="97" y="0"/>
                    <ns1:pt x="98" y="2"/>
                  </ns1:cubicBezTo>
                  <ns1:cubicBezTo>
                    <ns1:pt x="122" y="59"/>
                    <ns1:pt x="122" y="59"/>
                    <ns1:pt x="122" y="59"/>
                  </ns1:cubicBezTo>
                  <ns1:cubicBezTo>
                    <ns1:pt x="123" y="61"/>
                    <ns1:pt x="126" y="63"/>
                    <ns1:pt x="128" y="63"/>
                  </ns1:cubicBezTo>
                  <ns1:cubicBezTo>
                    <ns1:pt x="189" y="69"/>
                    <ns1:pt x="189" y="69"/>
                    <ns1:pt x="189" y="69"/>
                  </ns1:cubicBezTo>
                  <ns1:cubicBezTo>
                    <ns1:pt x="192" y="69"/>
                    <ns1:pt x="192" y="70"/>
                    <ns1:pt x="190" y="72"/>
                  </ns1:cubicBezTo>
                  <ns1:cubicBezTo>
                    <ns1:pt x="144" y="112"/>
                    <ns1:pt x="144" y="112"/>
                    <ns1:pt x="144" y="112"/>
                  </ns1:cubicBezTo>
                  <ns1:cubicBezTo>
                    <ns1:pt x="142" y="114"/>
                    <ns1:pt x="141" y="117"/>
                    <ns1:pt x="142" y="119"/>
                  </ns1:cubicBezTo>
                  <ns1:cubicBezTo>
                    <ns1:pt x="155" y="179"/>
                    <ns1:pt x="155" y="179"/>
                    <ns1:pt x="155" y="179"/>
                  </ns1:cubicBezTo>
                  <ns1:cubicBezTo>
                    <ns1:pt x="156" y="181"/>
                    <ns1:pt x="155" y="182"/>
                    <ns1:pt x="153" y="181"/>
                  </ns1:cubicBezTo>
                  <ns1:lnTo>
                    <ns1:pt x="100" y="150"/>
                  </ns1:lnTo>
                  <ns1:close/>
                </ns1:path>
              </ns1:pathLst>
            </ns1:custGeom>
            <ns1:grpFill/>
            <ns1:ln>
              <ns1:noFill/>
            </ns1:ln>
            <ns1:extLst>
              <ns1:ext uri="{91240B29-F687-4F45-9708-019B960494DF}">
                <ns2:hiddenLine w="9525">
                  <ns1:solidFill>
                    <ns1:srgbClr val="000000"/>
                  </ns1:solidFill>
                  <ns1:round/>
                  <ns1:headEnd/>
                  <ns1:tailEnd/>
                </ns2:hiddenLine>
              </ns1:ext>
            </ns1:extLst>
          </ns0:spPr>
          <ns0:txBody>
            <ns1:bodyPr vert="horz" wrap="square" lIns="91440" tIns="45720" rIns="91440" bIns="45720" numCol="1" anchor="t" anchorCtr="0" compatLnSpc="1">
              <ns1:prstTxWarp prst="textNoShape">
                <ns1:avLst/>
              </ns1:prstTxWarp>
            </ns1:bodyPr>
            <ns1:lstStyle/>
            <ns1:p>
              <ns1:endParaRPr lang="id-ID" sz="2700"/>
            </ns1:p>
          </ns0:txBody>
        </ns0:sp>
        <ns0:sp>
          <ns0:nvSpPr>
            <ns0:cNvPr id="202" name="Freeform 14"/>
            <ns0:cNvSpPr>
              <ns1:spLocks/>
            </ns0:cNvSpPr>
            <ns0:nvPr/>
          </ns0:nvSpPr>
          <ns0:spPr bwMode="auto">
            <ns1:xfrm>
              <ns1:off x="5788026" y="3275013"/>
              <ns1:ext cx="482600" cy="458788"/>
            </ns1:xfrm>
            <ns1:custGeom>
              <ns1:avLst/>
              <ns1:gdLst>
                <ns1:gd name="T0" fmla="*/ 99 w 192"/>
                <ns1:gd name="T1" fmla="*/ 150 h 183"/>
                <ns1:gd name="T2" fmla="*/ 92 w 192"/>
                <ns1:gd name="T3" fmla="*/ 150 h 183"/>
                <ns1:gd name="T4" fmla="*/ 39 w 192"/>
                <ns1:gd name="T5" fmla="*/ 181 h 183"/>
                <ns1:gd name="T6" fmla="*/ 37 w 192"/>
                <ns1:gd name="T7" fmla="*/ 179 h 183"/>
                <ns1:gd name="T8" fmla="*/ 50 w 192"/>
                <ns1:gd name="T9" fmla="*/ 119 h 183"/>
                <ns1:gd name="T10" fmla="*/ 48 w 192"/>
                <ns1:gd name="T11" fmla="*/ 113 h 183"/>
                <ns1:gd name="T12" fmla="*/ 2 w 192"/>
                <ns1:gd name="T13" fmla="*/ 72 h 183"/>
                <ns1:gd name="T14" fmla="*/ 3 w 192"/>
                <ns1:gd name="T15" fmla="*/ 69 h 183"/>
                <ns1:gd name="T16" fmla="*/ 64 w 192"/>
                <ns1:gd name="T17" fmla="*/ 63 h 183"/>
                <ns1:gd name="T18" fmla="*/ 70 w 192"/>
                <ns1:gd name="T19" fmla="*/ 59 h 183"/>
                <ns1:gd name="T20" fmla="*/ 94 w 192"/>
                <ns1:gd name="T21" fmla="*/ 2 h 183"/>
                <ns1:gd name="T22" fmla="*/ 97 w 192"/>
                <ns1:gd name="T23" fmla="*/ 2 h 183"/>
                <ns1:gd name="T24" fmla="*/ 122 w 192"/>
                <ns1:gd name="T25" fmla="*/ 59 h 183"/>
                <ns1:gd name="T26" fmla="*/ 128 w 192"/>
                <ns1:gd name="T27" fmla="*/ 63 h 183"/>
                <ns1:gd name="T28" fmla="*/ 189 w 192"/>
                <ns1:gd name="T29" fmla="*/ 69 h 183"/>
                <ns1:gd name="T30" fmla="*/ 190 w 192"/>
                <ns1:gd name="T31" fmla="*/ 72 h 183"/>
                <ns1:gd name="T32" fmla="*/ 144 w 192"/>
                <ns1:gd name="T33" fmla="*/ 113 h 183"/>
                <ns1:gd name="T34" fmla="*/ 141 w 192"/>
                <ns1:gd name="T35" fmla="*/ 119 h 183"/>
                <ns1:gd name="T36" fmla="*/ 155 w 192"/>
                <ns1:gd name="T37" fmla="*/ 179 h 183"/>
                <ns1:gd name="T38" fmla="*/ 152 w 192"/>
                <ns1:gd name="T39" fmla="*/ 181 h 183"/>
                <ns1:gd name="T40" fmla="*/ 99 w 192"/>
                <ns1:gd name="T41" fmla="*/ 150 h 183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  <ns1:cxn ang="0">
                  <ns1:pos x="T14" y="T15"/>
                </ns1:cxn>
                <ns1:cxn ang="0">
                  <ns1:pos x="T16" y="T17"/>
                </ns1:cxn>
                <ns1:cxn ang="0">
                  <ns1:pos x="T18" y="T19"/>
                </ns1:cxn>
                <ns1:cxn ang="0">
                  <ns1:pos x="T20" y="T21"/>
                </ns1:cxn>
                <ns1:cxn ang="0">
                  <ns1:pos x="T22" y="T23"/>
                </ns1:cxn>
                <ns1:cxn ang="0">
                  <ns1:pos x="T24" y="T25"/>
                </ns1:cxn>
                <ns1:cxn ang="0">
                  <ns1:pos x="T26" y="T27"/>
                </ns1:cxn>
                <ns1:cxn ang="0">
                  <ns1:pos x="T28" y="T29"/>
                </ns1:cxn>
                <ns1:cxn ang="0">
                  <ns1:pos x="T30" y="T31"/>
                </ns1:cxn>
                <ns1:cxn ang="0">
                  <ns1:pos x="T32" y="T33"/>
                </ns1:cxn>
                <ns1:cxn ang="0">
                  <ns1:pos x="T34" y="T35"/>
                </ns1:cxn>
                <ns1:cxn ang="0">
                  <ns1:pos x="T36" y="T37"/>
                </ns1:cxn>
                <ns1:cxn ang="0">
                  <ns1:pos x="T38" y="T39"/>
                </ns1:cxn>
                <ns1:cxn ang="0">
                  <ns1:pos x="T40" y="T41"/>
                </ns1:cxn>
              </ns1:cxnLst>
              <ns1:rect l="0" t="0" r="r" b="b"/>
              <ns1:pathLst>
                <ns1:path w="192" h="183">
                  <ns1:moveTo>
                    <ns1:pt x="99" y="150"/>
                  </ns1:moveTo>
                  <ns1:cubicBezTo>
                    <ns1:pt x="97" y="149"/>
                    <ns1:pt x="94" y="149"/>
                    <ns1:pt x="92" y="150"/>
                  </ns1:cubicBezTo>
                  <ns1:cubicBezTo>
                    <ns1:pt x="39" y="181"/>
                    <ns1:pt x="39" y="181"/>
                    <ns1:pt x="39" y="181"/>
                  </ns1:cubicBezTo>
                  <ns1:cubicBezTo>
                    <ns1:pt x="37" y="183"/>
                    <ns1:pt x="36" y="182"/>
                    <ns1:pt x="37" y="179"/>
                  </ns1:cubicBezTo>
                  <ns1:cubicBezTo>
                    <ns1:pt x="50" y="119"/>
                    <ns1:pt x="50" y="119"/>
                    <ns1:pt x="50" y="119"/>
                  </ns1:cubicBezTo>
                  <ns1:cubicBezTo>
                    <ns1:pt x="51" y="117"/>
                    <ns1:pt x="50" y="114"/>
                    <ns1:pt x="48" y="113"/>
                  </ns1:cubicBezTo>
                  <ns1:cubicBezTo>
                    <ns1:pt x="2" y="72"/>
                    <ns1:pt x="2" y="72"/>
                    <ns1:pt x="2" y="72"/>
                  </ns1:cubicBezTo>
                  <ns1:cubicBezTo>
                    <ns1:pt x="0" y="70"/>
                    <ns1:pt x="0" y="69"/>
                    <ns1:pt x="3" y="69"/>
                  </ns1:cubicBezTo>
                  <ns1:cubicBezTo>
                    <ns1:pt x="64" y="63"/>
                    <ns1:pt x="64" y="63"/>
                    <ns1:pt x="64" y="63"/>
                  </ns1:cubicBezTo>
                  <ns1:cubicBezTo>
                    <ns1:pt x="66" y="63"/>
                    <ns1:pt x="69" y="61"/>
                    <ns1:pt x="70" y="59"/>
                  </ns1:cubicBezTo>
                  <ns1:cubicBezTo>
                    <ns1:pt x="94" y="2"/>
                    <ns1:pt x="94" y="2"/>
                    <ns1:pt x="94" y="2"/>
                  </ns1:cubicBezTo>
                  <ns1:cubicBezTo>
                    <ns1:pt x="95" y="0"/>
                    <ns1:pt x="97" y="0"/>
                    <ns1:pt x="97" y="2"/>
                  </ns1:cubicBezTo>
                  <ns1:cubicBezTo>
                    <ns1:pt x="122" y="59"/>
                    <ns1:pt x="122" y="59"/>
                    <ns1:pt x="122" y="59"/>
                  </ns1:cubicBezTo>
                  <ns1:cubicBezTo>
                    <ns1:pt x="123" y="61"/>
                    <ns1:pt x="125" y="63"/>
                    <ns1:pt x="128" y="63"/>
                  </ns1:cubicBezTo>
                  <ns1:cubicBezTo>
                    <ns1:pt x="189" y="69"/>
                    <ns1:pt x="189" y="69"/>
                    <ns1:pt x="189" y="69"/>
                  </ns1:cubicBezTo>
                  <ns1:cubicBezTo>
                    <ns1:pt x="191" y="69"/>
                    <ns1:pt x="192" y="70"/>
                    <ns1:pt x="190" y="72"/>
                  </ns1:cubicBezTo>
                  <ns1:cubicBezTo>
                    <ns1:pt x="144" y="113"/>
                    <ns1:pt x="144" y="113"/>
                    <ns1:pt x="144" y="113"/>
                  </ns1:cubicBezTo>
                  <ns1:cubicBezTo>
                    <ns1:pt x="142" y="114"/>
                    <ns1:pt x="141" y="117"/>
                    <ns1:pt x="141" y="119"/>
                  </ns1:cubicBezTo>
                  <ns1:cubicBezTo>
                    <ns1:pt x="155" y="179"/>
                    <ns1:pt x="155" y="179"/>
                    <ns1:pt x="155" y="179"/>
                  </ns1:cubicBezTo>
                  <ns1:cubicBezTo>
                    <ns1:pt x="156" y="182"/>
                    <ns1:pt x="154" y="183"/>
                    <ns1:pt x="152" y="181"/>
                  </ns1:cubicBezTo>
                  <ns1:lnTo>
                    <ns1:pt x="99" y="150"/>
                  </ns1:lnTo>
                  <ns1:close/>
                </ns1:path>
              </ns1:pathLst>
            </ns1:custGeom>
            <ns1:grpFill/>
            <ns1:ln>
              <ns1:noFill/>
            </ns1:ln>
            <ns1:extLst>
              <ns1:ext uri="{91240B29-F687-4F45-9708-019B960494DF}">
                <ns2:hiddenLine w="9525">
                  <ns1:solidFill>
                    <ns1:srgbClr val="000000"/>
                  </ns1:solidFill>
                  <ns1:round/>
                  <ns1:headEnd/>
                  <ns1:tailEnd/>
                </ns2:hiddenLine>
              </ns1:ext>
            </ns1:extLst>
          </ns0:spPr>
          <ns0:txBody>
            <ns1:bodyPr vert="horz" wrap="square" lIns="91440" tIns="45720" rIns="91440" bIns="45720" numCol="1" anchor="t" anchorCtr="0" compatLnSpc="1">
              <ns1:prstTxWarp prst="textNoShape">
                <ns1:avLst/>
              </ns1:prstTxWarp>
            </ns1:bodyPr>
            <ns1:lstStyle/>
            <ns1:p>
              <ns1:endParaRPr lang="id-ID" sz="2700"/>
            </ns1:p>
          </ns0:txBody>
        </ns0:sp>
        <ns0:sp>
          <ns0:nvSpPr>
            <ns0:cNvPr id="203" name="Freeform 15"/>
            <ns0:cNvSpPr>
              <ns1:spLocks/>
            </ns0:cNvSpPr>
            <ns0:nvPr/>
          </ns0:nvSpPr>
          <ns0:spPr bwMode="auto">
            <ns1:xfrm>
              <ns1:off x="5303838" y="3275013"/>
              <ns1:ext cx="479425" cy="458788"/>
            </ns1:xfrm>
            <ns1:custGeom>
              <ns1:avLst/>
              <ns1:gdLst>
                <ns1:gd name="T0" fmla="*/ 99 w 191"/>
                <ns1:gd name="T1" fmla="*/ 150 h 183"/>
                <ns1:gd name="T2" fmla="*/ 92 w 191"/>
                <ns1:gd name="T3" fmla="*/ 150 h 183"/>
                <ns1:gd name="T4" fmla="*/ 39 w 191"/>
                <ns1:gd name="T5" fmla="*/ 181 h 183"/>
                <ns1:gd name="T6" fmla="*/ 36 w 191"/>
                <ns1:gd name="T7" fmla="*/ 179 h 183"/>
                <ns1:gd name="T8" fmla="*/ 50 w 191"/>
                <ns1:gd name="T9" fmla="*/ 119 h 183"/>
                <ns1:gd name="T10" fmla="*/ 48 w 191"/>
                <ns1:gd name="T11" fmla="*/ 113 h 183"/>
                <ns1:gd name="T12" fmla="*/ 1 w 191"/>
                <ns1:gd name="T13" fmla="*/ 72 h 183"/>
                <ns1:gd name="T14" fmla="*/ 2 w 191"/>
                <ns1:gd name="T15" fmla="*/ 69 h 183"/>
                <ns1:gd name="T16" fmla="*/ 64 w 191"/>
                <ns1:gd name="T17" fmla="*/ 63 h 183"/>
                <ns1:gd name="T18" fmla="*/ 70 w 191"/>
                <ns1:gd name="T19" fmla="*/ 59 h 183"/>
                <ns1:gd name="T20" fmla="*/ 94 w 191"/>
                <ns1:gd name="T21" fmla="*/ 2 h 183"/>
                <ns1:gd name="T22" fmla="*/ 97 w 191"/>
                <ns1:gd name="T23" fmla="*/ 2 h 183"/>
                <ns1:gd name="T24" fmla="*/ 122 w 191"/>
                <ns1:gd name="T25" fmla="*/ 59 h 183"/>
                <ns1:gd name="T26" fmla="*/ 127 w 191"/>
                <ns1:gd name="T27" fmla="*/ 63 h 183"/>
                <ns1:gd name="T28" fmla="*/ 189 w 191"/>
                <ns1:gd name="T29" fmla="*/ 69 h 183"/>
                <ns1:gd name="T30" fmla="*/ 190 w 191"/>
                <ns1:gd name="T31" fmla="*/ 72 h 183"/>
                <ns1:gd name="T32" fmla="*/ 143 w 191"/>
                <ns1:gd name="T33" fmla="*/ 113 h 183"/>
                <ns1:gd name="T34" fmla="*/ 141 w 191"/>
                <ns1:gd name="T35" fmla="*/ 119 h 183"/>
                <ns1:gd name="T36" fmla="*/ 155 w 191"/>
                <ns1:gd name="T37" fmla="*/ 179 h 183"/>
                <ns1:gd name="T38" fmla="*/ 152 w 191"/>
                <ns1:gd name="T39" fmla="*/ 181 h 183"/>
                <ns1:gd name="T40" fmla="*/ 99 w 191"/>
                <ns1:gd name="T41" fmla="*/ 150 h 183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  <ns1:cxn ang="0">
                  <ns1:pos x="T14" y="T15"/>
                </ns1:cxn>
                <ns1:cxn ang="0">
                  <ns1:pos x="T16" y="T17"/>
                </ns1:cxn>
                <ns1:cxn ang="0">
                  <ns1:pos x="T18" y="T19"/>
                </ns1:cxn>
                <ns1:cxn ang="0">
                  <ns1:pos x="T20" y="T21"/>
                </ns1:cxn>
                <ns1:cxn ang="0">
                  <ns1:pos x="T22" y="T23"/>
                </ns1:cxn>
                <ns1:cxn ang="0">
                  <ns1:pos x="T24" y="T25"/>
                </ns1:cxn>
                <ns1:cxn ang="0">
                  <ns1:pos x="T26" y="T27"/>
                </ns1:cxn>
                <ns1:cxn ang="0">
                  <ns1:pos x="T28" y="T29"/>
                </ns1:cxn>
                <ns1:cxn ang="0">
                  <ns1:pos x="T30" y="T31"/>
                </ns1:cxn>
                <ns1:cxn ang="0">
                  <ns1:pos x="T32" y="T33"/>
                </ns1:cxn>
                <ns1:cxn ang="0">
                  <ns1:pos x="T34" y="T35"/>
                </ns1:cxn>
                <ns1:cxn ang="0">
                  <ns1:pos x="T36" y="T37"/>
                </ns1:cxn>
                <ns1:cxn ang="0">
                  <ns1:pos x="T38" y="T39"/>
                </ns1:cxn>
                <ns1:cxn ang="0">
                  <ns1:pos x="T40" y="T41"/>
                </ns1:cxn>
              </ns1:cxnLst>
              <ns1:rect l="0" t="0" r="r" b="b"/>
              <ns1:pathLst>
                <ns1:path w="191" h="183">
                  <ns1:moveTo>
                    <ns1:pt x="99" y="150"/>
                  </ns1:moveTo>
                  <ns1:cubicBezTo>
                    <ns1:pt x="97" y="149"/>
                    <ns1:pt x="94" y="149"/>
                    <ns1:pt x="92" y="150"/>
                  </ns1:cubicBezTo>
                  <ns1:cubicBezTo>
                    <ns1:pt x="39" y="181"/>
                    <ns1:pt x="39" y="181"/>
                    <ns1:pt x="39" y="181"/>
                  </ns1:cubicBezTo>
                  <ns1:cubicBezTo>
                    <ns1:pt x="37" y="183"/>
                    <ns1:pt x="36" y="182"/>
                    <ns1:pt x="36" y="179"/>
                  </ns1:cubicBezTo>
                  <ns1:cubicBezTo>
                    <ns1:pt x="50" y="119"/>
                    <ns1:pt x="50" y="119"/>
                    <ns1:pt x="50" y="119"/>
                  </ns1:cubicBezTo>
                  <ns1:cubicBezTo>
                    <ns1:pt x="50" y="117"/>
                    <ns1:pt x="49" y="114"/>
                    <ns1:pt x="48" y="113"/>
                  </ns1:cubicBezTo>
                  <ns1:cubicBezTo>
                    <ns1:pt x="1" y="72"/>
                    <ns1:pt x="1" y="72"/>
                    <ns1:pt x="1" y="72"/>
                  </ns1:cubicBezTo>
                  <ns1:cubicBezTo>
                    <ns1:pt x="0" y="70"/>
                    <ns1:pt x="0" y="69"/>
                    <ns1:pt x="2" y="69"/>
                  </ns1:cubicBezTo>
                  <ns1:cubicBezTo>
                    <ns1:pt x="64" y="63"/>
                    <ns1:pt x="64" y="63"/>
                    <ns1:pt x="64" y="63"/>
                  </ns1:cubicBezTo>
                  <ns1:cubicBezTo>
                    <ns1:pt x="66" y="63"/>
                    <ns1:pt x="69" y="61"/>
                    <ns1:pt x="70" y="59"/>
                  </ns1:cubicBezTo>
                  <ns1:cubicBezTo>
                    <ns1:pt x="94" y="2"/>
                    <ns1:pt x="94" y="2"/>
                    <ns1:pt x="94" y="2"/>
                  </ns1:cubicBezTo>
                  <ns1:cubicBezTo>
                    <ns1:pt x="95" y="0"/>
                    <ns1:pt x="96" y="0"/>
                    <ns1:pt x="97" y="2"/>
                  </ns1:cubicBezTo>
                  <ns1:cubicBezTo>
                    <ns1:pt x="122" y="59"/>
                    <ns1:pt x="122" y="59"/>
                    <ns1:pt x="122" y="59"/>
                  </ns1:cubicBezTo>
                  <ns1:cubicBezTo>
                    <ns1:pt x="122" y="61"/>
                    <ns1:pt x="125" y="63"/>
                    <ns1:pt x="127" y="63"/>
                  </ns1:cubicBezTo>
                  <ns1:cubicBezTo>
                    <ns1:pt x="189" y="69"/>
                    <ns1:pt x="189" y="69"/>
                    <ns1:pt x="189" y="69"/>
                  </ns1:cubicBezTo>
                  <ns1:cubicBezTo>
                    <ns1:pt x="191" y="69"/>
                    <ns1:pt x="191" y="70"/>
                    <ns1:pt x="190" y="72"/>
                  </ns1:cubicBezTo>
                  <ns1:cubicBezTo>
                    <ns1:pt x="143" y="113"/>
                    <ns1:pt x="143" y="113"/>
                    <ns1:pt x="143" y="113"/>
                  </ns1:cubicBezTo>
                  <ns1:cubicBezTo>
                    <ns1:pt x="142" y="114"/>
                    <ns1:pt x="141" y="117"/>
                    <ns1:pt x="141" y="119"/>
                  </ns1:cubicBezTo>
                  <ns1:cubicBezTo>
                    <ns1:pt x="155" y="179"/>
                    <ns1:pt x="155" y="179"/>
                    <ns1:pt x="155" y="179"/>
                  </ns1:cubicBezTo>
                  <ns1:cubicBezTo>
                    <ns1:pt x="155" y="182"/>
                    <ns1:pt x="154" y="183"/>
                    <ns1:pt x="152" y="181"/>
                  </ns1:cubicBezTo>
                  <ns1:lnTo>
                    <ns1:pt x="99" y="150"/>
                  </ns1:lnTo>
                  <ns1:close/>
                </ns1:path>
              </ns1:pathLst>
            </ns1:custGeom>
            <ns1:grpFill/>
            <ns1:ln>
              <ns1:noFill/>
            </ns1:ln>
            <ns1:extLst>
              <ns1:ext uri="{91240B29-F687-4F45-9708-019B960494DF}">
                <ns2:hiddenLine w="9525">
                  <ns1:solidFill>
                    <ns1:srgbClr val="000000"/>
                  </ns1:solidFill>
                  <ns1:round/>
                  <ns1:headEnd/>
                  <ns1:tailEnd/>
                </ns2:hiddenLine>
              </ns1:ext>
            </ns1:extLst>
          </ns0:spPr>
          <ns0:txBody>
            <ns1:bodyPr vert="horz" wrap="square" lIns="91440" tIns="45720" rIns="91440" bIns="45720" numCol="1" anchor="t" anchorCtr="0" compatLnSpc="1">
              <ns1:prstTxWarp prst="textNoShape">
                <ns1:avLst/>
              </ns1:prstTxWarp>
            </ns1:bodyPr>
            <ns1:lstStyle/>
            <ns1:p>
              <ns1:endParaRPr lang="id-ID" sz="2700"/>
            </ns1:p>
          </ns0:txBody>
        </ns0:sp>
      </ns0:grpSp>
      <ns0:sp>
        <ns0:nvSpPr>
          <ns0:cNvPr id="204" name="Freeform 13"/>
          <ns0:cNvSpPr>
            <ns1:spLocks noEditPoints="1"/>
          </ns0:cNvSpPr>
          <ns0:nvPr/>
        </ns0:nvSpPr>
        <ns0:spPr bwMode="auto">
          <ns1:xfrm>
            <ns1:off x="9253470" y="1171810"/>
            <ns1:ext cx="411247" cy="411246"/>
          </ns1:xfrm>
          <ns1:custGeom>
            <ns1:avLst/>
            <ns1:gdLst>
              <ns1:gd name="T0" fmla="*/ 341 w 2328"/>
              <ns1:gd name="T1" fmla="*/ 341 h 2328"/>
              <ns1:gd name="T2" fmla="*/ 341 w 2328"/>
              <ns1:gd name="T3" fmla="*/ 1987 h 2328"/>
              <ns1:gd name="T4" fmla="*/ 1987 w 2328"/>
              <ns1:gd name="T5" fmla="*/ 1987 h 2328"/>
              <ns1:gd name="T6" fmla="*/ 1987 w 2328"/>
              <ns1:gd name="T7" fmla="*/ 341 h 2328"/>
              <ns1:gd name="T8" fmla="*/ 2040 w 2328"/>
              <ns1:gd name="T9" fmla="*/ 637 h 2328"/>
              <ns1:gd name="T10" fmla="*/ 1640 w 2328"/>
              <ns1:gd name="T11" fmla="*/ 423 h 2328"/>
              <ns1:gd name="T12" fmla="*/ 1341 w 2328"/>
              <ns1:gd name="T13" fmla="*/ 157 h 2328"/>
              <ns1:gd name="T14" fmla="*/ 2040 w 2328"/>
              <ns1:gd name="T15" fmla="*/ 637 h 2328"/>
              <ns1:gd name="T16" fmla="*/ 1700 w 2328"/>
              <ns1:gd name="T17" fmla="*/ 1672 h 2328"/>
              <ns1:gd name="T18" fmla="*/ 2185 w 2328"/>
              <ns1:gd name="T19" fmla="*/ 1199 h 2328"/>
              <ns1:gd name="T20" fmla="*/ 1204 w 2328"/>
              <ns1:gd name="T21" fmla="*/ 2185 h 2328"/>
              <ns1:gd name="T22" fmla="*/ 1200 w 2328"/>
              <ns1:gd name="T23" fmla="*/ 1935 h 2328"/>
              <ns1:gd name="T24" fmla="*/ 1552 w 2328"/>
              <ns1:gd name="T25" fmla="*/ 1787 h 2328"/>
              <ns1:gd name="T26" fmla="*/ 775 w 2328"/>
              <ns1:gd name="T27" fmla="*/ 1787 h 2328"/>
              <ns1:gd name="T28" fmla="*/ 1128 w 2328"/>
              <ns1:gd name="T29" fmla="*/ 1935 h 2328"/>
              <ns1:gd name="T30" fmla="*/ 1124 w 2328"/>
              <ns1:gd name="T31" fmla="*/ 2185 h 2328"/>
              <ns1:gd name="T32" fmla="*/ 229 w 2328"/>
              <ns1:gd name="T33" fmla="*/ 751 h 2328"/>
              <ns1:gd name="T34" fmla="*/ 532 w 2328"/>
              <ns1:gd name="T35" fmla="*/ 991 h 2328"/>
              <ns1:gd name="T36" fmla="*/ 143 w 2328"/>
              <ns1:gd name="T37" fmla="*/ 1129 h 2328"/>
              <ns1:gd name="T38" fmla="*/ 1124 w 2328"/>
              <ns1:gd name="T39" fmla="*/ 143 h 2328"/>
              <ns1:gd name="T40" fmla="*/ 1128 w 2328"/>
              <ns1:gd name="T41" fmla="*/ 518 h 2328"/>
              <ns1:gd name="T42" fmla="*/ 1124 w 2328"/>
              <ns1:gd name="T43" fmla="*/ 143 h 2328"/>
              <ns1:gd name="T44" fmla="*/ 1478 w 2328"/>
              <ns1:gd name="T45" fmla="*/ 533 h 2328"/>
              <ns1:gd name="T46" fmla="*/ 1200 w 2328"/>
              <ns1:gd name="T47" fmla="*/ 143 h 2328"/>
              <ns1:gd name="T48" fmla="*/ 1513 w 2328"/>
              <ns1:gd name="T49" fmla="*/ 478 h 2328"/>
              <ns1:gd name="T50" fmla="*/ 1467 w 2328"/>
              <ns1:gd name="T51" fmla="*/ 624 h 2328"/>
              <ns1:gd name="T52" fmla="*/ 1661 w 2328"/>
              <ns1:gd name="T53" fmla="*/ 772 h 2328"/>
              <ns1:gd name="T54" fmla="*/ 1200 w 2328"/>
              <ns1:gd name="T55" fmla="*/ 1129 h 2328"/>
              <ns1:gd name="T56" fmla="*/ 1720 w 2328"/>
              <ns1:gd name="T57" fmla="*/ 598 h 2328"/>
              <ns1:gd name="T58" fmla="*/ 1560 w 2328"/>
              <ns1:gd name="T59" fmla="*/ 598 h 2328"/>
              <ns1:gd name="T60" fmla="*/ 1720 w 2328"/>
              <ns1:gd name="T61" fmla="*/ 598 h 2328"/>
              <ns1:gd name="T62" fmla="*/ 1128 w 2328"/>
              <ns1:gd name="T63" fmla="*/ 1129 h 2328"/>
              <ns1:gd name="T64" fmla="*/ 611 w 2328"/>
              <ns1:gd name="T65" fmla="*/ 997 h 2328"/>
              <ns1:gd name="T66" fmla="*/ 1128 w 2328"/>
              <ns1:gd name="T67" fmla="*/ 610 h 2328"/>
              <ns1:gd name="T68" fmla="*/ 560 w 2328"/>
              <ns1:gd name="T69" fmla="*/ 1244 h 2328"/>
              <ns1:gd name="T70" fmla="*/ 560 w 2328"/>
              <ns1:gd name="T71" fmla="*/ 1084 h 2328"/>
              <ns1:gd name="T72" fmla="*/ 143 w 2328"/>
              <ns1:gd name="T73" fmla="*/ 1199 h 2328"/>
              <ns1:gd name="T74" fmla="*/ 532 w 2328"/>
              <ns1:gd name="T75" fmla="*/ 1337 h 2328"/>
              <ns1:gd name="T76" fmla="*/ 229 w 2328"/>
              <ns1:gd name="T77" fmla="*/ 1577 h 2328"/>
              <ns1:gd name="T78" fmla="*/ 611 w 2328"/>
              <ns1:gd name="T79" fmla="*/ 1331 h 2328"/>
              <ns1:gd name="T80" fmla="*/ 1128 w 2328"/>
              <ns1:gd name="T81" fmla="*/ 1199 h 2328"/>
              <ns1:gd name="T82" fmla="*/ 996 w 2328"/>
              <ns1:gd name="T83" fmla="*/ 1713 h 2328"/>
              <ns1:gd name="T84" fmla="*/ 611 w 2328"/>
              <ns1:gd name="T85" fmla="*/ 1331 h 2328"/>
              <ns1:gd name="T86" fmla="*/ 1164 w 2328"/>
              <ns1:gd name="T87" fmla="*/ 1844 h 2328"/>
              <ns1:gd name="T88" fmla="*/ 1164 w 2328"/>
              <ns1:gd name="T89" fmla="*/ 1684 h 2328"/>
              <ns1:gd name="T90" fmla="*/ 1331 w 2328"/>
              <ns1:gd name="T91" fmla="*/ 1713 h 2328"/>
              <ns1:gd name="T92" fmla="*/ 1200 w 2328"/>
              <ns1:gd name="T93" fmla="*/ 1199 h 2328"/>
              <ns1:gd name="T94" fmla="*/ 1606 w 2328"/>
              <ns1:gd name="T95" fmla="*/ 1687 h 2328"/>
              <ns1:gd name="T96" fmla="*/ 1807 w 2328"/>
              <ns1:gd name="T97" fmla="*/ 1129 h 2328"/>
              <ns1:gd name="T98" fmla="*/ 1798 w 2328"/>
              <ns1:gd name="T99" fmla="*/ 674 h 2328"/>
              <ns1:gd name="T100" fmla="*/ 2185 w 2328"/>
              <ns1:gd name="T101" fmla="*/ 1129 h 2328"/>
              <ns1:gd name="T102" fmla="*/ 441 w 2328"/>
              <ns1:gd name="T103" fmla="*/ 441 h 2328"/>
              <ns1:gd name="T104" fmla="*/ 688 w 2328"/>
              <ns1:gd name="T105" fmla="*/ 534 h 2328"/>
              <ns1:gd name="T106" fmla="*/ 288 w 2328"/>
              <ns1:gd name="T107" fmla="*/ 637 h 2328"/>
              <ns1:gd name="T108" fmla="*/ 288 w 2328"/>
              <ns1:gd name="T109" fmla="*/ 1690 h 2328"/>
              <ns1:gd name="T110" fmla="*/ 688 w 2328"/>
              <ns1:gd name="T111" fmla="*/ 1794 h 2328"/>
              <ns1:gd name="T112" fmla="*/ 441 w 2328"/>
              <ns1:gd name="T113" fmla="*/ 1886 h 2328"/>
              <ns1:gd name="T114" fmla="*/ 1886 w 2328"/>
              <ns1:gd name="T115" fmla="*/ 1886 h 2328"/>
              <ns1:gd name="T116" fmla="*/ 1640 w 2328"/>
              <ns1:gd name="T117" fmla="*/ 1794 h 2328"/>
              <ns1:gd name="T118" fmla="*/ 2040 w 2328"/>
              <ns1:gd name="T119" fmla="*/ 1690 h 2328"/>
            </ns1:gdLst>
            <ns1:ahLst/>
            <ns1:cxnLst>
              <ns1:cxn ang="0">
                <ns1:pos x="T0" y="T1"/>
              </ns1:cxn>
              <ns1:cxn ang="0">
                <ns1:pos x="T2" y="T3"/>
              </ns1:cxn>
              <ns1:cxn ang="0">
                <ns1:pos x="T4" y="T5"/>
              </ns1:cxn>
              <ns1:cxn ang="0">
                <ns1:pos x="T6" y="T7"/>
              </ns1:cxn>
              <ns1:cxn ang="0">
                <ns1:pos x="T8" y="T9"/>
              </ns1:cxn>
              <ns1:cxn ang="0">
                <ns1:pos x="T10" y="T11"/>
              </ns1:cxn>
              <ns1:cxn ang="0">
                <ns1:pos x="T12" y="T13"/>
              </ns1:cxn>
              <ns1:cxn ang="0">
                <ns1:pos x="T14" y="T15"/>
              </ns1:cxn>
              <ns1:cxn ang="0">
                <ns1:pos x="T16" y="T17"/>
              </ns1:cxn>
              <ns1:cxn ang="0">
                <ns1:pos x="T18" y="T19"/>
              </ns1:cxn>
              <ns1:cxn ang="0">
                <ns1:pos x="T20" y="T21"/>
              </ns1:cxn>
              <ns1:cxn ang="0">
                <ns1:pos x="T22" y="T23"/>
              </ns1:cxn>
              <ns1:cxn ang="0">
                <ns1:pos x="T24" y="T25"/>
              </ns1:cxn>
              <ns1:cxn ang="0">
                <ns1:pos x="T26" y="T27"/>
              </ns1:cxn>
              <ns1:cxn ang="0">
                <ns1:pos x="T28" y="T29"/>
              </ns1:cxn>
              <ns1:cxn ang="0">
                <ns1:pos x="T30" y="T31"/>
              </ns1:cxn>
              <ns1:cxn ang="0">
                <ns1:pos x="T32" y="T33"/>
              </ns1:cxn>
              <ns1:cxn ang="0">
                <ns1:pos x="T34" y="T35"/>
              </ns1:cxn>
              <ns1:cxn ang="0">
                <ns1:pos x="T36" y="T37"/>
              </ns1:cxn>
              <ns1:cxn ang="0">
                <ns1:pos x="T38" y="T39"/>
              </ns1:cxn>
              <ns1:cxn ang="0">
                <ns1:pos x="T40" y="T41"/>
              </ns1:cxn>
              <ns1:cxn ang="0">
                <ns1:pos x="T42" y="T43"/>
              </ns1:cxn>
              <ns1:cxn ang="0">
                <ns1:pos x="T44" y="T45"/>
              </ns1:cxn>
              <ns1:cxn ang="0">
                <ns1:pos x="T46" y="T47"/>
              </ns1:cxn>
              <ns1:cxn ang="0">
                <ns1:pos x="T48" y="T49"/>
              </ns1:cxn>
              <ns1:cxn ang="0">
                <ns1:pos x="T50" y="T51"/>
              </ns1:cxn>
              <ns1:cxn ang="0">
                <ns1:pos x="T52" y="T53"/>
              </ns1:cxn>
              <ns1:cxn ang="0">
                <ns1:pos x="T54" y="T55"/>
              </ns1:cxn>
              <ns1:cxn ang="0">
                <ns1:pos x="T56" y="T57"/>
              </ns1:cxn>
              <ns1:cxn ang="0">
                <ns1:pos x="T58" y="T59"/>
              </ns1:cxn>
              <ns1:cxn ang="0">
                <ns1:pos x="T60" y="T61"/>
              </ns1:cxn>
              <ns1:cxn ang="0">
                <ns1:pos x="T62" y="T63"/>
              </ns1:cxn>
              <ns1:cxn ang="0">
                <ns1:pos x="T64" y="T65"/>
              </ns1:cxn>
              <ns1:cxn ang="0">
                <ns1:pos x="T66" y="T67"/>
              </ns1:cxn>
              <ns1:cxn ang="0">
                <ns1:pos x="T68" y="T69"/>
              </ns1:cxn>
              <ns1:cxn ang="0">
                <ns1:pos x="T70" y="T71"/>
              </ns1:cxn>
              <ns1:cxn ang="0">
                <ns1:pos x="T72" y="T73"/>
              </ns1:cxn>
              <ns1:cxn ang="0">
                <ns1:pos x="T74" y="T75"/>
              </ns1:cxn>
              <ns1:cxn ang="0">
                <ns1:pos x="T76" y="T77"/>
              </ns1:cxn>
              <ns1:cxn ang="0">
                <ns1:pos x="T78" y="T79"/>
              </ns1:cxn>
              <ns1:cxn ang="0">
                <ns1:pos x="T80" y="T81"/>
              </ns1:cxn>
              <ns1:cxn ang="0">
                <ns1:pos x="T82" y="T83"/>
              </ns1:cxn>
              <ns1:cxn ang="0">
                <ns1:pos x="T84" y="T85"/>
              </ns1:cxn>
              <ns1:cxn ang="0">
                <ns1:pos x="T86" y="T87"/>
              </ns1:cxn>
              <ns1:cxn ang="0">
                <ns1:pos x="T88" y="T89"/>
              </ns1:cxn>
              <ns1:cxn ang="0">
                <ns1:pos x="T90" y="T91"/>
              </ns1:cxn>
              <ns1:cxn ang="0">
                <ns1:pos x="T92" y="T93"/>
              </ns1:cxn>
              <ns1:cxn ang="0">
                <ns1:pos x="T94" y="T95"/>
              </ns1:cxn>
              <ns1:cxn ang="0">
                <ns1:pos x="T96" y="T97"/>
              </ns1:cxn>
              <ns1:cxn ang="0">
                <ns1:pos x="T98" y="T99"/>
              </ns1:cxn>
              <ns1:cxn ang="0">
                <ns1:pos x="T100" y="T101"/>
              </ns1:cxn>
              <ns1:cxn ang="0">
                <ns1:pos x="T102" y="T103"/>
              </ns1:cxn>
              <ns1:cxn ang="0">
                <ns1:pos x="T104" y="T105"/>
              </ns1:cxn>
              <ns1:cxn ang="0">
                <ns1:pos x="T106" y="T107"/>
              </ns1:cxn>
              <ns1:cxn ang="0">
                <ns1:pos x="T108" y="T109"/>
              </ns1:cxn>
              <ns1:cxn ang="0">
                <ns1:pos x="T110" y="T111"/>
              </ns1:cxn>
              <ns1:cxn ang="0">
                <ns1:pos x="T112" y="T113"/>
              </ns1:cxn>
              <ns1:cxn ang="0">
                <ns1:pos x="T114" y="T115"/>
              </ns1:cxn>
              <ns1:cxn ang="0">
                <ns1:pos x="T116" y="T117"/>
              </ns1:cxn>
              <ns1:cxn ang="0">
                <ns1:pos x="T118" y="T119"/>
              </ns1:cxn>
            </ns1:cxnLst>
            <ns1:rect l="0" t="0" r="r" b="b"/>
            <ns1:pathLst>
              <ns1:path w="2328" h="2328">
                <ns1:moveTo>
                  <ns1:pt x="1164" y="0"/>
                </ns1:moveTo>
                <ns1:cubicBezTo>
                  <ns1:pt x="853" y="0"/>
                  <ns1:pt x="561" y="121"/>
                  <ns1:pt x="341" y="341"/>
                </ns1:cubicBezTo>
                <ns1:cubicBezTo>
                  <ns1:pt x="121" y="560"/>
                  <ns1:pt x="0" y="853"/>
                  <ns1:pt x="0" y="1164"/>
                </ns1:cubicBezTo>
                <ns1:cubicBezTo>
                  <ns1:pt x="0" y="1475"/>
                  <ns1:pt x="121" y="1767"/>
                  <ns1:pt x="341" y="1987"/>
                </ns1:cubicBezTo>
                <ns1:cubicBezTo>
                  <ns1:pt x="561" y="2207"/>
                  <ns1:pt x="853" y="2328"/>
                  <ns1:pt x="1164" y="2328"/>
                </ns1:cubicBezTo>
                <ns1:cubicBezTo>
                  <ns1:pt x="1475" y="2328"/>
                  <ns1:pt x="1767" y="2207"/>
                  <ns1:pt x="1987" y="1987"/>
                </ns1:cubicBezTo>
                <ns1:cubicBezTo>
                  <ns1:pt x="2207" y="1767"/>
                  <ns1:pt x="2328" y="1475"/>
                  <ns1:pt x="2328" y="1164"/>
                </ns1:cubicBezTo>
                <ns1:cubicBezTo>
                  <ns1:pt x="2328" y="853"/>
                  <ns1:pt x="2207" y="560"/>
                  <ns1:pt x="1987" y="341"/>
                </ns1:cubicBezTo>
                <ns1:cubicBezTo>
                  <ns1:pt x="1767" y="121"/>
                  <ns1:pt x="1475" y="0"/>
                  <ns1:pt x="1164" y="0"/>
                </ns1:cubicBezTo>
                <ns1:close/>
                <ns1:moveTo>
                  <ns1:pt x="2040" y="637"/>
                </ns1:moveTo>
                <ns1:cubicBezTo>
                  <ns1:pt x="1966" y="617"/>
                  <ns1:pt x="1890" y="598"/>
                  <ns1:pt x="1815" y="583"/>
                </ns1:cubicBezTo>
                <ns1:cubicBezTo>
                  <ns1:pt x="1807" y="493"/>
                  <ns1:pt x="1732" y="423"/>
                  <ns1:pt x="1640" y="423"/>
                </ns1:cubicBezTo>
                <ns1:cubicBezTo>
                  <ns1:pt x="1619" y="423"/>
                  <ns1:pt x="1598" y="427"/>
                  <ns1:pt x="1579" y="434"/>
                </ns1:cubicBezTo>
                <ns1:cubicBezTo>
                  <ns1:pt x="1512" y="335"/>
                  <ns1:pt x="1433" y="243"/>
                  <ns1:pt x="1341" y="157"/>
                </ns1:cubicBezTo>
                <ns1:cubicBezTo>
                  <ns1:pt x="1547" y="193"/>
                  <ns1:pt x="1736" y="291"/>
                  <ns1:pt x="1886" y="441"/>
                </ns1:cubicBezTo>
                <ns1:cubicBezTo>
                  <ns1:pt x="1946" y="501"/>
                  <ns1:pt x="1998" y="567"/>
                  <ns1:pt x="2040" y="637"/>
                </ns1:cubicBezTo>
                <ns1:close/>
                <ns1:moveTo>
                  <ns1:pt x="2099" y="1577"/>
                </ns1:moveTo>
                <ns1:cubicBezTo>
                  <ns1:pt x="1968" y="1617"/>
                  <ns1:pt x="1835" y="1649"/>
                  <ns1:pt x="1700" y="1672"/>
                </ns1:cubicBezTo>
                <ns1:cubicBezTo>
                  <ns1:pt x="1767" y="1520"/>
                  <ns1:pt x="1802" y="1362"/>
                  <ns1:pt x="1807" y="1199"/>
                </ns1:cubicBezTo>
                <ns1:cubicBezTo>
                  <ns1:pt x="2185" y="1199"/>
                  <ns1:pt x="2185" y="1199"/>
                  <ns1:pt x="2185" y="1199"/>
                </ns1:cubicBezTo>
                <ns1:cubicBezTo>
                  <ns1:pt x="2181" y="1331"/>
                  <ns1:pt x="2151" y="1459"/>
                  <ns1:pt x="2099" y="1577"/>
                </ns1:cubicBezTo>
                <ns1:close/>
                <ns1:moveTo>
                  <ns1:pt x="1204" y="2185"/>
                </ns1:moveTo>
                <ns1:cubicBezTo>
                  <ns1:pt x="1202" y="2185"/>
                  <ns1:pt x="1201" y="2185"/>
                  <ns1:pt x="1200" y="2185"/>
                </ns1:cubicBezTo>
                <ns1:cubicBezTo>
                  <ns1:pt x="1200" y="1935"/>
                  <ns1:pt x="1200" y="1935"/>
                  <ns1:pt x="1200" y="1935"/>
                </ns1:cubicBezTo>
                <ns1:cubicBezTo>
                  <ns1:pt x="1265" y="1921"/>
                  <ns1:pt x="1318" y="1870"/>
                  <ns1:pt x="1334" y="1805"/>
                </ns1:cubicBezTo>
                <ns1:cubicBezTo>
                  <ns1:pt x="1407" y="1802"/>
                  <ns1:pt x="1480" y="1795"/>
                  <ns1:pt x="1552" y="1787"/>
                </ns1:cubicBezTo>
                <ns1:cubicBezTo>
                  <ns1:pt x="1465" y="1934"/>
                  <ns1:pt x="1348" y="2067"/>
                  <ns1:pt x="1204" y="2185"/>
                </ns1:cubicBezTo>
                <ns1:close/>
                <ns1:moveTo>
                  <ns1:pt x="775" y="1787"/>
                </ns1:moveTo>
                <ns1:cubicBezTo>
                  <ns1:pt x="848" y="1795"/>
                  <ns1:pt x="921" y="1802"/>
                  <ns1:pt x="994" y="1805"/>
                </ns1:cubicBezTo>
                <ns1:cubicBezTo>
                  <ns1:pt x="1010" y="1870"/>
                  <ns1:pt x="1062" y="1921"/>
                  <ns1:pt x="1128" y="1935"/>
                </ns1:cubicBezTo>
                <ns1:cubicBezTo>
                  <ns1:pt x="1128" y="2185"/>
                  <ns1:pt x="1128" y="2185"/>
                  <ns1:pt x="1128" y="2185"/>
                </ns1:cubicBezTo>
                <ns1:cubicBezTo>
                  <ns1:pt x="1127" y="2185"/>
                  <ns1:pt x="1125" y="2185"/>
                  <ns1:pt x="1124" y="2185"/>
                </ns1:cubicBezTo>
                <ns1:cubicBezTo>
                  <ns1:pt x="980" y="2067"/>
                  <ns1:pt x="863" y="1934"/>
                  <ns1:pt x="775" y="1787"/>
                </ns1:cubicBezTo>
                <ns1:close/>
                <ns1:moveTo>
                  <ns1:pt x="229" y="751"/>
                </ns1:moveTo>
                <ns1:cubicBezTo>
                  <ns1:pt x="360" y="710"/>
                  <ns1:pt x="493" y="678"/>
                  <ns1:pt x="627" y="655"/>
                </ns1:cubicBezTo>
                <ns1:cubicBezTo>
                  <ns1:pt x="580" y="764"/>
                  <ns1:pt x="548" y="876"/>
                  <ns1:pt x="532" y="991"/>
                </ns1:cubicBezTo>
                <ns1:cubicBezTo>
                  <ns1:pt x="460" y="1002"/>
                  <ns1:pt x="403" y="1058"/>
                  <ns1:pt x="388" y="1129"/>
                </ns1:cubicBezTo>
                <ns1:cubicBezTo>
                  <ns1:pt x="143" y="1129"/>
                  <ns1:pt x="143" y="1129"/>
                  <ns1:pt x="143" y="1129"/>
                </ns1:cubicBezTo>
                <ns1:cubicBezTo>
                  <ns1:pt x="147" y="996"/>
                  <ns1:pt x="177" y="869"/>
                  <ns1:pt x="229" y="751"/>
                </ns1:cubicBezTo>
                <ns1:close/>
                <ns1:moveTo>
                  <ns1:pt x="1124" y="143"/>
                </ns1:moveTo>
                <ns1:cubicBezTo>
                  <ns1:pt x="1125" y="143"/>
                  <ns1:pt x="1127" y="143"/>
                  <ns1:pt x="1128" y="143"/>
                </ns1:cubicBezTo>
                <ns1:cubicBezTo>
                  <ns1:pt x="1128" y="518"/>
                  <ns1:pt x="1128" y="518"/>
                  <ns1:pt x="1128" y="518"/>
                </ns1:cubicBezTo>
                <ns1:cubicBezTo>
                  <ns1:pt x="1010" y="519"/>
                  <ns1:pt x="892" y="527"/>
                  <ns1:pt x="775" y="541"/>
                </ns1:cubicBezTo>
                <ns1:cubicBezTo>
                  <ns1:pt x="863" y="394"/>
                  <ns1:pt x="980" y="260"/>
                  <ns1:pt x="1124" y="143"/>
                </ns1:cubicBezTo>
                <ns1:close/>
                <ns1:moveTo>
                  <ns1:pt x="1513" y="478"/>
                </ns1:moveTo>
                <ns1:cubicBezTo>
                  <ns1:pt x="1498" y="494"/>
                  <ns1:pt x="1486" y="512"/>
                  <ns1:pt x="1478" y="533"/>
                </ns1:cubicBezTo>
                <ns1:cubicBezTo>
                  <ns1:pt x="1386" y="524"/>
                  <ns1:pt x="1293" y="519"/>
                  <ns1:pt x="1200" y="518"/>
                </ns1:cubicBezTo>
                <ns1:cubicBezTo>
                  <ns1:pt x="1200" y="143"/>
                  <ns1:pt x="1200" y="143"/>
                  <ns1:pt x="1200" y="143"/>
                </ns1:cubicBezTo>
                <ns1:cubicBezTo>
                  <ns1:pt x="1201" y="143"/>
                  <ns1:pt x="1202" y="143"/>
                  <ns1:pt x="1204" y="143"/>
                </ns1:cubicBezTo>
                <ns1:cubicBezTo>
                  <ns1:pt x="1327" y="243"/>
                  <ns1:pt x="1431" y="356"/>
                  <ns1:pt x="1513" y="478"/>
                </ns1:cubicBezTo>
                <ns1:close/>
                <ns1:moveTo>
                  <ns1:pt x="1200" y="610"/>
                </ns1:moveTo>
                <ns1:cubicBezTo>
                  <ns1:pt x="1289" y="611"/>
                  <ns1:pt x="1379" y="616"/>
                  <ns1:pt x="1467" y="624"/>
                </ns1:cubicBezTo>
                <ns1:cubicBezTo>
                  <ns1:pt x="1480" y="708"/>
                  <ns1:pt x="1553" y="773"/>
                  <ns1:pt x="1640" y="773"/>
                </ns1:cubicBezTo>
                <ns1:cubicBezTo>
                  <ns1:pt x="1647" y="773"/>
                  <ns1:pt x="1654" y="772"/>
                  <ns1:pt x="1661" y="772"/>
                </ns1:cubicBezTo>
                <ns1:cubicBezTo>
                  <ns1:pt x="1702" y="887"/>
                  <ns1:pt x="1724" y="1007"/>
                  <ns1:pt x="1728" y="1129"/>
                </ns1:cubicBezTo>
                <ns1:cubicBezTo>
                  <ns1:pt x="1200" y="1129"/>
                  <ns1:pt x="1200" y="1129"/>
                  <ns1:pt x="1200" y="1129"/>
                </ns1:cubicBezTo>
                <ns1:lnTo>
                  <ns1:pt x="1200" y="610"/>
                </ns1:lnTo>
                <ns1:close/>
                <ns1:moveTo>
                  <ns1:pt x="1720" y="598"/>
                </ns1:moveTo>
                <ns1:cubicBezTo>
                  <ns1:pt x="1720" y="642"/>
                  <ns1:pt x="1684" y="678"/>
                  <ns1:pt x="1640" y="678"/>
                </ns1:cubicBezTo>
                <ns1:cubicBezTo>
                  <ns1:pt x="1596" y="678"/>
                  <ns1:pt x="1560" y="642"/>
                  <ns1:pt x="1560" y="598"/>
                </ns1:cubicBezTo>
                <ns1:cubicBezTo>
                  <ns1:pt x="1560" y="554"/>
                  <ns1:pt x="1596" y="518"/>
                  <ns1:pt x="1640" y="518"/>
                </ns1:cubicBezTo>
                <ns1:cubicBezTo>
                  <ns1:pt x="1684" y="518"/>
                  <ns1:pt x="1720" y="554"/>
                  <ns1:pt x="1720" y="598"/>
                </ns1:cubicBezTo>
                <ns1:close/>
                <ns1:moveTo>
                  <ns1:pt x="1128" y="610"/>
                </ns1:moveTo>
                <ns1:cubicBezTo>
                  <ns1:pt x="1128" y="1129"/>
                  <ns1:pt x="1128" y="1129"/>
                  <ns1:pt x="1128" y="1129"/>
                </ns1:cubicBezTo>
                <ns1:cubicBezTo>
                  <ns1:pt x="731" y="1129"/>
                  <ns1:pt x="731" y="1129"/>
                  <ns1:pt x="731" y="1129"/>
                </ns1:cubicBezTo>
                <ns1:cubicBezTo>
                  <ns1:pt x="719" y="1066"/>
                  <ns1:pt x="672" y="1015"/>
                  <ns1:pt x="611" y="997"/>
                </ns1:cubicBezTo>
                <ns1:cubicBezTo>
                  <ns1:pt x="629" y="874"/>
                  <ns1:pt x="666" y="755"/>
                  <ns1:pt x="722" y="641"/>
                </ns1:cubicBezTo>
                <ns1:cubicBezTo>
                  <ns1:pt x="856" y="622"/>
                  <ns1:pt x="992" y="612"/>
                  <ns1:pt x="1128" y="610"/>
                </ns1:cubicBezTo>
                <ns1:close/>
                <ns1:moveTo>
                  <ns1:pt x="640" y="1164"/>
                </ns1:moveTo>
                <ns1:cubicBezTo>
                  <ns1:pt x="640" y="1208"/>
                  <ns1:pt x="604" y="1244"/>
                  <ns1:pt x="560" y="1244"/>
                </ns1:cubicBezTo>
                <ns1:cubicBezTo>
                  <ns1:pt x="516" y="1244"/>
                  <ns1:pt x="480" y="1208"/>
                  <ns1:pt x="480" y="1164"/>
                </ns1:cubicBezTo>
                <ns1:cubicBezTo>
                  <ns1:pt x="480" y="1120"/>
                  <ns1:pt x="516" y="1084"/>
                  <ns1:pt x="560" y="1084"/>
                </ns1:cubicBezTo>
                <ns1:cubicBezTo>
                  <ns1:pt x="604" y="1084"/>
                  <ns1:pt x="640" y="1120"/>
                  <ns1:pt x="640" y="1164"/>
                </ns1:cubicBezTo>
                <ns1:close/>
                <ns1:moveTo>
                  <ns1:pt x="143" y="1199"/>
                </ns1:moveTo>
                <ns1:cubicBezTo>
                  <ns1:pt x="388" y="1199"/>
                  <ns1:pt x="388" y="1199"/>
                  <ns1:pt x="388" y="1199"/>
                </ns1:cubicBezTo>
                <ns1:cubicBezTo>
                  <ns1:pt x="403" y="1270"/>
                  <ns1:pt x="460" y="1325"/>
                  <ns1:pt x="532" y="1337"/>
                </ns1:cubicBezTo>
                <ns1:cubicBezTo>
                  <ns1:pt x="548" y="1451"/>
                  <ns1:pt x="580" y="1563"/>
                  <ns1:pt x="627" y="1672"/>
                </ns1:cubicBezTo>
                <ns1:cubicBezTo>
                  <ns1:pt x="493" y="1649"/>
                  <ns1:pt x="360" y="1617"/>
                  <ns1:pt x="229" y="1577"/>
                </ns1:cubicBezTo>
                <ns1:cubicBezTo>
                  <ns1:pt x="177" y="1459"/>
                  <ns1:pt x="147" y="1331"/>
                  <ns1:pt x="143" y="1199"/>
                </ns1:cubicBezTo>
                <ns1:close/>
                <ns1:moveTo>
                  <ns1:pt x="611" y="1331"/>
                </ns1:moveTo>
                <ns1:cubicBezTo>
                  <ns1:pt x="672" y="1312"/>
                  <ns1:pt x="719" y="1262"/>
                  <ns1:pt x="731" y="1199"/>
                </ns1:cubicBezTo>
                <ns1:cubicBezTo>
                  <ns1:pt x="1128" y="1199"/>
                  <ns1:pt x="1128" y="1199"/>
                  <ns1:pt x="1128" y="1199"/>
                </ns1:cubicBezTo>
                <ns1:cubicBezTo>
                  <ns1:pt x="1128" y="1592"/>
                  <ns1:pt x="1128" y="1592"/>
                  <ns1:pt x="1128" y="1592"/>
                </ns1:cubicBezTo>
                <ns1:cubicBezTo>
                  <ns1:pt x="1065" y="1605"/>
                  <ns1:pt x="1015" y="1652"/>
                  <ns1:pt x="996" y="1713"/>
                </ns1:cubicBezTo>
                <ns1:cubicBezTo>
                  <ns1:pt x="904" y="1708"/>
                  <ns1:pt x="813" y="1700"/>
                  <ns1:pt x="722" y="1687"/>
                </ns1:cubicBezTo>
                <ns1:cubicBezTo>
                  <ns1:pt x="666" y="1572"/>
                  <ns1:pt x="629" y="1453"/>
                  <ns1:pt x="611" y="1331"/>
                </ns1:cubicBezTo>
                <ns1:close/>
                <ns1:moveTo>
                  <ns1:pt x="1244" y="1764"/>
                </ns1:moveTo>
                <ns1:cubicBezTo>
                  <ns1:pt x="1244" y="1808"/>
                  <ns1:pt x="1208" y="1844"/>
                  <ns1:pt x="1164" y="1844"/>
                </ns1:cubicBezTo>
                <ns1:cubicBezTo>
                  <ns1:pt x="1120" y="1844"/>
                  <ns1:pt x="1084" y="1808"/>
                  <ns1:pt x="1084" y="1764"/>
                </ns1:cubicBezTo>
                <ns1:cubicBezTo>
                  <ns1:pt x="1084" y="1720"/>
                  <ns1:pt x="1120" y="1684"/>
                  <ns1:pt x="1164" y="1684"/>
                </ns1:cubicBezTo>
                <ns1:cubicBezTo>
                  <ns1:pt x="1208" y="1684"/>
                  <ns1:pt x="1244" y="1720"/>
                  <ns1:pt x="1244" y="1764"/>
                </ns1:cubicBezTo>
                <ns1:close/>
                <ns1:moveTo>
                  <ns1:pt x="1331" y="1713"/>
                </ns1:moveTo>
                <ns1:cubicBezTo>
                  <ns1:pt x="1313" y="1652"/>
                  <ns1:pt x="1262" y="1605"/>
                  <ns1:pt x="1200" y="1592"/>
                </ns1:cubicBezTo>
                <ns1:cubicBezTo>
                  <ns1:pt x="1200" y="1199"/>
                  <ns1:pt x="1200" y="1199"/>
                  <ns1:pt x="1200" y="1199"/>
                </ns1:cubicBezTo>
                <ns1:cubicBezTo>
                  <ns1:pt x="1728" y="1199"/>
                  <ns1:pt x="1728" y="1199"/>
                  <ns1:pt x="1728" y="1199"/>
                </ns1:cubicBezTo>
                <ns1:cubicBezTo>
                  <ns1:pt x="1723" y="1367"/>
                  <ns1:pt x="1682" y="1531"/>
                  <ns1:pt x="1606" y="1687"/>
                </ns1:cubicBezTo>
                <ns1:cubicBezTo>
                  <ns1:pt x="1515" y="1700"/>
                  <ns1:pt x="1424" y="1708"/>
                  <ns1:pt x="1331" y="1713"/>
                </ns1:cubicBezTo>
                <ns1:close/>
                <ns1:moveTo>
                  <ns1:pt x="1807" y="1129"/>
                </ns1:moveTo>
                <ns1:cubicBezTo>
                  <ns1:pt x="1803" y="997"/>
                  <ns1:pt x="1779" y="869"/>
                  <ns1:pt x="1736" y="745"/>
                </ns1:cubicBezTo>
                <ns1:cubicBezTo>
                  <ns1:pt x="1762" y="727"/>
                  <ns1:pt x="1784" y="703"/>
                  <ns1:pt x="1798" y="674"/>
                </ns1:cubicBezTo>
                <ns1:cubicBezTo>
                  <ns1:pt x="1900" y="694"/>
                  <ns1:pt x="2000" y="720"/>
                  <ns1:pt x="2099" y="751"/>
                </ns1:cubicBezTo>
                <ns1:cubicBezTo>
                  <ns1:pt x="2151" y="869"/>
                  <ns1:pt x="2181" y="996"/>
                  <ns1:pt x="2185" y="1129"/>
                </ns1:cubicBezTo>
                <ns1:lnTo>
                  <ns1:pt x="1807" y="1129"/>
                </ns1:lnTo>
                <ns1:close/>
                <ns1:moveTo>
                  <ns1:pt x="441" y="441"/>
                </ns1:moveTo>
                <ns1:cubicBezTo>
                  <ns1:pt x="592" y="291"/>
                  <ns1:pt x="781" y="193"/>
                  <ns1:pt x="987" y="157"/>
                </ns1:cubicBezTo>
                <ns1:cubicBezTo>
                  <ns1:pt x="865" y="271"/>
                  <ns1:pt x="765" y="397"/>
                  <ns1:pt x="688" y="534"/>
                </ns1:cubicBezTo>
                <ns1:cubicBezTo>
                  <ns1:pt x="684" y="541"/>
                  <ns1:pt x="680" y="547"/>
                  <ns1:pt x="677" y="554"/>
                </ns1:cubicBezTo>
                <ns1:cubicBezTo>
                  <ns1:pt x="546" y="574"/>
                  <ns1:pt x="416" y="602"/>
                  <ns1:pt x="288" y="637"/>
                </ns1:cubicBezTo>
                <ns1:cubicBezTo>
                  <ns1:pt x="330" y="567"/>
                  <ns1:pt x="382" y="501"/>
                  <ns1:pt x="441" y="441"/>
                </ns1:cubicBezTo>
                <ns1:close/>
                <ns1:moveTo>
                  <ns1:pt x="288" y="1690"/>
                </ns1:moveTo>
                <ns1:cubicBezTo>
                  <ns1:pt x="416" y="1726"/>
                  <ns1:pt x="546" y="1754"/>
                  <ns1:pt x="677" y="1773"/>
                </ns1:cubicBezTo>
                <ns1:cubicBezTo>
                  <ns1:pt x="680" y="1780"/>
                  <ns1:pt x="684" y="1787"/>
                  <ns1:pt x="688" y="1794"/>
                </ns1:cubicBezTo>
                <ns1:cubicBezTo>
                  <ns1:pt x="765" y="1931"/>
                  <ns1:pt x="865" y="2057"/>
                  <ns1:pt x="987" y="2170"/>
                </ns1:cubicBezTo>
                <ns1:cubicBezTo>
                  <ns1:pt x="781" y="2134"/>
                  <ns1:pt x="592" y="2037"/>
                  <ns1:pt x="441" y="1886"/>
                </ns1:cubicBezTo>
                <ns1:cubicBezTo>
                  <ns1:pt x="382" y="1827"/>
                  <ns1:pt x="330" y="1761"/>
                  <ns1:pt x="288" y="1690"/>
                </ns1:cubicBezTo>
                <ns1:close/>
                <ns1:moveTo>
                  <ns1:pt x="1886" y="1886"/>
                </ns1:moveTo>
                <ns1:cubicBezTo>
                  <ns1:pt x="1736" y="2037"/>
                  <ns1:pt x="1547" y="2135"/>
                  <ns1:pt x="1341" y="2170"/>
                </ns1:cubicBezTo>
                <ns1:cubicBezTo>
                  <ns1:pt x="1463" y="2057"/>
                  <ns1:pt x="1563" y="1931"/>
                  <ns1:pt x="1640" y="1794"/>
                </ns1:cubicBezTo>
                <ns1:cubicBezTo>
                  <ns1:pt x="1644" y="1787"/>
                  <ns1:pt x="1647" y="1780"/>
                  <ns1:pt x="1651" y="1773"/>
                </ns1:cubicBezTo>
                <ns1:cubicBezTo>
                  <ns1:pt x="1782" y="1754"/>
                  <ns1:pt x="1912" y="1726"/>
                  <ns1:pt x="2040" y="1690"/>
                </ns1:cubicBezTo>
                <ns1:cubicBezTo>
                  <ns1:pt x="1998" y="1761"/>
                  <ns1:pt x="1946" y="1827"/>
                  <ns1:pt x="1886" y="1886"/>
                </ns1:cubicBezTo>
                <ns1:close/>
              </ns1:path>
            </ns1:pathLst>
          </ns1:custGeom>
          <ns1:solidFill>
            <ns1:schemeClr val="tx1"/>
          </ns1:solidFill>
          <ns1:ln>
            <ns1:noFill/>
          </ns1:ln>
        </ns0:spPr>
        <ns0:txBody>
          <ns1:bodyPr vert="horz" wrap="square" lIns="91440" tIns="45720" rIns="91440" bIns="45720" numCol="1" anchor="t" anchorCtr="0" compatLnSpc="1">
            <ns1:prstTxWarp prst="textNoShape">
              <ns1:avLst/>
            </ns1:prstTxWarp>
          </ns1:bodyPr>
          <ns1:lstStyle/>
          <ns1:p>
            <ns1:endParaRPr lang="id-ID" sz="2700"/>
          </ns1:p>
        </ns0:txBody>
      </ns0:sp>
      <ns0:sp>
        <ns0:nvSpPr>
          <ns0:cNvPr id="205" name="Freeform 5"/>
          <ns0:cNvSpPr>
            <ns1:spLocks noEditPoints="1"/>
          </ns0:cNvSpPr>
          <ns0:nvPr/>
        </ns0:nvSpPr>
        <ns0:spPr bwMode="auto">
          <ns1:xfrm>
            <ns1:off x="10229007" y="2872646"/>
            <ns1:ext cx="440054" cy="396669"/>
          </ns1:xfrm>
          <ns1:custGeom>
            <ns1:avLst/>
            <ns1:gdLst>
              <ns1:gd name="T0" fmla="*/ 429 w 568"/>
              <ns1:gd name="T1" fmla="*/ 0 h 512"/>
              <ns1:gd name="T2" fmla="*/ 0 w 568"/>
              <ns1:gd name="T3" fmla="*/ 171 h 512"/>
              <ns1:gd name="T4" fmla="*/ 568 w 568"/>
              <ns1:gd name="T5" fmla="*/ 171 h 512"/>
              <ns1:gd name="T6" fmla="*/ 188 w 568"/>
              <ns1:gd name="T7" fmla="*/ 213 h 512"/>
              <ns1:gd name="T8" fmla="*/ 288 w 568"/>
              <ns1:gd name="T9" fmla="*/ 454 h 512"/>
              <ns1:gd name="T10" fmla="*/ 182 w 568"/>
              <ns1:gd name="T11" fmla="*/ 197 h 512"/>
              <ns1:gd name="T12" fmla="*/ 223 w 568"/>
              <ns1:gd name="T13" fmla="*/ 127 h 512"/>
              <ns1:gd name="T14" fmla="*/ 182 w 568"/>
              <ns1:gd name="T15" fmla="*/ 197 h 512"/>
              <ns1:gd name="T16" fmla="*/ 348 w 568"/>
              <ns1:gd name="T17" fmla="*/ 127 h 512"/>
              <ns1:gd name="T18" fmla="*/ 389 w 568"/>
              <ns1:gd name="T19" fmla="*/ 197 h 512"/>
              <ns1:gd name="T20" fmla="*/ 323 w 568"/>
              <ns1:gd name="T21" fmla="*/ 412 h 512"/>
              <ns1:gd name="T22" fmla="*/ 510 w 568"/>
              <ns1:gd name="T23" fmla="*/ 188 h 512"/>
              <ns1:gd name="T24" fmla="*/ 406 w 568"/>
              <ns1:gd name="T25" fmla="*/ 194 h 512"/>
              <ns1:gd name="T26" fmla="*/ 448 w 568"/>
              <ns1:gd name="T27" fmla="*/ 124 h 512"/>
              <ns1:gd name="T28" fmla="*/ 406 w 568"/>
              <ns1:gd name="T29" fmla="*/ 194 h 512"/>
              <ns1:gd name="T30" fmla="*/ 472 w 568"/>
              <ns1:gd name="T31" fmla="*/ 179 h 512"/>
              <ns1:gd name="T32" fmla="*/ 464 w 568"/>
              <ns1:gd name="T33" fmla="*/ 97 h 512"/>
              <ns1:gd name="T34" fmla="*/ 460 w 568"/>
              <ns1:gd name="T35" fmla="*/ 92 h 512"/>
              <ns1:gd name="T36" fmla="*/ 438 w 568"/>
              <ns1:gd name="T37" fmla="*/ 66 h 512"/>
              <ns1:gd name="T38" fmla="*/ 428 w 568"/>
              <ns1:gd name="T39" fmla="*/ 52 h 512"/>
              <ns1:gd name="T40" fmla="*/ 409 w 568"/>
              <ns1:gd name="T41" fmla="*/ 176 h 512"/>
              <ns1:gd name="T42" fmla="*/ 428 w 568"/>
              <ns1:gd name="T43" fmla="*/ 52 h 512"/>
              <ns1:gd name="T44" fmla="*/ 352 w 568"/>
              <ns1:gd name="T45" fmla="*/ 121 h 512"/>
              <ns1:gd name="T46" fmla="*/ 391 w 568"/>
              <ns1:gd name="T47" fmla="*/ 184 h 512"/>
              <ns1:gd name="T48" fmla="*/ 348 w 568"/>
              <ns1:gd name="T49" fmla="*/ 114 h 512"/>
              <ns1:gd name="T50" fmla="*/ 407 w 568"/>
              <ns1:gd name="T51" fmla="*/ 34 h 512"/>
              <ns1:gd name="T52" fmla="*/ 344 w 568"/>
              <ns1:gd name="T53" fmla="*/ 120 h 512"/>
              <ns1:gd name="T54" fmla="*/ 281 w 568"/>
              <ns1:gd name="T55" fmla="*/ 197 h 512"/>
              <ns1:gd name="T56" fmla="*/ 279 w 568"/>
              <ns1:gd name="T57" fmla="*/ 34 h 512"/>
              <ns1:gd name="T58" fmla="*/ 271 w 568"/>
              <ns1:gd name="T59" fmla="*/ 34 h 512"/>
              <ns1:gd name="T60" fmla="*/ 164 w 568"/>
              <ns1:gd name="T61" fmla="*/ 34 h 512"/>
              <ns1:gd name="T62" fmla="*/ 219 w 568"/>
              <ns1:gd name="T63" fmla="*/ 122 h 512"/>
              <ns1:gd name="T64" fmla="*/ 162 w 568"/>
              <ns1:gd name="T65" fmla="*/ 43 h 512"/>
              <ns1:gd name="T66" fmla="*/ 140 w 568"/>
              <ns1:gd name="T67" fmla="*/ 52 h 512"/>
              <ns1:gd name="T68" fmla="*/ 164 w 568"/>
              <ns1:gd name="T69" fmla="*/ 184 h 512"/>
              <ns1:gd name="T70" fmla="*/ 140 w 568"/>
              <ns1:gd name="T71" fmla="*/ 52 h 512"/>
              <ns1:gd name="T72" fmla="*/ 103 w 568"/>
              <ns1:gd name="T73" fmla="*/ 181 h 512"/>
              <ns1:gd name="T74" fmla="*/ 162 w 568"/>
              <ns1:gd name="T75" fmla="*/ 194 h 512"/>
              <ns1:gd name="T76" fmla="*/ 117 w 568"/>
              <ns1:gd name="T77" fmla="*/ 107 h 512"/>
              <ns1:gd name="T78" fmla="*/ 129 w 568"/>
              <ns1:gd name="T79" fmla="*/ 66 h 512"/>
              <ns1:gd name="T80" fmla="*/ 115 w 568"/>
              <ns1:gd name="T81" fmla="*/ 116 h 512"/>
              <ns1:gd name="T82" fmla="*/ 46 w 568"/>
              <ns1:gd name="T83" fmla="*/ 168 h 512"/>
              <ns1:gd name="T84" fmla="*/ 58 w 568"/>
              <ns1:gd name="T85" fmla="*/ 188 h 512"/>
              <ns1:gd name="T86" fmla="*/ 252 w 568"/>
              <ns1:gd name="T87" fmla="*/ 420 h 512"/>
            </ns1:gdLst>
            <ns1:ahLst/>
            <ns1:cxnLst>
              <ns1:cxn ang="0">
                <ns1:pos x="T0" y="T1"/>
              </ns1:cxn>
              <ns1:cxn ang="0">
                <ns1:pos x="T2" y="T3"/>
              </ns1:cxn>
              <ns1:cxn ang="0">
                <ns1:pos x="T4" y="T5"/>
              </ns1:cxn>
              <ns1:cxn ang="0">
                <ns1:pos x="T6" y="T7"/>
              </ns1:cxn>
              <ns1:cxn ang="0">
                <ns1:pos x="T8" y="T9"/>
              </ns1:cxn>
              <ns1:cxn ang="0">
                <ns1:pos x="T10" y="T11"/>
              </ns1:cxn>
              <ns1:cxn ang="0">
                <ns1:pos x="T12" y="T13"/>
              </ns1:cxn>
              <ns1:cxn ang="0">
                <ns1:pos x="T14" y="T15"/>
              </ns1:cxn>
              <ns1:cxn ang="0">
                <ns1:pos x="T16" y="T17"/>
              </ns1:cxn>
              <ns1:cxn ang="0">
                <ns1:pos x="T18" y="T19"/>
              </ns1:cxn>
              <ns1:cxn ang="0">
                <ns1:pos x="T20" y="T21"/>
              </ns1:cxn>
              <ns1:cxn ang="0">
                <ns1:pos x="T22" y="T23"/>
              </ns1:cxn>
              <ns1:cxn ang="0">
                <ns1:pos x="T24" y="T25"/>
              </ns1:cxn>
              <ns1:cxn ang="0">
                <ns1:pos x="T26" y="T27"/>
              </ns1:cxn>
              <ns1:cxn ang="0">
                <ns1:pos x="T28" y="T29"/>
              </ns1:cxn>
              <ns1:cxn ang="0">
                <ns1:pos x="T30" y="T31"/>
              </ns1:cxn>
              <ns1:cxn ang="0">
                <ns1:pos x="T32" y="T33"/>
              </ns1:cxn>
              <ns1:cxn ang="0">
                <ns1:pos x="T34" y="T35"/>
              </ns1:cxn>
              <ns1:cxn ang="0">
                <ns1:pos x="T36" y="T37"/>
              </ns1:cxn>
              <ns1:cxn ang="0">
                <ns1:pos x="T38" y="T39"/>
              </ns1:cxn>
              <ns1:cxn ang="0">
                <ns1:pos x="T40" y="T41"/>
              </ns1:cxn>
              <ns1:cxn ang="0">
                <ns1:pos x="T42" y="T43"/>
              </ns1:cxn>
              <ns1:cxn ang="0">
                <ns1:pos x="T44" y="T45"/>
              </ns1:cxn>
              <ns1:cxn ang="0">
                <ns1:pos x="T46" y="T47"/>
              </ns1:cxn>
              <ns1:cxn ang="0">
                <ns1:pos x="T48" y="T49"/>
              </ns1:cxn>
              <ns1:cxn ang="0">
                <ns1:pos x="T50" y="T51"/>
              </ns1:cxn>
              <ns1:cxn ang="0">
                <ns1:pos x="T52" y="T53"/>
              </ns1:cxn>
              <ns1:cxn ang="0">
                <ns1:pos x="T54" y="T55"/>
              </ns1:cxn>
              <ns1:cxn ang="0">
                <ns1:pos x="T56" y="T57"/>
              </ns1:cxn>
              <ns1:cxn ang="0">
                <ns1:pos x="T58" y="T59"/>
              </ns1:cxn>
              <ns1:cxn ang="0">
                <ns1:pos x="T60" y="T61"/>
              </ns1:cxn>
              <ns1:cxn ang="0">
                <ns1:pos x="T62" y="T63"/>
              </ns1:cxn>
              <ns1:cxn ang="0">
                <ns1:pos x="T64" y="T65"/>
              </ns1:cxn>
              <ns1:cxn ang="0">
                <ns1:pos x="T66" y="T67"/>
              </ns1:cxn>
              <ns1:cxn ang="0">
                <ns1:pos x="T68" y="T69"/>
              </ns1:cxn>
              <ns1:cxn ang="0">
                <ns1:pos x="T70" y="T71"/>
              </ns1:cxn>
              <ns1:cxn ang="0">
                <ns1:pos x="T72" y="T73"/>
              </ns1:cxn>
              <ns1:cxn ang="0">
                <ns1:pos x="T74" y="T75"/>
              </ns1:cxn>
              <ns1:cxn ang="0">
                <ns1:pos x="T76" y="T77"/>
              </ns1:cxn>
              <ns1:cxn ang="0">
                <ns1:pos x="T78" y="T79"/>
              </ns1:cxn>
              <ns1:cxn ang="0">
                <ns1:pos x="T80" y="T81"/>
              </ns1:cxn>
              <ns1:cxn ang="0">
                <ns1:pos x="T82" y="T83"/>
              </ns1:cxn>
              <ns1:cxn ang="0">
                <ns1:pos x="T84" y="T85"/>
              </ns1:cxn>
              <ns1:cxn ang="0">
                <ns1:pos x="T86" y="T87"/>
              </ns1:cxn>
            </ns1:cxnLst>
            <ns1:rect l="0" t="0" r="r" b="b"/>
            <ns1:pathLst>
              <ns1:path w="568" h="512">
                <ns1:moveTo>
                  <ns1:pt x="568" y="171"/>
                </ns1:moveTo>
                <ns1:lnTo>
                  <ns1:pt x="429" y="0"/>
                </ns1:lnTo>
                <ns1:lnTo>
                  <ns1:pt x="139" y="0"/>
                </ns1:lnTo>
                <ns1:lnTo>
                  <ns1:pt x="0" y="171"/>
                </ns1:lnTo>
                <ns1:lnTo>
                  <ns1:pt x="284" y="512"/>
                </ns1:lnTo>
                <ns1:lnTo>
                  <ns1:pt x="568" y="171"/>
                </ns1:lnTo>
                <ns1:close/>
                <ns1:moveTo>
                  <ns1:pt x="285" y="458"/>
                </ns1:moveTo>
                <ns1:lnTo>
                  <ns1:pt x="188" y="213"/>
                </ns1:lnTo>
                <ns1:lnTo>
                  <ns1:pt x="384" y="213"/>
                </ns1:lnTo>
                <ns1:lnTo>
                  <ns1:pt x="288" y="454"/>
                </ns1:lnTo>
                <ns1:lnTo>
                  <ns1:pt x="285" y="458"/>
                </ns1:lnTo>
                <ns1:close/>
                <ns1:moveTo>
                  <ns1:pt x="182" y="197"/>
                </ns1:moveTo>
                <ns1:lnTo>
                  <ns1:pt x="182" y="195"/>
                </ns1:lnTo>
                <ns1:lnTo>
                  <ns1:pt x="223" y="127"/>
                </ns1:lnTo>
                <ns1:lnTo>
                  <ns1:pt x="273" y="197"/>
                </ns1:lnTo>
                <ns1:lnTo>
                  <ns1:pt x="182" y="197"/>
                </ns1:lnTo>
                <ns1:close/>
                <ns1:moveTo>
                  <ns1:pt x="296" y="197"/>
                </ns1:moveTo>
                <ns1:lnTo>
                  <ns1:pt x="348" y="127"/>
                </ns1:lnTo>
                <ns1:lnTo>
                  <ns1:pt x="389" y="195"/>
                </ns1:lnTo>
                <ns1:lnTo>
                  <ns1:pt x="389" y="197"/>
                </ns1:lnTo>
                <ns1:lnTo>
                  <ns1:pt x="296" y="197"/>
                </ns1:lnTo>
                <ns1:close/>
                <ns1:moveTo>
                  <ns1:pt x="323" y="412"/>
                </ns1:moveTo>
                <ns1:lnTo>
                  <ns1:pt x="403" y="212"/>
                </ns1:lnTo>
                <ns1:lnTo>
                  <ns1:pt x="510" y="188"/>
                </ns1:lnTo>
                <ns1:lnTo>
                  <ns1:pt x="323" y="412"/>
                </ns1:lnTo>
                <ns1:close/>
                <ns1:moveTo>
                  <ns1:pt x="406" y="194"/>
                </ns1:moveTo>
                <ns1:lnTo>
                  <ns1:pt x="406" y="193"/>
                </ns1:lnTo>
                <ns1:lnTo>
                  <ns1:pt x="448" y="124"/>
                </ns1:lnTo>
                <ns1:lnTo>
                  <ns1:pt x="465" y="181"/>
                </ns1:lnTo>
                <ns1:lnTo>
                  <ns1:pt x="406" y="194"/>
                </ns1:lnTo>
                <ns1:close/>
                <ns1:moveTo>
                  <ns1:pt x="522" y="168"/>
                </ns1:moveTo>
                <ns1:lnTo>
                  <ns1:pt x="472" y="179"/>
                </ns1:lnTo>
                <ns1:lnTo>
                  <ns1:pt x="453" y="116"/>
                </ns1:lnTo>
                <ns1:lnTo>
                  <ns1:pt x="464" y="97"/>
                </ns1:lnTo>
                <ns1:lnTo>
                  <ns1:pt x="522" y="168"/>
                </ns1:lnTo>
                <ns1:close/>
                <ns1:moveTo>
                  <ns1:pt x="460" y="92"/>
                </ns1:moveTo>
                <ns1:lnTo>
                  <ns1:pt x="450" y="107"/>
                </ns1:lnTo>
                <ns1:lnTo>
                  <ns1:pt x="438" y="66"/>
                </ns1:lnTo>
                <ns1:lnTo>
                  <ns1:pt x="460" y="92"/>
                </ns1:lnTo>
                <ns1:close/>
                <ns1:moveTo>
                  <ns1:pt x="428" y="52"/>
                </ns1:moveTo>
                <ns1:lnTo>
                  <ns1:pt x="446" y="115"/>
                </ns1:lnTo>
                <ns1:lnTo>
                  <ns1:pt x="409" y="176"/>
                </ns1:lnTo>
                <ns1:lnTo>
                  <ns1:pt x="426" y="50"/>
                </ns1:lnTo>
                <ns1:lnTo>
                  <ns1:pt x="428" y="52"/>
                </ns1:lnTo>
                <ns1:close/>
                <ns1:moveTo>
                  <ns1:pt x="391" y="184"/>
                </ns1:moveTo>
                <ns1:lnTo>
                  <ns1:pt x="352" y="121"/>
                </ns1:lnTo>
                <ns1:lnTo>
                  <ns1:pt x="410" y="43"/>
                </ns1:lnTo>
                <ns1:lnTo>
                  <ns1:pt x="391" y="184"/>
                </ns1:lnTo>
                <ns1:close/>
                <ns1:moveTo>
                  <ns1:pt x="407" y="34"/>
                </ns1:moveTo>
                <ns1:lnTo>
                  <ns1:pt x="348" y="114"/>
                </ns1:lnTo>
                <ns1:lnTo>
                  <ns1:pt x="299" y="34"/>
                </ns1:lnTo>
                <ns1:lnTo>
                  <ns1:pt x="407" y="34"/>
                </ns1:lnTo>
                <ns1:close/>
                <ns1:moveTo>
                  <ns1:pt x="291" y="34"/>
                </ns1:moveTo>
                <ns1:lnTo>
                  <ns1:pt x="344" y="120"/>
                </ns1:lnTo>
                <ns1:lnTo>
                  <ns1:pt x="287" y="197"/>
                </ns1:lnTo>
                <ns1:lnTo>
                  <ns1:pt x="281" y="197"/>
                </ns1:lnTo>
                <ns1:lnTo>
                  <ns1:pt x="227" y="121"/>
                </ns1:lnTo>
                <ns1:lnTo>
                  <ns1:pt x="279" y="34"/>
                </ns1:lnTo>
                <ns1:lnTo>
                  <ns1:pt x="291" y="34"/>
                </ns1:lnTo>
                <ns1:close/>
                <ns1:moveTo>
                  <ns1:pt x="271" y="34"/>
                </ns1:moveTo>
                <ns1:lnTo>
                  <ns1:pt x="222" y="115"/>
                </ns1:lnTo>
                <ns1:lnTo>
                  <ns1:pt x="164" y="34"/>
                </ns1:lnTo>
                <ns1:lnTo>
                  <ns1:pt x="271" y="34"/>
                </ns1:lnTo>
                <ns1:close/>
                <ns1:moveTo>
                  <ns1:pt x="219" y="122"/>
                </ns1:moveTo>
                <ns1:lnTo>
                  <ns1:pt x="181" y="184"/>
                </ns1:lnTo>
                <ns1:lnTo>
                  <ns1:pt x="162" y="43"/>
                </ns1:lnTo>
                <ns1:lnTo>
                  <ns1:pt x="219" y="122"/>
                </ns1:lnTo>
                <ns1:close/>
                <ns1:moveTo>
                  <ns1:pt x="140" y="52"/>
                </ns1:moveTo>
                <ns1:lnTo>
                  <ns1:pt x="145" y="46"/>
                </ns1:lnTo>
                <ns1:lnTo>
                  <ns1:pt x="164" y="184"/>
                </ns1:lnTo>
                <ns1:lnTo>
                  <ns1:pt x="122" y="115"/>
                </ns1:lnTo>
                <ns1:lnTo>
                  <ns1:pt x="140" y="52"/>
                </ns1:lnTo>
                <ns1:close/>
                <ns1:moveTo>
                  <ns1:pt x="162" y="194"/>
                </ns1:moveTo>
                <ns1:lnTo>
                  <ns1:pt x="103" y="181"/>
                </ns1:lnTo>
                <ns1:lnTo>
                  <ns1:pt x="119" y="124"/>
                </ns1:lnTo>
                <ns1:lnTo>
                  <ns1:pt x="162" y="194"/>
                </ns1:lnTo>
                <ns1:close/>
                <ns1:moveTo>
                  <ns1:pt x="129" y="66"/>
                </ns1:moveTo>
                <ns1:lnTo>
                  <ns1:pt x="117" y="107"/>
                </ns1:lnTo>
                <ns1:lnTo>
                  <ns1:pt x="108" y="92"/>
                </ns1:lnTo>
                <ns1:lnTo>
                  <ns1:pt x="129" y="66"/>
                </ns1:lnTo>
                <ns1:close/>
                <ns1:moveTo>
                  <ns1:pt x="104" y="98"/>
                </ns1:moveTo>
                <ns1:lnTo>
                  <ns1:pt x="115" y="116"/>
                </ns1:lnTo>
                <ns1:lnTo>
                  <ns1:pt x="96" y="179"/>
                </ns1:lnTo>
                <ns1:lnTo>
                  <ns1:pt x="46" y="168"/>
                </ns1:lnTo>
                <ns1:lnTo>
                  <ns1:pt x="104" y="98"/>
                </ns1:lnTo>
                <ns1:close/>
                <ns1:moveTo>
                  <ns1:pt x="58" y="188"/>
                </ns1:moveTo>
                <ns1:lnTo>
                  <ns1:pt x="169" y="213"/>
                </ns1:lnTo>
                <ns1:lnTo>
                  <ns1:pt x="252" y="420"/>
                </ns1:lnTo>
                <ns1:lnTo>
                  <ns1:pt x="58" y="188"/>
                </ns1:lnTo>
                <ns1:close/>
              </ns1:path>
            </ns1:pathLst>
          </ns1:custGeom>
          <ns1:solidFill>
            <ns1:schemeClr val="tx1"/>
          </ns1:solidFill>
          <ns1:ln>
            <ns1:noFill/>
          </ns1:ln>
        </ns0:spPr>
        <ns0:txBody>
          <ns1:bodyPr vert="horz" wrap="square" lIns="91440" tIns="45720" rIns="91440" bIns="45720" numCol="1" anchor="t" anchorCtr="0" compatLnSpc="1">
            <ns1:prstTxWarp prst="textNoShape">
              <ns1:avLst/>
            </ns1:prstTxWarp>
          </ns1:bodyPr>
          <ns1:lstStyle/>
          <ns1:p>
            <ns1:endParaRPr lang="id-ID" sz="2700">
              <ns1:solidFill>
                <ns1:schemeClr val="accent1"/>
              </ns1:solidFill>
            </ns1:endParaRPr>
          </ns1:p>
        </ns0:txBody>
      </ns0:sp>
      <ns0:sp>
        <ns0:nvSpPr>
          <ns0:cNvPr id="207" name="Freeform 9"/>
          <ns0:cNvSpPr>
            <ns1:spLocks noEditPoints="1"/>
          </ns0:cNvSpPr>
          <ns0:nvPr/>
        </ns0:nvSpPr>
        <ns0:spPr bwMode="auto">
          <ns1:xfrm>
            <ns1:off x="515525" y="2074083"/>
            <ns1:ext cx="339577" cy="281515"/>
          </ns1:xfrm>
          <ns1:custGeom>
            <ns1:avLst/>
            <ns1:gdLst>
              <ns1:gd name="T0" fmla="*/ 221 w 242"/>
              <ns1:gd name="T1" fmla="*/ 0 h 200"/>
              <ns1:gd name="T2" fmla="*/ 171 w 242"/>
              <ns1:gd name="T3" fmla="*/ 0 h 200"/>
              <ns1:gd name="T4" fmla="*/ 135 w 242"/>
              <ns1:gd name="T5" fmla="*/ 15 h 200"/>
              <ns1:gd name="T6" fmla="*/ 51 w 242"/>
              <ns1:gd name="T7" fmla="*/ 99 h 200"/>
              <ns1:gd name="T8" fmla="*/ 51 w 242"/>
              <ns1:gd name="T9" fmla="*/ 129 h 200"/>
              <ns1:gd name="T10" fmla="*/ 113 w 242"/>
              <ns1:gd name="T11" fmla="*/ 192 h 200"/>
              <ns1:gd name="T12" fmla="*/ 143 w 242"/>
              <ns1:gd name="T13" fmla="*/ 192 h 200"/>
              <ns1:gd name="T14" fmla="*/ 227 w 242"/>
              <ns1:gd name="T15" fmla="*/ 108 h 200"/>
              <ns1:gd name="T16" fmla="*/ 242 w 242"/>
              <ns1:gd name="T17" fmla="*/ 71 h 200"/>
              <ns1:gd name="T18" fmla="*/ 242 w 242"/>
              <ns1:gd name="T19" fmla="*/ 22 h 200"/>
              <ns1:gd name="T20" fmla="*/ 221 w 242"/>
              <ns1:gd name="T21" fmla="*/ 0 h 200"/>
              <ns1:gd name="T22" fmla="*/ 192 w 242"/>
              <ns1:gd name="T23" fmla="*/ 71 h 200"/>
              <ns1:gd name="T24" fmla="*/ 171 w 242"/>
              <ns1:gd name="T25" fmla="*/ 50 h 200"/>
              <ns1:gd name="T26" fmla="*/ 192 w 242"/>
              <ns1:gd name="T27" fmla="*/ 29 h 200"/>
              <ns1:gd name="T28" fmla="*/ 214 w 242"/>
              <ns1:gd name="T29" fmla="*/ 50 h 200"/>
              <ns1:gd name="T30" fmla="*/ 192 w 242"/>
              <ns1:gd name="T31" fmla="*/ 71 h 200"/>
              <ns1:gd name="T32" fmla="*/ 19 w 242"/>
              <ns1:gd name="T33" fmla="*/ 119 h 200"/>
              <ns1:gd name="T34" fmla="*/ 95 w 242"/>
              <ns1:gd name="T35" fmla="*/ 196 h 200"/>
              <ns1:gd name="T36" fmla="*/ 70 w 242"/>
              <ns1:gd name="T37" fmla="*/ 192 h 200"/>
              <ns1:gd name="T38" fmla="*/ 8 w 242"/>
              <ns1:gd name="T39" fmla="*/ 129 h 200"/>
              <ns1:gd name="T40" fmla="*/ 8 w 242"/>
              <ns1:gd name="T41" fmla="*/ 99 h 200"/>
              <ns1:gd name="T42" fmla="*/ 92 w 242"/>
              <ns1:gd name="T43" fmla="*/ 15 h 200"/>
              <ns1:gd name="T44" fmla="*/ 128 w 242"/>
              <ns1:gd name="T45" fmla="*/ 0 h 200"/>
              <ns1:gd name="T46" fmla="*/ 19 w 242"/>
              <ns1:gd name="T47" fmla="*/ 109 h 200"/>
              <ns1:gd name="T48" fmla="*/ 19 w 242"/>
              <ns1:gd name="T49" fmla="*/ 119 h 200"/>
            </ns1:gdLst>
            <ns1:ahLst/>
            <ns1:cxnLst>
              <ns1:cxn ang="0">
                <ns1:pos x="T0" y="T1"/>
              </ns1:cxn>
              <ns1:cxn ang="0">
                <ns1:pos x="T2" y="T3"/>
              </ns1:cxn>
              <ns1:cxn ang="0">
                <ns1:pos x="T4" y="T5"/>
              </ns1:cxn>
              <ns1:cxn ang="0">
                <ns1:pos x="T6" y="T7"/>
              </ns1:cxn>
              <ns1:cxn ang="0">
                <ns1:pos x="T8" y="T9"/>
              </ns1:cxn>
              <ns1:cxn ang="0">
                <ns1:pos x="T10" y="T11"/>
              </ns1:cxn>
              <ns1:cxn ang="0">
                <ns1:pos x="T12" y="T13"/>
              </ns1:cxn>
              <ns1:cxn ang="0">
                <ns1:pos x="T14" y="T15"/>
              </ns1:cxn>
              <ns1:cxn ang="0">
                <ns1:pos x="T16" y="T17"/>
              </ns1:cxn>
              <ns1:cxn ang="0">
                <ns1:pos x="T18" y="T19"/>
              </ns1:cxn>
              <ns1:cxn ang="0">
                <ns1:pos x="T20" y="T21"/>
              </ns1:cxn>
              <ns1:cxn ang="0">
                <ns1:pos x="T22" y="T23"/>
              </ns1:cxn>
              <ns1:cxn ang="0">
                <ns1:pos x="T24" y="T25"/>
              </ns1:cxn>
              <ns1:cxn ang="0">
                <ns1:pos x="T26" y="T27"/>
              </ns1:cxn>
              <ns1:cxn ang="0">
                <ns1:pos x="T28" y="T29"/>
              </ns1:cxn>
              <ns1:cxn ang="0">
                <ns1:pos x="T30" y="T31"/>
              </ns1:cxn>
              <ns1:cxn ang="0">
                <ns1:pos x="T32" y="T33"/>
              </ns1:cxn>
              <ns1:cxn ang="0">
                <ns1:pos x="T34" y="T35"/>
              </ns1:cxn>
              <ns1:cxn ang="0">
                <ns1:pos x="T36" y="T37"/>
              </ns1:cxn>
              <ns1:cxn ang="0">
                <ns1:pos x="T38" y="T39"/>
              </ns1:cxn>
              <ns1:cxn ang="0">
                <ns1:pos x="T40" y="T41"/>
              </ns1:cxn>
              <ns1:cxn ang="0">
                <ns1:pos x="T42" y="T43"/>
              </ns1:cxn>
              <ns1:cxn ang="0">
                <ns1:pos x="T44" y="T45"/>
              </ns1:cxn>
              <ns1:cxn ang="0">
                <ns1:pos x="T46" y="T47"/>
              </ns1:cxn>
              <ns1:cxn ang="0">
                <ns1:pos x="T48" y="T49"/>
              </ns1:cxn>
            </ns1:cxnLst>
            <ns1:rect l="0" t="0" r="r" b="b"/>
            <ns1:pathLst>
              <ns1:path w="242" h="200">
                <ns1:moveTo>
                  <ns1:pt x="221" y="0"/>
                </ns1:moveTo>
                <ns1:cubicBezTo>
                  <ns1:pt x="171" y="0"/>
                  <ns1:pt x="171" y="0"/>
                  <ns1:pt x="171" y="0"/>
                </ns1:cubicBezTo>
                <ns1:cubicBezTo>
                  <ns1:pt x="159" y="0"/>
                  <ns1:pt x="143" y="7"/>
                  <ns1:pt x="135" y="15"/>
                </ns1:cubicBezTo>
                <ns1:cubicBezTo>
                  <ns1:pt x="51" y="99"/>
                  <ns1:pt x="51" y="99"/>
                  <ns1:pt x="51" y="99"/>
                </ns1:cubicBezTo>
                <ns1:cubicBezTo>
                  <ns1:pt x="42" y="107"/>
                  <ns1:pt x="42" y="121"/>
                  <ns1:pt x="51" y="129"/>
                </ns1:cubicBezTo>
                <ns1:cubicBezTo>
                  <ns1:pt x="113" y="192"/>
                  <ns1:pt x="113" y="192"/>
                  <ns1:pt x="113" y="192"/>
                </ns1:cubicBezTo>
                <ns1:cubicBezTo>
                  <ns1:pt x="121" y="200"/>
                  <ns1:pt x="135" y="200"/>
                  <ns1:pt x="143" y="192"/>
                </ns1:cubicBezTo>
                <ns1:cubicBezTo>
                  <ns1:pt x="227" y="108"/>
                  <ns1:pt x="227" y="108"/>
                  <ns1:pt x="227" y="108"/>
                </ns1:cubicBezTo>
                <ns1:cubicBezTo>
                  <ns1:pt x="236" y="100"/>
                  <ns1:pt x="242" y="83"/>
                  <ns1:pt x="242" y="71"/>
                </ns1:cubicBezTo>
                <ns1:cubicBezTo>
                  <ns1:pt x="242" y="22"/>
                  <ns1:pt x="242" y="22"/>
                  <ns1:pt x="242" y="22"/>
                </ns1:cubicBezTo>
                <ns1:cubicBezTo>
                  <ns1:pt x="242" y="10"/>
                  <ns1:pt x="233" y="0"/>
                  <ns1:pt x="221" y="0"/>
                </ns1:cubicBezTo>
                <ns1:moveTo>
                  <ns1:pt x="192" y="71"/>
                </ns1:moveTo>
                <ns1:cubicBezTo>
                  <ns1:pt x="181" y="71"/>
                  <ns1:pt x="171" y="62"/>
                  <ns1:pt x="171" y="50"/>
                </ns1:cubicBezTo>
                <ns1:cubicBezTo>
                  <ns1:pt x="171" y="38"/>
                  <ns1:pt x="181" y="29"/>
                  <ns1:pt x="192" y="29"/>
                </ns1:cubicBezTo>
                <ns1:cubicBezTo>
                  <ns1:pt x="204" y="29"/>
                  <ns1:pt x="214" y="38"/>
                  <ns1:pt x="214" y="50"/>
                </ns1:cubicBezTo>
                <ns1:cubicBezTo>
                  <ns1:pt x="214" y="62"/>
                  <ns1:pt x="204" y="71"/>
                  <ns1:pt x="192" y="71"/>
                </ns1:cubicBezTo>
                <ns1:moveTo>
                  <ns1:pt x="19" y="119"/>
                </ns1:moveTo>
                <ns1:cubicBezTo>
                  <ns1:pt x="95" y="196"/>
                  <ns1:pt x="95" y="196"/>
                  <ns1:pt x="95" y="196"/>
                </ns1:cubicBezTo>
                <ns1:cubicBezTo>
                  <ns1:pt x="87" y="200"/>
                  <ns1:pt x="77" y="199"/>
                  <ns1:pt x="70" y="192"/>
                </ns1:cubicBezTo>
                <ns1:cubicBezTo>
                  <ns1:pt x="8" y="129"/>
                  <ns1:pt x="8" y="129"/>
                  <ns1:pt x="8" y="129"/>
                </ns1:cubicBezTo>
                <ns1:cubicBezTo>
                  <ns1:pt x="0" y="121"/>
                  <ns1:pt x="0" y="107"/>
                  <ns1:pt x="8" y="99"/>
                </ns1:cubicBezTo>
                <ns1:cubicBezTo>
                  <ns1:pt x="92" y="15"/>
                  <ns1:pt x="92" y="15"/>
                  <ns1:pt x="92" y="15"/>
                </ns1:cubicBezTo>
                <ns1:cubicBezTo>
                  <ns1:pt x="100" y="7"/>
                  <ns1:pt x="116" y="0"/>
                  <ns1:pt x="128" y="0"/>
                </ns1:cubicBezTo>
                <ns1:cubicBezTo>
                  <ns1:pt x="19" y="109"/>
                  <ns1:pt x="19" y="109"/>
                  <ns1:pt x="19" y="109"/>
                </ns1:cubicBezTo>
                <ns1:cubicBezTo>
                  <ns1:pt x="16" y="112"/>
                  <ns1:pt x="16" y="117"/>
                  <ns1:pt x="19" y="119"/>
                </ns1:cubicBezTo>
              </ns1:path>
            </ns1:pathLst>
          </ns1:custGeom>
          <ns1:solidFill>
            <ns1:schemeClr val="tx1"/>
          </ns1:solidFill>
          <ns1:ln>
            <ns1:noFill/>
          </ns1:ln>
        </ns0:spPr>
        <ns0:txBody>
          <ns1:bodyPr vert="horz" wrap="square" lIns="121920" tIns="60960" rIns="121920" bIns="60960" numCol="1" anchor="t" anchorCtr="0" compatLnSpc="1">
            <ns1:prstTxWarp prst="textNoShape">
              <ns1:avLst/>
            </ns1:prstTxWarp>
          </ns1:bodyPr>
          <ns1:lstStyle/>
          <ns1:p>
            <ns1:endParaRPr lang="id-ID" sz="2400"/>
          </ns1:p>
        </ns0:txBody>
      </ns0:sp>
      <ns0:sp>
        <ns0:nvSpPr>
          <ns0:cNvPr id="209" name="Freeform 5"/>
          <ns0:cNvSpPr>
            <ns1:spLocks noEditPoints="1"/>
          </ns0:cNvSpPr>
          <ns0:nvPr/>
        </ns0:nvSpPr>
        <ns0:spPr bwMode="auto">
          <ns1:xfrm>
            <ns1:off x="4352782" y="3746156"/>
            <ns1:ext cx="336616" cy="366059"/>
          </ns1:xfrm>
          <ns1:custGeom>
            <ns1:avLst/>
            <ns1:gdLst>
              <ns1:gd name="T0" fmla="*/ 97 w 176"/>
              <ns1:gd name="T1" fmla="*/ 151 h 192"/>
              <ns1:gd name="T2" fmla="*/ 92 w 176"/>
              <ns1:gd name="T3" fmla="*/ 160 h 192"/>
              <ns1:gd name="T4" fmla="*/ 84 w 176"/>
              <ns1:gd name="T5" fmla="*/ 152 h 192"/>
              <ns1:gd name="T6" fmla="*/ 71 w 176"/>
              <ns1:gd name="T7" fmla="*/ 147 h 192"/>
              <ns1:gd name="T8" fmla="*/ 64 w 176"/>
              <ns1:gd name="T9" fmla="*/ 130 h 192"/>
              <ns1:gd name="T10" fmla="*/ 73 w 176"/>
              <ns1:gd name="T11" fmla="*/ 137 h 192"/>
              <ns1:gd name="T12" fmla="*/ 82 w 176"/>
              <ns1:gd name="T13" fmla="*/ 144 h 192"/>
              <ns1:gd name="T14" fmla="*/ 94 w 176"/>
              <ns1:gd name="T15" fmla="*/ 145 h 192"/>
              <ns1:gd name="T16" fmla="*/ 103 w 176"/>
              <ns1:gd name="T17" fmla="*/ 140 h 192"/>
              <ns1:gd name="T18" fmla="*/ 102 w 176"/>
              <ns1:gd name="T19" fmla="*/ 129 h 192"/>
              <ns1:gd name="T20" fmla="*/ 92 w 176"/>
              <ns1:gd name="T21" fmla="*/ 124 h 192"/>
              <ns1:gd name="T22" fmla="*/ 78 w 176"/>
              <ns1:gd name="T23" fmla="*/ 120 h 192"/>
              <ns1:gd name="T24" fmla="*/ 67 w 176"/>
              <ns1:gd name="T25" fmla="*/ 113 h 192"/>
              <ns1:gd name="T26" fmla="*/ 68 w 176"/>
              <ns1:gd name="T27" fmla="*/ 98 h 192"/>
              <ns1:gd name="T28" fmla="*/ 80 w 176"/>
              <ns1:gd name="T29" fmla="*/ 89 h 192"/>
              <ns1:gd name="T30" fmla="*/ 84 w 176"/>
              <ns1:gd name="T31" fmla="*/ 80 h 192"/>
              <ns1:gd name="T32" fmla="*/ 92 w 176"/>
              <ns1:gd name="T33" fmla="*/ 88 h 192"/>
              <ns1:gd name="T34" fmla="*/ 103 w 176"/>
              <ns1:gd name="T35" fmla="*/ 93 h 192"/>
              <ns1:gd name="T36" fmla="*/ 109 w 176"/>
              <ns1:gd name="T37" fmla="*/ 107 h 192"/>
              <ns1:gd name="T38" fmla="*/ 97 w 176"/>
              <ns1:gd name="T39" fmla="*/ 98 h 192"/>
              <ns1:gd name="T40" fmla="*/ 82 w 176"/>
              <ns1:gd name="T41" fmla="*/ 95 h 192"/>
              <ns1:gd name="T42" fmla="*/ 75 w 176"/>
              <ns1:gd name="T43" fmla="*/ 100 h 192"/>
              <ns1:gd name="T44" fmla="*/ 75 w 176"/>
              <ns1:gd name="T45" fmla="*/ 110 h 192"/>
              <ns1:gd name="T46" fmla="*/ 86 w 176"/>
              <ns1:gd name="T47" fmla="*/ 115 h 192"/>
              <ns1:gd name="T48" fmla="*/ 100 w 176"/>
              <ns1:gd name="T49" fmla="*/ 118 h 192"/>
              <ns1:gd name="T50" fmla="*/ 110 w 176"/>
              <ns1:gd name="T51" fmla="*/ 126 h 192"/>
              <ns1:gd name="T52" fmla="*/ 110 w 176"/>
              <ns1:gd name="T53" fmla="*/ 142 h 192"/>
              <ns1:gd name="T54" fmla="*/ 107 w 176"/>
              <ns1:gd name="T55" fmla="*/ 56 h 192"/>
              <ns1:gd name="T56" fmla="*/ 69 w 176"/>
              <ns1:gd name="T57" fmla="*/ 56 h 192"/>
              <ns1:gd name="T58" fmla="*/ 43 w 176"/>
              <ns1:gd name="T59" fmla="*/ 184 h 192"/>
              <ns1:gd name="T60" fmla="*/ 133 w 176"/>
              <ns1:gd name="T61" fmla="*/ 184 h 192"/>
              <ns1:gd name="T62" fmla="*/ 107 w 176"/>
              <ns1:gd name="T63" fmla="*/ 56 h 192"/>
              <ns1:gd name="T64" fmla="*/ 107 w 176"/>
              <ns1:gd name="T65" fmla="*/ 8 h 192"/>
              <ns1:gd name="T66" fmla="*/ 97 w 176"/>
              <ns1:gd name="T67" fmla="*/ 12 h 192"/>
              <ns1:gd name="T68" fmla="*/ 79 w 176"/>
              <ns1:gd name="T69" fmla="*/ 12 h 192"/>
              <ns1:gd name="T70" fmla="*/ 69 w 176"/>
              <ns1:gd name="T71" fmla="*/ 8 h 192"/>
              <ns1:gd name="T72" fmla="*/ 63 w 176"/>
              <ns1:gd name="T73" fmla="*/ 41 h 192"/>
              <ns1:gd name="T74" fmla="*/ 88 w 176"/>
              <ns1:gd name="T75" fmla="*/ 48 h 192"/>
              <ns1:gd name="T76" fmla="*/ 113 w 176"/>
              <ns1:gd name="T77" fmla="*/ 41 h 192"/>
              <ns1:gd name="T78" fmla="*/ 169 w 176"/>
              <ns1:gd name="T79" fmla="*/ 126 h 192"/>
              <ns1:gd name="T80" fmla="*/ 133 w 176"/>
              <ns1:gd name="T81" fmla="*/ 192 h 192"/>
              <ns1:gd name="T82" fmla="*/ 43 w 176"/>
              <ns1:gd name="T83" fmla="*/ 192 h 192"/>
              <ns1:gd name="T84" fmla="*/ 7 w 176"/>
              <ns1:gd name="T85" fmla="*/ 126 h 192"/>
              <ns1:gd name="T86" fmla="*/ 60 w 176"/>
              <ns1:gd name="T87" fmla="*/ 52 h 192"/>
              <ns1:gd name="T88" fmla="*/ 52 w 176"/>
              <ns1:gd name="T89" fmla="*/ 39 h 192"/>
              <ns1:gd name="T90" fmla="*/ 54 w 176"/>
              <ns1:gd name="T91" fmla="*/ 2 h 192"/>
              <ns1:gd name="T92" fmla="*/ 72 w 176"/>
              <ns1:gd name="T93" fmla="*/ 0 h 192"/>
              <ns1:gd name="T94" fmla="*/ 82 w 176"/>
              <ns1:gd name="T95" fmla="*/ 4 h 192"/>
              <ns1:gd name="T96" fmla="*/ 94 w 176"/>
              <ns1:gd name="T97" fmla="*/ 4 h 192"/>
              <ns1:gd name="T98" fmla="*/ 104 w 176"/>
              <ns1:gd name="T99" fmla="*/ 0 h 192"/>
              <ns1:gd name="T100" fmla="*/ 122 w 176"/>
              <ns1:gd name="T101" fmla="*/ 2 h 192"/>
              <ns1:gd name="T102" fmla="*/ 124 w 176"/>
              <ns1:gd name="T103" fmla="*/ 39 h 192"/>
              <ns1:gd name="T104" fmla="*/ 116 w 176"/>
              <ns1:gd name="T105" fmla="*/ 52 h 192"/>
              <ns1:gd name="T106" fmla="*/ 169 w 176"/>
              <ns1:gd name="T107" fmla="*/ 126 h 192"/>
            </ns1:gdLst>
            <ns1:ahLst/>
            <ns1:cxnLst>
              <ns1:cxn ang="0">
                <ns1:pos x="T0" y="T1"/>
              </ns1:cxn>
              <ns1:cxn ang="0">
                <ns1:pos x="T2" y="T3"/>
              </ns1:cxn>
              <ns1:cxn ang="0">
                <ns1:pos x="T4" y="T5"/>
              </ns1:cxn>
              <ns1:cxn ang="0">
                <ns1:pos x="T6" y="T7"/>
              </ns1:cxn>
              <ns1:cxn ang="0">
                <ns1:pos x="T8" y="T9"/>
              </ns1:cxn>
              <ns1:cxn ang="0">
                <ns1:pos x="T10" y="T11"/>
              </ns1:cxn>
              <ns1:cxn ang="0">
                <ns1:pos x="T12" y="T13"/>
              </ns1:cxn>
              <ns1:cxn ang="0">
                <ns1:pos x="T14" y="T15"/>
              </ns1:cxn>
              <ns1:cxn ang="0">
                <ns1:pos x="T16" y="T17"/>
              </ns1:cxn>
              <ns1:cxn ang="0">
                <ns1:pos x="T18" y="T19"/>
              </ns1:cxn>
              <ns1:cxn ang="0">
                <ns1:pos x="T20" y="T21"/>
              </ns1:cxn>
              <ns1:cxn ang="0">
                <ns1:pos x="T22" y="T23"/>
              </ns1:cxn>
              <ns1:cxn ang="0">
                <ns1:pos x="T24" y="T25"/>
              </ns1:cxn>
              <ns1:cxn ang="0">
                <ns1:pos x="T26" y="T27"/>
              </ns1:cxn>
              <ns1:cxn ang="0">
                <ns1:pos x="T28" y="T29"/>
              </ns1:cxn>
              <ns1:cxn ang="0">
                <ns1:pos x="T30" y="T31"/>
              </ns1:cxn>
              <ns1:cxn ang="0">
                <ns1:pos x="T32" y="T33"/>
              </ns1:cxn>
              <ns1:cxn ang="0">
                <ns1:pos x="T34" y="T35"/>
              </ns1:cxn>
              <ns1:cxn ang="0">
                <ns1:pos x="T36" y="T37"/>
              </ns1:cxn>
              <ns1:cxn ang="0">
                <ns1:pos x="T38" y="T39"/>
              </ns1:cxn>
              <ns1:cxn ang="0">
                <ns1:pos x="T40" y="T41"/>
              </ns1:cxn>
              <ns1:cxn ang="0">
                <ns1:pos x="T42" y="T43"/>
              </ns1:cxn>
              <ns1:cxn ang="0">
                <ns1:pos x="T44" y="T45"/>
              </ns1:cxn>
              <ns1:cxn ang="0">
                <ns1:pos x="T46" y="T47"/>
              </ns1:cxn>
              <ns1:cxn ang="0">
                <ns1:pos x="T48" y="T49"/>
              </ns1:cxn>
              <ns1:cxn ang="0">
                <ns1:pos x="T50" y="T51"/>
              </ns1:cxn>
              <ns1:cxn ang="0">
                <ns1:pos x="T52" y="T53"/>
              </ns1:cxn>
              <ns1:cxn ang="0">
                <ns1:pos x="T54" y="T55"/>
              </ns1:cxn>
              <ns1:cxn ang="0">
                <ns1:pos x="T56" y="T57"/>
              </ns1:cxn>
              <ns1:cxn ang="0">
                <ns1:pos x="T58" y="T59"/>
              </ns1:cxn>
              <ns1:cxn ang="0">
                <ns1:pos x="T60" y="T61"/>
              </ns1:cxn>
              <ns1:cxn ang="0">
                <ns1:pos x="T62" y="T63"/>
              </ns1:cxn>
              <ns1:cxn ang="0">
                <ns1:pos x="T64" y="T65"/>
              </ns1:cxn>
              <ns1:cxn ang="0">
                <ns1:pos x="T66" y="T67"/>
              </ns1:cxn>
              <ns1:cxn ang="0">
                <ns1:pos x="T68" y="T69"/>
              </ns1:cxn>
              <ns1:cxn ang="0">
                <ns1:pos x="T70" y="T71"/>
              </ns1:cxn>
              <ns1:cxn ang="0">
                <ns1:pos x="T72" y="T73"/>
              </ns1:cxn>
              <ns1:cxn ang="0">
                <ns1:pos x="T74" y="T75"/>
              </ns1:cxn>
              <ns1:cxn ang="0">
                <ns1:pos x="T76" y="T77"/>
              </ns1:cxn>
              <ns1:cxn ang="0">
                <ns1:pos x="T78" y="T79"/>
              </ns1:cxn>
              <ns1:cxn ang="0">
                <ns1:pos x="T80" y="T81"/>
              </ns1:cxn>
              <ns1:cxn ang="0">
                <ns1:pos x="T82" y="T83"/>
              </ns1:cxn>
              <ns1:cxn ang="0">
                <ns1:pos x="T84" y="T85"/>
              </ns1:cxn>
              <ns1:cxn ang="0">
                <ns1:pos x="T86" y="T87"/>
              </ns1:cxn>
              <ns1:cxn ang="0">
                <ns1:pos x="T88" y="T89"/>
              </ns1:cxn>
              <ns1:cxn ang="0">
                <ns1:pos x="T90" y="T91"/>
              </ns1:cxn>
              <ns1:cxn ang="0">
                <ns1:pos x="T92" y="T93"/>
              </ns1:cxn>
              <ns1:cxn ang="0">
                <ns1:pos x="T94" y="T95"/>
              </ns1:cxn>
              <ns1:cxn ang="0">
                <ns1:pos x="T96" y="T97"/>
              </ns1:cxn>
              <ns1:cxn ang="0">
                <ns1:pos x="T98" y="T99"/>
              </ns1:cxn>
              <ns1:cxn ang="0">
                <ns1:pos x="T100" y="T101"/>
              </ns1:cxn>
              <ns1:cxn ang="0">
                <ns1:pos x="T102" y="T103"/>
              </ns1:cxn>
              <ns1:cxn ang="0">
                <ns1:pos x="T104" y="T105"/>
              </ns1:cxn>
              <ns1:cxn ang="0">
                <ns1:pos x="T106" y="T107"/>
              </ns1:cxn>
            </ns1:cxnLst>
            <ns1:rect l="0" t="0" r="r" b="b"/>
            <ns1:pathLst>
              <ns1:path w="176" h="192">
                <ns1:moveTo>
                  <ns1:pt x="104" y="148"/>
                </ns1:moveTo>
                <ns1:cubicBezTo>
                  <ns1:pt x="102" y="149"/>
                  <ns1:pt x="100" y="150"/>
                  <ns1:pt x="97" y="151"/>
                </ns1:cubicBezTo>
                <ns1:cubicBezTo>
                  <ns1:pt x="95" y="151"/>
                  <ns1:pt x="94" y="152"/>
                  <ns1:pt x="92" y="152"/>
                </ns1:cubicBezTo>
                <ns1:cubicBezTo>
                  <ns1:pt x="92" y="160"/>
                  <ns1:pt x="92" y="160"/>
                  <ns1:pt x="92" y="160"/>
                </ns1:cubicBezTo>
                <ns1:cubicBezTo>
                  <ns1:pt x="84" y="160"/>
                  <ns1:pt x="84" y="160"/>
                  <ns1:pt x="84" y="160"/>
                </ns1:cubicBezTo>
                <ns1:cubicBezTo>
                  <ns1:pt x="84" y="152"/>
                  <ns1:pt x="84" y="152"/>
                  <ns1:pt x="84" y="152"/>
                </ns1:cubicBezTo>
                <ns1:cubicBezTo>
                  <ns1:pt x="82" y="151"/>
                  <ns1:pt x="81" y="151"/>
                  <ns1:pt x="79" y="151"/>
                </ns1:cubicBezTo>
                <ns1:cubicBezTo>
                  <ns1:pt x="76" y="150"/>
                  <ns1:pt x="74" y="149"/>
                  <ns1:pt x="71" y="147"/>
                </ns1:cubicBezTo>
                <ns1:cubicBezTo>
                  <ns1:pt x="69" y="145"/>
                  <ns1:pt x="67" y="143"/>
                  <ns1:pt x="66" y="140"/>
                </ns1:cubicBezTo>
                <ns1:cubicBezTo>
                  <ns1:pt x="65" y="137"/>
                  <ns1:pt x="64" y="134"/>
                  <ns1:pt x="64" y="130"/>
                </ns1:cubicBezTo>
                <ns1:cubicBezTo>
                  <ns1:pt x="72" y="130"/>
                  <ns1:pt x="72" y="130"/>
                  <ns1:pt x="72" y="130"/>
                </ns1:cubicBezTo>
                <ns1:cubicBezTo>
                  <ns1:pt x="72" y="133"/>
                  <ns1:pt x="72" y="135"/>
                  <ns1:pt x="73" y="137"/>
                </ns1:cubicBezTo>
                <ns1:cubicBezTo>
                  <ns1:pt x="74" y="139"/>
                  <ns1:pt x="75" y="140"/>
                  <ns1:pt x="77" y="142"/>
                </ns1:cubicBezTo>
                <ns1:cubicBezTo>
                  <ns1:pt x="78" y="143"/>
                  <ns1:pt x="80" y="144"/>
                  <ns1:pt x="82" y="144"/>
                </ns1:cubicBezTo>
                <ns1:cubicBezTo>
                  <ns1:pt x="85" y="145"/>
                  <ns1:pt x="87" y="145"/>
                  <ns1:pt x="89" y="145"/>
                </ns1:cubicBezTo>
                <ns1:cubicBezTo>
                  <ns1:pt x="91" y="145"/>
                  <ns1:pt x="92" y="145"/>
                  <ns1:pt x="94" y="145"/>
                </ns1:cubicBezTo>
                <ns1:cubicBezTo>
                  <ns1:pt x="96" y="144"/>
                  <ns1:pt x="98" y="144"/>
                  <ns1:pt x="99" y="143"/>
                </ns1:cubicBezTo>
                <ns1:cubicBezTo>
                  <ns1:pt x="101" y="142"/>
                  <ns1:pt x="102" y="141"/>
                  <ns1:pt x="103" y="140"/>
                </ns1:cubicBezTo>
                <ns1:cubicBezTo>
                  <ns1:pt x="104" y="138"/>
                  <ns1:pt x="104" y="136"/>
                  <ns1:pt x="104" y="134"/>
                </ns1:cubicBezTo>
                <ns1:cubicBezTo>
                  <ns1:pt x="104" y="132"/>
                  <ns1:pt x="103" y="130"/>
                  <ns1:pt x="102" y="129"/>
                </ns1:cubicBezTo>
                <ns1:cubicBezTo>
                  <ns1:pt x="101" y="128"/>
                  <ns1:pt x="100" y="127"/>
                  <ns1:pt x="98" y="126"/>
                </ns1:cubicBezTo>
                <ns1:cubicBezTo>
                  <ns1:pt x="96" y="125"/>
                  <ns1:pt x="94" y="124"/>
                  <ns1:pt x="92" y="124"/>
                </ns1:cubicBezTo>
                <ns1:cubicBezTo>
                  <ns1:pt x="85" y="122"/>
                  <ns1:pt x="85" y="122"/>
                  <ns1:pt x="85" y="122"/>
                </ns1:cubicBezTo>
                <ns1:cubicBezTo>
                  <ns1:pt x="83" y="122"/>
                  <ns1:pt x="80" y="121"/>
                  <ns1:pt x="78" y="120"/>
                </ns1:cubicBezTo>
                <ns1:cubicBezTo>
                  <ns1:pt x="76" y="120"/>
                  <ns1:pt x="74" y="119"/>
                  <ns1:pt x="72" y="117"/>
                </ns1:cubicBezTo>
                <ns1:cubicBezTo>
                  <ns1:pt x="70" y="116"/>
                  <ns1:pt x="69" y="115"/>
                  <ns1:pt x="67" y="113"/>
                </ns1:cubicBezTo>
                <ns1:cubicBezTo>
                  <ns1:pt x="66" y="111"/>
                  <ns1:pt x="66" y="109"/>
                  <ns1:pt x="66" y="106"/>
                </ns1:cubicBezTo>
                <ns1:cubicBezTo>
                  <ns1:pt x="66" y="103"/>
                  <ns1:pt x="66" y="100"/>
                  <ns1:pt x="68" y="98"/>
                </ns1:cubicBezTo>
                <ns1:cubicBezTo>
                  <ns1:pt x="69" y="96"/>
                  <ns1:pt x="71" y="94"/>
                  <ns1:pt x="73" y="92"/>
                </ns1:cubicBezTo>
                <ns1:cubicBezTo>
                  <ns1:pt x="75" y="91"/>
                  <ns1:pt x="77" y="90"/>
                  <ns1:pt x="80" y="89"/>
                </ns1:cubicBezTo>
                <ns1:cubicBezTo>
                  <ns1:pt x="81" y="89"/>
                  <ns1:pt x="82" y="88"/>
                  <ns1:pt x="84" y="88"/>
                </ns1:cubicBezTo>
                <ns1:cubicBezTo>
                  <ns1:pt x="84" y="80"/>
                  <ns1:pt x="84" y="80"/>
                  <ns1:pt x="84" y="80"/>
                </ns1:cubicBezTo>
                <ns1:cubicBezTo>
                  <ns1:pt x="92" y="80"/>
                  <ns1:pt x="92" y="80"/>
                  <ns1:pt x="92" y="80"/>
                </ns1:cubicBezTo>
                <ns1:cubicBezTo>
                  <ns1:pt x="92" y="88"/>
                  <ns1:pt x="92" y="88"/>
                  <ns1:pt x="92" y="88"/>
                </ns1:cubicBezTo>
                <ns1:cubicBezTo>
                  <ns1:pt x="93" y="89"/>
                  <ns1:pt x="95" y="89"/>
                  <ns1:pt x="96" y="89"/>
                </ns1:cubicBezTo>
                <ns1:cubicBezTo>
                  <ns1:pt x="99" y="90"/>
                  <ns1:pt x="101" y="91"/>
                  <ns1:pt x="103" y="93"/>
                </ns1:cubicBezTo>
                <ns1:cubicBezTo>
                  <ns1:pt x="105" y="94"/>
                  <ns1:pt x="106" y="96"/>
                  <ns1:pt x="108" y="99"/>
                </ns1:cubicBezTo>
                <ns1:cubicBezTo>
                  <ns1:pt x="109" y="101"/>
                  <ns1:pt x="109" y="104"/>
                  <ns1:pt x="109" y="107"/>
                </ns1:cubicBezTo>
                <ns1:cubicBezTo>
                  <ns1:pt x="102" y="107"/>
                  <ns1:pt x="102" y="107"/>
                  <ns1:pt x="102" y="107"/>
                </ns1:cubicBezTo>
                <ns1:cubicBezTo>
                  <ns1:pt x="101" y="103"/>
                  <ns1:pt x="100" y="100"/>
                  <ns1:pt x="97" y="98"/>
                </ns1:cubicBezTo>
                <ns1:cubicBezTo>
                  <ns1:pt x="95" y="96"/>
                  <ns1:pt x="91" y="95"/>
                  <ns1:pt x="87" y="95"/>
                </ns1:cubicBezTo>
                <ns1:cubicBezTo>
                  <ns1:pt x="85" y="95"/>
                  <ns1:pt x="84" y="95"/>
                  <ns1:pt x="82" y="95"/>
                </ns1:cubicBezTo>
                <ns1:cubicBezTo>
                  <ns1:pt x="81" y="96"/>
                  <ns1:pt x="79" y="96"/>
                  <ns1:pt x="78" y="97"/>
                </ns1:cubicBezTo>
                <ns1:cubicBezTo>
                  <ns1:pt x="77" y="98"/>
                  <ns1:pt x="76" y="99"/>
                  <ns1:pt x="75" y="100"/>
                </ns1:cubicBezTo>
                <ns1:cubicBezTo>
                  <ns1:pt x="74" y="102"/>
                  <ns1:pt x="74" y="103"/>
                  <ns1:pt x="74" y="105"/>
                </ns1:cubicBezTo>
                <ns1:cubicBezTo>
                  <ns1:pt x="74" y="107"/>
                  <ns1:pt x="74" y="109"/>
                  <ns1:pt x="75" y="110"/>
                </ns1:cubicBezTo>
                <ns1:cubicBezTo>
                  <ns1:pt x="77" y="111"/>
                  <ns1:pt x="78" y="112"/>
                  <ns1:pt x="80" y="113"/>
                </ns1:cubicBezTo>
                <ns1:cubicBezTo>
                  <ns1:pt x="82" y="114"/>
                  <ns1:pt x="84" y="114"/>
                  <ns1:pt x="86" y="115"/>
                </ns1:cubicBezTo>
                <ns1:cubicBezTo>
                  <ns1:pt x="88" y="115"/>
                  <ns1:pt x="91" y="116"/>
                  <ns1:pt x="93" y="116"/>
                </ns1:cubicBezTo>
                <ns1:cubicBezTo>
                  <ns1:pt x="95" y="117"/>
                  <ns1:pt x="98" y="117"/>
                  <ns1:pt x="100" y="118"/>
                </ns1:cubicBezTo>
                <ns1:cubicBezTo>
                  <ns1:pt x="102" y="119"/>
                  <ns1:pt x="104" y="120"/>
                  <ns1:pt x="106" y="121"/>
                </ns1:cubicBezTo>
                <ns1:cubicBezTo>
                  <ns1:pt x="108" y="123"/>
                  <ns1:pt x="109" y="124"/>
                  <ns1:pt x="110" y="126"/>
                </ns1:cubicBezTo>
                <ns1:cubicBezTo>
                  <ns1:pt x="111" y="128"/>
                  <ns1:pt x="112" y="131"/>
                  <ns1:pt x="112" y="134"/>
                </ns1:cubicBezTo>
                <ns1:cubicBezTo>
                  <ns1:pt x="112" y="137"/>
                  <ns1:pt x="111" y="140"/>
                  <ns1:pt x="110" y="142"/>
                </ns1:cubicBezTo>
                <ns1:cubicBezTo>
                  <ns1:pt x="108" y="144"/>
                  <ns1:pt x="107" y="146"/>
                  <ns1:pt x="104" y="148"/>
                </ns1:cubicBezTo>
                <ns1:close/>
                <ns1:moveTo>
                  <ns1:pt x="107" y="56"/>
                </ns1:moveTo>
                <ns1:cubicBezTo>
                  <ns1:pt x="88" y="56"/>
                  <ns1:pt x="88" y="56"/>
                  <ns1:pt x="88" y="56"/>
                </ns1:cubicBezTo>
                <ns1:cubicBezTo>
                  <ns1:pt x="69" y="56"/>
                  <ns1:pt x="69" y="56"/>
                  <ns1:pt x="69" y="56"/>
                </ns1:cubicBezTo>
                <ns1:cubicBezTo>
                  <ns1:pt x="47" y="71"/>
                  <ns1:pt x="26" y="101"/>
                  <ns1:pt x="14" y="129"/>
                </ns1:cubicBezTo>
                <ns1:cubicBezTo>
                  <ns1:pt x="3" y="157"/>
                  <ns1:pt x="17" y="184"/>
                  <ns1:pt x="43" y="184"/>
                </ns1:cubicBezTo>
                <ns1:cubicBezTo>
                  <ns1:pt x="88" y="184"/>
                  <ns1:pt x="88" y="184"/>
                  <ns1:pt x="88" y="184"/>
                </ns1:cubicBezTo>
                <ns1:cubicBezTo>
                  <ns1:pt x="133" y="184"/>
                  <ns1:pt x="133" y="184"/>
                  <ns1:pt x="133" y="184"/>
                </ns1:cubicBezTo>
                <ns1:cubicBezTo>
                  <ns1:pt x="159" y="184"/>
                  <ns1:pt x="173" y="157"/>
                  <ns1:pt x="162" y="129"/>
                </ns1:cubicBezTo>
                <ns1:cubicBezTo>
                  <ns1:pt x="150" y="101"/>
                  <ns1:pt x="129" y="71"/>
                  <ns1:pt x="107" y="56"/>
                </ns1:cubicBezTo>
                <ns1:close/>
                <ns1:moveTo>
                  <ns1:pt x="120" y="10"/>
                </ns1:moveTo>
                <ns1:cubicBezTo>
                  <ns1:pt x="118" y="9"/>
                  <ns1:pt x="111" y="8"/>
                  <ns1:pt x="107" y="8"/>
                </ns1:cubicBezTo>
                <ns1:cubicBezTo>
                  <ns1:pt x="107" y="8"/>
                  <ns1:pt x="106" y="8"/>
                  <ns1:pt x="106" y="8"/>
                </ns1:cubicBezTo>
                <ns1:cubicBezTo>
                  <ns1:pt x="103" y="9"/>
                  <ns1:pt x="100" y="11"/>
                  <ns1:pt x="97" y="12"/>
                </ns1:cubicBezTo>
                <ns1:cubicBezTo>
                  <ns1:pt x="94" y="13"/>
                  <ns1:pt x="91" y="13"/>
                  <ns1:pt x="88" y="14"/>
                </ns1:cubicBezTo>
                <ns1:cubicBezTo>
                  <ns1:pt x="85" y="13"/>
                  <ns1:pt x="82" y="13"/>
                  <ns1:pt x="79" y="12"/>
                </ns1:cubicBezTo>
                <ns1:cubicBezTo>
                  <ns1:pt x="76" y="11"/>
                  <ns1:pt x="73" y="9"/>
                  <ns1:pt x="70" y="8"/>
                </ns1:cubicBezTo>
                <ns1:cubicBezTo>
                  <ns1:pt x="70" y="8"/>
                  <ns1:pt x="69" y="8"/>
                  <ns1:pt x="69" y="8"/>
                </ns1:cubicBezTo>
                <ns1:cubicBezTo>
                  <ns1:pt x="65" y="8"/>
                  <ns1:pt x="58" y="9"/>
                  <ns1:pt x="56" y="10"/>
                </ns1:cubicBezTo>
                <ns1:cubicBezTo>
                  <ns1:pt x="42" y="12"/>
                  <ns1:pt x="52" y="24"/>
                  <ns1:pt x="63" y="41"/>
                </ns1:cubicBezTo>
                <ns1:cubicBezTo>
                  <ns1:pt x="67" y="48"/>
                  <ns1:pt x="67" y="48"/>
                  <ns1:pt x="67" y="48"/>
                </ns1:cubicBezTo>
                <ns1:cubicBezTo>
                  <ns1:pt x="88" y="48"/>
                  <ns1:pt x="88" y="48"/>
                  <ns1:pt x="88" y="48"/>
                </ns1:cubicBezTo>
                <ns1:cubicBezTo>
                  <ns1:pt x="109" y="48"/>
                  <ns1:pt x="109" y="48"/>
                  <ns1:pt x="109" y="48"/>
                </ns1:cubicBezTo>
                <ns1:cubicBezTo>
                  <ns1:pt x="113" y="41"/>
                  <ns1:pt x="113" y="41"/>
                  <ns1:pt x="113" y="41"/>
                </ns1:cubicBezTo>
                <ns1:cubicBezTo>
                  <ns1:pt x="124" y="24"/>
                  <ns1:pt x="134" y="12"/>
                  <ns1:pt x="120" y="10"/>
                </ns1:cubicBezTo>
                <ns1:close/>
                <ns1:moveTo>
                  <ns1:pt x="169" y="126"/>
                </ns1:moveTo>
                <ns1:cubicBezTo>
                  <ns1:pt x="176" y="143"/>
                  <ns1:pt x="175" y="161"/>
                  <ns1:pt x="166" y="174"/>
                </ns1:cubicBezTo>
                <ns1:cubicBezTo>
                  <ns1:pt x="159" y="186"/>
                  <ns1:pt x="147" y="192"/>
                  <ns1:pt x="133" y="192"/>
                </ns1:cubicBezTo>
                <ns1:cubicBezTo>
                  <ns1:pt x="88" y="192"/>
                  <ns1:pt x="88" y="192"/>
                  <ns1:pt x="88" y="192"/>
                </ns1:cubicBezTo>
                <ns1:cubicBezTo>
                  <ns1:pt x="43" y="192"/>
                  <ns1:pt x="43" y="192"/>
                  <ns1:pt x="43" y="192"/>
                </ns1:cubicBezTo>
                <ns1:cubicBezTo>
                  <ns1:pt x="29" y="192"/>
                  <ns1:pt x="17" y="186"/>
                  <ns1:pt x="10" y="174"/>
                </ns1:cubicBezTo>
                <ns1:cubicBezTo>
                  <ns1:pt x="1" y="161"/>
                  <ns1:pt x="0" y="143"/>
                  <ns1:pt x="7" y="126"/>
                </ns1:cubicBezTo>
                <ns1:cubicBezTo>
                  <ns1:pt x="20" y="96"/>
                  <ns1:pt x="40" y="68"/>
                  <ns1:pt x="60" y="52"/>
                </ns1:cubicBezTo>
                <ns1:cubicBezTo>
                  <ns1:pt x="60" y="52"/>
                  <ns1:pt x="60" y="52"/>
                  <ns1:pt x="60" y="52"/>
                </ns1:cubicBezTo>
                <ns1:cubicBezTo>
                  <ns1:pt x="56" y="46"/>
                  <ns1:pt x="56" y="46"/>
                  <ns1:pt x="56" y="46"/>
                </ns1:cubicBezTo>
                <ns1:cubicBezTo>
                  <ns1:pt x="55" y="43"/>
                  <ns1:pt x="53" y="41"/>
                  <ns1:pt x="52" y="39"/>
                </ns1:cubicBezTo>
                <ns1:cubicBezTo>
                  <ns1:pt x="44" y="27"/>
                  <ns1:pt x="39" y="18"/>
                  <ns1:pt x="42" y="10"/>
                </ns1:cubicBezTo>
                <ns1:cubicBezTo>
                  <ns1:pt x="44" y="6"/>
                  <ns1:pt x="48" y="3"/>
                  <ns1:pt x="54" y="2"/>
                </ns1:cubicBezTo>
                <ns1:cubicBezTo>
                  <ns1:pt x="56" y="2"/>
                  <ns1:pt x="64" y="0"/>
                  <ns1:pt x="69" y="0"/>
                </ns1:cubicBezTo>
                <ns1:cubicBezTo>
                  <ns1:pt x="70" y="0"/>
                  <ns1:pt x="71" y="0"/>
                  <ns1:pt x="72" y="0"/>
                </ns1:cubicBezTo>
                <ns1:cubicBezTo>
                  <ns1:pt x="75" y="1"/>
                  <ns1:pt x="77" y="2"/>
                  <ns1:pt x="80" y="3"/>
                </ns1:cubicBezTo>
                <ns1:cubicBezTo>
                  <ns1:pt x="81" y="4"/>
                  <ns1:pt x="81" y="4"/>
                  <ns1:pt x="82" y="4"/>
                </ns1:cubicBezTo>
                <ns1:cubicBezTo>
                  <ns1:pt x="84" y="5"/>
                  <ns1:pt x="86" y="5"/>
                  <ns1:pt x="88" y="6"/>
                </ns1:cubicBezTo>
                <ns1:cubicBezTo>
                  <ns1:pt x="90" y="5"/>
                  <ns1:pt x="92" y="5"/>
                  <ns1:pt x="94" y="4"/>
                </ns1:cubicBezTo>
                <ns1:cubicBezTo>
                  <ns1:pt x="95" y="4"/>
                  <ns1:pt x="95" y="4"/>
                  <ns1:pt x="96" y="3"/>
                </ns1:cubicBezTo>
                <ns1:cubicBezTo>
                  <ns1:pt x="99" y="2"/>
                  <ns1:pt x="101" y="1"/>
                  <ns1:pt x="104" y="0"/>
                </ns1:cubicBezTo>
                <ns1:cubicBezTo>
                  <ns1:pt x="105" y="0"/>
                  <ns1:pt x="106" y="0"/>
                  <ns1:pt x="107" y="0"/>
                </ns1:cubicBezTo>
                <ns1:cubicBezTo>
                  <ns1:pt x="112" y="0"/>
                  <ns1:pt x="120" y="2"/>
                  <ns1:pt x="122" y="2"/>
                </ns1:cubicBezTo>
                <ns1:cubicBezTo>
                  <ns1:pt x="128" y="3"/>
                  <ns1:pt x="132" y="6"/>
                  <ns1:pt x="134" y="10"/>
                </ns1:cubicBezTo>
                <ns1:cubicBezTo>
                  <ns1:pt x="137" y="18"/>
                  <ns1:pt x="132" y="27"/>
                  <ns1:pt x="124" y="39"/>
                </ns1:cubicBezTo>
                <ns1:cubicBezTo>
                  <ns1:pt x="123" y="41"/>
                  <ns1:pt x="121" y="43"/>
                  <ns1:pt x="120" y="46"/>
                </ns1:cubicBezTo>
                <ns1:cubicBezTo>
                  <ns1:pt x="116" y="52"/>
                  <ns1:pt x="116" y="52"/>
                  <ns1:pt x="116" y="52"/>
                </ns1:cubicBezTo>
                <ns1:cubicBezTo>
                  <ns1:pt x="116" y="52"/>
                  <ns1:pt x="116" y="52"/>
                  <ns1:pt x="116" y="52"/>
                </ns1:cubicBezTo>
                <ns1:cubicBezTo>
                  <ns1:pt x="136" y="68"/>
                  <ns1:pt x="156" y="96"/>
                  <ns1:pt x="169" y="126"/>
                </ns1:cubicBezTo>
                <ns1:close/>
              </ns1:path>
            </ns1:pathLst>
          </ns1:custGeom>
          <ns1:solidFill>
            <ns1:schemeClr val="tx1"/>
          </ns1:solidFill>
          <ns1:ln>
            <ns1:noFill/>
          </ns1:ln>
        </ns0:spPr>
        <ns0:txBody>
          <ns1:bodyPr vert="horz" wrap="square" lIns="91440" tIns="45720" rIns="91440" bIns="45720" numCol="1" anchor="t" anchorCtr="0" compatLnSpc="1">
            <ns1:prstTxWarp prst="textNoShape">
              <ns1:avLst/>
            </ns1:prstTxWarp>
          </ns1:bodyPr>
          <ns1:lstStyle/>
          <ns1:p>
            <ns1:endParaRPr lang="id-ID" sz="2700"/>
          </ns1:p>
        </ns0:txBody>
      </ns0:sp>
      <ns0:sp>
        <ns0:nvSpPr>
          <ns0:cNvPr id="210" name="Freeform 209"/>
          <ns0:cNvSpPr>
            <ns1:spLocks noEditPoints="1"/>
          </ns0:cNvSpPr>
          <ns0:nvPr/>
        </ns0:nvSpPr>
        <ns0:spPr bwMode="auto">
          <ns1:xfrm>
            <ns1:off x="3343627" y="3769308"/>
            <ns1:ext cx="365763" cy="319755"/>
          </ns1:xfrm>
          <ns1:custGeom>
            <ns1:avLst/>
            <ns1:gdLst>
              <ns1:gd name="T0" fmla="*/ 59 w 64"/>
              <ns1:gd name="T1" fmla="*/ 38 h 56"/>
              <ns1:gd name="T2" fmla="*/ 36 w 64"/>
              <ns1:gd name="T3" fmla="*/ 26 h 56"/>
              <ns1:gd name="T4" fmla="*/ 38 w 64"/>
              <ns1:gd name="T5" fmla="*/ 22 h 56"/>
              <ns1:gd name="T6" fmla="*/ 44 w 64"/>
              <ns1:gd name="T7" fmla="*/ 12 h 56"/>
              <ns1:gd name="T8" fmla="*/ 32 w 64"/>
              <ns1:gd name="T9" fmla="*/ 0 h 56"/>
              <ns1:gd name="T10" fmla="*/ 20 w 64"/>
              <ns1:gd name="T11" fmla="*/ 12 h 56"/>
              <ns1:gd name="T12" fmla="*/ 24 w 64"/>
              <ns1:gd name="T13" fmla="*/ 16 h 56"/>
              <ns1:gd name="T14" fmla="*/ 28 w 64"/>
              <ns1:gd name="T15" fmla="*/ 12 h 56"/>
              <ns1:gd name="T16" fmla="*/ 32 w 64"/>
              <ns1:gd name="T17" fmla="*/ 8 h 56"/>
              <ns1:gd name="T18" fmla="*/ 36 w 64"/>
              <ns1:gd name="T19" fmla="*/ 12 h 56"/>
              <ns1:gd name="T20" fmla="*/ 34 w 64"/>
              <ns1:gd name="T21" fmla="*/ 15 h 56"/>
              <ns1:gd name="T22" fmla="*/ 28 w 64"/>
              <ns1:gd name="T23" fmla="*/ 26 h 56"/>
              <ns1:gd name="T24" fmla="*/ 5 w 64"/>
              <ns1:gd name="T25" fmla="*/ 38 h 56"/>
              <ns1:gd name="T26" fmla="*/ 0 w 64"/>
              <ns1:gd name="T27" fmla="*/ 48 h 56"/>
              <ns1:gd name="T28" fmla="*/ 8 w 64"/>
              <ns1:gd name="T29" fmla="*/ 56 h 56"/>
              <ns1:gd name="T30" fmla="*/ 56 w 64"/>
              <ns1:gd name="T31" fmla="*/ 56 h 56"/>
              <ns1:gd name="T32" fmla="*/ 64 w 64"/>
              <ns1:gd name="T33" fmla="*/ 48 h 56"/>
              <ns1:gd name="T34" fmla="*/ 59 w 64"/>
              <ns1:gd name="T35" fmla="*/ 38 h 56"/>
              <ns1:gd name="T36" fmla="*/ 8 w 64"/>
              <ns1:gd name="T37" fmla="*/ 48 h 56"/>
              <ns1:gd name="T38" fmla="*/ 9 w 64"/>
              <ns1:gd name="T39" fmla="*/ 45 h 56"/>
              <ns1:gd name="T40" fmla="*/ 32 w 64"/>
              <ns1:gd name="T41" fmla="*/ 33 h 56"/>
              <ns1:gd name="T42" fmla="*/ 54 w 64"/>
              <ns1:gd name="T43" fmla="*/ 45 h 56"/>
              <ns1:gd name="T44" fmla="*/ 56 w 64"/>
              <ns1:gd name="T45" fmla="*/ 48 h 56"/>
              <ns1:gd name="T46" fmla="*/ 8 w 64"/>
              <ns1:gd name="T47" fmla="*/ 48 h 56"/>
            </ns1:gdLst>
            <ns1:ahLst/>
            <ns1:cxnLst>
              <ns1:cxn ang="0">
                <ns1:pos x="T0" y="T1"/>
              </ns1:cxn>
              <ns1:cxn ang="0">
                <ns1:pos x="T2" y="T3"/>
              </ns1:cxn>
              <ns1:cxn ang="0">
                <ns1:pos x="T4" y="T5"/>
              </ns1:cxn>
              <ns1:cxn ang="0">
                <ns1:pos x="T6" y="T7"/>
              </ns1:cxn>
              <ns1:cxn ang="0">
                <ns1:pos x="T8" y="T9"/>
              </ns1:cxn>
              <ns1:cxn ang="0">
                <ns1:pos x="T10" y="T11"/>
              </ns1:cxn>
              <ns1:cxn ang="0">
                <ns1:pos x="T12" y="T13"/>
              </ns1:cxn>
              <ns1:cxn ang="0">
                <ns1:pos x="T14" y="T15"/>
              </ns1:cxn>
              <ns1:cxn ang="0">
                <ns1:pos x="T16" y="T17"/>
              </ns1:cxn>
              <ns1:cxn ang="0">
                <ns1:pos x="T18" y="T19"/>
              </ns1:cxn>
              <ns1:cxn ang="0">
                <ns1:pos x="T20" y="T21"/>
              </ns1:cxn>
              <ns1:cxn ang="0">
                <ns1:pos x="T22" y="T23"/>
              </ns1:cxn>
              <ns1:cxn ang="0">
                <ns1:pos x="T24" y="T25"/>
              </ns1:cxn>
              <ns1:cxn ang="0">
                <ns1:pos x="T26" y="T27"/>
              </ns1:cxn>
              <ns1:cxn ang="0">
                <ns1:pos x="T28" y="T29"/>
              </ns1:cxn>
              <ns1:cxn ang="0">
                <ns1:pos x="T30" y="T31"/>
              </ns1:cxn>
              <ns1:cxn ang="0">
                <ns1:pos x="T32" y="T33"/>
              </ns1:cxn>
              <ns1:cxn ang="0">
                <ns1:pos x="T34" y="T35"/>
              </ns1:cxn>
              <ns1:cxn ang="0">
                <ns1:pos x="T36" y="T37"/>
              </ns1:cxn>
              <ns1:cxn ang="0">
                <ns1:pos x="T38" y="T39"/>
              </ns1:cxn>
              <ns1:cxn ang="0">
                <ns1:pos x="T40" y="T41"/>
              </ns1:cxn>
              <ns1:cxn ang="0">
                <ns1:pos x="T42" y="T43"/>
              </ns1:cxn>
              <ns1:cxn ang="0">
                <ns1:pos x="T44" y="T45"/>
              </ns1:cxn>
              <ns1:cxn ang="0">
                <ns1:pos x="T46" y="T47"/>
              </ns1:cxn>
            </ns1:cxnLst>
            <ns1:rect l="0" t="0" r="r" b="b"/>
            <ns1:pathLst>
              <ns1:path w="64" h="56">
                <ns1:moveTo>
                  <ns1:pt x="59" y="38"/>
                </ns1:moveTo>
                <ns1:cubicBezTo>
                  <ns1:pt x="36" y="26"/>
                  <ns1:pt x="36" y="26"/>
                  <ns1:pt x="36" y="26"/>
                </ns1:cubicBezTo>
                <ns1:cubicBezTo>
                  <ns1:pt x="36" y="24"/>
                  <ns1:pt x="37" y="23"/>
                  <ns1:pt x="38" y="22"/>
                </ns1:cubicBezTo>
                <ns1:cubicBezTo>
                  <ns1:pt x="42" y="20"/>
                  <ns1:pt x="44" y="16"/>
                  <ns1:pt x="44" y="12"/>
                </ns1:cubicBezTo>
                <ns1:cubicBezTo>
                  <ns1:pt x="44" y="5"/>
                  <ns1:pt x="39" y="0"/>
                  <ns1:pt x="32" y="0"/>
                </ns1:cubicBezTo>
                <ns1:cubicBezTo>
                  <ns1:pt x="25" y="0"/>
                  <ns1:pt x="20" y="5"/>
                  <ns1:pt x="20" y="12"/>
                </ns1:cubicBezTo>
                <ns1:cubicBezTo>
                  <ns1:pt x="20" y="14"/>
                  <ns1:pt x="22" y="16"/>
                  <ns1:pt x="24" y="16"/>
                </ns1:cubicBezTo>
                <ns1:cubicBezTo>
                  <ns1:pt x="26" y="16"/>
                  <ns1:pt x="28" y="14"/>
                  <ns1:pt x="28" y="12"/>
                </ns1:cubicBezTo>
                <ns1:cubicBezTo>
                  <ns1:pt x="28" y="10"/>
                  <ns1:pt x="30" y="8"/>
                  <ns1:pt x="32" y="8"/>
                </ns1:cubicBezTo>
                <ns1:cubicBezTo>
                  <ns1:pt x="34" y="8"/>
                  <ns1:pt x="36" y="10"/>
                  <ns1:pt x="36" y="12"/>
                </ns1:cubicBezTo>
                <ns1:cubicBezTo>
                  <ns1:pt x="36" y="13"/>
                  <ns1:pt x="35" y="15"/>
                  <ns1:pt x="34" y="15"/>
                </ns1:cubicBezTo>
                <ns1:cubicBezTo>
                  <ns1:pt x="30" y="18"/>
                  <ns1:pt x="28" y="21"/>
                  <ns1:pt x="28" y="26"/>
                </ns1:cubicBezTo>
                <ns1:cubicBezTo>
                  <ns1:pt x="5" y="38"/>
                  <ns1:pt x="5" y="38"/>
                  <ns1:pt x="5" y="38"/>
                </ns1:cubicBezTo>
                <ns1:cubicBezTo>
                  <ns1:pt x="2" y="40"/>
                  <ns1:pt x="0" y="44"/>
                  <ns1:pt x="0" y="48"/>
                </ns1:cubicBezTo>
                <ns1:cubicBezTo>
                  <ns1:pt x="0" y="52"/>
                  <ns1:pt x="4" y="56"/>
                  <ns1:pt x="8" y="56"/>
                </ns1:cubicBezTo>
                <ns1:cubicBezTo>
                  <ns1:pt x="56" y="56"/>
                  <ns1:pt x="56" y="56"/>
                  <ns1:pt x="56" y="56"/>
                </ns1:cubicBezTo>
                <ns1:cubicBezTo>
                  <ns1:pt x="60" y="56"/>
                  <ns1:pt x="64" y="52"/>
                  <ns1:pt x="64" y="48"/>
                </ns1:cubicBezTo>
                <ns1:cubicBezTo>
                  <ns1:pt x="64" y="44"/>
                  <ns1:pt x="62" y="40"/>
                  <ns1:pt x="59" y="38"/>
                </ns1:cubicBezTo>
                <ns1:close/>
                <ns1:moveTo>
                  <ns1:pt x="8" y="48"/>
                </ns1:moveTo>
                <ns1:cubicBezTo>
                  <ns1:pt x="8" y="47"/>
                  <ns1:pt x="9" y="46"/>
                  <ns1:pt x="9" y="45"/>
                </ns1:cubicBezTo>
                <ns1:cubicBezTo>
                  <ns1:pt x="32" y="33"/>
                  <ns1:pt x="32" y="33"/>
                  <ns1:pt x="32" y="33"/>
                </ns1:cubicBezTo>
                <ns1:cubicBezTo>
                  <ns1:pt x="54" y="45"/>
                  <ns1:pt x="54" y="45"/>
                  <ns1:pt x="54" y="45"/>
                </ns1:cubicBezTo>
                <ns1:cubicBezTo>
                  <ns1:pt x="55" y="46"/>
                  <ns1:pt x="56" y="47"/>
                  <ns1:pt x="56" y="48"/>
                </ns1:cubicBezTo>
                <ns1:lnTo>
                  <ns1:pt x="8" y="48"/>
                </ns1:lnTo>
                <ns1:close/>
              </ns1:path>
            </ns1:pathLst>
          </ns1:custGeom>
          <ns1:solidFill>
            <ns1:schemeClr val="tx1"/>
          </ns1:solidFill>
          <ns1:ln>
            <ns1:noFill/>
          </ns1:ln>
        </ns0:spPr>
        <ns0:txBody>
          <ns1:bodyPr vert="horz" wrap="square" lIns="91440" tIns="45720" rIns="91440" bIns="45720" numCol="1" anchor="t" anchorCtr="0" compatLnSpc="1">
            <ns1:prstTxWarp prst="textNoShape">
              <ns1:avLst/>
            </ns1:prstTxWarp>
          </ns1:bodyPr>
          <ns1:lstStyle/>
          <ns1:p>
            <ns1:endParaRPr lang="id-ID" sz="2700"/>
          </ns1:p>
        </ns0:txBody>
      </ns0:sp>
      <ns0:grpSp>
        <ns0:nvGrpSpPr>
          <ns0:cNvPr id="211" name="Group 210"/>
          <ns0:cNvGrpSpPr/>
          <ns0:nvPr/>
        </ns0:nvGrpSpPr>
        <ns0:grpSpPr>
          <ns1:xfrm>
            <ns1:off x="535120" y="2833433"/>
            <ns1:ext cx="300384" cy="475095"/>
            <ns1:chOff x="8992499" y="1015780"/>
            <ns1:chExt cx="209779" cy="331792"/>
          </ns1:xfrm>
          <ns1:solidFill>
            <ns1:schemeClr val="tx1"/>
          </ns1:solidFill>
        </ns0:grpSpPr>
        <ns0:sp>
          <ns0:nvSpPr>
            <ns0:cNvPr id="212" name="Freeform 9"/>
            <ns0:cNvSpPr>
              <ns1:spLocks noEditPoints="1"/>
            </ns0:cNvSpPr>
            <ns0:nvPr/>
          </ns0:nvSpPr>
          <ns0:spPr bwMode="auto">
            <ns1:xfrm>
              <ns1:off x="8992499" y="1015780"/>
              <ns1:ext cx="209779" cy="331792"/>
            </ns1:xfrm>
            <ns1:custGeom>
              <ns1:avLst/>
              <ns1:gdLst>
                <ns1:gd name="T0" fmla="*/ 68 w 80"/>
                <ns1:gd name="T1" fmla="*/ 0 h 128"/>
                <ns1:gd name="T2" fmla="*/ 11 w 80"/>
                <ns1:gd name="T3" fmla="*/ 0 h 128"/>
                <ns1:gd name="T4" fmla="*/ 0 w 80"/>
                <ns1:gd name="T5" fmla="*/ 11 h 128"/>
                <ns1:gd name="T6" fmla="*/ 0 w 80"/>
                <ns1:gd name="T7" fmla="*/ 116 h 128"/>
                <ns1:gd name="T8" fmla="*/ 11 w 80"/>
                <ns1:gd name="T9" fmla="*/ 128 h 128"/>
                <ns1:gd name="T10" fmla="*/ 68 w 80"/>
                <ns1:gd name="T11" fmla="*/ 128 h 128"/>
                <ns1:gd name="T12" fmla="*/ 80 w 80"/>
                <ns1:gd name="T13" fmla="*/ 116 h 128"/>
                <ns1:gd name="T14" fmla="*/ 80 w 80"/>
                <ns1:gd name="T15" fmla="*/ 11 h 128"/>
                <ns1:gd name="T16" fmla="*/ 68 w 80"/>
                <ns1:gd name="T17" fmla="*/ 0 h 128"/>
                <ns1:gd name="T18" fmla="*/ 72 w 80"/>
                <ns1:gd name="T19" fmla="*/ 116 h 128"/>
                <ns1:gd name="T20" fmla="*/ 68 w 80"/>
                <ns1:gd name="T21" fmla="*/ 120 h 128"/>
                <ns1:gd name="T22" fmla="*/ 11 w 80"/>
                <ns1:gd name="T23" fmla="*/ 120 h 128"/>
                <ns1:gd name="T24" fmla="*/ 8 w 80"/>
                <ns1:gd name="T25" fmla="*/ 116 h 128"/>
                <ns1:gd name="T26" fmla="*/ 8 w 80"/>
                <ns1:gd name="T27" fmla="*/ 11 h 128"/>
                <ns1:gd name="T28" fmla="*/ 11 w 80"/>
                <ns1:gd name="T29" fmla="*/ 8 h 128"/>
                <ns1:gd name="T30" fmla="*/ 68 w 80"/>
                <ns1:gd name="T31" fmla="*/ 8 h 128"/>
                <ns1:gd name="T32" fmla="*/ 72 w 80"/>
                <ns1:gd name="T33" fmla="*/ 11 h 128"/>
                <ns1:gd name="T34" fmla="*/ 72 w 80"/>
                <ns1:gd name="T35" fmla="*/ 116 h 128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  <ns1:cxn ang="0">
                  <ns1:pos x="T14" y="T15"/>
                </ns1:cxn>
                <ns1:cxn ang="0">
                  <ns1:pos x="T16" y="T17"/>
                </ns1:cxn>
                <ns1:cxn ang="0">
                  <ns1:pos x="T18" y="T19"/>
                </ns1:cxn>
                <ns1:cxn ang="0">
                  <ns1:pos x="T20" y="T21"/>
                </ns1:cxn>
                <ns1:cxn ang="0">
                  <ns1:pos x="T22" y="T23"/>
                </ns1:cxn>
                <ns1:cxn ang="0">
                  <ns1:pos x="T24" y="T25"/>
                </ns1:cxn>
                <ns1:cxn ang="0">
                  <ns1:pos x="T26" y="T27"/>
                </ns1:cxn>
                <ns1:cxn ang="0">
                  <ns1:pos x="T28" y="T29"/>
                </ns1:cxn>
                <ns1:cxn ang="0">
                  <ns1:pos x="T30" y="T31"/>
                </ns1:cxn>
                <ns1:cxn ang="0">
                  <ns1:pos x="T32" y="T33"/>
                </ns1:cxn>
                <ns1:cxn ang="0">
                  <ns1:pos x="T34" y="T35"/>
                </ns1:cxn>
              </ns1:cxnLst>
              <ns1:rect l="0" t="0" r="r" b="b"/>
              <ns1:pathLst>
                <ns1:path w="80" h="128">
                  <ns1:moveTo>
                    <ns1:pt x="68" y="0"/>
                  </ns1:moveTo>
                  <ns1:cubicBezTo>
                    <ns1:pt x="11" y="0"/>
                    <ns1:pt x="11" y="0"/>
                    <ns1:pt x="11" y="0"/>
                  </ns1:cubicBezTo>
                  <ns1:cubicBezTo>
                    <ns1:pt x="5" y="0"/>
                    <ns1:pt x="0" y="5"/>
                    <ns1:pt x="0" y="11"/>
                  </ns1:cubicBezTo>
                  <ns1:cubicBezTo>
                    <ns1:pt x="0" y="116"/>
                    <ns1:pt x="0" y="116"/>
                    <ns1:pt x="0" y="116"/>
                  </ns1:cubicBezTo>
                  <ns1:cubicBezTo>
                    <ns1:pt x="0" y="123"/>
                    <ns1:pt x="5" y="128"/>
                    <ns1:pt x="11" y="128"/>
                  </ns1:cubicBezTo>
                  <ns1:cubicBezTo>
                    <ns1:pt x="68" y="128"/>
                    <ns1:pt x="68" y="128"/>
                    <ns1:pt x="68" y="128"/>
                  </ns1:cubicBezTo>
                  <ns1:cubicBezTo>
                    <ns1:pt x="75" y="128"/>
                    <ns1:pt x="80" y="123"/>
                    <ns1:pt x="80" y="116"/>
                  </ns1:cubicBezTo>
                  <ns1:cubicBezTo>
                    <ns1:pt x="80" y="11"/>
                    <ns1:pt x="80" y="11"/>
                    <ns1:pt x="80" y="11"/>
                  </ns1:cubicBezTo>
                  <ns1:cubicBezTo>
                    <ns1:pt x="80" y="5"/>
                    <ns1:pt x="75" y="0"/>
                    <ns1:pt x="68" y="0"/>
                  </ns1:cubicBezTo>
                  <ns1:close/>
                  <ns1:moveTo>
                    <ns1:pt x="72" y="116"/>
                  </ns1:moveTo>
                  <ns1:cubicBezTo>
                    <ns1:pt x="72" y="118"/>
                    <ns1:pt x="70" y="120"/>
                    <ns1:pt x="68" y="120"/>
                  </ns1:cubicBezTo>
                  <ns1:cubicBezTo>
                    <ns1:pt x="11" y="120"/>
                    <ns1:pt x="11" y="120"/>
                    <ns1:pt x="11" y="120"/>
                  </ns1:cubicBezTo>
                  <ns1:cubicBezTo>
                    <ns1:pt x="9" y="120"/>
                    <ns1:pt x="8" y="118"/>
                    <ns1:pt x="8" y="116"/>
                  </ns1:cubicBezTo>
                  <ns1:cubicBezTo>
                    <ns1:pt x="8" y="11"/>
                    <ns1:pt x="8" y="11"/>
                    <ns1:pt x="8" y="11"/>
                  </ns1:cubicBezTo>
                  <ns1:cubicBezTo>
                    <ns1:pt x="8" y="9"/>
                    <ns1:pt x="9" y="8"/>
                    <ns1:pt x="11" y="8"/>
                  </ns1:cubicBezTo>
                  <ns1:cubicBezTo>
                    <ns1:pt x="68" y="8"/>
                    <ns1:pt x="68" y="8"/>
                    <ns1:pt x="68" y="8"/>
                  </ns1:cubicBezTo>
                  <ns1:cubicBezTo>
                    <ns1:pt x="70" y="8"/>
                    <ns1:pt x="72" y="9"/>
                    <ns1:pt x="72" y="11"/>
                  </ns1:cubicBezTo>
                  <ns1:lnTo>
                    <ns1:pt x="72" y="116"/>
                  </ns1:lnTo>
                  <ns1:close/>
                </ns1:path>
              </ns1:pathLst>
            </ns1:custGeom>
            <ns1:grpFill/>
            <ns1:ln>
              <ns1:noFill/>
            </ns1:ln>
            <ns1:extLst>
              <ns1:ext uri="{91240B29-F687-4F45-9708-019B960494DF}">
                <ns2:hiddenLine w="9525">
                  <ns1:solidFill>
                    <ns1:srgbClr val="000000"/>
                  </ns1:solidFill>
                  <ns1:round/>
                  <ns1:headEnd/>
                  <ns1:tailEnd/>
                </ns2:hiddenLine>
              </ns1:ext>
            </ns1:extLst>
          </ns0:spPr>
          <ns0:txBody>
            <ns1:bodyPr vert="horz" wrap="square" lIns="91440" tIns="45720" rIns="91440" bIns="45720" numCol="1" anchor="t" anchorCtr="0" compatLnSpc="1">
              <ns1:prstTxWarp prst="textNoShape">
                <ns1:avLst/>
              </ns1:prstTxWarp>
            </ns1:bodyPr>
            <ns1:lstStyle/>
            <ns1:p>
              <ns1:endParaRPr lang="id-ID" sz="2700"/>
            </ns1:p>
          </ns0:txBody>
        </ns0:sp>
        <ns0:sp>
          <ns0:nvSpPr>
            <ns0:cNvPr id="213" name="Freeform 10"/>
            <ns0:cNvSpPr>
              <ns1:spLocks noEditPoints="1"/>
            </ns0:cNvSpPr>
            <ns0:nvPr/>
          </ns0:nvSpPr>
          <ns0:spPr bwMode="auto">
            <ns1:xfrm>
              <ns1:off x="9035312" y="1067154"/>
              <ns1:ext cx="125225" cy="218341"/>
            </ns1:xfrm>
            <ns1:custGeom>
              <ns1:avLst/>
              <ns1:gdLst>
                <ns1:gd name="T0" fmla="*/ 40 w 48"/>
                <ns1:gd name="T1" fmla="*/ 0 h 84"/>
                <ns1:gd name="T2" fmla="*/ 7 w 48"/>
                <ns1:gd name="T3" fmla="*/ 0 h 84"/>
                <ns1:gd name="T4" fmla="*/ 7 w 48"/>
                <ns1:gd name="T5" fmla="*/ 0 h 84"/>
                <ns1:gd name="T6" fmla="*/ 7 w 48"/>
                <ns1:gd name="T7" fmla="*/ 0 h 84"/>
                <ns1:gd name="T8" fmla="*/ 0 w 48"/>
                <ns1:gd name="T9" fmla="*/ 7 h 84"/>
                <ns1:gd name="T10" fmla="*/ 0 w 48"/>
                <ns1:gd name="T11" fmla="*/ 76 h 84"/>
                <ns1:gd name="T12" fmla="*/ 7 w 48"/>
                <ns1:gd name="T13" fmla="*/ 84 h 84"/>
                <ns1:gd name="T14" fmla="*/ 40 w 48"/>
                <ns1:gd name="T15" fmla="*/ 84 h 84"/>
                <ns1:gd name="T16" fmla="*/ 48 w 48"/>
                <ns1:gd name="T17" fmla="*/ 76 h 84"/>
                <ns1:gd name="T18" fmla="*/ 48 w 48"/>
                <ns1:gd name="T19" fmla="*/ 7 h 84"/>
                <ns1:gd name="T20" fmla="*/ 40 w 48"/>
                <ns1:gd name="T21" fmla="*/ 0 h 84"/>
                <ns1:gd name="T22" fmla="*/ 44 w 48"/>
                <ns1:gd name="T23" fmla="*/ 76 h 84"/>
                <ns1:gd name="T24" fmla="*/ 40 w 48"/>
                <ns1:gd name="T25" fmla="*/ 80 h 84"/>
                <ns1:gd name="T26" fmla="*/ 7 w 48"/>
                <ns1:gd name="T27" fmla="*/ 80 h 84"/>
                <ns1:gd name="T28" fmla="*/ 4 w 48"/>
                <ns1:gd name="T29" fmla="*/ 76 h 84"/>
                <ns1:gd name="T30" fmla="*/ 4 w 48"/>
                <ns1:gd name="T31" fmla="*/ 7 h 84"/>
                <ns1:gd name="T32" fmla="*/ 7 w 48"/>
                <ns1:gd name="T33" fmla="*/ 4 h 84"/>
                <ns1:gd name="T34" fmla="*/ 40 w 48"/>
                <ns1:gd name="T35" fmla="*/ 4 h 84"/>
                <ns1:gd name="T36" fmla="*/ 44 w 48"/>
                <ns1:gd name="T37" fmla="*/ 7 h 84"/>
                <ns1:gd name="T38" fmla="*/ 44 w 48"/>
                <ns1:gd name="T39" fmla="*/ 76 h 84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  <ns1:cxn ang="0">
                  <ns1:pos x="T14" y="T15"/>
                </ns1:cxn>
                <ns1:cxn ang="0">
                  <ns1:pos x="T16" y="T17"/>
                </ns1:cxn>
                <ns1:cxn ang="0">
                  <ns1:pos x="T18" y="T19"/>
                </ns1:cxn>
                <ns1:cxn ang="0">
                  <ns1:pos x="T20" y="T21"/>
                </ns1:cxn>
                <ns1:cxn ang="0">
                  <ns1:pos x="T22" y="T23"/>
                </ns1:cxn>
                <ns1:cxn ang="0">
                  <ns1:pos x="T24" y="T25"/>
                </ns1:cxn>
                <ns1:cxn ang="0">
                  <ns1:pos x="T26" y="T27"/>
                </ns1:cxn>
                <ns1:cxn ang="0">
                  <ns1:pos x="T28" y="T29"/>
                </ns1:cxn>
                <ns1:cxn ang="0">
                  <ns1:pos x="T30" y="T31"/>
                </ns1:cxn>
                <ns1:cxn ang="0">
                  <ns1:pos x="T32" y="T33"/>
                </ns1:cxn>
                <ns1:cxn ang="0">
                  <ns1:pos x="T34" y="T35"/>
                </ns1:cxn>
                <ns1:cxn ang="0">
                  <ns1:pos x="T36" y="T37"/>
                </ns1:cxn>
                <ns1:cxn ang="0">
                  <ns1:pos x="T38" y="T39"/>
                </ns1:cxn>
              </ns1:cxnLst>
              <ns1:rect l="0" t="0" r="r" b="b"/>
              <ns1:pathLst>
                <ns1:path w="48" h="84">
                  <ns1:moveTo>
                    <ns1:pt x="40" y="0"/>
                  </ns1:moveTo>
                  <ns1:cubicBezTo>
                    <ns1:pt x="7" y="0"/>
                    <ns1:pt x="7" y="0"/>
                    <ns1:pt x="7" y="0"/>
                  </ns1:cubicBezTo>
                  <ns1:cubicBezTo>
                    <ns1:pt x="7" y="0"/>
                    <ns1:pt x="7" y="0"/>
                    <ns1:pt x="7" y="0"/>
                  </ns1:cubicBezTo>
                  <ns1:cubicBezTo>
                    <ns1:pt x="7" y="0"/>
                    <ns1:pt x="7" y="0"/>
                    <ns1:pt x="7" y="0"/>
                  </ns1:cubicBezTo>
                  <ns1:cubicBezTo>
                    <ns1:pt x="3" y="0"/>
                    <ns1:pt x="0" y="3"/>
                    <ns1:pt x="0" y="7"/>
                  </ns1:cubicBezTo>
                  <ns1:cubicBezTo>
                    <ns1:pt x="0" y="76"/>
                    <ns1:pt x="0" y="76"/>
                    <ns1:pt x="0" y="76"/>
                  </ns1:cubicBezTo>
                  <ns1:cubicBezTo>
                    <ns1:pt x="0" y="80"/>
                    <ns1:pt x="3" y="84"/>
                    <ns1:pt x="7" y="84"/>
                  </ns1:cubicBezTo>
                  <ns1:cubicBezTo>
                    <ns1:pt x="40" y="84"/>
                    <ns1:pt x="40" y="84"/>
                    <ns1:pt x="40" y="84"/>
                  </ns1:cubicBezTo>
                  <ns1:cubicBezTo>
                    <ns1:pt x="44" y="84"/>
                    <ns1:pt x="48" y="80"/>
                    <ns1:pt x="48" y="76"/>
                  </ns1:cubicBezTo>
                  <ns1:cubicBezTo>
                    <ns1:pt x="48" y="7"/>
                    <ns1:pt x="48" y="7"/>
                    <ns1:pt x="48" y="7"/>
                  </ns1:cubicBezTo>
                  <ns1:cubicBezTo>
                    <ns1:pt x="48" y="3"/>
                    <ns1:pt x="44" y="0"/>
                    <ns1:pt x="40" y="0"/>
                  </ns1:cubicBezTo>
                  <ns1:close/>
                  <ns1:moveTo>
                    <ns1:pt x="44" y="76"/>
                  </ns1:moveTo>
                  <ns1:cubicBezTo>
                    <ns1:pt x="44" y="78"/>
                    <ns1:pt x="42" y="80"/>
                    <ns1:pt x="40" y="80"/>
                  </ns1:cubicBezTo>
                  <ns1:cubicBezTo>
                    <ns1:pt x="7" y="80"/>
                    <ns1:pt x="7" y="80"/>
                    <ns1:pt x="7" y="80"/>
                  </ns1:cubicBezTo>
                  <ns1:cubicBezTo>
                    <ns1:pt x="5" y="80"/>
                    <ns1:pt x="4" y="78"/>
                    <ns1:pt x="4" y="76"/>
                  </ns1:cubicBezTo>
                  <ns1:cubicBezTo>
                    <ns1:pt x="4" y="7"/>
                    <ns1:pt x="4" y="7"/>
                    <ns1:pt x="4" y="7"/>
                  </ns1:cubicBezTo>
                  <ns1:cubicBezTo>
                    <ns1:pt x="4" y="5"/>
                    <ns1:pt x="5" y="4"/>
                    <ns1:pt x="7" y="4"/>
                  </ns1:cubicBezTo>
                  <ns1:cubicBezTo>
                    <ns1:pt x="40" y="4"/>
                    <ns1:pt x="40" y="4"/>
                    <ns1:pt x="40" y="4"/>
                  </ns1:cubicBezTo>
                  <ns1:cubicBezTo>
                    <ns1:pt x="42" y="4"/>
                    <ns1:pt x="44" y="5"/>
                    <ns1:pt x="44" y="7"/>
                  </ns1:cubicBezTo>
                  <ns1:lnTo>
                    <ns1:pt x="44" y="76"/>
                  </ns1:lnTo>
                  <ns1:close/>
                </ns1:path>
              </ns1:pathLst>
            </ns1:custGeom>
            <ns1:grpFill/>
            <ns1:ln>
              <ns1:noFill/>
            </ns1:ln>
            <ns1:extLst>
              <ns1:ext uri="{91240B29-F687-4F45-9708-019B960494DF}">
                <ns2:hiddenLine w="9525">
                  <ns1:solidFill>
                    <ns1:srgbClr val="000000"/>
                  </ns1:solidFill>
                  <ns1:round/>
                  <ns1:headEnd/>
                  <ns1:tailEnd/>
                </ns2:hiddenLine>
              </ns1:ext>
            </ns1:extLst>
          </ns0:spPr>
          <ns0:txBody>
            <ns1:bodyPr vert="horz" wrap="square" lIns="91440" tIns="45720" rIns="91440" bIns="45720" numCol="1" anchor="t" anchorCtr="0" compatLnSpc="1">
              <ns1:prstTxWarp prst="textNoShape">
                <ns1:avLst/>
              </ns1:prstTxWarp>
            </ns1:bodyPr>
            <ns1:lstStyle/>
            <ns1:p>
              <ns1:endParaRPr lang="id-ID" sz="2700"/>
            </ns1:p>
          </ns0:txBody>
        </ns0:sp>
        <ns0:sp>
          <ns0:nvSpPr>
            <ns0:cNvPr id="214" name="Freeform 11"/>
            <ns0:cNvSpPr>
              <ns1:spLocks/>
            </ns0:cNvSpPr>
            <ns0:nvPr/>
          </ns0:nvSpPr>
          <ns0:spPr bwMode="auto">
            <ns1:xfrm>
              <ns1:off x="9077053" y="1046819"/>
              <ns1:ext cx="41742" cy="10703"/>
            </ns1:xfrm>
            <ns1:custGeom>
              <ns1:avLst/>
              <ns1:gdLst>
                <ns1:gd name="T0" fmla="*/ 2 w 16"/>
                <ns1:gd name="T1" fmla="*/ 4 h 4"/>
                <ns1:gd name="T2" fmla="*/ 14 w 16"/>
                <ns1:gd name="T3" fmla="*/ 4 h 4"/>
                <ns1:gd name="T4" fmla="*/ 16 w 16"/>
                <ns1:gd name="T5" fmla="*/ 2 h 4"/>
                <ns1:gd name="T6" fmla="*/ 14 w 16"/>
                <ns1:gd name="T7" fmla="*/ 0 h 4"/>
                <ns1:gd name="T8" fmla="*/ 2 w 16"/>
                <ns1:gd name="T9" fmla="*/ 0 h 4"/>
                <ns1:gd name="T10" fmla="*/ 0 w 16"/>
                <ns1:gd name="T11" fmla="*/ 2 h 4"/>
                <ns1:gd name="T12" fmla="*/ 2 w 16"/>
                <ns1:gd name="T13" fmla="*/ 4 h 4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</ns1:cxnLst>
              <ns1:rect l="0" t="0" r="r" b="b"/>
              <ns1:pathLst>
                <ns1:path w="16" h="4">
                  <ns1:moveTo>
                    <ns1:pt x="2" y="4"/>
                  </ns1:moveTo>
                  <ns1:cubicBezTo>
                    <ns1:pt x="14" y="4"/>
                    <ns1:pt x="14" y="4"/>
                    <ns1:pt x="14" y="4"/>
                  </ns1:cubicBezTo>
                  <ns1:cubicBezTo>
                    <ns1:pt x="15" y="4"/>
                    <ns1:pt x="16" y="3"/>
                    <ns1:pt x="16" y="2"/>
                  </ns1:cubicBezTo>
                  <ns1:cubicBezTo>
                    <ns1:pt x="16" y="1"/>
                    <ns1:pt x="15" y="0"/>
                    <ns1:pt x="14" y="0"/>
                  </ns1:cubicBezTo>
                  <ns1:cubicBezTo>
                    <ns1:pt x="2" y="0"/>
                    <ns1:pt x="2" y="0"/>
                    <ns1:pt x="2" y="0"/>
                  </ns1:cubicBezTo>
                  <ns1:cubicBezTo>
                    <ns1:pt x="1" y="0"/>
                    <ns1:pt x="0" y="1"/>
                    <ns1:pt x="0" y="2"/>
                  </ns1:cubicBezTo>
                  <ns1:cubicBezTo>
                    <ns1:pt x="0" y="3"/>
                    <ns1:pt x="1" y="4"/>
                    <ns1:pt x="2" y="4"/>
                  </ns1:cubicBezTo>
                  <ns1:close/>
                </ns1:path>
              </ns1:pathLst>
            </ns1:custGeom>
            <ns1:grpFill/>
            <ns1:ln>
              <ns1:noFill/>
            </ns1:ln>
            <ns1:extLst>
              <ns1:ext uri="{91240B29-F687-4F45-9708-019B960494DF}">
                <ns2:hiddenLine w="9525">
                  <ns1:solidFill>
                    <ns1:srgbClr val="000000"/>
                  </ns1:solidFill>
                  <ns1:round/>
                  <ns1:headEnd/>
                  <ns1:tailEnd/>
                </ns2:hiddenLine>
              </ns1:ext>
            </ns1:extLst>
          </ns0:spPr>
          <ns0:txBody>
            <ns1:bodyPr vert="horz" wrap="square" lIns="91440" tIns="45720" rIns="91440" bIns="45720" numCol="1" anchor="t" anchorCtr="0" compatLnSpc="1">
              <ns1:prstTxWarp prst="textNoShape">
                <ns1:avLst/>
              </ns1:prstTxWarp>
            </ns1:bodyPr>
            <ns1:lstStyle/>
            <ns1:p>
              <ns1:endParaRPr lang="id-ID" sz="2700"/>
            </ns1:p>
          </ns0:txBody>
        </ns0:sp>
        <ns0:sp>
          <ns0:nvSpPr>
            <ns0:cNvPr id="215" name="Oval 12"/>
            <ns0:cNvSpPr>
              <ns1:spLocks noChangeArrowheads="1"/>
            </ns0:cNvSpPr>
            <ns0:nvPr/>
          </ns0:nvSpPr>
          <ns0:spPr bwMode="auto">
            <ns1:xfrm>
              <ns1:off x="9087756" y="1295128"/>
              <ns1:ext cx="20336" cy="21406"/>
            </ns1:xfrm>
            <ns1:prstGeom prst="ellipse">
              <ns1:avLst/>
            </ns1:prstGeom>
            <ns1:grpFill/>
            <ns1:ln>
              <ns1:noFill/>
            </ns1:ln>
            <ns1:extLst>
              <ns1:ext uri="{91240B29-F687-4F45-9708-019B960494DF}">
                <ns2:hiddenLine w="9525">
                  <ns1:solidFill>
                    <ns1:srgbClr val="000000"/>
                  </ns1:solidFill>
                  <ns1:round/>
                  <ns1:headEnd/>
                  <ns1:tailEnd/>
                </ns2:hiddenLine>
              </ns1:ext>
            </ns1:extLst>
          </ns0:spPr>
          <ns0:txBody>
            <ns1:bodyPr vert="horz" wrap="square" lIns="91440" tIns="45720" rIns="91440" bIns="45720" numCol="1" anchor="t" anchorCtr="0" compatLnSpc="1">
              <ns1:prstTxWarp prst="textNoShape">
                <ns1:avLst/>
              </ns1:prstTxWarp>
            </ns1:bodyPr>
            <ns1:lstStyle/>
            <ns1:p>
              <ns1:endParaRPr lang="id-ID" sz="2700"/>
            </ns1:p>
          </ns0:txBody>
        </ns0:sp>
      </ns0:grpSp>
      <ns0:sp>
        <ns0:nvSpPr>
          <ns0:cNvPr id="216" name="Freeform 34"/>
          <ns0:cNvSpPr>
            <ns1:spLocks noEditPoints="1"/>
          </ns0:cNvSpPr>
          <ns0:nvPr/>
        </ns0:nvSpPr>
        <ns0:spPr bwMode="auto">
          <ns1:xfrm rot="19783458">
            <ns1:off x="10312685" y="1117914"/>
            <ns1:ext cx="272696" cy="519039"/>
          </ns1:xfrm>
          <ns1:custGeom>
            <ns1:avLst/>
            <ns1:gdLst>
              <ns1:gd name="T0" fmla="*/ 55 w 98"/>
              <ns1:gd name="T1" fmla="*/ 48 h 189"/>
              <ns1:gd name="T2" fmla="*/ 36 w 98"/>
              <ns1:gd name="T3" fmla="*/ 31 h 189"/>
              <ns1:gd name="T4" fmla="*/ 54 w 98"/>
              <ns1:gd name="T5" fmla="*/ 0 h 189"/>
              <ns1:gd name="T6" fmla="*/ 31 w 98"/>
              <ns1:gd name="T7" fmla="*/ 33 h 189"/>
              <ns1:gd name="T8" fmla="*/ 45 w 98"/>
              <ns1:gd name="T9" fmla="*/ 48 h 189"/>
              <ns1:gd name="T10" fmla="*/ 44 w 98"/>
              <ns1:gd name="T11" fmla="*/ 48 h 189"/>
              <ns1:gd name="T12" fmla="*/ 0 w 98"/>
              <ns1:gd name="T13" fmla="*/ 96 h 189"/>
              <ns1:gd name="T14" fmla="*/ 0 w 98"/>
              <ns1:gd name="T15" fmla="*/ 141 h 189"/>
              <ns1:gd name="T16" fmla="*/ 44 w 98"/>
              <ns1:gd name="T17" fmla="*/ 189 h 189"/>
              <ns1:gd name="T18" fmla="*/ 54 w 98"/>
              <ns1:gd name="T19" fmla="*/ 189 h 189"/>
              <ns1:gd name="T20" fmla="*/ 98 w 98"/>
              <ns1:gd name="T21" fmla="*/ 141 h 189"/>
              <ns1:gd name="T22" fmla="*/ 98 w 98"/>
              <ns1:gd name="T23" fmla="*/ 96 h 189"/>
              <ns1:gd name="T24" fmla="*/ 55 w 98"/>
              <ns1:gd name="T25" fmla="*/ 48 h 189"/>
              <ns1:gd name="T26" fmla="*/ 29 w 98"/>
              <ns1:gd name="T27" fmla="*/ 119 h 189"/>
              <ns1:gd name="T28" fmla="*/ 7 w 98"/>
              <ns1:gd name="T29" fmla="*/ 110 h 189"/>
              <ns1:gd name="T30" fmla="*/ 7 w 98"/>
              <ns1:gd name="T31" fmla="*/ 96 h 189"/>
              <ns1:gd name="T32" fmla="*/ 43 w 98"/>
              <ns1:gd name="T33" fmla="*/ 54 h 189"/>
              <ns1:gd name="T34" fmla="*/ 43 w 98"/>
              <ns1:gd name="T35" fmla="*/ 73 h 189"/>
              <ns1:gd name="T36" fmla="*/ 36 w 98"/>
              <ns1:gd name="T37" fmla="*/ 84 h 189"/>
              <ns1:gd name="T38" fmla="*/ 36 w 98"/>
              <ns1:gd name="T39" fmla="*/ 89 h 189"/>
              <ns1:gd name="T40" fmla="*/ 43 w 98"/>
              <ns1:gd name="T41" fmla="*/ 99 h 189"/>
              <ns1:gd name="T42" fmla="*/ 43 w 98"/>
              <ns1:gd name="T43" fmla="*/ 117 h 189"/>
              <ns1:gd name="T44" fmla="*/ 43 w 98"/>
              <ns1:gd name="T45" fmla="*/ 119 h 189"/>
              <ns1:gd name="T46" fmla="*/ 29 w 98"/>
              <ns1:gd name="T47" fmla="*/ 119 h 189"/>
              <ns1:gd name="T48" fmla="*/ 49 w 98"/>
              <ns1:gd name="T49" fmla="*/ 98 h 189"/>
              <ns1:gd name="T50" fmla="*/ 41 w 98"/>
              <ns1:gd name="T51" fmla="*/ 90 h 189"/>
              <ns1:gd name="T52" fmla="*/ 41 w 98"/>
              <ns1:gd name="T53" fmla="*/ 83 h 189"/>
              <ns1:gd name="T54" fmla="*/ 49 w 98"/>
              <ns1:gd name="T55" fmla="*/ 75 h 189"/>
              <ns1:gd name="T56" fmla="*/ 56 w 98"/>
              <ns1:gd name="T57" fmla="*/ 83 h 189"/>
              <ns1:gd name="T58" fmla="*/ 56 w 98"/>
              <ns1:gd name="T59" fmla="*/ 90 h 189"/>
              <ns1:gd name="T60" fmla="*/ 49 w 98"/>
              <ns1:gd name="T61" fmla="*/ 98 h 189"/>
              <ns1:gd name="T62" fmla="*/ 91 w 98"/>
              <ns1:gd name="T63" fmla="*/ 113 h 189"/>
              <ns1:gd name="T64" fmla="*/ 72 w 98"/>
              <ns1:gd name="T65" fmla="*/ 119 h 189"/>
              <ns1:gd name="T66" fmla="*/ 54 w 98"/>
              <ns1:gd name="T67" fmla="*/ 119 h 189"/>
              <ns1:gd name="T68" fmla="*/ 54 w 98"/>
              <ns1:gd name="T69" fmla="*/ 117 h 189"/>
              <ns1:gd name="T70" fmla="*/ 54 w 98"/>
              <ns1:gd name="T71" fmla="*/ 99 h 189"/>
              <ns1:gd name="T72" fmla="*/ 61 w 98"/>
              <ns1:gd name="T73" fmla="*/ 89 h 189"/>
              <ns1:gd name="T74" fmla="*/ 61 w 98"/>
              <ns1:gd name="T75" fmla="*/ 84 h 189"/>
              <ns1:gd name="T76" fmla="*/ 54 w 98"/>
              <ns1:gd name="T77" fmla="*/ 73 h 189"/>
              <ns1:gd name="T78" fmla="*/ 54 w 98"/>
              <ns1:gd name="T79" fmla="*/ 54 h 189"/>
              <ns1:gd name="T80" fmla="*/ 91 w 98"/>
              <ns1:gd name="T81" fmla="*/ 96 h 189"/>
              <ns1:gd name="T82" fmla="*/ 91 w 98"/>
              <ns1:gd name="T83" fmla="*/ 113 h 189"/>
            </ns1:gdLst>
            <ns1:ahLst/>
            <ns1:cxnLst>
              <ns1:cxn ang="0">
                <ns1:pos x="T0" y="T1"/>
              </ns1:cxn>
              <ns1:cxn ang="0">
                <ns1:pos x="T2" y="T3"/>
              </ns1:cxn>
              <ns1:cxn ang="0">
                <ns1:pos x="T4" y="T5"/>
              </ns1:cxn>
              <ns1:cxn ang="0">
                <ns1:pos x="T6" y="T7"/>
              </ns1:cxn>
              <ns1:cxn ang="0">
                <ns1:pos x="T8" y="T9"/>
              </ns1:cxn>
              <ns1:cxn ang="0">
                <ns1:pos x="T10" y="T11"/>
              </ns1:cxn>
              <ns1:cxn ang="0">
                <ns1:pos x="T12" y="T13"/>
              </ns1:cxn>
              <ns1:cxn ang="0">
                <ns1:pos x="T14" y="T15"/>
              </ns1:cxn>
              <ns1:cxn ang="0">
                <ns1:pos x="T16" y="T17"/>
              </ns1:cxn>
              <ns1:cxn ang="0">
                <ns1:pos x="T18" y="T19"/>
              </ns1:cxn>
              <ns1:cxn ang="0">
                <ns1:pos x="T20" y="T21"/>
              </ns1:cxn>
              <ns1:cxn ang="0">
                <ns1:pos x="T22" y="T23"/>
              </ns1:cxn>
              <ns1:cxn ang="0">
                <ns1:pos x="T24" y="T25"/>
              </ns1:cxn>
              <ns1:cxn ang="0">
                <ns1:pos x="T26" y="T27"/>
              </ns1:cxn>
              <ns1:cxn ang="0">
                <ns1:pos x="T28" y="T29"/>
              </ns1:cxn>
              <ns1:cxn ang="0">
                <ns1:pos x="T30" y="T31"/>
              </ns1:cxn>
              <ns1:cxn ang="0">
                <ns1:pos x="T32" y="T33"/>
              </ns1:cxn>
              <ns1:cxn ang="0">
                <ns1:pos x="T34" y="T35"/>
              </ns1:cxn>
              <ns1:cxn ang="0">
                <ns1:pos x="T36" y="T37"/>
              </ns1:cxn>
              <ns1:cxn ang="0">
                <ns1:pos x="T38" y="T39"/>
              </ns1:cxn>
              <ns1:cxn ang="0">
                <ns1:pos x="T40" y="T41"/>
              </ns1:cxn>
              <ns1:cxn ang="0">
                <ns1:pos x="T42" y="T43"/>
              </ns1:cxn>
              <ns1:cxn ang="0">
                <ns1:pos x="T44" y="T45"/>
              </ns1:cxn>
              <ns1:cxn ang="0">
                <ns1:pos x="T46" y="T47"/>
              </ns1:cxn>
              <ns1:cxn ang="0">
                <ns1:pos x="T48" y="T49"/>
              </ns1:cxn>
              <ns1:cxn ang="0">
                <ns1:pos x="T50" y="T51"/>
              </ns1:cxn>
              <ns1:cxn ang="0">
                <ns1:pos x="T52" y="T53"/>
              </ns1:cxn>
              <ns1:cxn ang="0">
                <ns1:pos x="T54" y="T55"/>
              </ns1:cxn>
              <ns1:cxn ang="0">
                <ns1:pos x="T56" y="T57"/>
              </ns1:cxn>
              <ns1:cxn ang="0">
                <ns1:pos x="T58" y="T59"/>
              </ns1:cxn>
              <ns1:cxn ang="0">
                <ns1:pos x="T60" y="T61"/>
              </ns1:cxn>
              <ns1:cxn ang="0">
                <ns1:pos x="T62" y="T63"/>
              </ns1:cxn>
              <ns1:cxn ang="0">
                <ns1:pos x="T64" y="T65"/>
              </ns1:cxn>
              <ns1:cxn ang="0">
                <ns1:pos x="T66" y="T67"/>
              </ns1:cxn>
              <ns1:cxn ang="0">
                <ns1:pos x="T68" y="T69"/>
              </ns1:cxn>
              <ns1:cxn ang="0">
                <ns1:pos x="T70" y="T71"/>
              </ns1:cxn>
              <ns1:cxn ang="0">
                <ns1:pos x="T72" y="T73"/>
              </ns1:cxn>
              <ns1:cxn ang="0">
                <ns1:pos x="T74" y="T75"/>
              </ns1:cxn>
              <ns1:cxn ang="0">
                <ns1:pos x="T76" y="T77"/>
              </ns1:cxn>
              <ns1:cxn ang="0">
                <ns1:pos x="T78" y="T79"/>
              </ns1:cxn>
              <ns1:cxn ang="0">
                <ns1:pos x="T80" y="T81"/>
              </ns1:cxn>
              <ns1:cxn ang="0">
                <ns1:pos x="T82" y="T83"/>
              </ns1:cxn>
            </ns1:cxnLst>
            <ns1:rect l="0" t="0" r="r" b="b"/>
            <ns1:pathLst>
              <ns1:path w="98" h="189">
                <ns1:moveTo>
                  <ns1:pt x="55" y="48"/>
                </ns1:moveTo>
                <ns1:cubicBezTo>
                  <ns1:pt x="55" y="39"/>
                  <ns1:pt x="41" y="34"/>
                  <ns1:pt x="36" y="31"/>
                </ns1:cubicBezTo>
                <ns1:cubicBezTo>
                  <ns1:pt x="22" y="19"/>
                  <ns1:pt x="46" y="4"/>
                  <ns1:pt x="54" y="0"/>
                </ns1:cubicBezTo>
                <ns1:cubicBezTo>
                  <ns1:pt x="45" y="5"/>
                  <ns1:pt x="17" y="22"/>
                  <ns1:pt x="31" y="33"/>
                </ns1:cubicBezTo>
                <ns1:cubicBezTo>
                  <ns1:pt x="36" y="37"/>
                  <ns1:pt x="43" y="41"/>
                  <ns1:pt x="45" y="48"/>
                </ns1:cubicBezTo>
                <ns1:cubicBezTo>
                  <ns1:pt x="44" y="48"/>
                  <ns1:pt x="44" y="48"/>
                  <ns1:pt x="44" y="48"/>
                </ns1:cubicBezTo>
                <ns1:cubicBezTo>
                  <ns1:pt x="19" y="48"/>
                  <ns1:pt x="0" y="69"/>
                  <ns1:pt x="0" y="96"/>
                </ns1:cubicBezTo>
                <ns1:cubicBezTo>
                  <ns1:pt x="0" y="141"/>
                  <ns1:pt x="0" y="141"/>
                  <ns1:pt x="0" y="141"/>
                </ns1:cubicBezTo>
                <ns1:cubicBezTo>
                  <ns1:pt x="0" y="168"/>
                  <ns1:pt x="19" y="189"/>
                  <ns1:pt x="44" y="189"/>
                </ns1:cubicBezTo>
                <ns1:cubicBezTo>
                  <ns1:pt x="54" y="189"/>
                  <ns1:pt x="54" y="189"/>
                  <ns1:pt x="54" y="189"/>
                </ns1:cubicBezTo>
                <ns1:cubicBezTo>
                  <ns1:pt x="78" y="189"/>
                  <ns1:pt x="98" y="168"/>
                  <ns1:pt x="98" y="141"/>
                </ns1:cubicBezTo>
                <ns1:cubicBezTo>
                  <ns1:pt x="98" y="96"/>
                  <ns1:pt x="98" y="96"/>
                  <ns1:pt x="98" y="96"/>
                </ns1:cubicBezTo>
                <ns1:cubicBezTo>
                  <ns1:pt x="98" y="70"/>
                  <ns1:pt x="78" y="49"/>
                  <ns1:pt x="55" y="48"/>
                </ns1:cubicBezTo>
                <ns1:close/>
                <ns1:moveTo>
                  <ns1:pt x="29" y="119"/>
                </ns1:moveTo>
                <ns1:cubicBezTo>
                  <ns1:pt x="21" y="119"/>
                  <ns1:pt x="13" y="116"/>
                  <ns1:pt x="7" y="110"/>
                </ns1:cubicBezTo>
                <ns1:cubicBezTo>
                  <ns1:pt x="7" y="96"/>
                  <ns1:pt x="7" y="96"/>
                  <ns1:pt x="7" y="96"/>
                </ns1:cubicBezTo>
                <ns1:cubicBezTo>
                  <ns1:pt x="7" y="73"/>
                  <ns1:pt x="23" y="55"/>
                  <ns1:pt x="43" y="54"/>
                </ns1:cubicBezTo>
                <ns1:cubicBezTo>
                  <ns1:pt x="43" y="73"/>
                  <ns1:pt x="43" y="73"/>
                  <ns1:pt x="43" y="73"/>
                </ns1:cubicBezTo>
                <ns1:cubicBezTo>
                  <ns1:pt x="39" y="75"/>
                  <ns1:pt x="36" y="79"/>
                  <ns1:pt x="36" y="84"/>
                </ns1:cubicBezTo>
                <ns1:cubicBezTo>
                  <ns1:pt x="36" y="89"/>
                  <ns1:pt x="36" y="89"/>
                  <ns1:pt x="36" y="89"/>
                </ns1:cubicBezTo>
                <ns1:cubicBezTo>
                  <ns1:pt x="36" y="94"/>
                  <ns1:pt x="39" y="98"/>
                  <ns1:pt x="43" y="99"/>
                </ns1:cubicBezTo>
                <ns1:cubicBezTo>
                  <ns1:pt x="43" y="117"/>
                  <ns1:pt x="43" y="117"/>
                  <ns1:pt x="43" y="117"/>
                </ns1:cubicBezTo>
                <ns1:cubicBezTo>
                  <ns1:pt x="43" y="117"/>
                  <ns1:pt x="43" y="118"/>
                  <ns1:pt x="43" y="119"/>
                </ns1:cubicBezTo>
                <ns1:lnTo>
                  <ns1:pt x="29" y="119"/>
                </ns1:lnTo>
                <ns1:close/>
                <ns1:moveTo>
                  <ns1:pt x="49" y="98"/>
                </ns1:moveTo>
                <ns1:cubicBezTo>
                  <ns1:pt x="45" y="98"/>
                  <ns1:pt x="41" y="94"/>
                  <ns1:pt x="41" y="90"/>
                </ns1:cubicBezTo>
                <ns1:cubicBezTo>
                  <ns1:pt x="41" y="83"/>
                  <ns1:pt x="41" y="83"/>
                  <ns1:pt x="41" y="83"/>
                </ns1:cubicBezTo>
                <ns1:cubicBezTo>
                  <ns1:pt x="41" y="79"/>
                  <ns1:pt x="45" y="75"/>
                  <ns1:pt x="49" y="75"/>
                </ns1:cubicBezTo>
                <ns1:cubicBezTo>
                  <ns1:pt x="53" y="75"/>
                  <ns1:pt x="56" y="79"/>
                  <ns1:pt x="56" y="83"/>
                </ns1:cubicBezTo>
                <ns1:cubicBezTo>
                  <ns1:pt x="56" y="90"/>
                  <ns1:pt x="56" y="90"/>
                  <ns1:pt x="56" y="90"/>
                </ns1:cubicBezTo>
                <ns1:cubicBezTo>
                  <ns1:pt x="56" y="94"/>
                  <ns1:pt x="53" y="98"/>
                  <ns1:pt x="49" y="98"/>
                </ns1:cubicBezTo>
                <ns1:close/>
                <ns1:moveTo>
                  <ns1:pt x="91" y="113"/>
                </ns1:moveTo>
                <ns1:cubicBezTo>
                  <ns1:pt x="85" y="117"/>
                  <ns1:pt x="79" y="119"/>
                  <ns1:pt x="72" y="119"/>
                </ns1:cubicBezTo>
                <ns1:cubicBezTo>
                  <ns1:pt x="54" y="119"/>
                  <ns1:pt x="54" y="119"/>
                  <ns1:pt x="54" y="119"/>
                </ns1:cubicBezTo>
                <ns1:cubicBezTo>
                  <ns1:pt x="54" y="118"/>
                  <ns1:pt x="54" y="117"/>
                  <ns1:pt x="54" y="117"/>
                </ns1:cubicBezTo>
                <ns1:cubicBezTo>
                  <ns1:pt x="54" y="99"/>
                  <ns1:pt x="54" y="99"/>
                  <ns1:pt x="54" y="99"/>
                </ns1:cubicBezTo>
                <ns1:cubicBezTo>
                  <ns1:pt x="58" y="98"/>
                  <ns1:pt x="61" y="94"/>
                  <ns1:pt x="61" y="89"/>
                </ns1:cubicBezTo>
                <ns1:cubicBezTo>
                  <ns1:pt x="61" y="84"/>
                  <ns1:pt x="61" y="84"/>
                  <ns1:pt x="61" y="84"/>
                </ns1:cubicBezTo>
                <ns1:cubicBezTo>
                  <ns1:pt x="61" y="79"/>
                  <ns1:pt x="58" y="75"/>
                  <ns1:pt x="54" y="73"/>
                </ns1:cubicBezTo>
                <ns1:cubicBezTo>
                  <ns1:pt x="54" y="54"/>
                  <ns1:pt x="54" y="54"/>
                  <ns1:pt x="54" y="54"/>
                </ns1:cubicBezTo>
                <ns1:cubicBezTo>
                  <ns1:pt x="74" y="55"/>
                  <ns1:pt x="91" y="73"/>
                  <ns1:pt x="91" y="96"/>
                </ns1:cubicBezTo>
                <ns1:lnTo>
                  <ns1:pt x="91" y="113"/>
                </ns1:lnTo>
                <ns1:close/>
              </ns1:path>
            </ns1:pathLst>
          </ns1:custGeom>
          <ns1:solidFill>
            <ns1:schemeClr val="tx1"/>
          </ns1:solidFill>
          <ns1:ln>
            <ns1:noFill/>
          </ns1:ln>
        </ns0:spPr>
        <ns0:txBody>
          <ns1:bodyPr vert="horz" wrap="square" lIns="91440" tIns="45720" rIns="91440" bIns="45720" numCol="1" anchor="t" anchorCtr="0" compatLnSpc="1">
            <ns1:prstTxWarp prst="textNoShape">
              <ns1:avLst/>
            </ns1:prstTxWarp>
          </ns1:bodyPr>
          <ns1:lstStyle/>
          <ns1:p>
            <ns1:endParaRPr lang="id-ID" sz="2700"/>
          </ns1:p>
        </ns0:txBody>
      </ns0:sp>
      <ns0:grpSp>
        <ns0:nvGrpSpPr>
          <ns0:cNvPr id="217" name="Group 216"/>
          <ns0:cNvGrpSpPr/>
          <ns0:nvPr/>
        </ns0:nvGrpSpPr>
        <ns0:grpSpPr>
          <ns1:xfrm>
            <ns1:off x="9230162" y="2862006"/>
            <ns1:ext cx="457863" cy="417946"/>
            <ns1:chOff x="5591176" y="4987925"/>
            <ns1:chExt cx="309563" cy="282575"/>
          </ns1:xfrm>
          <ns1:solidFill>
            <ns1:schemeClr val="tx1"/>
          </ns1:solidFill>
        </ns0:grpSpPr>
        <ns0:sp>
          <ns0:nvSpPr>
            <ns0:cNvPr id="218" name="Freeform 291"/>
            <ns0:cNvSpPr>
              <ns1:spLocks/>
            </ns0:cNvSpPr>
            <ns0:nvPr/>
          </ns0:nvSpPr>
          <ns0:spPr bwMode="auto">
            <ns1:xfrm>
              <ns1:off x="5678488" y="4987925"/>
              <ns1:ext cx="46038" cy="95250"/>
            </ns1:xfrm>
            <ns1:custGeom>
              <ns1:avLst/>
              <ns1:gdLst>
                <ns1:gd name="T0" fmla="*/ 8 w 17"/>
                <ns1:gd name="T1" fmla="*/ 16 h 36"/>
                <ns1:gd name="T2" fmla="*/ 1 w 17"/>
                <ns1:gd name="T3" fmla="*/ 29 h 36"/>
                <ns1:gd name="T4" fmla="*/ 10 w 17"/>
                <ns1:gd name="T5" fmla="*/ 36 h 36"/>
                <ns1:gd name="T6" fmla="*/ 12 w 17"/>
                <ns1:gd name="T7" fmla="*/ 34 h 36"/>
                <ns1:gd name="T8" fmla="*/ 10 w 17"/>
                <ns1:gd name="T9" fmla="*/ 32 h 36"/>
                <ns1:gd name="T10" fmla="*/ 4 w 17"/>
                <ns1:gd name="T11" fmla="*/ 28 h 36"/>
                <ns1:gd name="T12" fmla="*/ 10 w 17"/>
                <ns1:gd name="T13" fmla="*/ 20 h 36"/>
                <ns1:gd name="T14" fmla="*/ 16 w 17"/>
                <ns1:gd name="T15" fmla="*/ 9 h 36"/>
                <ns1:gd name="T16" fmla="*/ 5 w 17"/>
                <ns1:gd name="T17" fmla="*/ 0 h 36"/>
                <ns1:gd name="T18" fmla="*/ 3 w 17"/>
                <ns1:gd name="T19" fmla="*/ 2 h 36"/>
                <ns1:gd name="T20" fmla="*/ 5 w 17"/>
                <ns1:gd name="T21" fmla="*/ 4 h 36"/>
                <ns1:gd name="T22" fmla="*/ 12 w 17"/>
                <ns1:gd name="T23" fmla="*/ 10 h 36"/>
                <ns1:gd name="T24" fmla="*/ 8 w 17"/>
                <ns1:gd name="T25" fmla="*/ 16 h 36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  <ns1:cxn ang="0">
                  <ns1:pos x="T14" y="T15"/>
                </ns1:cxn>
                <ns1:cxn ang="0">
                  <ns1:pos x="T16" y="T17"/>
                </ns1:cxn>
                <ns1:cxn ang="0">
                  <ns1:pos x="T18" y="T19"/>
                </ns1:cxn>
                <ns1:cxn ang="0">
                  <ns1:pos x="T20" y="T21"/>
                </ns1:cxn>
                <ns1:cxn ang="0">
                  <ns1:pos x="T22" y="T23"/>
                </ns1:cxn>
                <ns1:cxn ang="0">
                  <ns1:pos x="T24" y="T25"/>
                </ns1:cxn>
              </ns1:cxnLst>
              <ns1:rect l="0" t="0" r="r" b="b"/>
              <ns1:pathLst>
                <ns1:path w="17" h="36">
                  <ns1:moveTo>
                    <ns1:pt x="8" y="16"/>
                  </ns1:moveTo>
                  <ns1:cubicBezTo>
                    <ns1:pt x="2" y="19"/>
                    <ns1:pt x="0" y="24"/>
                    <ns1:pt x="1" y="29"/>
                  </ns1:cubicBezTo>
                  <ns1:cubicBezTo>
                    <ns1:pt x="1" y="33"/>
                    <ns1:pt x="5" y="36"/>
                    <ns1:pt x="10" y="36"/>
                  </ns1:cubicBezTo>
                  <ns1:cubicBezTo>
                    <ns1:pt x="11" y="36"/>
                    <ns1:pt x="12" y="35"/>
                    <ns1:pt x="12" y="34"/>
                  </ns1:cubicBezTo>
                  <ns1:cubicBezTo>
                    <ns1:pt x="12" y="33"/>
                    <ns1:pt x="11" y="32"/>
                    <ns1:pt x="10" y="32"/>
                  </ns1:cubicBezTo>
                  <ns1:cubicBezTo>
                    <ns1:pt x="6" y="32"/>
                    <ns1:pt x="5" y="30"/>
                    <ns1:pt x="4" y="28"/>
                  </ns1:cubicBezTo>
                  <ns1:cubicBezTo>
                    <ns1:pt x="4" y="25"/>
                    <ns1:pt x="5" y="22"/>
                    <ns1:pt x="10" y="20"/>
                  </ns1:cubicBezTo>
                  <ns1:cubicBezTo>
                    <ns1:pt x="16" y="17"/>
                    <ns1:pt x="17" y="13"/>
                    <ns1:pt x="16" y="9"/>
                  </ns1:cubicBezTo>
                  <ns1:cubicBezTo>
                    <ns1:pt x="15" y="4"/>
                    <ns1:pt x="10" y="0"/>
                    <ns1:pt x="5" y="0"/>
                  </ns1:cubicBezTo>
                  <ns1:cubicBezTo>
                    <ns1:pt x="4" y="0"/>
                    <ns1:pt x="3" y="1"/>
                    <ns1:pt x="3" y="2"/>
                  </ns1:cubicBezTo>
                  <ns1:cubicBezTo>
                    <ns1:pt x="3" y="3"/>
                    <ns1:pt x="4" y="4"/>
                    <ns1:pt x="5" y="4"/>
                  </ns1:cubicBezTo>
                  <ns1:cubicBezTo>
                    <ns1:pt x="9" y="4"/>
                    <ns1:pt x="12" y="7"/>
                    <ns1:pt x="12" y="10"/>
                  </ns1:cubicBezTo>
                  <ns1:cubicBezTo>
                    <ns1:pt x="13" y="13"/>
                    <ns1:pt x="11" y="15"/>
                    <ns1:pt x="8" y="16"/>
                  </ns1:cubicBezTo>
                  <ns1:close/>
                </ns1:path>
              </ns1:pathLst>
            </ns1:custGeom>
            <ns1:grpFill/>
            <ns1:ln>
              <ns1:noFill/>
            </ns1:ln>
            <ns1:extLst>
              <ns1:ext uri="{91240B29-F687-4F45-9708-019B960494DF}">
                <ns2:hiddenLine w="9525">
                  <ns1:solidFill>
                    <ns1:srgbClr val="000000"/>
                  </ns1:solidFill>
                  <ns1:round/>
                  <ns1:headEnd/>
                  <ns1:tailEnd/>
                </ns2:hiddenLine>
              </ns1:ext>
            </ns1:extLst>
          </ns0:spPr>
          <ns0:txBody>
            <ns1:bodyPr vert="horz" wrap="square" lIns="91440" tIns="45720" rIns="91440" bIns="45720" numCol="1" anchor="t" anchorCtr="0" compatLnSpc="1">
              <ns1:prstTxWarp prst="textNoShape">
                <ns1:avLst/>
              </ns1:prstTxWarp>
            </ns1:bodyPr>
            <ns1:lstStyle/>
            <ns1:p>
              <ns1:endParaRPr lang="id-ID" sz="2700"/>
            </ns1:p>
          </ns0:txBody>
        </ns0:sp>
        <ns0:sp>
          <ns0:nvSpPr>
            <ns0:cNvPr id="219" name="Freeform 292"/>
            <ns0:cNvSpPr>
              <ns1:spLocks/>
            </ns0:cNvSpPr>
            <ns0:nvPr/>
          </ns0:nvSpPr>
          <ns0:spPr bwMode="auto">
            <ns1:xfrm>
              <ns1:off x="5724526" y="4987925"/>
              <ns1:ext cx="44450" cy="95250"/>
            </ns1:xfrm>
            <ns1:custGeom>
              <ns1:avLst/>
              <ns1:gdLst>
                <ns1:gd name="T0" fmla="*/ 9 w 17"/>
                <ns1:gd name="T1" fmla="*/ 16 h 36"/>
                <ns1:gd name="T2" fmla="*/ 1 w 17"/>
                <ns1:gd name="T3" fmla="*/ 29 h 36"/>
                <ns1:gd name="T4" fmla="*/ 10 w 17"/>
                <ns1:gd name="T5" fmla="*/ 36 h 36"/>
                <ns1:gd name="T6" fmla="*/ 12 w 17"/>
                <ns1:gd name="T7" fmla="*/ 34 h 36"/>
                <ns1:gd name="T8" fmla="*/ 10 w 17"/>
                <ns1:gd name="T9" fmla="*/ 32 h 36"/>
                <ns1:gd name="T10" fmla="*/ 5 w 17"/>
                <ns1:gd name="T11" fmla="*/ 28 h 36"/>
                <ns1:gd name="T12" fmla="*/ 10 w 17"/>
                <ns1:gd name="T13" fmla="*/ 20 h 36"/>
                <ns1:gd name="T14" fmla="*/ 17 w 17"/>
                <ns1:gd name="T15" fmla="*/ 9 h 36"/>
                <ns1:gd name="T16" fmla="*/ 5 w 17"/>
                <ns1:gd name="T17" fmla="*/ 0 h 36"/>
                <ns1:gd name="T18" fmla="*/ 3 w 17"/>
                <ns1:gd name="T19" fmla="*/ 2 h 36"/>
                <ns1:gd name="T20" fmla="*/ 5 w 17"/>
                <ns1:gd name="T21" fmla="*/ 4 h 36"/>
                <ns1:gd name="T22" fmla="*/ 13 w 17"/>
                <ns1:gd name="T23" fmla="*/ 10 h 36"/>
                <ns1:gd name="T24" fmla="*/ 9 w 17"/>
                <ns1:gd name="T25" fmla="*/ 16 h 36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  <ns1:cxn ang="0">
                  <ns1:pos x="T14" y="T15"/>
                </ns1:cxn>
                <ns1:cxn ang="0">
                  <ns1:pos x="T16" y="T17"/>
                </ns1:cxn>
                <ns1:cxn ang="0">
                  <ns1:pos x="T18" y="T19"/>
                </ns1:cxn>
                <ns1:cxn ang="0">
                  <ns1:pos x="T20" y="T21"/>
                </ns1:cxn>
                <ns1:cxn ang="0">
                  <ns1:pos x="T22" y="T23"/>
                </ns1:cxn>
                <ns1:cxn ang="0">
                  <ns1:pos x="T24" y="T25"/>
                </ns1:cxn>
              </ns1:cxnLst>
              <ns1:rect l="0" t="0" r="r" b="b"/>
              <ns1:pathLst>
                <ns1:path w="17" h="36">
                  <ns1:moveTo>
                    <ns1:pt x="9" y="16"/>
                  </ns1:moveTo>
                  <ns1:cubicBezTo>
                    <ns1:pt x="2" y="19"/>
                    <ns1:pt x="0" y="24"/>
                    <ns1:pt x="1" y="29"/>
                  </ns1:cubicBezTo>
                  <ns1:cubicBezTo>
                    <ns1:pt x="2" y="33"/>
                    <ns1:pt x="6" y="36"/>
                    <ns1:pt x="10" y="36"/>
                  </ns1:cubicBezTo>
                  <ns1:cubicBezTo>
                    <ns1:pt x="11" y="36"/>
                    <ns1:pt x="12" y="35"/>
                    <ns1:pt x="12" y="34"/>
                  </ns1:cubicBezTo>
                  <ns1:cubicBezTo>
                    <ns1:pt x="12" y="33"/>
                    <ns1:pt x="11" y="32"/>
                    <ns1:pt x="10" y="32"/>
                  </ns1:cubicBezTo>
                  <ns1:cubicBezTo>
                    <ns1:pt x="7" y="32"/>
                    <ns1:pt x="5" y="30"/>
                    <ns1:pt x="5" y="28"/>
                  </ns1:cubicBezTo>
                  <ns1:cubicBezTo>
                    <ns1:pt x="4" y="25"/>
                    <ns1:pt x="6" y="22"/>
                    <ns1:pt x="10" y="20"/>
                  </ns1:cubicBezTo>
                  <ns1:cubicBezTo>
                    <ns1:pt x="16" y="17"/>
                    <ns1:pt x="17" y="13"/>
                    <ns1:pt x="17" y="9"/>
                  </ns1:cubicBezTo>
                  <ns1:cubicBezTo>
                    <ns1:pt x="16" y="4"/>
                    <ns1:pt x="11" y="0"/>
                    <ns1:pt x="5" y="0"/>
                  </ns1:cubicBezTo>
                  <ns1:cubicBezTo>
                    <ns1:pt x="4" y="0"/>
                    <ns1:pt x="3" y="1"/>
                    <ns1:pt x="3" y="2"/>
                  </ns1:cubicBezTo>
                  <ns1:cubicBezTo>
                    <ns1:pt x="3" y="3"/>
                    <ns1:pt x="4" y="4"/>
                    <ns1:pt x="5" y="4"/>
                  </ns1:cubicBezTo>
                  <ns1:cubicBezTo>
                    <ns1:pt x="9" y="4"/>
                    <ns1:pt x="12" y="7"/>
                    <ns1:pt x="13" y="10"/>
                  </ns1:cubicBezTo>
                  <ns1:cubicBezTo>
                    <ns1:pt x="13" y="13"/>
                    <ns1:pt x="12" y="15"/>
                    <ns1:pt x="9" y="16"/>
                  </ns1:cubicBezTo>
                  <ns1:close/>
                </ns1:path>
              </ns1:pathLst>
            </ns1:custGeom>
            <ns1:grpFill/>
            <ns1:ln>
              <ns1:noFill/>
            </ns1:ln>
            <ns1:extLst>
              <ns1:ext uri="{91240B29-F687-4F45-9708-019B960494DF}">
                <ns2:hiddenLine w="9525">
                  <ns1:solidFill>
                    <ns1:srgbClr val="000000"/>
                  </ns1:solidFill>
                  <ns1:round/>
                  <ns1:headEnd/>
                  <ns1:tailEnd/>
                </ns2:hiddenLine>
              </ns1:ext>
            </ns1:extLst>
          </ns0:spPr>
          <ns0:txBody>
            <ns1:bodyPr vert="horz" wrap="square" lIns="91440" tIns="45720" rIns="91440" bIns="45720" numCol="1" anchor="t" anchorCtr="0" compatLnSpc="1">
              <ns1:prstTxWarp prst="textNoShape">
                <ns1:avLst/>
              </ns1:prstTxWarp>
            </ns1:bodyPr>
            <ns1:lstStyle/>
            <ns1:p>
              <ns1:endParaRPr lang="id-ID" sz="2700"/>
            </ns1:p>
          </ns0:txBody>
        </ns0:sp>
        <ns0:sp>
          <ns0:nvSpPr>
            <ns0:cNvPr id="220" name="Freeform 293"/>
            <ns0:cNvSpPr>
              <ns1:spLocks noEditPoints="1"/>
            </ns0:cNvSpPr>
            <ns0:nvPr/>
          </ns0:nvSpPr>
          <ns0:spPr bwMode="auto">
            <ns1:xfrm>
              <ns1:off x="5591176" y="5099050"/>
              <ns1:ext cx="309563" cy="171450"/>
            </ns1:xfrm>
            <ns1:custGeom>
              <ns1:avLst/>
              <ns1:gdLst>
                <ns1:gd name="T0" fmla="*/ 113 w 116"/>
                <ns1:gd name="T1" fmla="*/ 20 h 64"/>
                <ns1:gd name="T2" fmla="*/ 100 w 116"/>
                <ns1:gd name="T3" fmla="*/ 12 h 64"/>
                <ns1:gd name="T4" fmla="*/ 100 w 116"/>
                <ns1:gd name="T5" fmla="*/ 11 h 64"/>
                <ns1:gd name="T6" fmla="*/ 89 w 116"/>
                <ns1:gd name="T7" fmla="*/ 0 h 64"/>
                <ns1:gd name="T8" fmla="*/ 12 w 116"/>
                <ns1:gd name="T9" fmla="*/ 0 h 64"/>
                <ns1:gd name="T10" fmla="*/ 0 w 116"/>
                <ns1:gd name="T11" fmla="*/ 11 h 64"/>
                <ns1:gd name="T12" fmla="*/ 0 w 116"/>
                <ns1:gd name="T13" fmla="*/ 22 h 64"/>
                <ns1:gd name="T14" fmla="*/ 50 w 116"/>
                <ns1:gd name="T15" fmla="*/ 64 h 64"/>
                <ns1:gd name="T16" fmla="*/ 89 w 116"/>
                <ns1:gd name="T17" fmla="*/ 48 h 64"/>
                <ns1:gd name="T18" fmla="*/ 94 w 116"/>
                <ns1:gd name="T19" fmla="*/ 48 h 64"/>
                <ns1:gd name="T20" fmla="*/ 110 w 116"/>
                <ns1:gd name="T21" fmla="*/ 41 h 64"/>
                <ns1:gd name="T22" fmla="*/ 113 w 116"/>
                <ns1:gd name="T23" fmla="*/ 20 h 64"/>
                <ns1:gd name="T24" fmla="*/ 50 w 116"/>
                <ns1:gd name="T25" fmla="*/ 56 h 64"/>
                <ns1:gd name="T26" fmla="*/ 8 w 116"/>
                <ns1:gd name="T27" fmla="*/ 22 h 64"/>
                <ns1:gd name="T28" fmla="*/ 8 w 116"/>
                <ns1:gd name="T29" fmla="*/ 11 h 64"/>
                <ns1:gd name="T30" fmla="*/ 12 w 116"/>
                <ns1:gd name="T31" fmla="*/ 8 h 64"/>
                <ns1:gd name="T32" fmla="*/ 89 w 116"/>
                <ns1:gd name="T33" fmla="*/ 8 h 64"/>
                <ns1:gd name="T34" fmla="*/ 92 w 116"/>
                <ns1:gd name="T35" fmla="*/ 11 h 64"/>
                <ns1:gd name="T36" fmla="*/ 92 w 116"/>
                <ns1:gd name="T37" fmla="*/ 22 h 64"/>
                <ns1:gd name="T38" fmla="*/ 50 w 116"/>
                <ns1:gd name="T39" fmla="*/ 56 h 64"/>
                <ns1:gd name="T40" fmla="*/ 104 w 116"/>
                <ns1:gd name="T41" fmla="*/ 36 h 64"/>
                <ns1:gd name="T42" fmla="*/ 95 w 116"/>
                <ns1:gd name="T43" fmla="*/ 40 h 64"/>
                <ns1:gd name="T44" fmla="*/ 100 w 116"/>
                <ns1:gd name="T45" fmla="*/ 22 h 64"/>
                <ns1:gd name="T46" fmla="*/ 100 w 116"/>
                <ns1:gd name="T47" fmla="*/ 20 h 64"/>
                <ns1:gd name="T48" fmla="*/ 106 w 116"/>
                <ns1:gd name="T49" fmla="*/ 24 h 64"/>
                <ns1:gd name="T50" fmla="*/ 104 w 116"/>
                <ns1:gd name="T51" fmla="*/ 36 h 64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  <ns1:cxn ang="0">
                  <ns1:pos x="T14" y="T15"/>
                </ns1:cxn>
                <ns1:cxn ang="0">
                  <ns1:pos x="T16" y="T17"/>
                </ns1:cxn>
                <ns1:cxn ang="0">
                  <ns1:pos x="T18" y="T19"/>
                </ns1:cxn>
                <ns1:cxn ang="0">
                  <ns1:pos x="T20" y="T21"/>
                </ns1:cxn>
                <ns1:cxn ang="0">
                  <ns1:pos x="T22" y="T23"/>
                </ns1:cxn>
                <ns1:cxn ang="0">
                  <ns1:pos x="T24" y="T25"/>
                </ns1:cxn>
                <ns1:cxn ang="0">
                  <ns1:pos x="T26" y="T27"/>
                </ns1:cxn>
                <ns1:cxn ang="0">
                  <ns1:pos x="T28" y="T29"/>
                </ns1:cxn>
                <ns1:cxn ang="0">
                  <ns1:pos x="T30" y="T31"/>
                </ns1:cxn>
                <ns1:cxn ang="0">
                  <ns1:pos x="T32" y="T33"/>
                </ns1:cxn>
                <ns1:cxn ang="0">
                  <ns1:pos x="T34" y="T35"/>
                </ns1:cxn>
                <ns1:cxn ang="0">
                  <ns1:pos x="T36" y="T37"/>
                </ns1:cxn>
                <ns1:cxn ang="0">
                  <ns1:pos x="T38" y="T39"/>
                </ns1:cxn>
                <ns1:cxn ang="0">
                  <ns1:pos x="T40" y="T41"/>
                </ns1:cxn>
                <ns1:cxn ang="0">
                  <ns1:pos x="T42" y="T43"/>
                </ns1:cxn>
                <ns1:cxn ang="0">
                  <ns1:pos x="T44" y="T45"/>
                </ns1:cxn>
                <ns1:cxn ang="0">
                  <ns1:pos x="T46" y="T47"/>
                </ns1:cxn>
                <ns1:cxn ang="0">
                  <ns1:pos x="T48" y="T49"/>
                </ns1:cxn>
                <ns1:cxn ang="0">
                  <ns1:pos x="T50" y="T51"/>
                </ns1:cxn>
              </ns1:cxnLst>
              <ns1:rect l="0" t="0" r="r" b="b"/>
              <ns1:pathLst>
                <ns1:path w="116" h="64">
                  <ns1:moveTo>
                    <ns1:pt x="113" y="20"/>
                  </ns1:moveTo>
                  <ns1:cubicBezTo>
                    <ns1:pt x="112" y="17"/>
                    <ns1:pt x="108" y="13"/>
                    <ns1:pt x="100" y="12"/>
                  </ns1:cubicBezTo>
                  <ns1:cubicBezTo>
                    <ns1:pt x="100" y="11"/>
                    <ns1:pt x="100" y="11"/>
                    <ns1:pt x="100" y="11"/>
                  </ns1:cubicBezTo>
                  <ns1:cubicBezTo>
                    <ns1:pt x="100" y="5"/>
                    <ns1:pt x="95" y="0"/>
                    <ns1:pt x="89" y="0"/>
                  </ns1:cubicBezTo>
                  <ns1:cubicBezTo>
                    <ns1:pt x="12" y="0"/>
                    <ns1:pt x="12" y="0"/>
                    <ns1:pt x="12" y="0"/>
                  </ns1:cubicBezTo>
                  <ns1:cubicBezTo>
                    <ns1:pt x="5" y="0"/>
                    <ns1:pt x="0" y="5"/>
                    <ns1:pt x="0" y="11"/>
                  </ns1:cubicBezTo>
                  <ns1:cubicBezTo>
                    <ns1:pt x="0" y="22"/>
                    <ns1:pt x="0" y="22"/>
                    <ns1:pt x="0" y="22"/>
                  </ns1:cubicBezTo>
                  <ns1:cubicBezTo>
                    <ns1:pt x="0" y="45"/>
                    <ns1:pt x="23" y="64"/>
                    <ns1:pt x="50" y="64"/>
                  </ns1:cubicBezTo>
                  <ns1:cubicBezTo>
                    <ns1:pt x="66" y="64"/>
                    <ns1:pt x="80" y="58"/>
                    <ns1:pt x="89" y="48"/>
                  </ns1:cubicBezTo>
                  <ns1:cubicBezTo>
                    <ns1:pt x="91" y="48"/>
                    <ns1:pt x="93" y="48"/>
                    <ns1:pt x="94" y="48"/>
                  </ns1:cubicBezTo>
                  <ns1:cubicBezTo>
                    <ns1:pt x="101" y="48"/>
                    <ns1:pt x="106" y="46"/>
                    <ns1:pt x="110" y="41"/>
                  </ns1:cubicBezTo>
                  <ns1:cubicBezTo>
                    <ns1:pt x="115" y="34"/>
                    <ns1:pt x="116" y="26"/>
                    <ns1:pt x="113" y="20"/>
                  </ns1:cubicBezTo>
                  <ns1:close/>
                  <ns1:moveTo>
                    <ns1:pt x="50" y="56"/>
                  </ns1:moveTo>
                  <ns1:cubicBezTo>
                    <ns1:pt x="27" y="56"/>
                    <ns1:pt x="8" y="41"/>
                    <ns1:pt x="8" y="22"/>
                  </ns1:cubicBezTo>
                  <ns1:cubicBezTo>
                    <ns1:pt x="8" y="11"/>
                    <ns1:pt x="8" y="11"/>
                    <ns1:pt x="8" y="11"/>
                  </ns1:cubicBezTo>
                  <ns1:cubicBezTo>
                    <ns1:pt x="8" y="10"/>
                    <ns1:pt x="10" y="8"/>
                    <ns1:pt x="12" y="8"/>
                  </ns1:cubicBezTo>
                  <ns1:cubicBezTo>
                    <ns1:pt x="89" y="8"/>
                    <ns1:pt x="89" y="8"/>
                    <ns1:pt x="89" y="8"/>
                  </ns1:cubicBezTo>
                  <ns1:cubicBezTo>
                    <ns1:pt x="91" y="8"/>
                    <ns1:pt x="92" y="10"/>
                    <ns1:pt x="92" y="11"/>
                  </ns1:cubicBezTo>
                  <ns1:cubicBezTo>
                    <ns1:pt x="92" y="22"/>
                    <ns1:pt x="92" y="22"/>
                    <ns1:pt x="92" y="22"/>
                  </ns1:cubicBezTo>
                  <ns1:cubicBezTo>
                    <ns1:pt x="92" y="41"/>
                    <ns1:pt x="73" y="56"/>
                    <ns1:pt x="50" y="56"/>
                  </ns1:cubicBezTo>
                  <ns1:close/>
                  <ns1:moveTo>
                    <ns1:pt x="104" y="36"/>
                  </ns1:moveTo>
                  <ns1:cubicBezTo>
                    <ns1:pt x="103" y="38"/>
                    <ns1:pt x="100" y="40"/>
                    <ns1:pt x="95" y="40"/>
                  </ns1:cubicBezTo>
                  <ns1:cubicBezTo>
                    <ns1:pt x="98" y="35"/>
                    <ns1:pt x="100" y="28"/>
                    <ns1:pt x="100" y="22"/>
                  </ns1:cubicBezTo>
                  <ns1:cubicBezTo>
                    <ns1:pt x="100" y="20"/>
                    <ns1:pt x="100" y="20"/>
                    <ns1:pt x="100" y="20"/>
                  </ns1:cubicBezTo>
                  <ns1:cubicBezTo>
                    <ns1:pt x="103" y="20"/>
                    <ns1:pt x="105" y="22"/>
                    <ns1:pt x="106" y="24"/>
                  </ns1:cubicBezTo>
                  <ns1:cubicBezTo>
                    <ns1:pt x="108" y="27"/>
                    <ns1:pt x="107" y="32"/>
                    <ns1:pt x="104" y="36"/>
                  </ns1:cubicBezTo>
                  <ns1:close/>
                </ns1:path>
              </ns1:pathLst>
            </ns1:custGeom>
            <ns1:grpFill/>
            <ns1:ln>
              <ns1:noFill/>
            </ns1:ln>
            <ns1:extLst>
              <ns1:ext uri="{91240B29-F687-4F45-9708-019B960494DF}">
                <ns2:hiddenLine w="9525">
                  <ns1:solidFill>
                    <ns1:srgbClr val="000000"/>
                  </ns1:solidFill>
                  <ns1:round/>
                  <ns1:headEnd/>
                  <ns1:tailEnd/>
                </ns2:hiddenLine>
              </ns1:ext>
            </ns1:extLst>
          </ns0:spPr>
          <ns0:txBody>
            <ns1:bodyPr vert="horz" wrap="square" lIns="91440" tIns="45720" rIns="91440" bIns="45720" numCol="1" anchor="t" anchorCtr="0" compatLnSpc="1">
              <ns1:prstTxWarp prst="textNoShape">
                <ns1:avLst/>
              </ns1:prstTxWarp>
            </ns1:bodyPr>
            <ns1:lstStyle/>
            <ns1:p>
              <ns1:endParaRPr lang="id-ID" sz="2700"/>
            </ns1:p>
          </ns0:txBody>
        </ns0:sp>
      </ns0:grpSp>
      <ns0:grpSp>
        <ns0:nvGrpSpPr>
          <ns0:cNvPr id="221" name="Group 220"/>
          <ns0:cNvGrpSpPr/>
          <ns0:nvPr/>
        </ns0:nvGrpSpPr>
        <ns0:grpSpPr>
          <ns1:xfrm>
            <ns1:off x="2334419" y="4587980"/>
            <ns1:ext cx="397394" cy="397393"/>
            <ns1:chOff x="7716838" y="4857750"/>
            <ns1:chExt cx="569913" cy="569912"/>
          </ns1:xfrm>
          <ns1:solidFill>
            <ns1:schemeClr val="tx1"/>
          </ns1:solidFill>
        </ns0:grpSpPr>
        <ns0:sp>
          <ns0:nvSpPr>
            <ns0:cNvPr id="222" name="Freeform 5"/>
            <ns0:cNvSpPr>
              <ns1:spLocks/>
            </ns0:cNvSpPr>
            <ns0:nvPr/>
          </ns0:nvSpPr>
          <ns0:spPr bwMode="auto">
            <ns1:xfrm>
              <ns1:off x="7716838" y="5238750"/>
              <ns1:ext cx="382588" cy="188912"/>
            </ns1:xfrm>
            <ns1:custGeom>
              <ns1:avLst/>
              <ns1:gdLst>
                <ns1:gd name="T0" fmla="*/ 164 w 164"/>
                <ns1:gd name="T1" fmla="*/ 81 h 81"/>
                <ns1:gd name="T2" fmla="*/ 0 w 164"/>
                <ns1:gd name="T3" fmla="*/ 81 h 81"/>
                <ns1:gd name="T4" fmla="*/ 0 w 164"/>
                <ns1:gd name="T5" fmla="*/ 59 h 81"/>
                <ns1:gd name="T6" fmla="*/ 20 w 164"/>
                <ns1:gd name="T7" fmla="*/ 32 h 81"/>
                <ns1:gd name="T8" fmla="*/ 56 w 164"/>
                <ns1:gd name="T9" fmla="*/ 19 h 81"/>
                <ns1:gd name="T10" fmla="*/ 56 w 164"/>
                <ns1:gd name="T11" fmla="*/ 2 h 81"/>
                <ns1:gd name="T12" fmla="*/ 68 w 164"/>
                <ns1:gd name="T13" fmla="*/ 2 h 81"/>
                <ns1:gd name="T14" fmla="*/ 68 w 164"/>
                <ns1:gd name="T15" fmla="*/ 27 h 81"/>
                <ns1:gd name="T16" fmla="*/ 24 w 164"/>
                <ns1:gd name="T17" fmla="*/ 43 h 81"/>
                <ns1:gd name="T18" fmla="*/ 12 w 164"/>
                <ns1:gd name="T19" fmla="*/ 59 h 81"/>
                <ns1:gd name="T20" fmla="*/ 12 w 164"/>
                <ns1:gd name="T21" fmla="*/ 69 h 81"/>
                <ns1:gd name="T22" fmla="*/ 152 w 164"/>
                <ns1:gd name="T23" fmla="*/ 69 h 81"/>
                <ns1:gd name="T24" fmla="*/ 152 w 164"/>
                <ns1:gd name="T25" fmla="*/ 59 h 81"/>
                <ns1:gd name="T26" fmla="*/ 140 w 164"/>
                <ns1:gd name="T27" fmla="*/ 43 h 81"/>
                <ns1:gd name="T28" fmla="*/ 96 w 164"/>
                <ns1:gd name="T29" fmla="*/ 27 h 81"/>
                <ns1:gd name="T30" fmla="*/ 96 w 164"/>
                <ns1:gd name="T31" fmla="*/ 0 h 81"/>
                <ns1:gd name="T32" fmla="*/ 108 w 164"/>
                <ns1:gd name="T33" fmla="*/ 0 h 81"/>
                <ns1:gd name="T34" fmla="*/ 108 w 164"/>
                <ns1:gd name="T35" fmla="*/ 19 h 81"/>
                <ns1:gd name="T36" fmla="*/ 144 w 164"/>
                <ns1:gd name="T37" fmla="*/ 32 h 81"/>
                <ns1:gd name="T38" fmla="*/ 164 w 164"/>
                <ns1:gd name="T39" fmla="*/ 59 h 81"/>
                <ns1:gd name="T40" fmla="*/ 164 w 164"/>
                <ns1:gd name="T41" fmla="*/ 81 h 81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  <ns1:cxn ang="0">
                  <ns1:pos x="T14" y="T15"/>
                </ns1:cxn>
                <ns1:cxn ang="0">
                  <ns1:pos x="T16" y="T17"/>
                </ns1:cxn>
                <ns1:cxn ang="0">
                  <ns1:pos x="T18" y="T19"/>
                </ns1:cxn>
                <ns1:cxn ang="0">
                  <ns1:pos x="T20" y="T21"/>
                </ns1:cxn>
                <ns1:cxn ang="0">
                  <ns1:pos x="T22" y="T23"/>
                </ns1:cxn>
                <ns1:cxn ang="0">
                  <ns1:pos x="T24" y="T25"/>
                </ns1:cxn>
                <ns1:cxn ang="0">
                  <ns1:pos x="T26" y="T27"/>
                </ns1:cxn>
                <ns1:cxn ang="0">
                  <ns1:pos x="T28" y="T29"/>
                </ns1:cxn>
                <ns1:cxn ang="0">
                  <ns1:pos x="T30" y="T31"/>
                </ns1:cxn>
                <ns1:cxn ang="0">
                  <ns1:pos x="T32" y="T33"/>
                </ns1:cxn>
                <ns1:cxn ang="0">
                  <ns1:pos x="T34" y="T35"/>
                </ns1:cxn>
                <ns1:cxn ang="0">
                  <ns1:pos x="T36" y="T37"/>
                </ns1:cxn>
                <ns1:cxn ang="0">
                  <ns1:pos x="T38" y="T39"/>
                </ns1:cxn>
                <ns1:cxn ang="0">
                  <ns1:pos x="T40" y="T41"/>
                </ns1:cxn>
              </ns1:cxnLst>
              <ns1:rect l="0" t="0" r="r" b="b"/>
              <ns1:pathLst>
                <ns1:path w="164" h="81">
                  <ns1:moveTo>
                    <ns1:pt x="164" y="81"/>
                  </ns1:moveTo>
                  <ns1:cubicBezTo>
                    <ns1:pt x="0" y="81"/>
                    <ns1:pt x="0" y="81"/>
                    <ns1:pt x="0" y="81"/>
                  </ns1:cubicBezTo>
                  <ns1:cubicBezTo>
                    <ns1:pt x="0" y="59"/>
                    <ns1:pt x="0" y="59"/>
                    <ns1:pt x="0" y="59"/>
                  </ns1:cubicBezTo>
                  <ns1:cubicBezTo>
                    <ns1:pt x="0" y="46"/>
                    <ns1:pt x="8" y="36"/>
                    <ns1:pt x="20" y="32"/>
                  </ns1:cubicBezTo>
                  <ns1:cubicBezTo>
                    <ns1:pt x="56" y="19"/>
                    <ns1:pt x="56" y="19"/>
                    <ns1:pt x="56" y="19"/>
                  </ns1:cubicBezTo>
                  <ns1:cubicBezTo>
                    <ns1:pt x="56" y="2"/>
                    <ns1:pt x="56" y="2"/>
                    <ns1:pt x="56" y="2"/>
                  </ns1:cubicBezTo>
                  <ns1:cubicBezTo>
                    <ns1:pt x="68" y="2"/>
                    <ns1:pt x="68" y="2"/>
                    <ns1:pt x="68" y="2"/>
                  </ns1:cubicBezTo>
                  <ns1:cubicBezTo>
                    <ns1:pt x="68" y="27"/>
                    <ns1:pt x="68" y="27"/>
                    <ns1:pt x="68" y="27"/>
                  </ns1:cubicBezTo>
                  <ns1:cubicBezTo>
                    <ns1:pt x="24" y="43"/>
                    <ns1:pt x="24" y="43"/>
                    <ns1:pt x="24" y="43"/>
                  </ns1:cubicBezTo>
                  <ns1:cubicBezTo>
                    <ns1:pt x="16" y="46"/>
                    <ns1:pt x="12" y="52"/>
                    <ns1:pt x="12" y="59"/>
                  </ns1:cubicBezTo>
                  <ns1:cubicBezTo>
                    <ns1:pt x="12" y="69"/>
                    <ns1:pt x="12" y="69"/>
                    <ns1:pt x="12" y="69"/>
                  </ns1:cubicBezTo>
                  <ns1:cubicBezTo>
                    <ns1:pt x="152" y="69"/>
                    <ns1:pt x="152" y="69"/>
                    <ns1:pt x="152" y="69"/>
                  </ns1:cubicBezTo>
                  <ns1:cubicBezTo>
                    <ns1:pt x="152" y="59"/>
                    <ns1:pt x="152" y="59"/>
                    <ns1:pt x="152" y="59"/>
                  </ns1:cubicBezTo>
                  <ns1:cubicBezTo>
                    <ns1:pt x="152" y="52"/>
                    <ns1:pt x="147" y="46"/>
                    <ns1:pt x="140" y="43"/>
                  </ns1:cubicBezTo>
                  <ns1:cubicBezTo>
                    <ns1:pt x="96" y="27"/>
                    <ns1:pt x="96" y="27"/>
                    <ns1:pt x="96" y="27"/>
                  </ns1:cubicBezTo>
                  <ns1:cubicBezTo>
                    <ns1:pt x="96" y="0"/>
                    <ns1:pt x="96" y="0"/>
                    <ns1:pt x="96" y="0"/>
                  </ns1:cubicBezTo>
                  <ns1:cubicBezTo>
                    <ns1:pt x="108" y="0"/>
                    <ns1:pt x="108" y="0"/>
                    <ns1:pt x="108" y="0"/>
                  </ns1:cubicBezTo>
                  <ns1:cubicBezTo>
                    <ns1:pt x="108" y="19"/>
                    <ns1:pt x="108" y="19"/>
                    <ns1:pt x="108" y="19"/>
                  </ns1:cubicBezTo>
                  <ns1:cubicBezTo>
                    <ns1:pt x="144" y="32"/>
                    <ns1:pt x="144" y="32"/>
                    <ns1:pt x="144" y="32"/>
                  </ns1:cubicBezTo>
                  <ns1:cubicBezTo>
                    <ns1:pt x="156" y="36"/>
                    <ns1:pt x="164" y="47"/>
                    <ns1:pt x="164" y="59"/>
                  </ns1:cubicBezTo>
                  <ns1:lnTo>
                    <ns1:pt x="164" y="81"/>
                  </ns1:lnTo>
                  <ns1:close/>
                </ns1:path>
              </ns1:pathLst>
            </ns1:custGeom>
            <ns1:grpFill/>
            <ns1:ln>
              <ns1:noFill/>
            </ns1:ln>
            <ns1:extLst>
              <ns1:ext uri="{91240B29-F687-4F45-9708-019B960494DF}">
                <ns2:hiddenLine w="9525">
                  <ns1:solidFill>
                    <ns1:srgbClr val="000000"/>
                  </ns1:solidFill>
                  <ns1:round/>
                  <ns1:headEnd/>
                  <ns1:tailEnd/>
                </ns2:hiddenLine>
              </ns1:ext>
            </ns1:extLst>
          </ns0:spPr>
          <ns0:txBody>
            <ns1:bodyPr vert="horz" wrap="square" lIns="91440" tIns="45720" rIns="91440" bIns="45720" numCol="1" anchor="t" anchorCtr="0" compatLnSpc="1">
              <ns1:prstTxWarp prst="textNoShape">
                <ns1:avLst/>
              </ns1:prstTxWarp>
            </ns1:bodyPr>
            <ns1:lstStyle/>
            <ns1:p>
              <ns1:endParaRPr lang="id-ID" sz="2700"/>
            </ns1:p>
          </ns0:txBody>
        </ns0:sp>
        <ns0:sp>
          <ns0:nvSpPr>
            <ns0:cNvPr id="223" name="Freeform 6"/>
            <ns0:cNvSpPr>
              <ns1:spLocks noEditPoints="1"/>
            </ns0:cNvSpPr>
            <ns0:nvPr/>
          </ns0:nvSpPr>
          <ns0:spPr bwMode="auto">
            <ns1:xfrm>
              <ns1:off x="7799388" y="5019675"/>
              <ns1:ext cx="211138" cy="249237"/>
            </ns1:xfrm>
            <ns1:custGeom>
              <ns1:avLst/>
              <ns1:gdLst>
                <ns1:gd name="T0" fmla="*/ 46 w 91"/>
                <ns1:gd name="T1" fmla="*/ 107 h 107"/>
                <ns1:gd name="T2" fmla="*/ 0 w 91"/>
                <ns1:gd name="T3" fmla="*/ 53 h 107"/>
                <ns1:gd name="T4" fmla="*/ 46 w 91"/>
                <ns1:gd name="T5" fmla="*/ 0 h 107"/>
                <ns1:gd name="T6" fmla="*/ 91 w 91"/>
                <ns1:gd name="T7" fmla="*/ 53 h 107"/>
                <ns1:gd name="T8" fmla="*/ 46 w 91"/>
                <ns1:gd name="T9" fmla="*/ 107 h 107"/>
                <ns1:gd name="T10" fmla="*/ 46 w 91"/>
                <ns1:gd name="T11" fmla="*/ 12 h 107"/>
                <ns1:gd name="T12" fmla="*/ 12 w 91"/>
                <ns1:gd name="T13" fmla="*/ 53 h 107"/>
                <ns1:gd name="T14" fmla="*/ 46 w 91"/>
                <ns1:gd name="T15" fmla="*/ 95 h 107"/>
                <ns1:gd name="T16" fmla="*/ 79 w 91"/>
                <ns1:gd name="T17" fmla="*/ 53 h 107"/>
                <ns1:gd name="T18" fmla="*/ 46 w 91"/>
                <ns1:gd name="T19" fmla="*/ 12 h 107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  <ns1:cxn ang="0">
                  <ns1:pos x="T14" y="T15"/>
                </ns1:cxn>
                <ns1:cxn ang="0">
                  <ns1:pos x="T16" y="T17"/>
                </ns1:cxn>
                <ns1:cxn ang="0">
                  <ns1:pos x="T18" y="T19"/>
                </ns1:cxn>
              </ns1:cxnLst>
              <ns1:rect l="0" t="0" r="r" b="b"/>
              <ns1:pathLst>
                <ns1:path w="91" h="107">
                  <ns1:moveTo>
                    <ns1:pt x="46" y="107"/>
                  </ns1:moveTo>
                  <ns1:cubicBezTo>
                    <ns1:pt x="20" y="107"/>
                    <ns1:pt x="0" y="83"/>
                    <ns1:pt x="0" y="53"/>
                  </ns1:cubicBezTo>
                  <ns1:cubicBezTo>
                    <ns1:pt x="0" y="24"/>
                    <ns1:pt x="20" y="0"/>
                    <ns1:pt x="46" y="0"/>
                  </ns1:cubicBezTo>
                  <ns1:cubicBezTo>
                    <ns1:pt x="71" y="0"/>
                    <ns1:pt x="91" y="24"/>
                    <ns1:pt x="91" y="53"/>
                  </ns1:cubicBezTo>
                  <ns1:cubicBezTo>
                    <ns1:pt x="91" y="83"/>
                    <ns1:pt x="71" y="107"/>
                    <ns1:pt x="46" y="107"/>
                  </ns1:cubicBezTo>
                  <ns1:close/>
                  <ns1:moveTo>
                    <ns1:pt x="46" y="12"/>
                  </ns1:moveTo>
                  <ns1:cubicBezTo>
                    <ns1:pt x="27" y="12"/>
                    <ns1:pt x="12" y="30"/>
                    <ns1:pt x="12" y="53"/>
                  </ns1:cubicBezTo>
                  <ns1:cubicBezTo>
                    <ns1:pt x="12" y="76"/>
                    <ns1:pt x="27" y="95"/>
                    <ns1:pt x="46" y="95"/>
                  </ns1:cubicBezTo>
                  <ns1:cubicBezTo>
                    <ns1:pt x="64" y="95"/>
                    <ns1:pt x="79" y="76"/>
                    <ns1:pt x="79" y="53"/>
                  </ns1:cubicBezTo>
                  <ns1:cubicBezTo>
                    <ns1:pt x="79" y="30"/>
                    <ns1:pt x="64" y="12"/>
                    <ns1:pt x="46" y="12"/>
                  </ns1:cubicBezTo>
                  <ns1:close/>
                </ns1:path>
              </ns1:pathLst>
            </ns1:custGeom>
            <ns1:grpFill/>
            <ns1:ln>
              <ns1:noFill/>
            </ns1:ln>
            <ns1:extLst>
              <ns1:ext uri="{91240B29-F687-4F45-9708-019B960494DF}">
                <ns2:hiddenLine w="9525">
                  <ns1:solidFill>
                    <ns1:srgbClr val="000000"/>
                  </ns1:solidFill>
                  <ns1:round/>
                  <ns1:headEnd/>
                  <ns1:tailEnd/>
                </ns2:hiddenLine>
              </ns1:ext>
            </ns1:extLst>
          </ns0:spPr>
          <ns0:txBody>
            <ns1:bodyPr vert="horz" wrap="square" lIns="91440" tIns="45720" rIns="91440" bIns="45720" numCol="1" anchor="t" anchorCtr="0" compatLnSpc="1">
              <ns1:prstTxWarp prst="textNoShape">
                <ns1:avLst/>
              </ns1:prstTxWarp>
            </ns1:bodyPr>
            <ns1:lstStyle/>
            <ns1:p>
              <ns1:endParaRPr lang="id-ID" sz="2700"/>
            </ns1:p>
          </ns0:txBody>
        </ns0:sp>
        <ns0:sp>
          <ns0:nvSpPr>
            <ns0:cNvPr id="224" name="Freeform 7"/>
            <ns0:cNvSpPr>
              <ns1:spLocks/>
            </ns0:cNvSpPr>
            <ns0:nvPr/>
          </ns0:nvSpPr>
          <ns0:spPr bwMode="auto">
            <ns1:xfrm>
              <ns1:off x="7808913" y="5068888"/>
              <ns1:ext cx="190500" cy="80962"/>
            </ns1:xfrm>
            <ns1:custGeom>
              <ns1:avLst/>
              <ns1:gdLst>
                <ns1:gd name="T0" fmla="*/ 71 w 82"/>
                <ns1:gd name="T1" fmla="*/ 35 h 35"/>
                <ns1:gd name="T2" fmla="*/ 47 w 82"/>
                <ns1:gd name="T3" fmla="*/ 23 h 35"/>
                <ns1:gd name="T4" fmla="*/ 18 w 82"/>
                <ns1:gd name="T5" fmla="*/ 34 h 35"/>
                <ns1:gd name="T6" fmla="*/ 0 w 82"/>
                <ns1:gd name="T7" fmla="*/ 30 h 35"/>
                <ns1:gd name="T8" fmla="*/ 5 w 82"/>
                <ns1:gd name="T9" fmla="*/ 19 h 35"/>
                <ns1:gd name="T10" fmla="*/ 18 w 82"/>
                <ns1:gd name="T11" fmla="*/ 22 h 35"/>
                <ns1:gd name="T12" fmla="*/ 42 w 82"/>
                <ns1:gd name="T13" fmla="*/ 10 h 35"/>
                <ns1:gd name="T14" fmla="*/ 48 w 82"/>
                <ns1:gd name="T15" fmla="*/ 0 h 35"/>
                <ns1:gd name="T16" fmla="*/ 53 w 82"/>
                <ns1:gd name="T17" fmla="*/ 10 h 35"/>
                <ns1:gd name="T18" fmla="*/ 76 w 82"/>
                <ns1:gd name="T19" fmla="*/ 22 h 35"/>
                <ns1:gd name="T20" fmla="*/ 79 w 82"/>
                <ns1:gd name="T21" fmla="*/ 22 h 35"/>
                <ns1:gd name="T22" fmla="*/ 81 w 82"/>
                <ns1:gd name="T23" fmla="*/ 22 h 35"/>
                <ns1:gd name="T24" fmla="*/ 82 w 82"/>
                <ns1:gd name="T25" fmla="*/ 34 h 35"/>
                <ns1:gd name="T26" fmla="*/ 80 w 82"/>
                <ns1:gd name="T27" fmla="*/ 34 h 35"/>
                <ns1:gd name="T28" fmla="*/ 79 w 82"/>
                <ns1:gd name="T29" fmla="*/ 34 h 35"/>
                <ns1:gd name="T30" fmla="*/ 71 w 82"/>
                <ns1:gd name="T31" fmla="*/ 35 h 35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  <ns1:cxn ang="0">
                  <ns1:pos x="T14" y="T15"/>
                </ns1:cxn>
                <ns1:cxn ang="0">
                  <ns1:pos x="T16" y="T17"/>
                </ns1:cxn>
                <ns1:cxn ang="0">
                  <ns1:pos x="T18" y="T19"/>
                </ns1:cxn>
                <ns1:cxn ang="0">
                  <ns1:pos x="T20" y="T21"/>
                </ns1:cxn>
                <ns1:cxn ang="0">
                  <ns1:pos x="T22" y="T23"/>
                </ns1:cxn>
                <ns1:cxn ang="0">
                  <ns1:pos x="T24" y="T25"/>
                </ns1:cxn>
                <ns1:cxn ang="0">
                  <ns1:pos x="T26" y="T27"/>
                </ns1:cxn>
                <ns1:cxn ang="0">
                  <ns1:pos x="T28" y="T29"/>
                </ns1:cxn>
                <ns1:cxn ang="0">
                  <ns1:pos x="T30" y="T31"/>
                </ns1:cxn>
              </ns1:cxnLst>
              <ns1:rect l="0" t="0" r="r" b="b"/>
              <ns1:pathLst>
                <ns1:path w="82" h="35">
                  <ns1:moveTo>
                    <ns1:pt x="71" y="35"/>
                  </ns1:moveTo>
                  <ns1:cubicBezTo>
                    <ns1:pt x="61" y="35"/>
                    <ns1:pt x="54" y="31"/>
                    <ns1:pt x="47" y="23"/>
                  </ns1:cubicBezTo>
                  <ns1:cubicBezTo>
                    <ns1:pt x="40" y="30"/>
                    <ns1:pt x="28" y="34"/>
                    <ns1:pt x="18" y="34"/>
                  </ns1:cubicBezTo>
                  <ns1:cubicBezTo>
                    <ns1:pt x="11" y="34"/>
                    <ns1:pt x="5" y="33"/>
                    <ns1:pt x="0" y="30"/>
                  </ns1:cubicBezTo>
                  <ns1:cubicBezTo>
                    <ns1:pt x="5" y="19"/>
                    <ns1:pt x="5" y="19"/>
                    <ns1:pt x="5" y="19"/>
                  </ns1:cubicBezTo>
                  <ns1:cubicBezTo>
                    <ns1:pt x="9" y="21"/>
                    <ns1:pt x="13" y="22"/>
                    <ns1:pt x="18" y="22"/>
                  </ns1:cubicBezTo>
                  <ns1:cubicBezTo>
                    <ns1:pt x="27" y="22"/>
                    <ns1:pt x="39" y="17"/>
                    <ns1:pt x="42" y="10"/>
                  </ns1:cubicBezTo>
                  <ns1:cubicBezTo>
                    <ns1:pt x="48" y="0"/>
                    <ns1:pt x="48" y="0"/>
                    <ns1:pt x="48" y="0"/>
                  </ns1:cubicBezTo>
                  <ns1:cubicBezTo>
                    <ns1:pt x="53" y="10"/>
                    <ns1:pt x="53" y="10"/>
                    <ns1:pt x="53" y="10"/>
                  </ns1:cubicBezTo>
                  <ns1:cubicBezTo>
                    <ns1:pt x="59" y="21"/>
                    <ns1:pt x="66" y="25"/>
                    <ns1:pt x="76" y="22"/>
                  </ns1:cubicBezTo>
                  <ns1:cubicBezTo>
                    <ns1:pt x="77" y="22"/>
                    <ns1:pt x="78" y="22"/>
                    <ns1:pt x="79" y="22"/>
                  </ns1:cubicBezTo>
                  <ns1:cubicBezTo>
                    <ns1:pt x="80" y="22"/>
                    <ns1:pt x="80" y="22"/>
                    <ns1:pt x="81" y="22"/>
                  </ns1:cubicBezTo>
                  <ns1:cubicBezTo>
                    <ns1:pt x="82" y="34"/>
                    <ns1:pt x="82" y="34"/>
                    <ns1:pt x="82" y="34"/>
                  </ns1:cubicBezTo>
                  <ns1:cubicBezTo>
                    <ns1:pt x="81" y="34"/>
                    <ns1:pt x="81" y="34"/>
                    <ns1:pt x="80" y="34"/>
                  </ns1:cubicBezTo>
                  <ns1:cubicBezTo>
                    <ns1:pt x="80" y="34"/>
                    <ns1:pt x="79" y="34"/>
                    <ns1:pt x="79" y="34"/>
                  </ns1:cubicBezTo>
                  <ns1:cubicBezTo>
                    <ns1:pt x="76" y="35"/>
                    <ns1:pt x="73" y="35"/>
                    <ns1:pt x="71" y="35"/>
                  </ns1:cubicBezTo>
                  <ns1:close/>
                </ns1:path>
              </ns1:pathLst>
            </ns1:custGeom>
            <ns1:grpFill/>
            <ns1:ln>
              <ns1:noFill/>
            </ns1:ln>
            <ns1:extLst>
              <ns1:ext uri="{91240B29-F687-4F45-9708-019B960494DF}">
                <ns2:hiddenLine w="9525">
                  <ns1:solidFill>
                    <ns1:srgbClr val="000000"/>
                  </ns1:solidFill>
                  <ns1:round/>
                  <ns1:headEnd/>
                  <ns1:tailEnd/>
                </ns2:hiddenLine>
              </ns1:ext>
            </ns1:extLst>
          </ns0:spPr>
          <ns0:txBody>
            <ns1:bodyPr vert="horz" wrap="square" lIns="91440" tIns="45720" rIns="91440" bIns="45720" numCol="1" anchor="t" anchorCtr="0" compatLnSpc="1">
              <ns1:prstTxWarp prst="textNoShape">
                <ns1:avLst/>
              </ns1:prstTxWarp>
            </ns1:bodyPr>
            <ns1:lstStyle/>
            <ns1:p>
              <ns1:endParaRPr lang="id-ID" sz="2700"/>
            </ns1:p>
          </ns0:txBody>
        </ns0:sp>
        <ns0:sp>
          <ns0:nvSpPr>
            <ns0:cNvPr id="225" name="Freeform 8"/>
            <ns0:cNvSpPr>
              <ns1:spLocks/>
            </ns0:cNvSpPr>
            <ns0:nvPr/>
          </ns0:nvSpPr>
          <ns0:spPr bwMode="auto">
            <ns1:xfrm>
              <ns1:off x="7904163" y="4857750"/>
              <ns1:ext cx="382588" cy="350837"/>
            </ns1:xfrm>
            <ns1:custGeom>
              <ns1:avLst/>
              <ns1:gdLst>
                <ns1:gd name="T0" fmla="*/ 117 w 241"/>
                <ns1:gd name="T1" fmla="*/ 221 h 221"/>
                <ns1:gd name="T2" fmla="*/ 117 w 241"/>
                <ns1:gd name="T3" fmla="*/ 147 h 221"/>
                <ns1:gd name="T4" fmla="*/ 97 w 241"/>
                <ns1:gd name="T5" fmla="*/ 147 h 221"/>
                <ns1:gd name="T6" fmla="*/ 97 w 241"/>
                <ns1:gd name="T7" fmla="*/ 130 h 221"/>
                <ns1:gd name="T8" fmla="*/ 135 w 241"/>
                <ns1:gd name="T9" fmla="*/ 130 h 221"/>
                <ns1:gd name="T10" fmla="*/ 135 w 241"/>
                <ns1:gd name="T11" fmla="*/ 174 h 221"/>
                <ns1:gd name="T12" fmla="*/ 175 w 241"/>
                <ns1:gd name="T13" fmla="*/ 130 h 221"/>
                <ns1:gd name="T14" fmla="*/ 223 w 241"/>
                <ns1:gd name="T15" fmla="*/ 130 h 221"/>
                <ns1:gd name="T16" fmla="*/ 223 w 241"/>
                <ns1:gd name="T17" fmla="*/ 18 h 221"/>
                <ns1:gd name="T18" fmla="*/ 17 w 241"/>
                <ns1:gd name="T19" fmla="*/ 18 h 221"/>
                <ns1:gd name="T20" fmla="*/ 17 w 241"/>
                <ns1:gd name="T21" fmla="*/ 68 h 221"/>
                <ns1:gd name="T22" fmla="*/ 0 w 241"/>
                <ns1:gd name="T23" fmla="*/ 68 h 221"/>
                <ns1:gd name="T24" fmla="*/ 0 w 241"/>
                <ns1:gd name="T25" fmla="*/ 0 h 221"/>
                <ns1:gd name="T26" fmla="*/ 241 w 241"/>
                <ns1:gd name="T27" fmla="*/ 0 h 221"/>
                <ns1:gd name="T28" fmla="*/ 241 w 241"/>
                <ns1:gd name="T29" fmla="*/ 147 h 221"/>
                <ns1:gd name="T30" fmla="*/ 183 w 241"/>
                <ns1:gd name="T31" fmla="*/ 147 h 221"/>
                <ns1:gd name="T32" fmla="*/ 117 w 241"/>
                <ns1:gd name="T33" fmla="*/ 221 h 221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  <ns1:cxn ang="0">
                  <ns1:pos x="T14" y="T15"/>
                </ns1:cxn>
                <ns1:cxn ang="0">
                  <ns1:pos x="T16" y="T17"/>
                </ns1:cxn>
                <ns1:cxn ang="0">
                  <ns1:pos x="T18" y="T19"/>
                </ns1:cxn>
                <ns1:cxn ang="0">
                  <ns1:pos x="T20" y="T21"/>
                </ns1:cxn>
                <ns1:cxn ang="0">
                  <ns1:pos x="T22" y="T23"/>
                </ns1:cxn>
                <ns1:cxn ang="0">
                  <ns1:pos x="T24" y="T25"/>
                </ns1:cxn>
                <ns1:cxn ang="0">
                  <ns1:pos x="T26" y="T27"/>
                </ns1:cxn>
                <ns1:cxn ang="0">
                  <ns1:pos x="T28" y="T29"/>
                </ns1:cxn>
                <ns1:cxn ang="0">
                  <ns1:pos x="T30" y="T31"/>
                </ns1:cxn>
                <ns1:cxn ang="0">
                  <ns1:pos x="T32" y="T33"/>
                </ns1:cxn>
              </ns1:cxnLst>
              <ns1:rect l="0" t="0" r="r" b="b"/>
              <ns1:pathLst>
                <ns1:path w="241" h="221">
                  <ns1:moveTo>
                    <ns1:pt x="117" y="221"/>
                  </ns1:moveTo>
                  <ns1:lnTo>
                    <ns1:pt x="117" y="147"/>
                  </ns1:lnTo>
                  <ns1:lnTo>
                    <ns1:pt x="97" y="147"/>
                  </ns1:lnTo>
                  <ns1:lnTo>
                    <ns1:pt x="97" y="130"/>
                  </ns1:lnTo>
                  <ns1:lnTo>
                    <ns1:pt x="135" y="130"/>
                  </ns1:lnTo>
                  <ns1:lnTo>
                    <ns1:pt x="135" y="174"/>
                  </ns1:lnTo>
                  <ns1:lnTo>
                    <ns1:pt x="175" y="130"/>
                  </ns1:lnTo>
                  <ns1:lnTo>
                    <ns1:pt x="223" y="130"/>
                  </ns1:lnTo>
                  <ns1:lnTo>
                    <ns1:pt x="223" y="18"/>
                  </ns1:lnTo>
                  <ns1:lnTo>
                    <ns1:pt x="17" y="18"/>
                  </ns1:lnTo>
                  <ns1:lnTo>
                    <ns1:pt x="17" y="68"/>
                  </ns1:lnTo>
                  <ns1:lnTo>
                    <ns1:pt x="0" y="68"/>
                  </ns1:lnTo>
                  <ns1:lnTo>
                    <ns1:pt x="0" y="0"/>
                  </ns1:lnTo>
                  <ns1:lnTo>
                    <ns1:pt x="241" y="0"/>
                  </ns1:lnTo>
                  <ns1:lnTo>
                    <ns1:pt x="241" y="147"/>
                  </ns1:lnTo>
                  <ns1:lnTo>
                    <ns1:pt x="183" y="147"/>
                  </ns1:lnTo>
                  <ns1:lnTo>
                    <ns1:pt x="117" y="221"/>
                  </ns1:lnTo>
                  <ns1:close/>
                </ns1:path>
              </ns1:pathLst>
            </ns1:custGeom>
            <ns1:grpFill/>
            <ns1:ln>
              <ns1:noFill/>
            </ns1:ln>
            <ns1:extLst>
              <ns1:ext uri="{91240B29-F687-4F45-9708-019B960494DF}">
                <ns2:hiddenLine w="9525">
                  <ns1:solidFill>
                    <ns1:srgbClr val="000000"/>
                  </ns1:solidFill>
                  <ns1:round/>
                  <ns1:headEnd/>
                  <ns1:tailEnd/>
                </ns2:hiddenLine>
              </ns1:ext>
            </ns1:extLst>
          </ns0:spPr>
          <ns0:txBody>
            <ns1:bodyPr vert="horz" wrap="square" lIns="91440" tIns="45720" rIns="91440" bIns="45720" numCol="1" anchor="t" anchorCtr="0" compatLnSpc="1">
              <ns1:prstTxWarp prst="textNoShape">
                <ns1:avLst/>
              </ns1:prstTxWarp>
            </ns1:bodyPr>
            <ns1:lstStyle/>
            <ns1:p>
              <ns1:endParaRPr lang="id-ID" sz="2700"/>
            </ns1:p>
          </ns0:txBody>
        </ns0:sp>
        <ns0:sp>
          <ns0:nvSpPr>
            <ns0:cNvPr id="226" name="Freeform 9"/>
            <ns0:cNvSpPr>
              <ns1:spLocks/>
            </ns0:cNvSpPr>
            <ns0:nvPr/>
          </ns0:nvSpPr>
          <ns0:spPr bwMode="auto">
            <ns1:xfrm>
              <ns1:off x="8018463" y="4965700"/>
              <ns1:ext cx="25400" cy="25400"/>
            </ns1:xfrm>
            <ns1:custGeom>
              <ns1:avLst/>
              <ns1:gdLst>
                <ns1:gd name="T0" fmla="*/ 16 w 16"/>
                <ns1:gd name="T1" fmla="*/ 0 h 16"/>
                <ns1:gd name="T2" fmla="*/ 0 w 16"/>
                <ns1:gd name="T3" fmla="*/ 0 h 16"/>
                <ns1:gd name="T4" fmla="*/ 0 w 16"/>
                <ns1:gd name="T5" fmla="*/ 16 h 16"/>
                <ns1:gd name="T6" fmla="*/ 16 w 16"/>
                <ns1:gd name="T7" fmla="*/ 16 h 16"/>
                <ns1:gd name="T8" fmla="*/ 16 w 16"/>
                <ns1:gd name="T9" fmla="*/ 0 h 16"/>
                <ns1:gd name="T10" fmla="*/ 16 w 16"/>
                <ns1:gd name="T11" fmla="*/ 0 h 16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</ns1:cxnLst>
              <ns1:rect l="0" t="0" r="r" b="b"/>
              <ns1:pathLst>
                <ns1:path w="16" h="16">
                  <ns1:moveTo>
                    <ns1:pt x="16" y="0"/>
                  </ns1:moveTo>
                  <ns1:lnTo>
                    <ns1:pt x="0" y="0"/>
                  </ns1:lnTo>
                  <ns1:lnTo>
                    <ns1:pt x="0" y="16"/>
                  </ns1:lnTo>
                  <ns1:lnTo>
                    <ns1:pt x="16" y="16"/>
                  </ns1:lnTo>
                  <ns1:lnTo>
                    <ns1:pt x="16" y="0"/>
                  </ns1:lnTo>
                  <ns1:lnTo>
                    <ns1:pt x="16" y="0"/>
                  </ns1:lnTo>
                  <ns1:close/>
                </ns1:path>
              </ns1:pathLst>
            </ns1:custGeom>
            <ns1:grpFill/>
            <ns1:ln>
              <ns1:noFill/>
            </ns1:ln>
            <ns1:extLst>
              <ns1:ext uri="{91240B29-F687-4F45-9708-019B960494DF}">
                <ns2:hiddenLine w="9525">
                  <ns1:solidFill>
                    <ns1:srgbClr val="000000"/>
                  </ns1:solidFill>
                  <ns1:round/>
                  <ns1:headEnd/>
                  <ns1:tailEnd/>
                </ns2:hiddenLine>
              </ns1:ext>
            </ns1:extLst>
          </ns0:spPr>
          <ns0:txBody>
            <ns1:bodyPr vert="horz" wrap="square" lIns="91440" tIns="45720" rIns="91440" bIns="45720" numCol="1" anchor="t" anchorCtr="0" compatLnSpc="1">
              <ns1:prstTxWarp prst="textNoShape">
                <ns1:avLst/>
              </ns1:prstTxWarp>
            </ns1:bodyPr>
            <ns1:lstStyle/>
            <ns1:p>
              <ns1:endParaRPr lang="id-ID" sz="2700"/>
            </ns1:p>
          </ns0:txBody>
        </ns0:sp>
        <ns0:sp>
          <ns0:nvSpPr>
            <ns0:cNvPr id="227" name="Freeform 10"/>
            <ns0:cNvSpPr>
              <ns1:spLocks/>
            </ns0:cNvSpPr>
            <ns0:nvPr/>
          </ns0:nvSpPr>
          <ns0:spPr bwMode="auto">
            <ns1:xfrm>
              <ns1:off x="8094663" y="4965700"/>
              <ns1:ext cx="25400" cy="25400"/>
            </ns1:xfrm>
            <ns1:custGeom>
              <ns1:avLst/>
              <ns1:gdLst>
                <ns1:gd name="T0" fmla="*/ 16 w 16"/>
                <ns1:gd name="T1" fmla="*/ 0 h 16"/>
                <ns1:gd name="T2" fmla="*/ 0 w 16"/>
                <ns1:gd name="T3" fmla="*/ 0 h 16"/>
                <ns1:gd name="T4" fmla="*/ 0 w 16"/>
                <ns1:gd name="T5" fmla="*/ 16 h 16"/>
                <ns1:gd name="T6" fmla="*/ 16 w 16"/>
                <ns1:gd name="T7" fmla="*/ 16 h 16"/>
                <ns1:gd name="T8" fmla="*/ 16 w 16"/>
                <ns1:gd name="T9" fmla="*/ 0 h 16"/>
                <ns1:gd name="T10" fmla="*/ 16 w 16"/>
                <ns1:gd name="T11" fmla="*/ 0 h 16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</ns1:cxnLst>
              <ns1:rect l="0" t="0" r="r" b="b"/>
              <ns1:pathLst>
                <ns1:path w="16" h="16">
                  <ns1:moveTo>
                    <ns1:pt x="16" y="0"/>
                  </ns1:moveTo>
                  <ns1:lnTo>
                    <ns1:pt x="0" y="0"/>
                  </ns1:lnTo>
                  <ns1:lnTo>
                    <ns1:pt x="0" y="16"/>
                  </ns1:lnTo>
                  <ns1:lnTo>
                    <ns1:pt x="16" y="16"/>
                  </ns1:lnTo>
                  <ns1:lnTo>
                    <ns1:pt x="16" y="0"/>
                  </ns1:lnTo>
                  <ns1:lnTo>
                    <ns1:pt x="16" y="0"/>
                  </ns1:lnTo>
                  <ns1:close/>
                </ns1:path>
              </ns1:pathLst>
            </ns1:custGeom>
            <ns1:grpFill/>
            <ns1:ln>
              <ns1:noFill/>
            </ns1:ln>
            <ns1:extLst>
              <ns1:ext uri="{91240B29-F687-4F45-9708-019B960494DF}">
                <ns2:hiddenLine w="9525">
                  <ns1:solidFill>
                    <ns1:srgbClr val="000000"/>
                  </ns1:solidFill>
                  <ns1:round/>
                  <ns1:headEnd/>
                  <ns1:tailEnd/>
                </ns2:hiddenLine>
              </ns1:ext>
            </ns1:extLst>
          </ns0:spPr>
          <ns0:txBody>
            <ns1:bodyPr vert="horz" wrap="square" lIns="91440" tIns="45720" rIns="91440" bIns="45720" numCol="1" anchor="t" anchorCtr="0" compatLnSpc="1">
              <ns1:prstTxWarp prst="textNoShape">
                <ns1:avLst/>
              </ns1:prstTxWarp>
            </ns1:bodyPr>
            <ns1:lstStyle/>
            <ns1:p>
              <ns1:endParaRPr lang="id-ID" sz="2700"/>
            </ns1:p>
          </ns0:txBody>
        </ns0:sp>
        <ns0:sp>
          <ns0:nvSpPr>
            <ns0:cNvPr id="228" name="Freeform 11"/>
            <ns0:cNvSpPr>
              <ns1:spLocks/>
            </ns0:cNvSpPr>
            <ns0:nvPr/>
          </ns0:nvSpPr>
          <ns0:spPr bwMode="auto">
            <ns1:xfrm>
              <ns1:off x="8172450" y="4965700"/>
              <ns1:ext cx="25400" cy="25400"/>
            </ns1:xfrm>
            <ns1:custGeom>
              <ns1:avLst/>
              <ns1:gdLst>
                <ns1:gd name="T0" fmla="*/ 16 w 16"/>
                <ns1:gd name="T1" fmla="*/ 0 h 16"/>
                <ns1:gd name="T2" fmla="*/ 0 w 16"/>
                <ns1:gd name="T3" fmla="*/ 0 h 16"/>
                <ns1:gd name="T4" fmla="*/ 0 w 16"/>
                <ns1:gd name="T5" fmla="*/ 16 h 16"/>
                <ns1:gd name="T6" fmla="*/ 16 w 16"/>
                <ns1:gd name="T7" fmla="*/ 16 h 16"/>
                <ns1:gd name="T8" fmla="*/ 16 w 16"/>
                <ns1:gd name="T9" fmla="*/ 0 h 16"/>
                <ns1:gd name="T10" fmla="*/ 16 w 16"/>
                <ns1:gd name="T11" fmla="*/ 0 h 16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</ns1:cxnLst>
              <ns1:rect l="0" t="0" r="r" b="b"/>
              <ns1:pathLst>
                <ns1:path w="16" h="16">
                  <ns1:moveTo>
                    <ns1:pt x="16" y="0"/>
                  </ns1:moveTo>
                  <ns1:lnTo>
                    <ns1:pt x="0" y="0"/>
                  </ns1:lnTo>
                  <ns1:lnTo>
                    <ns1:pt x="0" y="16"/>
                  </ns1:lnTo>
                  <ns1:lnTo>
                    <ns1:pt x="16" y="16"/>
                  </ns1:lnTo>
                  <ns1:lnTo>
                    <ns1:pt x="16" y="0"/>
                  </ns1:lnTo>
                  <ns1:lnTo>
                    <ns1:pt x="16" y="0"/>
                  </ns1:lnTo>
                  <ns1:close/>
                </ns1:path>
              </ns1:pathLst>
            </ns1:custGeom>
            <ns1:grpFill/>
            <ns1:ln>
              <ns1:noFill/>
            </ns1:ln>
            <ns1:extLst>
              <ns1:ext uri="{91240B29-F687-4F45-9708-019B960494DF}">
                <ns2:hiddenLine w="9525">
                  <ns1:solidFill>
                    <ns1:srgbClr val="000000"/>
                  </ns1:solidFill>
                  <ns1:round/>
                  <ns1:headEnd/>
                  <ns1:tailEnd/>
                </ns2:hiddenLine>
              </ns1:ext>
            </ns1:extLst>
          </ns0:spPr>
          <ns0:txBody>
            <ns1:bodyPr vert="horz" wrap="square" lIns="91440" tIns="45720" rIns="91440" bIns="45720" numCol="1" anchor="t" anchorCtr="0" compatLnSpc="1">
              <ns1:prstTxWarp prst="textNoShape">
                <ns1:avLst/>
              </ns1:prstTxWarp>
            </ns1:bodyPr>
            <ns1:lstStyle/>
            <ns1:p>
              <ns1:endParaRPr lang="id-ID" sz="2700"/>
            </ns1:p>
          </ns0:txBody>
        </ns0:sp>
      </ns0:grpSp>
      <ns0:sp>
        <ns0:nvSpPr>
          <ns0:cNvPr id="229" name="Freeform 228"/>
          <ns0:cNvSpPr>
            <ns1:spLocks noEditPoints="1"/>
          </ns0:cNvSpPr>
          <ns0:nvPr/>
        </ns0:nvSpPr>
        <ns0:spPr bwMode="auto">
          <ns1:xfrm rot="2700000">
            <ns1:off x="4389576" y="4544469"/>
            <ns1:ext cx="263031" cy="484415"/>
          </ns1:xfrm>
          <ns1:custGeom>
            <ns1:avLst/>
            <ns1:gdLst>
              <ns1:gd name="T0" fmla="*/ 482 w 579"/>
              <ns1:gd name="T1" fmla="*/ 367 h 1073"/>
              <ns1:gd name="T2" fmla="*/ 482 w 579"/>
              <ns1:gd name="T3" fmla="*/ 148 h 1073"/>
              <ns1:gd name="T4" fmla="*/ 525 w 579"/>
              <ns1:gd name="T5" fmla="*/ 79 h 1073"/>
              <ns1:gd name="T6" fmla="*/ 447 w 579"/>
              <ns1:gd name="T7" fmla="*/ 0 h 1073"/>
              <ns1:gd name="T8" fmla="*/ 132 w 579"/>
              <ns1:gd name="T9" fmla="*/ 0 h 1073"/>
              <ns1:gd name="T10" fmla="*/ 54 w 579"/>
              <ns1:gd name="T11" fmla="*/ 79 h 1073"/>
              <ns1:gd name="T12" fmla="*/ 96 w 579"/>
              <ns1:gd name="T13" fmla="*/ 148 h 1073"/>
              <ns1:gd name="T14" fmla="*/ 96 w 579"/>
              <ns1:gd name="T15" fmla="*/ 367 h 1073"/>
              <ns1:gd name="T16" fmla="*/ 0 w 579"/>
              <ns1:gd name="T17" fmla="*/ 583 h 1073"/>
              <ns1:gd name="T18" fmla="*/ 0 w 579"/>
              <ns1:gd name="T19" fmla="*/ 612 h 1073"/>
              <ns1:gd name="T20" fmla="*/ 224 w 579"/>
              <ns1:gd name="T21" fmla="*/ 612 h 1073"/>
              <ns1:gd name="T22" fmla="*/ 224 w 579"/>
              <ns1:gd name="T23" fmla="*/ 923 h 1073"/>
              <ns1:gd name="T24" fmla="*/ 289 w 579"/>
              <ns1:gd name="T25" fmla="*/ 1073 h 1073"/>
              <ns1:gd name="T26" fmla="*/ 355 w 579"/>
              <ns1:gd name="T27" fmla="*/ 923 h 1073"/>
              <ns1:gd name="T28" fmla="*/ 355 w 579"/>
              <ns1:gd name="T29" fmla="*/ 612 h 1073"/>
              <ns1:gd name="T30" fmla="*/ 579 w 579"/>
              <ns1:gd name="T31" fmla="*/ 612 h 1073"/>
              <ns1:gd name="T32" fmla="*/ 579 w 579"/>
              <ns1:gd name="T33" fmla="*/ 583 h 1073"/>
              <ns1:gd name="T34" fmla="*/ 482 w 579"/>
              <ns1:gd name="T35" fmla="*/ 367 h 1073"/>
              <ns1:gd name="T36" fmla="*/ 132 w 579"/>
              <ns1:gd name="T37" fmla="*/ 58 h 1073"/>
              <ns1:gd name="T38" fmla="*/ 447 w 579"/>
              <ns1:gd name="T39" fmla="*/ 58 h 1073"/>
              <ns1:gd name="T40" fmla="*/ 467 w 579"/>
              <ns1:gd name="T41" fmla="*/ 79 h 1073"/>
              <ns1:gd name="T42" fmla="*/ 449 w 579"/>
              <ns1:gd name="T43" fmla="*/ 99 h 1073"/>
              <ns1:gd name="T44" fmla="*/ 436 w 579"/>
              <ns1:gd name="T45" fmla="*/ 101 h 1073"/>
              <ns1:gd name="T46" fmla="*/ 143 w 579"/>
              <ns1:gd name="T47" fmla="*/ 101 h 1073"/>
              <ns1:gd name="T48" fmla="*/ 129 w 579"/>
              <ns1:gd name="T49" fmla="*/ 99 h 1073"/>
              <ns1:gd name="T50" fmla="*/ 111 w 579"/>
              <ns1:gd name="T51" fmla="*/ 79 h 1073"/>
              <ns1:gd name="T52" fmla="*/ 132 w 579"/>
              <ns1:gd name="T53" fmla="*/ 58 h 1073"/>
              <ns1:gd name="T54" fmla="*/ 424 w 579"/>
              <ns1:gd name="T55" fmla="*/ 370 h 1073"/>
              <ns1:gd name="T56" fmla="*/ 154 w 579"/>
              <ns1:gd name="T57" fmla="*/ 370 h 1073"/>
              <ns1:gd name="T58" fmla="*/ 154 w 579"/>
              <ns1:gd name="T59" fmla="*/ 130 h 1073"/>
              <ns1:gd name="T60" fmla="*/ 424 w 579"/>
              <ns1:gd name="T61" fmla="*/ 130 h 1073"/>
              <ns1:gd name="T62" fmla="*/ 424 w 579"/>
              <ns1:gd name="T63" fmla="*/ 370 h 1073"/>
              <ns1:gd name="T64" fmla="*/ 297 w 579"/>
              <ns1:gd name="T65" fmla="*/ 911 h 1073"/>
              <ns1:gd name="T66" fmla="*/ 289 w 579"/>
              <ns1:gd name="T67" fmla="*/ 928 h 1073"/>
              <ns1:gd name="T68" fmla="*/ 282 w 579"/>
              <ns1:gd name="T69" fmla="*/ 911 h 1073"/>
              <ns1:gd name="T70" fmla="*/ 282 w 579"/>
              <ns1:gd name="T71" fmla="*/ 612 h 1073"/>
              <ns1:gd name="T72" fmla="*/ 297 w 579"/>
              <ns1:gd name="T73" fmla="*/ 612 h 1073"/>
              <ns1:gd name="T74" fmla="*/ 297 w 579"/>
              <ns1:gd name="T75" fmla="*/ 911 h 1073"/>
              <ns1:gd name="T76" fmla="*/ 355 w 579"/>
              <ns1:gd name="T77" fmla="*/ 554 h 1073"/>
              <ns1:gd name="T78" fmla="*/ 224 w 579"/>
              <ns1:gd name="T79" fmla="*/ 554 h 1073"/>
              <ns1:gd name="T80" fmla="*/ 59 w 579"/>
              <ns1:gd name="T81" fmla="*/ 554 h 1073"/>
              <ns1:gd name="T82" fmla="*/ 144 w 579"/>
              <ns1:gd name="T83" fmla="*/ 403 h 1073"/>
              <ns1:gd name="T84" fmla="*/ 149 w 579"/>
              <ns1:gd name="T85" fmla="*/ 399 h 1073"/>
              <ns1:gd name="T86" fmla="*/ 430 w 579"/>
              <ns1:gd name="T87" fmla="*/ 399 h 1073"/>
              <ns1:gd name="T88" fmla="*/ 435 w 579"/>
              <ns1:gd name="T89" fmla="*/ 403 h 1073"/>
              <ns1:gd name="T90" fmla="*/ 519 w 579"/>
              <ns1:gd name="T91" fmla="*/ 554 h 1073"/>
              <ns1:gd name="T92" fmla="*/ 355 w 579"/>
              <ns1:gd name="T93" fmla="*/ 554 h 1073"/>
            </ns1:gdLst>
            <ns1:ahLst/>
            <ns1:cxnLst>
              <ns1:cxn ang="0">
                <ns1:pos x="T0" y="T1"/>
              </ns1:cxn>
              <ns1:cxn ang="0">
                <ns1:pos x="T2" y="T3"/>
              </ns1:cxn>
              <ns1:cxn ang="0">
                <ns1:pos x="T4" y="T5"/>
              </ns1:cxn>
              <ns1:cxn ang="0">
                <ns1:pos x="T6" y="T7"/>
              </ns1:cxn>
              <ns1:cxn ang="0">
                <ns1:pos x="T8" y="T9"/>
              </ns1:cxn>
              <ns1:cxn ang="0">
                <ns1:pos x="T10" y="T11"/>
              </ns1:cxn>
              <ns1:cxn ang="0">
                <ns1:pos x="T12" y="T13"/>
              </ns1:cxn>
              <ns1:cxn ang="0">
                <ns1:pos x="T14" y="T15"/>
              </ns1:cxn>
              <ns1:cxn ang="0">
                <ns1:pos x="T16" y="T17"/>
              </ns1:cxn>
              <ns1:cxn ang="0">
                <ns1:pos x="T18" y="T19"/>
              </ns1:cxn>
              <ns1:cxn ang="0">
                <ns1:pos x="T20" y="T21"/>
              </ns1:cxn>
              <ns1:cxn ang="0">
                <ns1:pos x="T22" y="T23"/>
              </ns1:cxn>
              <ns1:cxn ang="0">
                <ns1:pos x="T24" y="T25"/>
              </ns1:cxn>
              <ns1:cxn ang="0">
                <ns1:pos x="T26" y="T27"/>
              </ns1:cxn>
              <ns1:cxn ang="0">
                <ns1:pos x="T28" y="T29"/>
              </ns1:cxn>
              <ns1:cxn ang="0">
                <ns1:pos x="T30" y="T31"/>
              </ns1:cxn>
              <ns1:cxn ang="0">
                <ns1:pos x="T32" y="T33"/>
              </ns1:cxn>
              <ns1:cxn ang="0">
                <ns1:pos x="T34" y="T35"/>
              </ns1:cxn>
              <ns1:cxn ang="0">
                <ns1:pos x="T36" y="T37"/>
              </ns1:cxn>
              <ns1:cxn ang="0">
                <ns1:pos x="T38" y="T39"/>
              </ns1:cxn>
              <ns1:cxn ang="0">
                <ns1:pos x="T40" y="T41"/>
              </ns1:cxn>
              <ns1:cxn ang="0">
                <ns1:pos x="T42" y="T43"/>
              </ns1:cxn>
              <ns1:cxn ang="0">
                <ns1:pos x="T44" y="T45"/>
              </ns1:cxn>
              <ns1:cxn ang="0">
                <ns1:pos x="T46" y="T47"/>
              </ns1:cxn>
              <ns1:cxn ang="0">
                <ns1:pos x="T48" y="T49"/>
              </ns1:cxn>
              <ns1:cxn ang="0">
                <ns1:pos x="T50" y="T51"/>
              </ns1:cxn>
              <ns1:cxn ang="0">
                <ns1:pos x="T52" y="T53"/>
              </ns1:cxn>
              <ns1:cxn ang="0">
                <ns1:pos x="T54" y="T55"/>
              </ns1:cxn>
              <ns1:cxn ang="0">
                <ns1:pos x="T56" y="T57"/>
              </ns1:cxn>
              <ns1:cxn ang="0">
                <ns1:pos x="T58" y="T59"/>
              </ns1:cxn>
              <ns1:cxn ang="0">
                <ns1:pos x="T60" y="T61"/>
              </ns1:cxn>
              <ns1:cxn ang="0">
                <ns1:pos x="T62" y="T63"/>
              </ns1:cxn>
              <ns1:cxn ang="0">
                <ns1:pos x="T64" y="T65"/>
              </ns1:cxn>
              <ns1:cxn ang="0">
                <ns1:pos x="T66" y="T67"/>
              </ns1:cxn>
              <ns1:cxn ang="0">
                <ns1:pos x="T68" y="T69"/>
              </ns1:cxn>
              <ns1:cxn ang="0">
                <ns1:pos x="T70" y="T71"/>
              </ns1:cxn>
              <ns1:cxn ang="0">
                <ns1:pos x="T72" y="T73"/>
              </ns1:cxn>
              <ns1:cxn ang="0">
                <ns1:pos x="T74" y="T75"/>
              </ns1:cxn>
              <ns1:cxn ang="0">
                <ns1:pos x="T76" y="T77"/>
              </ns1:cxn>
              <ns1:cxn ang="0">
                <ns1:pos x="T78" y="T79"/>
              </ns1:cxn>
              <ns1:cxn ang="0">
                <ns1:pos x="T80" y="T81"/>
              </ns1:cxn>
              <ns1:cxn ang="0">
                <ns1:pos x="T82" y="T83"/>
              </ns1:cxn>
              <ns1:cxn ang="0">
                <ns1:pos x="T84" y="T85"/>
              </ns1:cxn>
              <ns1:cxn ang="0">
                <ns1:pos x="T86" y="T87"/>
              </ns1:cxn>
              <ns1:cxn ang="0">
                <ns1:pos x="T88" y="T89"/>
              </ns1:cxn>
              <ns1:cxn ang="0">
                <ns1:pos x="T90" y="T91"/>
              </ns1:cxn>
              <ns1:cxn ang="0">
                <ns1:pos x="T92" y="T93"/>
              </ns1:cxn>
            </ns1:cxnLst>
            <ns1:rect l="0" t="0" r="r" b="b"/>
            <ns1:pathLst>
              <ns1:path w="579" h="1073">
                <ns1:moveTo>
                  <ns1:pt x="482" y="367"/>
                </ns1:moveTo>
                <ns1:cubicBezTo>
                  <ns1:pt x="482" y="148"/>
                  <ns1:pt x="482" y="148"/>
                  <ns1:pt x="482" y="148"/>
                </ns1:cubicBezTo>
                <ns1:cubicBezTo>
                  <ns1:pt x="508" y="135"/>
                  <ns1:pt x="525" y="109"/>
                  <ns1:pt x="525" y="79"/>
                </ns1:cubicBezTo>
                <ns1:cubicBezTo>
                  <ns1:pt x="525" y="35"/>
                  <ns1:pt x="490" y="0"/>
                  <ns1:pt x="447" y="0"/>
                </ns1:cubicBezTo>
                <ns1:cubicBezTo>
                  <ns1:pt x="132" y="0"/>
                  <ns1:pt x="132" y="0"/>
                  <ns1:pt x="132" y="0"/>
                </ns1:cubicBezTo>
                <ns1:cubicBezTo>
                  <ns1:pt x="89" y="0"/>
                  <ns1:pt x="54" y="35"/>
                  <ns1:pt x="54" y="79"/>
                </ns1:cubicBezTo>
                <ns1:cubicBezTo>
                  <ns1:pt x="54" y="109"/>
                  <ns1:pt x="71" y="135"/>
                  <ns1:pt x="96" y="148"/>
                </ns1:cubicBezTo>
                <ns1:cubicBezTo>
                  <ns1:pt x="96" y="367"/>
                  <ns1:pt x="96" y="367"/>
                  <ns1:pt x="96" y="367"/>
                </ns1:cubicBezTo>
                <ns1:cubicBezTo>
                  <ns1:pt x="35" y="422"/>
                  <ns1:pt x="0" y="500"/>
                  <ns1:pt x="0" y="583"/>
                </ns1:cubicBezTo>
                <ns1:cubicBezTo>
                  <ns1:pt x="0" y="612"/>
                  <ns1:pt x="0" y="612"/>
                  <ns1:pt x="0" y="612"/>
                </ns1:cubicBezTo>
                <ns1:cubicBezTo>
                  <ns1:pt x="224" y="612"/>
                  <ns1:pt x="224" y="612"/>
                  <ns1:pt x="224" y="612"/>
                </ns1:cubicBezTo>
                <ns1:cubicBezTo>
                  <ns1:pt x="224" y="923"/>
                  <ns1:pt x="224" y="923"/>
                  <ns1:pt x="224" y="923"/>
                </ns1:cubicBezTo>
                <ns1:cubicBezTo>
                  <ns1:pt x="289" y="1073"/>
                  <ns1:pt x="289" y="1073"/>
                  <ns1:pt x="289" y="1073"/>
                </ns1:cubicBezTo>
                <ns1:cubicBezTo>
                  <ns1:pt x="355" y="923"/>
                  <ns1:pt x="355" y="923"/>
                  <ns1:pt x="355" y="923"/>
                </ns1:cubicBezTo>
                <ns1:cubicBezTo>
                  <ns1:pt x="355" y="612"/>
                  <ns1:pt x="355" y="612"/>
                  <ns1:pt x="355" y="612"/>
                </ns1:cubicBezTo>
                <ns1:cubicBezTo>
                  <ns1:pt x="579" y="612"/>
                  <ns1:pt x="579" y="612"/>
                  <ns1:pt x="579" y="612"/>
                </ns1:cubicBezTo>
                <ns1:cubicBezTo>
                  <ns1:pt x="579" y="583"/>
                  <ns1:pt x="579" y="583"/>
                  <ns1:pt x="579" y="583"/>
                </ns1:cubicBezTo>
                <ns1:cubicBezTo>
                  <ns1:pt x="579" y="500"/>
                  <ns1:pt x="544" y="422"/>
                  <ns1:pt x="482" y="367"/>
                </ns1:cubicBezTo>
                <ns1:close/>
                <ns1:moveTo>
                  <ns1:pt x="132" y="58"/>
                </ns1:moveTo>
                <ns1:cubicBezTo>
                  <ns1:pt x="447" y="58"/>
                  <ns1:pt x="447" y="58"/>
                  <ns1:pt x="447" y="58"/>
                </ns1:cubicBezTo>
                <ns1:cubicBezTo>
                  <ns1:pt x="458" y="58"/>
                  <ns1:pt x="467" y="67"/>
                  <ns1:pt x="467" y="79"/>
                </ns1:cubicBezTo>
                <ns1:cubicBezTo>
                  <ns1:pt x="467" y="89"/>
                  <ns1:pt x="459" y="97"/>
                  <ns1:pt x="449" y="99"/>
                </ns1:cubicBezTo>
                <ns1:cubicBezTo>
                  <ns1:pt x="436" y="101"/>
                  <ns1:pt x="436" y="101"/>
                  <ns1:pt x="436" y="101"/>
                </ns1:cubicBezTo>
                <ns1:cubicBezTo>
                  <ns1:pt x="143" y="101"/>
                  <ns1:pt x="143" y="101"/>
                  <ns1:pt x="143" y="101"/>
                </ns1:cubicBezTo>
                <ns1:cubicBezTo>
                  <ns1:pt x="129" y="99"/>
                  <ns1:pt x="129" y="99"/>
                  <ns1:pt x="129" y="99"/>
                </ns1:cubicBezTo>
                <ns1:cubicBezTo>
                  <ns1:pt x="119" y="97"/>
                  <ns1:pt x="111" y="89"/>
                  <ns1:pt x="111" y="79"/>
                </ns1:cubicBezTo>
                <ns1:cubicBezTo>
                  <ns1:pt x="111" y="67"/>
                  <ns1:pt x="121" y="58"/>
                  <ns1:pt x="132" y="58"/>
                </ns1:cubicBezTo>
                <ns1:close/>
                <ns1:moveTo>
                  <ns1:pt x="424" y="370"/>
                </ns1:moveTo>
                <ns1:cubicBezTo>
                  <ns1:pt x="154" y="370"/>
                  <ns1:pt x="154" y="370"/>
                  <ns1:pt x="154" y="370"/>
                </ns1:cubicBezTo>
                <ns1:cubicBezTo>
                  <ns1:pt x="154" y="130"/>
                  <ns1:pt x="154" y="130"/>
                  <ns1:pt x="154" y="130"/>
                </ns1:cubicBezTo>
                <ns1:cubicBezTo>
                  <ns1:pt x="424" y="130"/>
                  <ns1:pt x="424" y="130"/>
                  <ns1:pt x="424" y="130"/>
                </ns1:cubicBezTo>
                <ns1:lnTo>
                  <ns1:pt x="424" y="370"/>
                </ns1:lnTo>
                <ns1:close/>
                <ns1:moveTo>
                  <ns1:pt x="297" y="911"/>
                </ns1:moveTo>
                <ns1:cubicBezTo>
                  <ns1:pt x="289" y="928"/>
                  <ns1:pt x="289" y="928"/>
                  <ns1:pt x="289" y="928"/>
                </ns1:cubicBezTo>
                <ns1:cubicBezTo>
                  <ns1:pt x="282" y="911"/>
                  <ns1:pt x="282" y="911"/>
                  <ns1:pt x="282" y="911"/>
                </ns1:cubicBezTo>
                <ns1:cubicBezTo>
                  <ns1:pt x="282" y="612"/>
                  <ns1:pt x="282" y="612"/>
                  <ns1:pt x="282" y="612"/>
                </ns1:cubicBezTo>
                <ns1:cubicBezTo>
                  <ns1:pt x="297" y="612"/>
                  <ns1:pt x="297" y="612"/>
                  <ns1:pt x="297" y="612"/>
                </ns1:cubicBezTo>
                <ns1:lnTo>
                  <ns1:pt x="297" y="911"/>
                </ns1:lnTo>
                <ns1:close/>
                <ns1:moveTo>
                  <ns1:pt x="355" y="554"/>
                </ns1:moveTo>
                <ns1:cubicBezTo>
                  <ns1:pt x="224" y="554"/>
                  <ns1:pt x="224" y="554"/>
                  <ns1:pt x="224" y="554"/>
                </ns1:cubicBezTo>
                <ns1:cubicBezTo>
                  <ns1:pt x="59" y="554"/>
                  <ns1:pt x="59" y="554"/>
                  <ns1:pt x="59" y="554"/>
                </ns1:cubicBezTo>
                <ns1:cubicBezTo>
                  <ns1:pt x="67" y="495"/>
                  <ns1:pt x="97" y="441"/>
                  <ns1:pt x="144" y="403"/>
                </ns1:cubicBezTo>
                <ns1:cubicBezTo>
                  <ns1:pt x="149" y="399"/>
                  <ns1:pt x="149" y="399"/>
                  <ns1:pt x="149" y="399"/>
                </ns1:cubicBezTo>
                <ns1:cubicBezTo>
                  <ns1:pt x="430" y="399"/>
                  <ns1:pt x="430" y="399"/>
                  <ns1:pt x="430" y="399"/>
                </ns1:cubicBezTo>
                <ns1:cubicBezTo>
                  <ns1:pt x="435" y="403"/>
                  <ns1:pt x="435" y="403"/>
                  <ns1:pt x="435" y="403"/>
                </ns1:cubicBezTo>
                <ns1:cubicBezTo>
                  <ns1:pt x="482" y="441"/>
                  <ns1:pt x="512" y="495"/>
                  <ns1:pt x="519" y="554"/>
                </ns1:cubicBezTo>
                <ns1:lnTo>
                  <ns1:pt x="355" y="554"/>
                </ns1:lnTo>
                <ns1:close/>
              </ns1:path>
            </ns1:pathLst>
          </ns1:custGeom>
          <ns1:solidFill>
            <ns1:schemeClr val="tx1"/>
          </ns1:solidFill>
          <ns1:ln>
            <ns1:noFill/>
          </ns1:ln>
        </ns0:spPr>
        <ns0:txBody>
          <ns1:bodyPr vert="horz" wrap="square" lIns="91440" tIns="45720" rIns="91440" bIns="45720" numCol="1" anchor="t" anchorCtr="0" compatLnSpc="1">
            <ns1:prstTxWarp prst="textNoShape">
              <ns1:avLst/>
            </ns1:prstTxWarp>
          </ns1:bodyPr>
          <ns1:lstStyle/>
          <ns1:p>
            <ns1:endParaRPr lang="id-ID" sz="2700"/>
          </ns1:p>
        </ns0:txBody>
      </ns0:sp>
      <ns0:grpSp>
        <ns0:nvGrpSpPr>
          <ns0:cNvPr id="230" name="Group 229"/>
          <ns0:cNvGrpSpPr/>
          <ns0:nvPr/>
        </ns0:nvGrpSpPr>
        <ns0:grpSpPr>
          <ns1:xfrm rot="2700000">
            <ns1:off x="3368245" y="4510879"/>
            <ns1:ext cx="316524" cy="551595"/>
            <ns1:chOff x="4732338" y="4783138"/>
            <ns1:chExt cx="703263" cy="1225550"/>
          </ns1:xfrm>
          <ns1:solidFill>
            <ns1:schemeClr val="tx1"/>
          </ns1:solidFill>
        </ns0:grpSpPr>
        <ns0:sp>
          <ns0:nvSpPr>
            <ns0:cNvPr id="231" name="Freeform 30"/>
            <ns0:cNvSpPr>
              <ns1:spLocks noEditPoints="1"/>
            </ns0:cNvSpPr>
            <ns0:nvPr/>
          </ns0:nvSpPr>
          <ns0:spPr bwMode="auto">
            <ns1:xfrm>
              <ns1:off x="4732338" y="4783138"/>
              <ns1:ext cx="703263" cy="1173163"/>
            </ns1:xfrm>
            <ns1:custGeom>
              <ns1:avLst/>
              <ns1:gdLst>
                <ns1:gd name="T0" fmla="*/ 50 w 184"/>
                <ns1:gd name="T1" fmla="*/ 310 h 310"/>
                <ns1:gd name="T2" fmla="*/ 32 w 184"/>
                <ns1:gd name="T3" fmla="*/ 282 h 310"/>
                <ns1:gd name="T4" fmla="*/ 10 w 184"/>
                <ns1:gd name="T5" fmla="*/ 199 h 310"/>
                <ns1:gd name="T6" fmla="*/ 39 w 184"/>
                <ns1:gd name="T7" fmla="*/ 171 h 310"/>
                <ns1:gd name="T8" fmla="*/ 30 w 184"/>
                <ns1:gd name="T9" fmla="*/ 116 h 310"/>
                <ns1:gd name="T10" fmla="*/ 36 w 184"/>
                <ns1:gd name="T11" fmla="*/ 73 h 310"/>
                <ns1:gd name="T12" fmla="*/ 36 w 184"/>
                <ns1:gd name="T13" fmla="*/ 72 h 310"/>
                <ns1:gd name="T14" fmla="*/ 92 w 184"/>
                <ns1:gd name="T15" fmla="*/ 0 h 310"/>
                <ns1:gd name="T16" fmla="*/ 148 w 184"/>
                <ns1:gd name="T17" fmla="*/ 72 h 310"/>
                <ns1:gd name="T18" fmla="*/ 148 w 184"/>
                <ns1:gd name="T19" fmla="*/ 73 h 310"/>
                <ns1:gd name="T20" fmla="*/ 155 w 184"/>
                <ns1:gd name="T21" fmla="*/ 116 h 310"/>
                <ns1:gd name="T22" fmla="*/ 145 w 184"/>
                <ns1:gd name="T23" fmla="*/ 171 h 310"/>
                <ns1:gd name="T24" fmla="*/ 174 w 184"/>
                <ns1:gd name="T25" fmla="*/ 199 h 310"/>
                <ns1:gd name="T26" fmla="*/ 153 w 184"/>
                <ns1:gd name="T27" fmla="*/ 282 h 310"/>
                <ns1:gd name="T28" fmla="*/ 134 w 184"/>
                <ns1:gd name="T29" fmla="*/ 310 h 310"/>
                <ns1:gd name="T30" fmla="*/ 134 w 184"/>
                <ns1:gd name="T31" fmla="*/ 276 h 310"/>
                <ns1:gd name="T32" fmla="*/ 118 w 184"/>
                <ns1:gd name="T33" fmla="*/ 239 h 310"/>
                <ns1:gd name="T34" fmla="*/ 118 w 184"/>
                <ns1:gd name="T35" fmla="*/ 240 h 310"/>
                <ns1:gd name="T36" fmla="*/ 115 w 184"/>
                <ns1:gd name="T37" fmla="*/ 246 h 310"/>
                <ns1:gd name="T38" fmla="*/ 108 w 184"/>
                <ns1:gd name="T39" fmla="*/ 245 h 310"/>
                <ns1:gd name="T40" fmla="*/ 76 w 184"/>
                <ns1:gd name="T41" fmla="*/ 245 h 310"/>
                <ns1:gd name="T42" fmla="*/ 69 w 184"/>
                <ns1:gd name="T43" fmla="*/ 246 h 310"/>
                <ns1:gd name="T44" fmla="*/ 66 w 184"/>
                <ns1:gd name="T45" fmla="*/ 240 h 310"/>
                <ns1:gd name="T46" fmla="*/ 66 w 184"/>
                <ns1:gd name="T47" fmla="*/ 239 h 310"/>
                <ns1:gd name="T48" fmla="*/ 50 w 184"/>
                <ns1:gd name="T49" fmla="*/ 276 h 310"/>
                <ns1:gd name="T50" fmla="*/ 50 w 184"/>
                <ns1:gd name="T51" fmla="*/ 310 h 310"/>
                <ns1:gd name="T52" fmla="*/ 55 w 184"/>
                <ns1:gd name="T53" fmla="*/ 79 h 310"/>
                <ns1:gd name="T54" fmla="*/ 50 w 184"/>
                <ns1:gd name="T55" fmla="*/ 116 h 310"/>
                <ns1:gd name="T56" fmla="*/ 61 w 184"/>
                <ns1:gd name="T57" fmla="*/ 174 h 310"/>
                <ns1:gd name="T58" fmla="*/ 64 w 184"/>
                <ns1:gd name="T59" fmla="*/ 184 h 310"/>
                <ns1:gd name="T60" fmla="*/ 54 w 184"/>
                <ns1:gd name="T61" fmla="*/ 187 h 310"/>
                <ns1:gd name="T62" fmla="*/ 29 w 184"/>
                <ns1:gd name="T63" fmla="*/ 205 h 310"/>
                <ns1:gd name="T64" fmla="*/ 36 w 184"/>
                <ns1:gd name="T65" fmla="*/ 247 h 310"/>
                <ns1:gd name="T66" fmla="*/ 65 w 184"/>
                <ns1:gd name="T67" fmla="*/ 215 h 310"/>
                <ns1:gd name="T68" fmla="*/ 74 w 184"/>
                <ns1:gd name="T69" fmla="*/ 209 h 310"/>
                <ns1:gd name="T70" fmla="*/ 79 w 184"/>
                <ns1:gd name="T71" fmla="*/ 219 h 310"/>
                <ns1:gd name="T72" fmla="*/ 82 w 184"/>
                <ns1:gd name="T73" fmla="*/ 225 h 310"/>
                <ns1:gd name="T74" fmla="*/ 103 w 184"/>
                <ns1:gd name="T75" fmla="*/ 225 h 310"/>
                <ns1:gd name="T76" fmla="*/ 105 w 184"/>
                <ns1:gd name="T77" fmla="*/ 219 h 310"/>
                <ns1:gd name="T78" fmla="*/ 110 w 184"/>
                <ns1:gd name="T79" fmla="*/ 209 h 310"/>
                <ns1:gd name="T80" fmla="*/ 120 w 184"/>
                <ns1:gd name="T81" fmla="*/ 215 h 310"/>
                <ns1:gd name="T82" fmla="*/ 148 w 184"/>
                <ns1:gd name="T83" fmla="*/ 247 h 310"/>
                <ns1:gd name="T84" fmla="*/ 155 w 184"/>
                <ns1:gd name="T85" fmla="*/ 205 h 310"/>
                <ns1:gd name="T86" fmla="*/ 130 w 184"/>
                <ns1:gd name="T87" fmla="*/ 187 h 310"/>
                <ns1:gd name="T88" fmla="*/ 120 w 184"/>
                <ns1:gd name="T89" fmla="*/ 184 h 310"/>
                <ns1:gd name="T90" fmla="*/ 123 w 184"/>
                <ns1:gd name="T91" fmla="*/ 174 h 310"/>
                <ns1:gd name="T92" fmla="*/ 135 w 184"/>
                <ns1:gd name="T93" fmla="*/ 116 h 310"/>
                <ns1:gd name="T94" fmla="*/ 129 w 184"/>
                <ns1:gd name="T95" fmla="*/ 79 h 310"/>
                <ns1:gd name="T96" fmla="*/ 92 w 184"/>
                <ns1:gd name="T97" fmla="*/ 21 h 310"/>
                <ns1:gd name="T98" fmla="*/ 55 w 184"/>
                <ns1:gd name="T99" fmla="*/ 79 h 310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  <ns1:cxn ang="0">
                  <ns1:pos x="T14" y="T15"/>
                </ns1:cxn>
                <ns1:cxn ang="0">
                  <ns1:pos x="T16" y="T17"/>
                </ns1:cxn>
                <ns1:cxn ang="0">
                  <ns1:pos x="T18" y="T19"/>
                </ns1:cxn>
                <ns1:cxn ang="0">
                  <ns1:pos x="T20" y="T21"/>
                </ns1:cxn>
                <ns1:cxn ang="0">
                  <ns1:pos x="T22" y="T23"/>
                </ns1:cxn>
                <ns1:cxn ang="0">
                  <ns1:pos x="T24" y="T25"/>
                </ns1:cxn>
                <ns1:cxn ang="0">
                  <ns1:pos x="T26" y="T27"/>
                </ns1:cxn>
                <ns1:cxn ang="0">
                  <ns1:pos x="T28" y="T29"/>
                </ns1:cxn>
                <ns1:cxn ang="0">
                  <ns1:pos x="T30" y="T31"/>
                </ns1:cxn>
                <ns1:cxn ang="0">
                  <ns1:pos x="T32" y="T33"/>
                </ns1:cxn>
                <ns1:cxn ang="0">
                  <ns1:pos x="T34" y="T35"/>
                </ns1:cxn>
                <ns1:cxn ang="0">
                  <ns1:pos x="T36" y="T37"/>
                </ns1:cxn>
                <ns1:cxn ang="0">
                  <ns1:pos x="T38" y="T39"/>
                </ns1:cxn>
                <ns1:cxn ang="0">
                  <ns1:pos x="T40" y="T41"/>
                </ns1:cxn>
                <ns1:cxn ang="0">
                  <ns1:pos x="T42" y="T43"/>
                </ns1:cxn>
                <ns1:cxn ang="0">
                  <ns1:pos x="T44" y="T45"/>
                </ns1:cxn>
                <ns1:cxn ang="0">
                  <ns1:pos x="T46" y="T47"/>
                </ns1:cxn>
                <ns1:cxn ang="0">
                  <ns1:pos x="T48" y="T49"/>
                </ns1:cxn>
                <ns1:cxn ang="0">
                  <ns1:pos x="T50" y="T51"/>
                </ns1:cxn>
                <ns1:cxn ang="0">
                  <ns1:pos x="T52" y="T53"/>
                </ns1:cxn>
                <ns1:cxn ang="0">
                  <ns1:pos x="T54" y="T55"/>
                </ns1:cxn>
                <ns1:cxn ang="0">
                  <ns1:pos x="T56" y="T57"/>
                </ns1:cxn>
                <ns1:cxn ang="0">
                  <ns1:pos x="T58" y="T59"/>
                </ns1:cxn>
                <ns1:cxn ang="0">
                  <ns1:pos x="T60" y="T61"/>
                </ns1:cxn>
                <ns1:cxn ang="0">
                  <ns1:pos x="T62" y="T63"/>
                </ns1:cxn>
                <ns1:cxn ang="0">
                  <ns1:pos x="T64" y="T65"/>
                </ns1:cxn>
                <ns1:cxn ang="0">
                  <ns1:pos x="T66" y="T67"/>
                </ns1:cxn>
                <ns1:cxn ang="0">
                  <ns1:pos x="T68" y="T69"/>
                </ns1:cxn>
                <ns1:cxn ang="0">
                  <ns1:pos x="T70" y="T71"/>
                </ns1:cxn>
                <ns1:cxn ang="0">
                  <ns1:pos x="T72" y="T73"/>
                </ns1:cxn>
                <ns1:cxn ang="0">
                  <ns1:pos x="T74" y="T75"/>
                </ns1:cxn>
                <ns1:cxn ang="0">
                  <ns1:pos x="T76" y="T77"/>
                </ns1:cxn>
                <ns1:cxn ang="0">
                  <ns1:pos x="T78" y="T79"/>
                </ns1:cxn>
                <ns1:cxn ang="0">
                  <ns1:pos x="T80" y="T81"/>
                </ns1:cxn>
                <ns1:cxn ang="0">
                  <ns1:pos x="T82" y="T83"/>
                </ns1:cxn>
                <ns1:cxn ang="0">
                  <ns1:pos x="T84" y="T85"/>
                </ns1:cxn>
                <ns1:cxn ang="0">
                  <ns1:pos x="T86" y="T87"/>
                </ns1:cxn>
                <ns1:cxn ang="0">
                  <ns1:pos x="T88" y="T89"/>
                </ns1:cxn>
                <ns1:cxn ang="0">
                  <ns1:pos x="T90" y="T91"/>
                </ns1:cxn>
                <ns1:cxn ang="0">
                  <ns1:pos x="T92" y="T93"/>
                </ns1:cxn>
                <ns1:cxn ang="0">
                  <ns1:pos x="T94" y="T95"/>
                </ns1:cxn>
                <ns1:cxn ang="0">
                  <ns1:pos x="T96" y="T97"/>
                </ns1:cxn>
                <ns1:cxn ang="0">
                  <ns1:pos x="T98" y="T99"/>
                </ns1:cxn>
              </ns1:cxnLst>
              <ns1:rect l="0" t="0" r="r" b="b"/>
              <ns1:pathLst>
                <ns1:path w="184" h="310">
                  <ns1:moveTo>
                    <ns1:pt x="50" y="310"/>
                  </ns1:moveTo>
                  <ns1:cubicBezTo>
                    <ns1:pt x="32" y="282"/>
                    <ns1:pt x="32" y="282"/>
                    <ns1:pt x="32" y="282"/>
                  </ns1:cubicBezTo>
                  <ns1:cubicBezTo>
                    <ns1:pt x="28" y="276"/>
                    <ns1:pt x="0" y="230"/>
                    <ns1:pt x="10" y="199"/>
                  </ns1:cubicBezTo>
                  <ns1:cubicBezTo>
                    <ns1:pt x="14" y="187"/>
                    <ns1:pt x="24" y="178"/>
                    <ns1:pt x="39" y="171"/>
                  </ns1:cubicBezTo>
                  <ns1:cubicBezTo>
                    <ns1:pt x="33" y="151"/>
                    <ns1:pt x="30" y="132"/>
                    <ns1:pt x="30" y="116"/>
                  </ns1:cubicBezTo>
                  <ns1:cubicBezTo>
                    <ns1:pt x="30" y="102"/>
                    <ns1:pt x="32" y="87"/>
                    <ns1:pt x="36" y="73"/>
                  </ns1:cubicBezTo>
                  <ns1:cubicBezTo>
                    <ns1:pt x="36" y="72"/>
                    <ns1:pt x="36" y="72"/>
                    <ns1:pt x="36" y="72"/>
                  </ns1:cubicBezTo>
                  <ns1:cubicBezTo>
                    <ns1:pt x="50" y="35"/>
                    <ns1:pt x="77" y="0"/>
                    <ns1:pt x="92" y="0"/>
                  </ns1:cubicBezTo>
                  <ns1:cubicBezTo>
                    <ns1:pt x="107" y="0"/>
                    <ns1:pt x="134" y="35"/>
                    <ns1:pt x="148" y="72"/>
                  </ns1:cubicBezTo>
                  <ns1:cubicBezTo>
                    <ns1:pt x="148" y="73"/>
                    <ns1:pt x="148" y="73"/>
                    <ns1:pt x="148" y="73"/>
                  </ns1:cubicBezTo>
                  <ns1:cubicBezTo>
                    <ns1:pt x="152" y="87"/>
                    <ns1:pt x="155" y="102"/>
                    <ns1:pt x="155" y="116"/>
                  </ns1:cubicBezTo>
                  <ns1:cubicBezTo>
                    <ns1:pt x="155" y="132"/>
                    <ns1:pt x="152" y="151"/>
                    <ns1:pt x="145" y="171"/>
                  </ns1:cubicBezTo>
                  <ns1:cubicBezTo>
                    <ns1:pt x="160" y="178"/>
                    <ns1:pt x="170" y="187"/>
                    <ns1:pt x="174" y="199"/>
                  </ns1:cubicBezTo>
                  <ns1:cubicBezTo>
                    <ns1:pt x="184" y="230"/>
                    <ns1:pt x="156" y="276"/>
                    <ns1:pt x="153" y="282"/>
                  </ns1:cubicBezTo>
                  <ns1:cubicBezTo>
                    <ns1:pt x="134" y="310"/>
                    <ns1:pt x="134" y="310"/>
                    <ns1:pt x="134" y="310"/>
                  </ns1:cubicBezTo>
                  <ns1:cubicBezTo>
                    <ns1:pt x="134" y="276"/>
                    <ns1:pt x="134" y="276"/>
                    <ns1:pt x="134" y="276"/>
                  </ns1:cubicBezTo>
                  <ns1:cubicBezTo>
                    <ns1:pt x="134" y="262"/>
                    <ns1:pt x="128" y="248"/>
                    <ns1:pt x="118" y="239"/>
                  </ns1:cubicBezTo>
                  <ns1:cubicBezTo>
                    <ns1:pt x="118" y="239"/>
                    <ns1:pt x="118" y="239"/>
                    <ns1:pt x="118" y="240"/>
                  </ns1:cubicBezTo>
                  <ns1:cubicBezTo>
                    <ns1:pt x="115" y="246"/>
                    <ns1:pt x="115" y="246"/>
                    <ns1:pt x="115" y="246"/>
                  </ns1:cubicBezTo>
                  <ns1:cubicBezTo>
                    <ns1:pt x="108" y="245"/>
                    <ns1:pt x="108" y="245"/>
                    <ns1:pt x="108" y="245"/>
                  </ns1:cubicBezTo>
                  <ns1:cubicBezTo>
                    <ns1:pt x="98" y="245"/>
                    <ns1:pt x="87" y="245"/>
                    <ns1:pt x="76" y="245"/>
                  </ns1:cubicBezTo>
                  <ns1:cubicBezTo>
                    <ns1:pt x="69" y="246"/>
                    <ns1:pt x="69" y="246"/>
                    <ns1:pt x="69" y="246"/>
                  </ns1:cubicBezTo>
                  <ns1:cubicBezTo>
                    <ns1:pt x="66" y="240"/>
                    <ns1:pt x="66" y="240"/>
                    <ns1:pt x="66" y="240"/>
                  </ns1:cubicBezTo>
                  <ns1:cubicBezTo>
                    <ns1:pt x="66" y="239"/>
                    <ns1:pt x="66" y="239"/>
                    <ns1:pt x="66" y="239"/>
                  </ns1:cubicBezTo>
                  <ns1:cubicBezTo>
                    <ns1:pt x="56" y="249"/>
                    <ns1:pt x="50" y="262"/>
                    <ns1:pt x="50" y="276"/>
                  </ns1:cubicBezTo>
                  <ns1:lnTo>
                    <ns1:pt x="50" y="310"/>
                  </ns1:lnTo>
                  <ns1:close/>
                  <ns1:moveTo>
                    <ns1:pt x="55" y="79"/>
                  </ns1:moveTo>
                  <ns1:cubicBezTo>
                    <ns1:pt x="52" y="91"/>
                    <ns1:pt x="50" y="104"/>
                    <ns1:pt x="50" y="116"/>
                  </ns1:cubicBezTo>
                  <ns1:cubicBezTo>
                    <ns1:pt x="50" y="132"/>
                    <ns1:pt x="53" y="152"/>
                    <ns1:pt x="61" y="174"/>
                  </ns1:cubicBezTo>
                  <ns1:cubicBezTo>
                    <ns1:pt x="64" y="184"/>
                    <ns1:pt x="64" y="184"/>
                    <ns1:pt x="64" y="184"/>
                  </ns1:cubicBezTo>
                  <ns1:cubicBezTo>
                    <ns1:pt x="54" y="187"/>
                    <ns1:pt x="54" y="187"/>
                    <ns1:pt x="54" y="187"/>
                  </ns1:cubicBezTo>
                  <ns1:cubicBezTo>
                    <ns1:pt x="45" y="190"/>
                    <ns1:pt x="33" y="196"/>
                    <ns1:pt x="29" y="205"/>
                  </ns1:cubicBezTo>
                  <ns1:cubicBezTo>
                    <ns1:pt x="26" y="216"/>
                    <ns1:pt x="30" y="233"/>
                    <ns1:pt x="36" y="247"/>
                  </ns1:cubicBezTo>
                  <ns1:cubicBezTo>
                    <ns1:pt x="42" y="234"/>
                    <ns1:pt x="52" y="223"/>
                    <ns1:pt x="65" y="215"/>
                  </ns1:cubicBezTo>
                  <ns1:cubicBezTo>
                    <ns1:pt x="74" y="209"/>
                    <ns1:pt x="74" y="209"/>
                    <ns1:pt x="74" y="209"/>
                  </ns1:cubicBezTo>
                  <ns1:cubicBezTo>
                    <ns1:pt x="79" y="219"/>
                    <ns1:pt x="79" y="219"/>
                    <ns1:pt x="79" y="219"/>
                  </ns1:cubicBezTo>
                  <ns1:cubicBezTo>
                    <ns1:pt x="80" y="221"/>
                    <ns1:pt x="81" y="223"/>
                    <ns1:pt x="82" y="225"/>
                  </ns1:cubicBezTo>
                  <ns1:cubicBezTo>
                    <ns1:pt x="89" y="225"/>
                    <ns1:pt x="96" y="225"/>
                    <ns1:pt x="103" y="225"/>
                  </ns1:cubicBezTo>
                  <ns1:cubicBezTo>
                    <ns1:pt x="104" y="223"/>
                    <ns1:pt x="105" y="221"/>
                    <ns1:pt x="105" y="219"/>
                  </ns1:cubicBezTo>
                  <ns1:cubicBezTo>
                    <ns1:pt x="110" y="209"/>
                    <ns1:pt x="110" y="209"/>
                    <ns1:pt x="110" y="209"/>
                  </ns1:cubicBezTo>
                  <ns1:cubicBezTo>
                    <ns1:pt x="120" y="215"/>
                    <ns1:pt x="120" y="215"/>
                    <ns1:pt x="120" y="215"/>
                  </ns1:cubicBezTo>
                  <ns1:cubicBezTo>
                    <ns1:pt x="133" y="223"/>
                    <ns1:pt x="142" y="234"/>
                    <ns1:pt x="148" y="247"/>
                  </ns1:cubicBezTo>
                  <ns1:cubicBezTo>
                    <ns1:pt x="154" y="233"/>
                    <ns1:pt x="159" y="216"/>
                    <ns1:pt x="155" y="205"/>
                  </ns1:cubicBezTo>
                  <ns1:cubicBezTo>
                    <ns1:pt x="152" y="196"/>
                    <ns1:pt x="140" y="190"/>
                    <ns1:pt x="130" y="187"/>
                  </ns1:cubicBezTo>
                  <ns1:cubicBezTo>
                    <ns1:pt x="120" y="184"/>
                    <ns1:pt x="120" y="184"/>
                    <ns1:pt x="120" y="184"/>
                  </ns1:cubicBezTo>
                  <ns1:cubicBezTo>
                    <ns1:pt x="123" y="174"/>
                    <ns1:pt x="123" y="174"/>
                    <ns1:pt x="123" y="174"/>
                  </ns1:cubicBezTo>
                  <ns1:cubicBezTo>
                    <ns1:pt x="131" y="152"/>
                    <ns1:pt x="135" y="132"/>
                    <ns1:pt x="135" y="116"/>
                  </ns1:cubicBezTo>
                  <ns1:cubicBezTo>
                    <ns1:pt x="135" y="104"/>
                    <ns1:pt x="133" y="91"/>
                    <ns1:pt x="129" y="79"/>
                  </ns1:cubicBezTo>
                  <ns1:cubicBezTo>
                    <ns1:pt x="117" y="47"/>
                    <ns1:pt x="99" y="26"/>
                    <ns1:pt x="92" y="21"/>
                  </ns1:cubicBezTo>
                  <ns1:cubicBezTo>
                    <ns1:pt x="85" y="26"/>
                    <ns1:pt x="67" y="47"/>
                    <ns1:pt x="55" y="79"/>
                  </ns1:cubicBezTo>
                  <ns1:close/>
                </ns1:path>
              </ns1:pathLst>
            </ns1:custGeom>
            <ns1:grpFill/>
            <ns1:ln>
              <ns1:noFill/>
            </ns1:ln>
            <ns1:extLst>
              <ns1:ext uri="{91240B29-F687-4F45-9708-019B960494DF}">
                <ns2:hiddenLine w="9525">
                  <ns1:solidFill>
                    <ns1:srgbClr val="000000"/>
                  </ns1:solidFill>
                  <ns1:round/>
                  <ns1:headEnd/>
                  <ns1:tailEnd/>
                </ns2:hiddenLine>
              </ns1:ext>
            </ns1:extLst>
          </ns0:spPr>
          <ns0:txBody>
            <ns1:bodyPr vert="horz" wrap="square" lIns="91440" tIns="45720" rIns="91440" bIns="45720" numCol="1" anchor="t" anchorCtr="0" compatLnSpc="1">
              <ns1:prstTxWarp prst="textNoShape">
                <ns1:avLst/>
              </ns1:prstTxWarp>
            </ns1:bodyPr>
            <ns1:lstStyle/>
            <ns1:p>
              <ns1:endParaRPr lang="id-ID" sz="2700"/>
            </ns1:p>
          </ns0:txBody>
        </ns0:sp>
        <ns0:sp>
          <ns0:nvSpPr>
            <ns0:cNvPr id="232" name="Freeform 31"/>
            <ns0:cNvSpPr>
              <ns1:spLocks noEditPoints="1"/>
            </ns0:cNvSpPr>
            <ns0:nvPr/>
          </ns0:nvSpPr>
          <ns0:spPr bwMode="auto">
            <ns1:xfrm>
              <ns1:off x="4960938" y="5127626"/>
              <ns1:ext cx="244475" cy="241300"/>
            </ns1:xfrm>
            <ns1:custGeom>
              <ns1:avLst/>
              <ns1:gdLst>
                <ns1:gd name="T0" fmla="*/ 32 w 64"/>
                <ns1:gd name="T1" fmla="*/ 64 h 64"/>
                <ns1:gd name="T2" fmla="*/ 0 w 64"/>
                <ns1:gd name="T3" fmla="*/ 32 h 64"/>
                <ns1:gd name="T4" fmla="*/ 32 w 64"/>
                <ns1:gd name="T5" fmla="*/ 0 h 64"/>
                <ns1:gd name="T6" fmla="*/ 64 w 64"/>
                <ns1:gd name="T7" fmla="*/ 32 h 64"/>
                <ns1:gd name="T8" fmla="*/ 32 w 64"/>
                <ns1:gd name="T9" fmla="*/ 64 h 64"/>
                <ns1:gd name="T10" fmla="*/ 32 w 64"/>
                <ns1:gd name="T11" fmla="*/ 12 h 64"/>
                <ns1:gd name="T12" fmla="*/ 12 w 64"/>
                <ns1:gd name="T13" fmla="*/ 32 h 64"/>
                <ns1:gd name="T14" fmla="*/ 32 w 64"/>
                <ns1:gd name="T15" fmla="*/ 52 h 64"/>
                <ns1:gd name="T16" fmla="*/ 52 w 64"/>
                <ns1:gd name="T17" fmla="*/ 32 h 64"/>
                <ns1:gd name="T18" fmla="*/ 32 w 64"/>
                <ns1:gd name="T19" fmla="*/ 12 h 64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  <ns1:cxn ang="0">
                  <ns1:pos x="T14" y="T15"/>
                </ns1:cxn>
                <ns1:cxn ang="0">
                  <ns1:pos x="T16" y="T17"/>
                </ns1:cxn>
                <ns1:cxn ang="0">
                  <ns1:pos x="T18" y="T19"/>
                </ns1:cxn>
              </ns1:cxnLst>
              <ns1:rect l="0" t="0" r="r" b="b"/>
              <ns1:pathLst>
                <ns1:path w="64" h="64">
                  <ns1:moveTo>
                    <ns1:pt x="32" y="64"/>
                  </ns1:moveTo>
                  <ns1:cubicBezTo>
                    <ns1:pt x="14" y="64"/>
                    <ns1:pt x="0" y="50"/>
                    <ns1:pt x="0" y="32"/>
                  </ns1:cubicBezTo>
                  <ns1:cubicBezTo>
                    <ns1:pt x="0" y="14"/>
                    <ns1:pt x="14" y="0"/>
                    <ns1:pt x="32" y="0"/>
                  </ns1:cubicBezTo>
                  <ns1:cubicBezTo>
                    <ns1:pt x="50" y="0"/>
                    <ns1:pt x="64" y="14"/>
                    <ns1:pt x="64" y="32"/>
                  </ns1:cubicBezTo>
                  <ns1:cubicBezTo>
                    <ns1:pt x="64" y="50"/>
                    <ns1:pt x="50" y="64"/>
                    <ns1:pt x="32" y="64"/>
                  </ns1:cubicBezTo>
                  <ns1:close/>
                  <ns1:moveTo>
                    <ns1:pt x="32" y="12"/>
                  </ns1:moveTo>
                  <ns1:cubicBezTo>
                    <ns1:pt x="21" y="12"/>
                    <ns1:pt x="12" y="21"/>
                    <ns1:pt x="12" y="32"/>
                  </ns1:cubicBezTo>
                  <ns1:cubicBezTo>
                    <ns1:pt x="12" y="43"/>
                    <ns1:pt x="21" y="52"/>
                    <ns1:pt x="32" y="52"/>
                  </ns1:cubicBezTo>
                  <ns1:cubicBezTo>
                    <ns1:pt x="43" y="52"/>
                    <ns1:pt x="52" y="43"/>
                    <ns1:pt x="52" y="32"/>
                  </ns1:cubicBezTo>
                  <ns1:cubicBezTo>
                    <ns1:pt x="52" y="21"/>
                    <ns1:pt x="43" y="12"/>
                    <ns1:pt x="32" y="12"/>
                  </ns1:cubicBezTo>
                  <ns1:close/>
                </ns1:path>
              </ns1:pathLst>
            </ns1:custGeom>
            <ns1:grpFill/>
            <ns1:ln>
              <ns1:noFill/>
            </ns1:ln>
            <ns1:extLst>
              <ns1:ext uri="{91240B29-F687-4F45-9708-019B960494DF}">
                <ns2:hiddenLine w="9525">
                  <ns1:solidFill>
                    <ns1:srgbClr val="000000"/>
                  </ns1:solidFill>
                  <ns1:round/>
                  <ns1:headEnd/>
                  <ns1:tailEnd/>
                </ns2:hiddenLine>
              </ns1:ext>
            </ns1:extLst>
          </ns0:spPr>
          <ns0:txBody>
            <ns1:bodyPr vert="horz" wrap="square" lIns="91440" tIns="45720" rIns="91440" bIns="45720" numCol="1" anchor="t" anchorCtr="0" compatLnSpc="1">
              <ns1:prstTxWarp prst="textNoShape">
                <ns1:avLst/>
              </ns1:prstTxWarp>
            </ns1:bodyPr>
            <ns1:lstStyle/>
            <ns1:p>
              <ns1:endParaRPr lang="id-ID" sz="2700"/>
            </ns1:p>
          </ns0:txBody>
        </ns0:sp>
        <ns0:sp>
          <ns0:nvSpPr>
            <ns0:cNvPr id="233" name="Freeform 32"/>
            <ns0:cNvSpPr>
              <ns1:spLocks noEditPoints="1"/>
            </ns0:cNvSpPr>
            <ns0:nvPr/>
          </ns0:nvSpPr>
          <ns0:spPr bwMode="auto">
            <ns1:xfrm>
              <ns1:off x="4973638" y="5649913"/>
              <ns1:ext cx="225425" cy="358775"/>
            </ns1:xfrm>
            <ns1:custGeom>
              <ns1:avLst/>
              <ns1:gdLst>
                <ns1:gd name="T0" fmla="*/ 29 w 59"/>
                <ns1:gd name="T1" fmla="*/ 95 h 95"/>
                <ns1:gd name="T2" fmla="*/ 24 w 59"/>
                <ns1:gd name="T3" fmla="*/ 85 h 95"/>
                <ns1:gd name="T4" fmla="*/ 0 w 59"/>
                <ns1:gd name="T5" fmla="*/ 26 h 95"/>
                <ns1:gd name="T6" fmla="*/ 29 w 59"/>
                <ns1:gd name="T7" fmla="*/ 0 h 95"/>
                <ns1:gd name="T8" fmla="*/ 59 w 59"/>
                <ns1:gd name="T9" fmla="*/ 26 h 95"/>
                <ns1:gd name="T10" fmla="*/ 34 w 59"/>
                <ns1:gd name="T11" fmla="*/ 85 h 95"/>
                <ns1:gd name="T12" fmla="*/ 29 w 59"/>
                <ns1:gd name="T13" fmla="*/ 95 h 95"/>
                <ns1:gd name="T14" fmla="*/ 29 w 59"/>
                <ns1:gd name="T15" fmla="*/ 12 h 95"/>
                <ns1:gd name="T16" fmla="*/ 12 w 59"/>
                <ns1:gd name="T17" fmla="*/ 26 h 95"/>
                <ns1:gd name="T18" fmla="*/ 29 w 59"/>
                <ns1:gd name="T19" fmla="*/ 69 h 95"/>
                <ns1:gd name="T20" fmla="*/ 47 w 59"/>
                <ns1:gd name="T21" fmla="*/ 26 h 95"/>
                <ns1:gd name="T22" fmla="*/ 29 w 59"/>
                <ns1:gd name="T23" fmla="*/ 12 h 95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  <ns1:cxn ang="0">
                  <ns1:pos x="T14" y="T15"/>
                </ns1:cxn>
                <ns1:cxn ang="0">
                  <ns1:pos x="T16" y="T17"/>
                </ns1:cxn>
                <ns1:cxn ang="0">
                  <ns1:pos x="T18" y="T19"/>
                </ns1:cxn>
                <ns1:cxn ang="0">
                  <ns1:pos x="T20" y="T21"/>
                </ns1:cxn>
                <ns1:cxn ang="0">
                  <ns1:pos x="T22" y="T23"/>
                </ns1:cxn>
              </ns1:cxnLst>
              <ns1:rect l="0" t="0" r="r" b="b"/>
              <ns1:pathLst>
                <ns1:path w="59" h="95">
                  <ns1:moveTo>
                    <ns1:pt x="29" y="95"/>
                  </ns1:moveTo>
                  <ns1:cubicBezTo>
                    <ns1:pt x="24" y="85"/>
                    <ns1:pt x="24" y="85"/>
                    <ns1:pt x="24" y="85"/>
                  </ns1:cubicBezTo>
                  <ns1:cubicBezTo>
                    <ns1:pt x="20" y="77"/>
                    <ns1:pt x="0" y="38"/>
                    <ns1:pt x="0" y="26"/>
                  </ns1:cubicBezTo>
                  <ns1:cubicBezTo>
                    <ns1:pt x="0" y="12"/>
                    <ns1:pt x="13" y="0"/>
                    <ns1:pt x="29" y="0"/>
                  </ns1:cubicBezTo>
                  <ns1:cubicBezTo>
                    <ns1:pt x="45" y="0"/>
                    <ns1:pt x="59" y="12"/>
                    <ns1:pt x="59" y="26"/>
                  </ns1:cubicBezTo>
                  <ns1:cubicBezTo>
                    <ns1:pt x="59" y="38"/>
                    <ns1:pt x="39" y="77"/>
                    <ns1:pt x="34" y="85"/>
                  </ns1:cubicBezTo>
                  <ns1:lnTo>
                    <ns1:pt x="29" y="95"/>
                  </ns1:lnTo>
                  <ns1:close/>
                  <ns1:moveTo>
                    <ns1:pt x="29" y="12"/>
                  </ns1:moveTo>
                  <ns1:cubicBezTo>
                    <ns1:pt x="19" y="12"/>
                    <ns1:pt x="12" y="18"/>
                    <ns1:pt x="12" y="26"/>
                  </ns1:cubicBezTo>
                  <ns1:cubicBezTo>
                    <ns1:pt x="12" y="31"/>
                    <ns1:pt x="20" y="50"/>
                    <ns1:pt x="29" y="69"/>
                  </ns1:cubicBezTo>
                  <ns1:cubicBezTo>
                    <ns1:pt x="38" y="50"/>
                    <ns1:pt x="47" y="31"/>
                    <ns1:pt x="47" y="26"/>
                  </ns1:cubicBezTo>
                  <ns1:cubicBezTo>
                    <ns1:pt x="47" y="18"/>
                    <ns1:pt x="39" y="12"/>
                    <ns1:pt x="29" y="12"/>
                  </ns1:cubicBezTo>
                  <ns1:close/>
                </ns1:path>
              </ns1:pathLst>
            </ns1:custGeom>
            <ns1:grpFill/>
            <ns1:ln>
              <ns1:noFill/>
            </ns1:ln>
            <ns1:extLst>
              <ns1:ext uri="{91240B29-F687-4F45-9708-019B960494DF}">
                <ns2:hiddenLine w="9525">
                  <ns1:solidFill>
                    <ns1:srgbClr val="000000"/>
                  </ns1:solidFill>
                  <ns1:round/>
                  <ns1:headEnd/>
                  <ns1:tailEnd/>
                </ns2:hiddenLine>
              </ns1:ext>
            </ns1:extLst>
          </ns0:spPr>
          <ns0:txBody>
            <ns1:bodyPr vert="horz" wrap="square" lIns="91440" tIns="45720" rIns="91440" bIns="45720" numCol="1" anchor="t" anchorCtr="0" compatLnSpc="1">
              <ns1:prstTxWarp prst="textNoShape">
                <ns1:avLst/>
              </ns1:prstTxWarp>
            </ns1:bodyPr>
            <ns1:lstStyle/>
            <ns1:p>
              <ns1:endParaRPr lang="id-ID" sz="2700"/>
            </ns1:p>
          </ns0:txBody>
        </ns0:sp>
      </ns0:grpSp>
      <ns0:sp>
        <ns0:nvSpPr>
          <ns0:cNvPr id="234" name="Freeform 199"/>
          <ns0:cNvSpPr>
            <ns1:spLocks noEditPoints="1"/>
          </ns0:cNvSpPr>
          <ns0:nvPr/>
        </ns0:nvSpPr>
        <ns0:spPr bwMode="auto">
          <ns1:xfrm>
            <ns1:off x="6341904" y="4632562"/>
            <ns1:ext cx="410967" cy="308226"/>
          </ns1:xfrm>
          <ns1:custGeom>
            <ns1:avLst/>
            <ns1:gdLst>
              <ns1:gd name="T0" fmla="*/ 96 w 112"/>
              <ns1:gd name="T1" fmla="*/ 0 h 84"/>
              <ns1:gd name="T2" fmla="*/ 16 w 112"/>
              <ns1:gd name="T3" fmla="*/ 0 h 84"/>
              <ns1:gd name="T4" fmla="*/ 0 w 112"/>
              <ns1:gd name="T5" fmla="*/ 16 h 84"/>
              <ns1:gd name="T6" fmla="*/ 0 w 112"/>
              <ns1:gd name="T7" fmla="*/ 68 h 84"/>
              <ns1:gd name="T8" fmla="*/ 16 w 112"/>
              <ns1:gd name="T9" fmla="*/ 84 h 84"/>
              <ns1:gd name="T10" fmla="*/ 96 w 112"/>
              <ns1:gd name="T11" fmla="*/ 84 h 84"/>
              <ns1:gd name="T12" fmla="*/ 112 w 112"/>
              <ns1:gd name="T13" fmla="*/ 68 h 84"/>
              <ns1:gd name="T14" fmla="*/ 112 w 112"/>
              <ns1:gd name="T15" fmla="*/ 16 h 84"/>
              <ns1:gd name="T16" fmla="*/ 96 w 112"/>
              <ns1:gd name="T17" fmla="*/ 0 h 84"/>
              <ns1:gd name="T18" fmla="*/ 104 w 112"/>
              <ns1:gd name="T19" fmla="*/ 16 h 84"/>
              <ns1:gd name="T20" fmla="*/ 104 w 112"/>
              <ns1:gd name="T21" fmla="*/ 68 h 84"/>
              <ns1:gd name="T22" fmla="*/ 104 w 112"/>
              <ns1:gd name="T23" fmla="*/ 69 h 84"/>
              <ns1:gd name="T24" fmla="*/ 71 w 112"/>
              <ns1:gd name="T25" fmla="*/ 38 h 84"/>
              <ns1:gd name="T26" fmla="*/ 104 w 112"/>
              <ns1:gd name="T27" fmla="*/ 14 h 84"/>
              <ns1:gd name="T28" fmla="*/ 104 w 112"/>
              <ns1:gd name="T29" fmla="*/ 16 h 84"/>
              <ns1:gd name="T30" fmla="*/ 96 w 112"/>
              <ns1:gd name="T31" fmla="*/ 8 h 84"/>
              <ns1:gd name="T32" fmla="*/ 98 w 112"/>
              <ns1:gd name="T33" fmla="*/ 8 h 84"/>
              <ns1:gd name="T34" fmla="*/ 55 w 112"/>
              <ns1:gd name="T35" fmla="*/ 41 h 84"/>
              <ns1:gd name="T36" fmla="*/ 13 w 112"/>
              <ns1:gd name="T37" fmla="*/ 9 h 84"/>
              <ns1:gd name="T38" fmla="*/ 16 w 112"/>
              <ns1:gd name="T39" fmla="*/ 8 h 84"/>
              <ns1:gd name="T40" fmla="*/ 96 w 112"/>
              <ns1:gd name="T41" fmla="*/ 8 h 84"/>
              <ns1:gd name="T42" fmla="*/ 8 w 112"/>
              <ns1:gd name="T43" fmla="*/ 69 h 84"/>
              <ns1:gd name="T44" fmla="*/ 8 w 112"/>
              <ns1:gd name="T45" fmla="*/ 68 h 84"/>
              <ns1:gd name="T46" fmla="*/ 8 w 112"/>
              <ns1:gd name="T47" fmla="*/ 16 h 84"/>
              <ns1:gd name="T48" fmla="*/ 8 w 112"/>
              <ns1:gd name="T49" fmla="*/ 15 h 84"/>
              <ns1:gd name="T50" fmla="*/ 40 w 112"/>
              <ns1:gd name="T51" fmla="*/ 39 h 84"/>
              <ns1:gd name="T52" fmla="*/ 8 w 112"/>
              <ns1:gd name="T53" fmla="*/ 69 h 84"/>
              <ns1:gd name="T54" fmla="*/ 16 w 112"/>
              <ns1:gd name="T55" fmla="*/ 76 h 84"/>
              <ns1:gd name="T56" fmla="*/ 13 w 112"/>
              <ns1:gd name="T57" fmla="*/ 75 h 84"/>
              <ns1:gd name="T58" fmla="*/ 47 w 112"/>
              <ns1:gd name="T59" fmla="*/ 43 h 84"/>
              <ns1:gd name="T60" fmla="*/ 49 w 112"/>
              <ns1:gd name="T61" fmla="*/ 45 h 84"/>
              <ns1:gd name="T62" fmla="*/ 49 w 112"/>
              <ns1:gd name="T63" fmla="*/ 45 h 84"/>
              <ns1:gd name="T64" fmla="*/ 55 w 112"/>
              <ns1:gd name="T65" fmla="*/ 48 h 84"/>
              <ns1:gd name="T66" fmla="*/ 61 w 112"/>
              <ns1:gd name="T67" fmla="*/ 45 h 84"/>
              <ns1:gd name="T68" fmla="*/ 62 w 112"/>
              <ns1:gd name="T69" fmla="*/ 45 h 84"/>
              <ns1:gd name="T70" fmla="*/ 65 w 112"/>
              <ns1:gd name="T71" fmla="*/ 43 h 84"/>
              <ns1:gd name="T72" fmla="*/ 99 w 112"/>
              <ns1:gd name="T73" fmla="*/ 75 h 84"/>
              <ns1:gd name="T74" fmla="*/ 96 w 112"/>
              <ns1:gd name="T75" fmla="*/ 76 h 84"/>
              <ns1:gd name="T76" fmla="*/ 16 w 112"/>
              <ns1:gd name="T77" fmla="*/ 76 h 84"/>
            </ns1:gdLst>
            <ns1:ahLst/>
            <ns1:cxnLst>
              <ns1:cxn ang="0">
                <ns1:pos x="T0" y="T1"/>
              </ns1:cxn>
              <ns1:cxn ang="0">
                <ns1:pos x="T2" y="T3"/>
              </ns1:cxn>
              <ns1:cxn ang="0">
                <ns1:pos x="T4" y="T5"/>
              </ns1:cxn>
              <ns1:cxn ang="0">
                <ns1:pos x="T6" y="T7"/>
              </ns1:cxn>
              <ns1:cxn ang="0">
                <ns1:pos x="T8" y="T9"/>
              </ns1:cxn>
              <ns1:cxn ang="0">
                <ns1:pos x="T10" y="T11"/>
              </ns1:cxn>
              <ns1:cxn ang="0">
                <ns1:pos x="T12" y="T13"/>
              </ns1:cxn>
              <ns1:cxn ang="0">
                <ns1:pos x="T14" y="T15"/>
              </ns1:cxn>
              <ns1:cxn ang="0">
                <ns1:pos x="T16" y="T17"/>
              </ns1:cxn>
              <ns1:cxn ang="0">
                <ns1:pos x="T18" y="T19"/>
              </ns1:cxn>
              <ns1:cxn ang="0">
                <ns1:pos x="T20" y="T21"/>
              </ns1:cxn>
              <ns1:cxn ang="0">
                <ns1:pos x="T22" y="T23"/>
              </ns1:cxn>
              <ns1:cxn ang="0">
                <ns1:pos x="T24" y="T25"/>
              </ns1:cxn>
              <ns1:cxn ang="0">
                <ns1:pos x="T26" y="T27"/>
              </ns1:cxn>
              <ns1:cxn ang="0">
                <ns1:pos x="T28" y="T29"/>
              </ns1:cxn>
              <ns1:cxn ang="0">
                <ns1:pos x="T30" y="T31"/>
              </ns1:cxn>
              <ns1:cxn ang="0">
                <ns1:pos x="T32" y="T33"/>
              </ns1:cxn>
              <ns1:cxn ang="0">
                <ns1:pos x="T34" y="T35"/>
              </ns1:cxn>
              <ns1:cxn ang="0">
                <ns1:pos x="T36" y="T37"/>
              </ns1:cxn>
              <ns1:cxn ang="0">
                <ns1:pos x="T38" y="T39"/>
              </ns1:cxn>
              <ns1:cxn ang="0">
                <ns1:pos x="T40" y="T41"/>
              </ns1:cxn>
              <ns1:cxn ang="0">
                <ns1:pos x="T42" y="T43"/>
              </ns1:cxn>
              <ns1:cxn ang="0">
                <ns1:pos x="T44" y="T45"/>
              </ns1:cxn>
              <ns1:cxn ang="0">
                <ns1:pos x="T46" y="T47"/>
              </ns1:cxn>
              <ns1:cxn ang="0">
                <ns1:pos x="T48" y="T49"/>
              </ns1:cxn>
              <ns1:cxn ang="0">
                <ns1:pos x="T50" y="T51"/>
              </ns1:cxn>
              <ns1:cxn ang="0">
                <ns1:pos x="T52" y="T53"/>
              </ns1:cxn>
              <ns1:cxn ang="0">
                <ns1:pos x="T54" y="T55"/>
              </ns1:cxn>
              <ns1:cxn ang="0">
                <ns1:pos x="T56" y="T57"/>
              </ns1:cxn>
              <ns1:cxn ang="0">
                <ns1:pos x="T58" y="T59"/>
              </ns1:cxn>
              <ns1:cxn ang="0">
                <ns1:pos x="T60" y="T61"/>
              </ns1:cxn>
              <ns1:cxn ang="0">
                <ns1:pos x="T62" y="T63"/>
              </ns1:cxn>
              <ns1:cxn ang="0">
                <ns1:pos x="T64" y="T65"/>
              </ns1:cxn>
              <ns1:cxn ang="0">
                <ns1:pos x="T66" y="T67"/>
              </ns1:cxn>
              <ns1:cxn ang="0">
                <ns1:pos x="T68" y="T69"/>
              </ns1:cxn>
              <ns1:cxn ang="0">
                <ns1:pos x="T70" y="T71"/>
              </ns1:cxn>
              <ns1:cxn ang="0">
                <ns1:pos x="T72" y="T73"/>
              </ns1:cxn>
              <ns1:cxn ang="0">
                <ns1:pos x="T74" y="T75"/>
              </ns1:cxn>
              <ns1:cxn ang="0">
                <ns1:pos x="T76" y="T77"/>
              </ns1:cxn>
            </ns1:cxnLst>
            <ns1:rect l="0" t="0" r="r" b="b"/>
            <ns1:pathLst>
              <ns1:path w="112" h="84">
                <ns1:moveTo>
                  <ns1:pt x="96" y="0"/>
                </ns1:moveTo>
                <ns1:cubicBezTo>
                  <ns1:pt x="16" y="0"/>
                  <ns1:pt x="16" y="0"/>
                  <ns1:pt x="16" y="0"/>
                </ns1:cubicBezTo>
                <ns1:cubicBezTo>
                  <ns1:pt x="7" y="0"/>
                  <ns1:pt x="0" y="7"/>
                  <ns1:pt x="0" y="16"/>
                </ns1:cubicBezTo>
                <ns1:cubicBezTo>
                  <ns1:pt x="0" y="68"/>
                  <ns1:pt x="0" y="68"/>
                  <ns1:pt x="0" y="68"/>
                </ns1:cubicBezTo>
                <ns1:cubicBezTo>
                  <ns1:pt x="0" y="77"/>
                  <ns1:pt x="7" y="84"/>
                  <ns1:pt x="16" y="84"/>
                </ns1:cubicBezTo>
                <ns1:cubicBezTo>
                  <ns1:pt x="96" y="84"/>
                  <ns1:pt x="96" y="84"/>
                  <ns1:pt x="96" y="84"/>
                </ns1:cubicBezTo>
                <ns1:cubicBezTo>
                  <ns1:pt x="105" y="84"/>
                  <ns1:pt x="112" y="77"/>
                  <ns1:pt x="112" y="68"/>
                </ns1:cubicBezTo>
                <ns1:cubicBezTo>
                  <ns1:pt x="112" y="16"/>
                  <ns1:pt x="112" y="16"/>
                  <ns1:pt x="112" y="16"/>
                </ns1:cubicBezTo>
                <ns1:cubicBezTo>
                  <ns1:pt x="112" y="7"/>
                  <ns1:pt x="105" y="0"/>
                  <ns1:pt x="96" y="0"/>
                </ns1:cubicBezTo>
                <ns1:close/>
                <ns1:moveTo>
                  <ns1:pt x="104" y="16"/>
                </ns1:moveTo>
                <ns1:cubicBezTo>
                  <ns1:pt x="104" y="68"/>
                  <ns1:pt x="104" y="68"/>
                  <ns1:pt x="104" y="68"/>
                </ns1:cubicBezTo>
                <ns1:cubicBezTo>
                  <ns1:pt x="104" y="68"/>
                  <ns1:pt x="104" y="69"/>
                  <ns1:pt x="104" y="69"/>
                </ns1:cubicBezTo>
                <ns1:cubicBezTo>
                  <ns1:pt x="71" y="38"/>
                  <ns1:pt x="71" y="38"/>
                  <ns1:pt x="71" y="38"/>
                </ns1:cubicBezTo>
                <ns1:cubicBezTo>
                  <ns1:pt x="104" y="14"/>
                  <ns1:pt x="104" y="14"/>
                  <ns1:pt x="104" y="14"/>
                </ns1:cubicBezTo>
                <ns1:cubicBezTo>
                  <ns1:pt x="104" y="14"/>
                  <ns1:pt x="104" y="15"/>
                  <ns1:pt x="104" y="16"/>
                </ns1:cubicBezTo>
                <ns1:close/>
                <ns1:moveTo>
                  <ns1:pt x="96" y="8"/>
                </ns1:moveTo>
                <ns1:cubicBezTo>
                  <ns1:pt x="97" y="8"/>
                  <ns1:pt x="98" y="8"/>
                  <ns1:pt x="98" y="8"/>
                </ns1:cubicBezTo>
                <ns1:cubicBezTo>
                  <ns1:pt x="55" y="41"/>
                  <ns1:pt x="55" y="41"/>
                  <ns1:pt x="55" y="41"/>
                </ns1:cubicBezTo>
                <ns1:cubicBezTo>
                  <ns1:pt x="13" y="9"/>
                  <ns1:pt x="13" y="9"/>
                  <ns1:pt x="13" y="9"/>
                </ns1:cubicBezTo>
                <ns1:cubicBezTo>
                  <ns1:pt x="14" y="8"/>
                  <ns1:pt x="15" y="8"/>
                  <ns1:pt x="16" y="8"/>
                </ns1:cubicBezTo>
                <ns1:lnTo>
                  <ns1:pt x="96" y="8"/>
                </ns1:lnTo>
                <ns1:close/>
                <ns1:moveTo>
                  <ns1:pt x="8" y="69"/>
                </ns1:moveTo>
                <ns1:cubicBezTo>
                  <ns1:pt x="8" y="69"/>
                  <ns1:pt x="8" y="68"/>
                  <ns1:pt x="8" y="68"/>
                </ns1:cubicBezTo>
                <ns1:cubicBezTo>
                  <ns1:pt x="8" y="16"/>
                  <ns1:pt x="8" y="16"/>
                  <ns1:pt x="8" y="16"/>
                </ns1:cubicBezTo>
                <ns1:cubicBezTo>
                  <ns1:pt x="8" y="15"/>
                  <ns1:pt x="8" y="15"/>
                  <ns1:pt x="8" y="15"/>
                </ns1:cubicBezTo>
                <ns1:cubicBezTo>
                  <ns1:pt x="40" y="39"/>
                  <ns1:pt x="40" y="39"/>
                  <ns1:pt x="40" y="39"/>
                </ns1:cubicBezTo>
                <ns1:lnTo>
                  <ns1:pt x="8" y="69"/>
                </ns1:lnTo>
                <ns1:close/>
                <ns1:moveTo>
                  <ns1:pt x="16" y="76"/>
                </ns1:moveTo>
                <ns1:cubicBezTo>
                  <ns1:pt x="15" y="76"/>
                  <ns1:pt x="13" y="76"/>
                  <ns1:pt x="13" y="75"/>
                </ns1:cubicBezTo>
                <ns1:cubicBezTo>
                  <ns1:pt x="47" y="43"/>
                  <ns1:pt x="47" y="43"/>
                  <ns1:pt x="47" y="43"/>
                </ns1:cubicBezTo>
                <ns1:cubicBezTo>
                  <ns1:pt x="49" y="45"/>
                  <ns1:pt x="49" y="45"/>
                  <ns1:pt x="49" y="45"/>
                </ns1:cubicBezTo>
                <ns1:cubicBezTo>
                  <ns1:pt x="49" y="45"/>
                  <ns1:pt x="49" y="45"/>
                  <ns1:pt x="49" y="45"/>
                </ns1:cubicBezTo>
                <ns1:cubicBezTo>
                  <ns1:pt x="51" y="47"/>
                  <ns1:pt x="53" y="48"/>
                  <ns1:pt x="55" y="48"/>
                </ns1:cubicBezTo>
                <ns1:cubicBezTo>
                  <ns1:pt x="58" y="48"/>
                  <ns1:pt x="60" y="47"/>
                  <ns1:pt x="61" y="45"/>
                </ns1:cubicBezTo>
                <ns1:cubicBezTo>
                  <ns1:pt x="62" y="45"/>
                  <ns1:pt x="62" y="45"/>
                  <ns1:pt x="62" y="45"/>
                </ns1:cubicBezTo>
                <ns1:cubicBezTo>
                  <ns1:pt x="65" y="43"/>
                  <ns1:pt x="65" y="43"/>
                  <ns1:pt x="65" y="43"/>
                </ns1:cubicBezTo>
                <ns1:cubicBezTo>
                  <ns1:pt x="99" y="75"/>
                  <ns1:pt x="99" y="75"/>
                  <ns1:pt x="99" y="75"/>
                </ns1:cubicBezTo>
                <ns1:cubicBezTo>
                  <ns1:pt x="99" y="76"/>
                  <ns1:pt x="97" y="76"/>
                  <ns1:pt x="96" y="76"/>
                </ns1:cubicBezTo>
                <ns1:lnTo>
                  <ns1:pt x="16" y="76"/>
                </ns1:lnTo>
                <ns1:close/>
              </ns1:path>
            </ns1:pathLst>
          </ns1:custGeom>
          <ns1:solidFill>
            <ns1:schemeClr val="tx1"/>
          </ns1:solidFill>
          <ns1:ln>
            <ns1:noFill/>
          </ns1:ln>
          <ns1:extLst/>
        </ns0:spPr>
        <ns0:txBody>
          <ns1:bodyPr vert="horz" wrap="square" lIns="91440" tIns="45720" rIns="91440" bIns="45720" numCol="1" anchor="t" anchorCtr="0" compatLnSpc="1">
            <ns1:prstTxWarp prst="textNoShape">
              <ns1:avLst/>
            </ns1:prstTxWarp>
          </ns1:bodyPr>
          <ns1:lstStyle/>
          <ns1:p>
            <ns1:endParaRPr lang="id-ID" sz="2700"/>
          </ns1:p>
        </ns0:txBody>
      </ns0:sp>
      <ns0:grpSp>
        <ns0:nvGrpSpPr>
          <ns0:cNvPr id="235" name="Group 234"/>
          <ns0:cNvGrpSpPr/>
          <ns0:nvPr/>
        </ns0:nvGrpSpPr>
        <ns0:grpSpPr>
          <ns1:xfrm>
            <ns1:off x="5343588" y="4609239"/>
            <ns1:ext cx="407596" cy="354872"/>
            <ns1:chOff x="1482726" y="3625850"/>
            <ns1:chExt cx="319088" cy="277813"/>
          </ns1:xfrm>
          <ns1:solidFill>
            <ns1:schemeClr val="tx1"/>
          </ns1:solidFill>
        </ns0:grpSpPr>
        <ns0:sp>
          <ns0:nvSpPr>
            <ns0:cNvPr id="236" name="Freeform 143"/>
            <ns0:cNvSpPr>
              <ns1:spLocks noEditPoints="1"/>
            </ns0:cNvSpPr>
            <ns0:nvPr/>
          </ns0:nvSpPr>
          <ns0:spPr bwMode="auto">
            <ns1:xfrm>
              <ns1:off x="1482726" y="3625850"/>
              <ns1:ext cx="319088" cy="277813"/>
            </ns1:xfrm>
            <ns1:custGeom>
              <ns1:avLst/>
              <ns1:gdLst>
                <ns1:gd name="T0" fmla="*/ 108 w 120"/>
                <ns1:gd name="T1" fmla="*/ 0 h 104"/>
                <ns1:gd name="T2" fmla="*/ 12 w 120"/>
                <ns1:gd name="T3" fmla="*/ 0 h 104"/>
                <ns1:gd name="T4" fmla="*/ 0 w 120"/>
                <ns1:gd name="T5" fmla="*/ 12 h 104"/>
                <ns1:gd name="T6" fmla="*/ 0 w 120"/>
                <ns1:gd name="T7" fmla="*/ 16 h 104"/>
                <ns1:gd name="T8" fmla="*/ 8 w 120"/>
                <ns1:gd name="T9" fmla="*/ 27 h 104"/>
                <ns1:gd name="T10" fmla="*/ 8 w 120"/>
                <ns1:gd name="T11" fmla="*/ 96 h 104"/>
                <ns1:gd name="T12" fmla="*/ 16 w 120"/>
                <ns1:gd name="T13" fmla="*/ 104 h 104"/>
                <ns1:gd name="T14" fmla="*/ 104 w 120"/>
                <ns1:gd name="T15" fmla="*/ 104 h 104"/>
                <ns1:gd name="T16" fmla="*/ 112 w 120"/>
                <ns1:gd name="T17" fmla="*/ 96 h 104"/>
                <ns1:gd name="T18" fmla="*/ 112 w 120"/>
                <ns1:gd name="T19" fmla="*/ 27 h 104"/>
                <ns1:gd name="T20" fmla="*/ 120 w 120"/>
                <ns1:gd name="T21" fmla="*/ 16 h 104"/>
                <ns1:gd name="T22" fmla="*/ 120 w 120"/>
                <ns1:gd name="T23" fmla="*/ 12 h 104"/>
                <ns1:gd name="T24" fmla="*/ 108 w 120"/>
                <ns1:gd name="T25" fmla="*/ 0 h 104"/>
                <ns1:gd name="T26" fmla="*/ 8 w 120"/>
                <ns1:gd name="T27" fmla="*/ 12 h 104"/>
                <ns1:gd name="T28" fmla="*/ 12 w 120"/>
                <ns1:gd name="T29" fmla="*/ 8 h 104"/>
                <ns1:gd name="T30" fmla="*/ 108 w 120"/>
                <ns1:gd name="T31" fmla="*/ 8 h 104"/>
                <ns1:gd name="T32" fmla="*/ 112 w 120"/>
                <ns1:gd name="T33" fmla="*/ 12 h 104"/>
                <ns1:gd name="T34" fmla="*/ 112 w 120"/>
                <ns1:gd name="T35" fmla="*/ 16 h 104"/>
                <ns1:gd name="T36" fmla="*/ 108 w 120"/>
                <ns1:gd name="T37" fmla="*/ 20 h 104"/>
                <ns1:gd name="T38" fmla="*/ 108 w 120"/>
                <ns1:gd name="T39" fmla="*/ 20 h 104"/>
                <ns1:gd name="T40" fmla="*/ 12 w 120"/>
                <ns1:gd name="T41" fmla="*/ 20 h 104"/>
                <ns1:gd name="T42" fmla="*/ 12 w 120"/>
                <ns1:gd name="T43" fmla="*/ 20 h 104"/>
                <ns1:gd name="T44" fmla="*/ 8 w 120"/>
                <ns1:gd name="T45" fmla="*/ 16 h 104"/>
                <ns1:gd name="T46" fmla="*/ 8 w 120"/>
                <ns1:gd name="T47" fmla="*/ 12 h 104"/>
                <ns1:gd name="T48" fmla="*/ 16 w 120"/>
                <ns1:gd name="T49" fmla="*/ 96 h 104"/>
                <ns1:gd name="T50" fmla="*/ 16 w 120"/>
                <ns1:gd name="T51" fmla="*/ 28 h 104"/>
                <ns1:gd name="T52" fmla="*/ 104 w 120"/>
                <ns1:gd name="T53" fmla="*/ 28 h 104"/>
                <ns1:gd name="T54" fmla="*/ 104 w 120"/>
                <ns1:gd name="T55" fmla="*/ 96 h 104"/>
                <ns1:gd name="T56" fmla="*/ 16 w 120"/>
                <ns1:gd name="T57" fmla="*/ 96 h 104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  <ns1:cxn ang="0">
                  <ns1:pos x="T14" y="T15"/>
                </ns1:cxn>
                <ns1:cxn ang="0">
                  <ns1:pos x="T16" y="T17"/>
                </ns1:cxn>
                <ns1:cxn ang="0">
                  <ns1:pos x="T18" y="T19"/>
                </ns1:cxn>
                <ns1:cxn ang="0">
                  <ns1:pos x="T20" y="T21"/>
                </ns1:cxn>
                <ns1:cxn ang="0">
                  <ns1:pos x="T22" y="T23"/>
                </ns1:cxn>
                <ns1:cxn ang="0">
                  <ns1:pos x="T24" y="T25"/>
                </ns1:cxn>
                <ns1:cxn ang="0">
                  <ns1:pos x="T26" y="T27"/>
                </ns1:cxn>
                <ns1:cxn ang="0">
                  <ns1:pos x="T28" y="T29"/>
                </ns1:cxn>
                <ns1:cxn ang="0">
                  <ns1:pos x="T30" y="T31"/>
                </ns1:cxn>
                <ns1:cxn ang="0">
                  <ns1:pos x="T32" y="T33"/>
                </ns1:cxn>
                <ns1:cxn ang="0">
                  <ns1:pos x="T34" y="T35"/>
                </ns1:cxn>
                <ns1:cxn ang="0">
                  <ns1:pos x="T36" y="T37"/>
                </ns1:cxn>
                <ns1:cxn ang="0">
                  <ns1:pos x="T38" y="T39"/>
                </ns1:cxn>
                <ns1:cxn ang="0">
                  <ns1:pos x="T40" y="T41"/>
                </ns1:cxn>
                <ns1:cxn ang="0">
                  <ns1:pos x="T42" y="T43"/>
                </ns1:cxn>
                <ns1:cxn ang="0">
                  <ns1:pos x="T44" y="T45"/>
                </ns1:cxn>
                <ns1:cxn ang="0">
                  <ns1:pos x="T46" y="T47"/>
                </ns1:cxn>
                <ns1:cxn ang="0">
                  <ns1:pos x="T48" y="T49"/>
                </ns1:cxn>
                <ns1:cxn ang="0">
                  <ns1:pos x="T50" y="T51"/>
                </ns1:cxn>
                <ns1:cxn ang="0">
                  <ns1:pos x="T52" y="T53"/>
                </ns1:cxn>
                <ns1:cxn ang="0">
                  <ns1:pos x="T54" y="T55"/>
                </ns1:cxn>
                <ns1:cxn ang="0">
                  <ns1:pos x="T56" y="T57"/>
                </ns1:cxn>
              </ns1:cxnLst>
              <ns1:rect l="0" t="0" r="r" b="b"/>
              <ns1:pathLst>
                <ns1:path w="120" h="104">
                  <ns1:moveTo>
                    <ns1:pt x="108" y="0"/>
                  </ns1:moveTo>
                  <ns1:cubicBezTo>
                    <ns1:pt x="12" y="0"/>
                    <ns1:pt x="12" y="0"/>
                    <ns1:pt x="12" y="0"/>
                  </ns1:cubicBezTo>
                  <ns1:cubicBezTo>
                    <ns1:pt x="5" y="0"/>
                    <ns1:pt x="0" y="5"/>
                    <ns1:pt x="0" y="12"/>
                  </ns1:cubicBezTo>
                  <ns1:cubicBezTo>
                    <ns1:pt x="0" y="16"/>
                    <ns1:pt x="0" y="16"/>
                    <ns1:pt x="0" y="16"/>
                  </ns1:cubicBezTo>
                  <ns1:cubicBezTo>
                    <ns1:pt x="0" y="21"/>
                    <ns1:pt x="3" y="26"/>
                    <ns1:pt x="8" y="27"/>
                  </ns1:cubicBezTo>
                  <ns1:cubicBezTo>
                    <ns1:pt x="8" y="96"/>
                    <ns1:pt x="8" y="96"/>
                    <ns1:pt x="8" y="96"/>
                  </ns1:cubicBezTo>
                  <ns1:cubicBezTo>
                    <ns1:pt x="8" y="100"/>
                    <ns1:pt x="12" y="104"/>
                    <ns1:pt x="16" y="104"/>
                  </ns1:cubicBezTo>
                  <ns1:cubicBezTo>
                    <ns1:pt x="104" y="104"/>
                    <ns1:pt x="104" y="104"/>
                    <ns1:pt x="104" y="104"/>
                  </ns1:cubicBezTo>
                  <ns1:cubicBezTo>
                    <ns1:pt x="108" y="104"/>
                    <ns1:pt x="112" y="100"/>
                    <ns1:pt x="112" y="96"/>
                  </ns1:cubicBezTo>
                  <ns1:cubicBezTo>
                    <ns1:pt x="112" y="27"/>
                    <ns1:pt x="112" y="27"/>
                    <ns1:pt x="112" y="27"/>
                  </ns1:cubicBezTo>
                  <ns1:cubicBezTo>
                    <ns1:pt x="117" y="26"/>
                    <ns1:pt x="120" y="21"/>
                    <ns1:pt x="120" y="16"/>
                  </ns1:cubicBezTo>
                  <ns1:cubicBezTo>
                    <ns1:pt x="120" y="12"/>
                    <ns1:pt x="120" y="12"/>
                    <ns1:pt x="120" y="12"/>
                  </ns1:cubicBezTo>
                  <ns1:cubicBezTo>
                    <ns1:pt x="120" y="5"/>
                    <ns1:pt x="115" y="0"/>
                    <ns1:pt x="108" y="0"/>
                  </ns1:cubicBezTo>
                  <ns1:close/>
                  <ns1:moveTo>
                    <ns1:pt x="8" y="12"/>
                  </ns1:moveTo>
                  <ns1:cubicBezTo>
                    <ns1:pt x="8" y="10"/>
                    <ns1:pt x="10" y="8"/>
                    <ns1:pt x="12" y="8"/>
                  </ns1:cubicBezTo>
                  <ns1:cubicBezTo>
                    <ns1:pt x="108" y="8"/>
                    <ns1:pt x="108" y="8"/>
                    <ns1:pt x="108" y="8"/>
                  </ns1:cubicBezTo>
                  <ns1:cubicBezTo>
                    <ns1:pt x="110" y="8"/>
                    <ns1:pt x="112" y="10"/>
                    <ns1:pt x="112" y="12"/>
                  </ns1:cubicBezTo>
                  <ns1:cubicBezTo>
                    <ns1:pt x="112" y="16"/>
                    <ns1:pt x="112" y="16"/>
                    <ns1:pt x="112" y="16"/>
                  </ns1:cubicBezTo>
                  <ns1:cubicBezTo>
                    <ns1:pt x="112" y="18"/>
                    <ns1:pt x="110" y="20"/>
                    <ns1:pt x="108" y="20"/>
                  </ns1:cubicBezTo>
                  <ns1:cubicBezTo>
                    <ns1:pt x="108" y="20"/>
                    <ns1:pt x="108" y="20"/>
                    <ns1:pt x="108" y="20"/>
                  </ns1:cubicBezTo>
                  <ns1:cubicBezTo>
                    <ns1:pt x="12" y="20"/>
                    <ns1:pt x="12" y="20"/>
                    <ns1:pt x="12" y="20"/>
                  </ns1:cubicBezTo>
                  <ns1:cubicBezTo>
                    <ns1:pt x="12" y="20"/>
                    <ns1:pt x="12" y="20"/>
                    <ns1:pt x="12" y="20"/>
                  </ns1:cubicBezTo>
                  <ns1:cubicBezTo>
                    <ns1:pt x="10" y="20"/>
                    <ns1:pt x="8" y="18"/>
                    <ns1:pt x="8" y="16"/>
                  </ns1:cubicBezTo>
                  <ns1:lnTo>
                    <ns1:pt x="8" y="12"/>
                  </ns1:lnTo>
                  <ns1:close/>
                  <ns1:moveTo>
                    <ns1:pt x="16" y="96"/>
                  </ns1:moveTo>
                  <ns1:cubicBezTo>
                    <ns1:pt x="16" y="28"/>
                    <ns1:pt x="16" y="28"/>
                    <ns1:pt x="16" y="28"/>
                  </ns1:cubicBezTo>
                  <ns1:cubicBezTo>
                    <ns1:pt x="104" y="28"/>
                    <ns1:pt x="104" y="28"/>
                    <ns1:pt x="104" y="28"/>
                  </ns1:cubicBezTo>
                  <ns1:cubicBezTo>
                    <ns1:pt x="104" y="96"/>
                    <ns1:pt x="104" y="96"/>
                    <ns1:pt x="104" y="96"/>
                  </ns1:cubicBezTo>
                  <ns1:lnTo>
                    <ns1:pt x="16" y="96"/>
                  </ns1:lnTo>
                  <ns1:close/>
                </ns1:path>
              </ns1:pathLst>
            </ns1:custGeom>
            <ns1:grpFill/>
            <ns1:ln>
              <ns1:noFill/>
            </ns1:ln>
            <ns1:extLst>
              <ns1:ext uri="{91240B29-F687-4F45-9708-019B960494DF}">
                <ns2:hiddenLine w="9525">
                  <ns1:solidFill>
                    <ns1:srgbClr val="000000"/>
                  </ns1:solidFill>
                  <ns1:round/>
                  <ns1:headEnd/>
                  <ns1:tailEnd/>
                </ns2:hiddenLine>
              </ns1:ext>
            </ns1:extLst>
          </ns0:spPr>
          <ns0:txBody>
            <ns1:bodyPr vert="horz" wrap="square" lIns="91440" tIns="45720" rIns="91440" bIns="45720" numCol="1" anchor="t" anchorCtr="0" compatLnSpc="1">
              <ns1:prstTxWarp prst="textNoShape">
                <ns1:avLst/>
              </ns1:prstTxWarp>
            </ns1:bodyPr>
            <ns1:lstStyle/>
            <ns1:p>
              <ns1:endParaRPr lang="id-ID" sz="2700"/>
            </ns1:p>
          </ns0:txBody>
        </ns0:sp>
        <ns0:sp>
          <ns0:nvSpPr>
            <ns0:cNvPr id="237" name="Freeform 144"/>
            <ns0:cNvSpPr>
              <ns1:spLocks/>
            </ns0:cNvSpPr>
            <ns0:nvPr/>
          </ns0:nvSpPr>
          <ns0:spPr bwMode="auto">
            <ns1:xfrm>
              <ns1:off x="1600201" y="3732213"/>
              <ns1:ext cx="84138" cy="22225"/>
            </ns1:xfrm>
            <ns1:custGeom>
              <ns1:avLst/>
              <ns1:gdLst>
                <ns1:gd name="T0" fmla="*/ 28 w 32"/>
                <ns1:gd name="T1" fmla="*/ 0 h 8"/>
                <ns1:gd name="T2" fmla="*/ 4 w 32"/>
                <ns1:gd name="T3" fmla="*/ 0 h 8"/>
                <ns1:gd name="T4" fmla="*/ 0 w 32"/>
                <ns1:gd name="T5" fmla="*/ 4 h 8"/>
                <ns1:gd name="T6" fmla="*/ 4 w 32"/>
                <ns1:gd name="T7" fmla="*/ 8 h 8"/>
                <ns1:gd name="T8" fmla="*/ 28 w 32"/>
                <ns1:gd name="T9" fmla="*/ 8 h 8"/>
                <ns1:gd name="T10" fmla="*/ 32 w 32"/>
                <ns1:gd name="T11" fmla="*/ 4 h 8"/>
                <ns1:gd name="T12" fmla="*/ 28 w 32"/>
                <ns1:gd name="T13" fmla="*/ 0 h 8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</ns1:cxnLst>
              <ns1:rect l="0" t="0" r="r" b="b"/>
              <ns1:pathLst>
                <ns1:path w="32" h="8">
                  <ns1:moveTo>
                    <ns1:pt x="28" y="0"/>
                  </ns1:moveTo>
                  <ns1:cubicBezTo>
                    <ns1:pt x="4" y="0"/>
                    <ns1:pt x="4" y="0"/>
                    <ns1:pt x="4" y="0"/>
                  </ns1:cubicBezTo>
                  <ns1:cubicBezTo>
                    <ns1:pt x="2" y="0"/>
                    <ns1:pt x="0" y="2"/>
                    <ns1:pt x="0" y="4"/>
                  </ns1:cubicBezTo>
                  <ns1:cubicBezTo>
                    <ns1:pt x="0" y="6"/>
                    <ns1:pt x="2" y="8"/>
                    <ns1:pt x="4" y="8"/>
                  </ns1:cubicBezTo>
                  <ns1:cubicBezTo>
                    <ns1:pt x="28" y="8"/>
                    <ns1:pt x="28" y="8"/>
                    <ns1:pt x="28" y="8"/>
                  </ns1:cubicBezTo>
                  <ns1:cubicBezTo>
                    <ns1:pt x="30" y="8"/>
                    <ns1:pt x="32" y="6"/>
                    <ns1:pt x="32" y="4"/>
                  </ns1:cubicBezTo>
                  <ns1:cubicBezTo>
                    <ns1:pt x="32" y="2"/>
                    <ns1:pt x="30" y="0"/>
                    <ns1:pt x="28" y="0"/>
                  </ns1:cubicBezTo>
                  <ns1:close/>
                </ns1:path>
              </ns1:pathLst>
            </ns1:custGeom>
            <ns1:grpFill/>
            <ns1:ln>
              <ns1:noFill/>
            </ns1:ln>
            <ns1:extLst>
              <ns1:ext uri="{91240B29-F687-4F45-9708-019B960494DF}">
                <ns2:hiddenLine w="9525">
                  <ns1:solidFill>
                    <ns1:srgbClr val="000000"/>
                  </ns1:solidFill>
                  <ns1:round/>
                  <ns1:headEnd/>
                  <ns1:tailEnd/>
                </ns2:hiddenLine>
              </ns1:ext>
            </ns1:extLst>
          </ns0:spPr>
          <ns0:txBody>
            <ns1:bodyPr vert="horz" wrap="square" lIns="91440" tIns="45720" rIns="91440" bIns="45720" numCol="1" anchor="t" anchorCtr="0" compatLnSpc="1">
              <ns1:prstTxWarp prst="textNoShape">
                <ns1:avLst/>
              </ns1:prstTxWarp>
            </ns1:bodyPr>
            <ns1:lstStyle/>
            <ns1:p>
              <ns1:endParaRPr lang="id-ID" sz="2700"/>
            </ns1:p>
          </ns0:txBody>
        </ns0:sp>
      </ns0:grpSp>
      <ns0:grpSp>
        <ns0:nvGrpSpPr>
          <ns0:cNvPr id="238" name="Group 237"/>
          <ns0:cNvGrpSpPr/>
          <ns0:nvPr/>
        </ns0:nvGrpSpPr>
        <ns0:grpSpPr>
          <ns1:xfrm>
            <ns1:off x="7395958" y="4607812"/>
            <ns1:ext cx="370533" cy="357729"/>
            <ns1:chOff x="4064000" y="5461000"/>
            <ns1:chExt cx="735013" cy="709613"/>
          </ns1:xfrm>
          <ns1:solidFill>
            <ns1:schemeClr val="tx1"/>
          </ns1:solidFill>
        </ns0:grpSpPr>
        <ns0:sp>
          <ns0:nvSpPr>
            <ns0:cNvPr id="239" name="Freeform 20"/>
            <ns0:cNvSpPr>
              <ns1:spLocks noEditPoints="1"/>
            </ns0:cNvSpPr>
            <ns0:nvPr/>
          </ns0:nvSpPr>
          <ns0:spPr bwMode="auto">
            <ns1:xfrm>
              <ns1:off x="4064000" y="5461000"/>
              <ns1:ext cx="708025" cy="709613"/>
            </ns1:xfrm>
            <ns1:custGeom>
              <ns1:avLst/>
              <ns1:gdLst>
                <ns1:gd name="T0" fmla="*/ 142 w 186"/>
                <ns1:gd name="T1" fmla="*/ 155 h 186"/>
                <ns1:gd name="T2" fmla="*/ 125 w 186"/>
                <ns1:gd name="T3" fmla="*/ 165 h 186"/>
                <ns1:gd name="T4" fmla="*/ 131 w 186"/>
                <ns1:gd name="T5" fmla="*/ 156 h 186"/>
                <ns1:gd name="T6" fmla="*/ 121 w 186"/>
                <ns1:gd name="T7" fmla="*/ 157 h 186"/>
                <ns1:gd name="T8" fmla="*/ 114 w 186"/>
                <ns1:gd name="T9" fmla="*/ 156 h 186"/>
                <ns1:gd name="T10" fmla="*/ 93 w 186"/>
                <ns1:gd name="T11" fmla="*/ 172 h 186"/>
                <ns1:gd name="T12" fmla="*/ 60 w 186"/>
                <ns1:gd name="T13" fmla="*/ 131 h 186"/>
                <ns1:gd name="T14" fmla="*/ 76 w 186"/>
                <ns1:gd name="T15" fmla="*/ 131 h 186"/>
                <ns1:gd name="T16" fmla="*/ 72 w 186"/>
                <ns1:gd name="T17" fmla="*/ 120 h 186"/>
                <ns1:gd name="T18" fmla="*/ 71 w 186"/>
                <ns1:gd name="T19" fmla="*/ 117 h 186"/>
                <ns1:gd name="T20" fmla="*/ 57 w 186"/>
                <ns1:gd name="T21" fmla="*/ 117 h 186"/>
                <ns1:gd name="T22" fmla="*/ 56 w 186"/>
                <ns1:gd name="T23" fmla="*/ 93 h 186"/>
                <ns1:gd name="T24" fmla="*/ 57 w 186"/>
                <ns1:gd name="T25" fmla="*/ 72 h 186"/>
                <ns1:gd name="T26" fmla="*/ 81 w 186"/>
                <ns1:gd name="T27" fmla="*/ 72 h 186"/>
                <ns1:gd name="T28" fmla="*/ 98 w 186"/>
                <ns1:gd name="T29" fmla="*/ 58 h 186"/>
                <ns1:gd name="T30" fmla="*/ 60 w 186"/>
                <ns1:gd name="T31" fmla="*/ 58 h 186"/>
                <ns1:gd name="T32" fmla="*/ 93 w 186"/>
                <ns1:gd name="T33" fmla="*/ 14 h 186"/>
                <ns1:gd name="T34" fmla="*/ 125 w 186"/>
                <ns1:gd name="T35" fmla="*/ 53 h 186"/>
                <ns1:gd name="T36" fmla="*/ 140 w 186"/>
                <ns1:gd name="T37" fmla="*/ 56 h 186"/>
                <ns1:gd name="T38" fmla="*/ 125 w 186"/>
                <ns1:gd name="T39" fmla="*/ 21 h 186"/>
                <ns1:gd name="T40" fmla="*/ 164 w 186"/>
                <ns1:gd name="T41" fmla="*/ 58 h 186"/>
                <ns1:gd name="T42" fmla="*/ 145 w 186"/>
                <ns1:gd name="T43" fmla="*/ 58 h 186"/>
                <ns1:gd name="T44" fmla="*/ 162 w 186"/>
                <ns1:gd name="T45" fmla="*/ 72 h 186"/>
                <ns1:gd name="T46" fmla="*/ 169 w 186"/>
                <ns1:gd name="T47" fmla="*/ 72 h 186"/>
                <ns1:gd name="T48" fmla="*/ 172 w 186"/>
                <ns1:gd name="T49" fmla="*/ 93 h 186"/>
                <ns1:gd name="T50" fmla="*/ 172 w 186"/>
                <ns1:gd name="T51" fmla="*/ 94 h 186"/>
                <ns1:gd name="T52" fmla="*/ 170 w 186"/>
                <ns1:gd name="T53" fmla="*/ 123 h 186"/>
                <ns1:gd name="T54" fmla="*/ 178 w 186"/>
                <ns1:gd name="T55" fmla="*/ 131 h 186"/>
                <ns1:gd name="T56" fmla="*/ 178 w 186"/>
                <ns1:gd name="T57" fmla="*/ 131 h 186"/>
                <ns1:gd name="T58" fmla="*/ 179 w 186"/>
                <ns1:gd name="T59" fmla="*/ 131 h 186"/>
                <ns1:gd name="T60" fmla="*/ 179 w 186"/>
                <ns1:gd name="T61" fmla="*/ 128 h 186"/>
                <ns1:gd name="T62" fmla="*/ 186 w 186"/>
                <ns1:gd name="T63" fmla="*/ 93 h 186"/>
                <ns1:gd name="T64" fmla="*/ 93 w 186"/>
                <ns1:gd name="T65" fmla="*/ 0 h 186"/>
                <ns1:gd name="T66" fmla="*/ 0 w 186"/>
                <ns1:gd name="T67" fmla="*/ 93 h 186"/>
                <ns1:gd name="T68" fmla="*/ 93 w 186"/>
                <ns1:gd name="T69" fmla="*/ 186 h 186"/>
                <ns1:gd name="T70" fmla="*/ 151 w 186"/>
                <ns1:gd name="T71" fmla="*/ 166 h 186"/>
                <ns1:gd name="T72" fmla="*/ 142 w 186"/>
                <ns1:gd name="T73" fmla="*/ 155 h 186"/>
                <ns1:gd name="T74" fmla="*/ 61 w 186"/>
                <ns1:gd name="T75" fmla="*/ 21 h 186"/>
                <ns1:gd name="T76" fmla="*/ 45 w 186"/>
                <ns1:gd name="T77" fmla="*/ 58 h 186"/>
                <ns1:gd name="T78" fmla="*/ 22 w 186"/>
                <ns1:gd name="T79" fmla="*/ 58 h 186"/>
                <ns1:gd name="T80" fmla="*/ 61 w 186"/>
                <ns1:gd name="T81" fmla="*/ 21 h 186"/>
                <ns1:gd name="T82" fmla="*/ 14 w 186"/>
                <ns1:gd name="T83" fmla="*/ 93 h 186"/>
                <ns1:gd name="T84" fmla="*/ 17 w 186"/>
                <ns1:gd name="T85" fmla="*/ 72 h 186"/>
                <ns1:gd name="T86" fmla="*/ 43 w 186"/>
                <ns1:gd name="T87" fmla="*/ 72 h 186"/>
                <ns1:gd name="T88" fmla="*/ 42 w 186"/>
                <ns1:gd name="T89" fmla="*/ 93 h 186"/>
                <ns1:gd name="T90" fmla="*/ 43 w 186"/>
                <ns1:gd name="T91" fmla="*/ 117 h 186"/>
                <ns1:gd name="T92" fmla="*/ 17 w 186"/>
                <ns1:gd name="T93" fmla="*/ 117 h 186"/>
                <ns1:gd name="T94" fmla="*/ 14 w 186"/>
                <ns1:gd name="T95" fmla="*/ 93 h 186"/>
                <ns1:gd name="T96" fmla="*/ 23 w 186"/>
                <ns1:gd name="T97" fmla="*/ 131 h 186"/>
                <ns1:gd name="T98" fmla="*/ 46 w 186"/>
                <ns1:gd name="T99" fmla="*/ 131 h 186"/>
                <ns1:gd name="T100" fmla="*/ 61 w 186"/>
                <ns1:gd name="T101" fmla="*/ 165 h 186"/>
                <ns1:gd name="T102" fmla="*/ 23 w 186"/>
                <ns1:gd name="T103" fmla="*/ 131 h 186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  <ns1:cxn ang="0">
                  <ns1:pos x="T14" y="T15"/>
                </ns1:cxn>
                <ns1:cxn ang="0">
                  <ns1:pos x="T16" y="T17"/>
                </ns1:cxn>
                <ns1:cxn ang="0">
                  <ns1:pos x="T18" y="T19"/>
                </ns1:cxn>
                <ns1:cxn ang="0">
                  <ns1:pos x="T20" y="T21"/>
                </ns1:cxn>
                <ns1:cxn ang="0">
                  <ns1:pos x="T22" y="T23"/>
                </ns1:cxn>
                <ns1:cxn ang="0">
                  <ns1:pos x="T24" y="T25"/>
                </ns1:cxn>
                <ns1:cxn ang="0">
                  <ns1:pos x="T26" y="T27"/>
                </ns1:cxn>
                <ns1:cxn ang="0">
                  <ns1:pos x="T28" y="T29"/>
                </ns1:cxn>
                <ns1:cxn ang="0">
                  <ns1:pos x="T30" y="T31"/>
                </ns1:cxn>
                <ns1:cxn ang="0">
                  <ns1:pos x="T32" y="T33"/>
                </ns1:cxn>
                <ns1:cxn ang="0">
                  <ns1:pos x="T34" y="T35"/>
                </ns1:cxn>
                <ns1:cxn ang="0">
                  <ns1:pos x="T36" y="T37"/>
                </ns1:cxn>
                <ns1:cxn ang="0">
                  <ns1:pos x="T38" y="T39"/>
                </ns1:cxn>
                <ns1:cxn ang="0">
                  <ns1:pos x="T40" y="T41"/>
                </ns1:cxn>
                <ns1:cxn ang="0">
                  <ns1:pos x="T42" y="T43"/>
                </ns1:cxn>
                <ns1:cxn ang="0">
                  <ns1:pos x="T44" y="T45"/>
                </ns1:cxn>
                <ns1:cxn ang="0">
                  <ns1:pos x="T46" y="T47"/>
                </ns1:cxn>
                <ns1:cxn ang="0">
                  <ns1:pos x="T48" y="T49"/>
                </ns1:cxn>
                <ns1:cxn ang="0">
                  <ns1:pos x="T50" y="T51"/>
                </ns1:cxn>
                <ns1:cxn ang="0">
                  <ns1:pos x="T52" y="T53"/>
                </ns1:cxn>
                <ns1:cxn ang="0">
                  <ns1:pos x="T54" y="T55"/>
                </ns1:cxn>
                <ns1:cxn ang="0">
                  <ns1:pos x="T56" y="T57"/>
                </ns1:cxn>
                <ns1:cxn ang="0">
                  <ns1:pos x="T58" y="T59"/>
                </ns1:cxn>
                <ns1:cxn ang="0">
                  <ns1:pos x="T60" y="T61"/>
                </ns1:cxn>
                <ns1:cxn ang="0">
                  <ns1:pos x="T62" y="T63"/>
                </ns1:cxn>
                <ns1:cxn ang="0">
                  <ns1:pos x="T64" y="T65"/>
                </ns1:cxn>
                <ns1:cxn ang="0">
                  <ns1:pos x="T66" y="T67"/>
                </ns1:cxn>
                <ns1:cxn ang="0">
                  <ns1:pos x="T68" y="T69"/>
                </ns1:cxn>
                <ns1:cxn ang="0">
                  <ns1:pos x="T70" y="T71"/>
                </ns1:cxn>
                <ns1:cxn ang="0">
                  <ns1:pos x="T72" y="T73"/>
                </ns1:cxn>
                <ns1:cxn ang="0">
                  <ns1:pos x="T74" y="T75"/>
                </ns1:cxn>
                <ns1:cxn ang="0">
                  <ns1:pos x="T76" y="T77"/>
                </ns1:cxn>
                <ns1:cxn ang="0">
                  <ns1:pos x="T78" y="T79"/>
                </ns1:cxn>
                <ns1:cxn ang="0">
                  <ns1:pos x="T80" y="T81"/>
                </ns1:cxn>
                <ns1:cxn ang="0">
                  <ns1:pos x="T82" y="T83"/>
                </ns1:cxn>
                <ns1:cxn ang="0">
                  <ns1:pos x="T84" y="T85"/>
                </ns1:cxn>
                <ns1:cxn ang="0">
                  <ns1:pos x="T86" y="T87"/>
                </ns1:cxn>
                <ns1:cxn ang="0">
                  <ns1:pos x="T88" y="T89"/>
                </ns1:cxn>
                <ns1:cxn ang="0">
                  <ns1:pos x="T90" y="T91"/>
                </ns1:cxn>
                <ns1:cxn ang="0">
                  <ns1:pos x="T92" y="T93"/>
                </ns1:cxn>
                <ns1:cxn ang="0">
                  <ns1:pos x="T94" y="T95"/>
                </ns1:cxn>
                <ns1:cxn ang="0">
                  <ns1:pos x="T96" y="T97"/>
                </ns1:cxn>
                <ns1:cxn ang="0">
                  <ns1:pos x="T98" y="T99"/>
                </ns1:cxn>
                <ns1:cxn ang="0">
                  <ns1:pos x="T100" y="T101"/>
                </ns1:cxn>
                <ns1:cxn ang="0">
                  <ns1:pos x="T102" y="T103"/>
                </ns1:cxn>
              </ns1:cxnLst>
              <ns1:rect l="0" t="0" r="r" b="b"/>
              <ns1:pathLst>
                <ns1:path w="186" h="186">
                  <ns1:moveTo>
                    <ns1:pt x="142" y="155"/>
                  </ns1:moveTo>
                  <ns1:cubicBezTo>
                    <ns1:pt x="137" y="159"/>
                    <ns1:pt x="131" y="163"/>
                    <ns1:pt x="125" y="165"/>
                  </ns1:cubicBezTo>
                  <ns1:cubicBezTo>
                    <ns1:pt x="127" y="162"/>
                    <ns1:pt x="129" y="159"/>
                    <ns1:pt x="131" y="156"/>
                  </ns1:cubicBezTo>
                  <ns1:cubicBezTo>
                    <ns1:pt x="128" y="157"/>
                    <ns1:pt x="124" y="157"/>
                    <ns1:pt x="121" y="157"/>
                  </ns1:cubicBezTo>
                  <ns1:cubicBezTo>
                    <ns1:pt x="119" y="157"/>
                    <ns1:pt x="117" y="157"/>
                    <ns1:pt x="114" y="156"/>
                  </ns1:cubicBezTo>
                  <ns1:cubicBezTo>
                    <ns1:pt x="108" y="166"/>
                    <ns1:pt x="100" y="172"/>
                    <ns1:pt x="93" y="172"/>
                  </ns1:cubicBezTo>
                  <ns1:cubicBezTo>
                    <ns1:pt x="81" y="172"/>
                    <ns1:pt x="67" y="156"/>
                    <ns1:pt x="60" y="131"/>
                  </ns1:cubicBezTo>
                  <ns1:cubicBezTo>
                    <ns1:pt x="76" y="131"/>
                    <ns1:pt x="76" y="131"/>
                    <ns1:pt x="76" y="131"/>
                  </ns1:cubicBezTo>
                  <ns1:cubicBezTo>
                    <ns1:pt x="74" y="127"/>
                    <ns1:pt x="73" y="124"/>
                    <ns1:pt x="72" y="120"/>
                  </ns1:cubicBezTo>
                  <ns1:cubicBezTo>
                    <ns1:pt x="71" y="119"/>
                    <ns1:pt x="71" y="118"/>
                    <ns1:pt x="71" y="117"/>
                  </ns1:cubicBezTo>
                  <ns1:cubicBezTo>
                    <ns1:pt x="57" y="117"/>
                    <ns1:pt x="57" y="117"/>
                    <ns1:pt x="57" y="117"/>
                  </ns1:cubicBezTo>
                  <ns1:cubicBezTo>
                    <ns1:pt x="56" y="109"/>
                    <ns1:pt x="56" y="101"/>
                    <ns1:pt x="56" y="93"/>
                  </ns1:cubicBezTo>
                  <ns1:cubicBezTo>
                    <ns1:pt x="56" y="86"/>
                    <ns1:pt x="56" y="79"/>
                    <ns1:pt x="57" y="72"/>
                  </ns1:cubicBezTo>
                  <ns1:cubicBezTo>
                    <ns1:pt x="81" y="72"/>
                    <ns1:pt x="81" y="72"/>
                    <ns1:pt x="81" y="72"/>
                  </ns1:cubicBezTo>
                  <ns1:cubicBezTo>
                    <ns1:pt x="85" y="66"/>
                    <ns1:pt x="91" y="62"/>
                    <ns1:pt x="98" y="58"/>
                  </ns1:cubicBezTo>
                  <ns1:cubicBezTo>
                    <ns1:pt x="60" y="58"/>
                    <ns1:pt x="60" y="58"/>
                    <ns1:pt x="60" y="58"/>
                  </ns1:cubicBezTo>
                  <ns1:cubicBezTo>
                    <ns1:pt x="66" y="32"/>
                    <ns1:pt x="80" y="14"/>
                    <ns1:pt x="93" y="14"/>
                  </ns1:cubicBezTo>
                  <ns1:cubicBezTo>
                    <ns1:pt x="105" y="14"/>
                    <ns1:pt x="118" y="29"/>
                    <ns1:pt x="125" y="53"/>
                  </ns1:cubicBezTo>
                  <ns1:cubicBezTo>
                    <ns1:pt x="130" y="53"/>
                    <ns1:pt x="135" y="54"/>
                    <ns1:pt x="140" y="56"/>
                  </ns1:cubicBezTo>
                  <ns1:cubicBezTo>
                    <ns1:pt x="137" y="42"/>
                    <ns1:pt x="132" y="30"/>
                    <ns1:pt x="125" y="21"/>
                  </ns1:cubicBezTo>
                  <ns1:cubicBezTo>
                    <ns1:pt x="142" y="28"/>
                    <ns1:pt x="156" y="42"/>
                    <ns1:pt x="164" y="58"/>
                  </ns1:cubicBezTo>
                  <ns1:cubicBezTo>
                    <ns1:pt x="145" y="58"/>
                    <ns1:pt x="145" y="58"/>
                    <ns1:pt x="145" y="58"/>
                  </ns1:cubicBezTo>
                  <ns1:cubicBezTo>
                    <ns1:pt x="151" y="62"/>
                    <ns1:pt x="157" y="66"/>
                    <ns1:pt x="162" y="72"/>
                  </ns1:cubicBezTo>
                  <ns1:cubicBezTo>
                    <ns1:pt x="169" y="72"/>
                    <ns1:pt x="169" y="72"/>
                    <ns1:pt x="169" y="72"/>
                  </ns1:cubicBezTo>
                  <ns1:cubicBezTo>
                    <ns1:pt x="171" y="79"/>
                    <ns1:pt x="172" y="86"/>
                    <ns1:pt x="172" y="93"/>
                  </ns1:cubicBezTo>
                  <ns1:cubicBezTo>
                    <ns1:pt x="172" y="93"/>
                    <ns1:pt x="172" y="94"/>
                    <ns1:pt x="172" y="94"/>
                  </ns1:cubicBezTo>
                  <ns1:cubicBezTo>
                    <ns1:pt x="174" y="104"/>
                    <ns1:pt x="173" y="113"/>
                    <ns1:pt x="170" y="123"/>
                  </ns1:cubicBezTo>
                  <ns1:cubicBezTo>
                    <ns1:pt x="178" y="131"/>
                    <ns1:pt x="178" y="131"/>
                    <ns1:pt x="178" y="131"/>
                  </ns1:cubicBezTo>
                  <ns1:cubicBezTo>
                    <ns1:pt x="178" y="131"/>
                    <ns1:pt x="178" y="131"/>
                    <ns1:pt x="178" y="131"/>
                  </ns1:cubicBezTo>
                  <ns1:cubicBezTo>
                    <ns1:pt x="179" y="131"/>
                    <ns1:pt x="179" y="131"/>
                    <ns1:pt x="179" y="131"/>
                  </ns1:cubicBezTo>
                  <ns1:cubicBezTo>
                    <ns1:pt x="179" y="128"/>
                    <ns1:pt x="179" y="128"/>
                    <ns1:pt x="179" y="128"/>
                  </ns1:cubicBezTo>
                  <ns1:cubicBezTo>
                    <ns1:pt x="184" y="117"/>
                    <ns1:pt x="186" y="106"/>
                    <ns1:pt x="186" y="93"/>
                  </ns1:cubicBezTo>
                  <ns1:cubicBezTo>
                    <ns1:pt x="186" y="42"/>
                    <ns1:pt x="144" y="0"/>
                    <ns1:pt x="93" y="0"/>
                  </ns1:cubicBezTo>
                  <ns1:cubicBezTo>
                    <ns1:pt x="42" y="0"/>
                    <ns1:pt x="0" y="42"/>
                    <ns1:pt x="0" y="93"/>
                  </ns1:cubicBezTo>
                  <ns1:cubicBezTo>
                    <ns1:pt x="0" y="144"/>
                    <ns1:pt x="42" y="186"/>
                    <ns1:pt x="93" y="186"/>
                  </ns1:cubicBezTo>
                  <ns1:cubicBezTo>
                    <ns1:pt x="115" y="186"/>
                    <ns1:pt x="135" y="178"/>
                    <ns1:pt x="151" y="166"/>
                  </ns1:cubicBezTo>
                  <ns1:lnTo>
                    <ns1:pt x="142" y="155"/>
                  </ns1:lnTo>
                  <ns1:close/>
                  <ns1:moveTo>
                    <ns1:pt x="61" y="21"/>
                  </ns1:moveTo>
                  <ns1:cubicBezTo>
                    <ns1:pt x="54" y="31"/>
                    <ns1:pt x="49" y="44"/>
                    <ns1:pt x="45" y="58"/>
                  </ns1:cubicBezTo>
                  <ns1:cubicBezTo>
                    <ns1:pt x="22" y="58"/>
                    <ns1:pt x="22" y="58"/>
                    <ns1:pt x="22" y="58"/>
                  </ns1:cubicBezTo>
                  <ns1:cubicBezTo>
                    <ns1:pt x="30" y="42"/>
                    <ns1:pt x="44" y="28"/>
                    <ns1:pt x="61" y="21"/>
                  </ns1:cubicBezTo>
                  <ns1:close/>
                  <ns1:moveTo>
                    <ns1:pt x="14" y="93"/>
                  </ns1:moveTo>
                  <ns1:cubicBezTo>
                    <ns1:pt x="14" y="86"/>
                    <ns1:pt x="15" y="79"/>
                    <ns1:pt x="17" y="72"/>
                  </ns1:cubicBezTo>
                  <ns1:cubicBezTo>
                    <ns1:pt x="43" y="72"/>
                    <ns1:pt x="43" y="72"/>
                    <ns1:pt x="43" y="72"/>
                  </ns1:cubicBezTo>
                  <ns1:cubicBezTo>
                    <ns1:pt x="42" y="79"/>
                    <ns1:pt x="42" y="86"/>
                    <ns1:pt x="42" y="93"/>
                  </ns1:cubicBezTo>
                  <ns1:cubicBezTo>
                    <ns1:pt x="42" y="101"/>
                    <ns1:pt x="42" y="109"/>
                    <ns1:pt x="43" y="117"/>
                  </ns1:cubicBezTo>
                  <ns1:cubicBezTo>
                    <ns1:pt x="17" y="117"/>
                    <ns1:pt x="17" y="117"/>
                    <ns1:pt x="17" y="117"/>
                  </ns1:cubicBezTo>
                  <ns1:cubicBezTo>
                    <ns1:pt x="15" y="109"/>
                    <ns1:pt x="14" y="101"/>
                    <ns1:pt x="14" y="93"/>
                  </ns1:cubicBezTo>
                  <ns1:close/>
                  <ns1:moveTo>
                    <ns1:pt x="23" y="131"/>
                  </ns1:moveTo>
                  <ns1:cubicBezTo>
                    <ns1:pt x="46" y="131"/>
                    <ns1:pt x="46" y="131"/>
                    <ns1:pt x="46" y="131"/>
                  </ns1:cubicBezTo>
                  <ns1:cubicBezTo>
                    <ns1:pt x="49" y="144"/>
                    <ns1:pt x="54" y="156"/>
                    <ns1:pt x="61" y="165"/>
                  </ns1:cubicBezTo>
                  <ns1:cubicBezTo>
                    <ns1:pt x="45" y="158"/>
                    <ns1:pt x="32" y="146"/>
                    <ns1:pt x="23" y="131"/>
                  </ns1:cubicBezTo>
                  <ns1:close/>
                </ns1:path>
              </ns1:pathLst>
            </ns1:custGeom>
            <ns1:grpFill/>
            <ns1:ln>
              <ns1:noFill/>
            </ns1:ln>
            <ns1:extLst>
              <ns1:ext uri="{91240B29-F687-4F45-9708-019B960494DF}">
                <ns2:hiddenLine w="9525">
                  <ns1:solidFill>
                    <ns1:srgbClr val="000000"/>
                  </ns1:solidFill>
                  <ns1:round/>
                  <ns1:headEnd/>
                  <ns1:tailEnd/>
                </ns2:hiddenLine>
              </ns1:ext>
            </ns1:extLst>
          </ns0:spPr>
          <ns0:txBody>
            <ns1:bodyPr vert="horz" wrap="square" lIns="91440" tIns="45720" rIns="91440" bIns="45720" numCol="1" anchor="t" anchorCtr="0" compatLnSpc="1">
              <ns1:prstTxWarp prst="textNoShape">
                <ns1:avLst/>
              </ns1:prstTxWarp>
            </ns1:bodyPr>
            <ns1:lstStyle/>
            <ns1:p>
              <ns1:endParaRPr lang="id-ID" sz="2700"/>
            </ns1:p>
          </ns0:txBody>
        </ns0:sp>
        <ns0:sp>
          <ns0:nvSpPr>
            <ns0:cNvPr id="240" name="Freeform 21"/>
            <ns0:cNvSpPr>
              <ns1:spLocks noEditPoints="1"/>
            </ns0:cNvSpPr>
            <ns0:nvPr/>
          </ns0:nvSpPr>
          <ns0:spPr bwMode="auto">
            <ns1:xfrm>
              <ns1:off x="4352925" y="5691188"/>
              <ns1:ext cx="446088" cy="446088"/>
            </ns1:xfrm>
            <ns1:custGeom>
              <ns1:avLst/>
              <ns1:gdLst>
                <ns1:gd name="T0" fmla="*/ 116 w 117"/>
                <ns1:gd name="T1" fmla="*/ 103 h 117"/>
                <ns1:gd name="T2" fmla="*/ 81 w 117"/>
                <ns1:gd name="T3" fmla="*/ 65 h 117"/>
                <ns1:gd name="T4" fmla="*/ 80 w 117"/>
                <ns1:gd name="T5" fmla="*/ 65 h 117"/>
                <ns1:gd name="T6" fmla="*/ 84 w 117"/>
                <ns1:gd name="T7" fmla="*/ 33 h 117"/>
                <ns1:gd name="T8" fmla="*/ 33 w 117"/>
                <ns1:gd name="T9" fmla="*/ 6 h 117"/>
                <ns1:gd name="T10" fmla="*/ 7 w 117"/>
                <ns1:gd name="T11" fmla="*/ 57 h 117"/>
                <ns1:gd name="T12" fmla="*/ 57 w 117"/>
                <ns1:gd name="T13" fmla="*/ 83 h 117"/>
                <ns1:gd name="T14" fmla="*/ 67 w 117"/>
                <ns1:gd name="T15" fmla="*/ 79 h 117"/>
                <ns1:gd name="T16" fmla="*/ 101 w 117"/>
                <ns1:gd name="T17" fmla="*/ 116 h 117"/>
                <ns1:gd name="T18" fmla="*/ 106 w 117"/>
                <ns1:gd name="T19" fmla="*/ 115 h 117"/>
                <ns1:gd name="T20" fmla="*/ 114 w 117"/>
                <ns1:gd name="T21" fmla="*/ 108 h 117"/>
                <ns1:gd name="T22" fmla="*/ 116 w 117"/>
                <ns1:gd name="T23" fmla="*/ 103 h 117"/>
                <ns1:gd name="T24" fmla="*/ 17 w 117"/>
                <ns1:gd name="T25" fmla="*/ 54 h 117"/>
                <ns1:gd name="T26" fmla="*/ 36 w 117"/>
                <ns1:gd name="T27" fmla="*/ 17 h 117"/>
                <ns1:gd name="T28" fmla="*/ 73 w 117"/>
                <ns1:gd name="T29" fmla="*/ 36 h 117"/>
                <ns1:gd name="T30" fmla="*/ 54 w 117"/>
                <ns1:gd name="T31" fmla="*/ 73 h 117"/>
                <ns1:gd name="T32" fmla="*/ 17 w 117"/>
                <ns1:gd name="T33" fmla="*/ 54 h 117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  <ns1:cxn ang="0">
                  <ns1:pos x="T14" y="T15"/>
                </ns1:cxn>
                <ns1:cxn ang="0">
                  <ns1:pos x="T16" y="T17"/>
                </ns1:cxn>
                <ns1:cxn ang="0">
                  <ns1:pos x="T18" y="T19"/>
                </ns1:cxn>
                <ns1:cxn ang="0">
                  <ns1:pos x="T20" y="T21"/>
                </ns1:cxn>
                <ns1:cxn ang="0">
                  <ns1:pos x="T22" y="T23"/>
                </ns1:cxn>
                <ns1:cxn ang="0">
                  <ns1:pos x="T24" y="T25"/>
                </ns1:cxn>
                <ns1:cxn ang="0">
                  <ns1:pos x="T26" y="T27"/>
                </ns1:cxn>
                <ns1:cxn ang="0">
                  <ns1:pos x="T28" y="T29"/>
                </ns1:cxn>
                <ns1:cxn ang="0">
                  <ns1:pos x="T30" y="T31"/>
                </ns1:cxn>
                <ns1:cxn ang="0">
                  <ns1:pos x="T32" y="T33"/>
                </ns1:cxn>
              </ns1:cxnLst>
              <ns1:rect l="0" t="0" r="r" b="b"/>
              <ns1:pathLst>
                <ns1:path w="117" h="117">
                  <ns1:moveTo>
                    <ns1:pt x="116" y="103"/>
                  </ns1:moveTo>
                  <ns1:cubicBezTo>
                    <ns1:pt x="81" y="65"/>
                    <ns1:pt x="81" y="65"/>
                    <ns1:pt x="81" y="65"/>
                  </ns1:cubicBezTo>
                  <ns1:cubicBezTo>
                    <ns1:pt x="81" y="65"/>
                    <ns1:pt x="80" y="65"/>
                    <ns1:pt x="80" y="65"/>
                  </ns1:cubicBezTo>
                  <ns1:cubicBezTo>
                    <ns1:pt x="86" y="55"/>
                    <ns1:pt x="87" y="44"/>
                    <ns1:pt x="84" y="33"/>
                  </ns1:cubicBezTo>
                  <ns1:cubicBezTo>
                    <ns1:pt x="77" y="11"/>
                    <ns1:pt x="54" y="0"/>
                    <ns1:pt x="33" y="6"/>
                  </ns1:cubicBezTo>
                  <ns1:cubicBezTo>
                    <ns1:pt x="12" y="13"/>
                    <ns1:pt x="0" y="36"/>
                    <ns1:pt x="7" y="57"/>
                  </ns1:cubicBezTo>
                  <ns1:cubicBezTo>
                    <ns1:pt x="13" y="78"/>
                    <ns1:pt x="36" y="90"/>
                    <ns1:pt x="57" y="83"/>
                  </ns1:cubicBezTo>
                  <ns1:cubicBezTo>
                    <ns1:pt x="61" y="82"/>
                    <ns1:pt x="64" y="81"/>
                    <ns1:pt x="67" y="79"/>
                  </ns1:cubicBezTo>
                  <ns1:cubicBezTo>
                    <ns1:pt x="101" y="116"/>
                    <ns1:pt x="101" y="116"/>
                    <ns1:pt x="101" y="116"/>
                  </ns1:cubicBezTo>
                  <ns1:cubicBezTo>
                    <ns1:pt x="102" y="117"/>
                    <ns1:pt x="104" y="117"/>
                    <ns1:pt x="106" y="115"/>
                  </ns1:cubicBezTo>
                  <ns1:cubicBezTo>
                    <ns1:pt x="114" y="108"/>
                    <ns1:pt x="114" y="108"/>
                    <ns1:pt x="114" y="108"/>
                  </ns1:cubicBezTo>
                  <ns1:cubicBezTo>
                    <ns1:pt x="116" y="106"/>
                    <ns1:pt x="117" y="104"/>
                    <ns1:pt x="116" y="103"/>
                  </ns1:cubicBezTo>
                  <ns1:close/>
                  <ns1:moveTo>
                    <ns1:pt x="17" y="54"/>
                  </ns1:moveTo>
                  <ns1:cubicBezTo>
                    <ns1:pt x="12" y="38"/>
                    <ns1:pt x="21" y="22"/>
                    <ns1:pt x="36" y="17"/>
                  </ns1:cubicBezTo>
                  <ns1:cubicBezTo>
                    <ns1:pt x="52" y="12"/>
                    <ns1:pt x="69" y="20"/>
                    <ns1:pt x="73" y="36"/>
                  </ns1:cubicBezTo>
                  <ns1:cubicBezTo>
                    <ns1:pt x="78" y="52"/>
                    <ns1:pt x="70" y="68"/>
                    <ns1:pt x="54" y="73"/>
                  </ns1:cubicBezTo>
                  <ns1:cubicBezTo>
                    <ns1:pt x="39" y="78"/>
                    <ns1:pt x="22" y="69"/>
                    <ns1:pt x="17" y="54"/>
                  </ns1:cubicBezTo>
                  <ns1:close/>
                </ns1:path>
              </ns1:pathLst>
            </ns1:custGeom>
            <ns1:grpFill/>
            <ns1:ln>
              <ns1:noFill/>
            </ns1:ln>
            <ns1:extLst>
              <ns1:ext uri="{91240B29-F687-4F45-9708-019B960494DF}">
                <ns2:hiddenLine w="9525">
                  <ns1:solidFill>
                    <ns1:srgbClr val="000000"/>
                  </ns1:solidFill>
                  <ns1:round/>
                  <ns1:headEnd/>
                  <ns1:tailEnd/>
                </ns2:hiddenLine>
              </ns1:ext>
            </ns1:extLst>
          </ns0:spPr>
          <ns0:txBody>
            <ns1:bodyPr vert="horz" wrap="square" lIns="91440" tIns="45720" rIns="91440" bIns="45720" numCol="1" anchor="t" anchorCtr="0" compatLnSpc="1">
              <ns1:prstTxWarp prst="textNoShape">
                <ns1:avLst/>
              </ns1:prstTxWarp>
            </ns1:bodyPr>
            <ns1:lstStyle/>
            <ns1:p>
              <ns1:endParaRPr lang="id-ID" sz="2700"/>
            </ns1:p>
          </ns0:txBody>
        </ns0:sp>
        <ns0:sp>
          <ns0:nvSpPr>
            <ns0:cNvPr id="241" name="Freeform 22"/>
            <ns0:cNvSpPr>
              <ns1:spLocks/>
            </ns0:cNvSpPr>
            <ns0:nvPr/>
          </ns0:nvSpPr>
          <ns0:spPr bwMode="auto">
            <ns1:xfrm>
              <ns1:off x="4433888" y="5754688"/>
              <ns1:ext cx="190500" cy="141288"/>
            </ns1:xfrm>
            <ns1:custGeom>
              <ns1:avLst/>
              <ns1:gdLst>
                <ns1:gd name="T0" fmla="*/ 10 w 50"/>
                <ns1:gd name="T1" fmla="*/ 16 h 37"/>
                <ns1:gd name="T2" fmla="*/ 48 w 50"/>
                <ns1:gd name="T3" fmla="*/ 36 h 37"/>
                <ns1:gd name="T4" fmla="*/ 48 w 50"/>
                <ns1:gd name="T5" fmla="*/ 37 h 37"/>
                <ns1:gd name="T6" fmla="*/ 49 w 50"/>
                <ns1:gd name="T7" fmla="*/ 20 h 37"/>
                <ns1:gd name="T8" fmla="*/ 17 w 50"/>
                <ns1:gd name="T9" fmla="*/ 4 h 37"/>
                <ns1:gd name="T10" fmla="*/ 0 w 50"/>
                <ns1:gd name="T11" fmla="*/ 21 h 37"/>
                <ns1:gd name="T12" fmla="*/ 10 w 50"/>
                <ns1:gd name="T13" fmla="*/ 16 h 37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</ns1:cxnLst>
              <ns1:rect l="0" t="0" r="r" b="b"/>
              <ns1:pathLst>
                <ns1:path w="50" h="37">
                  <ns1:moveTo>
                    <ns1:pt x="10" y="16"/>
                  </ns1:moveTo>
                  <ns1:cubicBezTo>
                    <ns1:pt x="26" y="11"/>
                    <ns1:pt x="43" y="20"/>
                    <ns1:pt x="48" y="36"/>
                  </ns1:cubicBezTo>
                  <ns1:cubicBezTo>
                    <ns1:pt x="48" y="36"/>
                    <ns1:pt x="48" y="36"/>
                    <ns1:pt x="48" y="37"/>
                  </ns1:cubicBezTo>
                  <ns1:cubicBezTo>
                    <ns1:pt x="50" y="32"/>
                    <ns1:pt x="50" y="26"/>
                    <ns1:pt x="49" y="20"/>
                  </ns1:cubicBezTo>
                  <ns1:cubicBezTo>
                    <ns1:pt x="45" y="7"/>
                    <ns1:pt x="30" y="0"/>
                    <ns1:pt x="17" y="4"/>
                  </ns1:cubicBezTo>
                  <ns1:cubicBezTo>
                    <ns1:pt x="8" y="6"/>
                    <ns1:pt x="2" y="13"/>
                    <ns1:pt x="0" y="21"/>
                  </ns1:cubicBezTo>
                  <ns1:cubicBezTo>
                    <ns1:pt x="3" y="19"/>
                    <ns1:pt x="6" y="17"/>
                    <ns1:pt x="10" y="16"/>
                  </ns1:cubicBezTo>
                  <ns1:close/>
                </ns1:path>
              </ns1:pathLst>
            </ns1:custGeom>
            <ns1:grpFill/>
            <ns1:ln>
              <ns1:noFill/>
            </ns1:ln>
            <ns1:extLst>
              <ns1:ext uri="{91240B29-F687-4F45-9708-019B960494DF}">
                <ns2:hiddenLine w="9525">
                  <ns1:solidFill>
                    <ns1:srgbClr val="000000"/>
                  </ns1:solidFill>
                  <ns1:round/>
                  <ns1:headEnd/>
                  <ns1:tailEnd/>
                </ns2:hiddenLine>
              </ns1:ext>
            </ns1:extLst>
          </ns0:spPr>
          <ns0:txBody>
            <ns1:bodyPr vert="horz" wrap="square" lIns="91440" tIns="45720" rIns="91440" bIns="45720" numCol="1" anchor="t" anchorCtr="0" compatLnSpc="1">
              <ns1:prstTxWarp prst="textNoShape">
                <ns1:avLst/>
              </ns1:prstTxWarp>
            </ns1:bodyPr>
            <ns1:lstStyle/>
            <ns1:p>
              <ns1:endParaRPr lang="id-ID" sz="2700"/>
            </ns1:p>
          </ns0:txBody>
        </ns0:sp>
      </ns0:grpSp>
      <ns0:grpSp>
        <ns0:nvGrpSpPr>
          <ns0:cNvPr id="242" name="Group 241"/>
          <ns0:cNvGrpSpPr/>
          <ns0:nvPr/>
        </ns0:nvGrpSpPr>
        <ns0:grpSpPr>
          <ns1:xfrm>
            <ns1:off x="8364499" y="4575706"/>
            <ns1:ext cx="397830" cy="421941"/>
            <ns1:chOff x="7404100" y="3633788"/>
            <ns1:chExt cx="628651" cy="666751"/>
          </ns1:xfrm>
          <ns1:solidFill>
            <ns1:schemeClr val="tx1"/>
          </ns1:solidFill>
        </ns0:grpSpPr>
        <ns0:sp>
          <ns0:nvSpPr>
            <ns0:cNvPr id="243" name="Freeform 20"/>
            <ns0:cNvSpPr>
              <ns1:spLocks noEditPoints="1"/>
            </ns0:cNvSpPr>
            <ns0:nvPr/>
          </ns0:nvSpPr>
          <ns0:spPr bwMode="auto">
            <ns1:xfrm>
              <ns1:off x="7404100" y="3870326"/>
              <ns1:ext cx="427038" cy="430213"/>
            </ns1:xfrm>
            <ns1:custGeom>
              <ns1:avLst/>
              <ns1:gdLst>
                <ns1:gd name="T0" fmla="*/ 115 w 136"/>
                <ns1:gd name="T1" fmla="*/ 94 h 137"/>
                <ns1:gd name="T2" fmla="*/ 119 w 136"/>
                <ns1:gd name="T3" fmla="*/ 83 h 137"/>
                <ns1:gd name="T4" fmla="*/ 136 w 136"/>
                <ns1:gd name="T5" fmla="*/ 77 h 137"/>
                <ns1:gd name="T6" fmla="*/ 136 w 136"/>
                <ns1:gd name="T7" fmla="*/ 68 h 137"/>
                <ns1:gd name="T8" fmla="*/ 136 w 136"/>
                <ns1:gd name="T9" fmla="*/ 60 h 137"/>
                <ns1:gd name="T10" fmla="*/ 119 w 136"/>
                <ns1:gd name="T11" fmla="*/ 54 h 137"/>
                <ns1:gd name="T12" fmla="*/ 115 w 136"/>
                <ns1:gd name="T13" fmla="*/ 43 h 137"/>
                <ns1:gd name="T14" fmla="*/ 122 w 136"/>
                <ns1:gd name="T15" fmla="*/ 27 h 137"/>
                <ns1:gd name="T16" fmla="*/ 110 w 136"/>
                <ns1:gd name="T17" fmla="*/ 14 h 137"/>
                <ns1:gd name="T18" fmla="*/ 94 w 136"/>
                <ns1:gd name="T19" fmla="*/ 22 h 137"/>
                <ns1:gd name="T20" fmla="*/ 83 w 136"/>
                <ns1:gd name="T21" fmla="*/ 18 h 137"/>
                <ns1:gd name="T22" fmla="*/ 77 w 136"/>
                <ns1:gd name="T23" fmla="*/ 1 h 137"/>
                <ns1:gd name="T24" fmla="*/ 68 w 136"/>
                <ns1:gd name="T25" fmla="*/ 0 h 137"/>
                <ns1:gd name="T26" fmla="*/ 59 w 136"/>
                <ns1:gd name="T27" fmla="*/ 1 h 137"/>
                <ns1:gd name="T28" fmla="*/ 53 w 136"/>
                <ns1:gd name="T29" fmla="*/ 18 h 137"/>
                <ns1:gd name="T30" fmla="*/ 43 w 136"/>
                <ns1:gd name="T31" fmla="*/ 22 h 137"/>
                <ns1:gd name="T32" fmla="*/ 26 w 136"/>
                <ns1:gd name="T33" fmla="*/ 14 h 137"/>
                <ns1:gd name="T34" fmla="*/ 14 w 136"/>
                <ns1:gd name="T35" fmla="*/ 27 h 137"/>
                <ns1:gd name="T36" fmla="*/ 22 w 136"/>
                <ns1:gd name="T37" fmla="*/ 43 h 137"/>
                <ns1:gd name="T38" fmla="*/ 17 w 136"/>
                <ns1:gd name="T39" fmla="*/ 54 h 137"/>
                <ns1:gd name="T40" fmla="*/ 0 w 136"/>
                <ns1:gd name="T41" fmla="*/ 60 h 137"/>
                <ns1:gd name="T42" fmla="*/ 0 w 136"/>
                <ns1:gd name="T43" fmla="*/ 68 h 137"/>
                <ns1:gd name="T44" fmla="*/ 0 w 136"/>
                <ns1:gd name="T45" fmla="*/ 77 h 137"/>
                <ns1:gd name="T46" fmla="*/ 17 w 136"/>
                <ns1:gd name="T47" fmla="*/ 83 h 137"/>
                <ns1:gd name="T48" fmla="*/ 22 w 136"/>
                <ns1:gd name="T49" fmla="*/ 94 h 137"/>
                <ns1:gd name="T50" fmla="*/ 14 w 136"/>
                <ns1:gd name="T51" fmla="*/ 110 h 137"/>
                <ns1:gd name="T52" fmla="*/ 26 w 136"/>
                <ns1:gd name="T53" fmla="*/ 123 h 137"/>
                <ns1:gd name="T54" fmla="*/ 43 w 136"/>
                <ns1:gd name="T55" fmla="*/ 115 h 137"/>
                <ns1:gd name="T56" fmla="*/ 53 w 136"/>
                <ns1:gd name="T57" fmla="*/ 119 h 137"/>
                <ns1:gd name="T58" fmla="*/ 59 w 136"/>
                <ns1:gd name="T59" fmla="*/ 136 h 137"/>
                <ns1:gd name="T60" fmla="*/ 68 w 136"/>
                <ns1:gd name="T61" fmla="*/ 137 h 137"/>
                <ns1:gd name="T62" fmla="*/ 77 w 136"/>
                <ns1:gd name="T63" fmla="*/ 136 h 137"/>
                <ns1:gd name="T64" fmla="*/ 83 w 136"/>
                <ns1:gd name="T65" fmla="*/ 119 h 137"/>
                <ns1:gd name="T66" fmla="*/ 94 w 136"/>
                <ns1:gd name="T67" fmla="*/ 115 h 137"/>
                <ns1:gd name="T68" fmla="*/ 110 w 136"/>
                <ns1:gd name="T69" fmla="*/ 123 h 137"/>
                <ns1:gd name="T70" fmla="*/ 122 w 136"/>
                <ns1:gd name="T71" fmla="*/ 110 h 137"/>
                <ns1:gd name="T72" fmla="*/ 115 w 136"/>
                <ns1:gd name="T73" fmla="*/ 94 h 137"/>
                <ns1:gd name="T74" fmla="*/ 68 w 136"/>
                <ns1:gd name="T75" fmla="*/ 92 h 137"/>
                <ns1:gd name="T76" fmla="*/ 44 w 136"/>
                <ns1:gd name="T77" fmla="*/ 68 h 137"/>
                <ns1:gd name="T78" fmla="*/ 68 w 136"/>
                <ns1:gd name="T79" fmla="*/ 45 h 137"/>
                <ns1:gd name="T80" fmla="*/ 92 w 136"/>
                <ns1:gd name="T81" fmla="*/ 68 h 137"/>
                <ns1:gd name="T82" fmla="*/ 68 w 136"/>
                <ns1:gd name="T83" fmla="*/ 92 h 137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  <ns1:cxn ang="0">
                  <ns1:pos x="T14" y="T15"/>
                </ns1:cxn>
                <ns1:cxn ang="0">
                  <ns1:pos x="T16" y="T17"/>
                </ns1:cxn>
                <ns1:cxn ang="0">
                  <ns1:pos x="T18" y="T19"/>
                </ns1:cxn>
                <ns1:cxn ang="0">
                  <ns1:pos x="T20" y="T21"/>
                </ns1:cxn>
                <ns1:cxn ang="0">
                  <ns1:pos x="T22" y="T23"/>
                </ns1:cxn>
                <ns1:cxn ang="0">
                  <ns1:pos x="T24" y="T25"/>
                </ns1:cxn>
                <ns1:cxn ang="0">
                  <ns1:pos x="T26" y="T27"/>
                </ns1:cxn>
                <ns1:cxn ang="0">
                  <ns1:pos x="T28" y="T29"/>
                </ns1:cxn>
                <ns1:cxn ang="0">
                  <ns1:pos x="T30" y="T31"/>
                </ns1:cxn>
                <ns1:cxn ang="0">
                  <ns1:pos x="T32" y="T33"/>
                </ns1:cxn>
                <ns1:cxn ang="0">
                  <ns1:pos x="T34" y="T35"/>
                </ns1:cxn>
                <ns1:cxn ang="0">
                  <ns1:pos x="T36" y="T37"/>
                </ns1:cxn>
                <ns1:cxn ang="0">
                  <ns1:pos x="T38" y="T39"/>
                </ns1:cxn>
                <ns1:cxn ang="0">
                  <ns1:pos x="T40" y="T41"/>
                </ns1:cxn>
                <ns1:cxn ang="0">
                  <ns1:pos x="T42" y="T43"/>
                </ns1:cxn>
                <ns1:cxn ang="0">
                  <ns1:pos x="T44" y="T45"/>
                </ns1:cxn>
                <ns1:cxn ang="0">
                  <ns1:pos x="T46" y="T47"/>
                </ns1:cxn>
                <ns1:cxn ang="0">
                  <ns1:pos x="T48" y="T49"/>
                </ns1:cxn>
                <ns1:cxn ang="0">
                  <ns1:pos x="T50" y="T51"/>
                </ns1:cxn>
                <ns1:cxn ang="0">
                  <ns1:pos x="T52" y="T53"/>
                </ns1:cxn>
                <ns1:cxn ang="0">
                  <ns1:pos x="T54" y="T55"/>
                </ns1:cxn>
                <ns1:cxn ang="0">
                  <ns1:pos x="T56" y="T57"/>
                </ns1:cxn>
                <ns1:cxn ang="0">
                  <ns1:pos x="T58" y="T59"/>
                </ns1:cxn>
                <ns1:cxn ang="0">
                  <ns1:pos x="T60" y="T61"/>
                </ns1:cxn>
                <ns1:cxn ang="0">
                  <ns1:pos x="T62" y="T63"/>
                </ns1:cxn>
                <ns1:cxn ang="0">
                  <ns1:pos x="T64" y="T65"/>
                </ns1:cxn>
                <ns1:cxn ang="0">
                  <ns1:pos x="T66" y="T67"/>
                </ns1:cxn>
                <ns1:cxn ang="0">
                  <ns1:pos x="T68" y="T69"/>
                </ns1:cxn>
                <ns1:cxn ang="0">
                  <ns1:pos x="T70" y="T71"/>
                </ns1:cxn>
                <ns1:cxn ang="0">
                  <ns1:pos x="T72" y="T73"/>
                </ns1:cxn>
                <ns1:cxn ang="0">
                  <ns1:pos x="T74" y="T75"/>
                </ns1:cxn>
                <ns1:cxn ang="0">
                  <ns1:pos x="T76" y="T77"/>
                </ns1:cxn>
                <ns1:cxn ang="0">
                  <ns1:pos x="T78" y="T79"/>
                </ns1:cxn>
                <ns1:cxn ang="0">
                  <ns1:pos x="T80" y="T81"/>
                </ns1:cxn>
                <ns1:cxn ang="0">
                  <ns1:pos x="T82" y="T83"/>
                </ns1:cxn>
              </ns1:cxnLst>
              <ns1:rect l="0" t="0" r="r" b="b"/>
              <ns1:pathLst>
                <ns1:path w="136" h="137">
                  <ns1:moveTo>
                    <ns1:pt x="115" y="94"/>
                  </ns1:moveTo>
                  <ns1:cubicBezTo>
                    <ns1:pt x="116" y="91"/>
                    <ns1:pt x="118" y="87"/>
                    <ns1:pt x="119" y="83"/>
                  </ns1:cubicBezTo>
                  <ns1:cubicBezTo>
                    <ns1:pt x="136" y="77"/>
                    <ns1:pt x="136" y="77"/>
                    <ns1:pt x="136" y="77"/>
                  </ns1:cubicBezTo>
                  <ns1:cubicBezTo>
                    <ns1:pt x="136" y="74"/>
                    <ns1:pt x="136" y="71"/>
                    <ns1:pt x="136" y="68"/>
                  </ns1:cubicBezTo>
                  <ns1:cubicBezTo>
                    <ns1:pt x="136" y="65"/>
                    <ns1:pt x="136" y="63"/>
                    <ns1:pt x="136" y="60"/>
                  </ns1:cubicBezTo>
                  <ns1:cubicBezTo>
                    <ns1:pt x="119" y="54"/>
                    <ns1:pt x="119" y="54"/>
                    <ns1:pt x="119" y="54"/>
                  </ns1:cubicBezTo>
                  <ns1:cubicBezTo>
                    <ns1:pt x="118" y="50"/>
                    <ns1:pt x="116" y="46"/>
                    <ns1:pt x="115" y="43"/>
                  </ns1:cubicBezTo>
                  <ns1:cubicBezTo>
                    <ns1:pt x="122" y="27"/>
                    <ns1:pt x="122" y="27"/>
                    <ns1:pt x="122" y="27"/>
                  </ns1:cubicBezTo>
                  <ns1:cubicBezTo>
                    <ns1:pt x="119" y="22"/>
                    <ns1:pt x="115" y="18"/>
                    <ns1:pt x="110" y="14"/>
                  </ns1:cubicBezTo>
                  <ns1:cubicBezTo>
                    <ns1:pt x="94" y="22"/>
                    <ns1:pt x="94" y="22"/>
                    <ns1:pt x="94" y="22"/>
                  </ns1:cubicBezTo>
                  <ns1:cubicBezTo>
                    <ns1:pt x="90" y="20"/>
                    <ns1:pt x="87" y="19"/>
                    <ns1:pt x="83" y="18"/>
                  </ns1:cubicBezTo>
                  <ns1:cubicBezTo>
                    <ns1:pt x="77" y="1"/>
                    <ns1:pt x="77" y="1"/>
                    <ns1:pt x="77" y="1"/>
                  </ns1:cubicBezTo>
                  <ns1:cubicBezTo>
                    <ns1:pt x="74" y="0"/>
                    <ns1:pt x="71" y="0"/>
                    <ns1:pt x="68" y="0"/>
                  </ns1:cubicBezTo>
                  <ns1:cubicBezTo>
                    <ns1:pt x="65" y="0"/>
                    <ns1:pt x="62" y="0"/>
                    <ns1:pt x="59" y="1"/>
                  </ns1:cubicBezTo>
                  <ns1:cubicBezTo>
                    <ns1:pt x="53" y="18"/>
                    <ns1:pt x="53" y="18"/>
                    <ns1:pt x="53" y="18"/>
                  </ns1:cubicBezTo>
                  <ns1:cubicBezTo>
                    <ns1:pt x="50" y="19"/>
                    <ns1:pt x="46" y="20"/>
                    <ns1:pt x="43" y="22"/>
                  </ns1:cubicBezTo>
                  <ns1:cubicBezTo>
                    <ns1:pt x="26" y="14"/>
                    <ns1:pt x="26" y="14"/>
                    <ns1:pt x="26" y="14"/>
                  </ns1:cubicBezTo>
                  <ns1:cubicBezTo>
                    <ns1:pt x="22" y="18"/>
                    <ns1:pt x="18" y="22"/>
                    <ns1:pt x="14" y="27"/>
                  </ns1:cubicBezTo>
                  <ns1:cubicBezTo>
                    <ns1:pt x="22" y="43"/>
                    <ns1:pt x="22" y="43"/>
                    <ns1:pt x="22" y="43"/>
                  </ns1:cubicBezTo>
                  <ns1:cubicBezTo>
                    <ns1:pt x="20" y="46"/>
                    <ns1:pt x="18" y="50"/>
                    <ns1:pt x="17" y="54"/>
                  </ns1:cubicBezTo>
                  <ns1:cubicBezTo>
                    <ns1:pt x="0" y="60"/>
                    <ns1:pt x="0" y="60"/>
                    <ns1:pt x="0" y="60"/>
                  </ns1:cubicBezTo>
                  <ns1:cubicBezTo>
                    <ns1:pt x="0" y="63"/>
                    <ns1:pt x="0" y="65"/>
                    <ns1:pt x="0" y="68"/>
                  </ns1:cubicBezTo>
                  <ns1:cubicBezTo>
                    <ns1:pt x="0" y="71"/>
                    <ns1:pt x="0" y="74"/>
                    <ns1:pt x="0" y="77"/>
                  </ns1:cubicBezTo>
                  <ns1:cubicBezTo>
                    <ns1:pt x="17" y="83"/>
                    <ns1:pt x="17" y="83"/>
                    <ns1:pt x="17" y="83"/>
                  </ns1:cubicBezTo>
                  <ns1:cubicBezTo>
                    <ns1:pt x="18" y="87"/>
                    <ns1:pt x="20" y="91"/>
                    <ns1:pt x="22" y="94"/>
                  </ns1:cubicBezTo>
                  <ns1:cubicBezTo>
                    <ns1:pt x="14" y="110"/>
                    <ns1:pt x="14" y="110"/>
                    <ns1:pt x="14" y="110"/>
                  </ns1:cubicBezTo>
                  <ns1:cubicBezTo>
                    <ns1:pt x="18" y="115"/>
                    <ns1:pt x="22" y="119"/>
                    <ns1:pt x="26" y="123"/>
                  </ns1:cubicBezTo>
                  <ns1:cubicBezTo>
                    <ns1:pt x="43" y="115"/>
                    <ns1:pt x="43" y="115"/>
                    <ns1:pt x="43" y="115"/>
                  </ns1:cubicBezTo>
                  <ns1:cubicBezTo>
                    <ns1:pt x="46" y="117"/>
                    <ns1:pt x="50" y="118"/>
                    <ns1:pt x="53" y="119"/>
                  </ns1:cubicBezTo>
                  <ns1:cubicBezTo>
                    <ns1:pt x="59" y="136"/>
                    <ns1:pt x="59" y="136"/>
                    <ns1:pt x="59" y="136"/>
                  </ns1:cubicBezTo>
                  <ns1:cubicBezTo>
                    <ns1:pt x="62" y="137"/>
                    <ns1:pt x="65" y="137"/>
                    <ns1:pt x="68" y="137"/>
                  </ns1:cubicBezTo>
                  <ns1:cubicBezTo>
                    <ns1:pt x="71" y="137"/>
                    <ns1:pt x="74" y="137"/>
                    <ns1:pt x="77" y="136"/>
                  </ns1:cubicBezTo>
                  <ns1:cubicBezTo>
                    <ns1:pt x="83" y="119"/>
                    <ns1:pt x="83" y="119"/>
                    <ns1:pt x="83" y="119"/>
                  </ns1:cubicBezTo>
                  <ns1:cubicBezTo>
                    <ns1:pt x="87" y="118"/>
                    <ns1:pt x="90" y="117"/>
                    <ns1:pt x="94" y="115"/>
                  </ns1:cubicBezTo>
                  <ns1:cubicBezTo>
                    <ns1:pt x="110" y="123"/>
                    <ns1:pt x="110" y="123"/>
                    <ns1:pt x="110" y="123"/>
                  </ns1:cubicBezTo>
                  <ns1:cubicBezTo>
                    <ns1:pt x="115" y="119"/>
                    <ns1:pt x="119" y="115"/>
                    <ns1:pt x="122" y="110"/>
                  </ns1:cubicBezTo>
                  <ns1:lnTo>
                    <ns1:pt x="115" y="94"/>
                  </ns1:lnTo>
                  <ns1:close/>
                  <ns1:moveTo>
                    <ns1:pt x="68" y="92"/>
                  </ns1:moveTo>
                  <ns1:cubicBezTo>
                    <ns1:pt x="55" y="92"/>
                    <ns1:pt x="44" y="82"/>
                    <ns1:pt x="44" y="68"/>
                  </ns1:cubicBezTo>
                  <ns1:cubicBezTo>
                    <ns1:pt x="44" y="55"/>
                    <ns1:pt x="55" y="45"/>
                    <ns1:pt x="68" y="45"/>
                  </ns1:cubicBezTo>
                  <ns1:cubicBezTo>
                    <ns1:pt x="81" y="45"/>
                    <ns1:pt x="92" y="55"/>
                    <ns1:pt x="92" y="68"/>
                  </ns1:cubicBezTo>
                  <ns1:cubicBezTo>
                    <ns1:pt x="92" y="82"/>
                    <ns1:pt x="81" y="92"/>
                    <ns1:pt x="68" y="92"/>
                  </ns1:cubicBezTo>
                  <ns1:close/>
                </ns1:path>
              </ns1:pathLst>
            </ns1:custGeom>
            <ns1:grpFill/>
            <ns1:ln>
              <ns1:noFill/>
            </ns1:ln>
            <ns1:extLst>
              <ns1:ext uri="{91240B29-F687-4F45-9708-019B960494DF}">
                <ns2:hiddenLine w="9525">
                  <ns1:solidFill>
                    <ns1:srgbClr val="000000"/>
                  </ns1:solidFill>
                  <ns1:round/>
                  <ns1:headEnd/>
                  <ns1:tailEnd/>
                </ns2:hiddenLine>
              </ns1:ext>
            </ns1:extLst>
          </ns0:spPr>
          <ns0:txBody>
            <ns1:bodyPr vert="horz" wrap="square" lIns="91440" tIns="45720" rIns="91440" bIns="45720" numCol="1" anchor="t" anchorCtr="0" compatLnSpc="1">
              <ns1:prstTxWarp prst="textNoShape">
                <ns1:avLst/>
              </ns1:prstTxWarp>
            </ns1:bodyPr>
            <ns1:lstStyle/>
            <ns1:p>
              <ns1:endParaRPr lang="id-ID" sz="2700"/>
            </ns1:p>
          </ns0:txBody>
        </ns0:sp>
        <ns0:sp>
          <ns0:nvSpPr>
            <ns0:cNvPr id="244" name="Freeform 21"/>
            <ns0:cNvSpPr>
              <ns1:spLocks noEditPoints="1"/>
            </ns0:cNvSpPr>
            <ns0:nvPr/>
          </ns0:nvSpPr>
          <ns0:spPr bwMode="auto">
            <ns1:xfrm>
              <ns1:off x="7608888" y="3633788"/>
              <ns1:ext cx="282575" cy="282575"/>
            </ns1:xfrm>
            <ns1:custGeom>
              <ns1:avLst/>
              <ns1:gdLst>
                <ns1:gd name="T0" fmla="*/ 4 w 90"/>
                <ns1:gd name="T1" fmla="*/ 67 h 90"/>
                <ns1:gd name="T2" fmla="*/ 16 w 90"/>
                <ns1:gd name="T3" fmla="*/ 67 h 90"/>
                <ns1:gd name="T4" fmla="*/ 22 w 90"/>
                <ns1:gd name="T5" fmla="*/ 73 h 90"/>
                <ns1:gd name="T6" fmla="*/ 21 w 90"/>
                <ns1:gd name="T7" fmla="*/ 85 h 90"/>
                <ns1:gd name="T8" fmla="*/ 26 w 90"/>
                <ns1:gd name="T9" fmla="*/ 88 h 90"/>
                <ns1:gd name="T10" fmla="*/ 32 w 90"/>
                <ns1:gd name="T11" fmla="*/ 90 h 90"/>
                <ns1:gd name="T12" fmla="*/ 40 w 90"/>
                <ns1:gd name="T13" fmla="*/ 81 h 90"/>
                <ns1:gd name="T14" fmla="*/ 48 w 90"/>
                <ns1:gd name="T15" fmla="*/ 81 h 90"/>
                <ns1:gd name="T16" fmla="*/ 56 w 90"/>
                <ns1:gd name="T17" fmla="*/ 90 h 90"/>
                <ns1:gd name="T18" fmla="*/ 67 w 90"/>
                <ns1:gd name="T19" fmla="*/ 86 h 90"/>
                <ns1:gd name="T20" fmla="*/ 67 w 90"/>
                <ns1:gd name="T21" fmla="*/ 74 h 90"/>
                <ns1:gd name="T22" fmla="*/ 73 w 90"/>
                <ns1:gd name="T23" fmla="*/ 68 h 90"/>
                <ns1:gd name="T24" fmla="*/ 85 w 90"/>
                <ns1:gd name="T25" fmla="*/ 69 h 90"/>
                <ns1:gd name="T26" fmla="*/ 87 w 90"/>
                <ns1:gd name="T27" fmla="*/ 64 h 90"/>
                <ns1:gd name="T28" fmla="*/ 89 w 90"/>
                <ns1:gd name="T29" fmla="*/ 58 h 90"/>
                <ns1:gd name="T30" fmla="*/ 81 w 90"/>
                <ns1:gd name="T31" fmla="*/ 50 h 90"/>
                <ns1:gd name="T32" fmla="*/ 81 w 90"/>
                <ns1:gd name="T33" fmla="*/ 42 h 90"/>
                <ns1:gd name="T34" fmla="*/ 90 w 90"/>
                <ns1:gd name="T35" fmla="*/ 34 h 90"/>
                <ns1:gd name="T36" fmla="*/ 86 w 90"/>
                <ns1:gd name="T37" fmla="*/ 23 h 90"/>
                <ns1:gd name="T38" fmla="*/ 73 w 90"/>
                <ns1:gd name="T39" fmla="*/ 23 h 90"/>
                <ns1:gd name="T40" fmla="*/ 68 w 90"/>
                <ns1:gd name="T41" fmla="*/ 17 h 90"/>
                <ns1:gd name="T42" fmla="*/ 69 w 90"/>
                <ns1:gd name="T43" fmla="*/ 5 h 90"/>
                <ns1:gd name="T44" fmla="*/ 63 w 90"/>
                <ns1:gd name="T45" fmla="*/ 3 h 90"/>
                <ns1:gd name="T46" fmla="*/ 58 w 90"/>
                <ns1:gd name="T47" fmla="*/ 0 h 90"/>
                <ns1:gd name="T48" fmla="*/ 49 w 90"/>
                <ns1:gd name="T49" fmla="*/ 9 h 90"/>
                <ns1:gd name="T50" fmla="*/ 41 w 90"/>
                <ns1:gd name="T51" fmla="*/ 9 h 90"/>
                <ns1:gd name="T52" fmla="*/ 33 w 90"/>
                <ns1:gd name="T53" fmla="*/ 0 h 90"/>
                <ns1:gd name="T54" fmla="*/ 22 w 90"/>
                <ns1:gd name="T55" fmla="*/ 4 h 90"/>
                <ns1:gd name="T56" fmla="*/ 23 w 90"/>
                <ns1:gd name="T57" fmla="*/ 17 h 90"/>
                <ns1:gd name="T58" fmla="*/ 17 w 90"/>
                <ns1:gd name="T59" fmla="*/ 22 h 90"/>
                <ns1:gd name="T60" fmla="*/ 5 w 90"/>
                <ns1:gd name="T61" fmla="*/ 21 h 90"/>
                <ns1:gd name="T62" fmla="*/ 2 w 90"/>
                <ns1:gd name="T63" fmla="*/ 27 h 90"/>
                <ns1:gd name="T64" fmla="*/ 0 w 90"/>
                <ns1:gd name="T65" fmla="*/ 32 h 90"/>
                <ns1:gd name="T66" fmla="*/ 9 w 90"/>
                <ns1:gd name="T67" fmla="*/ 40 h 90"/>
                <ns1:gd name="T68" fmla="*/ 9 w 90"/>
                <ns1:gd name="T69" fmla="*/ 48 h 90"/>
                <ns1:gd name="T70" fmla="*/ 0 w 90"/>
                <ns1:gd name="T71" fmla="*/ 56 h 90"/>
                <ns1:gd name="T72" fmla="*/ 4 w 90"/>
                <ns1:gd name="T73" fmla="*/ 67 h 90"/>
                <ns1:gd name="T74" fmla="*/ 30 w 90"/>
                <ns1:gd name="T75" fmla="*/ 39 h 90"/>
                <ns1:gd name="T76" fmla="*/ 51 w 90"/>
                <ns1:gd name="T77" fmla="*/ 30 h 90"/>
                <ns1:gd name="T78" fmla="*/ 60 w 90"/>
                <ns1:gd name="T79" fmla="*/ 52 h 90"/>
                <ns1:gd name="T80" fmla="*/ 38 w 90"/>
                <ns1:gd name="T81" fmla="*/ 60 h 90"/>
                <ns1:gd name="T82" fmla="*/ 30 w 90"/>
                <ns1:gd name="T83" fmla="*/ 39 h 90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  <ns1:cxn ang="0">
                  <ns1:pos x="T14" y="T15"/>
                </ns1:cxn>
                <ns1:cxn ang="0">
                  <ns1:pos x="T16" y="T17"/>
                </ns1:cxn>
                <ns1:cxn ang="0">
                  <ns1:pos x="T18" y="T19"/>
                </ns1:cxn>
                <ns1:cxn ang="0">
                  <ns1:pos x="T20" y="T21"/>
                </ns1:cxn>
                <ns1:cxn ang="0">
                  <ns1:pos x="T22" y="T23"/>
                </ns1:cxn>
                <ns1:cxn ang="0">
                  <ns1:pos x="T24" y="T25"/>
                </ns1:cxn>
                <ns1:cxn ang="0">
                  <ns1:pos x="T26" y="T27"/>
                </ns1:cxn>
                <ns1:cxn ang="0">
                  <ns1:pos x="T28" y="T29"/>
                </ns1:cxn>
                <ns1:cxn ang="0">
                  <ns1:pos x="T30" y="T31"/>
                </ns1:cxn>
                <ns1:cxn ang="0">
                  <ns1:pos x="T32" y="T33"/>
                </ns1:cxn>
                <ns1:cxn ang="0">
                  <ns1:pos x="T34" y="T35"/>
                </ns1:cxn>
                <ns1:cxn ang="0">
                  <ns1:pos x="T36" y="T37"/>
                </ns1:cxn>
                <ns1:cxn ang="0">
                  <ns1:pos x="T38" y="T39"/>
                </ns1:cxn>
                <ns1:cxn ang="0">
                  <ns1:pos x="T40" y="T41"/>
                </ns1:cxn>
                <ns1:cxn ang="0">
                  <ns1:pos x="T42" y="T43"/>
                </ns1:cxn>
                <ns1:cxn ang="0">
                  <ns1:pos x="T44" y="T45"/>
                </ns1:cxn>
                <ns1:cxn ang="0">
                  <ns1:pos x="T46" y="T47"/>
                </ns1:cxn>
                <ns1:cxn ang="0">
                  <ns1:pos x="T48" y="T49"/>
                </ns1:cxn>
                <ns1:cxn ang="0">
                  <ns1:pos x="T50" y="T51"/>
                </ns1:cxn>
                <ns1:cxn ang="0">
                  <ns1:pos x="T52" y="T53"/>
                </ns1:cxn>
                <ns1:cxn ang="0">
                  <ns1:pos x="T54" y="T55"/>
                </ns1:cxn>
                <ns1:cxn ang="0">
                  <ns1:pos x="T56" y="T57"/>
                </ns1:cxn>
                <ns1:cxn ang="0">
                  <ns1:pos x="T58" y="T59"/>
                </ns1:cxn>
                <ns1:cxn ang="0">
                  <ns1:pos x="T60" y="T61"/>
                </ns1:cxn>
                <ns1:cxn ang="0">
                  <ns1:pos x="T62" y="T63"/>
                </ns1:cxn>
                <ns1:cxn ang="0">
                  <ns1:pos x="T64" y="T65"/>
                </ns1:cxn>
                <ns1:cxn ang="0">
                  <ns1:pos x="T66" y="T67"/>
                </ns1:cxn>
                <ns1:cxn ang="0">
                  <ns1:pos x="T68" y="T69"/>
                </ns1:cxn>
                <ns1:cxn ang="0">
                  <ns1:pos x="T70" y="T71"/>
                </ns1:cxn>
                <ns1:cxn ang="0">
                  <ns1:pos x="T72" y="T73"/>
                </ns1:cxn>
                <ns1:cxn ang="0">
                  <ns1:pos x="T74" y="T75"/>
                </ns1:cxn>
                <ns1:cxn ang="0">
                  <ns1:pos x="T76" y="T77"/>
                </ns1:cxn>
                <ns1:cxn ang="0">
                  <ns1:pos x="T78" y="T79"/>
                </ns1:cxn>
                <ns1:cxn ang="0">
                  <ns1:pos x="T80" y="T81"/>
                </ns1:cxn>
                <ns1:cxn ang="0">
                  <ns1:pos x="T82" y="T83"/>
                </ns1:cxn>
              </ns1:cxnLst>
              <ns1:rect l="0" t="0" r="r" b="b"/>
              <ns1:pathLst>
                <ns1:path w="90" h="90">
                  <ns1:moveTo>
                    <ns1:pt x="4" y="67"/>
                  </ns1:moveTo>
                  <ns1:cubicBezTo>
                    <ns1:pt x="16" y="67"/>
                    <ns1:pt x="16" y="67"/>
                    <ns1:pt x="16" y="67"/>
                  </ns1:cubicBezTo>
                  <ns1:cubicBezTo>
                    <ns1:pt x="18" y="69"/>
                    <ns1:pt x="20" y="71"/>
                    <ns1:pt x="22" y="73"/>
                  </ns1:cubicBezTo>
                  <ns1:cubicBezTo>
                    <ns1:pt x="21" y="85"/>
                    <ns1:pt x="21" y="85"/>
                    <ns1:pt x="21" y="85"/>
                  </ns1:cubicBezTo>
                  <ns1:cubicBezTo>
                    <ns1:pt x="23" y="86"/>
                    <ns1:pt x="25" y="87"/>
                    <ns1:pt x="26" y="88"/>
                  </ns1:cubicBezTo>
                  <ns1:cubicBezTo>
                    <ns1:pt x="28" y="88"/>
                    <ns1:pt x="30" y="89"/>
                    <ns1:pt x="32" y="90"/>
                  </ns1:cubicBezTo>
                  <ns1:cubicBezTo>
                    <ns1:pt x="40" y="81"/>
                    <ns1:pt x="40" y="81"/>
                    <ns1:pt x="40" y="81"/>
                  </ns1:cubicBezTo>
                  <ns1:cubicBezTo>
                    <ns1:pt x="43" y="81"/>
                    <ns1:pt x="46" y="81"/>
                    <ns1:pt x="48" y="81"/>
                  </ns1:cubicBezTo>
                  <ns1:cubicBezTo>
                    <ns1:pt x="56" y="90"/>
                    <ns1:pt x="56" y="90"/>
                    <ns1:pt x="56" y="90"/>
                  </ns1:cubicBezTo>
                  <ns1:cubicBezTo>
                    <ns1:pt x="60" y="89"/>
                    <ns1:pt x="64" y="88"/>
                    <ns1:pt x="67" y="86"/>
                  </ns1:cubicBezTo>
                  <ns1:cubicBezTo>
                    <ns1:pt x="67" y="74"/>
                    <ns1:pt x="67" y="74"/>
                    <ns1:pt x="67" y="74"/>
                  </ns1:cubicBezTo>
                  <ns1:cubicBezTo>
                    <ns1:pt x="69" y="72"/>
                    <ns1:pt x="71" y="70"/>
                    <ns1:pt x="73" y="68"/>
                  </ns1:cubicBezTo>
                  <ns1:cubicBezTo>
                    <ns1:pt x="85" y="69"/>
                    <ns1:pt x="85" y="69"/>
                    <ns1:pt x="85" y="69"/>
                  </ns1:cubicBezTo>
                  <ns1:cubicBezTo>
                    <ns1:pt x="86" y="67"/>
                    <ns1:pt x="87" y="65"/>
                    <ns1:pt x="87" y="64"/>
                  </ns1:cubicBezTo>
                  <ns1:cubicBezTo>
                    <ns1:pt x="88" y="62"/>
                    <ns1:pt x="89" y="60"/>
                    <ns1:pt x="89" y="58"/>
                  </ns1:cubicBezTo>
                  <ns1:cubicBezTo>
                    <ns1:pt x="81" y="50"/>
                    <ns1:pt x="81" y="50"/>
                    <ns1:pt x="81" y="50"/>
                  </ns1:cubicBezTo>
                  <ns1:cubicBezTo>
                    <ns1:pt x="81" y="47"/>
                    <ns1:pt x="81" y="44"/>
                    <ns1:pt x="81" y="42"/>
                  </ns1:cubicBezTo>
                  <ns1:cubicBezTo>
                    <ns1:pt x="90" y="34"/>
                    <ns1:pt x="90" y="34"/>
                    <ns1:pt x="90" y="34"/>
                  </ns1:cubicBezTo>
                  <ns1:cubicBezTo>
                    <ns1:pt x="89" y="30"/>
                    <ns1:pt x="87" y="26"/>
                    <ns1:pt x="86" y="23"/>
                  </ns1:cubicBezTo>
                  <ns1:cubicBezTo>
                    <ns1:pt x="73" y="23"/>
                    <ns1:pt x="73" y="23"/>
                    <ns1:pt x="73" y="23"/>
                  </ns1:cubicBezTo>
                  <ns1:cubicBezTo>
                    <ns1:pt x="72" y="21"/>
                    <ns1:pt x="70" y="19"/>
                    <ns1:pt x="68" y="17"/>
                  </ns1:cubicBezTo>
                  <ns1:cubicBezTo>
                    <ns1:pt x="69" y="5"/>
                    <ns1:pt x="69" y="5"/>
                    <ns1:pt x="69" y="5"/>
                  </ns1:cubicBezTo>
                  <ns1:cubicBezTo>
                    <ns1:pt x="67" y="4"/>
                    <ns1:pt x="65" y="3"/>
                    <ns1:pt x="63" y="3"/>
                  </ns1:cubicBezTo>
                  <ns1:cubicBezTo>
                    <ns1:pt x="62" y="2"/>
                    <ns1:pt x="60" y="1"/>
                    <ns1:pt x="58" y="0"/>
                  </ns1:cubicBezTo>
                  <ns1:cubicBezTo>
                    <ns1:pt x="49" y="9"/>
                    <ns1:pt x="49" y="9"/>
                    <ns1:pt x="49" y="9"/>
                  </ns1:cubicBezTo>
                  <ns1:cubicBezTo>
                    <ns1:pt x="47" y="9"/>
                    <ns1:pt x="44" y="9"/>
                    <ns1:pt x="41" y="9"/>
                  </ns1:cubicBezTo>
                  <ns1:cubicBezTo>
                    <ns1:pt x="33" y="0"/>
                    <ns1:pt x="33" y="0"/>
                    <ns1:pt x="33" y="0"/>
                  </ns1:cubicBezTo>
                  <ns1:cubicBezTo>
                    <ns1:pt x="30" y="1"/>
                    <ns1:pt x="26" y="3"/>
                    <ns1:pt x="22" y="4"/>
                  </ns1:cubicBezTo>
                  <ns1:cubicBezTo>
                    <ns1:pt x="23" y="17"/>
                    <ns1:pt x="23" y="17"/>
                    <ns1:pt x="23" y="17"/>
                  </ns1:cubicBezTo>
                  <ns1:cubicBezTo>
                    <ns1:pt x="21" y="18"/>
                    <ns1:pt x="19" y="20"/>
                    <ns1:pt x="17" y="22"/>
                  </ns1:cubicBezTo>
                  <ns1:cubicBezTo>
                    <ns1:pt x="5" y="21"/>
                    <ns1:pt x="5" y="21"/>
                    <ns1:pt x="5" y="21"/>
                  </ns1:cubicBezTo>
                  <ns1:cubicBezTo>
                    <ns1:pt x="4" y="23"/>
                    <ns1:pt x="3" y="25"/>
                    <ns1:pt x="2" y="27"/>
                  </ns1:cubicBezTo>
                  <ns1:cubicBezTo>
                    <ns1:pt x="2" y="28"/>
                    <ns1:pt x="1" y="30"/>
                    <ns1:pt x="0" y="32"/>
                  </ns1:cubicBezTo>
                  <ns1:cubicBezTo>
                    <ns1:pt x="9" y="40"/>
                    <ns1:pt x="9" y="40"/>
                    <ns1:pt x="9" y="40"/>
                  </ns1:cubicBezTo>
                  <ns1:cubicBezTo>
                    <ns1:pt x="9" y="43"/>
                    <ns1:pt x="9" y="46"/>
                    <ns1:pt x="9" y="48"/>
                  </ns1:cubicBezTo>
                  <ns1:cubicBezTo>
                    <ns1:pt x="0" y="56"/>
                    <ns1:pt x="0" y="56"/>
                    <ns1:pt x="0" y="56"/>
                  </ns1:cubicBezTo>
                  <ns1:cubicBezTo>
                    <ns1:pt x="1" y="60"/>
                    <ns1:pt x="2" y="64"/>
                    <ns1:pt x="4" y="67"/>
                  </ns1:cubicBezTo>
                  <ns1:close/>
                  <ns1:moveTo>
                    <ns1:pt x="30" y="39"/>
                  </ns1:moveTo>
                  <ns1:cubicBezTo>
                    <ns1:pt x="34" y="30"/>
                    <ns1:pt x="43" y="27"/>
                    <ns1:pt x="51" y="30"/>
                  </ns1:cubicBezTo>
                  <ns1:cubicBezTo>
                    <ns1:pt x="60" y="34"/>
                    <ns1:pt x="63" y="43"/>
                    <ns1:pt x="60" y="52"/>
                  </ns1:cubicBezTo>
                  <ns1:cubicBezTo>
                    <ns1:pt x="56" y="60"/>
                    <ns1:pt x="47" y="63"/>
                    <ns1:pt x="38" y="60"/>
                  </ns1:cubicBezTo>
                  <ns1:cubicBezTo>
                    <ns1:pt x="30" y="56"/>
                    <ns1:pt x="26" y="47"/>
                    <ns1:pt x="30" y="39"/>
                  </ns1:cubicBezTo>
                  <ns1:close/>
                </ns1:path>
              </ns1:pathLst>
            </ns1:custGeom>
            <ns1:grpFill/>
            <ns1:ln>
              <ns1:noFill/>
            </ns1:ln>
            <ns1:extLst>
              <ns1:ext uri="{91240B29-F687-4F45-9708-019B960494DF}">
                <ns2:hiddenLine w="9525">
                  <ns1:solidFill>
                    <ns1:srgbClr val="000000"/>
                  </ns1:solidFill>
                  <ns1:round/>
                  <ns1:headEnd/>
                  <ns1:tailEnd/>
                </ns2:hiddenLine>
              </ns1:ext>
            </ns1:extLst>
          </ns0:spPr>
          <ns0:txBody>
            <ns1:bodyPr vert="horz" wrap="square" lIns="91440" tIns="45720" rIns="91440" bIns="45720" numCol="1" anchor="t" anchorCtr="0" compatLnSpc="1">
              <ns1:prstTxWarp prst="textNoShape">
                <ns1:avLst/>
              </ns1:prstTxWarp>
            </ns1:bodyPr>
            <ns1:lstStyle/>
            <ns1:p>
              <ns1:endParaRPr lang="id-ID" sz="2700"/>
            </ns1:p>
          </ns0:txBody>
        </ns0:sp>
        <ns0:sp>
          <ns0:nvSpPr>
            <ns0:cNvPr id="245" name="Freeform 22"/>
            <ns0:cNvSpPr>
              <ns1:spLocks noEditPoints="1"/>
            </ns0:cNvSpPr>
            <ns0:nvPr/>
          </ns0:nvSpPr>
          <ns0:spPr bwMode="auto">
            <ns1:xfrm>
              <ns1:off x="7805738" y="3832226"/>
              <ns1:ext cx="227013" cy="228600"/>
            </ns1:xfrm>
            <ns1:custGeom>
              <ns1:avLst/>
              <ns1:gdLst>
                <ns1:gd name="T0" fmla="*/ 63 w 72"/>
                <ns1:gd name="T1" fmla="*/ 44 h 73"/>
                <ns1:gd name="T2" fmla="*/ 72 w 72"/>
                <ns1:gd name="T3" fmla="*/ 41 h 73"/>
                <ns1:gd name="T4" fmla="*/ 72 w 72"/>
                <ns1:gd name="T5" fmla="*/ 36 h 73"/>
                <ns1:gd name="T6" fmla="*/ 72 w 72"/>
                <ns1:gd name="T7" fmla="*/ 31 h 73"/>
                <ns1:gd name="T8" fmla="*/ 63 w 72"/>
                <ns1:gd name="T9" fmla="*/ 28 h 73"/>
                <ns1:gd name="T10" fmla="*/ 60 w 72"/>
                <ns1:gd name="T11" fmla="*/ 23 h 73"/>
                <ns1:gd name="T12" fmla="*/ 64 w 72"/>
                <ns1:gd name="T13" fmla="*/ 14 h 73"/>
                <ns1:gd name="T14" fmla="*/ 58 w 72"/>
                <ns1:gd name="T15" fmla="*/ 8 h 73"/>
                <ns1:gd name="T16" fmla="*/ 49 w 72"/>
                <ns1:gd name="T17" fmla="*/ 12 h 73"/>
                <ns1:gd name="T18" fmla="*/ 43 w 72"/>
                <ns1:gd name="T19" fmla="*/ 10 h 73"/>
                <ns1:gd name="T20" fmla="*/ 40 w 72"/>
                <ns1:gd name="T21" fmla="*/ 1 h 73"/>
                <ns1:gd name="T22" fmla="*/ 35 w 72"/>
                <ns1:gd name="T23" fmla="*/ 0 h 73"/>
                <ns1:gd name="T24" fmla="*/ 31 w 72"/>
                <ns1:gd name="T25" fmla="*/ 1 h 73"/>
                <ns1:gd name="T26" fmla="*/ 28 w 72"/>
                <ns1:gd name="T27" fmla="*/ 10 h 73"/>
                <ns1:gd name="T28" fmla="*/ 22 w 72"/>
                <ns1:gd name="T29" fmla="*/ 12 h 73"/>
                <ns1:gd name="T30" fmla="*/ 13 w 72"/>
                <ns1:gd name="T31" fmla="*/ 8 h 73"/>
                <ns1:gd name="T32" fmla="*/ 7 w 72"/>
                <ns1:gd name="T33" fmla="*/ 15 h 73"/>
                <ns1:gd name="T34" fmla="*/ 11 w 72"/>
                <ns1:gd name="T35" fmla="*/ 24 h 73"/>
                <ns1:gd name="T36" fmla="*/ 9 w 72"/>
                <ns1:gd name="T37" fmla="*/ 29 h 73"/>
                <ns1:gd name="T38" fmla="*/ 0 w 72"/>
                <ns1:gd name="T39" fmla="*/ 33 h 73"/>
                <ns1:gd name="T40" fmla="*/ 0 w 72"/>
                <ns1:gd name="T41" fmla="*/ 37 h 73"/>
                <ns1:gd name="T42" fmla="*/ 0 w 72"/>
                <ns1:gd name="T43" fmla="*/ 42 h 73"/>
                <ns1:gd name="T44" fmla="*/ 9 w 72"/>
                <ns1:gd name="T45" fmla="*/ 45 h 73"/>
                <ns1:gd name="T46" fmla="*/ 12 w 72"/>
                <ns1:gd name="T47" fmla="*/ 51 h 73"/>
                <ns1:gd name="T48" fmla="*/ 8 w 72"/>
                <ns1:gd name="T49" fmla="*/ 59 h 73"/>
                <ns1:gd name="T50" fmla="*/ 15 w 72"/>
                <ns1:gd name="T51" fmla="*/ 66 h 73"/>
                <ns1:gd name="T52" fmla="*/ 23 w 72"/>
                <ns1:gd name="T53" fmla="*/ 62 h 73"/>
                <ns1:gd name="T54" fmla="*/ 29 w 72"/>
                <ns1:gd name="T55" fmla="*/ 64 h 73"/>
                <ns1:gd name="T56" fmla="*/ 32 w 72"/>
                <ns1:gd name="T57" fmla="*/ 73 h 73"/>
                <ns1:gd name="T58" fmla="*/ 37 w 72"/>
                <ns1:gd name="T59" fmla="*/ 73 h 73"/>
                <ns1:gd name="T60" fmla="*/ 41 w 72"/>
                <ns1:gd name="T61" fmla="*/ 72 h 73"/>
                <ns1:gd name="T62" fmla="*/ 44 w 72"/>
                <ns1:gd name="T63" fmla="*/ 63 h 73"/>
                <ns1:gd name="T64" fmla="*/ 50 w 72"/>
                <ns1:gd name="T65" fmla="*/ 61 h 73"/>
                <ns1:gd name="T66" fmla="*/ 59 w 72"/>
                <ns1:gd name="T67" fmla="*/ 65 h 73"/>
                <ns1:gd name="T68" fmla="*/ 65 w 72"/>
                <ns1:gd name="T69" fmla="*/ 58 h 73"/>
                <ns1:gd name="T70" fmla="*/ 61 w 72"/>
                <ns1:gd name="T71" fmla="*/ 50 h 73"/>
                <ns1:gd name="T72" fmla="*/ 63 w 72"/>
                <ns1:gd name="T73" fmla="*/ 44 h 73"/>
                <ns1:gd name="T74" fmla="*/ 36 w 72"/>
                <ns1:gd name="T75" fmla="*/ 49 h 73"/>
                <ns1:gd name="T76" fmla="*/ 23 w 72"/>
                <ns1:gd name="T77" fmla="*/ 37 h 73"/>
                <ns1:gd name="T78" fmla="*/ 36 w 72"/>
                <ns1:gd name="T79" fmla="*/ 24 h 73"/>
                <ns1:gd name="T80" fmla="*/ 49 w 72"/>
                <ns1:gd name="T81" fmla="*/ 36 h 73"/>
                <ns1:gd name="T82" fmla="*/ 36 w 72"/>
                <ns1:gd name="T83" fmla="*/ 49 h 73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  <ns1:cxn ang="0">
                  <ns1:pos x="T14" y="T15"/>
                </ns1:cxn>
                <ns1:cxn ang="0">
                  <ns1:pos x="T16" y="T17"/>
                </ns1:cxn>
                <ns1:cxn ang="0">
                  <ns1:pos x="T18" y="T19"/>
                </ns1:cxn>
                <ns1:cxn ang="0">
                  <ns1:pos x="T20" y="T21"/>
                </ns1:cxn>
                <ns1:cxn ang="0">
                  <ns1:pos x="T22" y="T23"/>
                </ns1:cxn>
                <ns1:cxn ang="0">
                  <ns1:pos x="T24" y="T25"/>
                </ns1:cxn>
                <ns1:cxn ang="0">
                  <ns1:pos x="T26" y="T27"/>
                </ns1:cxn>
                <ns1:cxn ang="0">
                  <ns1:pos x="T28" y="T29"/>
                </ns1:cxn>
                <ns1:cxn ang="0">
                  <ns1:pos x="T30" y="T31"/>
                </ns1:cxn>
                <ns1:cxn ang="0">
                  <ns1:pos x="T32" y="T33"/>
                </ns1:cxn>
                <ns1:cxn ang="0">
                  <ns1:pos x="T34" y="T35"/>
                </ns1:cxn>
                <ns1:cxn ang="0">
                  <ns1:pos x="T36" y="T37"/>
                </ns1:cxn>
                <ns1:cxn ang="0">
                  <ns1:pos x="T38" y="T39"/>
                </ns1:cxn>
                <ns1:cxn ang="0">
                  <ns1:pos x="T40" y="T41"/>
                </ns1:cxn>
                <ns1:cxn ang="0">
                  <ns1:pos x="T42" y="T43"/>
                </ns1:cxn>
                <ns1:cxn ang="0">
                  <ns1:pos x="T44" y="T45"/>
                </ns1:cxn>
                <ns1:cxn ang="0">
                  <ns1:pos x="T46" y="T47"/>
                </ns1:cxn>
                <ns1:cxn ang="0">
                  <ns1:pos x="T48" y="T49"/>
                </ns1:cxn>
                <ns1:cxn ang="0">
                  <ns1:pos x="T50" y="T51"/>
                </ns1:cxn>
                <ns1:cxn ang="0">
                  <ns1:pos x="T52" y="T53"/>
                </ns1:cxn>
                <ns1:cxn ang="0">
                  <ns1:pos x="T54" y="T55"/>
                </ns1:cxn>
                <ns1:cxn ang="0">
                  <ns1:pos x="T56" y="T57"/>
                </ns1:cxn>
                <ns1:cxn ang="0">
                  <ns1:pos x="T58" y="T59"/>
                </ns1:cxn>
                <ns1:cxn ang="0">
                  <ns1:pos x="T60" y="T61"/>
                </ns1:cxn>
                <ns1:cxn ang="0">
                  <ns1:pos x="T62" y="T63"/>
                </ns1:cxn>
                <ns1:cxn ang="0">
                  <ns1:pos x="T64" y="T65"/>
                </ns1:cxn>
                <ns1:cxn ang="0">
                  <ns1:pos x="T66" y="T67"/>
                </ns1:cxn>
                <ns1:cxn ang="0">
                  <ns1:pos x="T68" y="T69"/>
                </ns1:cxn>
                <ns1:cxn ang="0">
                  <ns1:pos x="T70" y="T71"/>
                </ns1:cxn>
                <ns1:cxn ang="0">
                  <ns1:pos x="T72" y="T73"/>
                </ns1:cxn>
                <ns1:cxn ang="0">
                  <ns1:pos x="T74" y="T75"/>
                </ns1:cxn>
                <ns1:cxn ang="0">
                  <ns1:pos x="T76" y="T77"/>
                </ns1:cxn>
                <ns1:cxn ang="0">
                  <ns1:pos x="T78" y="T79"/>
                </ns1:cxn>
                <ns1:cxn ang="0">
                  <ns1:pos x="T80" y="T81"/>
                </ns1:cxn>
                <ns1:cxn ang="0">
                  <ns1:pos x="T82" y="T83"/>
                </ns1:cxn>
              </ns1:cxnLst>
              <ns1:rect l="0" t="0" r="r" b="b"/>
              <ns1:pathLst>
                <ns1:path w="72" h="73">
                  <ns1:moveTo>
                    <ns1:pt x="63" y="44"/>
                  </ns1:moveTo>
                  <ns1:cubicBezTo>
                    <ns1:pt x="72" y="41"/>
                    <ns1:pt x="72" y="41"/>
                    <ns1:pt x="72" y="41"/>
                  </ns1:cubicBezTo>
                  <ns1:cubicBezTo>
                    <ns1:pt x="72" y="39"/>
                    <ns1:pt x="72" y="37"/>
                    <ns1:pt x="72" y="36"/>
                  </ns1:cubicBezTo>
                  <ns1:cubicBezTo>
                    <ns1:pt x="72" y="34"/>
                    <ns1:pt x="72" y="33"/>
                    <ns1:pt x="72" y="31"/>
                  </ns1:cubicBezTo>
                  <ns1:cubicBezTo>
                    <ns1:pt x="63" y="28"/>
                    <ns1:pt x="63" y="28"/>
                    <ns1:pt x="63" y="28"/>
                  </ns1:cubicBezTo>
                  <ns1:cubicBezTo>
                    <ns1:pt x="62" y="26"/>
                    <ns1:pt x="61" y="24"/>
                    <ns1:pt x="60" y="23"/>
                  </ns1:cubicBezTo>
                  <ns1:cubicBezTo>
                    <ns1:pt x="64" y="14"/>
                    <ns1:pt x="64" y="14"/>
                    <ns1:pt x="64" y="14"/>
                  </ns1:cubicBezTo>
                  <ns1:cubicBezTo>
                    <ns1:pt x="62" y="12"/>
                    <ns1:pt x="60" y="9"/>
                    <ns1:pt x="58" y="8"/>
                  </ns1:cubicBezTo>
                  <ns1:cubicBezTo>
                    <ns1:pt x="49" y="12"/>
                    <ns1:pt x="49" y="12"/>
                    <ns1:pt x="49" y="12"/>
                  </ns1:cubicBezTo>
                  <ns1:cubicBezTo>
                    <ns1:pt x="47" y="11"/>
                    <ns1:pt x="45" y="10"/>
                    <ns1:pt x="43" y="10"/>
                  </ns1:cubicBezTo>
                  <ns1:cubicBezTo>
                    <ns1:pt x="40" y="1"/>
                    <ns1:pt x="40" y="1"/>
                    <ns1:pt x="40" y="1"/>
                  </ns1:cubicBezTo>
                  <ns1:cubicBezTo>
                    <ns1:pt x="38" y="0"/>
                    <ns1:pt x="37" y="0"/>
                    <ns1:pt x="35" y="0"/>
                  </ns1:cubicBezTo>
                  <ns1:cubicBezTo>
                    <ns1:pt x="34" y="0"/>
                    <ns1:pt x="32" y="1"/>
                    <ns1:pt x="31" y="1"/>
                  </ns1:cubicBezTo>
                  <ns1:cubicBezTo>
                    <ns1:pt x="28" y="10"/>
                    <ns1:pt x="28" y="10"/>
                    <ns1:pt x="28" y="10"/>
                  </ns1:cubicBezTo>
                  <ns1:cubicBezTo>
                    <ns1:pt x="26" y="10"/>
                    <ns1:pt x="24" y="11"/>
                    <ns1:pt x="22" y="12"/>
                  </ns1:cubicBezTo>
                  <ns1:cubicBezTo>
                    <ns1:pt x="13" y="8"/>
                    <ns1:pt x="13" y="8"/>
                    <ns1:pt x="13" y="8"/>
                  </ns1:cubicBezTo>
                  <ns1:cubicBezTo>
                    <ns1:pt x="11" y="10"/>
                    <ns1:pt x="9" y="13"/>
                    <ns1:pt x="7" y="15"/>
                  </ns1:cubicBezTo>
                  <ns1:cubicBezTo>
                    <ns1:pt x="11" y="24"/>
                    <ns1:pt x="11" y="24"/>
                    <ns1:pt x="11" y="24"/>
                  </ns1:cubicBezTo>
                  <ns1:cubicBezTo>
                    <ns1:pt x="10" y="25"/>
                    <ns1:pt x="10" y="27"/>
                    <ns1:pt x="9" y="29"/>
                  </ns1:cubicBezTo>
                  <ns1:cubicBezTo>
                    <ns1:pt x="0" y="33"/>
                    <ns1:pt x="0" y="33"/>
                    <ns1:pt x="0" y="33"/>
                  </ns1:cubicBezTo>
                  <ns1:cubicBezTo>
                    <ns1:pt x="0" y="34"/>
                    <ns1:pt x="0" y="36"/>
                    <ns1:pt x="0" y="37"/>
                  </ns1:cubicBezTo>
                  <ns1:cubicBezTo>
                    <ns1:pt x="0" y="39"/>
                    <ns1:pt x="0" y="41"/>
                    <ns1:pt x="0" y="42"/>
                  </ns1:cubicBezTo>
                  <ns1:cubicBezTo>
                    <ns1:pt x="9" y="45"/>
                    <ns1:pt x="9" y="45"/>
                    <ns1:pt x="9" y="45"/>
                  </ns1:cubicBezTo>
                  <ns1:cubicBezTo>
                    <ns1:pt x="10" y="47"/>
                    <ns1:pt x="11" y="49"/>
                    <ns1:pt x="12" y="51"/>
                  </ns1:cubicBezTo>
                  <ns1:cubicBezTo>
                    <ns1:pt x="8" y="59"/>
                    <ns1:pt x="8" y="59"/>
                    <ns1:pt x="8" y="59"/>
                  </ns1:cubicBezTo>
                  <ns1:cubicBezTo>
                    <ns1:pt x="10" y="62"/>
                    <ns1:pt x="12" y="64"/>
                    <ns1:pt x="15" y="66"/>
                  </ns1:cubicBezTo>
                  <ns1:cubicBezTo>
                    <ns1:pt x="23" y="62"/>
                    <ns1:pt x="23" y="62"/>
                    <ns1:pt x="23" y="62"/>
                  </ns1:cubicBezTo>
                  <ns1:cubicBezTo>
                    <ns1:pt x="25" y="62"/>
                    <ns1:pt x="27" y="63"/>
                    <ns1:pt x="29" y="64"/>
                  </ns1:cubicBezTo>
                  <ns1:cubicBezTo>
                    <ns1:pt x="32" y="73"/>
                    <ns1:pt x="32" y="73"/>
                    <ns1:pt x="32" y="73"/>
                  </ns1:cubicBezTo>
                  <ns1:cubicBezTo>
                    <ns1:pt x="34" y="73"/>
                    <ns1:pt x="35" y="73"/>
                    <ns1:pt x="37" y="73"/>
                  </ns1:cubicBezTo>
                  <ns1:cubicBezTo>
                    <ns1:pt x="38" y="73"/>
                    <ns1:pt x="40" y="73"/>
                    <ns1:pt x="41" y="72"/>
                  </ns1:cubicBezTo>
                  <ns1:cubicBezTo>
                    <ns1:pt x="44" y="63"/>
                    <ns1:pt x="44" y="63"/>
                    <ns1:pt x="44" y="63"/>
                  </ns1:cubicBezTo>
                  <ns1:cubicBezTo>
                    <ns1:pt x="46" y="63"/>
                    <ns1:pt x="48" y="62"/>
                    <ns1:pt x="50" y="61"/>
                  </ns1:cubicBezTo>
                  <ns1:cubicBezTo>
                    <ns1:pt x="59" y="65"/>
                    <ns1:pt x="59" y="65"/>
                    <ns1:pt x="59" y="65"/>
                  </ns1:cubicBezTo>
                  <ns1:cubicBezTo>
                    <ns1:pt x="61" y="63"/>
                    <ns1:pt x="63" y="61"/>
                    <ns1:pt x="65" y="58"/>
                  </ns1:cubicBezTo>
                  <ns1:cubicBezTo>
                    <ns1:pt x="61" y="50"/>
                    <ns1:pt x="61" y="50"/>
                    <ns1:pt x="61" y="50"/>
                  </ns1:cubicBezTo>
                  <ns1:cubicBezTo>
                    <ns1:pt x="62" y="48"/>
                    <ns1:pt x="63" y="46"/>
                    <ns1:pt x="63" y="44"/>
                  </ns1:cubicBezTo>
                  <ns1:close/>
                  <ns1:moveTo>
                    <ns1:pt x="36" y="49"/>
                  </ns1:moveTo>
                  <ns1:cubicBezTo>
                    <ns1:pt x="29" y="49"/>
                    <ns1:pt x="24" y="44"/>
                    <ns1:pt x="23" y="37"/>
                  </ns1:cubicBezTo>
                  <ns1:cubicBezTo>
                    <ns1:pt x="23" y="30"/>
                    <ns1:pt x="29" y="24"/>
                    <ns1:pt x="36" y="24"/>
                  </ns1:cubicBezTo>
                  <ns1:cubicBezTo>
                    <ns1:pt x="43" y="24"/>
                    <ns1:pt x="49" y="29"/>
                    <ns1:pt x="49" y="36"/>
                  </ns1:cubicBezTo>
                  <ns1:cubicBezTo>
                    <ns1:pt x="49" y="43"/>
                    <ns1:pt x="43" y="49"/>
                    <ns1:pt x="36" y="49"/>
                  </ns1:cubicBezTo>
                  <ns1:close/>
                </ns1:path>
              </ns1:pathLst>
            </ns1:custGeom>
            <ns1:grpFill/>
            <ns1:ln>
              <ns1:noFill/>
            </ns1:ln>
            <ns1:extLst>
              <ns1:ext uri="{91240B29-F687-4F45-9708-019B960494DF}">
                <ns2:hiddenLine w="9525">
                  <ns1:solidFill>
                    <ns1:srgbClr val="000000"/>
                  </ns1:solidFill>
                  <ns1:round/>
                  <ns1:headEnd/>
                  <ns1:tailEnd/>
                </ns2:hiddenLine>
              </ns1:ext>
            </ns1:extLst>
          </ns0:spPr>
          <ns0:txBody>
            <ns1:bodyPr vert="horz" wrap="square" lIns="91440" tIns="45720" rIns="91440" bIns="45720" numCol="1" anchor="t" anchorCtr="0" compatLnSpc="1">
              <ns1:prstTxWarp prst="textNoShape">
                <ns1:avLst/>
              </ns1:prstTxWarp>
            </ns1:bodyPr>
            <ns1:lstStyle/>
            <ns1:p>
              <ns1:endParaRPr lang="id-ID" sz="2700"/>
            </ns1:p>
          </ns0:txBody>
        </ns0:sp>
      </ns0:grpSp>
      <ns0:grpSp>
        <ns0:nvGrpSpPr>
          <ns0:cNvPr id="246" name="Group 245"/>
          <ns0:cNvGrpSpPr/>
          <ns0:nvPr/>
        </ns0:nvGrpSpPr>
        <ns0:grpSpPr>
          <ns1:xfrm>
            <ns1:off x="9278646" y="4572106"/>
            <ns1:ext cx="360892" cy="429141"/>
            <ns1:chOff x="4922838" y="1303338"/>
            <ns1:chExt cx="554037" cy="658812"/>
          </ns1:xfrm>
          <ns1:solidFill>
            <ns1:schemeClr val="tx1"/>
          </ns1:solidFill>
        </ns0:grpSpPr>
        <ns0:sp>
          <ns0:nvSpPr>
            <ns0:cNvPr id="247" name="Freeform 5"/>
            <ns0:cNvSpPr>
              <ns1:spLocks/>
            </ns0:cNvSpPr>
            <ns0:nvPr/>
          </ns0:nvSpPr>
          <ns0:spPr bwMode="auto">
            <ns1:xfrm>
              <ns1:off x="4922838" y="1751013"/>
              <ns1:ext cx="554037" cy="211137"/>
            </ns1:xfrm>
            <ns1:custGeom>
              <ns1:avLst/>
              <ns1:gdLst>
                <ns1:gd name="T0" fmla="*/ 164 w 183"/>
                <ns1:gd name="T1" fmla="*/ 0 h 70"/>
                <ns1:gd name="T2" fmla="*/ 19 w 183"/>
                <ns1:gd name="T3" fmla="*/ 0 h 70"/>
                <ns1:gd name="T4" fmla="*/ 0 w 183"/>
                <ns1:gd name="T5" fmla="*/ 19 h 70"/>
                <ns1:gd name="T6" fmla="*/ 0 w 183"/>
                <ns1:gd name="T7" fmla="*/ 50 h 70"/>
                <ns1:gd name="T8" fmla="*/ 19 w 183"/>
                <ns1:gd name="T9" fmla="*/ 70 h 70"/>
                <ns1:gd name="T10" fmla="*/ 164 w 183"/>
                <ns1:gd name="T11" fmla="*/ 70 h 70"/>
                <ns1:gd name="T12" fmla="*/ 183 w 183"/>
                <ns1:gd name="T13" fmla="*/ 50 h 70"/>
                <ns1:gd name="T14" fmla="*/ 183 w 183"/>
                <ns1:gd name="T15" fmla="*/ 19 h 70"/>
                <ns1:gd name="T16" fmla="*/ 164 w 183"/>
                <ns1:gd name="T17" fmla="*/ 0 h 70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  <ns1:cxn ang="0">
                  <ns1:pos x="T14" y="T15"/>
                </ns1:cxn>
                <ns1:cxn ang="0">
                  <ns1:pos x="T16" y="T17"/>
                </ns1:cxn>
              </ns1:cxnLst>
              <ns1:rect l="0" t="0" r="r" b="b"/>
              <ns1:pathLst>
                <ns1:path w="183" h="70">
                  <ns1:moveTo>
                    <ns1:pt x="164" y="0"/>
                  </ns1:moveTo>
                  <ns1:cubicBezTo>
                    <ns1:pt x="19" y="0"/>
                    <ns1:pt x="19" y="0"/>
                    <ns1:pt x="19" y="0"/>
                  </ns1:cubicBezTo>
                  <ns1:cubicBezTo>
                    <ns1:pt x="8" y="0"/>
                    <ns1:pt x="0" y="9"/>
                    <ns1:pt x="0" y="19"/>
                  </ns1:cubicBezTo>
                  <ns1:cubicBezTo>
                    <ns1:pt x="0" y="50"/>
                    <ns1:pt x="0" y="50"/>
                    <ns1:pt x="0" y="50"/>
                  </ns1:cubicBezTo>
                  <ns1:cubicBezTo>
                    <ns1:pt x="0" y="61"/>
                    <ns1:pt x="8" y="70"/>
                    <ns1:pt x="19" y="70"/>
                  </ns1:cubicBezTo>
                  <ns1:cubicBezTo>
                    <ns1:pt x="164" y="70"/>
                    <ns1:pt x="164" y="70"/>
                    <ns1:pt x="164" y="70"/>
                  </ns1:cubicBezTo>
                  <ns1:cubicBezTo>
                    <ns1:pt x="175" y="70"/>
                    <ns1:pt x="183" y="61"/>
                    <ns1:pt x="183" y="50"/>
                  </ns1:cubicBezTo>
                  <ns1:cubicBezTo>
                    <ns1:pt x="183" y="19"/>
                    <ns1:pt x="183" y="19"/>
                    <ns1:pt x="183" y="19"/>
                  </ns1:cubicBezTo>
                  <ns1:cubicBezTo>
                    <ns1:pt x="183" y="9"/>
                    <ns1:pt x="175" y="0"/>
                    <ns1:pt x="164" y="0"/>
                  </ns1:cubicBezTo>
                  <ns1:close/>
                </ns1:path>
              </ns1:pathLst>
            </ns1:custGeom>
            <ns1:grpFill/>
            <ns1:ln>
              <ns1:noFill/>
            </ns1:ln>
            <ns1:extLst>
              <ns1:ext uri="{91240B29-F687-4F45-9708-019B960494DF}">
                <ns2:hiddenLine w="9525">
                  <ns1:solidFill>
                    <ns1:srgbClr val="000000"/>
                  </ns1:solidFill>
                  <ns1:round/>
                  <ns1:headEnd/>
                  <ns1:tailEnd/>
                </ns2:hiddenLine>
              </ns1:ext>
            </ns1:extLst>
          </ns0:spPr>
          <ns0:txBody>
            <ns1:bodyPr vert="horz" wrap="square" lIns="91440" tIns="45720" rIns="91440" bIns="45720" numCol="1" anchor="t" anchorCtr="0" compatLnSpc="1">
              <ns1:prstTxWarp prst="textNoShape">
                <ns1:avLst/>
              </ns1:prstTxWarp>
            </ns1:bodyPr>
            <ns1:lstStyle/>
            <ns1:p>
              <ns1:endParaRPr lang="id-ID" sz="2700"/>
            </ns1:p>
          </ns0:txBody>
        </ns0:sp>
        <ns0:sp>
          <ns0:nvSpPr>
            <ns0:cNvPr id="248" name="Freeform 6"/>
            <ns0:cNvSpPr>
              <ns1:spLocks noEditPoints="1"/>
            </ns0:cNvSpPr>
            <ns0:nvPr/>
          </ns0:nvSpPr>
          <ns0:spPr bwMode="auto">
            <ns1:xfrm>
              <ns1:off x="5103813" y="1303338"/>
              <ns1:ext cx="190500" cy="190500"/>
            </ns1:xfrm>
            <ns1:custGeom>
              <ns1:avLst/>
              <ns1:gdLst>
                <ns1:gd name="T0" fmla="*/ 32 w 63"/>
                <ns1:gd name="T1" fmla="*/ 63 h 63"/>
                <ns1:gd name="T2" fmla="*/ 63 w 63"/>
                <ns1:gd name="T3" fmla="*/ 32 h 63"/>
                <ns1:gd name="T4" fmla="*/ 32 w 63"/>
                <ns1:gd name="T5" fmla="*/ 0 h 63"/>
                <ns1:gd name="T6" fmla="*/ 0 w 63"/>
                <ns1:gd name="T7" fmla="*/ 32 h 63"/>
                <ns1:gd name="T8" fmla="*/ 32 w 63"/>
                <ns1:gd name="T9" fmla="*/ 63 h 63"/>
                <ns1:gd name="T10" fmla="*/ 29 w 63"/>
                <ns1:gd name="T11" fmla="*/ 9 h 63"/>
                <ns1:gd name="T12" fmla="*/ 34 w 63"/>
                <ns1:gd name="T13" fmla="*/ 13 h 63"/>
                <ns1:gd name="T14" fmla="*/ 29 w 63"/>
                <ns1:gd name="T15" fmla="*/ 18 h 63"/>
                <ns1:gd name="T16" fmla="*/ 18 w 63"/>
                <ns1:gd name="T17" fmla="*/ 29 h 63"/>
                <ns1:gd name="T18" fmla="*/ 13 w 63"/>
                <ns1:gd name="T19" fmla="*/ 34 h 63"/>
                <ns1:gd name="T20" fmla="*/ 8 w 63"/>
                <ns1:gd name="T21" fmla="*/ 29 h 63"/>
                <ns1:gd name="T22" fmla="*/ 29 w 63"/>
                <ns1:gd name="T23" fmla="*/ 9 h 63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  <ns1:cxn ang="0">
                  <ns1:pos x="T14" y="T15"/>
                </ns1:cxn>
                <ns1:cxn ang="0">
                  <ns1:pos x="T16" y="T17"/>
                </ns1:cxn>
                <ns1:cxn ang="0">
                  <ns1:pos x="T18" y="T19"/>
                </ns1:cxn>
                <ns1:cxn ang="0">
                  <ns1:pos x="T20" y="T21"/>
                </ns1:cxn>
                <ns1:cxn ang="0">
                  <ns1:pos x="T22" y="T23"/>
                </ns1:cxn>
              </ns1:cxnLst>
              <ns1:rect l="0" t="0" r="r" b="b"/>
              <ns1:pathLst>
                <ns1:path w="63" h="63">
                  <ns1:moveTo>
                    <ns1:pt x="32" y="63"/>
                  </ns1:moveTo>
                  <ns1:cubicBezTo>
                    <ns1:pt x="49" y="63"/>
                    <ns1:pt x="63" y="49"/>
                    <ns1:pt x="63" y="32"/>
                  </ns1:cubicBezTo>
                  <ns1:cubicBezTo>
                    <ns1:pt x="63" y="14"/>
                    <ns1:pt x="49" y="0"/>
                    <ns1:pt x="32" y="0"/>
                  </ns1:cubicBezTo>
                  <ns1:cubicBezTo>
                    <ns1:pt x="14" y="0"/>
                    <ns1:pt x="0" y="14"/>
                    <ns1:pt x="0" y="32"/>
                  </ns1:cubicBezTo>
                  <ns1:cubicBezTo>
                    <ns1:pt x="0" y="49"/>
                    <ns1:pt x="14" y="63"/>
                    <ns1:pt x="32" y="63"/>
                  </ns1:cubicBezTo>
                  <ns1:close/>
                  <ns1:moveTo>
                    <ns1:pt x="29" y="9"/>
                  </ns1:moveTo>
                  <ns1:cubicBezTo>
                    <ns1:pt x="31" y="9"/>
                    <ns1:pt x="34" y="11"/>
                    <ns1:pt x="34" y="13"/>
                  </ns1:cubicBezTo>
                  <ns1:cubicBezTo>
                    <ns1:pt x="34" y="16"/>
                    <ns1:pt x="31" y="18"/>
                    <ns1:pt x="29" y="18"/>
                  </ns1:cubicBezTo>
                  <ns1:cubicBezTo>
                    <ns1:pt x="23" y="18"/>
                    <ns1:pt x="18" y="23"/>
                    <ns1:pt x="18" y="29"/>
                  </ns1:cubicBezTo>
                  <ns1:cubicBezTo>
                    <ns1:pt x="18" y="32"/>
                    <ns1:pt x="16" y="34"/>
                    <ns1:pt x="13" y="34"/>
                  </ns1:cubicBezTo>
                  <ns1:cubicBezTo>
                    <ns1:pt x="10" y="34"/>
                    <ns1:pt x="8" y="32"/>
                    <ns1:pt x="8" y="29"/>
                  </ns1:cubicBezTo>
                  <ns1:cubicBezTo>
                    <ns1:pt x="8" y="18"/>
                    <ns1:pt x="18" y="9"/>
                    <ns1:pt x="29" y="9"/>
                  </ns1:cubicBezTo>
                  <ns1:close/>
                </ns1:path>
              </ns1:pathLst>
            </ns1:custGeom>
            <ns1:grpFill/>
            <ns1:ln>
              <ns1:noFill/>
            </ns1:ln>
            <ns1:extLst>
              <ns1:ext uri="{91240B29-F687-4F45-9708-019B960494DF}">
                <ns2:hiddenLine w="9525">
                  <ns1:solidFill>
                    <ns1:srgbClr val="000000"/>
                  </ns1:solidFill>
                  <ns1:round/>
                  <ns1:headEnd/>
                  <ns1:tailEnd/>
                </ns2:hiddenLine>
              </ns1:ext>
            </ns1:extLst>
          </ns0:spPr>
          <ns0:txBody>
            <ns1:bodyPr vert="horz" wrap="square" lIns="91440" tIns="45720" rIns="91440" bIns="45720" numCol="1" anchor="t" anchorCtr="0" compatLnSpc="1">
              <ns1:prstTxWarp prst="textNoShape">
                <ns1:avLst/>
              </ns1:prstTxWarp>
            </ns1:bodyPr>
            <ns1:lstStyle/>
            <ns1:p>
              <ns1:endParaRPr lang="id-ID" sz="2700"/>
            </ns1:p>
          </ns0:txBody>
        </ns0:sp>
        <ns0:sp>
          <ns0:nvSpPr>
            <ns0:cNvPr id="249" name="Freeform 7"/>
            <ns0:cNvSpPr>
              <ns1:spLocks/>
            </ns0:cNvSpPr>
            <ns0:nvPr/>
          </ns0:nvSpPr>
          <ns0:spPr bwMode="auto">
            <ns1:xfrm>
              <ns1:off x="5073650" y="1514475"/>
              <ns1:ext cx="252412" cy="209550"/>
            </ns1:xfrm>
            <ns1:custGeom>
              <ns1:avLst/>
              <ns1:gdLst>
                <ns1:gd name="T0" fmla="*/ 11 w 83"/>
                <ns1:gd name="T1" fmla="*/ 69 h 69"/>
                <ns1:gd name="T2" fmla="*/ 72 w 83"/>
                <ns1:gd name="T3" fmla="*/ 69 h 69"/>
                <ns1:gd name="T4" fmla="*/ 83 w 83"/>
                <ns1:gd name="T5" fmla="*/ 58 h 69"/>
                <ns1:gd name="T6" fmla="*/ 72 w 83"/>
                <ns1:gd name="T7" fmla="*/ 47 h 69"/>
                <ns1:gd name="T8" fmla="*/ 71 w 83"/>
                <ns1:gd name="T9" fmla="*/ 47 h 69"/>
                <ns1:gd name="T10" fmla="*/ 72 w 83"/>
                <ns1:gd name="T11" fmla="*/ 42 h 69"/>
                <ns1:gd name="T12" fmla="*/ 62 w 83"/>
                <ns1:gd name="T13" fmla="*/ 32 h 69"/>
                <ns1:gd name="T14" fmla="*/ 53 w 83"/>
                <ns1:gd name="T15" fmla="*/ 32 h 69"/>
                <ns1:gd name="T16" fmla="*/ 53 w 83"/>
                <ns1:gd name="T17" fmla="*/ 0 h 69"/>
                <ns1:gd name="T18" fmla="*/ 30 w 83"/>
                <ns1:gd name="T19" fmla="*/ 0 h 69"/>
                <ns1:gd name="T20" fmla="*/ 30 w 83"/>
                <ns1:gd name="T21" fmla="*/ 32 h 69"/>
                <ns1:gd name="T22" fmla="*/ 21 w 83"/>
                <ns1:gd name="T23" fmla="*/ 32 h 69"/>
                <ns1:gd name="T24" fmla="*/ 11 w 83"/>
                <ns1:gd name="T25" fmla="*/ 42 h 69"/>
                <ns1:gd name="T26" fmla="*/ 12 w 83"/>
                <ns1:gd name="T27" fmla="*/ 47 h 69"/>
                <ns1:gd name="T28" fmla="*/ 11 w 83"/>
                <ns1:gd name="T29" fmla="*/ 47 h 69"/>
                <ns1:gd name="T30" fmla="*/ 0 w 83"/>
                <ns1:gd name="T31" fmla="*/ 58 h 69"/>
                <ns1:gd name="T32" fmla="*/ 11 w 83"/>
                <ns1:gd name="T33" fmla="*/ 69 h 69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  <ns1:cxn ang="0">
                  <ns1:pos x="T14" y="T15"/>
                </ns1:cxn>
                <ns1:cxn ang="0">
                  <ns1:pos x="T16" y="T17"/>
                </ns1:cxn>
                <ns1:cxn ang="0">
                  <ns1:pos x="T18" y="T19"/>
                </ns1:cxn>
                <ns1:cxn ang="0">
                  <ns1:pos x="T20" y="T21"/>
                </ns1:cxn>
                <ns1:cxn ang="0">
                  <ns1:pos x="T22" y="T23"/>
                </ns1:cxn>
                <ns1:cxn ang="0">
                  <ns1:pos x="T24" y="T25"/>
                </ns1:cxn>
                <ns1:cxn ang="0">
                  <ns1:pos x="T26" y="T27"/>
                </ns1:cxn>
                <ns1:cxn ang="0">
                  <ns1:pos x="T28" y="T29"/>
                </ns1:cxn>
                <ns1:cxn ang="0">
                  <ns1:pos x="T30" y="T31"/>
                </ns1:cxn>
                <ns1:cxn ang="0">
                  <ns1:pos x="T32" y="T33"/>
                </ns1:cxn>
              </ns1:cxnLst>
              <ns1:rect l="0" t="0" r="r" b="b"/>
              <ns1:pathLst>
                <ns1:path w="83" h="69">
                  <ns1:moveTo>
                    <ns1:pt x="11" y="69"/>
                  </ns1:moveTo>
                  <ns1:cubicBezTo>
                    <ns1:pt x="72" y="69"/>
                    <ns1:pt x="72" y="69"/>
                    <ns1:pt x="72" y="69"/>
                  </ns1:cubicBezTo>
                  <ns1:cubicBezTo>
                    <ns1:pt x="78" y="69"/>
                    <ns1:pt x="83" y="64"/>
                    <ns1:pt x="83" y="58"/>
                  </ns1:cubicBezTo>
                  <ns1:cubicBezTo>
                    <ns1:pt x="83" y="52"/>
                    <ns1:pt x="78" y="47"/>
                    <ns1:pt x="72" y="47"/>
                  </ns1:cubicBezTo>
                  <ns1:cubicBezTo>
                    <ns1:pt x="71" y="47"/>
                    <ns1:pt x="71" y="47"/>
                    <ns1:pt x="71" y="47"/>
                  </ns1:cubicBezTo>
                  <ns1:cubicBezTo>
                    <ns1:pt x="72" y="46"/>
                    <ns1:pt x="72" y="44"/>
                    <ns1:pt x="72" y="42"/>
                  </ns1:cubicBezTo>
                  <ns1:cubicBezTo>
                    <ns1:pt x="72" y="37"/>
                    <ns1:pt x="68" y="32"/>
                    <ns1:pt x="62" y="32"/>
                  </ns1:cubicBezTo>
                  <ns1:cubicBezTo>
                    <ns1:pt x="53" y="32"/>
                    <ns1:pt x="53" y="32"/>
                    <ns1:pt x="53" y="32"/>
                  </ns1:cubicBezTo>
                  <ns1:cubicBezTo>
                    <ns1:pt x="53" y="0"/>
                    <ns1:pt x="53" y="0"/>
                    <ns1:pt x="53" y="0"/>
                  </ns1:cubicBezTo>
                  <ns1:cubicBezTo>
                    <ns1:pt x="30" y="0"/>
                    <ns1:pt x="30" y="0"/>
                    <ns1:pt x="30" y="0"/>
                  </ns1:cubicBezTo>
                  <ns1:cubicBezTo>
                    <ns1:pt x="30" y="32"/>
                    <ns1:pt x="30" y="32"/>
                    <ns1:pt x="30" y="32"/>
                  </ns1:cubicBezTo>
                  <ns1:cubicBezTo>
                    <ns1:pt x="21" y="32"/>
                    <ns1:pt x="21" y="32"/>
                    <ns1:pt x="21" y="32"/>
                  </ns1:cubicBezTo>
                  <ns1:cubicBezTo>
                    <ns1:pt x="15" y="32"/>
                    <ns1:pt x="11" y="37"/>
                    <ns1:pt x="11" y="42"/>
                  </ns1:cubicBezTo>
                  <ns1:cubicBezTo>
                    <ns1:pt x="11" y="44"/>
                    <ns1:pt x="12" y="46"/>
                    <ns1:pt x="12" y="47"/>
                  </ns1:cubicBezTo>
                  <ns1:cubicBezTo>
                    <ns1:pt x="11" y="47"/>
                    <ns1:pt x="11" y="47"/>
                    <ns1:pt x="11" y="47"/>
                  </ns1:cubicBezTo>
                  <ns1:cubicBezTo>
                    <ns1:pt x="5" y="47"/>
                    <ns1:pt x="0" y="52"/>
                    <ns1:pt x="0" y="58"/>
                  </ns1:cubicBezTo>
                  <ns1:cubicBezTo>
                    <ns1:pt x="0" y="64"/>
                    <ns1:pt x="5" y="69"/>
                    <ns1:pt x="11" y="69"/>
                  </ns1:cubicBezTo>
                  <ns1:close/>
                </ns1:path>
              </ns1:pathLst>
            </ns1:custGeom>
            <ns1:grpFill/>
            <ns1:ln>
              <ns1:noFill/>
            </ns1:ln>
            <ns1:extLst>
              <ns1:ext uri="{91240B29-F687-4F45-9708-019B960494DF}">
                <ns2:hiddenLine w="9525">
                  <ns1:solidFill>
                    <ns1:srgbClr val="000000"/>
                  </ns1:solidFill>
                  <ns1:round/>
                  <ns1:headEnd/>
                  <ns1:tailEnd/>
                </ns2:hiddenLine>
              </ns1:ext>
            </ns1:extLst>
          </ns0:spPr>
          <ns0:txBody>
            <ns1:bodyPr vert="horz" wrap="square" lIns="91440" tIns="45720" rIns="91440" bIns="45720" numCol="1" anchor="t" anchorCtr="0" compatLnSpc="1">
              <ns1:prstTxWarp prst="textNoShape">
                <ns1:avLst/>
              </ns1:prstTxWarp>
            </ns1:bodyPr>
            <ns1:lstStyle/>
            <ns1:p>
              <ns1:endParaRPr lang="id-ID" sz="2700"/>
            </ns1:p>
          </ns0:txBody>
        </ns0:sp>
      </ns0:grpSp>
      <ns0:grpSp>
        <ns0:nvGrpSpPr>
          <ns0:cNvPr id="250" name="Group 249"/>
          <ns0:cNvGrpSpPr/>
          <ns0:nvPr/>
        </ns0:nvGrpSpPr>
        <ns0:grpSpPr>
          <ns1:xfrm rot="21036247">
            <ns1:off x="11236228" y="4627302"/>
            <ns1:ext cx="502767" cy="318749"/>
            <ns1:chOff x="7726363" y="1603045"/>
            <ns1:chExt cx="876914" cy="555955"/>
          </ns1:xfrm>
          <ns1:solidFill>
            <ns1:schemeClr val="tx1"/>
          </ns1:solidFill>
        </ns0:grpSpPr>
        <ns0:grpSp>
          <ns0:nvGrpSpPr>
            <ns0:cNvPr id="251" name="Group 250"/>
            <ns0:cNvGrpSpPr/>
            <ns0:nvPr/>
          </ns0:nvGrpSpPr>
          <ns0:grpSpPr>
            <ns1:xfrm>
              <ns1:off x="7726363" y="1666875"/>
              <ns1:ext cx="492125" cy="492125"/>
              <ns1:chOff x="7726363" y="1666875"/>
              <ns1:chExt cx="492125" cy="492125"/>
            </ns1:xfrm>
            <ns1:grpFill/>
          </ns0:grpSpPr>
          <ns0:sp>
            <ns0:nvSpPr>
              <ns0:cNvPr id="256" name="Freeform 10"/>
              <ns0:cNvSpPr>
                <ns1:spLocks noEditPoints="1"/>
              </ns0:cNvSpPr>
              <ns0:nvPr/>
            </ns0:nvSpPr>
            <ns0:spPr bwMode="auto">
              <ns1:xfrm>
                <ns1:off x="7726363" y="1666875"/>
                <ns1:ext cx="492125" cy="492125"/>
              </ns1:xfrm>
              <ns1:custGeom>
                <ns1:avLst/>
                <ns1:gdLst>
                  <ns1:gd name="T0" fmla="*/ 109 w 128"/>
                  <ns1:gd name="T1" fmla="*/ 48 h 128"/>
                  <ns1:gd name="T2" fmla="*/ 114 w 128"/>
                  <ns1:gd name="T3" fmla="*/ 33 h 128"/>
                  <ns1:gd name="T4" fmla="*/ 105 w 128"/>
                  <ns1:gd name="T5" fmla="*/ 15 h 128"/>
                  <ns1:gd name="T6" fmla="*/ 95 w 128"/>
                  <ns1:gd name="T7" fmla="*/ 14 h 128"/>
                  <ns1:gd name="T8" fmla="*/ 80 w 128"/>
                  <ns1:gd name="T9" fmla="*/ 19 h 128"/>
                  <ns1:gd name="T10" fmla="*/ 69 w 128"/>
                  <ns1:gd name="T11" fmla="*/ 0 h 128"/>
                  <ns1:gd name="T12" fmla="*/ 51 w 128"/>
                  <ns1:gd name="T13" fmla="*/ 6 h 128"/>
                  <ns1:gd name="T14" fmla="*/ 43 w 128"/>
                  <ns1:gd name="T15" fmla="*/ 21 h 128"/>
                  <ns1:gd name="T16" fmla="*/ 28 w 128"/>
                  <ns1:gd name="T17" fmla="*/ 13 h 128"/>
                  <ns1:gd name="T18" fmla="*/ 15 w 128"/>
                  <ns1:gd name="T19" fmla="*/ 23 h 128"/>
                  <ns1:gd name="T20" fmla="*/ 21 w 128"/>
                  <ns1:gd name="T21" fmla="*/ 43 h 128"/>
                  <ns1:gd name="T22" fmla="*/ 6 w 128"/>
                  <ns1:gd name="T23" fmla="*/ 51 h 128"/>
                  <ns1:gd name="T24" fmla="*/ 0 w 128"/>
                  <ns1:gd name="T25" fmla="*/ 69 h 128"/>
                  <ns1:gd name="T26" fmla="*/ 19 w 128"/>
                  <ns1:gd name="T27" fmla="*/ 80 h 128"/>
                  <ns1:gd name="T28" fmla="*/ 14 w 128"/>
                  <ns1:gd name="T29" fmla="*/ 95 h 128"/>
                  <ns1:gd name="T30" fmla="*/ 23 w 128"/>
                  <ns1:gd name="T31" fmla="*/ 113 h 128"/>
                  <ns1:gd name="T32" fmla="*/ 33 w 128"/>
                  <ns1:gd name="T33" fmla="*/ 114 h 128"/>
                  <ns1:gd name="T34" fmla="*/ 48 w 128"/>
                  <ns1:gd name="T35" fmla="*/ 109 h 128"/>
                  <ns1:gd name="T36" fmla="*/ 59 w 128"/>
                  <ns1:gd name="T37" fmla="*/ 128 h 128"/>
                  <ns1:gd name="T38" fmla="*/ 77 w 128"/>
                  <ns1:gd name="T39" fmla="*/ 122 h 128"/>
                  <ns1:gd name="T40" fmla="*/ 85 w 128"/>
                  <ns1:gd name="T41" fmla="*/ 107 h 128"/>
                  <ns1:gd name="T42" fmla="*/ 100 w 128"/>
                  <ns1:gd name="T43" fmla="*/ 115 h 128"/>
                  <ns1:gd name="T44" fmla="*/ 113 w 128"/>
                  <ns1:gd name="T45" fmla="*/ 105 h 128"/>
                  <ns1:gd name="T46" fmla="*/ 107 w 128"/>
                  <ns1:gd name="T47" fmla="*/ 85 h 128"/>
                  <ns1:gd name="T48" fmla="*/ 122 w 128"/>
                  <ns1:gd name="T49" fmla="*/ 77 h 128"/>
                  <ns1:gd name="T50" fmla="*/ 128 w 128"/>
                  <ns1:gd name="T51" fmla="*/ 59 h 128"/>
                  <ns1:gd name="T52" fmla="*/ 108 w 128"/>
                  <ns1:gd name="T53" fmla="*/ 72 h 128"/>
                  <ns1:gd name="T54" fmla="*/ 100 w 128"/>
                  <ns1:gd name="T55" fmla="*/ 81 h 128"/>
                  <ns1:gd name="T56" fmla="*/ 107 w 128"/>
                  <ns1:gd name="T57" fmla="*/ 100 h 128"/>
                  <ns1:gd name="T58" fmla="*/ 89 w 128"/>
                  <ns1:gd name="T59" fmla="*/ 101 h 128"/>
                  <ns1:gd name="T60" fmla="*/ 81 w 128"/>
                  <ns1:gd name="T61" fmla="*/ 100 h 128"/>
                  <ns1:gd name="T62" fmla="*/ 72 w 128"/>
                  <ns1:gd name="T63" fmla="*/ 108 h 128"/>
                  <ns1:gd name="T64" fmla="*/ 59 w 128"/>
                  <ns1:gd name="T65" fmla="*/ 120 h 128"/>
                  <ns1:gd name="T66" fmla="*/ 51 w 128"/>
                  <ns1:gd name="T67" fmla="*/ 102 h 128"/>
                  <ns1:gd name="T68" fmla="*/ 43 w 128"/>
                  <ns1:gd name="T69" fmla="*/ 99 h 128"/>
                  <ns1:gd name="T70" fmla="*/ 28 w 128"/>
                  <ns1:gd name="T71" fmla="*/ 107 h 128"/>
                  <ns1:gd name="T72" fmla="*/ 27 w 128"/>
                  <ns1:gd name="T73" fmla="*/ 89 h 128"/>
                  <ns1:gd name="T74" fmla="*/ 26 w 128"/>
                  <ns1:gd name="T75" fmla="*/ 77 h 128"/>
                  <ns1:gd name="T76" fmla="*/ 8 w 128"/>
                  <ns1:gd name="T77" fmla="*/ 69 h 128"/>
                  <ns1:gd name="T78" fmla="*/ 20 w 128"/>
                  <ns1:gd name="T79" fmla="*/ 56 h 128"/>
                  <ns1:gd name="T80" fmla="*/ 28 w 128"/>
                  <ns1:gd name="T81" fmla="*/ 47 h 128"/>
                  <ns1:gd name="T82" fmla="*/ 21 w 128"/>
                  <ns1:gd name="T83" fmla="*/ 28 h 128"/>
                  <ns1:gd name="T84" fmla="*/ 39 w 128"/>
                  <ns1:gd name="T85" fmla="*/ 27 h 128"/>
                  <ns1:gd name="T86" fmla="*/ 47 w 128"/>
                  <ns1:gd name="T87" fmla="*/ 28 h 128"/>
                  <ns1:gd name="T88" fmla="*/ 56 w 128"/>
                  <ns1:gd name="T89" fmla="*/ 20 h 128"/>
                  <ns1:gd name="T90" fmla="*/ 69 w 128"/>
                  <ns1:gd name="T91" fmla="*/ 8 h 128"/>
                  <ns1:gd name="T92" fmla="*/ 77 w 128"/>
                  <ns1:gd name="T93" fmla="*/ 26 h 128"/>
                  <ns1:gd name="T94" fmla="*/ 85 w 128"/>
                  <ns1:gd name="T95" fmla="*/ 29 h 128"/>
                  <ns1:gd name="T96" fmla="*/ 100 w 128"/>
                  <ns1:gd name="T97" fmla="*/ 21 h 128"/>
                  <ns1:gd name="T98" fmla="*/ 101 w 128"/>
                  <ns1:gd name="T99" fmla="*/ 39 h 128"/>
                  <ns1:gd name="T100" fmla="*/ 102 w 128"/>
                  <ns1:gd name="T101" fmla="*/ 51 h 128"/>
                  <ns1:gd name="T102" fmla="*/ 120 w 128"/>
                  <ns1:gd name="T103" fmla="*/ 59 h 128"/>
                  <ns1:gd name="T104" fmla="*/ 108 w 128"/>
                  <ns1:gd name="T105" fmla="*/ 72 h 128"/>
                </ns1:gdLst>
                <ns1:ahLst/>
                <ns1:cxnLst>
                  <ns1:cxn ang="0">
                    <ns1:pos x="T0" y="T1"/>
                  </ns1:cxn>
                  <ns1:cxn ang="0">
                    <ns1:pos x="T2" y="T3"/>
                  </ns1:cxn>
                  <ns1:cxn ang="0">
                    <ns1:pos x="T4" y="T5"/>
                  </ns1:cxn>
                  <ns1:cxn ang="0">
                    <ns1:pos x="T6" y="T7"/>
                  </ns1:cxn>
                  <ns1:cxn ang="0">
                    <ns1:pos x="T8" y="T9"/>
                  </ns1:cxn>
                  <ns1:cxn ang="0">
                    <ns1:pos x="T10" y="T11"/>
                  </ns1:cxn>
                  <ns1:cxn ang="0">
                    <ns1:pos x="T12" y="T13"/>
                  </ns1:cxn>
                  <ns1:cxn ang="0">
                    <ns1:pos x="T14" y="T15"/>
                  </ns1:cxn>
                  <ns1:cxn ang="0">
                    <ns1:pos x="T16" y="T17"/>
                  </ns1:cxn>
                  <ns1:cxn ang="0">
                    <ns1:pos x="T18" y="T19"/>
                  </ns1:cxn>
                  <ns1:cxn ang="0">
                    <ns1:pos x="T20" y="T21"/>
                  </ns1:cxn>
                  <ns1:cxn ang="0">
                    <ns1:pos x="T22" y="T23"/>
                  </ns1:cxn>
                  <ns1:cxn ang="0">
                    <ns1:pos x="T24" y="T25"/>
                  </ns1:cxn>
                  <ns1:cxn ang="0">
                    <ns1:pos x="T26" y="T27"/>
                  </ns1:cxn>
                  <ns1:cxn ang="0">
                    <ns1:pos x="T28" y="T29"/>
                  </ns1:cxn>
                  <ns1:cxn ang="0">
                    <ns1:pos x="T30" y="T31"/>
                  </ns1:cxn>
                  <ns1:cxn ang="0">
                    <ns1:pos x="T32" y="T33"/>
                  </ns1:cxn>
                  <ns1:cxn ang="0">
                    <ns1:pos x="T34" y="T35"/>
                  </ns1:cxn>
                  <ns1:cxn ang="0">
                    <ns1:pos x="T36" y="T37"/>
                  </ns1:cxn>
                  <ns1:cxn ang="0">
                    <ns1:pos x="T38" y="T39"/>
                  </ns1:cxn>
                  <ns1:cxn ang="0">
                    <ns1:pos x="T40" y="T41"/>
                  </ns1:cxn>
                  <ns1:cxn ang="0">
                    <ns1:pos x="T42" y="T43"/>
                  </ns1:cxn>
                  <ns1:cxn ang="0">
                    <ns1:pos x="T44" y="T45"/>
                  </ns1:cxn>
                  <ns1:cxn ang="0">
                    <ns1:pos x="T46" y="T47"/>
                  </ns1:cxn>
                  <ns1:cxn ang="0">
                    <ns1:pos x="T48" y="T49"/>
                  </ns1:cxn>
                  <ns1:cxn ang="0">
                    <ns1:pos x="T50" y="T51"/>
                  </ns1:cxn>
                  <ns1:cxn ang="0">
                    <ns1:pos x="T52" y="T53"/>
                  </ns1:cxn>
                  <ns1:cxn ang="0">
                    <ns1:pos x="T54" y="T55"/>
                  </ns1:cxn>
                  <ns1:cxn ang="0">
                    <ns1:pos x="T56" y="T57"/>
                  </ns1:cxn>
                  <ns1:cxn ang="0">
                    <ns1:pos x="T58" y="T59"/>
                  </ns1:cxn>
                  <ns1:cxn ang="0">
                    <ns1:pos x="T60" y="T61"/>
                  </ns1:cxn>
                  <ns1:cxn ang="0">
                    <ns1:pos x="T62" y="T63"/>
                  </ns1:cxn>
                  <ns1:cxn ang="0">
                    <ns1:pos x="T64" y="T65"/>
                  </ns1:cxn>
                  <ns1:cxn ang="0">
                    <ns1:pos x="T66" y="T67"/>
                  </ns1:cxn>
                  <ns1:cxn ang="0">
                    <ns1:pos x="T68" y="T69"/>
                  </ns1:cxn>
                  <ns1:cxn ang="0">
                    <ns1:pos x="T70" y="T71"/>
                  </ns1:cxn>
                  <ns1:cxn ang="0">
                    <ns1:pos x="T72" y="T73"/>
                  </ns1:cxn>
                  <ns1:cxn ang="0">
                    <ns1:pos x="T74" y="T75"/>
                  </ns1:cxn>
                  <ns1:cxn ang="0">
                    <ns1:pos x="T76" y="T77"/>
                  </ns1:cxn>
                  <ns1:cxn ang="0">
                    <ns1:pos x="T78" y="T79"/>
                  </ns1:cxn>
                  <ns1:cxn ang="0">
                    <ns1:pos x="T80" y="T81"/>
                  </ns1:cxn>
                  <ns1:cxn ang="0">
                    <ns1:pos x="T82" y="T83"/>
                  </ns1:cxn>
                  <ns1:cxn ang="0">
                    <ns1:pos x="T84" y="T85"/>
                  </ns1:cxn>
                  <ns1:cxn ang="0">
                    <ns1:pos x="T86" y="T87"/>
                  </ns1:cxn>
                  <ns1:cxn ang="0">
                    <ns1:pos x="T88" y="T89"/>
                  </ns1:cxn>
                  <ns1:cxn ang="0">
                    <ns1:pos x="T90" y="T91"/>
                  </ns1:cxn>
                  <ns1:cxn ang="0">
                    <ns1:pos x="T92" y="T93"/>
                  </ns1:cxn>
                  <ns1:cxn ang="0">
                    <ns1:pos x="T94" y="T95"/>
                  </ns1:cxn>
                  <ns1:cxn ang="0">
                    <ns1:pos x="T96" y="T97"/>
                  </ns1:cxn>
                  <ns1:cxn ang="0">
                    <ns1:pos x="T98" y="T99"/>
                  </ns1:cxn>
                  <ns1:cxn ang="0">
                    <ns1:pos x="T100" y="T101"/>
                  </ns1:cxn>
                  <ns1:cxn ang="0">
                    <ns1:pos x="T102" y="T103"/>
                  </ns1:cxn>
                  <ns1:cxn ang="0">
                    <ns1:pos x="T104" y="T105"/>
                  </ns1:cxn>
                </ns1:cxnLst>
                <ns1:rect l="0" t="0" r="r" b="b"/>
                <ns1:pathLst>
                  <ns1:path w="128" h="128">
                    <ns1:moveTo>
                      <ns1:pt x="122" y="51"/>
                    </ns1:moveTo>
                    <ns1:cubicBezTo>
                      <ns1:pt x="109" y="48"/>
                      <ns1:pt x="109" y="48"/>
                      <ns1:pt x="109" y="48"/>
                    </ns1:cubicBezTo>
                    <ns1:cubicBezTo>
                      <ns1:pt x="109" y="46"/>
                      <ns1:pt x="108" y="45"/>
                      <ns1:pt x="107" y="43"/>
                    </ns1:cubicBezTo>
                    <ns1:cubicBezTo>
                      <ns1:pt x="114" y="33"/>
                      <ns1:pt x="114" y="33"/>
                      <ns1:pt x="114" y="33"/>
                    </ns1:cubicBezTo>
                    <ns1:cubicBezTo>
                      <ns1:pt x="116" y="30"/>
                      <ns1:pt x="116" y="25"/>
                      <ns1:pt x="113" y="23"/>
                    </ns1:cubicBezTo>
                    <ns1:cubicBezTo>
                      <ns1:pt x="105" y="15"/>
                      <ns1:pt x="105" y="15"/>
                      <ns1:pt x="105" y="15"/>
                    </ns1:cubicBezTo>
                    <ns1:cubicBezTo>
                      <ns1:pt x="104" y="13"/>
                      <ns1:pt x="102" y="13"/>
                      <ns1:pt x="100" y="13"/>
                    </ns1:cubicBezTo>
                    <ns1:cubicBezTo>
                      <ns1:pt x="98" y="13"/>
                      <ns1:pt x="97" y="13"/>
                      <ns1:pt x="95" y="14"/>
                    </ns1:cubicBezTo>
                    <ns1:cubicBezTo>
                      <ns1:pt x="85" y="21"/>
                      <ns1:pt x="85" y="21"/>
                      <ns1:pt x="85" y="21"/>
                    </ns1:cubicBezTo>
                    <ns1:cubicBezTo>
                      <ns1:pt x="83" y="20"/>
                      <ns1:pt x="82" y="19"/>
                      <ns1:pt x="80" y="19"/>
                    </ns1:cubicBezTo>
                    <ns1:cubicBezTo>
                      <ns1:pt x="77" y="6"/>
                      <ns1:pt x="77" y="6"/>
                      <ns1:pt x="77" y="6"/>
                    </ns1:cubicBezTo>
                    <ns1:cubicBezTo>
                      <ns1:pt x="77" y="3"/>
                      <ns1:pt x="73" y="0"/>
                      <ns1:pt x="69" y="0"/>
                    </ns1:cubicBezTo>
                    <ns1:cubicBezTo>
                      <ns1:pt x="59" y="0"/>
                      <ns1:pt x="59" y="0"/>
                      <ns1:pt x="59" y="0"/>
                    </ns1:cubicBezTo>
                    <ns1:cubicBezTo>
                      <ns1:pt x="55" y="0"/>
                      <ns1:pt x="51" y="3"/>
                      <ns1:pt x="51" y="6"/>
                    </ns1:cubicBezTo>
                    <ns1:cubicBezTo>
                      <ns1:pt x="48" y="19"/>
                      <ns1:pt x="48" y="19"/>
                      <ns1:pt x="48" y="19"/>
                    </ns1:cubicBezTo>
                    <ns1:cubicBezTo>
                      <ns1:pt x="46" y="19"/>
                      <ns1:pt x="45" y="20"/>
                      <ns1:pt x="43" y="21"/>
                    </ns1:cubicBezTo>
                    <ns1:cubicBezTo>
                      <ns1:pt x="33" y="14"/>
                      <ns1:pt x="33" y="14"/>
                      <ns1:pt x="33" y="14"/>
                    </ns1:cubicBezTo>
                    <ns1:cubicBezTo>
                      <ns1:pt x="31" y="13"/>
                      <ns1:pt x="30" y="13"/>
                      <ns1:pt x="28" y="13"/>
                    </ns1:cubicBezTo>
                    <ns1:cubicBezTo>
                      <ns1:pt x="26" y="13"/>
                      <ns1:pt x="24" y="13"/>
                      <ns1:pt x="23" y="15"/>
                    </ns1:cubicBezTo>
                    <ns1:cubicBezTo>
                      <ns1:pt x="15" y="23"/>
                      <ns1:pt x="15" y="23"/>
                      <ns1:pt x="15" y="23"/>
                    </ns1:cubicBezTo>
                    <ns1:cubicBezTo>
                      <ns1:pt x="12" y="25"/>
                      <ns1:pt x="12" y="30"/>
                      <ns1:pt x="14" y="33"/>
                    </ns1:cubicBezTo>
                    <ns1:cubicBezTo>
                      <ns1:pt x="21" y="43"/>
                      <ns1:pt x="21" y="43"/>
                      <ns1:pt x="21" y="43"/>
                    </ns1:cubicBezTo>
                    <ns1:cubicBezTo>
                      <ns1:pt x="20" y="45"/>
                      <ns1:pt x="19" y="46"/>
                      <ns1:pt x="19" y="48"/>
                    </ns1:cubicBezTo>
                    <ns1:cubicBezTo>
                      <ns1:pt x="6" y="51"/>
                      <ns1:pt x="6" y="51"/>
                      <ns1:pt x="6" y="51"/>
                    </ns1:cubicBezTo>
                    <ns1:cubicBezTo>
                      <ns1:pt x="3" y="51"/>
                      <ns1:pt x="0" y="55"/>
                      <ns1:pt x="0" y="59"/>
                    </ns1:cubicBezTo>
                    <ns1:cubicBezTo>
                      <ns1:pt x="0" y="69"/>
                      <ns1:pt x="0" y="69"/>
                      <ns1:pt x="0" y="69"/>
                    </ns1:cubicBezTo>
                    <ns1:cubicBezTo>
                      <ns1:pt x="0" y="73"/>
                      <ns1:pt x="3" y="77"/>
                      <ns1:pt x="6" y="77"/>
                    </ns1:cubicBezTo>
                    <ns1:cubicBezTo>
                      <ns1:pt x="19" y="80"/>
                      <ns1:pt x="19" y="80"/>
                      <ns1:pt x="19" y="80"/>
                    </ns1:cubicBezTo>
                    <ns1:cubicBezTo>
                      <ns1:pt x="19" y="82"/>
                      <ns1:pt x="20" y="83"/>
                      <ns1:pt x="21" y="85"/>
                    </ns1:cubicBezTo>
                    <ns1:cubicBezTo>
                      <ns1:pt x="14" y="95"/>
                      <ns1:pt x="14" y="95"/>
                      <ns1:pt x="14" y="95"/>
                    </ns1:cubicBezTo>
                    <ns1:cubicBezTo>
                      <ns1:pt x="12" y="98"/>
                      <ns1:pt x="12" y="103"/>
                      <ns1:pt x="15" y="105"/>
                    </ns1:cubicBezTo>
                    <ns1:cubicBezTo>
                      <ns1:pt x="23" y="113"/>
                      <ns1:pt x="23" y="113"/>
                      <ns1:pt x="23" y="113"/>
                    </ns1:cubicBezTo>
                    <ns1:cubicBezTo>
                      <ns1:pt x="24" y="115"/>
                      <ns1:pt x="26" y="115"/>
                      <ns1:pt x="28" y="115"/>
                    </ns1:cubicBezTo>
                    <ns1:cubicBezTo>
                      <ns1:pt x="30" y="115"/>
                      <ns1:pt x="31" y="115"/>
                      <ns1:pt x="33" y="114"/>
                    </ns1:cubicBezTo>
                    <ns1:cubicBezTo>
                      <ns1:pt x="43" y="107"/>
                      <ns1:pt x="43" y="107"/>
                      <ns1:pt x="43" y="107"/>
                    </ns1:cubicBezTo>
                    <ns1:cubicBezTo>
                      <ns1:pt x="45" y="108"/>
                      <ns1:pt x="46" y="109"/>
                      <ns1:pt x="48" y="109"/>
                    </ns1:cubicBezTo>
                    <ns1:cubicBezTo>
                      <ns1:pt x="51" y="122"/>
                      <ns1:pt x="51" y="122"/>
                      <ns1:pt x="51" y="122"/>
                    </ns1:cubicBezTo>
                    <ns1:cubicBezTo>
                      <ns1:pt x="51" y="125"/>
                      <ns1:pt x="55" y="128"/>
                      <ns1:pt x="59" y="128"/>
                    </ns1:cubicBezTo>
                    <ns1:cubicBezTo>
                      <ns1:pt x="69" y="128"/>
                      <ns1:pt x="69" y="128"/>
                      <ns1:pt x="69" y="128"/>
                    </ns1:cubicBezTo>
                    <ns1:cubicBezTo>
                      <ns1:pt x="73" y="128"/>
                      <ns1:pt x="77" y="125"/>
                      <ns1:pt x="77" y="122"/>
                    </ns1:cubicBezTo>
                    <ns1:cubicBezTo>
                      <ns1:pt x="80" y="109"/>
                      <ns1:pt x="80" y="109"/>
                      <ns1:pt x="80" y="109"/>
                    </ns1:cubicBezTo>
                    <ns1:cubicBezTo>
                      <ns1:pt x="82" y="109"/>
                      <ns1:pt x="83" y="108"/>
                      <ns1:pt x="85" y="107"/>
                    </ns1:cubicBezTo>
                    <ns1:cubicBezTo>
                      <ns1:pt x="95" y="114"/>
                      <ns1:pt x="95" y="114"/>
                      <ns1:pt x="95" y="114"/>
                    </ns1:cubicBezTo>
                    <ns1:cubicBezTo>
                      <ns1:pt x="97" y="115"/>
                      <ns1:pt x="98" y="115"/>
                      <ns1:pt x="100" y="115"/>
                    </ns1:cubicBezTo>
                    <ns1:cubicBezTo>
                      <ns1:pt x="102" y="115"/>
                      <ns1:pt x="104" y="115"/>
                      <ns1:pt x="105" y="113"/>
                    </ns1:cubicBezTo>
                    <ns1:cubicBezTo>
                      <ns1:pt x="113" y="105"/>
                      <ns1:pt x="113" y="105"/>
                      <ns1:pt x="113" y="105"/>
                    </ns1:cubicBezTo>
                    <ns1:cubicBezTo>
                      <ns1:pt x="116" y="103"/>
                      <ns1:pt x="116" y="98"/>
                      <ns1:pt x="114" y="95"/>
                    </ns1:cubicBezTo>
                    <ns1:cubicBezTo>
                      <ns1:pt x="107" y="85"/>
                      <ns1:pt x="107" y="85"/>
                      <ns1:pt x="107" y="85"/>
                    </ns1:cubicBezTo>
                    <ns1:cubicBezTo>
                      <ns1:pt x="108" y="83"/>
                      <ns1:pt x="109" y="82"/>
                      <ns1:pt x="109" y="80"/>
                    </ns1:cubicBezTo>
                    <ns1:cubicBezTo>
                      <ns1:pt x="122" y="77"/>
                      <ns1:pt x="122" y="77"/>
                      <ns1:pt x="122" y="77"/>
                    </ns1:cubicBezTo>
                    <ns1:cubicBezTo>
                      <ns1:pt x="125" y="77"/>
                      <ns1:pt x="128" y="73"/>
                      <ns1:pt x="128" y="69"/>
                    </ns1:cubicBezTo>
                    <ns1:cubicBezTo>
                      <ns1:pt x="128" y="59"/>
                      <ns1:pt x="128" y="59"/>
                      <ns1:pt x="128" y="59"/>
                    </ns1:cubicBezTo>
                    <ns1:cubicBezTo>
                      <ns1:pt x="128" y="55"/>
                      <ns1:pt x="125" y="51"/>
                      <ns1:pt x="122" y="51"/>
                    </ns1:cubicBezTo>
                    <ns1:close/>
                    <ns1:moveTo>
                      <ns1:pt x="108" y="72"/>
                    </ns1:moveTo>
                    <ns1:cubicBezTo>
                      <ns1:pt x="105" y="72"/>
                      <ns1:pt x="103" y="74"/>
                      <ns1:pt x="102" y="77"/>
                    </ns1:cubicBezTo>
                    <ns1:cubicBezTo>
                      <ns1:pt x="101" y="79"/>
                      <ns1:pt x="101" y="80"/>
                      <ns1:pt x="100" y="81"/>
                    </ns1:cubicBezTo>
                    <ns1:cubicBezTo>
                      <ns1:pt x="99" y="84"/>
                      <ns1:pt x="99" y="87"/>
                      <ns1:pt x="101" y="89"/>
                    </ns1:cubicBezTo>
                    <ns1:cubicBezTo>
                      <ns1:pt x="107" y="100"/>
                      <ns1:pt x="107" y="100"/>
                      <ns1:pt x="107" y="100"/>
                    </ns1:cubicBezTo>
                    <ns1:cubicBezTo>
                      <ns1:pt x="100" y="107"/>
                      <ns1:pt x="100" y="107"/>
                      <ns1:pt x="100" y="107"/>
                    </ns1:cubicBezTo>
                    <ns1:cubicBezTo>
                      <ns1:pt x="89" y="101"/>
                      <ns1:pt x="89" y="101"/>
                      <ns1:pt x="89" y="101"/>
                    </ns1:cubicBezTo>
                    <ns1:cubicBezTo>
                      <ns1:pt x="88" y="100"/>
                      <ns1:pt x="86" y="99"/>
                      <ns1:pt x="85" y="99"/>
                    </ns1:cubicBezTo>
                    <ns1:cubicBezTo>
                      <ns1:pt x="84" y="99"/>
                      <ns1:pt x="83" y="99"/>
                      <ns1:pt x="81" y="100"/>
                    </ns1:cubicBezTo>
                    <ns1:cubicBezTo>
                      <ns1:pt x="80" y="101"/>
                      <ns1:pt x="79" y="101"/>
                      <ns1:pt x="77" y="102"/>
                    </ns1:cubicBezTo>
                    <ns1:cubicBezTo>
                      <ns1:pt x="74" y="103"/>
                      <ns1:pt x="72" y="105"/>
                      <ns1:pt x="72" y="108"/>
                    </ns1:cubicBezTo>
                    <ns1:cubicBezTo>
                      <ns1:pt x="69" y="120"/>
                      <ns1:pt x="69" y="120"/>
                      <ns1:pt x="69" y="120"/>
                    </ns1:cubicBezTo>
                    <ns1:cubicBezTo>
                      <ns1:pt x="59" y="120"/>
                      <ns1:pt x="59" y="120"/>
                      <ns1:pt x="59" y="120"/>
                    </ns1:cubicBezTo>
                    <ns1:cubicBezTo>
                      <ns1:pt x="56" y="108"/>
                      <ns1:pt x="56" y="108"/>
                      <ns1:pt x="56" y="108"/>
                    </ns1:cubicBezTo>
                    <ns1:cubicBezTo>
                      <ns1:pt x="56" y="105"/>
                      <ns1:pt x="54" y="103"/>
                      <ns1:pt x="51" y="102"/>
                    </ns1:cubicBezTo>
                    <ns1:cubicBezTo>
                      <ns1:pt x="49" y="101"/>
                      <ns1:pt x="48" y="101"/>
                      <ns1:pt x="47" y="100"/>
                    </ns1:cubicBezTo>
                    <ns1:cubicBezTo>
                      <ns1:pt x="45" y="99"/>
                      <ns1:pt x="44" y="99"/>
                      <ns1:pt x="43" y="99"/>
                    </ns1:cubicBezTo>
                    <ns1:cubicBezTo>
                      <ns1:pt x="42" y="99"/>
                      <ns1:pt x="40" y="100"/>
                      <ns1:pt x="39" y="101"/>
                    </ns1:cubicBezTo>
                    <ns1:cubicBezTo>
                      <ns1:pt x="28" y="107"/>
                      <ns1:pt x="28" y="107"/>
                      <ns1:pt x="28" y="107"/>
                    </ns1:cubicBezTo>
                    <ns1:cubicBezTo>
                      <ns1:pt x="21" y="100"/>
                      <ns1:pt x="21" y="100"/>
                      <ns1:pt x="21" y="100"/>
                    </ns1:cubicBezTo>
                    <ns1:cubicBezTo>
                      <ns1:pt x="27" y="89"/>
                      <ns1:pt x="27" y="89"/>
                      <ns1:pt x="27" y="89"/>
                    </ns1:cubicBezTo>
                    <ns1:cubicBezTo>
                      <ns1:pt x="29" y="87"/>
                      <ns1:pt x="29" y="84"/>
                      <ns1:pt x="28" y="81"/>
                    </ns1:cubicBezTo>
                    <ns1:cubicBezTo>
                      <ns1:pt x="27" y="80"/>
                      <ns1:pt x="27" y="79"/>
                      <ns1:pt x="26" y="77"/>
                    </ns1:cubicBezTo>
                    <ns1:cubicBezTo>
                      <ns1:pt x="25" y="74"/>
                      <ns1:pt x="23" y="72"/>
                      <ns1:pt x="20" y="72"/>
                    </ns1:cubicBezTo>
                    <ns1:cubicBezTo>
                      <ns1:pt x="8" y="69"/>
                      <ns1:pt x="8" y="69"/>
                      <ns1:pt x="8" y="69"/>
                    </ns1:cubicBezTo>
                    <ns1:cubicBezTo>
                      <ns1:pt x="8" y="59"/>
                      <ns1:pt x="8" y="59"/>
                      <ns1:pt x="8" y="59"/>
                    </ns1:cubicBezTo>
                    <ns1:cubicBezTo>
                      <ns1:pt x="20" y="56"/>
                      <ns1:pt x="20" y="56"/>
                      <ns1:pt x="20" y="56"/>
                    </ns1:cubicBezTo>
                    <ns1:cubicBezTo>
                      <ns1:pt x="23" y="56"/>
                      <ns1:pt x="25" y="54"/>
                      <ns1:pt x="26" y="51"/>
                    </ns1:cubicBezTo>
                    <ns1:cubicBezTo>
                      <ns1:pt x="27" y="49"/>
                      <ns1:pt x="27" y="48"/>
                      <ns1:pt x="28" y="47"/>
                    </ns1:cubicBezTo>
                    <ns1:cubicBezTo>
                      <ns1:pt x="29" y="44"/>
                      <ns1:pt x="29" y="41"/>
                      <ns1:pt x="27" y="39"/>
                    </ns1:cubicBezTo>
                    <ns1:cubicBezTo>
                      <ns1:pt x="21" y="28"/>
                      <ns1:pt x="21" y="28"/>
                      <ns1:pt x="21" y="28"/>
                    </ns1:cubicBezTo>
                    <ns1:cubicBezTo>
                      <ns1:pt x="28" y="21"/>
                      <ns1:pt x="28" y="21"/>
                      <ns1:pt x="28" y="21"/>
                    </ns1:cubicBezTo>
                    <ns1:cubicBezTo>
                      <ns1:pt x="39" y="27"/>
                      <ns1:pt x="39" y="27"/>
                      <ns1:pt x="39" y="27"/>
                    </ns1:cubicBezTo>
                    <ns1:cubicBezTo>
                      <ns1:pt x="40" y="28"/>
                      <ns1:pt x="42" y="29"/>
                      <ns1:pt x="43" y="29"/>
                    </ns1:cubicBezTo>
                    <ns1:cubicBezTo>
                      <ns1:pt x="44" y="29"/>
                      <ns1:pt x="45" y="29"/>
                      <ns1:pt x="47" y="28"/>
                    </ns1:cubicBezTo>
                    <ns1:cubicBezTo>
                      <ns1:pt x="48" y="27"/>
                      <ns1:pt x="49" y="27"/>
                      <ns1:pt x="51" y="26"/>
                    </ns1:cubicBezTo>
                    <ns1:cubicBezTo>
                      <ns1:pt x="54" y="25"/>
                      <ns1:pt x="56" y="23"/>
                      <ns1:pt x="56" y="20"/>
                    </ns1:cubicBezTo>
                    <ns1:cubicBezTo>
                      <ns1:pt x="59" y="8"/>
                      <ns1:pt x="59" y="8"/>
                      <ns1:pt x="59" y="8"/>
                    </ns1:cubicBezTo>
                    <ns1:cubicBezTo>
                      <ns1:pt x="69" y="8"/>
                      <ns1:pt x="69" y="8"/>
                      <ns1:pt x="69" y="8"/>
                    </ns1:cubicBezTo>
                    <ns1:cubicBezTo>
                      <ns1:pt x="72" y="20"/>
                      <ns1:pt x="72" y="20"/>
                      <ns1:pt x="72" y="20"/>
                    </ns1:cubicBezTo>
                    <ns1:cubicBezTo>
                      <ns1:pt x="72" y="23"/>
                      <ns1:pt x="74" y="25"/>
                      <ns1:pt x="77" y="26"/>
                    </ns1:cubicBezTo>
                    <ns1:cubicBezTo>
                      <ns1:pt x="79" y="27"/>
                      <ns1:pt x="80" y="27"/>
                      <ns1:pt x="81" y="28"/>
                    </ns1:cubicBezTo>
                    <ns1:cubicBezTo>
                      <ns1:pt x="83" y="29"/>
                      <ns1:pt x="84" y="29"/>
                      <ns1:pt x="85" y="29"/>
                    </ns1:cubicBezTo>
                    <ns1:cubicBezTo>
                      <ns1:pt x="86" y="29"/>
                      <ns1:pt x="88" y="28"/>
                      <ns1:pt x="89" y="27"/>
                    </ns1:cubicBezTo>
                    <ns1:cubicBezTo>
                      <ns1:pt x="100" y="21"/>
                      <ns1:pt x="100" y="21"/>
                      <ns1:pt x="100" y="21"/>
                    </ns1:cubicBezTo>
                    <ns1:cubicBezTo>
                      <ns1:pt x="107" y="28"/>
                      <ns1:pt x="107" y="28"/>
                      <ns1:pt x="107" y="28"/>
                    </ns1:cubicBezTo>
                    <ns1:cubicBezTo>
                      <ns1:pt x="101" y="39"/>
                      <ns1:pt x="101" y="39"/>
                      <ns1:pt x="101" y="39"/>
                    </ns1:cubicBezTo>
                    <ns1:cubicBezTo>
                      <ns1:pt x="99" y="41"/>
                      <ns1:pt x="99" y="44"/>
                      <ns1:pt x="100" y="47"/>
                    </ns1:cubicBezTo>
                    <ns1:cubicBezTo>
                      <ns1:pt x="101" y="48"/>
                      <ns1:pt x="101" y="49"/>
                      <ns1:pt x="102" y="51"/>
                    </ns1:cubicBezTo>
                    <ns1:cubicBezTo>
                      <ns1:pt x="103" y="54"/>
                      <ns1:pt x="105" y="56"/>
                      <ns1:pt x="108" y="56"/>
                    </ns1:cubicBezTo>
                    <ns1:cubicBezTo>
                      <ns1:pt x="120" y="59"/>
                      <ns1:pt x="120" y="59"/>
                      <ns1:pt x="120" y="59"/>
                    </ns1:cubicBezTo>
                    <ns1:cubicBezTo>
                      <ns1:pt x="120" y="69"/>
                      <ns1:pt x="120" y="69"/>
                      <ns1:pt x="120" y="69"/>
                    </ns1:cubicBezTo>
                    <ns1:lnTo>
                      <ns1:pt x="108" y="72"/>
                    </ns1:lnTo>
                    <ns1:close/>
                  </ns1:path>
                </ns1:pathLst>
              </ns1:custGeom>
              <ns1:grpFill/>
              <ns1:ln>
                <ns1:noFill/>
              </ns1:ln>
              <ns1:extLst>
                <ns1:ext uri="{91240B29-F687-4F45-9708-019B960494DF}">
                  <ns2:hiddenLine w="9525">
                    <ns1:solidFill>
                      <ns1:srgbClr val="000000"/>
                    </ns1:solidFill>
                    <ns1:round/>
                    <ns1:headEnd/>
                    <ns1:tailEnd/>
                  </ns2:hiddenLine>
                </ns1:ext>
              </ns1:extLst>
            </ns0:spPr>
            <ns0:txBody>
              <ns1:bodyPr vert="horz" wrap="square" lIns="91440" tIns="45720" rIns="91440" bIns="45720" numCol="1" anchor="t" anchorCtr="0" compatLnSpc="1">
                <ns1:prstTxWarp prst="textNoShape">
                  <ns1:avLst/>
                </ns1:prstTxWarp>
              </ns1:bodyPr>
              <ns1:lstStyle/>
              <ns1:p>
                <ns1:endParaRPr lang="id-ID" sz="2700"/>
              </ns1:p>
            </ns0:txBody>
          </ns0:sp>
          <ns0:sp>
            <ns0:nvSpPr>
              <ns0:cNvPr id="257" name="Freeform 11"/>
              <ns0:cNvSpPr>
                <ns1:spLocks noEditPoints="1"/>
              </ns0:cNvSpPr>
              <ns0:nvPr/>
            </ns0:nvSpPr>
            <ns0:spPr bwMode="auto">
              <ns1:xfrm>
                <ns1:off x="7866063" y="1806575"/>
                <ns1:ext cx="214313" cy="214313"/>
              </ns1:xfrm>
              <ns1:custGeom>
                <ns1:avLst/>
                <ns1:gdLst>
                  <ns1:gd name="T0" fmla="*/ 28 w 56"/>
                  <ns1:gd name="T1" fmla="*/ 0 h 56"/>
                  <ns1:gd name="T2" fmla="*/ 0 w 56"/>
                  <ns1:gd name="T3" fmla="*/ 28 h 56"/>
                  <ns1:gd name="T4" fmla="*/ 28 w 56"/>
                  <ns1:gd name="T5" fmla="*/ 56 h 56"/>
                  <ns1:gd name="T6" fmla="*/ 56 w 56"/>
                  <ns1:gd name="T7" fmla="*/ 28 h 56"/>
                  <ns1:gd name="T8" fmla="*/ 28 w 56"/>
                  <ns1:gd name="T9" fmla="*/ 0 h 56"/>
                  <ns1:gd name="T10" fmla="*/ 28 w 56"/>
                  <ns1:gd name="T11" fmla="*/ 53 h 56"/>
                  <ns1:gd name="T12" fmla="*/ 4 w 56"/>
                  <ns1:gd name="T13" fmla="*/ 28 h 56"/>
                  <ns1:gd name="T14" fmla="*/ 28 w 56"/>
                  <ns1:gd name="T15" fmla="*/ 4 h 56"/>
                  <ns1:gd name="T16" fmla="*/ 53 w 56"/>
                  <ns1:gd name="T17" fmla="*/ 28 h 56"/>
                  <ns1:gd name="T18" fmla="*/ 28 w 56"/>
                  <ns1:gd name="T19" fmla="*/ 53 h 56"/>
                </ns1:gdLst>
                <ns1:ahLst/>
                <ns1:cxnLst>
                  <ns1:cxn ang="0">
                    <ns1:pos x="T0" y="T1"/>
                  </ns1:cxn>
                  <ns1:cxn ang="0">
                    <ns1:pos x="T2" y="T3"/>
                  </ns1:cxn>
                  <ns1:cxn ang="0">
                    <ns1:pos x="T4" y="T5"/>
                  </ns1:cxn>
                  <ns1:cxn ang="0">
                    <ns1:pos x="T6" y="T7"/>
                  </ns1:cxn>
                  <ns1:cxn ang="0">
                    <ns1:pos x="T8" y="T9"/>
                  </ns1:cxn>
                  <ns1:cxn ang="0">
                    <ns1:pos x="T10" y="T11"/>
                  </ns1:cxn>
                  <ns1:cxn ang="0">
                    <ns1:pos x="T12" y="T13"/>
                  </ns1:cxn>
                  <ns1:cxn ang="0">
                    <ns1:pos x="T14" y="T15"/>
                  </ns1:cxn>
                  <ns1:cxn ang="0">
                    <ns1:pos x="T16" y="T17"/>
                  </ns1:cxn>
                  <ns1:cxn ang="0">
                    <ns1:pos x="T18" y="T19"/>
                  </ns1:cxn>
                </ns1:cxnLst>
                <ns1:rect l="0" t="0" r="r" b="b"/>
                <ns1:pathLst>
                  <ns1:path w="56" h="56">
                    <ns1:moveTo>
                      <ns1:pt x="28" y="0"/>
                    </ns1:moveTo>
                    <ns1:cubicBezTo>
                      <ns1:pt x="13" y="0"/>
                      <ns1:pt x="0" y="13"/>
                      <ns1:pt x="0" y="28"/>
                    </ns1:cubicBezTo>
                    <ns1:cubicBezTo>
                      <ns1:pt x="0" y="43"/>
                      <ns1:pt x="13" y="56"/>
                      <ns1:pt x="28" y="56"/>
                    </ns1:cubicBezTo>
                    <ns1:cubicBezTo>
                      <ns1:pt x="43" y="56"/>
                      <ns1:pt x="56" y="43"/>
                      <ns1:pt x="56" y="28"/>
                    </ns1:cubicBezTo>
                    <ns1:cubicBezTo>
                      <ns1:pt x="56" y="13"/>
                      <ns1:pt x="43" y="0"/>
                      <ns1:pt x="28" y="0"/>
                    </ns1:cubicBezTo>
                    <ns1:close/>
                    <ns1:moveTo>
                      <ns1:pt x="28" y="53"/>
                    </ns1:moveTo>
                    <ns1:cubicBezTo>
                      <ns1:pt x="14" y="53"/>
                      <ns1:pt x="4" y="42"/>
                      <ns1:pt x="4" y="28"/>
                    </ns1:cubicBezTo>
                    <ns1:cubicBezTo>
                      <ns1:pt x="4" y="14"/>
                      <ns1:pt x="14" y="4"/>
                      <ns1:pt x="28" y="4"/>
                    </ns1:cubicBezTo>
                    <ns1:cubicBezTo>
                      <ns1:pt x="42" y="4"/>
                      <ns1:pt x="53" y="14"/>
                      <ns1:pt x="53" y="28"/>
                    </ns1:cubicBezTo>
                    <ns1:cubicBezTo>
                      <ns1:pt x="53" y="42"/>
                      <ns1:pt x="42" y="53"/>
                      <ns1:pt x="28" y="53"/>
                    </ns1:cubicBezTo>
                    <ns1:close/>
                  </ns1:path>
                </ns1:pathLst>
              </ns1:custGeom>
              <ns1:grpFill/>
              <ns1:ln>
                <ns1:noFill/>
              </ns1:ln>
              <ns1:extLst>
                <ns1:ext uri="{91240B29-F687-4F45-9708-019B960494DF}">
                  <ns2:hiddenLine w="9525">
                    <ns1:solidFill>
                      <ns1:srgbClr val="000000"/>
                    </ns1:solidFill>
                    <ns1:round/>
                    <ns1:headEnd/>
                    <ns1:tailEnd/>
                  </ns2:hiddenLine>
                </ns1:ext>
              </ns1:extLst>
            </ns0:spPr>
            <ns0:txBody>
              <ns1:bodyPr vert="horz" wrap="square" lIns="91440" tIns="45720" rIns="91440" bIns="45720" numCol="1" anchor="t" anchorCtr="0" compatLnSpc="1">
                <ns1:prstTxWarp prst="textNoShape">
                  <ns1:avLst/>
                </ns1:prstTxWarp>
              </ns1:bodyPr>
              <ns1:lstStyle/>
              <ns1:p>
                <ns1:endParaRPr lang="id-ID" sz="2700"/>
              </ns1:p>
            </ns0:txBody>
          </ns0:sp>
          <ns0:sp>
            <ns0:nvSpPr>
              <ns0:cNvPr id="258" name="Freeform 12"/>
              <ns0:cNvSpPr>
                <ns1:spLocks noEditPoints="1"/>
              </ns0:cNvSpPr>
              <ns0:nvPr/>
            </ns0:nvSpPr>
            <ns0:spPr bwMode="auto">
              <ns1:xfrm>
                <ns1:off x="7912101" y="1852613"/>
                <ns1:ext cx="122238" cy="122238"/>
              </ns1:xfrm>
              <ns1:custGeom>
                <ns1:avLst/>
                <ns1:gdLst>
                  <ns1:gd name="T0" fmla="*/ 16 w 32"/>
                  <ns1:gd name="T1" fmla="*/ 0 h 32"/>
                  <ns1:gd name="T2" fmla="*/ 0 w 32"/>
                  <ns1:gd name="T3" fmla="*/ 16 h 32"/>
                  <ns1:gd name="T4" fmla="*/ 16 w 32"/>
                  <ns1:gd name="T5" fmla="*/ 32 h 32"/>
                  <ns1:gd name="T6" fmla="*/ 32 w 32"/>
                  <ns1:gd name="T7" fmla="*/ 16 h 32"/>
                  <ns1:gd name="T8" fmla="*/ 16 w 32"/>
                  <ns1:gd name="T9" fmla="*/ 0 h 32"/>
                  <ns1:gd name="T10" fmla="*/ 16 w 32"/>
                  <ns1:gd name="T11" fmla="*/ 28 h 32"/>
                  <ns1:gd name="T12" fmla="*/ 4 w 32"/>
                  <ns1:gd name="T13" fmla="*/ 16 h 32"/>
                  <ns1:gd name="T14" fmla="*/ 16 w 32"/>
                  <ns1:gd name="T15" fmla="*/ 4 h 32"/>
                  <ns1:gd name="T16" fmla="*/ 28 w 32"/>
                  <ns1:gd name="T17" fmla="*/ 16 h 32"/>
                  <ns1:gd name="T18" fmla="*/ 16 w 32"/>
                  <ns1:gd name="T19" fmla="*/ 28 h 32"/>
                </ns1:gdLst>
                <ns1:ahLst/>
                <ns1:cxnLst>
                  <ns1:cxn ang="0">
                    <ns1:pos x="T0" y="T1"/>
                  </ns1:cxn>
                  <ns1:cxn ang="0">
                    <ns1:pos x="T2" y="T3"/>
                  </ns1:cxn>
                  <ns1:cxn ang="0">
                    <ns1:pos x="T4" y="T5"/>
                  </ns1:cxn>
                  <ns1:cxn ang="0">
                    <ns1:pos x="T6" y="T7"/>
                  </ns1:cxn>
                  <ns1:cxn ang="0">
                    <ns1:pos x="T8" y="T9"/>
                  </ns1:cxn>
                  <ns1:cxn ang="0">
                    <ns1:pos x="T10" y="T11"/>
                  </ns1:cxn>
                  <ns1:cxn ang="0">
                    <ns1:pos x="T12" y="T13"/>
                  </ns1:cxn>
                  <ns1:cxn ang="0">
                    <ns1:pos x="T14" y="T15"/>
                  </ns1:cxn>
                  <ns1:cxn ang="0">
                    <ns1:pos x="T16" y="T17"/>
                  </ns1:cxn>
                  <ns1:cxn ang="0">
                    <ns1:pos x="T18" y="T19"/>
                  </ns1:cxn>
                </ns1:cxnLst>
                <ns1:rect l="0" t="0" r="r" b="b"/>
                <ns1:pathLst>
                  <ns1:path w="32" h="32">
                    <ns1:moveTo>
                      <ns1:pt x="16" y="0"/>
                    </ns1:moveTo>
                    <ns1:cubicBezTo>
                      <ns1:pt x="7" y="0"/>
                      <ns1:pt x="0" y="7"/>
                      <ns1:pt x="0" y="16"/>
                    </ns1:cubicBezTo>
                    <ns1:cubicBezTo>
                      <ns1:pt x="0" y="25"/>
                      <ns1:pt x="7" y="32"/>
                      <ns1:pt x="16" y="32"/>
                    </ns1:cubicBezTo>
                    <ns1:cubicBezTo>
                      <ns1:pt x="25" y="32"/>
                      <ns1:pt x="32" y="25"/>
                      <ns1:pt x="32" y="16"/>
                    </ns1:cubicBezTo>
                    <ns1:cubicBezTo>
                      <ns1:pt x="32" y="7"/>
                      <ns1:pt x="25" y="0"/>
                      <ns1:pt x="16" y="0"/>
                    </ns1:cubicBezTo>
                    <ns1:close/>
                    <ns1:moveTo>
                      <ns1:pt x="16" y="28"/>
                    </ns1:moveTo>
                    <ns1:cubicBezTo>
                      <ns1:pt x="9" y="28"/>
                      <ns1:pt x="4" y="23"/>
                      <ns1:pt x="4" y="16"/>
                    </ns1:cubicBezTo>
                    <ns1:cubicBezTo>
                      <ns1:pt x="4" y="9"/>
                      <ns1:pt x="9" y="4"/>
                      <ns1:pt x="16" y="4"/>
                    </ns1:cubicBezTo>
                    <ns1:cubicBezTo>
                      <ns1:pt x="23" y="4"/>
                      <ns1:pt x="28" y="9"/>
                      <ns1:pt x="28" y="16"/>
                    </ns1:cubicBezTo>
                    <ns1:cubicBezTo>
                      <ns1:pt x="28" y="23"/>
                      <ns1:pt x="23" y="28"/>
                      <ns1:pt x="16" y="28"/>
                    </ns1:cubicBezTo>
                    <ns1:close/>
                  </ns1:path>
                </ns1:pathLst>
              </ns1:custGeom>
              <ns1:grpFill/>
              <ns1:ln>
                <ns1:noFill/>
              </ns1:ln>
              <ns1:extLst>
                <ns1:ext uri="{91240B29-F687-4F45-9708-019B960494DF}">
                  <ns2:hiddenLine w="9525">
                    <ns1:solidFill>
                      <ns1:srgbClr val="000000"/>
                    </ns1:solidFill>
                    <ns1:round/>
                    <ns1:headEnd/>
                    <ns1:tailEnd/>
                  </ns2:hiddenLine>
                </ns1:ext>
              </ns1:extLst>
            </ns0:spPr>
            <ns0:txBody>
              <ns1:bodyPr vert="horz" wrap="square" lIns="91440" tIns="45720" rIns="91440" bIns="45720" numCol="1" anchor="t" anchorCtr="0" compatLnSpc="1">
                <ns1:prstTxWarp prst="textNoShape">
                  <ns1:avLst/>
                </ns1:prstTxWarp>
              </ns1:bodyPr>
              <ns1:lstStyle/>
              <ns1:p>
                <ns1:endParaRPr lang="id-ID" sz="2700"/>
              </ns1:p>
            </ns0:txBody>
          </ns0:sp>
        </ns0:grpSp>
        <ns0:grpSp>
          <ns0:nvGrpSpPr>
            <ns0:cNvPr id="252" name="Group 251"/>
            <ns0:cNvGrpSpPr/>
            <ns0:nvPr/>
          </ns0:nvGrpSpPr>
          <ns0:grpSpPr>
            <ns1:xfrm>
              <ns1:off x="8191089" y="1603045"/>
              <ns1:ext cx="412188" cy="412188"/>
              <ns1:chOff x="7726363" y="1666875"/>
              <ns1:chExt cx="492125" cy="492125"/>
            </ns1:xfrm>
            <ns1:grpFill/>
          </ns0:grpSpPr>
          <ns0:sp>
            <ns0:nvSpPr>
              <ns0:cNvPr id="253" name="Freeform 10"/>
              <ns0:cNvSpPr>
                <ns1:spLocks noEditPoints="1"/>
              </ns0:cNvSpPr>
              <ns0:nvPr/>
            </ns0:nvSpPr>
            <ns0:spPr bwMode="auto">
              <ns1:xfrm>
                <ns1:off x="7726363" y="1666875"/>
                <ns1:ext cx="492125" cy="492125"/>
              </ns1:xfrm>
              <ns1:custGeom>
                <ns1:avLst/>
                <ns1:gdLst>
                  <ns1:gd name="T0" fmla="*/ 109 w 128"/>
                  <ns1:gd name="T1" fmla="*/ 48 h 128"/>
                  <ns1:gd name="T2" fmla="*/ 114 w 128"/>
                  <ns1:gd name="T3" fmla="*/ 33 h 128"/>
                  <ns1:gd name="T4" fmla="*/ 105 w 128"/>
                  <ns1:gd name="T5" fmla="*/ 15 h 128"/>
                  <ns1:gd name="T6" fmla="*/ 95 w 128"/>
                  <ns1:gd name="T7" fmla="*/ 14 h 128"/>
                  <ns1:gd name="T8" fmla="*/ 80 w 128"/>
                  <ns1:gd name="T9" fmla="*/ 19 h 128"/>
                  <ns1:gd name="T10" fmla="*/ 69 w 128"/>
                  <ns1:gd name="T11" fmla="*/ 0 h 128"/>
                  <ns1:gd name="T12" fmla="*/ 51 w 128"/>
                  <ns1:gd name="T13" fmla="*/ 6 h 128"/>
                  <ns1:gd name="T14" fmla="*/ 43 w 128"/>
                  <ns1:gd name="T15" fmla="*/ 21 h 128"/>
                  <ns1:gd name="T16" fmla="*/ 28 w 128"/>
                  <ns1:gd name="T17" fmla="*/ 13 h 128"/>
                  <ns1:gd name="T18" fmla="*/ 15 w 128"/>
                  <ns1:gd name="T19" fmla="*/ 23 h 128"/>
                  <ns1:gd name="T20" fmla="*/ 21 w 128"/>
                  <ns1:gd name="T21" fmla="*/ 43 h 128"/>
                  <ns1:gd name="T22" fmla="*/ 6 w 128"/>
                  <ns1:gd name="T23" fmla="*/ 51 h 128"/>
                  <ns1:gd name="T24" fmla="*/ 0 w 128"/>
                  <ns1:gd name="T25" fmla="*/ 69 h 128"/>
                  <ns1:gd name="T26" fmla="*/ 19 w 128"/>
                  <ns1:gd name="T27" fmla="*/ 80 h 128"/>
                  <ns1:gd name="T28" fmla="*/ 14 w 128"/>
                  <ns1:gd name="T29" fmla="*/ 95 h 128"/>
                  <ns1:gd name="T30" fmla="*/ 23 w 128"/>
                  <ns1:gd name="T31" fmla="*/ 113 h 128"/>
                  <ns1:gd name="T32" fmla="*/ 33 w 128"/>
                  <ns1:gd name="T33" fmla="*/ 114 h 128"/>
                  <ns1:gd name="T34" fmla="*/ 48 w 128"/>
                  <ns1:gd name="T35" fmla="*/ 109 h 128"/>
                  <ns1:gd name="T36" fmla="*/ 59 w 128"/>
                  <ns1:gd name="T37" fmla="*/ 128 h 128"/>
                  <ns1:gd name="T38" fmla="*/ 77 w 128"/>
                  <ns1:gd name="T39" fmla="*/ 122 h 128"/>
                  <ns1:gd name="T40" fmla="*/ 85 w 128"/>
                  <ns1:gd name="T41" fmla="*/ 107 h 128"/>
                  <ns1:gd name="T42" fmla="*/ 100 w 128"/>
                  <ns1:gd name="T43" fmla="*/ 115 h 128"/>
                  <ns1:gd name="T44" fmla="*/ 113 w 128"/>
                  <ns1:gd name="T45" fmla="*/ 105 h 128"/>
                  <ns1:gd name="T46" fmla="*/ 107 w 128"/>
                  <ns1:gd name="T47" fmla="*/ 85 h 128"/>
                  <ns1:gd name="T48" fmla="*/ 122 w 128"/>
                  <ns1:gd name="T49" fmla="*/ 77 h 128"/>
                  <ns1:gd name="T50" fmla="*/ 128 w 128"/>
                  <ns1:gd name="T51" fmla="*/ 59 h 128"/>
                  <ns1:gd name="T52" fmla="*/ 108 w 128"/>
                  <ns1:gd name="T53" fmla="*/ 72 h 128"/>
                  <ns1:gd name="T54" fmla="*/ 100 w 128"/>
                  <ns1:gd name="T55" fmla="*/ 81 h 128"/>
                  <ns1:gd name="T56" fmla="*/ 107 w 128"/>
                  <ns1:gd name="T57" fmla="*/ 100 h 128"/>
                  <ns1:gd name="T58" fmla="*/ 89 w 128"/>
                  <ns1:gd name="T59" fmla="*/ 101 h 128"/>
                  <ns1:gd name="T60" fmla="*/ 81 w 128"/>
                  <ns1:gd name="T61" fmla="*/ 100 h 128"/>
                  <ns1:gd name="T62" fmla="*/ 72 w 128"/>
                  <ns1:gd name="T63" fmla="*/ 108 h 128"/>
                  <ns1:gd name="T64" fmla="*/ 59 w 128"/>
                  <ns1:gd name="T65" fmla="*/ 120 h 128"/>
                  <ns1:gd name="T66" fmla="*/ 51 w 128"/>
                  <ns1:gd name="T67" fmla="*/ 102 h 128"/>
                  <ns1:gd name="T68" fmla="*/ 43 w 128"/>
                  <ns1:gd name="T69" fmla="*/ 99 h 128"/>
                  <ns1:gd name="T70" fmla="*/ 28 w 128"/>
                  <ns1:gd name="T71" fmla="*/ 107 h 128"/>
                  <ns1:gd name="T72" fmla="*/ 27 w 128"/>
                  <ns1:gd name="T73" fmla="*/ 89 h 128"/>
                  <ns1:gd name="T74" fmla="*/ 26 w 128"/>
                  <ns1:gd name="T75" fmla="*/ 77 h 128"/>
                  <ns1:gd name="T76" fmla="*/ 8 w 128"/>
                  <ns1:gd name="T77" fmla="*/ 69 h 128"/>
                  <ns1:gd name="T78" fmla="*/ 20 w 128"/>
                  <ns1:gd name="T79" fmla="*/ 56 h 128"/>
                  <ns1:gd name="T80" fmla="*/ 28 w 128"/>
                  <ns1:gd name="T81" fmla="*/ 47 h 128"/>
                  <ns1:gd name="T82" fmla="*/ 21 w 128"/>
                  <ns1:gd name="T83" fmla="*/ 28 h 128"/>
                  <ns1:gd name="T84" fmla="*/ 39 w 128"/>
                  <ns1:gd name="T85" fmla="*/ 27 h 128"/>
                  <ns1:gd name="T86" fmla="*/ 47 w 128"/>
                  <ns1:gd name="T87" fmla="*/ 28 h 128"/>
                  <ns1:gd name="T88" fmla="*/ 56 w 128"/>
                  <ns1:gd name="T89" fmla="*/ 20 h 128"/>
                  <ns1:gd name="T90" fmla="*/ 69 w 128"/>
                  <ns1:gd name="T91" fmla="*/ 8 h 128"/>
                  <ns1:gd name="T92" fmla="*/ 77 w 128"/>
                  <ns1:gd name="T93" fmla="*/ 26 h 128"/>
                  <ns1:gd name="T94" fmla="*/ 85 w 128"/>
                  <ns1:gd name="T95" fmla="*/ 29 h 128"/>
                  <ns1:gd name="T96" fmla="*/ 100 w 128"/>
                  <ns1:gd name="T97" fmla="*/ 21 h 128"/>
                  <ns1:gd name="T98" fmla="*/ 101 w 128"/>
                  <ns1:gd name="T99" fmla="*/ 39 h 128"/>
                  <ns1:gd name="T100" fmla="*/ 102 w 128"/>
                  <ns1:gd name="T101" fmla="*/ 51 h 128"/>
                  <ns1:gd name="T102" fmla="*/ 120 w 128"/>
                  <ns1:gd name="T103" fmla="*/ 59 h 128"/>
                  <ns1:gd name="T104" fmla="*/ 108 w 128"/>
                  <ns1:gd name="T105" fmla="*/ 72 h 128"/>
                </ns1:gdLst>
                <ns1:ahLst/>
                <ns1:cxnLst>
                  <ns1:cxn ang="0">
                    <ns1:pos x="T0" y="T1"/>
                  </ns1:cxn>
                  <ns1:cxn ang="0">
                    <ns1:pos x="T2" y="T3"/>
                  </ns1:cxn>
                  <ns1:cxn ang="0">
                    <ns1:pos x="T4" y="T5"/>
                  </ns1:cxn>
                  <ns1:cxn ang="0">
                    <ns1:pos x="T6" y="T7"/>
                  </ns1:cxn>
                  <ns1:cxn ang="0">
                    <ns1:pos x="T8" y="T9"/>
                  </ns1:cxn>
                  <ns1:cxn ang="0">
                    <ns1:pos x="T10" y="T11"/>
                  </ns1:cxn>
                  <ns1:cxn ang="0">
                    <ns1:pos x="T12" y="T13"/>
                  </ns1:cxn>
                  <ns1:cxn ang="0">
                    <ns1:pos x="T14" y="T15"/>
                  </ns1:cxn>
                  <ns1:cxn ang="0">
                    <ns1:pos x="T16" y="T17"/>
                  </ns1:cxn>
                  <ns1:cxn ang="0">
                    <ns1:pos x="T18" y="T19"/>
                  </ns1:cxn>
                  <ns1:cxn ang="0">
                    <ns1:pos x="T20" y="T21"/>
                  </ns1:cxn>
                  <ns1:cxn ang="0">
                    <ns1:pos x="T22" y="T23"/>
                  </ns1:cxn>
                  <ns1:cxn ang="0">
                    <ns1:pos x="T24" y="T25"/>
                  </ns1:cxn>
                  <ns1:cxn ang="0">
                    <ns1:pos x="T26" y="T27"/>
                  </ns1:cxn>
                  <ns1:cxn ang="0">
                    <ns1:pos x="T28" y="T29"/>
                  </ns1:cxn>
                  <ns1:cxn ang="0">
                    <ns1:pos x="T30" y="T31"/>
                  </ns1:cxn>
                  <ns1:cxn ang="0">
                    <ns1:pos x="T32" y="T33"/>
                  </ns1:cxn>
                  <ns1:cxn ang="0">
                    <ns1:pos x="T34" y="T35"/>
                  </ns1:cxn>
                  <ns1:cxn ang="0">
                    <ns1:pos x="T36" y="T37"/>
                  </ns1:cxn>
                  <ns1:cxn ang="0">
                    <ns1:pos x="T38" y="T39"/>
                  </ns1:cxn>
                  <ns1:cxn ang="0">
                    <ns1:pos x="T40" y="T41"/>
                  </ns1:cxn>
                  <ns1:cxn ang="0">
                    <ns1:pos x="T42" y="T43"/>
                  </ns1:cxn>
                  <ns1:cxn ang="0">
                    <ns1:pos x="T44" y="T45"/>
                  </ns1:cxn>
                  <ns1:cxn ang="0">
                    <ns1:pos x="T46" y="T47"/>
                  </ns1:cxn>
                  <ns1:cxn ang="0">
                    <ns1:pos x="T48" y="T49"/>
                  </ns1:cxn>
                  <ns1:cxn ang="0">
                    <ns1:pos x="T50" y="T51"/>
                  </ns1:cxn>
                  <ns1:cxn ang="0">
                    <ns1:pos x="T52" y="T53"/>
                  </ns1:cxn>
                  <ns1:cxn ang="0">
                    <ns1:pos x="T54" y="T55"/>
                  </ns1:cxn>
                  <ns1:cxn ang="0">
                    <ns1:pos x="T56" y="T57"/>
                  </ns1:cxn>
                  <ns1:cxn ang="0">
                    <ns1:pos x="T58" y="T59"/>
                  </ns1:cxn>
                  <ns1:cxn ang="0">
                    <ns1:pos x="T60" y="T61"/>
                  </ns1:cxn>
                  <ns1:cxn ang="0">
                    <ns1:pos x="T62" y="T63"/>
                  </ns1:cxn>
                  <ns1:cxn ang="0">
                    <ns1:pos x="T64" y="T65"/>
                  </ns1:cxn>
                  <ns1:cxn ang="0">
                    <ns1:pos x="T66" y="T67"/>
                  </ns1:cxn>
                  <ns1:cxn ang="0">
                    <ns1:pos x="T68" y="T69"/>
                  </ns1:cxn>
                  <ns1:cxn ang="0">
                    <ns1:pos x="T70" y="T71"/>
                  </ns1:cxn>
                  <ns1:cxn ang="0">
                    <ns1:pos x="T72" y="T73"/>
                  </ns1:cxn>
                  <ns1:cxn ang="0">
                    <ns1:pos x="T74" y="T75"/>
                  </ns1:cxn>
                  <ns1:cxn ang="0">
                    <ns1:pos x="T76" y="T77"/>
                  </ns1:cxn>
                  <ns1:cxn ang="0">
                    <ns1:pos x="T78" y="T79"/>
                  </ns1:cxn>
                  <ns1:cxn ang="0">
                    <ns1:pos x="T80" y="T81"/>
                  </ns1:cxn>
                  <ns1:cxn ang="0">
                    <ns1:pos x="T82" y="T83"/>
                  </ns1:cxn>
                  <ns1:cxn ang="0">
                    <ns1:pos x="T84" y="T85"/>
                  </ns1:cxn>
                  <ns1:cxn ang="0">
                    <ns1:pos x="T86" y="T87"/>
                  </ns1:cxn>
                  <ns1:cxn ang="0">
                    <ns1:pos x="T88" y="T89"/>
                  </ns1:cxn>
                  <ns1:cxn ang="0">
                    <ns1:pos x="T90" y="T91"/>
                  </ns1:cxn>
                  <ns1:cxn ang="0">
                    <ns1:pos x="T92" y="T93"/>
                  </ns1:cxn>
                  <ns1:cxn ang="0">
                    <ns1:pos x="T94" y="T95"/>
                  </ns1:cxn>
                  <ns1:cxn ang="0">
                    <ns1:pos x="T96" y="T97"/>
                  </ns1:cxn>
                  <ns1:cxn ang="0">
                    <ns1:pos x="T98" y="T99"/>
                  </ns1:cxn>
                  <ns1:cxn ang="0">
                    <ns1:pos x="T100" y="T101"/>
                  </ns1:cxn>
                  <ns1:cxn ang="0">
                    <ns1:pos x="T102" y="T103"/>
                  </ns1:cxn>
                  <ns1:cxn ang="0">
                    <ns1:pos x="T104" y="T105"/>
                  </ns1:cxn>
                </ns1:cxnLst>
                <ns1:rect l="0" t="0" r="r" b="b"/>
                <ns1:pathLst>
                  <ns1:path w="128" h="128">
                    <ns1:moveTo>
                      <ns1:pt x="122" y="51"/>
                    </ns1:moveTo>
                    <ns1:cubicBezTo>
                      <ns1:pt x="109" y="48"/>
                      <ns1:pt x="109" y="48"/>
                      <ns1:pt x="109" y="48"/>
                    </ns1:cubicBezTo>
                    <ns1:cubicBezTo>
                      <ns1:pt x="109" y="46"/>
                      <ns1:pt x="108" y="45"/>
                      <ns1:pt x="107" y="43"/>
                    </ns1:cubicBezTo>
                    <ns1:cubicBezTo>
                      <ns1:pt x="114" y="33"/>
                      <ns1:pt x="114" y="33"/>
                      <ns1:pt x="114" y="33"/>
                    </ns1:cubicBezTo>
                    <ns1:cubicBezTo>
                      <ns1:pt x="116" y="30"/>
                      <ns1:pt x="116" y="25"/>
                      <ns1:pt x="113" y="23"/>
                    </ns1:cubicBezTo>
                    <ns1:cubicBezTo>
                      <ns1:pt x="105" y="15"/>
                      <ns1:pt x="105" y="15"/>
                      <ns1:pt x="105" y="15"/>
                    </ns1:cubicBezTo>
                    <ns1:cubicBezTo>
                      <ns1:pt x="104" y="13"/>
                      <ns1:pt x="102" y="13"/>
                      <ns1:pt x="100" y="13"/>
                    </ns1:cubicBezTo>
                    <ns1:cubicBezTo>
                      <ns1:pt x="98" y="13"/>
                      <ns1:pt x="97" y="13"/>
                      <ns1:pt x="95" y="14"/>
                    </ns1:cubicBezTo>
                    <ns1:cubicBezTo>
                      <ns1:pt x="85" y="21"/>
                      <ns1:pt x="85" y="21"/>
                      <ns1:pt x="85" y="21"/>
                    </ns1:cubicBezTo>
                    <ns1:cubicBezTo>
                      <ns1:pt x="83" y="20"/>
                      <ns1:pt x="82" y="19"/>
                      <ns1:pt x="80" y="19"/>
                    </ns1:cubicBezTo>
                    <ns1:cubicBezTo>
                      <ns1:pt x="77" y="6"/>
                      <ns1:pt x="77" y="6"/>
                      <ns1:pt x="77" y="6"/>
                    </ns1:cubicBezTo>
                    <ns1:cubicBezTo>
                      <ns1:pt x="77" y="3"/>
                      <ns1:pt x="73" y="0"/>
                      <ns1:pt x="69" y="0"/>
                    </ns1:cubicBezTo>
                    <ns1:cubicBezTo>
                      <ns1:pt x="59" y="0"/>
                      <ns1:pt x="59" y="0"/>
                      <ns1:pt x="59" y="0"/>
                    </ns1:cubicBezTo>
                    <ns1:cubicBezTo>
                      <ns1:pt x="55" y="0"/>
                      <ns1:pt x="51" y="3"/>
                      <ns1:pt x="51" y="6"/>
                    </ns1:cubicBezTo>
                    <ns1:cubicBezTo>
                      <ns1:pt x="48" y="19"/>
                      <ns1:pt x="48" y="19"/>
                      <ns1:pt x="48" y="19"/>
                    </ns1:cubicBezTo>
                    <ns1:cubicBezTo>
                      <ns1:pt x="46" y="19"/>
                      <ns1:pt x="45" y="20"/>
                      <ns1:pt x="43" y="21"/>
                    </ns1:cubicBezTo>
                    <ns1:cubicBezTo>
                      <ns1:pt x="33" y="14"/>
                      <ns1:pt x="33" y="14"/>
                      <ns1:pt x="33" y="14"/>
                    </ns1:cubicBezTo>
                    <ns1:cubicBezTo>
                      <ns1:pt x="31" y="13"/>
                      <ns1:pt x="30" y="13"/>
                      <ns1:pt x="28" y="13"/>
                    </ns1:cubicBezTo>
                    <ns1:cubicBezTo>
                      <ns1:pt x="26" y="13"/>
                      <ns1:pt x="24" y="13"/>
                      <ns1:pt x="23" y="15"/>
                    </ns1:cubicBezTo>
                    <ns1:cubicBezTo>
                      <ns1:pt x="15" y="23"/>
                      <ns1:pt x="15" y="23"/>
                      <ns1:pt x="15" y="23"/>
                    </ns1:cubicBezTo>
                    <ns1:cubicBezTo>
                      <ns1:pt x="12" y="25"/>
                      <ns1:pt x="12" y="30"/>
                      <ns1:pt x="14" y="33"/>
                    </ns1:cubicBezTo>
                    <ns1:cubicBezTo>
                      <ns1:pt x="21" y="43"/>
                      <ns1:pt x="21" y="43"/>
                      <ns1:pt x="21" y="43"/>
                    </ns1:cubicBezTo>
                    <ns1:cubicBezTo>
                      <ns1:pt x="20" y="45"/>
                      <ns1:pt x="19" y="46"/>
                      <ns1:pt x="19" y="48"/>
                    </ns1:cubicBezTo>
                    <ns1:cubicBezTo>
                      <ns1:pt x="6" y="51"/>
                      <ns1:pt x="6" y="51"/>
                      <ns1:pt x="6" y="51"/>
                    </ns1:cubicBezTo>
                    <ns1:cubicBezTo>
                      <ns1:pt x="3" y="51"/>
                      <ns1:pt x="0" y="55"/>
                      <ns1:pt x="0" y="59"/>
                    </ns1:cubicBezTo>
                    <ns1:cubicBezTo>
                      <ns1:pt x="0" y="69"/>
                      <ns1:pt x="0" y="69"/>
                      <ns1:pt x="0" y="69"/>
                    </ns1:cubicBezTo>
                    <ns1:cubicBezTo>
                      <ns1:pt x="0" y="73"/>
                      <ns1:pt x="3" y="77"/>
                      <ns1:pt x="6" y="77"/>
                    </ns1:cubicBezTo>
                    <ns1:cubicBezTo>
                      <ns1:pt x="19" y="80"/>
                      <ns1:pt x="19" y="80"/>
                      <ns1:pt x="19" y="80"/>
                    </ns1:cubicBezTo>
                    <ns1:cubicBezTo>
                      <ns1:pt x="19" y="82"/>
                      <ns1:pt x="20" y="83"/>
                      <ns1:pt x="21" y="85"/>
                    </ns1:cubicBezTo>
                    <ns1:cubicBezTo>
                      <ns1:pt x="14" y="95"/>
                      <ns1:pt x="14" y="95"/>
                      <ns1:pt x="14" y="95"/>
                    </ns1:cubicBezTo>
                    <ns1:cubicBezTo>
                      <ns1:pt x="12" y="98"/>
                      <ns1:pt x="12" y="103"/>
                      <ns1:pt x="15" y="105"/>
                    </ns1:cubicBezTo>
                    <ns1:cubicBezTo>
                      <ns1:pt x="23" y="113"/>
                      <ns1:pt x="23" y="113"/>
                      <ns1:pt x="23" y="113"/>
                    </ns1:cubicBezTo>
                    <ns1:cubicBezTo>
                      <ns1:pt x="24" y="115"/>
                      <ns1:pt x="26" y="115"/>
                      <ns1:pt x="28" y="115"/>
                    </ns1:cubicBezTo>
                    <ns1:cubicBezTo>
                      <ns1:pt x="30" y="115"/>
                      <ns1:pt x="31" y="115"/>
                      <ns1:pt x="33" y="114"/>
                    </ns1:cubicBezTo>
                    <ns1:cubicBezTo>
                      <ns1:pt x="43" y="107"/>
                      <ns1:pt x="43" y="107"/>
                      <ns1:pt x="43" y="107"/>
                    </ns1:cubicBezTo>
                    <ns1:cubicBezTo>
                      <ns1:pt x="45" y="108"/>
                      <ns1:pt x="46" y="109"/>
                      <ns1:pt x="48" y="109"/>
                    </ns1:cubicBezTo>
                    <ns1:cubicBezTo>
                      <ns1:pt x="51" y="122"/>
                      <ns1:pt x="51" y="122"/>
                      <ns1:pt x="51" y="122"/>
                    </ns1:cubicBezTo>
                    <ns1:cubicBezTo>
                      <ns1:pt x="51" y="125"/>
                      <ns1:pt x="55" y="128"/>
                      <ns1:pt x="59" y="128"/>
                    </ns1:cubicBezTo>
                    <ns1:cubicBezTo>
                      <ns1:pt x="69" y="128"/>
                      <ns1:pt x="69" y="128"/>
                      <ns1:pt x="69" y="128"/>
                    </ns1:cubicBezTo>
                    <ns1:cubicBezTo>
                      <ns1:pt x="73" y="128"/>
                      <ns1:pt x="77" y="125"/>
                      <ns1:pt x="77" y="122"/>
                    </ns1:cubicBezTo>
                    <ns1:cubicBezTo>
                      <ns1:pt x="80" y="109"/>
                      <ns1:pt x="80" y="109"/>
                      <ns1:pt x="80" y="109"/>
                    </ns1:cubicBezTo>
                    <ns1:cubicBezTo>
                      <ns1:pt x="82" y="109"/>
                      <ns1:pt x="83" y="108"/>
                      <ns1:pt x="85" y="107"/>
                    </ns1:cubicBezTo>
                    <ns1:cubicBezTo>
                      <ns1:pt x="95" y="114"/>
                      <ns1:pt x="95" y="114"/>
                      <ns1:pt x="95" y="114"/>
                    </ns1:cubicBezTo>
                    <ns1:cubicBezTo>
                      <ns1:pt x="97" y="115"/>
                      <ns1:pt x="98" y="115"/>
                      <ns1:pt x="100" y="115"/>
                    </ns1:cubicBezTo>
                    <ns1:cubicBezTo>
                      <ns1:pt x="102" y="115"/>
                      <ns1:pt x="104" y="115"/>
                      <ns1:pt x="105" y="113"/>
                    </ns1:cubicBezTo>
                    <ns1:cubicBezTo>
                      <ns1:pt x="113" y="105"/>
                      <ns1:pt x="113" y="105"/>
                      <ns1:pt x="113" y="105"/>
                    </ns1:cubicBezTo>
                    <ns1:cubicBezTo>
                      <ns1:pt x="116" y="103"/>
                      <ns1:pt x="116" y="98"/>
                      <ns1:pt x="114" y="95"/>
                    </ns1:cubicBezTo>
                    <ns1:cubicBezTo>
                      <ns1:pt x="107" y="85"/>
                      <ns1:pt x="107" y="85"/>
                      <ns1:pt x="107" y="85"/>
                    </ns1:cubicBezTo>
                    <ns1:cubicBezTo>
                      <ns1:pt x="108" y="83"/>
                      <ns1:pt x="109" y="82"/>
                      <ns1:pt x="109" y="80"/>
                    </ns1:cubicBezTo>
                    <ns1:cubicBezTo>
                      <ns1:pt x="122" y="77"/>
                      <ns1:pt x="122" y="77"/>
                      <ns1:pt x="122" y="77"/>
                    </ns1:cubicBezTo>
                    <ns1:cubicBezTo>
                      <ns1:pt x="125" y="77"/>
                      <ns1:pt x="128" y="73"/>
                      <ns1:pt x="128" y="69"/>
                    </ns1:cubicBezTo>
                    <ns1:cubicBezTo>
                      <ns1:pt x="128" y="59"/>
                      <ns1:pt x="128" y="59"/>
                      <ns1:pt x="128" y="59"/>
                    </ns1:cubicBezTo>
                    <ns1:cubicBezTo>
                      <ns1:pt x="128" y="55"/>
                      <ns1:pt x="125" y="51"/>
                      <ns1:pt x="122" y="51"/>
                    </ns1:cubicBezTo>
                    <ns1:close/>
                    <ns1:moveTo>
                      <ns1:pt x="108" y="72"/>
                    </ns1:moveTo>
                    <ns1:cubicBezTo>
                      <ns1:pt x="105" y="72"/>
                      <ns1:pt x="103" y="74"/>
                      <ns1:pt x="102" y="77"/>
                    </ns1:cubicBezTo>
                    <ns1:cubicBezTo>
                      <ns1:pt x="101" y="79"/>
                      <ns1:pt x="101" y="80"/>
                      <ns1:pt x="100" y="81"/>
                    </ns1:cubicBezTo>
                    <ns1:cubicBezTo>
                      <ns1:pt x="99" y="84"/>
                      <ns1:pt x="99" y="87"/>
                      <ns1:pt x="101" y="89"/>
                    </ns1:cubicBezTo>
                    <ns1:cubicBezTo>
                      <ns1:pt x="107" y="100"/>
                      <ns1:pt x="107" y="100"/>
                      <ns1:pt x="107" y="100"/>
                    </ns1:cubicBezTo>
                    <ns1:cubicBezTo>
                      <ns1:pt x="100" y="107"/>
                      <ns1:pt x="100" y="107"/>
                      <ns1:pt x="100" y="107"/>
                    </ns1:cubicBezTo>
                    <ns1:cubicBezTo>
                      <ns1:pt x="89" y="101"/>
                      <ns1:pt x="89" y="101"/>
                      <ns1:pt x="89" y="101"/>
                    </ns1:cubicBezTo>
                    <ns1:cubicBezTo>
                      <ns1:pt x="88" y="100"/>
                      <ns1:pt x="86" y="99"/>
                      <ns1:pt x="85" y="99"/>
                    </ns1:cubicBezTo>
                    <ns1:cubicBezTo>
                      <ns1:pt x="84" y="99"/>
                      <ns1:pt x="83" y="99"/>
                      <ns1:pt x="81" y="100"/>
                    </ns1:cubicBezTo>
                    <ns1:cubicBezTo>
                      <ns1:pt x="80" y="101"/>
                      <ns1:pt x="79" y="101"/>
                      <ns1:pt x="77" y="102"/>
                    </ns1:cubicBezTo>
                    <ns1:cubicBezTo>
                      <ns1:pt x="74" y="103"/>
                      <ns1:pt x="72" y="105"/>
                      <ns1:pt x="72" y="108"/>
                    </ns1:cubicBezTo>
                    <ns1:cubicBezTo>
                      <ns1:pt x="69" y="120"/>
                      <ns1:pt x="69" y="120"/>
                      <ns1:pt x="69" y="120"/>
                    </ns1:cubicBezTo>
                    <ns1:cubicBezTo>
                      <ns1:pt x="59" y="120"/>
                      <ns1:pt x="59" y="120"/>
                      <ns1:pt x="59" y="120"/>
                    </ns1:cubicBezTo>
                    <ns1:cubicBezTo>
                      <ns1:pt x="56" y="108"/>
                      <ns1:pt x="56" y="108"/>
                      <ns1:pt x="56" y="108"/>
                    </ns1:cubicBezTo>
                    <ns1:cubicBezTo>
                      <ns1:pt x="56" y="105"/>
                      <ns1:pt x="54" y="103"/>
                      <ns1:pt x="51" y="102"/>
                    </ns1:cubicBezTo>
                    <ns1:cubicBezTo>
                      <ns1:pt x="49" y="101"/>
                      <ns1:pt x="48" y="101"/>
                      <ns1:pt x="47" y="100"/>
                    </ns1:cubicBezTo>
                    <ns1:cubicBezTo>
                      <ns1:pt x="45" y="99"/>
                      <ns1:pt x="44" y="99"/>
                      <ns1:pt x="43" y="99"/>
                    </ns1:cubicBezTo>
                    <ns1:cubicBezTo>
                      <ns1:pt x="42" y="99"/>
                      <ns1:pt x="40" y="100"/>
                      <ns1:pt x="39" y="101"/>
                    </ns1:cubicBezTo>
                    <ns1:cubicBezTo>
                      <ns1:pt x="28" y="107"/>
                      <ns1:pt x="28" y="107"/>
                      <ns1:pt x="28" y="107"/>
                    </ns1:cubicBezTo>
                    <ns1:cubicBezTo>
                      <ns1:pt x="21" y="100"/>
                      <ns1:pt x="21" y="100"/>
                      <ns1:pt x="21" y="100"/>
                    </ns1:cubicBezTo>
                    <ns1:cubicBezTo>
                      <ns1:pt x="27" y="89"/>
                      <ns1:pt x="27" y="89"/>
                      <ns1:pt x="27" y="89"/>
                    </ns1:cubicBezTo>
                    <ns1:cubicBezTo>
                      <ns1:pt x="29" y="87"/>
                      <ns1:pt x="29" y="84"/>
                      <ns1:pt x="28" y="81"/>
                    </ns1:cubicBezTo>
                    <ns1:cubicBezTo>
                      <ns1:pt x="27" y="80"/>
                      <ns1:pt x="27" y="79"/>
                      <ns1:pt x="26" y="77"/>
                    </ns1:cubicBezTo>
                    <ns1:cubicBezTo>
                      <ns1:pt x="25" y="74"/>
                      <ns1:pt x="23" y="72"/>
                      <ns1:pt x="20" y="72"/>
                    </ns1:cubicBezTo>
                    <ns1:cubicBezTo>
                      <ns1:pt x="8" y="69"/>
                      <ns1:pt x="8" y="69"/>
                      <ns1:pt x="8" y="69"/>
                    </ns1:cubicBezTo>
                    <ns1:cubicBezTo>
                      <ns1:pt x="8" y="59"/>
                      <ns1:pt x="8" y="59"/>
                      <ns1:pt x="8" y="59"/>
                    </ns1:cubicBezTo>
                    <ns1:cubicBezTo>
                      <ns1:pt x="20" y="56"/>
                      <ns1:pt x="20" y="56"/>
                      <ns1:pt x="20" y="56"/>
                    </ns1:cubicBezTo>
                    <ns1:cubicBezTo>
                      <ns1:pt x="23" y="56"/>
                      <ns1:pt x="25" y="54"/>
                      <ns1:pt x="26" y="51"/>
                    </ns1:cubicBezTo>
                    <ns1:cubicBezTo>
                      <ns1:pt x="27" y="49"/>
                      <ns1:pt x="27" y="48"/>
                      <ns1:pt x="28" y="47"/>
                    </ns1:cubicBezTo>
                    <ns1:cubicBezTo>
                      <ns1:pt x="29" y="44"/>
                      <ns1:pt x="29" y="41"/>
                      <ns1:pt x="27" y="39"/>
                    </ns1:cubicBezTo>
                    <ns1:cubicBezTo>
                      <ns1:pt x="21" y="28"/>
                      <ns1:pt x="21" y="28"/>
                      <ns1:pt x="21" y="28"/>
                    </ns1:cubicBezTo>
                    <ns1:cubicBezTo>
                      <ns1:pt x="28" y="21"/>
                      <ns1:pt x="28" y="21"/>
                      <ns1:pt x="28" y="21"/>
                    </ns1:cubicBezTo>
                    <ns1:cubicBezTo>
                      <ns1:pt x="39" y="27"/>
                      <ns1:pt x="39" y="27"/>
                      <ns1:pt x="39" y="27"/>
                    </ns1:cubicBezTo>
                    <ns1:cubicBezTo>
                      <ns1:pt x="40" y="28"/>
                      <ns1:pt x="42" y="29"/>
                      <ns1:pt x="43" y="29"/>
                    </ns1:cubicBezTo>
                    <ns1:cubicBezTo>
                      <ns1:pt x="44" y="29"/>
                      <ns1:pt x="45" y="29"/>
                      <ns1:pt x="47" y="28"/>
                    </ns1:cubicBezTo>
                    <ns1:cubicBezTo>
                      <ns1:pt x="48" y="27"/>
                      <ns1:pt x="49" y="27"/>
                      <ns1:pt x="51" y="26"/>
                    </ns1:cubicBezTo>
                    <ns1:cubicBezTo>
                      <ns1:pt x="54" y="25"/>
                      <ns1:pt x="56" y="23"/>
                      <ns1:pt x="56" y="20"/>
                    </ns1:cubicBezTo>
                    <ns1:cubicBezTo>
                      <ns1:pt x="59" y="8"/>
                      <ns1:pt x="59" y="8"/>
                      <ns1:pt x="59" y="8"/>
                    </ns1:cubicBezTo>
                    <ns1:cubicBezTo>
                      <ns1:pt x="69" y="8"/>
                      <ns1:pt x="69" y="8"/>
                      <ns1:pt x="69" y="8"/>
                    </ns1:cubicBezTo>
                    <ns1:cubicBezTo>
                      <ns1:pt x="72" y="20"/>
                      <ns1:pt x="72" y="20"/>
                      <ns1:pt x="72" y="20"/>
                    </ns1:cubicBezTo>
                    <ns1:cubicBezTo>
                      <ns1:pt x="72" y="23"/>
                      <ns1:pt x="74" y="25"/>
                      <ns1:pt x="77" y="26"/>
                    </ns1:cubicBezTo>
                    <ns1:cubicBezTo>
                      <ns1:pt x="79" y="27"/>
                      <ns1:pt x="80" y="27"/>
                      <ns1:pt x="81" y="28"/>
                    </ns1:cubicBezTo>
                    <ns1:cubicBezTo>
                      <ns1:pt x="83" y="29"/>
                      <ns1:pt x="84" y="29"/>
                      <ns1:pt x="85" y="29"/>
                    </ns1:cubicBezTo>
                    <ns1:cubicBezTo>
                      <ns1:pt x="86" y="29"/>
                      <ns1:pt x="88" y="28"/>
                      <ns1:pt x="89" y="27"/>
                    </ns1:cubicBezTo>
                    <ns1:cubicBezTo>
                      <ns1:pt x="100" y="21"/>
                      <ns1:pt x="100" y="21"/>
                      <ns1:pt x="100" y="21"/>
                    </ns1:cubicBezTo>
                    <ns1:cubicBezTo>
                      <ns1:pt x="107" y="28"/>
                      <ns1:pt x="107" y="28"/>
                      <ns1:pt x="107" y="28"/>
                    </ns1:cubicBezTo>
                    <ns1:cubicBezTo>
                      <ns1:pt x="101" y="39"/>
                      <ns1:pt x="101" y="39"/>
                      <ns1:pt x="101" y="39"/>
                    </ns1:cubicBezTo>
                    <ns1:cubicBezTo>
                      <ns1:pt x="99" y="41"/>
                      <ns1:pt x="99" y="44"/>
                      <ns1:pt x="100" y="47"/>
                    </ns1:cubicBezTo>
                    <ns1:cubicBezTo>
                      <ns1:pt x="101" y="48"/>
                      <ns1:pt x="101" y="49"/>
                      <ns1:pt x="102" y="51"/>
                    </ns1:cubicBezTo>
                    <ns1:cubicBezTo>
                      <ns1:pt x="103" y="54"/>
                      <ns1:pt x="105" y="56"/>
                      <ns1:pt x="108" y="56"/>
                    </ns1:cubicBezTo>
                    <ns1:cubicBezTo>
                      <ns1:pt x="120" y="59"/>
                      <ns1:pt x="120" y="59"/>
                      <ns1:pt x="120" y="59"/>
                    </ns1:cubicBezTo>
                    <ns1:cubicBezTo>
                      <ns1:pt x="120" y="69"/>
                      <ns1:pt x="120" y="69"/>
                      <ns1:pt x="120" y="69"/>
                    </ns1:cubicBezTo>
                    <ns1:lnTo>
                      <ns1:pt x="108" y="72"/>
                    </ns1:lnTo>
                    <ns1:close/>
                  </ns1:path>
                </ns1:pathLst>
              </ns1:custGeom>
              <ns1:grpFill/>
              <ns1:ln>
                <ns1:noFill/>
              </ns1:ln>
              <ns1:extLst>
                <ns1:ext uri="{91240B29-F687-4F45-9708-019B960494DF}">
                  <ns2:hiddenLine w="9525">
                    <ns1:solidFill>
                      <ns1:srgbClr val="000000"/>
                    </ns1:solidFill>
                    <ns1:round/>
                    <ns1:headEnd/>
                    <ns1:tailEnd/>
                  </ns2:hiddenLine>
                </ns1:ext>
              </ns1:extLst>
            </ns0:spPr>
            <ns0:txBody>
              <ns1:bodyPr vert="horz" wrap="square" lIns="91440" tIns="45720" rIns="91440" bIns="45720" numCol="1" anchor="t" anchorCtr="0" compatLnSpc="1">
                <ns1:prstTxWarp prst="textNoShape">
                  <ns1:avLst/>
                </ns1:prstTxWarp>
              </ns1:bodyPr>
              <ns1:lstStyle/>
              <ns1:p>
                <ns1:endParaRPr lang="id-ID" sz="2700"/>
              </ns1:p>
            </ns0:txBody>
          </ns0:sp>
          <ns0:sp>
            <ns0:nvSpPr>
              <ns0:cNvPr id="254" name="Freeform 11"/>
              <ns0:cNvSpPr>
                <ns1:spLocks noEditPoints="1"/>
              </ns0:cNvSpPr>
              <ns0:nvPr/>
            </ns0:nvSpPr>
            <ns0:spPr bwMode="auto">
              <ns1:xfrm>
                <ns1:off x="7866063" y="1806575"/>
                <ns1:ext cx="214313" cy="214313"/>
              </ns1:xfrm>
              <ns1:custGeom>
                <ns1:avLst/>
                <ns1:gdLst>
                  <ns1:gd name="T0" fmla="*/ 28 w 56"/>
                  <ns1:gd name="T1" fmla="*/ 0 h 56"/>
                  <ns1:gd name="T2" fmla="*/ 0 w 56"/>
                  <ns1:gd name="T3" fmla="*/ 28 h 56"/>
                  <ns1:gd name="T4" fmla="*/ 28 w 56"/>
                  <ns1:gd name="T5" fmla="*/ 56 h 56"/>
                  <ns1:gd name="T6" fmla="*/ 56 w 56"/>
                  <ns1:gd name="T7" fmla="*/ 28 h 56"/>
                  <ns1:gd name="T8" fmla="*/ 28 w 56"/>
                  <ns1:gd name="T9" fmla="*/ 0 h 56"/>
                  <ns1:gd name="T10" fmla="*/ 28 w 56"/>
                  <ns1:gd name="T11" fmla="*/ 53 h 56"/>
                  <ns1:gd name="T12" fmla="*/ 4 w 56"/>
                  <ns1:gd name="T13" fmla="*/ 28 h 56"/>
                  <ns1:gd name="T14" fmla="*/ 28 w 56"/>
                  <ns1:gd name="T15" fmla="*/ 4 h 56"/>
                  <ns1:gd name="T16" fmla="*/ 53 w 56"/>
                  <ns1:gd name="T17" fmla="*/ 28 h 56"/>
                  <ns1:gd name="T18" fmla="*/ 28 w 56"/>
                  <ns1:gd name="T19" fmla="*/ 53 h 56"/>
                </ns1:gdLst>
                <ns1:ahLst/>
                <ns1:cxnLst>
                  <ns1:cxn ang="0">
                    <ns1:pos x="T0" y="T1"/>
                  </ns1:cxn>
                  <ns1:cxn ang="0">
                    <ns1:pos x="T2" y="T3"/>
                  </ns1:cxn>
                  <ns1:cxn ang="0">
                    <ns1:pos x="T4" y="T5"/>
                  </ns1:cxn>
                  <ns1:cxn ang="0">
                    <ns1:pos x="T6" y="T7"/>
                  </ns1:cxn>
                  <ns1:cxn ang="0">
                    <ns1:pos x="T8" y="T9"/>
                  </ns1:cxn>
                  <ns1:cxn ang="0">
                    <ns1:pos x="T10" y="T11"/>
                  </ns1:cxn>
                  <ns1:cxn ang="0">
                    <ns1:pos x="T12" y="T13"/>
                  </ns1:cxn>
                  <ns1:cxn ang="0">
                    <ns1:pos x="T14" y="T15"/>
                  </ns1:cxn>
                  <ns1:cxn ang="0">
                    <ns1:pos x="T16" y="T17"/>
                  </ns1:cxn>
                  <ns1:cxn ang="0">
                    <ns1:pos x="T18" y="T19"/>
                  </ns1:cxn>
                </ns1:cxnLst>
                <ns1:rect l="0" t="0" r="r" b="b"/>
                <ns1:pathLst>
                  <ns1:path w="56" h="56">
                    <ns1:moveTo>
                      <ns1:pt x="28" y="0"/>
                    </ns1:moveTo>
                    <ns1:cubicBezTo>
                      <ns1:pt x="13" y="0"/>
                      <ns1:pt x="0" y="13"/>
                      <ns1:pt x="0" y="28"/>
                    </ns1:cubicBezTo>
                    <ns1:cubicBezTo>
                      <ns1:pt x="0" y="43"/>
                      <ns1:pt x="13" y="56"/>
                      <ns1:pt x="28" y="56"/>
                    </ns1:cubicBezTo>
                    <ns1:cubicBezTo>
                      <ns1:pt x="43" y="56"/>
                      <ns1:pt x="56" y="43"/>
                      <ns1:pt x="56" y="28"/>
                    </ns1:cubicBezTo>
                    <ns1:cubicBezTo>
                      <ns1:pt x="56" y="13"/>
                      <ns1:pt x="43" y="0"/>
                      <ns1:pt x="28" y="0"/>
                    </ns1:cubicBezTo>
                    <ns1:close/>
                    <ns1:moveTo>
                      <ns1:pt x="28" y="53"/>
                    </ns1:moveTo>
                    <ns1:cubicBezTo>
                      <ns1:pt x="14" y="53"/>
                      <ns1:pt x="4" y="42"/>
                      <ns1:pt x="4" y="28"/>
                    </ns1:cubicBezTo>
                    <ns1:cubicBezTo>
                      <ns1:pt x="4" y="14"/>
                      <ns1:pt x="14" y="4"/>
                      <ns1:pt x="28" y="4"/>
                    </ns1:cubicBezTo>
                    <ns1:cubicBezTo>
                      <ns1:pt x="42" y="4"/>
                      <ns1:pt x="53" y="14"/>
                      <ns1:pt x="53" y="28"/>
                    </ns1:cubicBezTo>
                    <ns1:cubicBezTo>
                      <ns1:pt x="53" y="42"/>
                      <ns1:pt x="42" y="53"/>
                      <ns1:pt x="28" y="53"/>
                    </ns1:cubicBezTo>
                    <ns1:close/>
                  </ns1:path>
                </ns1:pathLst>
              </ns1:custGeom>
              <ns1:grpFill/>
              <ns1:ln>
                <ns1:noFill/>
              </ns1:ln>
              <ns1:extLst>
                <ns1:ext uri="{91240B29-F687-4F45-9708-019B960494DF}">
                  <ns2:hiddenLine w="9525">
                    <ns1:solidFill>
                      <ns1:srgbClr val="000000"/>
                    </ns1:solidFill>
                    <ns1:round/>
                    <ns1:headEnd/>
                    <ns1:tailEnd/>
                  </ns2:hiddenLine>
                </ns1:ext>
              </ns1:extLst>
            </ns0:spPr>
            <ns0:txBody>
              <ns1:bodyPr vert="horz" wrap="square" lIns="91440" tIns="45720" rIns="91440" bIns="45720" numCol="1" anchor="t" anchorCtr="0" compatLnSpc="1">
                <ns1:prstTxWarp prst="textNoShape">
                  <ns1:avLst/>
                </ns1:prstTxWarp>
              </ns1:bodyPr>
              <ns1:lstStyle/>
              <ns1:p>
                <ns1:endParaRPr lang="id-ID" sz="2700"/>
              </ns1:p>
            </ns0:txBody>
          </ns0:sp>
          <ns0:sp>
            <ns0:nvSpPr>
              <ns0:cNvPr id="255" name="Freeform 12"/>
              <ns0:cNvSpPr>
                <ns1:spLocks noEditPoints="1"/>
              </ns0:cNvSpPr>
              <ns0:nvPr/>
            </ns0:nvSpPr>
            <ns0:spPr bwMode="auto">
              <ns1:xfrm>
                <ns1:off x="7912101" y="1852613"/>
                <ns1:ext cx="122238" cy="122238"/>
              </ns1:xfrm>
              <ns1:custGeom>
                <ns1:avLst/>
                <ns1:gdLst>
                  <ns1:gd name="T0" fmla="*/ 16 w 32"/>
                  <ns1:gd name="T1" fmla="*/ 0 h 32"/>
                  <ns1:gd name="T2" fmla="*/ 0 w 32"/>
                  <ns1:gd name="T3" fmla="*/ 16 h 32"/>
                  <ns1:gd name="T4" fmla="*/ 16 w 32"/>
                  <ns1:gd name="T5" fmla="*/ 32 h 32"/>
                  <ns1:gd name="T6" fmla="*/ 32 w 32"/>
                  <ns1:gd name="T7" fmla="*/ 16 h 32"/>
                  <ns1:gd name="T8" fmla="*/ 16 w 32"/>
                  <ns1:gd name="T9" fmla="*/ 0 h 32"/>
                  <ns1:gd name="T10" fmla="*/ 16 w 32"/>
                  <ns1:gd name="T11" fmla="*/ 28 h 32"/>
                  <ns1:gd name="T12" fmla="*/ 4 w 32"/>
                  <ns1:gd name="T13" fmla="*/ 16 h 32"/>
                  <ns1:gd name="T14" fmla="*/ 16 w 32"/>
                  <ns1:gd name="T15" fmla="*/ 4 h 32"/>
                  <ns1:gd name="T16" fmla="*/ 28 w 32"/>
                  <ns1:gd name="T17" fmla="*/ 16 h 32"/>
                  <ns1:gd name="T18" fmla="*/ 16 w 32"/>
                  <ns1:gd name="T19" fmla="*/ 28 h 32"/>
                </ns1:gdLst>
                <ns1:ahLst/>
                <ns1:cxnLst>
                  <ns1:cxn ang="0">
                    <ns1:pos x="T0" y="T1"/>
                  </ns1:cxn>
                  <ns1:cxn ang="0">
                    <ns1:pos x="T2" y="T3"/>
                  </ns1:cxn>
                  <ns1:cxn ang="0">
                    <ns1:pos x="T4" y="T5"/>
                  </ns1:cxn>
                  <ns1:cxn ang="0">
                    <ns1:pos x="T6" y="T7"/>
                  </ns1:cxn>
                  <ns1:cxn ang="0">
                    <ns1:pos x="T8" y="T9"/>
                  </ns1:cxn>
                  <ns1:cxn ang="0">
                    <ns1:pos x="T10" y="T11"/>
                  </ns1:cxn>
                  <ns1:cxn ang="0">
                    <ns1:pos x="T12" y="T13"/>
                  </ns1:cxn>
                  <ns1:cxn ang="0">
                    <ns1:pos x="T14" y="T15"/>
                  </ns1:cxn>
                  <ns1:cxn ang="0">
                    <ns1:pos x="T16" y="T17"/>
                  </ns1:cxn>
                  <ns1:cxn ang="0">
                    <ns1:pos x="T18" y="T19"/>
                  </ns1:cxn>
                </ns1:cxnLst>
                <ns1:rect l="0" t="0" r="r" b="b"/>
                <ns1:pathLst>
                  <ns1:path w="32" h="32">
                    <ns1:moveTo>
                      <ns1:pt x="16" y="0"/>
                    </ns1:moveTo>
                    <ns1:cubicBezTo>
                      <ns1:pt x="7" y="0"/>
                      <ns1:pt x="0" y="7"/>
                      <ns1:pt x="0" y="16"/>
                    </ns1:cubicBezTo>
                    <ns1:cubicBezTo>
                      <ns1:pt x="0" y="25"/>
                      <ns1:pt x="7" y="32"/>
                      <ns1:pt x="16" y="32"/>
                    </ns1:cubicBezTo>
                    <ns1:cubicBezTo>
                      <ns1:pt x="25" y="32"/>
                      <ns1:pt x="32" y="25"/>
                      <ns1:pt x="32" y="16"/>
                    </ns1:cubicBezTo>
                    <ns1:cubicBezTo>
                      <ns1:pt x="32" y="7"/>
                      <ns1:pt x="25" y="0"/>
                      <ns1:pt x="16" y="0"/>
                    </ns1:cubicBezTo>
                    <ns1:close/>
                    <ns1:moveTo>
                      <ns1:pt x="16" y="28"/>
                    </ns1:moveTo>
                    <ns1:cubicBezTo>
                      <ns1:pt x="9" y="28"/>
                      <ns1:pt x="4" y="23"/>
                      <ns1:pt x="4" y="16"/>
                    </ns1:cubicBezTo>
                    <ns1:cubicBezTo>
                      <ns1:pt x="4" y="9"/>
                      <ns1:pt x="9" y="4"/>
                      <ns1:pt x="16" y="4"/>
                    </ns1:cubicBezTo>
                    <ns1:cubicBezTo>
                      <ns1:pt x="23" y="4"/>
                      <ns1:pt x="28" y="9"/>
                      <ns1:pt x="28" y="16"/>
                    </ns1:cubicBezTo>
                    <ns1:cubicBezTo>
                      <ns1:pt x="28" y="23"/>
                      <ns1:pt x="23" y="28"/>
                      <ns1:pt x="16" y="28"/>
                    </ns1:cubicBezTo>
                    <ns1:close/>
                  </ns1:path>
                </ns1:pathLst>
              </ns1:custGeom>
              <ns1:grpFill/>
              <ns1:ln>
                <ns1:noFill/>
              </ns1:ln>
              <ns1:extLst>
                <ns1:ext uri="{91240B29-F687-4F45-9708-019B960494DF}">
                  <ns2:hiddenLine w="9525">
                    <ns1:solidFill>
                      <ns1:srgbClr val="000000"/>
                    </ns1:solidFill>
                    <ns1:round/>
                    <ns1:headEnd/>
                    <ns1:tailEnd/>
                  </ns2:hiddenLine>
                </ns1:ext>
              </ns1:extLst>
            </ns0:spPr>
            <ns0:txBody>
              <ns1:bodyPr vert="horz" wrap="square" lIns="91440" tIns="45720" rIns="91440" bIns="45720" numCol="1" anchor="t" anchorCtr="0" compatLnSpc="1">
                <ns1:prstTxWarp prst="textNoShape">
                  <ns1:avLst/>
                </ns1:prstTxWarp>
              </ns1:bodyPr>
              <ns1:lstStyle/>
              <ns1:p>
                <ns1:endParaRPr lang="id-ID" sz="2700"/>
              </ns1:p>
            </ns0:txBody>
          </ns0:sp>
        </ns0:grpSp>
      </ns0:grpSp>
      <ns0:grpSp>
        <ns0:nvGrpSpPr>
          <ns0:cNvPr id="259" name="Group 258"/>
          <ns0:cNvGrpSpPr/>
          <ns0:nvPr/>
        </ns0:nvGrpSpPr>
        <ns0:grpSpPr>
          <ns1:xfrm>
            <ns1:off x="10261069" y="4601781"/>
            <ns1:ext cx="375930" cy="369791"/>
            <ns1:chOff x="2347912" y="1022351"/>
            <ns1:chExt cx="777876" cy="765174"/>
          </ns1:xfrm>
          <ns1:solidFill>
            <ns1:schemeClr val="tx1"/>
          </ns1:solidFill>
        </ns0:grpSpPr>
        <ns0:sp>
          <ns0:nvSpPr>
            <ns0:cNvPr id="260" name="Freeform 20"/>
            <ns0:cNvSpPr>
              <ns1:spLocks noEditPoints="1"/>
            </ns0:cNvSpPr>
            <ns0:nvPr/>
          </ns0:nvSpPr>
          <ns0:spPr bwMode="auto">
            <ns1:xfrm>
              <ns1:off x="2347912" y="1033463"/>
              <ns1:ext cx="777876" cy="754062"/>
            </ns1:xfrm>
            <ns1:custGeom>
              <ns1:avLst/>
              <ns1:gdLst>
                <ns1:gd name="T0" fmla="*/ 41 w 204"/>
                <ns1:gd name="T1" fmla="*/ 198 h 198"/>
                <ns1:gd name="T2" fmla="*/ 24 w 204"/>
                <ns1:gd name="T3" fmla="*/ 192 h 198"/>
                <ns1:gd name="T4" fmla="*/ 42 w 204"/>
                <ns1:gd name="T5" fmla="*/ 174 h 198"/>
                <ns1:gd name="T6" fmla="*/ 27 w 204"/>
                <ns1:gd name="T7" fmla="*/ 160 h 198"/>
                <ns1:gd name="T8" fmla="*/ 9 w 204"/>
                <ns1:gd name="T9" fmla="*/ 178 h 198"/>
                <ns1:gd name="T10" fmla="*/ 14 w 204"/>
                <ns1:gd name="T11" fmla="*/ 135 h 198"/>
                <ns1:gd name="T12" fmla="*/ 52 w 204"/>
                <ns1:gd name="T13" fmla="*/ 126 h 198"/>
                <ns1:gd name="T14" fmla="*/ 138 w 204"/>
                <ns1:gd name="T15" fmla="*/ 11 h 198"/>
                <ns1:gd name="T16" fmla="*/ 178 w 204"/>
                <ns1:gd name="T17" fmla="*/ 3 h 198"/>
                <ns1:gd name="T18" fmla="*/ 180 w 204"/>
                <ns1:gd name="T19" fmla="*/ 9 h 198"/>
                <ns1:gd name="T20" fmla="*/ 163 w 204"/>
                <ns1:gd name="T21" fmla="*/ 39 h 198"/>
                <ns1:gd name="T22" fmla="*/ 192 w 204"/>
                <ns1:gd name="T23" fmla="*/ 22 h 198"/>
                <ns1:gd name="T24" fmla="*/ 198 w 204"/>
                <ns1:gd name="T25" fmla="*/ 23 h 198"/>
                <ns1:gd name="T26" fmla="*/ 164 w 204"/>
                <ns1:gd name="T27" fmla="*/ 74 h 198"/>
                <ns1:gd name="T28" fmla="*/ 75 w 204"/>
                <ns1:gd name="T29" fmla="*/ 149 h 198"/>
                <ns1:gd name="T30" fmla="*/ 41 w 204"/>
                <ns1:gd name="T31" fmla="*/ 198 h 198"/>
                <ns1:gd name="T32" fmla="*/ 61 w 204"/>
                <ns1:gd name="T33" fmla="*/ 182 h 198"/>
                <ns1:gd name="T34" fmla="*/ 68 w 204"/>
                <ns1:gd name="T35" fmla="*/ 145 h 198"/>
                <ns1:gd name="T36" fmla="*/ 152 w 204"/>
                <ns1:gd name="T37" fmla="*/ 64 h 198"/>
                <ns1:gd name="T38" fmla="*/ 185 w 204"/>
                <ns1:gd name="T39" fmla="*/ 58 h 198"/>
                <ns1:gd name="T40" fmla="*/ 182 w 204"/>
                <ns1:gd name="T41" fmla="*/ 46 h 198"/>
                <ns1:gd name="T42" fmla="*/ 159 w 204"/>
                <ns1:gd name="T43" fmla="*/ 47 h 198"/>
                <ns1:gd name="T44" fmla="*/ 155 w 204"/>
                <ns1:gd name="T45" fmla="*/ 22 h 198"/>
                <ns1:gd name="T46" fmla="*/ 169 w 204"/>
                <ns1:gd name="T47" fmla="*/ 8 h 198"/>
                <ns1:gd name="T48" fmla="*/ 143 w 204"/>
                <ns1:gd name="T49" fmla="*/ 16 h 198"/>
                <ns1:gd name="T50" fmla="*/ 136 w 204"/>
                <ns1:gd name="T51" fmla="*/ 53 h 198"/>
                <ns1:gd name="T52" fmla="*/ 52 w 204"/>
                <ns1:gd name="T53" fmla="*/ 134 h 198"/>
                <ns1:gd name="T54" fmla="*/ 19 w 204"/>
                <ns1:gd name="T55" fmla="*/ 140 h 198"/>
                <ns1:gd name="T56" fmla="*/ 22 w 204"/>
                <ns1:gd name="T57" fmla="*/ 153 h 198"/>
                <ns1:gd name="T58" fmla="*/ 46 w 204"/>
                <ns1:gd name="T59" fmla="*/ 152 h 198"/>
                <ns1:gd name="T60" fmla="*/ 50 w 204"/>
                <ns1:gd name="T61" fmla="*/ 176 h 198"/>
                <ns1:gd name="T62" fmla="*/ 36 w 204"/>
                <ns1:gd name="T63" fmla="*/ 190 h 198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  <ns1:cxn ang="0">
                  <ns1:pos x="T14" y="T15"/>
                </ns1:cxn>
                <ns1:cxn ang="0">
                  <ns1:pos x="T16" y="T17"/>
                </ns1:cxn>
                <ns1:cxn ang="0">
                  <ns1:pos x="T18" y="T19"/>
                </ns1:cxn>
                <ns1:cxn ang="0">
                  <ns1:pos x="T20" y="T21"/>
                </ns1:cxn>
                <ns1:cxn ang="0">
                  <ns1:pos x="T22" y="T23"/>
                </ns1:cxn>
                <ns1:cxn ang="0">
                  <ns1:pos x="T24" y="T25"/>
                </ns1:cxn>
                <ns1:cxn ang="0">
                  <ns1:pos x="T26" y="T27"/>
                </ns1:cxn>
                <ns1:cxn ang="0">
                  <ns1:pos x="T28" y="T29"/>
                </ns1:cxn>
                <ns1:cxn ang="0">
                  <ns1:pos x="T30" y="T31"/>
                </ns1:cxn>
                <ns1:cxn ang="0">
                  <ns1:pos x="T32" y="T33"/>
                </ns1:cxn>
                <ns1:cxn ang="0">
                  <ns1:pos x="T34" y="T35"/>
                </ns1:cxn>
                <ns1:cxn ang="0">
                  <ns1:pos x="T36" y="T37"/>
                </ns1:cxn>
                <ns1:cxn ang="0">
                  <ns1:pos x="T38" y="T39"/>
                </ns1:cxn>
                <ns1:cxn ang="0">
                  <ns1:pos x="T40" y="T41"/>
                </ns1:cxn>
                <ns1:cxn ang="0">
                  <ns1:pos x="T42" y="T43"/>
                </ns1:cxn>
                <ns1:cxn ang="0">
                  <ns1:pos x="T44" y="T45"/>
                </ns1:cxn>
                <ns1:cxn ang="0">
                  <ns1:pos x="T46" y="T47"/>
                </ns1:cxn>
                <ns1:cxn ang="0">
                  <ns1:pos x="T48" y="T49"/>
                </ns1:cxn>
                <ns1:cxn ang="0">
                  <ns1:pos x="T50" y="T51"/>
                </ns1:cxn>
                <ns1:cxn ang="0">
                  <ns1:pos x="T52" y="T53"/>
                </ns1:cxn>
                <ns1:cxn ang="0">
                  <ns1:pos x="T54" y="T55"/>
                </ns1:cxn>
                <ns1:cxn ang="0">
                  <ns1:pos x="T56" y="T57"/>
                </ns1:cxn>
                <ns1:cxn ang="0">
                  <ns1:pos x="T58" y="T59"/>
                </ns1:cxn>
                <ns1:cxn ang="0">
                  <ns1:pos x="T60" y="T61"/>
                </ns1:cxn>
                <ns1:cxn ang="0">
                  <ns1:pos x="T62" y="T63"/>
                </ns1:cxn>
              </ns1:cxnLst>
              <ns1:rect l="0" t="0" r="r" b="b"/>
              <ns1:pathLst>
                <ns1:path w="204" h="198">
                  <ns1:moveTo>
                    <ns1:pt x="41" y="198"/>
                  </ns1:moveTo>
                  <ns1:cubicBezTo>
                    <ns1:pt x="41" y="198"/>
                    <ns1:pt x="41" y="198"/>
                    <ns1:pt x="41" y="198"/>
                  </ns1:cubicBezTo>
                  <ns1:cubicBezTo>
                    <ns1:pt x="36" y="198"/>
                    <ns1:pt x="31" y="197"/>
                    <ns1:pt x="26" y="195"/>
                  </ns1:cubicBezTo>
                  <ns1:cubicBezTo>
                    <ns1:pt x="25" y="195"/>
                    <ns1:pt x="24" y="194"/>
                    <ns1:pt x="24" y="192"/>
                  </ns1:cubicBezTo>
                  <ns1:cubicBezTo>
                    <ns1:pt x="24" y="191"/>
                    <ns1:pt x="24" y="189"/>
                    <ns1:pt x="25" y="189"/>
                  </ns1:cubicBezTo>
                  <ns1:cubicBezTo>
                    <ns1:pt x="42" y="174"/>
                    <ns1:pt x="42" y="174"/>
                    <ns1:pt x="42" y="174"/>
                  </ns1:cubicBezTo>
                  <ns1:cubicBezTo>
                    <ns1:pt x="42" y="160"/>
                    <ns1:pt x="42" y="160"/>
                    <ns1:pt x="42" y="160"/>
                  </ns1:cubicBezTo>
                  <ns1:cubicBezTo>
                    <ns1:pt x="27" y="160"/>
                    <ns1:pt x="27" y="160"/>
                    <ns1:pt x="27" y="160"/>
                  </ns1:cubicBezTo>
                  <ns1:cubicBezTo>
                    <ns1:pt x="12" y="177"/>
                    <ns1:pt x="12" y="177"/>
                    <ns1:pt x="12" y="177"/>
                  </ns1:cubicBezTo>
                  <ns1:cubicBezTo>
                    <ns1:pt x="11" y="178"/>
                    <ns1:pt x="10" y="178"/>
                    <ns1:pt x="9" y="178"/>
                  </ns1:cubicBezTo>
                  <ns1:cubicBezTo>
                    <ns1:pt x="7" y="178"/>
                    <ns1:pt x="6" y="177"/>
                    <ns1:pt x="6" y="175"/>
                  </ns1:cubicBezTo>
                  <ns1:cubicBezTo>
                    <ns1:pt x="0" y="161"/>
                    <ns1:pt x="3" y="145"/>
                    <ns1:pt x="14" y="135"/>
                  </ns1:cubicBezTo>
                  <ns1:cubicBezTo>
                    <ns1:pt x="21" y="127"/>
                    <ns1:pt x="30" y="124"/>
                    <ns1:pt x="40" y="124"/>
                  </ns1:cubicBezTo>
                  <ns1:cubicBezTo>
                    <ns1:pt x="44" y="124"/>
                    <ns1:pt x="48" y="124"/>
                    <ns1:pt x="52" y="126"/>
                  </ns1:cubicBezTo>
                  <ns1:cubicBezTo>
                    <ns1:pt x="129" y="49"/>
                    <ns1:pt x="129" y="49"/>
                    <ns1:pt x="129" y="49"/>
                  </ns1:cubicBezTo>
                  <ns1:cubicBezTo>
                    <ns1:pt x="124" y="36"/>
                    <ns1:pt x="127" y="21"/>
                    <ns1:pt x="138" y="11"/>
                  </ns1:cubicBezTo>
                  <ns1:cubicBezTo>
                    <ns1:pt x="145" y="4"/>
                    <ns1:pt x="154" y="0"/>
                    <ns1:pt x="164" y="0"/>
                  </ns1:cubicBezTo>
                  <ns1:cubicBezTo>
                    <ns1:pt x="169" y="0"/>
                    <ns1:pt x="174" y="1"/>
                    <ns1:pt x="178" y="3"/>
                  </ns1:cubicBezTo>
                  <ns1:cubicBezTo>
                    <ns1:pt x="180" y="3"/>
                    <ns1:pt x="181" y="4"/>
                    <ns1:pt x="181" y="6"/>
                  </ns1:cubicBezTo>
                  <ns1:cubicBezTo>
                    <ns1:pt x="181" y="7"/>
                    <ns1:pt x="181" y="8"/>
                    <ns1:pt x="180" y="9"/>
                  </ns1:cubicBezTo>
                  <ns1:cubicBezTo>
                    <ns1:pt x="163" y="24"/>
                    <ns1:pt x="163" y="24"/>
                    <ns1:pt x="163" y="24"/>
                  </ns1:cubicBezTo>
                  <ns1:cubicBezTo>
                    <ns1:pt x="163" y="39"/>
                    <ns1:pt x="163" y="39"/>
                    <ns1:pt x="163" y="39"/>
                  </ns1:cubicBezTo>
                  <ns1:cubicBezTo>
                    <ns1:pt x="177" y="39"/>
                    <ns1:pt x="177" y="39"/>
                    <ns1:pt x="177" y="39"/>
                  </ns1:cubicBezTo>
                  <ns1:cubicBezTo>
                    <ns1:pt x="192" y="22"/>
                    <ns1:pt x="192" y="22"/>
                    <ns1:pt x="192" y="22"/>
                  </ns1:cubicBezTo>
                  <ns1:cubicBezTo>
                    <ns1:pt x="192" y="21"/>
                    <ns1:pt x="194" y="21"/>
                    <ns1:pt x="195" y="21"/>
                  </ns1:cubicBezTo>
                  <ns1:cubicBezTo>
                    <ns1:pt x="197" y="21"/>
                    <ns1:pt x="198" y="22"/>
                    <ns1:pt x="198" y="23"/>
                  </ns1:cubicBezTo>
                  <ns1:cubicBezTo>
                    <ns1:pt x="204" y="37"/>
                    <ns1:pt x="201" y="53"/>
                    <ns1:pt x="190" y="63"/>
                  </ns1:cubicBezTo>
                  <ns1:cubicBezTo>
                    <ns1:pt x="183" y="71"/>
                    <ns1:pt x="174" y="74"/>
                    <ns1:pt x="164" y="74"/>
                  </ns1:cubicBezTo>
                  <ns1:cubicBezTo>
                    <ns1:pt x="160" y="74"/>
                    <ns1:pt x="156" y="74"/>
                    <ns1:pt x="152" y="72"/>
                  </ns1:cubicBezTo>
                  <ns1:cubicBezTo>
                    <ns1:pt x="75" y="149"/>
                    <ns1:pt x="75" y="149"/>
                    <ns1:pt x="75" y="149"/>
                  </ns1:cubicBezTo>
                  <ns1:cubicBezTo>
                    <ns1:pt x="80" y="162"/>
                    <ns1:pt x="77" y="177"/>
                    <ns1:pt x="67" y="187"/>
                  </ns1:cubicBezTo>
                  <ns1:cubicBezTo>
                    <ns1:pt x="60" y="194"/>
                    <ns1:pt x="50" y="198"/>
                    <ns1:pt x="41" y="198"/>
                  </ns1:cubicBezTo>
                  <ns1:close/>
                  <ns1:moveTo>
                    <ns1:pt x="36" y="190"/>
                  </ns1:moveTo>
                  <ns1:cubicBezTo>
                    <ns1:pt x="45" y="191"/>
                    <ns1:pt x="54" y="188"/>
                    <ns1:pt x="61" y="182"/>
                  </ns1:cubicBezTo>
                  <ns1:cubicBezTo>
                    <ns1:pt x="69" y="173"/>
                    <ns1:pt x="72" y="161"/>
                    <ns1:pt x="67" y="149"/>
                  </ns1:cubicBezTo>
                  <ns1:cubicBezTo>
                    <ns1:pt x="66" y="148"/>
                    <ns1:pt x="67" y="146"/>
                    <ns1:pt x="68" y="145"/>
                  </ns1:cubicBezTo>
                  <ns1:cubicBezTo>
                    <ns1:pt x="148" y="65"/>
                    <ns1:pt x="148" y="65"/>
                    <ns1:pt x="148" y="65"/>
                  </ns1:cubicBezTo>
                  <ns1:cubicBezTo>
                    <ns1:pt x="149" y="64"/>
                    <ns1:pt x="151" y="63"/>
                    <ns1:pt x="152" y="64"/>
                  </ns1:cubicBezTo>
                  <ns1:cubicBezTo>
                    <ns1:pt x="156" y="66"/>
                    <ns1:pt x="160" y="66"/>
                    <ns1:pt x="164" y="66"/>
                  </ns1:cubicBezTo>
                  <ns1:cubicBezTo>
                    <ns1:pt x="172" y="66"/>
                    <ns1:pt x="179" y="63"/>
                    <ns1:pt x="185" y="58"/>
                  </ns1:cubicBezTo>
                  <ns1:cubicBezTo>
                    <ns1:pt x="191" y="51"/>
                    <ns1:pt x="194" y="42"/>
                    <ns1:pt x="193" y="33"/>
                  </ns1:cubicBezTo>
                  <ns1:cubicBezTo>
                    <ns1:pt x="182" y="46"/>
                    <ns1:pt x="182" y="46"/>
                    <ns1:pt x="182" y="46"/>
                  </ns1:cubicBezTo>
                  <ns1:cubicBezTo>
                    <ns1:pt x="181" y="47"/>
                    <ns1:pt x="180" y="47"/>
                    <ns1:pt x="179" y="47"/>
                  </ns1:cubicBezTo>
                  <ns1:cubicBezTo>
                    <ns1:pt x="159" y="47"/>
                    <ns1:pt x="159" y="47"/>
                    <ns1:pt x="159" y="47"/>
                  </ns1:cubicBezTo>
                  <ns1:cubicBezTo>
                    <ns1:pt x="157" y="47"/>
                    <ns1:pt x="155" y="46"/>
                    <ns1:pt x="155" y="43"/>
                  </ns1:cubicBezTo>
                  <ns1:cubicBezTo>
                    <ns1:pt x="155" y="22"/>
                    <ns1:pt x="155" y="22"/>
                    <ns1:pt x="155" y="22"/>
                  </ns1:cubicBezTo>
                  <ns1:cubicBezTo>
                    <ns1:pt x="155" y="21"/>
                    <ns1:pt x="155" y="20"/>
                    <ns1:pt x="156" y="19"/>
                  </ns1:cubicBezTo>
                  <ns1:cubicBezTo>
                    <ns1:pt x="169" y="8"/>
                    <ns1:pt x="169" y="8"/>
                    <ns1:pt x="169" y="8"/>
                  </ns1:cubicBezTo>
                  <ns1:cubicBezTo>
                    <ns1:pt x="167" y="8"/>
                    <ns1:pt x="166" y="8"/>
                    <ns1:pt x="164" y="8"/>
                  </ns1:cubicBezTo>
                  <ns1:cubicBezTo>
                    <ns1:pt x="156" y="8"/>
                    <ns1:pt x="149" y="11"/>
                    <ns1:pt x="143" y="16"/>
                  </ns1:cubicBezTo>
                  <ns1:cubicBezTo>
                    <ns1:pt x="135" y="25"/>
                    <ns1:pt x="132" y="37"/>
                    <ns1:pt x="137" y="49"/>
                  </ns1:cubicBezTo>
                  <ns1:cubicBezTo>
                    <ns1:pt x="138" y="50"/>
                    <ns1:pt x="137" y="52"/>
                    <ns1:pt x="136" y="53"/>
                  </ns1:cubicBezTo>
                  <ns1:cubicBezTo>
                    <ns1:pt x="56" y="133"/>
                    <ns1:pt x="56" y="133"/>
                    <ns1:pt x="56" y="133"/>
                  </ns1:cubicBezTo>
                  <ns1:cubicBezTo>
                    <ns1:pt x="55" y="134"/>
                    <ns1:pt x="53" y="135"/>
                    <ns1:pt x="52" y="134"/>
                  </ns1:cubicBezTo>
                  <ns1:cubicBezTo>
                    <ns1:pt x="48" y="132"/>
                    <ns1:pt x="44" y="132"/>
                    <ns1:pt x="40" y="132"/>
                  </ns1:cubicBezTo>
                  <ns1:cubicBezTo>
                    <ns1:pt x="32" y="132"/>
                    <ns1:pt x="25" y="135"/>
                    <ns1:pt x="19" y="140"/>
                  </ns1:cubicBezTo>
                  <ns1:cubicBezTo>
                    <ns1:pt x="12" y="147"/>
                    <ns1:pt x="10" y="157"/>
                    <ns1:pt x="11" y="166"/>
                  </ns1:cubicBezTo>
                  <ns1:cubicBezTo>
                    <ns1:pt x="22" y="153"/>
                    <ns1:pt x="22" y="153"/>
                    <ns1:pt x="22" y="153"/>
                  </ns1:cubicBezTo>
                  <ns1:cubicBezTo>
                    <ns1:pt x="23" y="152"/>
                    <ns1:pt x="24" y="152"/>
                    <ns1:pt x="25" y="152"/>
                  </ns1:cubicBezTo>
                  <ns1:cubicBezTo>
                    <ns1:pt x="46" y="152"/>
                    <ns1:pt x="46" y="152"/>
                    <ns1:pt x="46" y="152"/>
                  </ns1:cubicBezTo>
                  <ns1:cubicBezTo>
                    <ns1:pt x="49" y="152"/>
                    <ns1:pt x="50" y="154"/>
                    <ns1:pt x="50" y="156"/>
                  </ns1:cubicBezTo>
                  <ns1:cubicBezTo>
                    <ns1:pt x="50" y="176"/>
                    <ns1:pt x="50" y="176"/>
                    <ns1:pt x="50" y="176"/>
                  </ns1:cubicBezTo>
                  <ns1:cubicBezTo>
                    <ns1:pt x="50" y="177"/>
                    <ns1:pt x="50" y="178"/>
                    <ns1:pt x="49" y="179"/>
                  </ns1:cubicBezTo>
                  <ns1:lnTo>
                    <ns1:pt x="36" y="190"/>
                  </ns1:lnTo>
                  <ns1:close/>
                </ns1:path>
              </ns1:pathLst>
            </ns1:custGeom>
            <ns1:grpFill/>
            <ns1:ln>
              <ns1:noFill/>
            </ns1:ln>
            <ns1:extLst>
              <ns1:ext uri="{91240B29-F687-4F45-9708-019B960494DF}">
                <ns2:hiddenLine w="9525">
                  <ns1:solidFill>
                    <ns1:srgbClr val="000000"/>
                  </ns1:solidFill>
                  <ns1:round/>
                  <ns1:headEnd/>
                  <ns1:tailEnd/>
                </ns2:hiddenLine>
              </ns1:ext>
            </ns1:extLst>
          </ns0:spPr>
          <ns0:txBody>
            <ns1:bodyPr vert="horz" wrap="square" lIns="91440" tIns="45720" rIns="91440" bIns="45720" numCol="1" anchor="t" anchorCtr="0" compatLnSpc="1">
              <ns1:prstTxWarp prst="textNoShape">
                <ns1:avLst/>
              </ns1:prstTxWarp>
            </ns1:bodyPr>
            <ns1:lstStyle/>
            <ns1:p>
              <ns1:endParaRPr lang="id-ID" sz="2700"/>
            </ns1:p>
          </ns0:txBody>
        </ns0:sp>
        <ns0:sp>
          <ns0:nvSpPr>
            <ns0:cNvPr id="261" name="Freeform 21"/>
            <ns0:cNvSpPr>
              <ns1:spLocks/>
            </ns0:cNvSpPr>
            <ns0:nvPr/>
          </ns0:nvSpPr>
          <ns0:spPr bwMode="auto">
            <ns1:xfrm>
              <ns1:off x="2347912" y="1022351"/>
              <ns1:ext cx="400050" cy="400050"/>
            </ns1:xfrm>
            <ns1:custGeom>
              <ns1:avLst/>
              <ns1:gdLst>
                <ns1:gd name="T0" fmla="*/ 81 w 105"/>
                <ns1:gd name="T1" fmla="*/ 105 h 105"/>
                <ns1:gd name="T2" fmla="*/ 52 w 105"/>
                <ns1:gd name="T3" fmla="*/ 76 h 105"/>
                <ns1:gd name="T4" fmla="*/ 14 w 105"/>
                <ns1:gd name="T5" fmla="*/ 67 h 105"/>
                <ns1:gd name="T6" fmla="*/ 6 w 105"/>
                <ns1:gd name="T7" fmla="*/ 26 h 105"/>
                <ns1:gd name="T8" fmla="*/ 9 w 105"/>
                <ns1:gd name="T9" fmla="*/ 24 h 105"/>
                <ns1:gd name="T10" fmla="*/ 12 w 105"/>
                <ns1:gd name="T11" fmla="*/ 25 h 105"/>
                <ns1:gd name="T12" fmla="*/ 27 w 105"/>
                <ns1:gd name="T13" fmla="*/ 42 h 105"/>
                <ns1:gd name="T14" fmla="*/ 42 w 105"/>
                <ns1:gd name="T15" fmla="*/ 42 h 105"/>
                <ns1:gd name="T16" fmla="*/ 42 w 105"/>
                <ns1:gd name="T17" fmla="*/ 27 h 105"/>
                <ns1:gd name="T18" fmla="*/ 25 w 105"/>
                <ns1:gd name="T19" fmla="*/ 12 h 105"/>
                <ns1:gd name="T20" fmla="*/ 24 w 105"/>
                <ns1:gd name="T21" fmla="*/ 9 h 105"/>
                <ns1:gd name="T22" fmla="*/ 26 w 105"/>
                <ns1:gd name="T23" fmla="*/ 6 h 105"/>
                <ns1:gd name="T24" fmla="*/ 66 w 105"/>
                <ns1:gd name="T25" fmla="*/ 14 h 105"/>
                <ns1:gd name="T26" fmla="*/ 75 w 105"/>
                <ns1:gd name="T27" fmla="*/ 52 h 105"/>
                <ns1:gd name="T28" fmla="*/ 105 w 105"/>
                <ns1:gd name="T29" fmla="*/ 81 h 105"/>
                <ns1:gd name="T30" fmla="*/ 99 w 105"/>
                <ns1:gd name="T31" fmla="*/ 87 h 105"/>
                <ns1:gd name="T32" fmla="*/ 68 w 105"/>
                <ns1:gd name="T33" fmla="*/ 56 h 105"/>
                <ns1:gd name="T34" fmla="*/ 67 w 105"/>
                <ns1:gd name="T35" fmla="*/ 52 h 105"/>
                <ns1:gd name="T36" fmla="*/ 61 w 105"/>
                <ns1:gd name="T37" fmla="*/ 19 h 105"/>
                <ns1:gd name="T38" fmla="*/ 36 w 105"/>
                <ns1:gd name="T39" fmla="*/ 11 h 105"/>
                <ns1:gd name="T40" fmla="*/ 49 w 105"/>
                <ns1:gd name="T41" fmla="*/ 22 h 105"/>
                <ns1:gd name="T42" fmla="*/ 50 w 105"/>
                <ns1:gd name="T43" fmla="*/ 25 h 105"/>
                <ns1:gd name="T44" fmla="*/ 50 w 105"/>
                <ns1:gd name="T45" fmla="*/ 46 h 105"/>
                <ns1:gd name="T46" fmla="*/ 46 w 105"/>
                <ns1:gd name="T47" fmla="*/ 50 h 105"/>
                <ns1:gd name="T48" fmla="*/ 25 w 105"/>
                <ns1:gd name="T49" fmla="*/ 50 h 105"/>
                <ns1:gd name="T50" fmla="*/ 22 w 105"/>
                <ns1:gd name="T51" fmla="*/ 49 h 105"/>
                <ns1:gd name="T52" fmla="*/ 11 w 105"/>
                <ns1:gd name="T53" fmla="*/ 36 h 105"/>
                <ns1:gd name="T54" fmla="*/ 19 w 105"/>
                <ns1:gd name="T55" fmla="*/ 61 h 105"/>
                <ns1:gd name="T56" fmla="*/ 52 w 105"/>
                <ns1:gd name="T57" fmla="*/ 67 h 105"/>
                <ns1:gd name="T58" fmla="*/ 56 w 105"/>
                <ns1:gd name="T59" fmla="*/ 68 h 105"/>
                <ns1:gd name="T60" fmla="*/ 87 w 105"/>
                <ns1:gd name="T61" fmla="*/ 99 h 105"/>
                <ns1:gd name="T62" fmla="*/ 81 w 105"/>
                <ns1:gd name="T63" fmla="*/ 105 h 105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  <ns1:cxn ang="0">
                  <ns1:pos x="T14" y="T15"/>
                </ns1:cxn>
                <ns1:cxn ang="0">
                  <ns1:pos x="T16" y="T17"/>
                </ns1:cxn>
                <ns1:cxn ang="0">
                  <ns1:pos x="T18" y="T19"/>
                </ns1:cxn>
                <ns1:cxn ang="0">
                  <ns1:pos x="T20" y="T21"/>
                </ns1:cxn>
                <ns1:cxn ang="0">
                  <ns1:pos x="T22" y="T23"/>
                </ns1:cxn>
                <ns1:cxn ang="0">
                  <ns1:pos x="T24" y="T25"/>
                </ns1:cxn>
                <ns1:cxn ang="0">
                  <ns1:pos x="T26" y="T27"/>
                </ns1:cxn>
                <ns1:cxn ang="0">
                  <ns1:pos x="T28" y="T29"/>
                </ns1:cxn>
                <ns1:cxn ang="0">
                  <ns1:pos x="T30" y="T31"/>
                </ns1:cxn>
                <ns1:cxn ang="0">
                  <ns1:pos x="T32" y="T33"/>
                </ns1:cxn>
                <ns1:cxn ang="0">
                  <ns1:pos x="T34" y="T35"/>
                </ns1:cxn>
                <ns1:cxn ang="0">
                  <ns1:pos x="T36" y="T37"/>
                </ns1:cxn>
                <ns1:cxn ang="0">
                  <ns1:pos x="T38" y="T39"/>
                </ns1:cxn>
                <ns1:cxn ang="0">
                  <ns1:pos x="T40" y="T41"/>
                </ns1:cxn>
                <ns1:cxn ang="0">
                  <ns1:pos x="T42" y="T43"/>
                </ns1:cxn>
                <ns1:cxn ang="0">
                  <ns1:pos x="T44" y="T45"/>
                </ns1:cxn>
                <ns1:cxn ang="0">
                  <ns1:pos x="T46" y="T47"/>
                </ns1:cxn>
                <ns1:cxn ang="0">
                  <ns1:pos x="T48" y="T49"/>
                </ns1:cxn>
                <ns1:cxn ang="0">
                  <ns1:pos x="T50" y="T51"/>
                </ns1:cxn>
                <ns1:cxn ang="0">
                  <ns1:pos x="T52" y="T53"/>
                </ns1:cxn>
                <ns1:cxn ang="0">
                  <ns1:pos x="T54" y="T55"/>
                </ns1:cxn>
                <ns1:cxn ang="0">
                  <ns1:pos x="T56" y="T57"/>
                </ns1:cxn>
                <ns1:cxn ang="0">
                  <ns1:pos x="T58" y="T59"/>
                </ns1:cxn>
                <ns1:cxn ang="0">
                  <ns1:pos x="T60" y="T61"/>
                </ns1:cxn>
                <ns1:cxn ang="0">
                  <ns1:pos x="T62" y="T63"/>
                </ns1:cxn>
              </ns1:cxnLst>
              <ns1:rect l="0" t="0" r="r" b="b"/>
              <ns1:pathLst>
                <ns1:path w="105" h="105">
                  <ns1:moveTo>
                    <ns1:pt x="81" y="105"/>
                  </ns1:moveTo>
                  <ns1:cubicBezTo>
                    <ns1:pt x="52" y="76"/>
                    <ns1:pt x="52" y="76"/>
                    <ns1:pt x="52" y="76"/>
                  </ns1:cubicBezTo>
                  <ns1:cubicBezTo>
                    <ns1:pt x="39" y="80"/>
                    <ns1:pt x="24" y="77"/>
                    <ns1:pt x="14" y="67"/>
                  </ns1:cubicBezTo>
                  <ns1:cubicBezTo>
                    <ns1:pt x="3" y="56"/>
                    <ns1:pt x="0" y="40"/>
                    <ns1:pt x="6" y="26"/>
                  </ns1:cubicBezTo>
                  <ns1:cubicBezTo>
                    <ns1:pt x="6" y="25"/>
                    <ns1:pt x="7" y="24"/>
                    <ns1:pt x="9" y="24"/>
                  </ns1:cubicBezTo>
                  <ns1:cubicBezTo>
                    <ns1:pt x="10" y="24"/>
                    <ns1:pt x="12" y="24"/>
                    <ns1:pt x="12" y="25"/>
                  </ns1:cubicBezTo>
                  <ns1:cubicBezTo>
                    <ns1:pt x="27" y="42"/>
                    <ns1:pt x="27" y="42"/>
                    <ns1:pt x="27" y="42"/>
                  </ns1:cubicBezTo>
                  <ns1:cubicBezTo>
                    <ns1:pt x="42" y="42"/>
                    <ns1:pt x="42" y="42"/>
                    <ns1:pt x="42" y="42"/>
                  </ns1:cubicBezTo>
                  <ns1:cubicBezTo>
                    <ns1:pt x="42" y="27"/>
                    <ns1:pt x="42" y="27"/>
                    <ns1:pt x="42" y="27"/>
                  </ns1:cubicBezTo>
                  <ns1:cubicBezTo>
                    <ns1:pt x="25" y="12"/>
                    <ns1:pt x="25" y="12"/>
                    <ns1:pt x="25" y="12"/>
                  </ns1:cubicBezTo>
                  <ns1:cubicBezTo>
                    <ns1:pt x="24" y="12"/>
                    <ns1:pt x="24" y="10"/>
                    <ns1:pt x="24" y="9"/>
                  </ns1:cubicBezTo>
                  <ns1:cubicBezTo>
                    <ns1:pt x="24" y="7"/>
                    <ns1:pt x="25" y="6"/>
                    <ns1:pt x="26" y="6"/>
                  </ns1:cubicBezTo>
                  <ns1:cubicBezTo>
                    <ns1:pt x="40" y="0"/>
                    <ns1:pt x="56" y="3"/>
                    <ns1:pt x="66" y="14"/>
                  </ns1:cubicBezTo>
                  <ns1:cubicBezTo>
                    <ns1:pt x="77" y="24"/>
                    <ns1:pt x="80" y="39"/>
                    <ns1:pt x="75" y="52"/>
                  </ns1:cubicBezTo>
                  <ns1:cubicBezTo>
                    <ns1:pt x="105" y="81"/>
                    <ns1:pt x="105" y="81"/>
                    <ns1:pt x="105" y="81"/>
                  </ns1:cubicBezTo>
                  <ns1:cubicBezTo>
                    <ns1:pt x="99" y="87"/>
                    <ns1:pt x="99" y="87"/>
                    <ns1:pt x="99" y="87"/>
                  </ns1:cubicBezTo>
                  <ns1:cubicBezTo>
                    <ns1:pt x="68" y="56"/>
                    <ns1:pt x="68" y="56"/>
                    <ns1:pt x="68" y="56"/>
                  </ns1:cubicBezTo>
                  <ns1:cubicBezTo>
                    <ns1:pt x="67" y="55"/>
                    <ns1:pt x="66" y="53"/>
                    <ns1:pt x="67" y="52"/>
                  </ns1:cubicBezTo>
                  <ns1:cubicBezTo>
                    <ns1:pt x="72" y="40"/>
                    <ns1:pt x="69" y="28"/>
                    <ns1:pt x="61" y="19"/>
                  </ns1:cubicBezTo>
                  <ns1:cubicBezTo>
                    <ns1:pt x="54" y="13"/>
                    <ns1:pt x="45" y="10"/>
                    <ns1:pt x="36" y="11"/>
                  </ns1:cubicBezTo>
                  <ns1:cubicBezTo>
                    <ns1:pt x="49" y="22"/>
                    <ns1:pt x="49" y="22"/>
                    <ns1:pt x="49" y="22"/>
                  </ns1:cubicBezTo>
                  <ns1:cubicBezTo>
                    <ns1:pt x="50" y="23"/>
                    <ns1:pt x="50" y="24"/>
                    <ns1:pt x="50" y="25"/>
                  </ns1:cubicBezTo>
                  <ns1:cubicBezTo>
                    <ns1:pt x="50" y="46"/>
                    <ns1:pt x="50" y="46"/>
                    <ns1:pt x="50" y="46"/>
                  </ns1:cubicBezTo>
                  <ns1:cubicBezTo>
                    <ns1:pt x="50" y="49"/>
                    <ns1:pt x="49" y="50"/>
                    <ns1:pt x="46" y="50"/>
                  </ns1:cubicBezTo>
                  <ns1:cubicBezTo>
                    <ns1:pt x="25" y="50"/>
                    <ns1:pt x="25" y="50"/>
                    <ns1:pt x="25" y="50"/>
                  </ns1:cubicBezTo>
                  <ns1:cubicBezTo>
                    <ns1:pt x="24" y="50"/>
                    <ns1:pt x="23" y="50"/>
                    <ns1:pt x="22" y="49"/>
                  </ns1:cubicBezTo>
                  <ns1:cubicBezTo>
                    <ns1:pt x="11" y="36"/>
                    <ns1:pt x="11" y="36"/>
                    <ns1:pt x="11" y="36"/>
                  </ns1:cubicBezTo>
                  <ns1:cubicBezTo>
                    <ns1:pt x="10" y="45"/>
                    <ns1:pt x="13" y="54"/>
                    <ns1:pt x="19" y="61"/>
                  </ns1:cubicBezTo>
                  <ns1:cubicBezTo>
                    <ns1:pt x="28" y="70"/>
                    <ns1:pt x="40" y="72"/>
                    <ns1:pt x="52" y="67"/>
                  </ns1:cubicBezTo>
                  <ns1:cubicBezTo>
                    <ns1:pt x="53" y="67"/>
                    <ns1:pt x="55" y="67"/>
                    <ns1:pt x="56" y="68"/>
                  </ns1:cubicBezTo>
                  <ns1:cubicBezTo>
                    <ns1:pt x="87" y="99"/>
                    <ns1:pt x="87" y="99"/>
                    <ns1:pt x="87" y="99"/>
                  </ns1:cubicBezTo>
                  <ns1:lnTo>
                    <ns1:pt x="81" y="105"/>
                  </ns1:lnTo>
                  <ns1:close/>
                </ns1:path>
              </ns1:pathLst>
            </ns1:custGeom>
            <ns1:grpFill/>
            <ns1:ln>
              <ns1:noFill/>
            </ns1:ln>
            <ns1:extLst>
              <ns1:ext uri="{91240B29-F687-4F45-9708-019B960494DF}">
                <ns2:hiddenLine w="9525">
                  <ns1:solidFill>
                    <ns1:srgbClr val="000000"/>
                  </ns1:solidFill>
                  <ns1:round/>
                  <ns1:headEnd/>
                  <ns1:tailEnd/>
                </ns2:hiddenLine>
              </ns1:ext>
            </ns1:extLst>
          </ns0:spPr>
          <ns0:txBody>
            <ns1:bodyPr vert="horz" wrap="square" lIns="91440" tIns="45720" rIns="91440" bIns="45720" numCol="1" anchor="t" anchorCtr="0" compatLnSpc="1">
              <ns1:prstTxWarp prst="textNoShape">
                <ns1:avLst/>
              </ns1:prstTxWarp>
            </ns1:bodyPr>
            <ns1:lstStyle/>
            <ns1:p>
              <ns1:endParaRPr lang="id-ID" sz="2700"/>
            </ns1:p>
          </ns0:txBody>
        </ns0:sp>
        <ns0:sp>
          <ns0:nvSpPr>
            <ns0:cNvPr id="262" name="Freeform 22"/>
            <ns0:cNvSpPr>
              <ns1:spLocks/>
            </ns0:cNvSpPr>
            <ns0:nvPr/>
          </ns0:nvSpPr>
          <ns0:spPr bwMode="auto">
            <ns1:xfrm>
              <ns1:off x="2725738" y="1400175"/>
              <ns1:ext cx="400050" cy="387350"/>
            </ns1:xfrm>
            <ns1:custGeom>
              <ns1:avLst/>
              <ns1:gdLst>
                <ns1:gd name="T0" fmla="*/ 65 w 105"/>
                <ns1:gd name="T1" fmla="*/ 102 h 102"/>
                <ns1:gd name="T2" fmla="*/ 39 w 105"/>
                <ns1:gd name="T3" fmla="*/ 91 h 102"/>
                <ns1:gd name="T4" fmla="*/ 30 w 105"/>
                <ns1:gd name="T5" fmla="*/ 53 h 102"/>
                <ns1:gd name="T6" fmla="*/ 0 w 105"/>
                <ns1:gd name="T7" fmla="*/ 24 h 102"/>
                <ns1:gd name="T8" fmla="*/ 6 w 105"/>
                <ns1:gd name="T9" fmla="*/ 18 h 102"/>
                <ns1:gd name="T10" fmla="*/ 37 w 105"/>
                <ns1:gd name="T11" fmla="*/ 49 h 102"/>
                <ns1:gd name="T12" fmla="*/ 38 w 105"/>
                <ns1:gd name="T13" fmla="*/ 53 h 102"/>
                <ns1:gd name="T14" fmla="*/ 44 w 105"/>
                <ns1:gd name="T15" fmla="*/ 86 h 102"/>
                <ns1:gd name="T16" fmla="*/ 70 w 105"/>
                <ns1:gd name="T17" fmla="*/ 94 h 102"/>
                <ns1:gd name="T18" fmla="*/ 57 w 105"/>
                <ns1:gd name="T19" fmla="*/ 83 h 102"/>
                <ns1:gd name="T20" fmla="*/ 56 w 105"/>
                <ns1:gd name="T21" fmla="*/ 80 h 102"/>
                <ns1:gd name="T22" fmla="*/ 56 w 105"/>
                <ns1:gd name="T23" fmla="*/ 60 h 102"/>
                <ns1:gd name="T24" fmla="*/ 60 w 105"/>
                <ns1:gd name="T25" fmla="*/ 56 h 102"/>
                <ns1:gd name="T26" fmla="*/ 80 w 105"/>
                <ns1:gd name="T27" fmla="*/ 56 h 102"/>
                <ns1:gd name="T28" fmla="*/ 83 w 105"/>
                <ns1:gd name="T29" fmla="*/ 57 h 102"/>
                <ns1:gd name="T30" fmla="*/ 94 w 105"/>
                <ns1:gd name="T31" fmla="*/ 70 h 102"/>
                <ns1:gd name="T32" fmla="*/ 86 w 105"/>
                <ns1:gd name="T33" fmla="*/ 44 h 102"/>
                <ns1:gd name="T34" fmla="*/ 53 w 105"/>
                <ns1:gd name="T35" fmla="*/ 38 h 102"/>
                <ns1:gd name="T36" fmla="*/ 49 w 105"/>
                <ns1:gd name="T37" fmla="*/ 37 h 102"/>
                <ns1:gd name="T38" fmla="*/ 18 w 105"/>
                <ns1:gd name="T39" fmla="*/ 6 h 102"/>
                <ns1:gd name="T40" fmla="*/ 24 w 105"/>
                <ns1:gd name="T41" fmla="*/ 0 h 102"/>
                <ns1:gd name="T42" fmla="*/ 53 w 105"/>
                <ns1:gd name="T43" fmla="*/ 30 h 102"/>
                <ns1:gd name="T44" fmla="*/ 91 w 105"/>
                <ns1:gd name="T45" fmla="*/ 39 h 102"/>
                <ns1:gd name="T46" fmla="*/ 99 w 105"/>
                <ns1:gd name="T47" fmla="*/ 79 h 102"/>
                <ns1:gd name="T48" fmla="*/ 96 w 105"/>
                <ns1:gd name="T49" fmla="*/ 82 h 102"/>
                <ns1:gd name="T50" fmla="*/ 93 w 105"/>
                <ns1:gd name="T51" fmla="*/ 81 h 102"/>
                <ns1:gd name="T52" fmla="*/ 78 w 105"/>
                <ns1:gd name="T53" fmla="*/ 64 h 102"/>
                <ns1:gd name="T54" fmla="*/ 64 w 105"/>
                <ns1:gd name="T55" fmla="*/ 64 h 102"/>
                <ns1:gd name="T56" fmla="*/ 64 w 105"/>
                <ns1:gd name="T57" fmla="*/ 78 h 102"/>
                <ns1:gd name="T58" fmla="*/ 81 w 105"/>
                <ns1:gd name="T59" fmla="*/ 93 h 102"/>
                <ns1:gd name="T60" fmla="*/ 82 w 105"/>
                <ns1:gd name="T61" fmla="*/ 96 h 102"/>
                <ns1:gd name="T62" fmla="*/ 80 w 105"/>
                <ns1:gd name="T63" fmla="*/ 99 h 102"/>
                <ns1:gd name="T64" fmla="*/ 65 w 105"/>
                <ns1:gd name="T65" fmla="*/ 102 h 102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  <ns1:cxn ang="0">
                  <ns1:pos x="T14" y="T15"/>
                </ns1:cxn>
                <ns1:cxn ang="0">
                  <ns1:pos x="T16" y="T17"/>
                </ns1:cxn>
                <ns1:cxn ang="0">
                  <ns1:pos x="T18" y="T19"/>
                </ns1:cxn>
                <ns1:cxn ang="0">
                  <ns1:pos x="T20" y="T21"/>
                </ns1:cxn>
                <ns1:cxn ang="0">
                  <ns1:pos x="T22" y="T23"/>
                </ns1:cxn>
                <ns1:cxn ang="0">
                  <ns1:pos x="T24" y="T25"/>
                </ns1:cxn>
                <ns1:cxn ang="0">
                  <ns1:pos x="T26" y="T27"/>
                </ns1:cxn>
                <ns1:cxn ang="0">
                  <ns1:pos x="T28" y="T29"/>
                </ns1:cxn>
                <ns1:cxn ang="0">
                  <ns1:pos x="T30" y="T31"/>
                </ns1:cxn>
                <ns1:cxn ang="0">
                  <ns1:pos x="T32" y="T33"/>
                </ns1:cxn>
                <ns1:cxn ang="0">
                  <ns1:pos x="T34" y="T35"/>
                </ns1:cxn>
                <ns1:cxn ang="0">
                  <ns1:pos x="T36" y="T37"/>
                </ns1:cxn>
                <ns1:cxn ang="0">
                  <ns1:pos x="T38" y="T39"/>
                </ns1:cxn>
                <ns1:cxn ang="0">
                  <ns1:pos x="T40" y="T41"/>
                </ns1:cxn>
                <ns1:cxn ang="0">
                  <ns1:pos x="T42" y="T43"/>
                </ns1:cxn>
                <ns1:cxn ang="0">
                  <ns1:pos x="T44" y="T45"/>
                </ns1:cxn>
                <ns1:cxn ang="0">
                  <ns1:pos x="T46" y="T47"/>
                </ns1:cxn>
                <ns1:cxn ang="0">
                  <ns1:pos x="T48" y="T49"/>
                </ns1:cxn>
                <ns1:cxn ang="0">
                  <ns1:pos x="T50" y="T51"/>
                </ns1:cxn>
                <ns1:cxn ang="0">
                  <ns1:pos x="T52" y="T53"/>
                </ns1:cxn>
                <ns1:cxn ang="0">
                  <ns1:pos x="T54" y="T55"/>
                </ns1:cxn>
                <ns1:cxn ang="0">
                  <ns1:pos x="T56" y="T57"/>
                </ns1:cxn>
                <ns1:cxn ang="0">
                  <ns1:pos x="T58" y="T59"/>
                </ns1:cxn>
                <ns1:cxn ang="0">
                  <ns1:pos x="T60" y="T61"/>
                </ns1:cxn>
                <ns1:cxn ang="0">
                  <ns1:pos x="T62" y="T63"/>
                </ns1:cxn>
                <ns1:cxn ang="0">
                  <ns1:pos x="T64" y="T65"/>
                </ns1:cxn>
              </ns1:cxnLst>
              <ns1:rect l="0" t="0" r="r" b="b"/>
              <ns1:pathLst>
                <ns1:path w="105" h="102">
                  <ns1:moveTo>
                    <ns1:pt x="65" y="102"/>
                  </ns1:moveTo>
                  <ns1:cubicBezTo>
                    <ns1:pt x="55" y="102"/>
                    <ns1:pt x="46" y="98"/>
                    <ns1:pt x="39" y="91"/>
                  </ns1:cubicBezTo>
                  <ns1:cubicBezTo>
                    <ns1:pt x="28" y="81"/>
                    <ns1:pt x="25" y="66"/>
                    <ns1:pt x="30" y="53"/>
                  </ns1:cubicBezTo>
                  <ns1:cubicBezTo>
                    <ns1:pt x="0" y="24"/>
                    <ns1:pt x="0" y="24"/>
                    <ns1:pt x="0" y="24"/>
                  </ns1:cubicBezTo>
                  <ns1:cubicBezTo>
                    <ns1:pt x="6" y="18"/>
                    <ns1:pt x="6" y="18"/>
                    <ns1:pt x="6" y="18"/>
                  </ns1:cubicBezTo>
                  <ns1:cubicBezTo>
                    <ns1:pt x="37" y="49"/>
                    <ns1:pt x="37" y="49"/>
                    <ns1:pt x="37" y="49"/>
                  </ns1:cubicBezTo>
                  <ns1:cubicBezTo>
                    <ns1:pt x="38" y="50"/>
                    <ns1:pt x="39" y="52"/>
                    <ns1:pt x="38" y="53"/>
                  </ns1:cubicBezTo>
                  <ns1:cubicBezTo>
                    <ns1:pt x="33" y="65"/>
                    <ns1:pt x="36" y="77"/>
                    <ns1:pt x="44" y="86"/>
                  </ns1:cubicBezTo>
                  <ns1:cubicBezTo>
                    <ns1:pt x="51" y="93"/>
                    <ns1:pt x="61" y="95"/>
                    <ns1:pt x="70" y="94"/>
                  </ns1:cubicBezTo>
                  <ns1:cubicBezTo>
                    <ns1:pt x="57" y="83"/>
                    <ns1:pt x="57" y="83"/>
                    <ns1:pt x="57" y="83"/>
                  </ns1:cubicBezTo>
                  <ns1:cubicBezTo>
                    <ns1:pt x="56" y="82"/>
                    <ns1:pt x="56" y="81"/>
                    <ns1:pt x="56" y="80"/>
                  </ns1:cubicBezTo>
                  <ns1:cubicBezTo>
                    <ns1:pt x="56" y="60"/>
                    <ns1:pt x="56" y="60"/>
                    <ns1:pt x="56" y="60"/>
                  </ns1:cubicBezTo>
                  <ns1:cubicBezTo>
                    <ns1:pt x="56" y="58"/>
                    <ns1:pt x="58" y="56"/>
                    <ns1:pt x="60" y="56"/>
                  </ns1:cubicBezTo>
                  <ns1:cubicBezTo>
                    <ns1:pt x="80" y="56"/>
                    <ns1:pt x="80" y="56"/>
                    <ns1:pt x="80" y="56"/>
                  </ns1:cubicBezTo>
                  <ns1:cubicBezTo>
                    <ns1:pt x="81" y="56"/>
                    <ns1:pt x="82" y="56"/>
                    <ns1:pt x="83" y="57"/>
                  </ns1:cubicBezTo>
                  <ns1:cubicBezTo>
                    <ns1:pt x="94" y="70"/>
                    <ns1:pt x="94" y="70"/>
                    <ns1:pt x="94" y="70"/>
                  </ns1:cubicBezTo>
                  <ns1:cubicBezTo>
                    <ns1:pt x="95" y="61"/>
                    <ns1:pt x="93" y="51"/>
                    <ns1:pt x="86" y="44"/>
                  </ns1:cubicBezTo>
                  <ns1:cubicBezTo>
                    <ns1:pt x="77" y="36"/>
                    <ns1:pt x="65" y="33"/>
                    <ns1:pt x="53" y="38"/>
                  </ns1:cubicBezTo>
                  <ns1:cubicBezTo>
                    <ns1:pt x="52" y="39"/>
                    <ns1:pt x="50" y="38"/>
                    <ns1:pt x="49" y="37"/>
                  </ns1:cubicBezTo>
                  <ns1:cubicBezTo>
                    <ns1:pt x="18" y="6"/>
                    <ns1:pt x="18" y="6"/>
                    <ns1:pt x="18" y="6"/>
                  </ns1:cubicBezTo>
                  <ns1:cubicBezTo>
                    <ns1:pt x="24" y="0"/>
                    <ns1:pt x="24" y="0"/>
                    <ns1:pt x="24" y="0"/>
                  </ns1:cubicBezTo>
                  <ns1:cubicBezTo>
                    <ns1:pt x="53" y="30"/>
                    <ns1:pt x="53" y="30"/>
                    <ns1:pt x="53" y="30"/>
                  </ns1:cubicBezTo>
                  <ns1:cubicBezTo>
                    <ns1:pt x="66" y="25"/>
                    <ns1:pt x="81" y="28"/>
                    <ns1:pt x="91" y="39"/>
                  </ns1:cubicBezTo>
                  <ns1:cubicBezTo>
                    <ns1:pt x="102" y="49"/>
                    <ns1:pt x="105" y="65"/>
                    <ns1:pt x="99" y="79"/>
                  </ns1:cubicBezTo>
                  <ns1:cubicBezTo>
                    <ns1:pt x="99" y="81"/>
                    <ns1:pt x="98" y="82"/>
                    <ns1:pt x="96" y="82"/>
                  </ns1:cubicBezTo>
                  <ns1:cubicBezTo>
                    <ns1:pt x="95" y="82"/>
                    <ns1:pt x="94" y="82"/>
                    <ns1:pt x="93" y="81"/>
                  </ns1:cubicBezTo>
                  <ns1:cubicBezTo>
                    <ns1:pt x="78" y="64"/>
                    <ns1:pt x="78" y="64"/>
                    <ns1:pt x="78" y="64"/>
                  </ns1:cubicBezTo>
                  <ns1:cubicBezTo>
                    <ns1:pt x="64" y="64"/>
                    <ns1:pt x="64" y="64"/>
                    <ns1:pt x="64" y="64"/>
                  </ns1:cubicBezTo>
                  <ns1:cubicBezTo>
                    <ns1:pt x="64" y="78"/>
                    <ns1:pt x="64" y="78"/>
                    <ns1:pt x="64" y="78"/>
                  </ns1:cubicBezTo>
                  <ns1:cubicBezTo>
                    <ns1:pt x="81" y="93"/>
                    <ns1:pt x="81" y="93"/>
                    <ns1:pt x="81" y="93"/>
                  </ns1:cubicBezTo>
                  <ns1:cubicBezTo>
                    <ns1:pt x="82" y="94"/>
                    <ns1:pt x="82" y="95"/>
                    <ns1:pt x="82" y="96"/>
                  </ns1:cubicBezTo>
                  <ns1:cubicBezTo>
                    <ns1:pt x="82" y="98"/>
                    <ns1:pt x="81" y="99"/>
                    <ns1:pt x="80" y="99"/>
                  </ns1:cubicBezTo>
                  <ns1:cubicBezTo>
                    <ns1:pt x="75" y="101"/>
                    <ns1:pt x="70" y="102"/>
                    <ns1:pt x="65" y="102"/>
                  </ns1:cubicBezTo>
                  <ns1:close/>
                </ns1:path>
              </ns1:pathLst>
            </ns1:custGeom>
            <ns1:grpFill/>
            <ns1:ln>
              <ns1:noFill/>
            </ns1:ln>
            <ns1:extLst>
              <ns1:ext uri="{91240B29-F687-4F45-9708-019B960494DF}">
                <ns2:hiddenLine w="9525">
                  <ns1:solidFill>
                    <ns1:srgbClr val="000000"/>
                  </ns1:solidFill>
                  <ns1:round/>
                  <ns1:headEnd/>
                  <ns1:tailEnd/>
                </ns2:hiddenLine>
              </ns1:ext>
            </ns1:extLst>
          </ns0:spPr>
          <ns0:txBody>
            <ns1:bodyPr vert="horz" wrap="square" lIns="91440" tIns="45720" rIns="91440" bIns="45720" numCol="1" anchor="t" anchorCtr="0" compatLnSpc="1">
              <ns1:prstTxWarp prst="textNoShape">
                <ns1:avLst/>
              </ns1:prstTxWarp>
            </ns1:bodyPr>
            <ns1:lstStyle/>
            <ns1:p>
              <ns1:endParaRPr lang="id-ID" sz="2700"/>
            </ns1:p>
          </ns0:txBody>
        </ns0:sp>
      </ns0:grpSp>
      <ns0:grpSp>
        <ns0:nvGrpSpPr>
          <ns0:cNvPr id="263" name="Group 262"/>
          <ns0:cNvGrpSpPr/>
          <ns0:nvPr/>
        </ns0:nvGrpSpPr>
        <ns0:grpSpPr>
          <ns1:xfrm>
            <ns1:off x="467396" y="5397678"/>
            <ns1:ext cx="435835" cy="305837"/>
            <ns1:chOff x="5730876" y="4662488"/>
            <ns1:chExt cx="1931988" cy="1355725"/>
          </ns1:xfrm>
          <ns1:solidFill>
            <ns1:schemeClr val="tx1"/>
          </ns1:solidFill>
        </ns0:grpSpPr>
        <ns0:sp>
          <ns0:nvSpPr>
            <ns0:cNvPr id="264" name="Freeform 9"/>
            <ns0:cNvSpPr>
              <ns1:spLocks noEditPoints="1"/>
            </ns0:cNvSpPr>
            <ns0:nvPr/>
          </ns0:nvSpPr>
          <ns0:spPr bwMode="auto">
            <ns1:xfrm>
              <ns1:off x="5730876" y="4662488"/>
              <ns1:ext cx="1931988" cy="1355725"/>
            </ns1:xfrm>
            <ns1:custGeom>
              <ns1:avLst/>
              <ns1:gdLst>
                <ns1:gd name="T0" fmla="*/ 1712 w 1759"/>
                <ns1:gd name="T1" fmla="*/ 863 h 1235"/>
                <ns1:gd name="T2" fmla="*/ 1593 w 1759"/>
                <ns1:gd name="T3" fmla="*/ 409 h 1235"/>
                <ns1:gd name="T4" fmla="*/ 1477 w 1759"/>
                <ns1:gd name="T5" fmla="*/ 206 h 1235"/>
                <ns1:gd name="T6" fmla="*/ 1408 w 1759"/>
                <ns1:gd name="T7" fmla="*/ 175 h 1235"/>
                <ns1:gd name="T8" fmla="*/ 969 w 1759"/>
                <ns1:gd name="T9" fmla="*/ 174 h 1235"/>
                <ns1:gd name="T10" fmla="*/ 957 w 1759"/>
                <ns1:gd name="T11" fmla="*/ 61 h 1235"/>
                <ns1:gd name="T12" fmla="*/ 62 w 1759"/>
                <ns1:gd name="T13" fmla="*/ 0 h 1235"/>
                <ns1:gd name="T14" fmla="*/ 1 w 1759"/>
                <ns1:gd name="T15" fmla="*/ 643 h 1235"/>
                <ns1:gd name="T16" fmla="*/ 93 w 1759"/>
                <ns1:gd name="T17" fmla="*/ 1043 h 1235"/>
                <ns1:gd name="T18" fmla="*/ 423 w 1759"/>
                <ns1:gd name="T19" fmla="*/ 1235 h 1235"/>
                <ns1:gd name="T20" fmla="*/ 1085 w 1759"/>
                <ns1:gd name="T21" fmla="*/ 1043 h 1235"/>
                <ns1:gd name="T22" fmla="*/ 1544 w 1759"/>
                <ns1:gd name="T23" fmla="*/ 1043 h 1235"/>
                <ns1:gd name="T24" fmla="*/ 1759 w 1759"/>
                <ns1:gd name="T25" fmla="*/ 1033 h 1235"/>
                <ns1:gd name="T26" fmla="*/ 1749 w 1759"/>
                <ns1:gd name="T27" fmla="*/ 863 h 1235"/>
                <ns1:gd name="T28" fmla="*/ 1629 w 1759"/>
                <ns1:gd name="T29" fmla="*/ 642 h 1235"/>
                <ns1:gd name="T30" fmla="*/ 1300 w 1759"/>
                <ns1:gd name="T31" fmla="*/ 256 h 1235"/>
                <ns1:gd name="T32" fmla="*/ 1413 w 1759"/>
                <ns1:gd name="T33" fmla="*/ 257 h 1235"/>
                <ns1:gd name="T34" fmla="*/ 969 w 1759"/>
                <ns1:gd name="T35" fmla="*/ 255 h 1235"/>
                <ns1:gd name="T36" fmla="*/ 1259 w 1759"/>
                <ns1:gd name="T37" fmla="*/ 642 h 1235"/>
                <ns1:gd name="T38" fmla="*/ 958 w 1759"/>
                <ns1:gd name="T39" fmla="*/ 266 h 1235"/>
                <ns1:gd name="T40" fmla="*/ 876 w 1759"/>
                <ns1:gd name="T41" fmla="*/ 81 h 1235"/>
                <ns1:gd name="T42" fmla="*/ 163 w 1759"/>
                <ns1:gd name="T43" fmla="*/ 604 h 1235"/>
                <ns1:gd name="T44" fmla="*/ 81 w 1759"/>
                <ns1:gd name="T45" fmla="*/ 81 h 1235"/>
                <ns1:gd name="T46" fmla="*/ 423 w 1759"/>
                <ns1:gd name="T47" fmla="*/ 1160 h 1235"/>
                <ns1:gd name="T48" fmla="*/ 423 w 1759"/>
                <ns1:gd name="T49" fmla="*/ 844 h 1235"/>
                <ns1:gd name="T50" fmla="*/ 423 w 1759"/>
                <ns1:gd name="T51" fmla="*/ 1160 h 1235"/>
                <ns1:gd name="T52" fmla="*/ 192 w 1759"/>
                <ns1:gd name="T53" fmla="*/ 962 h 1235"/>
                <ns1:gd name="T54" fmla="*/ 82 w 1759"/>
                <ns1:gd name="T55" fmla="*/ 951 h 1235"/>
                <ns1:gd name="T56" fmla="*/ 957 w 1759"/>
                <ns1:gd name="T57" fmla="*/ 684 h 1235"/>
                <ns1:gd name="T58" fmla="*/ 958 w 1759"/>
                <ns1:gd name="T59" fmla="*/ 682 h 1235"/>
                <ns1:gd name="T60" fmla="*/ 1631 w 1759"/>
                <ns1:gd name="T61" fmla="*/ 863 h 1235"/>
                <ns1:gd name="T62" fmla="*/ 1584 w 1759"/>
                <ns1:gd name="T63" fmla="*/ 873 h 1235"/>
                <ns1:gd name="T64" fmla="*/ 1547 w 1759"/>
                <ns1:gd name="T65" fmla="*/ 962 h 1235"/>
                <ns1:gd name="T66" fmla="*/ 1082 w 1759"/>
                <ns1:gd name="T67" fmla="*/ 962 h 1235"/>
                <ns1:gd name="T68" fmla="*/ 425 w 1759"/>
                <ns1:gd name="T69" fmla="*/ 766 h 1235"/>
                <ns1:gd name="T70" fmla="*/ 1156 w 1759"/>
                <ns1:gd name="T71" fmla="*/ 1002 h 1235"/>
                <ns1:gd name="T72" fmla="*/ 1473 w 1759"/>
                <ns1:gd name="T73" fmla="*/ 1002 h 1235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  <ns1:cxn ang="0">
                  <ns1:pos x="T14" y="T15"/>
                </ns1:cxn>
                <ns1:cxn ang="0">
                  <ns1:pos x="T16" y="T17"/>
                </ns1:cxn>
                <ns1:cxn ang="0">
                  <ns1:pos x="T18" y="T19"/>
                </ns1:cxn>
                <ns1:cxn ang="0">
                  <ns1:pos x="T20" y="T21"/>
                </ns1:cxn>
                <ns1:cxn ang="0">
                  <ns1:pos x="T22" y="T23"/>
                </ns1:cxn>
                <ns1:cxn ang="0">
                  <ns1:pos x="T24" y="T25"/>
                </ns1:cxn>
                <ns1:cxn ang="0">
                  <ns1:pos x="T26" y="T27"/>
                </ns1:cxn>
                <ns1:cxn ang="0">
                  <ns1:pos x="T28" y="T29"/>
                </ns1:cxn>
                <ns1:cxn ang="0">
                  <ns1:pos x="T30" y="T31"/>
                </ns1:cxn>
                <ns1:cxn ang="0">
                  <ns1:pos x="T32" y="T33"/>
                </ns1:cxn>
                <ns1:cxn ang="0">
                  <ns1:pos x="T34" y="T35"/>
                </ns1:cxn>
                <ns1:cxn ang="0">
                  <ns1:pos x="T36" y="T37"/>
                </ns1:cxn>
                <ns1:cxn ang="0">
                  <ns1:pos x="T38" y="T39"/>
                </ns1:cxn>
                <ns1:cxn ang="0">
                  <ns1:pos x="T40" y="T41"/>
                </ns1:cxn>
                <ns1:cxn ang="0">
                  <ns1:pos x="T42" y="T43"/>
                </ns1:cxn>
                <ns1:cxn ang="0">
                  <ns1:pos x="T44" y="T45"/>
                </ns1:cxn>
                <ns1:cxn ang="0">
                  <ns1:pos x="T46" y="T47"/>
                </ns1:cxn>
                <ns1:cxn ang="0">
                  <ns1:pos x="T48" y="T49"/>
                </ns1:cxn>
                <ns1:cxn ang="0">
                  <ns1:pos x="T50" y="T51"/>
                </ns1:cxn>
                <ns1:cxn ang="0">
                  <ns1:pos x="T52" y="T53"/>
                </ns1:cxn>
                <ns1:cxn ang="0">
                  <ns1:pos x="T54" y="T55"/>
                </ns1:cxn>
                <ns1:cxn ang="0">
                  <ns1:pos x="T56" y="T57"/>
                </ns1:cxn>
                <ns1:cxn ang="0">
                  <ns1:pos x="T58" y="T59"/>
                </ns1:cxn>
                <ns1:cxn ang="0">
                  <ns1:pos x="T60" y="T61"/>
                </ns1:cxn>
                <ns1:cxn ang="0">
                  <ns1:pos x="T62" y="T63"/>
                </ns1:cxn>
                <ns1:cxn ang="0">
                  <ns1:pos x="T64" y="T65"/>
                </ns1:cxn>
                <ns1:cxn ang="0">
                  <ns1:pos x="T66" y="T67"/>
                </ns1:cxn>
                <ns1:cxn ang="0">
                  <ns1:pos x="T68" y="T69"/>
                </ns1:cxn>
                <ns1:cxn ang="0">
                  <ns1:pos x="T70" y="T71"/>
                </ns1:cxn>
                <ns1:cxn ang="0">
                  <ns1:pos x="T72" y="T73"/>
                </ns1:cxn>
              </ns1:cxnLst>
              <ns1:rect l="0" t="0" r="r" b="b"/>
              <ns1:pathLst>
                <ns1:path w="1759" h="1235">
                  <ns1:moveTo>
                    <ns1:pt x="1749" y="863"/>
                  </ns1:moveTo>
                  <ns1:cubicBezTo>
                    <ns1:pt x="1712" y="863"/>
                    <ns1:pt x="1712" y="863"/>
                    <ns1:pt x="1712" y="863"/>
                  </ns1:cubicBezTo>
                  <ns1:cubicBezTo>
                    <ns1:pt x="1712" y="638"/>
                    <ns1:pt x="1712" y="638"/>
                    <ns1:pt x="1712" y="638"/>
                  </ns1:cubicBezTo>
                  <ns1:cubicBezTo>
                    <ns1:pt x="1712" y="625"/>
                    <ns1:pt x="1712" y="619"/>
                    <ns1:pt x="1593" y="409"/>
                  </ns1:cubicBezTo>
                  <ns1:cubicBezTo>
                    <ns1:pt x="1537" y="310"/>
                    <ns1:pt x="1480" y="211"/>
                    <ns1:pt x="1479" y="210"/>
                  </ns1:cubicBezTo>
                  <ns1:cubicBezTo>
                    <ns1:pt x="1477" y="206"/>
                    <ns1:pt x="1477" y="206"/>
                    <ns1:pt x="1477" y="206"/>
                  </ns1:cubicBezTo>
                  <ns1:cubicBezTo>
                    <ns1:pt x="1473" y="202"/>
                    <ns1:pt x="1473" y="202"/>
                    <ns1:pt x="1473" y="202"/>
                  </ns1:cubicBezTo>
                  <ns1:cubicBezTo>
                    <ns1:pt x="1455" y="185"/>
                    <ns1:pt x="1432" y="175"/>
                    <ns1:pt x="1408" y="175"/>
                  </ns1:cubicBezTo>
                  <ns1:cubicBezTo>
                    <ns1:pt x="969" y="174"/>
                    <ns1:pt x="969" y="174"/>
                    <ns1:pt x="969" y="174"/>
                  </ns1:cubicBezTo>
                  <ns1:cubicBezTo>
                    <ns1:pt x="969" y="174"/>
                    <ns1:pt x="969" y="174"/>
                    <ns1:pt x="969" y="174"/>
                  </ns1:cubicBezTo>
                  <ns1:cubicBezTo>
                    <ns1:pt x="965" y="174"/>
                    <ns1:pt x="961" y="174"/>
                    <ns1:pt x="957" y="175"/>
                  </ns1:cubicBezTo>
                  <ns1:cubicBezTo>
                    <ns1:pt x="957" y="61"/>
                    <ns1:pt x="957" y="61"/>
                    <ns1:pt x="957" y="61"/>
                  </ns1:cubicBezTo>
                  <ns1:cubicBezTo>
                    <ns1:pt x="957" y="28"/>
                    <ns1:pt x="930" y="0"/>
                    <ns1:pt x="896" y="0"/>
                  </ns1:cubicBezTo>
                  <ns1:cubicBezTo>
                    <ns1:pt x="62" y="0"/>
                    <ns1:pt x="62" y="0"/>
                    <ns1:pt x="62" y="0"/>
                  </ns1:cubicBezTo>
                  <ns1:cubicBezTo>
                    <ns1:pt x="28" y="0"/>
                    <ns1:pt x="0" y="28"/>
                    <ns1:pt x="0" y="61"/>
                  </ns1:cubicBezTo>
                  <ns1:cubicBezTo>
                    <ns1:pt x="1" y="643"/>
                    <ns1:pt x="1" y="643"/>
                    <ns1:pt x="1" y="643"/>
                  </ns1:cubicBezTo>
                  <ns1:cubicBezTo>
                    <ns1:pt x="1" y="951"/>
                    <ns1:pt x="1" y="951"/>
                    <ns1:pt x="1" y="951"/>
                  </ns1:cubicBezTo>
                  <ns1:cubicBezTo>
                    <ns1:pt x="1" y="1001"/>
                    <ns1:pt x="42" y="1043"/>
                    <ns1:pt x="93" y="1043"/>
                  </ns1:cubicBezTo>
                  <ns1:cubicBezTo>
                    <ns1:pt x="193" y="1043"/>
                    <ns1:pt x="193" y="1043"/>
                    <ns1:pt x="193" y="1043"/>
                  </ns1:cubicBezTo>
                  <ns1:cubicBezTo>
                    <ns1:pt x="213" y="1152"/>
                    <ns1:pt x="308" y="1235"/>
                    <ns1:pt x="423" y="1235"/>
                  </ns1:cubicBezTo>
                  <ns1:cubicBezTo>
                    <ns1:pt x="538" y="1235"/>
                    <ns1:pt x="634" y="1152"/>
                    <ns1:pt x="653" y="1043"/>
                  </ns1:cubicBezTo>
                  <ns1:cubicBezTo>
                    <ns1:pt x="1085" y="1043"/>
                    <ns1:pt x="1085" y="1043"/>
                    <ns1:pt x="1085" y="1043"/>
                  </ns1:cubicBezTo>
                  <ns1:cubicBezTo>
                    <ns1:pt x="1104" y="1152"/>
                    <ns1:pt x="1200" y="1235"/>
                    <ns1:pt x="1315" y="1235"/>
                  </ns1:cubicBezTo>
                  <ns1:cubicBezTo>
                    <ns1:pt x="1429" y="1235"/>
                    <ns1:pt x="1525" y="1152"/>
                    <ns1:pt x="1544" y="1043"/>
                  </ns1:cubicBezTo>
                  <ns1:cubicBezTo>
                    <ns1:pt x="1701" y="1043"/>
                    <ns1:pt x="1717" y="1042"/>
                    <ns1:pt x="1749" y="1042"/>
                  </ns1:cubicBezTo>
                  <ns1:cubicBezTo>
                    <ns1:pt x="1754" y="1042"/>
                    <ns1:pt x="1759" y="1038"/>
                    <ns1:pt x="1759" y="1033"/>
                  </ns1:cubicBezTo>
                  <ns1:cubicBezTo>
                    <ns1:pt x="1759" y="873"/>
                    <ns1:pt x="1759" y="873"/>
                    <ns1:pt x="1759" y="873"/>
                  </ns1:cubicBezTo>
                  <ns1:cubicBezTo>
                    <ns1:pt x="1759" y="868"/>
                    <ns1:pt x="1754" y="863"/>
                    <ns1:pt x="1749" y="863"/>
                  </ns1:cubicBezTo>
                  <ns1:close/>
                  <ns1:moveTo>
                    <ns1:pt x="1413" y="257"/>
                  </ns1:moveTo>
                  <ns1:cubicBezTo>
                    <ns1:pt x="1488" y="388"/>
                    <ns1:pt x="1605" y="593"/>
                    <ns1:pt x="1629" y="642"/>
                  </ns1:cubicBezTo>
                  <ns1:cubicBezTo>
                    <ns1:pt x="1300" y="642"/>
                    <ns1:pt x="1300" y="642"/>
                    <ns1:pt x="1300" y="642"/>
                  </ns1:cubicBezTo>
                  <ns1:cubicBezTo>
                    <ns1:pt x="1300" y="256"/>
                    <ns1:pt x="1300" y="256"/>
                    <ns1:pt x="1300" y="256"/>
                  </ns1:cubicBezTo>
                  <ns1:cubicBezTo>
                    <ns1:pt x="1408" y="256"/>
                    <ns1:pt x="1408" y="256"/>
                    <ns1:pt x="1408" y="256"/>
                  </ns1:cubicBezTo>
                  <ns1:cubicBezTo>
                    <ns1:pt x="1410" y="256"/>
                    <ns1:pt x="1411" y="256"/>
                    <ns1:pt x="1413" y="257"/>
                  </ns1:cubicBezTo>
                  <ns1:close/>
                  <ns1:moveTo>
                    <ns1:pt x="961" y="258"/>
                  </ns1:moveTo>
                  <ns1:cubicBezTo>
                    <ns1:pt x="963" y="256"/>
                    <ns1:pt x="966" y="255"/>
                    <ns1:pt x="969" y="255"/>
                  </ns1:cubicBezTo>
                  <ns1:cubicBezTo>
                    <ns1:pt x="1259" y="256"/>
                    <ns1:pt x="1259" y="256"/>
                    <ns1:pt x="1259" y="256"/>
                  </ns1:cubicBezTo>
                  <ns1:cubicBezTo>
                    <ns1:pt x="1259" y="642"/>
                    <ns1:pt x="1259" y="642"/>
                    <ns1:pt x="1259" y="642"/>
                  </ns1:cubicBezTo>
                  <ns1:cubicBezTo>
                    <ns1:pt x="958" y="642"/>
                    <ns1:pt x="958" y="642"/>
                    <ns1:pt x="958" y="642"/>
                  </ns1:cubicBezTo>
                  <ns1:cubicBezTo>
                    <ns1:pt x="958" y="266"/>
                    <ns1:pt x="958" y="266"/>
                    <ns1:pt x="958" y="266"/>
                  </ns1:cubicBezTo>
                  <ns1:cubicBezTo>
                    <ns1:pt x="958" y="263"/>
                    <ns1:pt x="959" y="260"/>
                    <ns1:pt x="961" y="258"/>
                  </ns1:cubicBezTo>
                  <ns1:close/>
                  <ns1:moveTo>
                    <ns1:pt x="876" y="81"/>
                  </ns1:moveTo>
                  <ns1:cubicBezTo>
                    <ns1:pt x="876" y="604"/>
                    <ns1:pt x="876" y="604"/>
                    <ns1:pt x="876" y="604"/>
                  </ns1:cubicBezTo>
                  <ns1:cubicBezTo>
                    <ns1:pt x="163" y="604"/>
                    <ns1:pt x="163" y="604"/>
                    <ns1:pt x="163" y="604"/>
                  </ns1:cubicBezTo>
                  <ns1:cubicBezTo>
                    <ns1:pt x="82" y="604"/>
                    <ns1:pt x="82" y="604"/>
                    <ns1:pt x="82" y="604"/>
                  </ns1:cubicBezTo>
                  <ns1:cubicBezTo>
                    <ns1:pt x="81" y="81"/>
                    <ns1:pt x="81" y="81"/>
                    <ns1:pt x="81" y="81"/>
                  </ns1:cubicBezTo>
                  <ns1:lnTo>
                    <ns1:pt x="876" y="81"/>
                  </ns1:lnTo>
                  <ns1:close/>
                  <ns1:moveTo>
                    <ns1:pt x="423" y="1160"/>
                  </ns1:moveTo>
                  <ns1:cubicBezTo>
                    <ns1:pt x="336" y="1160"/>
                    <ns1:pt x="265" y="1089"/>
                    <ns1:pt x="265" y="1002"/>
                  </ns1:cubicBezTo>
                  <ns1:cubicBezTo>
                    <ns1:pt x="265" y="915"/>
                    <ns1:pt x="336" y="844"/>
                    <ns1:pt x="423" y="844"/>
                  </ns1:cubicBezTo>
                  <ns1:cubicBezTo>
                    <ns1:pt x="511" y="844"/>
                    <ns1:pt x="582" y="915"/>
                    <ns1:pt x="582" y="1002"/>
                  </ns1:cubicBezTo>
                  <ns1:cubicBezTo>
                    <ns1:pt x="582" y="1089"/>
                    <ns1:pt x="511" y="1160"/>
                    <ns1:pt x="423" y="1160"/>
                  </ns1:cubicBezTo>
                  <ns1:close/>
                  <ns1:moveTo>
                    <ns1:pt x="425" y="766"/>
                  </ns1:moveTo>
                  <ns1:cubicBezTo>
                    <ns1:pt x="308" y="766"/>
                    <ns1:pt x="211" y="851"/>
                    <ns1:pt x="192" y="962"/>
                  </ns1:cubicBezTo>
                  <ns1:cubicBezTo>
                    <ns1:pt x="93" y="962"/>
                    <ns1:pt x="93" y="962"/>
                    <ns1:pt x="93" y="962"/>
                  </ns1:cubicBezTo>
                  <ns1:cubicBezTo>
                    <ns1:pt x="87" y="962"/>
                    <ns1:pt x="82" y="957"/>
                    <ns1:pt x="82" y="951"/>
                  </ns1:cubicBezTo>
                  <ns1:cubicBezTo>
                    <ns1:pt x="82" y="684"/>
                    <ns1:pt x="82" y="684"/>
                    <ns1:pt x="82" y="684"/>
                  </ns1:cubicBezTo>
                  <ns1:cubicBezTo>
                    <ns1:pt x="957" y="684"/>
                    <ns1:pt x="957" y="684"/>
                    <ns1:pt x="957" y="684"/>
                  </ns1:cubicBezTo>
                  <ns1:cubicBezTo>
                    <ns1:pt x="958" y="684"/>
                    <ns1:pt x="958" y="684"/>
                    <ns1:pt x="958" y="684"/>
                  </ns1:cubicBezTo>
                  <ns1:cubicBezTo>
                    <ns1:pt x="958" y="682"/>
                    <ns1:pt x="958" y="682"/>
                    <ns1:pt x="958" y="682"/>
                  </ns1:cubicBezTo>
                  <ns1:cubicBezTo>
                    <ns1:pt x="1631" y="682"/>
                    <ns1:pt x="1631" y="682"/>
                    <ns1:pt x="1631" y="682"/>
                  </ns1:cubicBezTo>
                  <ns1:cubicBezTo>
                    <ns1:pt x="1631" y="863"/>
                    <ns1:pt x="1631" y="863"/>
                    <ns1:pt x="1631" y="863"/>
                  </ns1:cubicBezTo>
                  <ns1:cubicBezTo>
                    <ns1:pt x="1594" y="863"/>
                    <ns1:pt x="1594" y="863"/>
                    <ns1:pt x="1594" y="863"/>
                  </ns1:cubicBezTo>
                  <ns1:cubicBezTo>
                    <ns1:pt x="1589" y="863"/>
                    <ns1:pt x="1584" y="868"/>
                    <ns1:pt x="1584" y="873"/>
                  </ns1:cubicBezTo>
                  <ns1:cubicBezTo>
                    <ns1:pt x="1584" y="962"/>
                    <ns1:pt x="1584" y="962"/>
                    <ns1:pt x="1584" y="962"/>
                  </ns1:cubicBezTo>
                  <ns1:cubicBezTo>
                    <ns1:pt x="1547" y="962"/>
                    <ns1:pt x="1547" y="962"/>
                    <ns1:pt x="1547" y="962"/>
                  </ns1:cubicBezTo>
                  <ns1:cubicBezTo>
                    <ns1:pt x="1528" y="851"/>
                    <ns1:pt x="1431" y="766"/>
                    <ns1:pt x="1315" y="766"/>
                  </ns1:cubicBezTo>
                  <ns1:cubicBezTo>
                    <ns1:pt x="1198" y="766"/>
                    <ns1:pt x="1101" y="851"/>
                    <ns1:pt x="1082" y="962"/>
                  </ns1:cubicBezTo>
                  <ns1:cubicBezTo>
                    <ns1:pt x="658" y="962"/>
                    <ns1:pt x="658" y="962"/>
                    <ns1:pt x="658" y="962"/>
                  </ns1:cubicBezTo>
                  <ns1:cubicBezTo>
                    <ns1:pt x="638" y="851"/>
                    <ns1:pt x="541" y="766"/>
                    <ns1:pt x="425" y="766"/>
                  </ns1:cubicBezTo>
                  <ns1:close/>
                  <ns1:moveTo>
                    <ns1:pt x="1315" y="1160"/>
                  </ns1:moveTo>
                  <ns1:cubicBezTo>
                    <ns1:pt x="1227" y="1160"/>
                    <ns1:pt x="1156" y="1089"/>
                    <ns1:pt x="1156" y="1002"/>
                  </ns1:cubicBezTo>
                  <ns1:cubicBezTo>
                    <ns1:pt x="1156" y="915"/>
                    <ns1:pt x="1227" y="844"/>
                    <ns1:pt x="1315" y="844"/>
                  </ns1:cubicBezTo>
                  <ns1:cubicBezTo>
                    <ns1:pt x="1402" y="844"/>
                    <ns1:pt x="1473" y="915"/>
                    <ns1:pt x="1473" y="1002"/>
                  </ns1:cubicBezTo>
                  <ns1:cubicBezTo>
                    <ns1:pt x="1473" y="1089"/>
                    <ns1:pt x="1402" y="1160"/>
                    <ns1:pt x="1315" y="1160"/>
                  </ns1:cubicBezTo>
                  <ns1:close/>
                </ns1:path>
              </ns1:pathLst>
            </ns1:custGeom>
            <ns1:grpFill/>
            <ns1:ln>
              <ns1:noFill/>
            </ns1:ln>
            <ns1:extLst>
              <ns1:ext uri="{91240B29-F687-4F45-9708-019B960494DF}">
                <ns2:hiddenLine w="9525">
                  <ns1:solidFill>
                    <ns1:srgbClr val="000000"/>
                  </ns1:solidFill>
                  <ns1:round/>
                  <ns1:headEnd/>
                  <ns1:tailEnd/>
                </ns2:hiddenLine>
              </ns1:ext>
            </ns1:extLst>
          </ns0:spPr>
          <ns0:txBody>
            <ns1:bodyPr vert="horz" wrap="square" lIns="91440" tIns="45720" rIns="91440" bIns="45720" numCol="1" anchor="t" anchorCtr="0" compatLnSpc="1">
              <ns1:prstTxWarp prst="textNoShape">
                <ns1:avLst/>
              </ns1:prstTxWarp>
            </ns1:bodyPr>
            <ns1:lstStyle/>
            <ns1:p>
              <ns1:endParaRPr lang="id-ID" sz="2700"/>
            </ns1:p>
          </ns0:txBody>
        </ns0:sp>
        <ns0:sp>
          <ns0:nvSpPr>
            <ns0:cNvPr id="265" name="Oval 10"/>
            <ns0:cNvSpPr>
              <ns1:spLocks noChangeArrowheads="1"/>
            </ns0:cNvSpPr>
            <ns0:nvPr/>
          </ns0:nvSpPr>
          <ns0:spPr bwMode="auto">
            <ns1:xfrm>
              <ns1:off x="7070726" y="5662613"/>
              <ns1:ext cx="207963" cy="206375"/>
            </ns1:xfrm>
            <ns1:prstGeom prst="ellipse">
              <ns1:avLst/>
            </ns1:prstGeom>
            <ns1:grpFill/>
            <ns1:ln>
              <ns1:noFill/>
            </ns1:ln>
            <ns1:extLst>
              <ns1:ext uri="{91240B29-F687-4F45-9708-019B960494DF}">
                <ns2:hiddenLine w="9525">
                  <ns1:solidFill>
                    <ns1:srgbClr val="000000"/>
                  </ns1:solidFill>
                  <ns1:round/>
                  <ns1:headEnd/>
                  <ns1:tailEnd/>
                </ns2:hiddenLine>
              </ns1:ext>
            </ns1:extLst>
          </ns0:spPr>
          <ns0:txBody>
            <ns1:bodyPr vert="horz" wrap="square" lIns="91440" tIns="45720" rIns="91440" bIns="45720" numCol="1" anchor="t" anchorCtr="0" compatLnSpc="1">
              <ns1:prstTxWarp prst="textNoShape">
                <ns1:avLst/>
              </ns1:prstTxWarp>
            </ns1:bodyPr>
            <ns1:lstStyle/>
            <ns1:p>
              <ns1:endParaRPr lang="id-ID" sz="2700"/>
            </ns1:p>
          </ns0:txBody>
        </ns0:sp>
        <ns0:sp>
          <ns0:nvSpPr>
            <ns0:cNvPr id="266" name="Oval 11"/>
            <ns0:cNvSpPr>
              <ns1:spLocks noChangeArrowheads="1"/>
            </ns0:cNvSpPr>
            <ns0:nvPr/>
          </ns0:nvSpPr>
          <ns0:spPr bwMode="auto">
            <ns1:xfrm>
              <ns1:off x="6092826" y="5662613"/>
              <ns1:ext cx="206375" cy="206375"/>
            </ns1:xfrm>
            <ns1:prstGeom prst="ellipse">
              <ns1:avLst/>
            </ns1:prstGeom>
            <ns1:grpFill/>
            <ns1:ln>
              <ns1:noFill/>
            </ns1:ln>
            <ns1:extLst>
              <ns1:ext uri="{91240B29-F687-4F45-9708-019B960494DF}">
                <ns2:hiddenLine w="9525">
                  <ns1:solidFill>
                    <ns1:srgbClr val="000000"/>
                  </ns1:solidFill>
                  <ns1:round/>
                  <ns1:headEnd/>
                  <ns1:tailEnd/>
                </ns2:hiddenLine>
              </ns1:ext>
            </ns1:extLst>
          </ns0:spPr>
          <ns0:txBody>
            <ns1:bodyPr vert="horz" wrap="square" lIns="91440" tIns="45720" rIns="91440" bIns="45720" numCol="1" anchor="t" anchorCtr="0" compatLnSpc="1">
              <ns1:prstTxWarp prst="textNoShape">
                <ns1:avLst/>
              </ns1:prstTxWarp>
            </ns1:bodyPr>
            <ns1:lstStyle/>
            <ns1:p>
              <ns1:endParaRPr lang="id-ID" sz="2700"/>
            </ns1:p>
          </ns0:txBody>
        </ns0:sp>
      </ns0:grpSp>
      <ns0:sp>
        <ns0:nvSpPr>
          <ns0:cNvPr id="267" name="Freeform 12"/>
          <ns0:cNvSpPr>
            <ns1:spLocks noEditPoints="1"/>
          </ns0:cNvSpPr>
          <ns0:nvPr/>
        </ns0:nvSpPr>
        <ns0:spPr bwMode="auto">
          <ns1:xfrm>
            <ns1:off x="1377899" y="5356615"/>
            <ns1:ext cx="396706" cy="387963"/>
          </ns1:xfrm>
          <ns1:custGeom>
            <ns1:avLst/>
            <ns1:gdLst>
              <ns1:gd name="T0" fmla="*/ 2384 w 2506"/>
              <ns1:gd name="T1" fmla="*/ 122 h 2453"/>
              <ns1:gd name="T2" fmla="*/ 2190 w 2506"/>
              <ns1:gd name="T3" fmla="*/ 0 h 2453"/>
              <ns1:gd name="T4" fmla="*/ 1389 w 2506"/>
              <ns1:gd name="T5" fmla="*/ 432 h 2453"/>
              <ns1:gd name="T6" fmla="*/ 1145 w 2506"/>
              <ns1:gd name="T7" fmla="*/ 382 h 2453"/>
              <ns1:gd name="T8" fmla="*/ 220 w 2506"/>
              <ns1:gd name="T9" fmla="*/ 477 h 2453"/>
              <ns1:gd name="T10" fmla="*/ 0 w 2506"/>
              <ns1:gd name="T11" fmla="*/ 819 h 2453"/>
              <ns1:gd name="T12" fmla="*/ 104 w 2506"/>
              <ns1:gd name="T13" fmla="*/ 1388 h 2453"/>
              <ns1:gd name="T14" fmla="*/ 434 w 2506"/>
              <ns1:gd name="T15" fmla="*/ 1654 h 2453"/>
              <ns1:gd name="T16" fmla="*/ 833 w 2506"/>
              <ns1:gd name="T17" fmla="*/ 2453 h 2453"/>
              <ns1:gd name="T18" fmla="*/ 1168 w 2506"/>
              <ns1:gd name="T19" fmla="*/ 2358 h 2453"/>
              <ns1:gd name="T20" fmla="*/ 1305 w 2506"/>
              <ns1:gd name="T21" fmla="*/ 2109 h 2453"/>
              <ns1:gd name="T22" fmla="*/ 1274 w 2506"/>
              <ns1:gd name="T23" fmla="*/ 1904 h 2453"/>
              <ns1:gd name="T24" fmla="*/ 1312 w 2506"/>
              <ns1:gd name="T25" fmla="*/ 1739 h 2453"/>
              <ns1:gd name="T26" fmla="*/ 1237 w 2506"/>
              <ns1:gd name="T27" fmla="*/ 1618 h 2453"/>
              <ns1:gd name="T28" fmla="*/ 1389 w 2506"/>
              <ns1:gd name="T29" fmla="*/ 1606 h 2453"/>
              <ns1:gd name="T30" fmla="*/ 2190 w 2506"/>
              <ns1:gd name="T31" fmla="*/ 2051 h 2453"/>
              <ns1:gd name="T32" fmla="*/ 2384 w 2506"/>
              <ns1:gd name="T33" fmla="*/ 1928 h 2453"/>
              <ns1:gd name="T34" fmla="*/ 2506 w 2506"/>
              <ns1:gd name="T35" fmla="*/ 1017 h 2453"/>
              <ns1:gd name="T36" fmla="*/ 833 w 2506"/>
              <ns1:gd name="T37" fmla="*/ 2318 h 2453"/>
              <ns1:gd name="T38" fmla="*/ 556 w 2506"/>
              <ns1:gd name="T39" fmla="*/ 1592 h 2453"/>
              <ns1:gd name="T40" fmla="*/ 1176 w 2506"/>
              <ns1:gd name="T41" fmla="*/ 2149 h 2453"/>
              <ns1:gd name="T42" fmla="*/ 1128 w 2506"/>
              <ns1:gd name="T43" fmla="*/ 2229 h 2453"/>
              <ns1:gd name="T44" fmla="*/ 833 w 2506"/>
              <ns1:gd name="T45" fmla="*/ 2318 h 2453"/>
              <ns1:gd name="T46" fmla="*/ 136 w 2506"/>
              <ns1:gd name="T47" fmla="*/ 819 h 2453"/>
              <ns1:gd name="T48" fmla="*/ 147 w 2506"/>
              <ns1:gd name="T49" fmla="*/ 1253 h 2453"/>
              <ns1:gd name="T50" fmla="*/ 219 w 2506"/>
              <ns1:gd name="T51" fmla="*/ 1264 h 2453"/>
              <ns1:gd name="T52" fmla="*/ 476 w 2506"/>
              <ns1:gd name="T53" fmla="*/ 517 h 2453"/>
              <ns1:gd name="T54" fmla="*/ 1140 w 2506"/>
              <ns1:gd name="T55" fmla="*/ 1521 h 2453"/>
              <ns1:gd name="T56" fmla="*/ 476 w 2506"/>
              <ns1:gd name="T57" fmla="*/ 1521 h 2453"/>
              <ns1:gd name="T58" fmla="*/ 1090 w 2506"/>
              <ns1:gd name="T59" fmla="*/ 1638 h 2453"/>
              <ns1:gd name="T60" fmla="*/ 1148 w 2506"/>
              <ns1:gd name="T61" fmla="*/ 1823 h 2453"/>
              <ns1:gd name="T62" fmla="*/ 1212 w 2506"/>
              <ns1:gd name="T63" fmla="*/ 567 h 2453"/>
              <ns1:gd name="T64" fmla="*/ 2132 w 2506"/>
              <ns1:gd name="T65" fmla="*/ 201 h 2453"/>
              <ns1:gd name="T66" fmla="*/ 1421 w 2506"/>
              <ns1:gd name="T67" fmla="*/ 1471 h 2453"/>
              <ns1:gd name="T68" fmla="*/ 1212 w 2506"/>
              <ns1:gd name="T69" fmla="*/ 567 h 2453"/>
              <ns1:gd name="T70" fmla="*/ 2248 w 2506"/>
              <ns1:gd name="T71" fmla="*/ 135 h 2453"/>
              <ns1:gd name="T72" fmla="*/ 2203 w 2506"/>
              <ns1:gd name="T73" fmla="*/ 1915 h 2453"/>
              <ns1:gd name="T74" fmla="*/ 2319 w 2506"/>
              <ns1:gd name="T75" fmla="*/ 1169 h 2453"/>
              <ns1:gd name="T76" fmla="*/ 2371 w 2506"/>
              <ns1:gd name="T77" fmla="*/ 1017 h 2453"/>
            </ns1:gdLst>
            <ns1:ahLst/>
            <ns1:cxnLst>
              <ns1:cxn ang="0">
                <ns1:pos x="T0" y="T1"/>
              </ns1:cxn>
              <ns1:cxn ang="0">
                <ns1:pos x="T2" y="T3"/>
              </ns1:cxn>
              <ns1:cxn ang="0">
                <ns1:pos x="T4" y="T5"/>
              </ns1:cxn>
              <ns1:cxn ang="0">
                <ns1:pos x="T6" y="T7"/>
              </ns1:cxn>
              <ns1:cxn ang="0">
                <ns1:pos x="T8" y="T9"/>
              </ns1:cxn>
              <ns1:cxn ang="0">
                <ns1:pos x="T10" y="T11"/>
              </ns1:cxn>
              <ns1:cxn ang="0">
                <ns1:pos x="T12" y="T13"/>
              </ns1:cxn>
              <ns1:cxn ang="0">
                <ns1:pos x="T14" y="T15"/>
              </ns1:cxn>
              <ns1:cxn ang="0">
                <ns1:pos x="T16" y="T17"/>
              </ns1:cxn>
              <ns1:cxn ang="0">
                <ns1:pos x="T18" y="T19"/>
              </ns1:cxn>
              <ns1:cxn ang="0">
                <ns1:pos x="T20" y="T21"/>
              </ns1:cxn>
              <ns1:cxn ang="0">
                <ns1:pos x="T22" y="T23"/>
              </ns1:cxn>
              <ns1:cxn ang="0">
                <ns1:pos x="T24" y="T25"/>
              </ns1:cxn>
              <ns1:cxn ang="0">
                <ns1:pos x="T26" y="T27"/>
              </ns1:cxn>
              <ns1:cxn ang="0">
                <ns1:pos x="T28" y="T29"/>
              </ns1:cxn>
              <ns1:cxn ang="0">
                <ns1:pos x="T30" y="T31"/>
              </ns1:cxn>
              <ns1:cxn ang="0">
                <ns1:pos x="T32" y="T33"/>
              </ns1:cxn>
              <ns1:cxn ang="0">
                <ns1:pos x="T34" y="T35"/>
              </ns1:cxn>
              <ns1:cxn ang="0">
                <ns1:pos x="T36" y="T37"/>
              </ns1:cxn>
              <ns1:cxn ang="0">
                <ns1:pos x="T38" y="T39"/>
              </ns1:cxn>
              <ns1:cxn ang="0">
                <ns1:pos x="T40" y="T41"/>
              </ns1:cxn>
              <ns1:cxn ang="0">
                <ns1:pos x="T42" y="T43"/>
              </ns1:cxn>
              <ns1:cxn ang="0">
                <ns1:pos x="T44" y="T45"/>
              </ns1:cxn>
              <ns1:cxn ang="0">
                <ns1:pos x="T46" y="T47"/>
              </ns1:cxn>
              <ns1:cxn ang="0">
                <ns1:pos x="T48" y="T49"/>
              </ns1:cxn>
              <ns1:cxn ang="0">
                <ns1:pos x="T50" y="T51"/>
              </ns1:cxn>
              <ns1:cxn ang="0">
                <ns1:pos x="T52" y="T53"/>
              </ns1:cxn>
              <ns1:cxn ang="0">
                <ns1:pos x="T54" y="T55"/>
              </ns1:cxn>
              <ns1:cxn ang="0">
                <ns1:pos x="T56" y="T57"/>
              </ns1:cxn>
              <ns1:cxn ang="0">
                <ns1:pos x="T58" y="T59"/>
              </ns1:cxn>
              <ns1:cxn ang="0">
                <ns1:pos x="T60" y="T61"/>
              </ns1:cxn>
              <ns1:cxn ang="0">
                <ns1:pos x="T62" y="T63"/>
              </ns1:cxn>
              <ns1:cxn ang="0">
                <ns1:pos x="T64" y="T65"/>
              </ns1:cxn>
              <ns1:cxn ang="0">
                <ns1:pos x="T66" y="T67"/>
              </ns1:cxn>
              <ns1:cxn ang="0">
                <ns1:pos x="T68" y="T69"/>
              </ns1:cxn>
              <ns1:cxn ang="0">
                <ns1:pos x="T70" y="T71"/>
              </ns1:cxn>
              <ns1:cxn ang="0">
                <ns1:pos x="T72" y="T73"/>
              </ns1:cxn>
              <ns1:cxn ang="0">
                <ns1:pos x="T74" y="T75"/>
              </ns1:cxn>
              <ns1:cxn ang="0">
                <ns1:pos x="T76" y="T77"/>
              </ns1:cxn>
            </ns1:cxnLst>
            <ns1:rect l="0" t="0" r="r" b="b"/>
            <ns1:pathLst>
              <ns1:path w="2506" h="2453">
                <ns1:moveTo>
                  <ns1:pt x="2384" y="735"/>
                </ns1:moveTo>
                <ns1:cubicBezTo>
                  <ns1:pt x="2384" y="122"/>
                  <ns1:pt x="2384" y="122"/>
                  <ns1:pt x="2384" y="122"/>
                </ns1:cubicBezTo>
                <ns1:cubicBezTo>
                  <ns1:pt x="2384" y="54"/>
                  <ns1:pt x="2329" y="0"/>
                  <ns1:pt x="2261" y="0"/>
                </ns1:cubicBezTo>
                <ns1:cubicBezTo>
                  <ns1:pt x="2190" y="0"/>
                  <ns1:pt x="2190" y="0"/>
                  <ns1:pt x="2190" y="0"/>
                </ns1:cubicBezTo>
                <ns1:cubicBezTo>
                  <ns1:pt x="2138" y="0"/>
                  <ns1:pt x="2094" y="32"/>
                  <ns1:pt x="2076" y="78"/>
                </ns1:cubicBezTo>
                <ns1:cubicBezTo>
                  <ns1:pt x="1389" y="432"/>
                  <ns1:pt x="1389" y="432"/>
                  <ns1:pt x="1389" y="432"/>
                </ns1:cubicBezTo>
                <ns1:cubicBezTo>
                  <ns1:pt x="1248" y="432"/>
                  <ns1:pt x="1248" y="432"/>
                  <ns1:pt x="1248" y="432"/>
                </ns1:cubicBezTo>
                <ns1:cubicBezTo>
                  <ns1:pt x="1224" y="401"/>
                  <ns1:pt x="1186" y="382"/>
                  <ns1:pt x="1145" y="382"/>
                </ns1:cubicBezTo>
                <ns1:cubicBezTo>
                  <ns1:pt x="476" y="382"/>
                  <ns1:pt x="476" y="382"/>
                  <ns1:pt x="476" y="382"/>
                </ns1:cubicBezTo>
                <ns1:cubicBezTo>
                  <ns1:pt x="382" y="382"/>
                  <ns1:pt x="291" y="416"/>
                  <ns1:pt x="220" y="477"/>
                </ns1:cubicBezTo>
                <ns1:cubicBezTo>
                  <ns1:pt x="166" y="523"/>
                  <ns1:pt x="126" y="583"/>
                  <ns1:pt x="104" y="650"/>
                </ns1:cubicBezTo>
                <ns1:cubicBezTo>
                  <ns1:pt x="42" y="682"/>
                  <ns1:pt x="0" y="746"/>
                  <ns1:pt x="0" y="819"/>
                </ns1:cubicBezTo>
                <ns1:cubicBezTo>
                  <ns1:pt x="0" y="1219"/>
                  <ns1:pt x="0" y="1219"/>
                  <ns1:pt x="0" y="1219"/>
                </ns1:cubicBezTo>
                <ns1:cubicBezTo>
                  <ns1:pt x="0" y="1293"/>
                  <ns1:pt x="42" y="1357"/>
                  <ns1:pt x="104" y="1388"/>
                </ns1:cubicBezTo>
                <ns1:cubicBezTo>
                  <ns1:pt x="126" y="1455"/>
                  <ns1:pt x="166" y="1515"/>
                  <ns1:pt x="220" y="1561"/>
                </ns1:cubicBezTo>
                <ns1:cubicBezTo>
                  <ns1:pt x="280" y="1613"/>
                  <ns1:pt x="355" y="1646"/>
                  <ns1:pt x="434" y="1654"/>
                </ns1:cubicBezTo>
                <ns1:cubicBezTo>
                  <ns1:pt x="642" y="2317"/>
                  <ns1:pt x="642" y="2317"/>
                  <ns1:pt x="642" y="2317"/>
                </ns1:cubicBezTo>
                <ns1:cubicBezTo>
                  <ns1:pt x="668" y="2398"/>
                  <ns1:pt x="744" y="2453"/>
                  <ns1:pt x="833" y="2453"/>
                </ns1:cubicBezTo>
                <ns1:cubicBezTo>
                  <ns1:pt x="855" y="2453"/>
                  <ns1:pt x="876" y="2450"/>
                  <ns1:pt x="897" y="2443"/>
                </ns1:cubicBezTo>
                <ns1:cubicBezTo>
                  <ns1:pt x="1168" y="2358"/>
                  <ns1:pt x="1168" y="2358"/>
                  <ns1:pt x="1168" y="2358"/>
                </ns1:cubicBezTo>
                <ns1:cubicBezTo>
                  <ns1:pt x="1219" y="2342"/>
                  <ns1:pt x="1262" y="2308"/>
                  <ns1:pt x="1288" y="2263"/>
                </ns1:cubicBezTo>
                <ns1:cubicBezTo>
                  <ns1:pt x="1315" y="2216"/>
                  <ns1:pt x="1321" y="2160"/>
                  <ns1:pt x="1305" y="2109"/>
                </ns1:cubicBezTo>
                <ns1:cubicBezTo>
                  <ns1:pt x="1246" y="1921"/>
                  <ns1:pt x="1246" y="1921"/>
                  <ns1:pt x="1246" y="1921"/>
                </ns1:cubicBezTo>
                <ns1:cubicBezTo>
                  <ns1:pt x="1274" y="1904"/>
                  <ns1:pt x="1274" y="1904"/>
                  <ns1:pt x="1274" y="1904"/>
                </ns1:cubicBezTo>
                <ns1:cubicBezTo>
                  <ns1:pt x="1330" y="1869"/>
                  <ns1:pt x="1347" y="1795"/>
                  <ns1:pt x="1313" y="1739"/>
                </ns1:cubicBezTo>
                <ns1:cubicBezTo>
                  <ns1:pt x="1312" y="1739"/>
                  <ns1:pt x="1312" y="1739"/>
                  <ns1:pt x="1312" y="1739"/>
                </ns1:cubicBezTo>
                <ns1:cubicBezTo>
                  <ns1:pt x="1312" y="1739"/>
                  <ns1:pt x="1312" y="1739"/>
                  <ns1:pt x="1312" y="1739"/>
                </ns1:cubicBezTo>
                <ns1:cubicBezTo>
                  <ns1:pt x="1237" y="1618"/>
                  <ns1:pt x="1237" y="1618"/>
                  <ns1:pt x="1237" y="1618"/>
                </ns1:cubicBezTo>
                <ns1:cubicBezTo>
                  <ns1:pt x="1241" y="1614"/>
                  <ns1:pt x="1244" y="1611"/>
                  <ns1:pt x="1248" y="1606"/>
                </ns1:cubicBezTo>
                <ns1:cubicBezTo>
                  <ns1:pt x="1389" y="1606"/>
                  <ns1:pt x="1389" y="1606"/>
                  <ns1:pt x="1389" y="1606"/>
                </ns1:cubicBezTo>
                <ns1:cubicBezTo>
                  <ns1:pt x="2072" y="1958"/>
                  <ns1:pt x="2072" y="1958"/>
                  <ns1:pt x="2072" y="1958"/>
                </ns1:cubicBezTo>
                <ns1:cubicBezTo>
                  <ns1:pt x="2085" y="2011"/>
                  <ns1:pt x="2133" y="2051"/>
                  <ns1:pt x="2190" y="2051"/>
                </ns1:cubicBezTo>
                <ns1:cubicBezTo>
                  <ns1:pt x="2261" y="2051"/>
                  <ns1:pt x="2261" y="2051"/>
                  <ns1:pt x="2261" y="2051"/>
                </ns1:cubicBezTo>
                <ns1:cubicBezTo>
                  <ns1:pt x="2329" y="2051"/>
                  <ns1:pt x="2384" y="1996"/>
                  <ns1:pt x="2384" y="1928"/>
                </ns1:cubicBezTo>
                <ns1:cubicBezTo>
                  <ns1:pt x="2384" y="1299"/>
                  <ns1:pt x="2384" y="1299"/>
                  <ns1:pt x="2384" y="1299"/>
                </ns1:cubicBezTo>
                <ns1:cubicBezTo>
                  <ns1:pt x="2461" y="1226"/>
                  <ns1:pt x="2506" y="1124"/>
                  <ns1:pt x="2506" y="1017"/>
                </ns1:cubicBezTo>
                <ns1:cubicBezTo>
                  <ns1:pt x="2506" y="909"/>
                  <ns1:pt x="2461" y="807"/>
                  <ns1:pt x="2384" y="735"/>
                </ns1:cubicBezTo>
                <ns1:close/>
                <ns1:moveTo>
                  <ns1:pt x="833" y="2318"/>
                </ns1:moveTo>
                <ns1:cubicBezTo>
                  <ns1:pt x="804" y="2318"/>
                  <ns1:pt x="779" y="2301"/>
                  <ns1:pt x="771" y="2276"/>
                </ns1:cubicBezTo>
                <ns1:cubicBezTo>
                  <ns1:pt x="556" y="1592"/>
                  <ns1:pt x="556" y="1592"/>
                  <ns1:pt x="556" y="1592"/>
                </ns1:cubicBezTo>
                <ns1:cubicBezTo>
                  <ns1:pt x="1001" y="1592"/>
                  <ns1:pt x="1001" y="1592"/>
                  <ns1:pt x="1001" y="1592"/>
                </ns1:cubicBezTo>
                <ns1:cubicBezTo>
                  <ns1:pt x="1176" y="2149"/>
                  <ns1:pt x="1176" y="2149"/>
                  <ns1:pt x="1176" y="2149"/>
                </ns1:cubicBezTo>
                <ns1:cubicBezTo>
                  <ns1:pt x="1181" y="2164"/>
                  <ns1:pt x="1179" y="2181"/>
                  <ns1:pt x="1170" y="2196"/>
                </ns1:cubicBezTo>
                <ns1:cubicBezTo>
                  <ns1:pt x="1161" y="2212"/>
                  <ns1:pt x="1146" y="2223"/>
                  <ns1:pt x="1128" y="2229"/>
                </ns1:cubicBezTo>
                <ns1:cubicBezTo>
                  <ns1:pt x="856" y="2314"/>
                  <ns1:pt x="856" y="2314"/>
                  <ns1:pt x="856" y="2314"/>
                </ns1:cubicBezTo>
                <ns1:cubicBezTo>
                  <ns1:pt x="849" y="2317"/>
                  <ns1:pt x="841" y="2318"/>
                  <ns1:pt x="833" y="2318"/>
                </ns1:cubicBezTo>
                <ns1:close/>
                <ns1:moveTo>
                  <ns1:pt x="136" y="1219"/>
                </ns1:moveTo>
                <ns1:cubicBezTo>
                  <ns1:pt x="136" y="819"/>
                  <ns1:pt x="136" y="819"/>
                  <ns1:pt x="136" y="819"/>
                </ns1:cubicBezTo>
                <ns1:cubicBezTo>
                  <ns1:pt x="136" y="806"/>
                  <ns1:pt x="140" y="795"/>
                  <ns1:pt x="147" y="785"/>
                </ns1:cubicBezTo>
                <ns1:cubicBezTo>
                  <ns1:pt x="147" y="1253"/>
                  <ns1:pt x="147" y="1253"/>
                  <ns1:pt x="147" y="1253"/>
                </ns1:cubicBezTo>
                <ns1:cubicBezTo>
                  <ns1:pt x="140" y="1244"/>
                  <ns1:pt x="136" y="1232"/>
                  <ns1:pt x="136" y="1219"/>
                </ns1:cubicBezTo>
                <ns1:close/>
                <ns1:moveTo>
                  <ns1:pt x="219" y="1264"/>
                </ns1:moveTo>
                <ns1:cubicBezTo>
                  <ns1:pt x="219" y="774"/>
                  <ns1:pt x="219" y="774"/>
                  <ns1:pt x="219" y="774"/>
                </ns1:cubicBezTo>
                <ns1:cubicBezTo>
                  <ns1:pt x="219" y="632"/>
                  <ns1:pt x="334" y="517"/>
                  <ns1:pt x="476" y="517"/>
                </ns1:cubicBezTo>
                <ns1:cubicBezTo>
                  <ns1:pt x="1140" y="517"/>
                  <ns1:pt x="1140" y="517"/>
                  <ns1:pt x="1140" y="517"/>
                </ns1:cubicBezTo>
                <ns1:cubicBezTo>
                  <ns1:pt x="1140" y="1521"/>
                  <ns1:pt x="1140" y="1521"/>
                  <ns1:pt x="1140" y="1521"/>
                </ns1:cubicBezTo>
                <ns1:cubicBezTo>
                  <ns1:pt x="1054" y="1521"/>
                  <ns1:pt x="1054" y="1521"/>
                  <ns1:pt x="1054" y="1521"/>
                </ns1:cubicBezTo>
                <ns1:cubicBezTo>
                  <ns1:pt x="476" y="1521"/>
                  <ns1:pt x="476" y="1521"/>
                  <ns1:pt x="476" y="1521"/>
                </ns1:cubicBezTo>
                <ns1:cubicBezTo>
                  <ns1:pt x="334" y="1521"/>
                  <ns1:pt x="219" y="1406"/>
                  <ns1:pt x="219" y="1264"/>
                </ns1:cubicBezTo>
                <ns1:close/>
                <ns1:moveTo>
                  <ns1:pt x="1090" y="1638"/>
                </ns1:moveTo>
                <ns1:cubicBezTo>
                  <ns1:pt x="1189" y="1797"/>
                  <ns1:pt x="1189" y="1797"/>
                  <ns1:pt x="1189" y="1797"/>
                </ns1:cubicBezTo>
                <ns1:cubicBezTo>
                  <ns1:pt x="1148" y="1823"/>
                  <ns1:pt x="1148" y="1823"/>
                  <ns1:pt x="1148" y="1823"/>
                </ns1:cubicBezTo>
                <ns1:lnTo>
                  <ns1:pt x="1090" y="1638"/>
                </ns1:lnTo>
                <ns1:close/>
                <ns1:moveTo>
                  <ns1:pt x="1212" y="567"/>
                </ns1:moveTo>
                <ns1:cubicBezTo>
                  <ns1:pt x="1421" y="567"/>
                  <ns1:pt x="1421" y="567"/>
                  <ns1:pt x="1421" y="567"/>
                </ns1:cubicBezTo>
                <ns1:cubicBezTo>
                  <ns1:pt x="2132" y="201"/>
                  <ns1:pt x="2132" y="201"/>
                  <ns1:pt x="2132" y="201"/>
                </ns1:cubicBezTo>
                <ns1:cubicBezTo>
                  <ns1:pt x="2132" y="1837"/>
                  <ns1:pt x="2132" y="1837"/>
                  <ns1:pt x="2132" y="1837"/>
                </ns1:cubicBezTo>
                <ns1:cubicBezTo>
                  <ns1:pt x="1421" y="1471"/>
                  <ns1:pt x="1421" y="1471"/>
                  <ns1:pt x="1421" y="1471"/>
                </ns1:cubicBezTo>
                <ns1:cubicBezTo>
                  <ns1:pt x="1212" y="1471"/>
                  <ns1:pt x="1212" y="1471"/>
                  <ns1:pt x="1212" y="1471"/>
                </ns1:cubicBezTo>
                <ns1:lnTo>
                  <ns1:pt x="1212" y="567"/>
                </ns1:lnTo>
                <ns1:close/>
                <ns1:moveTo>
                  <ns1:pt x="2203" y="135"/>
                </ns1:moveTo>
                <ns1:cubicBezTo>
                  <ns1:pt x="2248" y="135"/>
                  <ns1:pt x="2248" y="135"/>
                  <ns1:pt x="2248" y="135"/>
                </ns1:cubicBezTo>
                <ns1:cubicBezTo>
                  <ns1:pt x="2248" y="1915"/>
                  <ns1:pt x="2248" y="1915"/>
                  <ns1:pt x="2248" y="1915"/>
                </ns1:cubicBezTo>
                <ns1:cubicBezTo>
                  <ns1:pt x="2203" y="1915"/>
                  <ns1:pt x="2203" y="1915"/>
                  <ns1:pt x="2203" y="1915"/>
                </ns1:cubicBezTo>
                <ns1:lnTo>
                  <ns1:pt x="2203" y="135"/>
                </ns1:lnTo>
                <ns1:close/>
                <ns1:moveTo>
                  <ns1:pt x="2319" y="1169"/>
                </ns1:moveTo>
                <ns1:cubicBezTo>
                  <ns1:pt x="2319" y="865"/>
                  <ns1:pt x="2319" y="865"/>
                  <ns1:pt x="2319" y="865"/>
                </ns1:cubicBezTo>
                <ns1:cubicBezTo>
                  <ns1:pt x="2352" y="907"/>
                  <ns1:pt x="2371" y="960"/>
                  <ns1:pt x="2371" y="1017"/>
                </ns1:cubicBezTo>
                <ns1:cubicBezTo>
                  <ns1:pt x="2371" y="1074"/>
                  <ns1:pt x="2352" y="1126"/>
                  <ns1:pt x="2319" y="1169"/>
                </ns1:cubicBezTo>
                <ns1:close/>
              </ns1:path>
            </ns1:pathLst>
          </ns1:custGeom>
          <ns1:solidFill>
            <ns1:schemeClr val="tx1"/>
          </ns1:solidFill>
          <ns1:ln>
            <ns1:noFill/>
          </ns1:ln>
        </ns0:spPr>
        <ns0:txBody>
          <ns1:bodyPr vert="horz" wrap="square" lIns="91440" tIns="45720" rIns="91440" bIns="45720" numCol="1" anchor="t" anchorCtr="0" compatLnSpc="1">
            <ns1:prstTxWarp prst="textNoShape">
              <ns1:avLst/>
            </ns1:prstTxWarp>
          </ns1:bodyPr>
          <ns1:lstStyle/>
          <ns1:p>
            <ns1:endParaRPr lang="id-ID" sz="2700"/>
          </ns1:p>
        </ns0:txBody>
      </ns0:sp>
      <ns0:sp>
        <ns0:nvSpPr>
          <ns0:cNvPr id="268" name="Freeform 81"/>
          <ns0:cNvSpPr>
            <ns1:spLocks/>
          </ns0:cNvSpPr>
          <ns0:nvPr/>
        </ns0:nvSpPr>
        <ns0:spPr bwMode="auto">
          <ns1:xfrm>
            <ns1:off x="2340271" y="5363355"/>
            <ns1:ext cx="385690" cy="374483"/>
          </ns1:xfrm>
          <ns1:custGeom>
            <ns1:avLst/>
            <ns1:gdLst>
              <ns1:gd name="T0" fmla="*/ 94 w 97"/>
              <ns1:gd name="T1" fmla="*/ 16 h 94"/>
              <ns1:gd name="T2" fmla="*/ 81 w 97"/>
              <ns1:gd name="T3" fmla="*/ 27 h 94"/>
              <ns1:gd name="T4" fmla="*/ 73 w 97"/>
              <ns1:gd name="T5" fmla="*/ 12 h 94"/>
              <ns1:gd name="T6" fmla="*/ 82 w 97"/>
              <ns1:gd name="T7" fmla="*/ 2 h 94"/>
              <ns1:gd name="T8" fmla="*/ 77 w 97"/>
              <ns1:gd name="T9" fmla="*/ 2 h 94"/>
              <ns1:gd name="T10" fmla="*/ 64 w 97"/>
              <ns1:gd name="T11" fmla="*/ 5 h 94"/>
              <ns1:gd name="T12" fmla="*/ 61 w 97"/>
              <ns1:gd name="T13" fmla="*/ 14 h 94"/>
              <ns1:gd name="T14" fmla="*/ 63 w 97"/>
              <ns1:gd name="T15" fmla="*/ 27 h 94"/>
              <ns1:gd name="T16" fmla="*/ 52 w 97"/>
              <ns1:gd name="T17" fmla="*/ 42 h 94"/>
              <ns1:gd name="T18" fmla="*/ 43 w 97"/>
              <ns1:gd name="T19" fmla="*/ 39 h 94"/>
              <ns1:gd name="T20" fmla="*/ 35 w 97"/>
              <ns1:gd name="T21" fmla="*/ 33 h 94"/>
              <ns1:gd name="T22" fmla="*/ 34 w 97"/>
              <ns1:gd name="T23" fmla="*/ 31 h 94"/>
              <ns1:gd name="T24" fmla="*/ 33 w 97"/>
              <ns1:gd name="T25" fmla="*/ 27 h 94"/>
              <ns1:gd name="T26" fmla="*/ 31 w 97"/>
              <ns1:gd name="T27" fmla="*/ 23 h 94"/>
              <ns1:gd name="T28" fmla="*/ 47 w 97"/>
              <ns1:gd name="T29" fmla="*/ 17 h 94"/>
              <ns1:gd name="T30" fmla="*/ 45 w 97"/>
              <ns1:gd name="T31" fmla="*/ 12 h 94"/>
              <ns1:gd name="T32" fmla="*/ 44 w 97"/>
              <ns1:gd name="T33" fmla="*/ 10 h 94"/>
              <ns1:gd name="T34" fmla="*/ 11 w 97"/>
              <ns1:gd name="T35" fmla="*/ 23 h 94"/>
              <ns1:gd name="T36" fmla="*/ 11 w 97"/>
              <ns1:gd name="T37" fmla="*/ 24 h 94"/>
              <ns1:gd name="T38" fmla="*/ 9 w 97"/>
              <ns1:gd name="T39" fmla="*/ 33 h 94"/>
              <ns1:gd name="T40" fmla="*/ 0 w 97"/>
              <ns1:gd name="T41" fmla="*/ 38 h 94"/>
              <ns1:gd name="T42" fmla="*/ 17 w 97"/>
              <ns1:gd name="T43" fmla="*/ 41 h 94"/>
              <ns1:gd name="T44" fmla="*/ 16 w 97"/>
              <ns1:gd name="T45" fmla="*/ 36 h 94"/>
              <ns1:gd name="T46" fmla="*/ 24 w 97"/>
              <ns1:gd name="T47" fmla="*/ 37 h 94"/>
              <ns1:gd name="T48" fmla="*/ 27 w 97"/>
              <ns1:gd name="T49" fmla="*/ 39 h 94"/>
              <ns1:gd name="T50" fmla="*/ 29 w 97"/>
              <ns1:gd name="T51" fmla="*/ 39 h 94"/>
              <ns1:gd name="T52" fmla="*/ 36 w 97"/>
              <ns1:gd name="T53" fmla="*/ 49 h 94"/>
              <ns1:gd name="T54" fmla="*/ 15 w 97"/>
              <ns1:gd name="T55" fmla="*/ 84 h 94"/>
              <ns1:gd name="T56" fmla="*/ 23 w 97"/>
              <ns1:gd name="T57" fmla="*/ 93 h 94"/>
              <ns1:gd name="T58" fmla="*/ 77 w 97"/>
              <ns1:gd name="T59" fmla="*/ 89 h 94"/>
              <ns1:gd name="T60" fmla="*/ 85 w 97"/>
              <ns1:gd name="T61" fmla="*/ 81 h 94"/>
              <ns1:gd name="T62" fmla="*/ 59 w 97"/>
              <ns1:gd name="T63" fmla="*/ 53 h 94"/>
              <ns1:gd name="T64" fmla="*/ 69 w 97"/>
              <ns1:gd name="T65" fmla="*/ 42 h 94"/>
              <ns1:gd name="T66" fmla="*/ 77 w 97"/>
              <ns1:gd name="T67" fmla="*/ 38 h 94"/>
              <ns1:gd name="T68" fmla="*/ 96 w 97"/>
              <ns1:gd name="T69" fmla="*/ 28 h 94"/>
              <ns1:gd name="T70" fmla="*/ 97 w 97"/>
              <ns1:gd name="T71" fmla="*/ 17 h 94"/>
            </ns1:gdLst>
            <ns1:ahLst/>
            <ns1:cxnLst>
              <ns1:cxn ang="0">
                <ns1:pos x="T0" y="T1"/>
              </ns1:cxn>
              <ns1:cxn ang="0">
                <ns1:pos x="T2" y="T3"/>
              </ns1:cxn>
              <ns1:cxn ang="0">
                <ns1:pos x="T4" y="T5"/>
              </ns1:cxn>
              <ns1:cxn ang="0">
                <ns1:pos x="T6" y="T7"/>
              </ns1:cxn>
              <ns1:cxn ang="0">
                <ns1:pos x="T8" y="T9"/>
              </ns1:cxn>
              <ns1:cxn ang="0">
                <ns1:pos x="T10" y="T11"/>
              </ns1:cxn>
              <ns1:cxn ang="0">
                <ns1:pos x="T12" y="T13"/>
              </ns1:cxn>
              <ns1:cxn ang="0">
                <ns1:pos x="T14" y="T15"/>
              </ns1:cxn>
              <ns1:cxn ang="0">
                <ns1:pos x="T16" y="T17"/>
              </ns1:cxn>
              <ns1:cxn ang="0">
                <ns1:pos x="T18" y="T19"/>
              </ns1:cxn>
              <ns1:cxn ang="0">
                <ns1:pos x="T20" y="T21"/>
              </ns1:cxn>
              <ns1:cxn ang="0">
                <ns1:pos x="T22" y="T23"/>
              </ns1:cxn>
              <ns1:cxn ang="0">
                <ns1:pos x="T24" y="T25"/>
              </ns1:cxn>
              <ns1:cxn ang="0">
                <ns1:pos x="T26" y="T27"/>
              </ns1:cxn>
              <ns1:cxn ang="0">
                <ns1:pos x="T28" y="T29"/>
              </ns1:cxn>
              <ns1:cxn ang="0">
                <ns1:pos x="T30" y="T31"/>
              </ns1:cxn>
              <ns1:cxn ang="0">
                <ns1:pos x="T32" y="T33"/>
              </ns1:cxn>
              <ns1:cxn ang="0">
                <ns1:pos x="T34" y="T35"/>
              </ns1:cxn>
              <ns1:cxn ang="0">
                <ns1:pos x="T36" y="T37"/>
              </ns1:cxn>
              <ns1:cxn ang="0">
                <ns1:pos x="T38" y="T39"/>
              </ns1:cxn>
              <ns1:cxn ang="0">
                <ns1:pos x="T40" y="T41"/>
              </ns1:cxn>
              <ns1:cxn ang="0">
                <ns1:pos x="T42" y="T43"/>
              </ns1:cxn>
              <ns1:cxn ang="0">
                <ns1:pos x="T44" y="T45"/>
              </ns1:cxn>
              <ns1:cxn ang="0">
                <ns1:pos x="T46" y="T47"/>
              </ns1:cxn>
              <ns1:cxn ang="0">
                <ns1:pos x="T48" y="T49"/>
              </ns1:cxn>
              <ns1:cxn ang="0">
                <ns1:pos x="T50" y="T51"/>
              </ns1:cxn>
              <ns1:cxn ang="0">
                <ns1:pos x="T52" y="T53"/>
              </ns1:cxn>
              <ns1:cxn ang="0">
                <ns1:pos x="T54" y="T55"/>
              </ns1:cxn>
              <ns1:cxn ang="0">
                <ns1:pos x="T56" y="T57"/>
              </ns1:cxn>
              <ns1:cxn ang="0">
                <ns1:pos x="T58" y="T59"/>
              </ns1:cxn>
              <ns1:cxn ang="0">
                <ns1:pos x="T60" y="T61"/>
              </ns1:cxn>
              <ns1:cxn ang="0">
                <ns1:pos x="T62" y="T63"/>
              </ns1:cxn>
              <ns1:cxn ang="0">
                <ns1:pos x="T64" y="T65"/>
              </ns1:cxn>
              <ns1:cxn ang="0">
                <ns1:pos x="T66" y="T67"/>
              </ns1:cxn>
              <ns1:cxn ang="0">
                <ns1:pos x="T68" y="T69"/>
              </ns1:cxn>
              <ns1:cxn ang="0">
                <ns1:pos x="T70" y="T71"/>
              </ns1:cxn>
            </ns1:cxnLst>
            <ns1:rect l="0" t="0" r="r" b="b"/>
            <ns1:pathLst>
              <ns1:path w="97" h="94">
                <ns1:moveTo>
                  <ns1:pt x="96" y="16"/>
                </ns1:moveTo>
                <ns1:cubicBezTo>
                  <ns1:pt x="95" y="16"/>
                  <ns1:pt x="94" y="16"/>
                  <ns1:pt x="94" y="16"/>
                </ns1:cubicBezTo>
                <ns1:cubicBezTo>
                  <ns1:pt x="94" y="16"/>
                  <ns1:pt x="94" y="16"/>
                  <ns1:pt x="87" y="27"/>
                </ns1:cubicBezTo>
                <ns1:cubicBezTo>
                  <ns1:pt x="87" y="27"/>
                  <ns1:pt x="87" y="27"/>
                  <ns1:pt x="81" y="27"/>
                </ns1:cubicBezTo>
                <ns1:cubicBezTo>
                  <ns1:pt x="81" y="27"/>
                  <ns1:pt x="81" y="27"/>
                  <ns1:pt x="73" y="19"/>
                </ns1:cubicBezTo>
                <ns1:cubicBezTo>
                  <ns1:pt x="73" y="19"/>
                  <ns1:pt x="73" y="19"/>
                  <ns1:pt x="73" y="12"/>
                </ns1:cubicBezTo>
                <ns1:cubicBezTo>
                  <ns1:pt x="73" y="12"/>
                  <ns1:pt x="73" y="12"/>
                  <ns1:pt x="83" y="4"/>
                </ns1:cubicBezTo>
                <ns1:cubicBezTo>
                  <ns1:pt x="83" y="3"/>
                  <ns1:pt x="83" y="2"/>
                  <ns1:pt x="82" y="2"/>
                </ns1:cubicBezTo>
                <ns1:cubicBezTo>
                  <ns1:pt x="82" y="2"/>
                  <ns1:pt x="82" y="2"/>
                  <ns1:pt x="81" y="2"/>
                </ns1:cubicBezTo>
                <ns1:cubicBezTo>
                  <ns1:pt x="81" y="2"/>
                  <ns1:pt x="79" y="2"/>
                  <ns1:pt x="77" y="2"/>
                </ns1:cubicBezTo>
                <ns1:cubicBezTo>
                  <ns1:pt x="77" y="1"/>
                  <ns1:pt x="76" y="1"/>
                  <ns1:pt x="75" y="1"/>
                </ns1:cubicBezTo>
                <ns1:cubicBezTo>
                  <ns1:pt x="69" y="0"/>
                  <ns1:pt x="66" y="3"/>
                  <ns1:pt x="64" y="5"/>
                </ns1:cubicBezTo>
                <ns1:cubicBezTo>
                  <ns1:pt x="62" y="8"/>
                  <ns1:pt x="61" y="10"/>
                  <ns1:pt x="61" y="10"/>
                </ns1:cubicBezTo>
                <ns1:cubicBezTo>
                  <ns1:pt x="61" y="10"/>
                  <ns1:pt x="61" y="11"/>
                  <ns1:pt x="61" y="14"/>
                </ns1:cubicBezTo>
                <ns1:cubicBezTo>
                  <ns1:pt x="61" y="18"/>
                  <ns1:pt x="61" y="23"/>
                  <ns1:pt x="62" y="26"/>
                </ns1:cubicBezTo>
                <ns1:cubicBezTo>
                  <ns1:pt x="63" y="27"/>
                  <ns1:pt x="63" y="27"/>
                  <ns1:pt x="63" y="27"/>
                </ns1:cubicBezTo>
                <ns1:cubicBezTo>
                  <ns1:pt x="62" y="30"/>
                  <ns1:pt x="59" y="35"/>
                  <ns1:pt x="59" y="35"/>
                </ns1:cubicBezTo>
                <ns1:cubicBezTo>
                  <ns1:pt x="59" y="35"/>
                  <ns1:pt x="59" y="35"/>
                  <ns1:pt x="52" y="42"/>
                </ns1:cubicBezTo>
                <ns1:cubicBezTo>
                  <ns1:pt x="52" y="42"/>
                  <ns1:pt x="52" y="42"/>
                  <ns1:pt x="50" y="45"/>
                </ns1:cubicBezTo>
                <ns1:cubicBezTo>
                  <ns1:pt x="50" y="45"/>
                  <ns1:pt x="50" y="45"/>
                  <ns1:pt x="43" y="39"/>
                </ns1:cubicBezTo>
                <ns1:cubicBezTo>
                  <ns1:pt x="43" y="40"/>
                  <ns1:pt x="42" y="41"/>
                  <ns1:pt x="42" y="41"/>
                </ns1:cubicBezTo>
                <ns1:cubicBezTo>
                  <ns1:pt x="42" y="41"/>
                  <ns1:pt x="42" y="41"/>
                  <ns1:pt x="35" y="33"/>
                </ns1:cubicBezTo>
                <ns1:cubicBezTo>
                  <ns1:pt x="35" y="33"/>
                  <ns1:pt x="35" y="33"/>
                  <ns1:pt x="35" y="33"/>
                </ns1:cubicBezTo>
                <ns1:cubicBezTo>
                  <ns1:pt x="35" y="33"/>
                  <ns1:pt x="35" y="33"/>
                  <ns1:pt x="34" y="31"/>
                </ns1:cubicBezTo>
                <ns1:cubicBezTo>
                  <ns1:pt x="34" y="31"/>
                  <ns1:pt x="34" y="31"/>
                  <ns1:pt x="31" y="29"/>
                </ns1:cubicBezTo>
                <ns1:cubicBezTo>
                  <ns1:pt x="31" y="29"/>
                  <ns1:pt x="31" y="29"/>
                  <ns1:pt x="33" y="27"/>
                </ns1:cubicBezTo>
                <ns1:cubicBezTo>
                  <ns1:pt x="33" y="27"/>
                  <ns1:pt x="33" y="27"/>
                  <ns1:pt x="31" y="26"/>
                </ns1:cubicBezTo>
                <ns1:cubicBezTo>
                  <ns1:pt x="31" y="25"/>
                  <ns1:pt x="31" y="24"/>
                  <ns1:pt x="31" y="23"/>
                </ns1:cubicBezTo>
                <ns1:cubicBezTo>
                  <ns1:pt x="32" y="22"/>
                  <ns1:pt x="39" y="20"/>
                  <ns1:pt x="45" y="18"/>
                </ns1:cubicBezTo>
                <ns1:cubicBezTo>
                  <ns1:pt x="45" y="18"/>
                  <ns1:pt x="45" y="18"/>
                  <ns1:pt x="47" y="17"/>
                </ns1:cubicBezTo>
                <ns1:cubicBezTo>
                  <ns1:pt x="47" y="17"/>
                  <ns1:pt x="47" y="17"/>
                  <ns1:pt x="46" y="15"/>
                </ns1:cubicBezTo>
                <ns1:cubicBezTo>
                  <ns1:pt x="46" y="15"/>
                  <ns1:pt x="46" y="15"/>
                  <ns1:pt x="45" y="12"/>
                </ns1:cubicBezTo>
                <ns1:cubicBezTo>
                  <ns1:pt x="45" y="12"/>
                  <ns1:pt x="45" y="12"/>
                  <ns1:pt x="44" y="11"/>
                </ns1:cubicBezTo>
                <ns1:cubicBezTo>
                  <ns1:pt x="44" y="11"/>
                  <ns1:pt x="44" y="11"/>
                  <ns1:pt x="44" y="10"/>
                </ns1:cubicBezTo>
                <ns1:cubicBezTo>
                  <ns1:pt x="43" y="10"/>
                  <ns1:pt x="38" y="10"/>
                  <ns1:pt x="32" y="11"/>
                </ns1:cubicBezTo>
                <ns1:cubicBezTo>
                  <ns1:pt x="23" y="13"/>
                  <ns1:pt x="17" y="17"/>
                  <ns1:pt x="11" y="23"/>
                </ns1:cubicBezTo>
                <ns1:cubicBezTo>
                  <ns1:pt x="11" y="23"/>
                  <ns1:pt x="11" y="23"/>
                  <ns1:pt x="11" y="23"/>
                </ns1:cubicBezTo>
                <ns1:cubicBezTo>
                  <ns1:pt x="11" y="23"/>
                  <ns1:pt x="11" y="23"/>
                  <ns1:pt x="11" y="24"/>
                </ns1:cubicBezTo>
                <ns1:cubicBezTo>
                  <ns1:pt x="11" y="27"/>
                  <ns1:pt x="11" y="29"/>
                  <ns1:pt x="11" y="30"/>
                </ns1:cubicBezTo>
                <ns1:cubicBezTo>
                  <ns1:pt x="11" y="31"/>
                  <ns1:pt x="11" y="33"/>
                  <ns1:pt x="9" y="33"/>
                </ns1:cubicBezTo>
                <ns1:cubicBezTo>
                  <ns1:pt x="9" y="33"/>
                  <ns1:pt x="9" y="33"/>
                  <ns1:pt x="6" y="31"/>
                </ns1:cubicBezTo>
                <ns1:cubicBezTo>
                  <ns1:pt x="6" y="31"/>
                  <ns1:pt x="6" y="31"/>
                  <ns1:pt x="0" y="38"/>
                </ns1:cubicBezTo>
                <ns1:cubicBezTo>
                  <ns1:pt x="0" y="38"/>
                  <ns1:pt x="0" y="38"/>
                  <ns1:pt x="10" y="48"/>
                </ns1:cubicBezTo>
                <ns1:cubicBezTo>
                  <ns1:pt x="10" y="48"/>
                  <ns1:pt x="10" y="48"/>
                  <ns1:pt x="17" y="41"/>
                </ns1:cubicBezTo>
                <ns1:cubicBezTo>
                  <ns1:pt x="17" y="41"/>
                  <ns1:pt x="17" y="41"/>
                  <ns1:pt x="13" y="37"/>
                </ns1:cubicBezTo>
                <ns1:cubicBezTo>
                  <ns1:pt x="14" y="37"/>
                  <ns1:pt x="15" y="37"/>
                  <ns1:pt x="16" y="36"/>
                </ns1:cubicBezTo>
                <ns1:cubicBezTo>
                  <ns1:pt x="17" y="35"/>
                  <ns1:pt x="21" y="35"/>
                  <ns1:pt x="23" y="36"/>
                </ns1:cubicBezTo>
                <ns1:cubicBezTo>
                  <ns1:pt x="23" y="36"/>
                  <ns1:pt x="23" y="36"/>
                  <ns1:pt x="24" y="37"/>
                </ns1:cubicBezTo>
                <ns1:cubicBezTo>
                  <ns1:pt x="24" y="37"/>
                  <ns1:pt x="24" y="37"/>
                  <ns1:pt x="25" y="36"/>
                </ns1:cubicBezTo>
                <ns1:cubicBezTo>
                  <ns1:pt x="25" y="36"/>
                  <ns1:pt x="25" y="36"/>
                  <ns1:pt x="27" y="39"/>
                </ns1:cubicBezTo>
                <ns1:cubicBezTo>
                  <ns1:pt x="27" y="39"/>
                  <ns1:pt x="27" y="39"/>
                  <ns1:pt x="29" y="40"/>
                </ns1:cubicBezTo>
                <ns1:cubicBezTo>
                  <ns1:pt x="29" y="40"/>
                  <ns1:pt x="29" y="40"/>
                  <ns1:pt x="29" y="39"/>
                </ns1:cubicBezTo>
                <ns1:cubicBezTo>
                  <ns1:pt x="29" y="39"/>
                  <ns1:pt x="29" y="39"/>
                  <ns1:pt x="37" y="47"/>
                </ns1:cubicBezTo>
                <ns1:cubicBezTo>
                  <ns1:pt x="36" y="48"/>
                  <ns1:pt x="36" y="48"/>
                  <ns1:pt x="36" y="49"/>
                </ns1:cubicBezTo>
                <ns1:cubicBezTo>
                  <ns1:pt x="36" y="49"/>
                  <ns1:pt x="36" y="49"/>
                  <ns1:pt x="42" y="55"/>
                </ns1:cubicBezTo>
                <ns1:cubicBezTo>
                  <ns1:pt x="42" y="55"/>
                  <ns1:pt x="42" y="55"/>
                  <ns1:pt x="15" y="84"/>
                </ns1:cubicBezTo>
                <ns1:cubicBezTo>
                  <ns1:pt x="13" y="86"/>
                  <ns1:pt x="14" y="89"/>
                  <ns1:pt x="17" y="91"/>
                </ns1:cubicBezTo>
                <ns1:cubicBezTo>
                  <ns1:pt x="19" y="93"/>
                  <ns1:pt x="22" y="94"/>
                  <ns1:pt x="23" y="93"/>
                </ns1:cubicBezTo>
                <ns1:cubicBezTo>
                  <ns1:pt x="23" y="93"/>
                  <ns1:pt x="23" y="93"/>
                  <ns1:pt x="50" y="63"/>
                </ns1:cubicBezTo>
                <ns1:cubicBezTo>
                  <ns1:pt x="50" y="63"/>
                  <ns1:pt x="50" y="63"/>
                  <ns1:pt x="77" y="89"/>
                </ns1:cubicBezTo>
                <ns1:cubicBezTo>
                  <ns1:pt x="79" y="91"/>
                  <ns1:pt x="82" y="90"/>
                  <ns1:pt x="84" y="88"/>
                </ns1:cubicBezTo>
                <ns1:cubicBezTo>
                  <ns1:pt x="86" y="85"/>
                  <ns1:pt x="87" y="82"/>
                  <ns1:pt x="85" y="81"/>
                </ns1:cubicBezTo>
                <ns1:cubicBezTo>
                  <ns1:pt x="85" y="81"/>
                  <ns1:pt x="85" y="81"/>
                  <ns1:pt x="58" y="54"/>
                </ns1:cubicBezTo>
                <ns1:cubicBezTo>
                  <ns1:pt x="58" y="54"/>
                  <ns1:pt x="58" y="54"/>
                  <ns1:pt x="59" y="53"/>
                </ns1:cubicBezTo>
                <ns1:cubicBezTo>
                  <ns1:pt x="59" y="53"/>
                  <ns1:pt x="59" y="53"/>
                  <ns1:pt x="59" y="52"/>
                </ns1:cubicBezTo>
                <ns1:cubicBezTo>
                  <ns1:pt x="59" y="52"/>
                  <ns1:pt x="65" y="45"/>
                  <ns1:pt x="69" y="42"/>
                </ns1:cubicBezTo>
                <ns1:cubicBezTo>
                  <ns1:pt x="71" y="40"/>
                  <ns1:pt x="73" y="39"/>
                  <ns1:pt x="74" y="38"/>
                </ns1:cubicBezTo>
                <ns1:cubicBezTo>
                  <ns1:pt x="75" y="38"/>
                  <ns1:pt x="77" y="38"/>
                  <ns1:pt x="77" y="38"/>
                </ns1:cubicBezTo>
                <ns1:cubicBezTo>
                  <ns1:pt x="77" y="38"/>
                  <ns1:pt x="83" y="39"/>
                  <ns1:pt x="83" y="39"/>
                </ns1:cubicBezTo>
                <ns1:cubicBezTo>
                  <ns1:pt x="92" y="39"/>
                  <ns1:pt x="96" y="28"/>
                  <ns1:pt x="96" y="28"/>
                </ns1:cubicBezTo>
                <ns1:cubicBezTo>
                  <ns1:pt x="96" y="28"/>
                  <ns1:pt x="96" y="27"/>
                  <ns1:pt x="97" y="21"/>
                </ns1:cubicBezTo>
                <ns1:cubicBezTo>
                  <ns1:pt x="97" y="19"/>
                  <ns1:pt x="97" y="18"/>
                  <ns1:pt x="97" y="17"/>
                </ns1:cubicBezTo>
                <ns1:cubicBezTo>
                  <ns1:pt x="96" y="16"/>
                  <ns1:pt x="96" y="16"/>
                  <ns1:pt x="96" y="16"/>
                </ns1:cubicBezTo>
                <ns1:close/>
              </ns1:path>
            </ns1:pathLst>
          </ns1:custGeom>
          <ns1:solidFill>
            <ns1:schemeClr val="tx1"/>
          </ns1:solidFill>
          <ns1:ln>
            <ns1:noFill/>
          </ns1:ln>
        </ns0:spPr>
        <ns0:txBody>
          <ns1:bodyPr vert="horz" wrap="square" lIns="91440" tIns="45720" rIns="91440" bIns="45720" numCol="1" anchor="t" anchorCtr="0" compatLnSpc="1">
            <ns1:prstTxWarp prst="textNoShape">
              <ns1:avLst/>
            </ns1:prstTxWarp>
          </ns1:bodyPr>
          <ns1:lstStyle/>
          <ns1:p>
            <ns1:endParaRPr lang="id-ID" sz="2700"/>
          </ns1:p>
        </ns0:txBody>
      </ns0:sp>
      <ns0:sp>
        <ns0:nvSpPr>
          <ns0:cNvPr id="269" name="Freeform 9"/>
          <ns0:cNvSpPr>
            <ns1:spLocks noEditPoints="1"/>
          </ns0:cNvSpPr>
          <ns0:nvPr/>
        </ns0:nvSpPr>
        <ns0:spPr bwMode="auto">
          <ns1:xfrm>
            <ns1:off x="4313499" y="5343002"/>
            <ns1:ext cx="415185" cy="415186"/>
          </ns1:xfrm>
          <ns1:custGeom>
            <ns1:avLst/>
            <ns1:gdLst>
              <ns1:gd name="T0" fmla="*/ 64 w 128"/>
              <ns1:gd name="T1" fmla="*/ 0 h 128"/>
              <ns1:gd name="T2" fmla="*/ 0 w 128"/>
              <ns1:gd name="T3" fmla="*/ 64 h 128"/>
              <ns1:gd name="T4" fmla="*/ 64 w 128"/>
              <ns1:gd name="T5" fmla="*/ 128 h 128"/>
              <ns1:gd name="T6" fmla="*/ 128 w 128"/>
              <ns1:gd name="T7" fmla="*/ 64 h 128"/>
              <ns1:gd name="T8" fmla="*/ 64 w 128"/>
              <ns1:gd name="T9" fmla="*/ 0 h 128"/>
              <ns1:gd name="T10" fmla="*/ 118 w 128"/>
              <ns1:gd name="T11" fmla="*/ 48 h 128"/>
              <ns1:gd name="T12" fmla="*/ 97 w 128"/>
              <ns1:gd name="T13" fmla="*/ 33 h 128"/>
              <ns1:gd name="T14" fmla="*/ 82 w 128"/>
              <ns1:gd name="T15" fmla="*/ 11 h 128"/>
              <ns1:gd name="T16" fmla="*/ 118 w 128"/>
              <ns1:gd name="T17" fmla="*/ 48 h 128"/>
              <ns1:gd name="T18" fmla="*/ 96 w 128"/>
              <ns1:gd name="T19" fmla="*/ 64 h 128"/>
              <ns1:gd name="T20" fmla="*/ 94 w 128"/>
              <ns1:gd name="T21" fmla="*/ 81 h 128"/>
              <ns1:gd name="T22" fmla="*/ 65 w 128"/>
              <ns1:gd name="T23" fmla="*/ 75 h 128"/>
              <ns1:gd name="T24" fmla="*/ 36 w 128"/>
              <ns1:gd name="T25" fmla="*/ 81 h 128"/>
              <ns1:gd name="T26" fmla="*/ 34 w 128"/>
              <ns1:gd name="T27" fmla="*/ 64 h 128"/>
              <ns1:gd name="T28" fmla="*/ 39 w 128"/>
              <ns1:gd name="T29" fmla="*/ 39 h 128"/>
              <ns1:gd name="T30" fmla="*/ 65 w 128"/>
              <ns1:gd name="T31" fmla="*/ 33 h 128"/>
              <ns1:gd name="T32" fmla="*/ 91 w 128"/>
              <ns1:gd name="T33" fmla="*/ 39 h 128"/>
              <ns1:gd name="T34" fmla="*/ 96 w 128"/>
              <ns1:gd name="T35" fmla="*/ 64 h 128"/>
              <ns1:gd name="T36" fmla="*/ 65 w 128"/>
              <ns1:gd name="T37" fmla="*/ 8 h 128"/>
              <ns1:gd name="T38" fmla="*/ 68 w 128"/>
              <ns1:gd name="T39" fmla="*/ 8 h 128"/>
              <ns1:gd name="T40" fmla="*/ 87 w 128"/>
              <ns1:gd name="T41" fmla="*/ 29 h 128"/>
              <ns1:gd name="T42" fmla="*/ 65 w 128"/>
              <ns1:gd name="T43" fmla="*/ 26 h 128"/>
              <ns1:gd name="T44" fmla="*/ 45 w 128"/>
              <ns1:gd name="T45" fmla="*/ 29 h 128"/>
              <ns1:gd name="T46" fmla="*/ 65 w 128"/>
              <ns1:gd name="T47" fmla="*/ 8 h 128"/>
              <ns1:gd name="T48" fmla="*/ 50 w 128"/>
              <ns1:gd name="T49" fmla="*/ 10 h 128"/>
              <ns1:gd name="T50" fmla="*/ 34 w 128"/>
              <ns1:gd name="T51" fmla="*/ 33 h 128"/>
              <ns1:gd name="T52" fmla="*/ 10 w 128"/>
              <ns1:gd name="T53" fmla="*/ 51 h 128"/>
              <ns1:gd name="T54" fmla="*/ 50 w 128"/>
              <ns1:gd name="T55" fmla="*/ 10 h 128"/>
              <ns1:gd name="T56" fmla="*/ 16 w 128"/>
              <ns1:gd name="T57" fmla="*/ 93 h 128"/>
              <ns1:gd name="T58" fmla="*/ 8 w 128"/>
              <ns1:gd name="T59" fmla="*/ 65 h 128"/>
              <ns1:gd name="T60" fmla="*/ 30 w 128"/>
              <ns1:gd name="T61" fmla="*/ 44 h 128"/>
              <ns1:gd name="T62" fmla="*/ 27 w 128"/>
              <ns1:gd name="T63" fmla="*/ 64 h 128"/>
              <ns1:gd name="T64" fmla="*/ 29 w 128"/>
              <ns1:gd name="T65" fmla="*/ 84 h 128"/>
              <ns1:gd name="T66" fmla="*/ 16 w 128"/>
              <ns1:gd name="T67" fmla="*/ 93 h 128"/>
              <ns1:gd name="T68" fmla="*/ 20 w 128"/>
              <ns1:gd name="T69" fmla="*/ 99 h 128"/>
              <ns1:gd name="T70" fmla="*/ 32 w 128"/>
              <ns1:gd name="T71" fmla="*/ 91 h 128"/>
              <ns1:gd name="T72" fmla="*/ 50 w 128"/>
              <ns1:gd name="T73" fmla="*/ 119 h 128"/>
              <ns1:gd name="T74" fmla="*/ 20 w 128"/>
              <ns1:gd name="T75" fmla="*/ 99 h 128"/>
              <ns1:gd name="T76" fmla="*/ 68 w 128"/>
              <ns1:gd name="T77" fmla="*/ 121 h 128"/>
              <ns1:gd name="T78" fmla="*/ 65 w 128"/>
              <ns1:gd name="T79" fmla="*/ 121 h 128"/>
              <ns1:gd name="T80" fmla="*/ 39 w 128"/>
              <ns1:gd name="T81" fmla="*/ 88 h 128"/>
              <ns1:gd name="T82" fmla="*/ 65 w 128"/>
              <ns1:gd name="T83" fmla="*/ 83 h 128"/>
              <ns1:gd name="T84" fmla="*/ 92 w 128"/>
              <ns1:gd name="T85" fmla="*/ 88 h 128"/>
              <ns1:gd name="T86" fmla="*/ 68 w 128"/>
              <ns1:gd name="T87" fmla="*/ 121 h 128"/>
              <ns1:gd name="T88" fmla="*/ 82 w 128"/>
              <ns1:gd name="T89" fmla="*/ 118 h 128"/>
              <ns1:gd name="T90" fmla="*/ 99 w 128"/>
              <ns1:gd name="T91" fmla="*/ 91 h 128"/>
              <ns1:gd name="T92" fmla="*/ 109 w 128"/>
              <ns1:gd name="T93" fmla="*/ 98 h 128"/>
              <ns1:gd name="T94" fmla="*/ 82 w 128"/>
              <ns1:gd name="T95" fmla="*/ 118 h 128"/>
              <ns1:gd name="T96" fmla="*/ 101 w 128"/>
              <ns1:gd name="T97" fmla="*/ 84 h 128"/>
              <ns1:gd name="T98" fmla="*/ 104 w 128"/>
              <ns1:gd name="T99" fmla="*/ 64 h 128"/>
              <ns1:gd name="T100" fmla="*/ 101 w 128"/>
              <ns1:gd name="T101" fmla="*/ 44 h 128"/>
              <ns1:gd name="T102" fmla="*/ 121 w 128"/>
              <ns1:gd name="T103" fmla="*/ 62 h 128"/>
              <ns1:gd name="T104" fmla="*/ 121 w 128"/>
              <ns1:gd name="T105" fmla="*/ 64 h 128"/>
              <ns1:gd name="T106" fmla="*/ 114 w 128"/>
              <ns1:gd name="T107" fmla="*/ 92 h 128"/>
              <ns1:gd name="T108" fmla="*/ 101 w 128"/>
              <ns1:gd name="T109" fmla="*/ 84 h 128"/>
            </ns1:gdLst>
            <ns1:ahLst/>
            <ns1:cxnLst>
              <ns1:cxn ang="0">
                <ns1:pos x="T0" y="T1"/>
              </ns1:cxn>
              <ns1:cxn ang="0">
                <ns1:pos x="T2" y="T3"/>
              </ns1:cxn>
              <ns1:cxn ang="0">
                <ns1:pos x="T4" y="T5"/>
              </ns1:cxn>
              <ns1:cxn ang="0">
                <ns1:pos x="T6" y="T7"/>
              </ns1:cxn>
              <ns1:cxn ang="0">
                <ns1:pos x="T8" y="T9"/>
              </ns1:cxn>
              <ns1:cxn ang="0">
                <ns1:pos x="T10" y="T11"/>
              </ns1:cxn>
              <ns1:cxn ang="0">
                <ns1:pos x="T12" y="T13"/>
              </ns1:cxn>
              <ns1:cxn ang="0">
                <ns1:pos x="T14" y="T15"/>
              </ns1:cxn>
              <ns1:cxn ang="0">
                <ns1:pos x="T16" y="T17"/>
              </ns1:cxn>
              <ns1:cxn ang="0">
                <ns1:pos x="T18" y="T19"/>
              </ns1:cxn>
              <ns1:cxn ang="0">
                <ns1:pos x="T20" y="T21"/>
              </ns1:cxn>
              <ns1:cxn ang="0">
                <ns1:pos x="T22" y="T23"/>
              </ns1:cxn>
              <ns1:cxn ang="0">
                <ns1:pos x="T24" y="T25"/>
              </ns1:cxn>
              <ns1:cxn ang="0">
                <ns1:pos x="T26" y="T27"/>
              </ns1:cxn>
              <ns1:cxn ang="0">
                <ns1:pos x="T28" y="T29"/>
              </ns1:cxn>
              <ns1:cxn ang="0">
                <ns1:pos x="T30" y="T31"/>
              </ns1:cxn>
              <ns1:cxn ang="0">
                <ns1:pos x="T32" y="T33"/>
              </ns1:cxn>
              <ns1:cxn ang="0">
                <ns1:pos x="T34" y="T35"/>
              </ns1:cxn>
              <ns1:cxn ang="0">
                <ns1:pos x="T36" y="T37"/>
              </ns1:cxn>
              <ns1:cxn ang="0">
                <ns1:pos x="T38" y="T39"/>
              </ns1:cxn>
              <ns1:cxn ang="0">
                <ns1:pos x="T40" y="T41"/>
              </ns1:cxn>
              <ns1:cxn ang="0">
                <ns1:pos x="T42" y="T43"/>
              </ns1:cxn>
              <ns1:cxn ang="0">
                <ns1:pos x="T44" y="T45"/>
              </ns1:cxn>
              <ns1:cxn ang="0">
                <ns1:pos x="T46" y="T47"/>
              </ns1:cxn>
              <ns1:cxn ang="0">
                <ns1:pos x="T48" y="T49"/>
              </ns1:cxn>
              <ns1:cxn ang="0">
                <ns1:pos x="T50" y="T51"/>
              </ns1:cxn>
              <ns1:cxn ang="0">
                <ns1:pos x="T52" y="T53"/>
              </ns1:cxn>
              <ns1:cxn ang="0">
                <ns1:pos x="T54" y="T55"/>
              </ns1:cxn>
              <ns1:cxn ang="0">
                <ns1:pos x="T56" y="T57"/>
              </ns1:cxn>
              <ns1:cxn ang="0">
                <ns1:pos x="T58" y="T59"/>
              </ns1:cxn>
              <ns1:cxn ang="0">
                <ns1:pos x="T60" y="T61"/>
              </ns1:cxn>
              <ns1:cxn ang="0">
                <ns1:pos x="T62" y="T63"/>
              </ns1:cxn>
              <ns1:cxn ang="0">
                <ns1:pos x="T64" y="T65"/>
              </ns1:cxn>
              <ns1:cxn ang="0">
                <ns1:pos x="T66" y="T67"/>
              </ns1:cxn>
              <ns1:cxn ang="0">
                <ns1:pos x="T68" y="T69"/>
              </ns1:cxn>
              <ns1:cxn ang="0">
                <ns1:pos x="T70" y="T71"/>
              </ns1:cxn>
              <ns1:cxn ang="0">
                <ns1:pos x="T72" y="T73"/>
              </ns1:cxn>
              <ns1:cxn ang="0">
                <ns1:pos x="T74" y="T75"/>
              </ns1:cxn>
              <ns1:cxn ang="0">
                <ns1:pos x="T76" y="T77"/>
              </ns1:cxn>
              <ns1:cxn ang="0">
                <ns1:pos x="T78" y="T79"/>
              </ns1:cxn>
              <ns1:cxn ang="0">
                <ns1:pos x="T80" y="T81"/>
              </ns1:cxn>
              <ns1:cxn ang="0">
                <ns1:pos x="T82" y="T83"/>
              </ns1:cxn>
              <ns1:cxn ang="0">
                <ns1:pos x="T84" y="T85"/>
              </ns1:cxn>
              <ns1:cxn ang="0">
                <ns1:pos x="T86" y="T87"/>
              </ns1:cxn>
              <ns1:cxn ang="0">
                <ns1:pos x="T88" y="T89"/>
              </ns1:cxn>
              <ns1:cxn ang="0">
                <ns1:pos x="T90" y="T91"/>
              </ns1:cxn>
              <ns1:cxn ang="0">
                <ns1:pos x="T92" y="T93"/>
              </ns1:cxn>
              <ns1:cxn ang="0">
                <ns1:pos x="T94" y="T95"/>
              </ns1:cxn>
              <ns1:cxn ang="0">
                <ns1:pos x="T96" y="T97"/>
              </ns1:cxn>
              <ns1:cxn ang="0">
                <ns1:pos x="T98" y="T99"/>
              </ns1:cxn>
              <ns1:cxn ang="0">
                <ns1:pos x="T100" y="T101"/>
              </ns1:cxn>
              <ns1:cxn ang="0">
                <ns1:pos x="T102" y="T103"/>
              </ns1:cxn>
              <ns1:cxn ang="0">
                <ns1:pos x="T104" y="T105"/>
              </ns1:cxn>
              <ns1:cxn ang="0">
                <ns1:pos x="T106" y="T107"/>
              </ns1:cxn>
              <ns1:cxn ang="0">
                <ns1:pos x="T108" y="T109"/>
              </ns1:cxn>
            </ns1:cxnLst>
            <ns1:rect l="0" t="0" r="r" b="b"/>
            <ns1:pathLst>
              <ns1:path w="128" h="128">
                <ns1:moveTo>
                  <ns1:pt x="64" y="0"/>
                </ns1:moveTo>
                <ns1:cubicBezTo>
                  <ns1:pt x="29" y="0"/>
                  <ns1:pt x="0" y="29"/>
                  <ns1:pt x="0" y="64"/>
                </ns1:cubicBezTo>
                <ns1:cubicBezTo>
                  <ns1:pt x="0" y="100"/>
                  <ns1:pt x="29" y="128"/>
                  <ns1:pt x="64" y="128"/>
                </ns1:cubicBezTo>
                <ns1:cubicBezTo>
                  <ns1:pt x="100" y="128"/>
                  <ns1:pt x="128" y="100"/>
                  <ns1:pt x="128" y="64"/>
                </ns1:cubicBezTo>
                <ns1:cubicBezTo>
                  <ns1:pt x="128" y="29"/>
                  <ns1:pt x="100" y="0"/>
                  <ns1:pt x="64" y="0"/>
                </ns1:cubicBezTo>
                <ns1:close/>
                <ns1:moveTo>
                  <ns1:pt x="118" y="48"/>
                </ns1:moveTo>
                <ns1:cubicBezTo>
                  <ns1:pt x="112" y="42"/>
                  <ns1:pt x="105" y="37"/>
                  <ns1:pt x="97" y="33"/>
                </ns1:cubicBezTo>
                <ns1:cubicBezTo>
                  <ns1:pt x="93" y="25"/>
                  <ns1:pt x="88" y="17"/>
                  <ns1:pt x="82" y="11"/>
                </ns1:cubicBezTo>
                <ns1:cubicBezTo>
                  <ns1:pt x="99" y="17"/>
                  <ns1:pt x="113" y="30"/>
                  <ns1:pt x="118" y="48"/>
                </ns1:cubicBezTo>
                <ns1:close/>
                <ns1:moveTo>
                  <ns1:pt x="96" y="64"/>
                </ns1:moveTo>
                <ns1:cubicBezTo>
                  <ns1:pt x="96" y="70"/>
                  <ns1:pt x="96" y="76"/>
                  <ns1:pt x="94" y="81"/>
                </ns1:cubicBezTo>
                <ns1:cubicBezTo>
                  <ns1:pt x="85" y="77"/>
                  <ns1:pt x="76" y="75"/>
                  <ns1:pt x="65" y="75"/>
                </ns1:cubicBezTo>
                <ns1:cubicBezTo>
                  <ns1:pt x="55" y="75"/>
                  <ns1:pt x="45" y="77"/>
                  <ns1:pt x="36" y="81"/>
                </ns1:cubicBezTo>
                <ns1:cubicBezTo>
                  <ns1:pt x="35" y="76"/>
                  <ns1:pt x="34" y="70"/>
                  <ns1:pt x="34" y="64"/>
                </ns1:cubicBezTo>
                <ns1:cubicBezTo>
                  <ns1:pt x="34" y="55"/>
                  <ns1:pt x="36" y="47"/>
                  <ns1:pt x="39" y="39"/>
                </ns1:cubicBezTo>
                <ns1:cubicBezTo>
                  <ns1:pt x="47" y="35"/>
                  <ns1:pt x="56" y="33"/>
                  <ns1:pt x="65" y="33"/>
                </ns1:cubicBezTo>
                <ns1:cubicBezTo>
                  <ns1:pt x="75" y="33"/>
                  <ns1:pt x="83" y="35"/>
                  <ns1:pt x="91" y="39"/>
                </ns1:cubicBezTo>
                <ns1:cubicBezTo>
                  <ns1:pt x="95" y="47"/>
                  <ns1:pt x="96" y="55"/>
                  <ns1:pt x="96" y="64"/>
                </ns1:cubicBezTo>
                <ns1:close/>
                <ns1:moveTo>
                  <ns1:pt x="65" y="8"/>
                </ns1:moveTo>
                <ns1:cubicBezTo>
                  <ns1:pt x="66" y="8"/>
                  <ns1:pt x="67" y="8"/>
                  <ns1:pt x="68" y="8"/>
                </ns1:cubicBezTo>
                <ns1:cubicBezTo>
                  <ns1:pt x="75" y="14"/>
                  <ns1:pt x="82" y="21"/>
                  <ns1:pt x="87" y="29"/>
                </ns1:cubicBezTo>
                <ns1:cubicBezTo>
                  <ns1:pt x="80" y="27"/>
                  <ns1:pt x="73" y="26"/>
                  <ns1:pt x="65" y="26"/>
                </ns1:cubicBezTo>
                <ns1:cubicBezTo>
                  <ns1:pt x="58" y="26"/>
                  <ns1:pt x="51" y="27"/>
                  <ns1:pt x="45" y="29"/>
                </ns1:cubicBezTo>
                <ns1:cubicBezTo>
                  <ns1:pt x="50" y="20"/>
                  <ns1:pt x="57" y="13"/>
                  <ns1:pt x="65" y="8"/>
                </ns1:cubicBezTo>
                <ns1:close/>
                <ns1:moveTo>
                  <ns1:pt x="50" y="10"/>
                </ns1:moveTo>
                <ns1:cubicBezTo>
                  <ns1:pt x="43" y="16"/>
                  <ns1:pt x="38" y="24"/>
                  <ns1:pt x="34" y="33"/>
                </ns1:cubicBezTo>
                <ns1:cubicBezTo>
                  <ns1:pt x="25" y="37"/>
                  <ns1:pt x="16" y="43"/>
                  <ns1:pt x="10" y="51"/>
                </ns1:cubicBezTo>
                <ns1:cubicBezTo>
                  <ns1:pt x="15" y="31"/>
                  <ns1:pt x="30" y="15"/>
                  <ns1:pt x="50" y="10"/>
                </ns1:cubicBezTo>
                <ns1:close/>
                <ns1:moveTo>
                  <ns1:pt x="16" y="93"/>
                </ns1:moveTo>
                <ns1:cubicBezTo>
                  <ns1:pt x="11" y="85"/>
                  <ns1:pt x="8" y="75"/>
                  <ns1:pt x="8" y="65"/>
                </ns1:cubicBezTo>
                <ns1:cubicBezTo>
                  <ns1:pt x="13" y="57"/>
                  <ns1:pt x="21" y="49"/>
                  <ns1:pt x="30" y="44"/>
                </ns1:cubicBezTo>
                <ns1:cubicBezTo>
                  <ns1:pt x="28" y="50"/>
                  <ns1:pt x="27" y="57"/>
                  <ns1:pt x="27" y="64"/>
                </ns1:cubicBezTo>
                <ns1:cubicBezTo>
                  <ns1:pt x="27" y="71"/>
                  <ns1:pt x="28" y="78"/>
                  <ns1:pt x="29" y="84"/>
                </ns1:cubicBezTo>
                <ns1:cubicBezTo>
                  <ns1:pt x="25" y="87"/>
                  <ns1:pt x="20" y="90"/>
                  <ns1:pt x="16" y="93"/>
                </ns1:cubicBezTo>
                <ns1:close/>
                <ns1:moveTo>
                  <ns1:pt x="20" y="99"/>
                </ns1:moveTo>
                <ns1:cubicBezTo>
                  <ns1:pt x="24" y="96"/>
                  <ns1:pt x="28" y="94"/>
                  <ns1:pt x="32" y="91"/>
                </ns1:cubicBezTo>
                <ns1:cubicBezTo>
                  <ns1:pt x="36" y="102"/>
                  <ns1:pt x="42" y="111"/>
                  <ns1:pt x="50" y="119"/>
                </ns1:cubicBezTo>
                <ns1:cubicBezTo>
                  <ns1:pt x="38" y="116"/>
                  <ns1:pt x="28" y="109"/>
                  <ns1:pt x="20" y="99"/>
                </ns1:cubicBezTo>
                <ns1:close/>
                <ns1:moveTo>
                  <ns1:pt x="68" y="121"/>
                </ns1:moveTo>
                <ns1:cubicBezTo>
                  <ns1:pt x="67" y="121"/>
                  <ns1:pt x="66" y="121"/>
                  <ns1:pt x="65" y="121"/>
                </ns1:cubicBezTo>
                <ns1:cubicBezTo>
                  <ns1:pt x="53" y="113"/>
                  <ns1:pt x="44" y="102"/>
                  <ns1:pt x="39" y="88"/>
                </ns1:cubicBezTo>
                <ns1:cubicBezTo>
                  <ns1:pt x="47" y="85"/>
                  <ns1:pt x="56" y="83"/>
                  <ns1:pt x="65" y="83"/>
                </ns1:cubicBezTo>
                <ns1:cubicBezTo>
                  <ns1:pt x="75" y="83"/>
                  <ns1:pt x="84" y="85"/>
                  <ns1:pt x="92" y="88"/>
                </ns1:cubicBezTo>
                <ns1:cubicBezTo>
                  <ns1:pt x="87" y="101"/>
                  <ns1:pt x="79" y="113"/>
                  <ns1:pt x="68" y="121"/>
                </ns1:cubicBezTo>
                <ns1:close/>
                <ns1:moveTo>
                  <ns1:pt x="82" y="118"/>
                </ns1:moveTo>
                <ns1:cubicBezTo>
                  <ns1:pt x="89" y="110"/>
                  <ns1:pt x="95" y="101"/>
                  <ns1:pt x="99" y="91"/>
                </ns1:cubicBezTo>
                <ns1:cubicBezTo>
                  <ns1:pt x="103" y="93"/>
                  <ns1:pt x="106" y="96"/>
                  <ns1:pt x="109" y="98"/>
                </ns1:cubicBezTo>
                <ns1:cubicBezTo>
                  <ns1:pt x="103" y="107"/>
                  <ns1:pt x="93" y="114"/>
                  <ns1:pt x="82" y="118"/>
                </ns1:cubicBezTo>
                <ns1:close/>
                <ns1:moveTo>
                  <ns1:pt x="101" y="84"/>
                </ns1:moveTo>
                <ns1:cubicBezTo>
                  <ns1:pt x="103" y="78"/>
                  <ns1:pt x="104" y="71"/>
                  <ns1:pt x="104" y="64"/>
                </ns1:cubicBezTo>
                <ns1:cubicBezTo>
                  <ns1:pt x="104" y="57"/>
                  <ns1:pt x="103" y="50"/>
                  <ns1:pt x="101" y="44"/>
                </ns1:cubicBezTo>
                <ns1:cubicBezTo>
                  <ns1:pt x="109" y="48"/>
                  <ns1:pt x="116" y="55"/>
                  <ns1:pt x="121" y="62"/>
                </ns1:cubicBezTo>
                <ns1:cubicBezTo>
                  <ns1:pt x="121" y="63"/>
                  <ns1:pt x="121" y="64"/>
                  <ns1:pt x="121" y="64"/>
                </ns1:cubicBezTo>
                <ns1:cubicBezTo>
                  <ns1:pt x="121" y="75"/>
                  <ns1:pt x="118" y="84"/>
                  <ns1:pt x="114" y="92"/>
                </ns1:cubicBezTo>
                <ns1:cubicBezTo>
                  <ns1:pt x="110" y="89"/>
                  <ns1:pt x="106" y="86"/>
                  <ns1:pt x="101" y="84"/>
                </ns1:cubicBezTo>
                <ns1:close/>
              </ns1:path>
            </ns1:pathLst>
          </ns1:custGeom>
          <ns1:solidFill>
            <ns1:schemeClr val="tx1"/>
          </ns1:solidFill>
          <ns1:ln>
            <ns1:noFill/>
          </ns1:ln>
        </ns0:spPr>
        <ns0:txBody>
          <ns1:bodyPr vert="horz" wrap="square" lIns="91440" tIns="45720" rIns="91440" bIns="45720" numCol="1" anchor="t" anchorCtr="0" compatLnSpc="1">
            <ns1:prstTxWarp prst="textNoShape">
              <ns1:avLst/>
            </ns1:prstTxWarp>
          </ns1:bodyPr>
          <ns1:lstStyle/>
          <ns1:p>
            <ns1:endParaRPr lang="id-ID" sz="2700"/>
          </ns1:p>
        </ns0:txBody>
      </ns0:sp>
      <ns0:grpSp>
        <ns0:nvGrpSpPr>
          <ns0:cNvPr id="270" name="Group 269"/>
          <ns0:cNvGrpSpPr/>
          <ns0:nvPr/>
        </ns0:nvGrpSpPr>
        <ns0:grpSpPr>
          <ns1:xfrm>
            <ns1:off x="3360290" y="5331836"/>
            <ns1:ext cx="332437" cy="437518"/>
            <ns1:chOff x="5081588" y="1744663"/>
            <ns1:chExt cx="552450" cy="727075"/>
          </ns1:xfrm>
          <ns1:solidFill>
            <ns1:schemeClr val="tx1"/>
          </ns1:solidFill>
        </ns0:grpSpPr>
        <ns0:sp>
          <ns0:nvSpPr>
            <ns0:cNvPr id="271" name="Freeform 65"/>
            <ns0:cNvSpPr>
              <ns1:spLocks noEditPoints="1"/>
            </ns0:cNvSpPr>
            <ns0:nvPr/>
          </ns0:nvSpPr>
          <ns0:spPr bwMode="auto">
            <ns1:xfrm>
              <ns1:off x="5081588" y="1744663"/>
              <ns1:ext cx="552450" cy="727075"/>
            </ns1:xfrm>
            <ns1:custGeom>
              <ns1:avLst/>
              <ns1:gdLst>
                <ns1:gd name="T0" fmla="*/ 884 w 971"/>
                <ns1:gd name="T1" fmla="*/ 207 h 1283"/>
                <ns1:gd name="T2" fmla="*/ 715 w 971"/>
                <ns1:gd name="T3" fmla="*/ 207 h 1283"/>
                <ns1:gd name="T4" fmla="*/ 715 w 971"/>
                <ns1:gd name="T5" fmla="*/ 192 h 1283"/>
                <ns1:gd name="T6" fmla="*/ 673 w 971"/>
                <ns1:gd name="T7" fmla="*/ 150 h 1283"/>
                <ns1:gd name="T8" fmla="*/ 578 w 971"/>
                <ns1:gd name="T9" fmla="*/ 150 h 1283"/>
                <ns1:gd name="T10" fmla="*/ 589 w 971"/>
                <ns1:gd name="T11" fmla="*/ 103 h 1283"/>
                <ns1:gd name="T12" fmla="*/ 485 w 971"/>
                <ns1:gd name="T13" fmla="*/ 0 h 1283"/>
                <ns1:gd name="T14" fmla="*/ 382 w 971"/>
                <ns1:gd name="T15" fmla="*/ 103 h 1283"/>
                <ns1:gd name="T16" fmla="*/ 393 w 971"/>
                <ns1:gd name="T17" fmla="*/ 150 h 1283"/>
                <ns1:gd name="T18" fmla="*/ 297 w 971"/>
                <ns1:gd name="T19" fmla="*/ 150 h 1283"/>
                <ns1:gd name="T20" fmla="*/ 255 w 971"/>
                <ns1:gd name="T21" fmla="*/ 192 h 1283"/>
                <ns1:gd name="T22" fmla="*/ 255 w 971"/>
                <ns1:gd name="T23" fmla="*/ 207 h 1283"/>
                <ns1:gd name="T24" fmla="*/ 87 w 971"/>
                <ns1:gd name="T25" fmla="*/ 207 h 1283"/>
                <ns1:gd name="T26" fmla="*/ 0 w 971"/>
                <ns1:gd name="T27" fmla="*/ 294 h 1283"/>
                <ns1:gd name="T28" fmla="*/ 0 w 971"/>
                <ns1:gd name="T29" fmla="*/ 1196 h 1283"/>
                <ns1:gd name="T30" fmla="*/ 87 w 971"/>
                <ns1:gd name="T31" fmla="*/ 1283 h 1283"/>
                <ns1:gd name="T32" fmla="*/ 884 w 971"/>
                <ns1:gd name="T33" fmla="*/ 1283 h 1283"/>
                <ns1:gd name="T34" fmla="*/ 971 w 971"/>
                <ns1:gd name="T35" fmla="*/ 1196 h 1283"/>
                <ns1:gd name="T36" fmla="*/ 971 w 971"/>
                <ns1:gd name="T37" fmla="*/ 294 h 1283"/>
                <ns1:gd name="T38" fmla="*/ 884 w 971"/>
                <ns1:gd name="T39" fmla="*/ 207 h 1283"/>
                <ns1:gd name="T40" fmla="*/ 485 w 971"/>
                <ns1:gd name="T41" fmla="*/ 59 h 1283"/>
                <ns1:gd name="T42" fmla="*/ 530 w 971"/>
                <ns1:gd name="T43" fmla="*/ 103 h 1283"/>
                <ns1:gd name="T44" fmla="*/ 485 w 971"/>
                <ns1:gd name="T45" fmla="*/ 148 h 1283"/>
                <ns1:gd name="T46" fmla="*/ 441 w 971"/>
                <ns1:gd name="T47" fmla="*/ 103 h 1283"/>
                <ns1:gd name="T48" fmla="*/ 485 w 971"/>
                <ns1:gd name="T49" fmla="*/ 59 h 1283"/>
                <ns1:gd name="T50" fmla="*/ 825 w 971"/>
                <ns1:gd name="T51" fmla="*/ 921 h 1283"/>
                <ns1:gd name="T52" fmla="*/ 659 w 971"/>
                <ns1:gd name="T53" fmla="*/ 921 h 1283"/>
                <ns1:gd name="T54" fmla="*/ 659 w 971"/>
                <ns1:gd name="T55" fmla="*/ 1087 h 1283"/>
                <ns1:gd name="T56" fmla="*/ 146 w 971"/>
                <ns1:gd name="T57" fmla="*/ 1087 h 1283"/>
                <ns1:gd name="T58" fmla="*/ 146 w 971"/>
                <ns1:gd name="T59" fmla="*/ 275 h 1283"/>
                <ns1:gd name="T60" fmla="*/ 255 w 971"/>
                <ns1:gd name="T61" fmla="*/ 275 h 1283"/>
                <ns1:gd name="T62" fmla="*/ 255 w 971"/>
                <ns1:gd name="T63" fmla="*/ 290 h 1283"/>
                <ns1:gd name="T64" fmla="*/ 297 w 971"/>
                <ns1:gd name="T65" fmla="*/ 332 h 1283"/>
                <ns1:gd name="T66" fmla="*/ 673 w 971"/>
                <ns1:gd name="T67" fmla="*/ 332 h 1283"/>
                <ns1:gd name="T68" fmla="*/ 715 w 971"/>
                <ns1:gd name="T69" fmla="*/ 290 h 1283"/>
                <ns1:gd name="T70" fmla="*/ 715 w 971"/>
                <ns1:gd name="T71" fmla="*/ 275 h 1283"/>
                <ns1:gd name="T72" fmla="*/ 825 w 971"/>
                <ns1:gd name="T73" fmla="*/ 275 h 1283"/>
                <ns1:gd name="T74" fmla="*/ 825 w 971"/>
                <ns1:gd name="T75" fmla="*/ 921 h 1283"/>
                <ns1:gd name="T76" fmla="*/ 802 w 971"/>
                <ns1:gd name="T77" fmla="*/ 953 h 1283"/>
                <ns1:gd name="T78" fmla="*/ 691 w 971"/>
                <ns1:gd name="T79" fmla="*/ 1065 h 1283"/>
                <ns1:gd name="T80" fmla="*/ 691 w 971"/>
                <ns1:gd name="T81" fmla="*/ 953 h 1283"/>
                <ns1:gd name="T82" fmla="*/ 802 w 971"/>
                <ns1:gd name="T83" fmla="*/ 953 h 1283"/>
                <ns1:gd name="T84" fmla="*/ 903 w 971"/>
                <ns1:gd name="T85" fmla="*/ 1196 h 1283"/>
                <ns1:gd name="T86" fmla="*/ 884 w 971"/>
                <ns1:gd name="T87" fmla="*/ 1215 h 1283"/>
                <ns1:gd name="T88" fmla="*/ 87 w 971"/>
                <ns1:gd name="T89" fmla="*/ 1215 h 1283"/>
                <ns1:gd name="T90" fmla="*/ 68 w 971"/>
                <ns1:gd name="T91" fmla="*/ 1196 h 1283"/>
                <ns1:gd name="T92" fmla="*/ 68 w 971"/>
                <ns1:gd name="T93" fmla="*/ 294 h 1283"/>
                <ns1:gd name="T94" fmla="*/ 87 w 971"/>
                <ns1:gd name="T95" fmla="*/ 275 h 1283"/>
                <ns1:gd name="T96" fmla="*/ 114 w 971"/>
                <ns1:gd name="T97" fmla="*/ 275 h 1283"/>
                <ns1:gd name="T98" fmla="*/ 114 w 971"/>
                <ns1:gd name="T99" fmla="*/ 1120 h 1283"/>
                <ns1:gd name="T100" fmla="*/ 681 w 971"/>
                <ns1:gd name="T101" fmla="*/ 1120 h 1283"/>
                <ns1:gd name="T102" fmla="*/ 686 w 971"/>
                <ns1:gd name="T103" fmla="*/ 1115 h 1283"/>
                <ns1:gd name="T104" fmla="*/ 852 w 971"/>
                <ns1:gd name="T105" fmla="*/ 948 h 1283"/>
                <ns1:gd name="T106" fmla="*/ 857 w 971"/>
                <ns1:gd name="T107" fmla="*/ 943 h 1283"/>
                <ns1:gd name="T108" fmla="*/ 857 w 971"/>
                <ns1:gd name="T109" fmla="*/ 275 h 1283"/>
                <ns1:gd name="T110" fmla="*/ 884 w 971"/>
                <ns1:gd name="T111" fmla="*/ 275 h 1283"/>
                <ns1:gd name="T112" fmla="*/ 903 w 971"/>
                <ns1:gd name="T113" fmla="*/ 294 h 1283"/>
                <ns1:gd name="T114" fmla="*/ 903 w 971"/>
                <ns1:gd name="T115" fmla="*/ 1196 h 1283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  <ns1:cxn ang="0">
                  <ns1:pos x="T14" y="T15"/>
                </ns1:cxn>
                <ns1:cxn ang="0">
                  <ns1:pos x="T16" y="T17"/>
                </ns1:cxn>
                <ns1:cxn ang="0">
                  <ns1:pos x="T18" y="T19"/>
                </ns1:cxn>
                <ns1:cxn ang="0">
                  <ns1:pos x="T20" y="T21"/>
                </ns1:cxn>
                <ns1:cxn ang="0">
                  <ns1:pos x="T22" y="T23"/>
                </ns1:cxn>
                <ns1:cxn ang="0">
                  <ns1:pos x="T24" y="T25"/>
                </ns1:cxn>
                <ns1:cxn ang="0">
                  <ns1:pos x="T26" y="T27"/>
                </ns1:cxn>
                <ns1:cxn ang="0">
                  <ns1:pos x="T28" y="T29"/>
                </ns1:cxn>
                <ns1:cxn ang="0">
                  <ns1:pos x="T30" y="T31"/>
                </ns1:cxn>
                <ns1:cxn ang="0">
                  <ns1:pos x="T32" y="T33"/>
                </ns1:cxn>
                <ns1:cxn ang="0">
                  <ns1:pos x="T34" y="T35"/>
                </ns1:cxn>
                <ns1:cxn ang="0">
                  <ns1:pos x="T36" y="T37"/>
                </ns1:cxn>
                <ns1:cxn ang="0">
                  <ns1:pos x="T38" y="T39"/>
                </ns1:cxn>
                <ns1:cxn ang="0">
                  <ns1:pos x="T40" y="T41"/>
                </ns1:cxn>
                <ns1:cxn ang="0">
                  <ns1:pos x="T42" y="T43"/>
                </ns1:cxn>
                <ns1:cxn ang="0">
                  <ns1:pos x="T44" y="T45"/>
                </ns1:cxn>
                <ns1:cxn ang="0">
                  <ns1:pos x="T46" y="T47"/>
                </ns1:cxn>
                <ns1:cxn ang="0">
                  <ns1:pos x="T48" y="T49"/>
                </ns1:cxn>
                <ns1:cxn ang="0">
                  <ns1:pos x="T50" y="T51"/>
                </ns1:cxn>
                <ns1:cxn ang="0">
                  <ns1:pos x="T52" y="T53"/>
                </ns1:cxn>
                <ns1:cxn ang="0">
                  <ns1:pos x="T54" y="T55"/>
                </ns1:cxn>
                <ns1:cxn ang="0">
                  <ns1:pos x="T56" y="T57"/>
                </ns1:cxn>
                <ns1:cxn ang="0">
                  <ns1:pos x="T58" y="T59"/>
                </ns1:cxn>
                <ns1:cxn ang="0">
                  <ns1:pos x="T60" y="T61"/>
                </ns1:cxn>
                <ns1:cxn ang="0">
                  <ns1:pos x="T62" y="T63"/>
                </ns1:cxn>
                <ns1:cxn ang="0">
                  <ns1:pos x="T64" y="T65"/>
                </ns1:cxn>
                <ns1:cxn ang="0">
                  <ns1:pos x="T66" y="T67"/>
                </ns1:cxn>
                <ns1:cxn ang="0">
                  <ns1:pos x="T68" y="T69"/>
                </ns1:cxn>
                <ns1:cxn ang="0">
                  <ns1:pos x="T70" y="T71"/>
                </ns1:cxn>
                <ns1:cxn ang="0">
                  <ns1:pos x="T72" y="T73"/>
                </ns1:cxn>
                <ns1:cxn ang="0">
                  <ns1:pos x="T74" y="T75"/>
                </ns1:cxn>
                <ns1:cxn ang="0">
                  <ns1:pos x="T76" y="T77"/>
                </ns1:cxn>
                <ns1:cxn ang="0">
                  <ns1:pos x="T78" y="T79"/>
                </ns1:cxn>
                <ns1:cxn ang="0">
                  <ns1:pos x="T80" y="T81"/>
                </ns1:cxn>
                <ns1:cxn ang="0">
                  <ns1:pos x="T82" y="T83"/>
                </ns1:cxn>
                <ns1:cxn ang="0">
                  <ns1:pos x="T84" y="T85"/>
                </ns1:cxn>
                <ns1:cxn ang="0">
                  <ns1:pos x="T86" y="T87"/>
                </ns1:cxn>
                <ns1:cxn ang="0">
                  <ns1:pos x="T88" y="T89"/>
                </ns1:cxn>
                <ns1:cxn ang="0">
                  <ns1:pos x="T90" y="T91"/>
                </ns1:cxn>
                <ns1:cxn ang="0">
                  <ns1:pos x="T92" y="T93"/>
                </ns1:cxn>
                <ns1:cxn ang="0">
                  <ns1:pos x="T94" y="T95"/>
                </ns1:cxn>
                <ns1:cxn ang="0">
                  <ns1:pos x="T96" y="T97"/>
                </ns1:cxn>
                <ns1:cxn ang="0">
                  <ns1:pos x="T98" y="T99"/>
                </ns1:cxn>
                <ns1:cxn ang="0">
                  <ns1:pos x="T100" y="T101"/>
                </ns1:cxn>
                <ns1:cxn ang="0">
                  <ns1:pos x="T102" y="T103"/>
                </ns1:cxn>
                <ns1:cxn ang="0">
                  <ns1:pos x="T104" y="T105"/>
                </ns1:cxn>
                <ns1:cxn ang="0">
                  <ns1:pos x="T106" y="T107"/>
                </ns1:cxn>
                <ns1:cxn ang="0">
                  <ns1:pos x="T108" y="T109"/>
                </ns1:cxn>
                <ns1:cxn ang="0">
                  <ns1:pos x="T110" y="T111"/>
                </ns1:cxn>
                <ns1:cxn ang="0">
                  <ns1:pos x="T112" y="T113"/>
                </ns1:cxn>
                <ns1:cxn ang="0">
                  <ns1:pos x="T114" y="T115"/>
                </ns1:cxn>
              </ns1:cxnLst>
              <ns1:rect l="0" t="0" r="r" b="b"/>
              <ns1:pathLst>
                <ns1:path w="971" h="1283">
                  <ns1:moveTo>
                    <ns1:pt x="884" y="207"/>
                  </ns1:moveTo>
                  <ns1:cubicBezTo>
                    <ns1:pt x="715" y="207"/>
                    <ns1:pt x="715" y="207"/>
                    <ns1:pt x="715" y="207"/>
                  </ns1:cubicBezTo>
                  <ns1:cubicBezTo>
                    <ns1:pt x="715" y="192"/>
                    <ns1:pt x="715" y="192"/>
                    <ns1:pt x="715" y="192"/>
                  </ns1:cubicBezTo>
                  <ns1:cubicBezTo>
                    <ns1:pt x="715" y="169"/>
                    <ns1:pt x="696" y="150"/>
                    <ns1:pt x="673" y="150"/>
                  </ns1:cubicBezTo>
                  <ns1:cubicBezTo>
                    <ns1:pt x="578" y="150"/>
                    <ns1:pt x="578" y="150"/>
                    <ns1:pt x="578" y="150"/>
                  </ns1:cubicBezTo>
                  <ns1:cubicBezTo>
                    <ns1:pt x="585" y="136"/>
                    <ns1:pt x="589" y="120"/>
                    <ns1:pt x="589" y="103"/>
                  </ns1:cubicBezTo>
                  <ns1:cubicBezTo>
                    <ns1:pt x="589" y="46"/>
                    <ns1:pt x="542" y="0"/>
                    <ns1:pt x="485" y="0"/>
                  </ns1:cubicBezTo>
                  <ns1:cubicBezTo>
                    <ns1:pt x="428" y="0"/>
                    <ns1:pt x="382" y="46"/>
                    <ns1:pt x="382" y="103"/>
                  </ns1:cubicBezTo>
                  <ns1:cubicBezTo>
                    <ns1:pt x="382" y="120"/>
                    <ns1:pt x="386" y="136"/>
                    <ns1:pt x="393" y="150"/>
                  </ns1:cubicBezTo>
                  <ns1:cubicBezTo>
                    <ns1:pt x="297" y="150"/>
                    <ns1:pt x="297" y="150"/>
                    <ns1:pt x="297" y="150"/>
                  </ns1:cubicBezTo>
                  <ns1:cubicBezTo>
                    <ns1:pt x="274" y="150"/>
                    <ns1:pt x="255" y="169"/>
                    <ns1:pt x="255" y="192"/>
                  </ns1:cubicBezTo>
                  <ns1:cubicBezTo>
                    <ns1:pt x="255" y="207"/>
                    <ns1:pt x="255" y="207"/>
                    <ns1:pt x="255" y="207"/>
                  </ns1:cubicBezTo>
                  <ns1:cubicBezTo>
                    <ns1:pt x="87" y="207"/>
                    <ns1:pt x="87" y="207"/>
                    <ns1:pt x="87" y="207"/>
                  </ns1:cubicBezTo>
                  <ns1:cubicBezTo>
                    <ns1:pt x="39" y="207"/>
                    <ns1:pt x="0" y="246"/>
                    <ns1:pt x="0" y="294"/>
                  </ns1:cubicBezTo>
                  <ns1:cubicBezTo>
                    <ns1:pt x="0" y="1196"/>
                    <ns1:pt x="0" y="1196"/>
                    <ns1:pt x="0" y="1196"/>
                  </ns1:cubicBezTo>
                  <ns1:cubicBezTo>
                    <ns1:pt x="0" y="1244"/>
                    <ns1:pt x="39" y="1283"/>
                    <ns1:pt x="87" y="1283"/>
                  </ns1:cubicBezTo>
                  <ns1:cubicBezTo>
                    <ns1:pt x="884" y="1283"/>
                    <ns1:pt x="884" y="1283"/>
                    <ns1:pt x="884" y="1283"/>
                  </ns1:cubicBezTo>
                  <ns1:cubicBezTo>
                    <ns1:pt x="932" y="1283"/>
                    <ns1:pt x="971" y="1244"/>
                    <ns1:pt x="971" y="1196"/>
                  </ns1:cubicBezTo>
                  <ns1:cubicBezTo>
                    <ns1:pt x="971" y="294"/>
                    <ns1:pt x="971" y="294"/>
                    <ns1:pt x="971" y="294"/>
                  </ns1:cubicBezTo>
                  <ns1:cubicBezTo>
                    <ns1:pt x="971" y="246"/>
                    <ns1:pt x="932" y="207"/>
                    <ns1:pt x="884" y="207"/>
                  </ns1:cubicBezTo>
                  <ns1:close/>
                  <ns1:moveTo>
                    <ns1:pt x="485" y="59"/>
                  </ns1:moveTo>
                  <ns1:cubicBezTo>
                    <ns1:pt x="510" y="59"/>
                    <ns1:pt x="530" y="79"/>
                    <ns1:pt x="530" y="103"/>
                  </ns1:cubicBezTo>
                  <ns1:cubicBezTo>
                    <ns1:pt x="530" y="128"/>
                    <ns1:pt x="510" y="148"/>
                    <ns1:pt x="485" y="148"/>
                  </ns1:cubicBezTo>
                  <ns1:cubicBezTo>
                    <ns1:pt x="461" y="148"/>
                    <ns1:pt x="441" y="128"/>
                    <ns1:pt x="441" y="103"/>
                  </ns1:cubicBezTo>
                  <ns1:cubicBezTo>
                    <ns1:pt x="441" y="79"/>
                    <ns1:pt x="461" y="59"/>
                    <ns1:pt x="485" y="59"/>
                  </ns1:cubicBezTo>
                  <ns1:close/>
                  <ns1:moveTo>
                    <ns1:pt x="825" y="921"/>
                  </ns1:moveTo>
                  <ns1:cubicBezTo>
                    <ns1:pt x="659" y="921"/>
                    <ns1:pt x="659" y="921"/>
                    <ns1:pt x="659" y="921"/>
                  </ns1:cubicBezTo>
                  <ns1:cubicBezTo>
                    <ns1:pt x="659" y="1087"/>
                    <ns1:pt x="659" y="1087"/>
                    <ns1:pt x="659" y="1087"/>
                  </ns1:cubicBezTo>
                  <ns1:cubicBezTo>
                    <ns1:pt x="146" y="1087"/>
                    <ns1:pt x="146" y="1087"/>
                    <ns1:pt x="146" y="1087"/>
                  </ns1:cubicBezTo>
                  <ns1:cubicBezTo>
                    <ns1:pt x="146" y="275"/>
                    <ns1:pt x="146" y="275"/>
                    <ns1:pt x="146" y="275"/>
                  </ns1:cubicBezTo>
                  <ns1:cubicBezTo>
                    <ns1:pt x="255" y="275"/>
                    <ns1:pt x="255" y="275"/>
                    <ns1:pt x="255" y="275"/>
                  </ns1:cubicBezTo>
                  <ns1:cubicBezTo>
                    <ns1:pt x="255" y="290"/>
                    <ns1:pt x="255" y="290"/>
                    <ns1:pt x="255" y="290"/>
                  </ns1:cubicBezTo>
                  <ns1:cubicBezTo>
                    <ns1:pt x="255" y="313"/>
                    <ns1:pt x="274" y="332"/>
                    <ns1:pt x="297" y="332"/>
                  </ns1:cubicBezTo>
                  <ns1:cubicBezTo>
                    <ns1:pt x="673" y="332"/>
                    <ns1:pt x="673" y="332"/>
                    <ns1:pt x="673" y="332"/>
                  </ns1:cubicBezTo>
                  <ns1:cubicBezTo>
                    <ns1:pt x="696" y="332"/>
                    <ns1:pt x="715" y="313"/>
                    <ns1:pt x="715" y="290"/>
                  </ns1:cubicBezTo>
                  <ns1:cubicBezTo>
                    <ns1:pt x="715" y="275"/>
                    <ns1:pt x="715" y="275"/>
                    <ns1:pt x="715" y="275"/>
                  </ns1:cubicBezTo>
                  <ns1:cubicBezTo>
                    <ns1:pt x="825" y="275"/>
                    <ns1:pt x="825" y="275"/>
                    <ns1:pt x="825" y="275"/>
                  </ns1:cubicBezTo>
                  <ns1:lnTo>
                    <ns1:pt x="825" y="921"/>
                  </ns1:lnTo>
                  <ns1:close/>
                  <ns1:moveTo>
                    <ns1:pt x="802" y="953"/>
                  </ns1:moveTo>
                  <ns1:cubicBezTo>
                    <ns1:pt x="770" y="985"/>
                    <ns1:pt x="726" y="1029"/>
                    <ns1:pt x="691" y="1065"/>
                  </ns1:cubicBezTo>
                  <ns1:cubicBezTo>
                    <ns1:pt x="691" y="953"/>
                    <ns1:pt x="691" y="953"/>
                    <ns1:pt x="691" y="953"/>
                  </ns1:cubicBezTo>
                  <ns1:lnTo>
                    <ns1:pt x="802" y="953"/>
                  </ns1:lnTo>
                  <ns1:close/>
                  <ns1:moveTo>
                    <ns1:pt x="903" y="1196"/>
                  </ns1:moveTo>
                  <ns1:cubicBezTo>
                    <ns1:pt x="903" y="1207"/>
                    <ns1:pt x="894" y="1215"/>
                    <ns1:pt x="884" y="1215"/>
                  </ns1:cubicBezTo>
                  <ns1:cubicBezTo>
                    <ns1:pt x="87" y="1215"/>
                    <ns1:pt x="87" y="1215"/>
                    <ns1:pt x="87" y="1215"/>
                  </ns1:cubicBezTo>
                  <ns1:cubicBezTo>
                    <ns1:pt x="76" y="1215"/>
                    <ns1:pt x="68" y="1207"/>
                    <ns1:pt x="68" y="1196"/>
                  </ns1:cubicBezTo>
                  <ns1:cubicBezTo>
                    <ns1:pt x="68" y="294"/>
                    <ns1:pt x="68" y="294"/>
                    <ns1:pt x="68" y="294"/>
                  </ns1:cubicBezTo>
                  <ns1:cubicBezTo>
                    <ns1:pt x="68" y="284"/>
                    <ns1:pt x="76" y="275"/>
                    <ns1:pt x="87" y="275"/>
                  </ns1:cubicBezTo>
                  <ns1:cubicBezTo>
                    <ns1:pt x="114" y="275"/>
                    <ns1:pt x="114" y="275"/>
                    <ns1:pt x="114" y="275"/>
                  </ns1:cubicBezTo>
                  <ns1:cubicBezTo>
                    <ns1:pt x="114" y="1120"/>
                    <ns1:pt x="114" y="1120"/>
                    <ns1:pt x="114" y="1120"/>
                  </ns1:cubicBezTo>
                  <ns1:cubicBezTo>
                    <ns1:pt x="681" y="1120"/>
                    <ns1:pt x="681" y="1120"/>
                    <ns1:pt x="681" y="1120"/>
                  </ns1:cubicBezTo>
                  <ns1:cubicBezTo>
                    <ns1:pt x="686" y="1115"/>
                    <ns1:pt x="686" y="1115"/>
                    <ns1:pt x="686" y="1115"/>
                  </ns1:cubicBezTo>
                  <ns1:cubicBezTo>
                    <ns1:pt x="732" y="1069"/>
                    <ns1:pt x="818" y="983"/>
                    <ns1:pt x="852" y="948"/>
                  </ns1:cubicBezTo>
                  <ns1:cubicBezTo>
                    <ns1:pt x="857" y="943"/>
                    <ns1:pt x="857" y="943"/>
                    <ns1:pt x="857" y="943"/>
                  </ns1:cubicBezTo>
                  <ns1:cubicBezTo>
                    <ns1:pt x="857" y="275"/>
                    <ns1:pt x="857" y="275"/>
                    <ns1:pt x="857" y="275"/>
                  </ns1:cubicBezTo>
                  <ns1:cubicBezTo>
                    <ns1:pt x="884" y="275"/>
                    <ns1:pt x="884" y="275"/>
                    <ns1:pt x="884" y="275"/>
                  </ns1:cubicBezTo>
                  <ns1:cubicBezTo>
                    <ns1:pt x="894" y="275"/>
                    <ns1:pt x="903" y="284"/>
                    <ns1:pt x="903" y="294"/>
                  </ns1:cubicBezTo>
                  <ns1:lnTo>
                    <ns1:pt x="903" y="1196"/>
                  </ns1:lnTo>
                  <ns1:close/>
                </ns1:path>
              </ns1:pathLst>
            </ns1:custGeom>
            <ns1:grpFill/>
            <ns1:ln>
              <ns1:noFill/>
            </ns1:ln>
            <ns1:extLst>
              <ns1:ext uri="{91240B29-F687-4F45-9708-019B960494DF}">
                <ns2:hiddenLine w="9525">
                  <ns1:solidFill>
                    <ns1:srgbClr val="000000"/>
                  </ns1:solidFill>
                  <ns1:round/>
                  <ns1:headEnd/>
                  <ns1:tailEnd/>
                </ns2:hiddenLine>
              </ns1:ext>
            </ns1:extLst>
          </ns0:spPr>
          <ns0:txBody>
            <ns1:bodyPr vert="horz" wrap="square" lIns="91440" tIns="45720" rIns="91440" bIns="45720" numCol="1" anchor="t" anchorCtr="0" compatLnSpc="1">
              <ns1:prstTxWarp prst="textNoShape">
                <ns1:avLst/>
              </ns1:prstTxWarp>
            </ns1:bodyPr>
            <ns1:lstStyle/>
            <ns1:p>
              <ns1:endParaRPr lang="id-ID" sz="2700"/>
            </ns1:p>
          </ns0:txBody>
        </ns0:sp>
        <ns0:sp>
          <ns0:nvSpPr>
            <ns0:cNvPr id="272" name="Rectangle 66"/>
            <ns0:cNvSpPr>
              <ns1:spLocks noChangeArrowheads="1"/>
            </ns0:cNvSpPr>
            <ns0:nvPr/>
          </ns0:nvSpPr>
          <ns0:spPr bwMode="auto">
            <ns1:xfrm>
              <ns1:off x="5208588" y="2003426"/>
              <ns1:ext cx="298450" cy="17463"/>
            </ns1:xfrm>
            <ns1:prstGeom prst="rect">
              <ns1:avLst/>
            </ns1:prstGeom>
            <ns1:grpFill/>
            <ns1:ln>
              <ns1:noFill/>
            </ns1:ln>
            <ns1:extLst>
              <ns1:ext uri="{91240B29-F687-4F45-9708-019B960494DF}">
                <ns2:hiddenLine w="9525">
                  <ns1:solidFill>
                    <ns1:srgbClr val="000000"/>
                  </ns1:solidFill>
                  <ns1:miter lim="800000"/>
                  <ns1:headEnd/>
                  <ns1:tailEnd/>
                </ns2:hiddenLine>
              </ns1:ext>
            </ns1:extLst>
          </ns0:spPr>
          <ns0:txBody>
            <ns1:bodyPr vert="horz" wrap="square" lIns="91440" tIns="45720" rIns="91440" bIns="45720" numCol="1" anchor="t" anchorCtr="0" compatLnSpc="1">
              <ns1:prstTxWarp prst="textNoShape">
                <ns1:avLst/>
              </ns1:prstTxWarp>
            </ns1:bodyPr>
            <ns1:lstStyle/>
            <ns1:p>
              <ns1:endParaRPr lang="id-ID" sz="2700"/>
            </ns1:p>
          </ns0:txBody>
        </ns0:sp>
        <ns0:sp>
          <ns0:nvSpPr>
            <ns0:cNvPr id="273" name="Rectangle 67"/>
            <ns0:cNvSpPr>
              <ns1:spLocks noChangeArrowheads="1"/>
            </ns0:cNvSpPr>
            <ns0:nvPr/>
          </ns0:nvSpPr>
          <ns0:spPr bwMode="auto">
            <ns1:xfrm>
              <ns1:off x="5208588" y="2081213"/>
              <ns1:ext cx="298450" cy="17463"/>
            </ns1:xfrm>
            <ns1:prstGeom prst="rect">
              <ns1:avLst/>
            </ns1:prstGeom>
            <ns1:grpFill/>
            <ns1:ln>
              <ns1:noFill/>
            </ns1:ln>
            <ns1:extLst>
              <ns1:ext uri="{91240B29-F687-4F45-9708-019B960494DF}">
                <ns2:hiddenLine w="9525">
                  <ns1:solidFill>
                    <ns1:srgbClr val="000000"/>
                  </ns1:solidFill>
                  <ns1:miter lim="800000"/>
                  <ns1:headEnd/>
                  <ns1:tailEnd/>
                </ns2:hiddenLine>
              </ns1:ext>
            </ns1:extLst>
          </ns0:spPr>
          <ns0:txBody>
            <ns1:bodyPr vert="horz" wrap="square" lIns="91440" tIns="45720" rIns="91440" bIns="45720" numCol="1" anchor="t" anchorCtr="0" compatLnSpc="1">
              <ns1:prstTxWarp prst="textNoShape">
                <ns1:avLst/>
              </ns1:prstTxWarp>
            </ns1:bodyPr>
            <ns1:lstStyle/>
            <ns1:p>
              <ns1:endParaRPr lang="id-ID" sz="2700"/>
            </ns1:p>
          </ns0:txBody>
        </ns0:sp>
        <ns0:sp>
          <ns0:nvSpPr>
            <ns0:cNvPr id="274" name="Rectangle 68"/>
            <ns0:cNvSpPr>
              <ns1:spLocks noChangeArrowheads="1"/>
            </ns0:cNvSpPr>
            <ns0:nvPr/>
          </ns0:nvSpPr>
          <ns0:spPr bwMode="auto">
            <ns1:xfrm>
              <ns1:off x="5208588" y="2154238"/>
              <ns1:ext cx="298450" cy="17463"/>
            </ns1:xfrm>
            <ns1:prstGeom prst="rect">
              <ns1:avLst/>
            </ns1:prstGeom>
            <ns1:grpFill/>
            <ns1:ln>
              <ns1:noFill/>
            </ns1:ln>
            <ns1:extLst>
              <ns1:ext uri="{91240B29-F687-4F45-9708-019B960494DF}">
                <ns2:hiddenLine w="9525">
                  <ns1:solidFill>
                    <ns1:srgbClr val="000000"/>
                  </ns1:solidFill>
                  <ns1:miter lim="800000"/>
                  <ns1:headEnd/>
                  <ns1:tailEnd/>
                </ns2:hiddenLine>
              </ns1:ext>
            </ns1:extLst>
          </ns0:spPr>
          <ns0:txBody>
            <ns1:bodyPr vert="horz" wrap="square" lIns="91440" tIns="45720" rIns="91440" bIns="45720" numCol="1" anchor="t" anchorCtr="0" compatLnSpc="1">
              <ns1:prstTxWarp prst="textNoShape">
                <ns1:avLst/>
              </ns1:prstTxWarp>
            </ns1:bodyPr>
            <ns1:lstStyle/>
            <ns1:p>
              <ns1:endParaRPr lang="id-ID" sz="2700"/>
            </ns1:p>
          </ns0:txBody>
        </ns0:sp>
      </ns0:grpSp>
      <ns0:grpSp>
        <ns0:nvGrpSpPr>
          <ns0:cNvPr id="275" name="Group 274"/>
          <ns0:cNvGrpSpPr/>
          <ns0:nvPr/>
        </ns0:nvGrpSpPr>
        <ns0:grpSpPr>
          <ns1:xfrm>
            <ns1:off x="6356568" y="5335443"/>
            <ns1:ext cx="381639" cy="430304"/>
            <ns1:chOff x="6775450" y="3722688"/>
            <ns1:chExt cx="473075" cy="533400"/>
          </ns1:xfrm>
          <ns1:solidFill>
            <ns1:schemeClr val="tx1"/>
          </ns1:solidFill>
        </ns0:grpSpPr>
        <ns0:sp>
          <ns0:nvSpPr>
            <ns0:cNvPr id="276" name="Freeform 174"/>
            <ns0:cNvSpPr>
              <ns1:spLocks noEditPoints="1"/>
            </ns0:cNvSpPr>
            <ns0:nvPr/>
          </ns0:nvSpPr>
          <ns0:spPr bwMode="auto">
            <ns1:xfrm>
              <ns1:off x="6775450" y="3827463"/>
              <ns1:ext cx="473075" cy="428625"/>
            </ns1:xfrm>
            <ns1:custGeom>
              <ns1:avLst/>
              <ns1:gdLst>
                <ns1:gd name="T0" fmla="*/ 119 w 126"/>
                <ns1:gd name="T1" fmla="*/ 51 h 114"/>
                <ns1:gd name="T2" fmla="*/ 118 w 126"/>
                <ns1:gd name="T3" fmla="*/ 51 h 114"/>
                <ns1:gd name="T4" fmla="*/ 114 w 126"/>
                <ns1:gd name="T5" fmla="*/ 40 h 114"/>
                <ns1:gd name="T6" fmla="*/ 88 w 126"/>
                <ns1:gd name="T7" fmla="*/ 49 h 114"/>
                <ns1:gd name="T8" fmla="*/ 48 w 126"/>
                <ns1:gd name="T9" fmla="*/ 13 h 114"/>
                <ns1:gd name="T10" fmla="*/ 29 w 126"/>
                <ns1:gd name="T11" fmla="*/ 2 h 114"/>
                <ns1:gd name="T12" fmla="*/ 23 w 126"/>
                <ns1:gd name="T13" fmla="*/ 5 h 114"/>
                <ns1:gd name="T14" fmla="*/ 23 w 126"/>
                <ns1:gd name="T15" fmla="*/ 27 h 114"/>
                <ns1:gd name="T16" fmla="*/ 11 w 126"/>
                <ns1:gd name="T17" fmla="*/ 46 h 114"/>
                <ns1:gd name="T18" fmla="*/ 6 w 126"/>
                <ns1:gd name="T19" fmla="*/ 46 h 114"/>
                <ns1:gd name="T20" fmla="*/ 0 w 126"/>
                <ns1:gd name="T21" fmla="*/ 52 h 114"/>
                <ns1:gd name="T22" fmla="*/ 0 w 126"/>
                <ns1:gd name="T23" fmla="*/ 64 h 114"/>
                <ns1:gd name="T24" fmla="*/ 6 w 126"/>
                <ns1:gd name="T25" fmla="*/ 70 h 114"/>
                <ns1:gd name="T26" fmla="*/ 11 w 126"/>
                <ns1:gd name="T27" fmla="*/ 70 h 114"/>
                <ns1:gd name="T28" fmla="*/ 37 w 126"/>
                <ns1:gd name="T29" fmla="*/ 98 h 114"/>
                <ns1:gd name="T30" fmla="*/ 37 w 126"/>
                <ns1:gd name="T31" fmla="*/ 99 h 114"/>
                <ns1:gd name="T32" fmla="*/ 37 w 126"/>
                <ns1:gd name="T33" fmla="*/ 107 h 114"/>
                <ns1:gd name="T34" fmla="*/ 43 w 126"/>
                <ns1:gd name="T35" fmla="*/ 114 h 114"/>
                <ns1:gd name="T36" fmla="*/ 50 w 126"/>
                <ns1:gd name="T37" fmla="*/ 114 h 114"/>
                <ns1:gd name="T38" fmla="*/ 56 w 126"/>
                <ns1:gd name="T39" fmla="*/ 107 h 114"/>
                <ns1:gd name="T40" fmla="*/ 56 w 126"/>
                <ns1:gd name="T41" fmla="*/ 104 h 114"/>
                <ns1:gd name="T42" fmla="*/ 64 w 126"/>
                <ns1:gd name="T43" fmla="*/ 104 h 114"/>
                <ns1:gd name="T44" fmla="*/ 70 w 126"/>
                <ns1:gd name="T45" fmla="*/ 104 h 114"/>
                <ns1:gd name="T46" fmla="*/ 70 w 126"/>
                <ns1:gd name="T47" fmla="*/ 107 h 114"/>
                <ns1:gd name="T48" fmla="*/ 76 w 126"/>
                <ns1:gd name="T49" fmla="*/ 114 h 114"/>
                <ns1:gd name="T50" fmla="*/ 83 w 126"/>
                <ns1:gd name="T51" fmla="*/ 114 h 114"/>
                <ns1:gd name="T52" fmla="*/ 90 w 126"/>
                <ns1:gd name="T53" fmla="*/ 107 h 114"/>
                <ns1:gd name="T54" fmla="*/ 90 w 126"/>
                <ns1:gd name="T55" fmla="*/ 99 h 114"/>
                <ns1:gd name="T56" fmla="*/ 90 w 126"/>
                <ns1:gd name="T57" fmla="*/ 99 h 114"/>
                <ns1:gd name="T58" fmla="*/ 118 w 126"/>
                <ns1:gd name="T59" fmla="*/ 64 h 114"/>
                <ns1:gd name="T60" fmla="*/ 119 w 126"/>
                <ns1:gd name="T61" fmla="*/ 65 h 114"/>
                <ns1:gd name="T62" fmla="*/ 126 w 126"/>
                <ns1:gd name="T63" fmla="*/ 58 h 114"/>
                <ns1:gd name="T64" fmla="*/ 119 w 126"/>
                <ns1:gd name="T65" fmla="*/ 51 h 114"/>
                <ns1:gd name="T66" fmla="*/ 29 w 126"/>
                <ns1:gd name="T67" fmla="*/ 48 h 114"/>
                <ns1:gd name="T68" fmla="*/ 23 w 126"/>
                <ns1:gd name="T69" fmla="*/ 42 h 114"/>
                <ns1:gd name="T70" fmla="*/ 29 w 126"/>
                <ns1:gd name="T71" fmla="*/ 36 h 114"/>
                <ns1:gd name="T72" fmla="*/ 35 w 126"/>
                <ns1:gd name="T73" fmla="*/ 42 h 114"/>
                <ns1:gd name="T74" fmla="*/ 29 w 126"/>
                <ns1:gd name="T75" fmla="*/ 48 h 114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  <ns1:cxn ang="0">
                  <ns1:pos x="T14" y="T15"/>
                </ns1:cxn>
                <ns1:cxn ang="0">
                  <ns1:pos x="T16" y="T17"/>
                </ns1:cxn>
                <ns1:cxn ang="0">
                  <ns1:pos x="T18" y="T19"/>
                </ns1:cxn>
                <ns1:cxn ang="0">
                  <ns1:pos x="T20" y="T21"/>
                </ns1:cxn>
                <ns1:cxn ang="0">
                  <ns1:pos x="T22" y="T23"/>
                </ns1:cxn>
                <ns1:cxn ang="0">
                  <ns1:pos x="T24" y="T25"/>
                </ns1:cxn>
                <ns1:cxn ang="0">
                  <ns1:pos x="T26" y="T27"/>
                </ns1:cxn>
                <ns1:cxn ang="0">
                  <ns1:pos x="T28" y="T29"/>
                </ns1:cxn>
                <ns1:cxn ang="0">
                  <ns1:pos x="T30" y="T31"/>
                </ns1:cxn>
                <ns1:cxn ang="0">
                  <ns1:pos x="T32" y="T33"/>
                </ns1:cxn>
                <ns1:cxn ang="0">
                  <ns1:pos x="T34" y="T35"/>
                </ns1:cxn>
                <ns1:cxn ang="0">
                  <ns1:pos x="T36" y="T37"/>
                </ns1:cxn>
                <ns1:cxn ang="0">
                  <ns1:pos x="T38" y="T39"/>
                </ns1:cxn>
                <ns1:cxn ang="0">
                  <ns1:pos x="T40" y="T41"/>
                </ns1:cxn>
                <ns1:cxn ang="0">
                  <ns1:pos x="T42" y="T43"/>
                </ns1:cxn>
                <ns1:cxn ang="0">
                  <ns1:pos x="T44" y="T45"/>
                </ns1:cxn>
                <ns1:cxn ang="0">
                  <ns1:pos x="T46" y="T47"/>
                </ns1:cxn>
                <ns1:cxn ang="0">
                  <ns1:pos x="T48" y="T49"/>
                </ns1:cxn>
                <ns1:cxn ang="0">
                  <ns1:pos x="T50" y="T51"/>
                </ns1:cxn>
                <ns1:cxn ang="0">
                  <ns1:pos x="T52" y="T53"/>
                </ns1:cxn>
                <ns1:cxn ang="0">
                  <ns1:pos x="T54" y="T55"/>
                </ns1:cxn>
                <ns1:cxn ang="0">
                  <ns1:pos x="T56" y="T57"/>
                </ns1:cxn>
                <ns1:cxn ang="0">
                  <ns1:pos x="T58" y="T59"/>
                </ns1:cxn>
                <ns1:cxn ang="0">
                  <ns1:pos x="T60" y="T61"/>
                </ns1:cxn>
                <ns1:cxn ang="0">
                  <ns1:pos x="T62" y="T63"/>
                </ns1:cxn>
                <ns1:cxn ang="0">
                  <ns1:pos x="T64" y="T65"/>
                </ns1:cxn>
                <ns1:cxn ang="0">
                  <ns1:pos x="T66" y="T67"/>
                </ns1:cxn>
                <ns1:cxn ang="0">
                  <ns1:pos x="T68" y="T69"/>
                </ns1:cxn>
                <ns1:cxn ang="0">
                  <ns1:pos x="T70" y="T71"/>
                </ns1:cxn>
                <ns1:cxn ang="0">
                  <ns1:pos x="T72" y="T73"/>
                </ns1:cxn>
                <ns1:cxn ang="0">
                  <ns1:pos x="T74" y="T75"/>
                </ns1:cxn>
              </ns1:cxnLst>
              <ns1:rect l="0" t="0" r="r" b="b"/>
              <ns1:pathLst>
                <ns1:path w="126" h="114">
                  <ns1:moveTo>
                    <ns1:pt x="119" y="51"/>
                  </ns1:moveTo>
                  <ns1:cubicBezTo>
                    <ns1:pt x="119" y="51"/>
                    <ns1:pt x="118" y="51"/>
                    <ns1:pt x="118" y="51"/>
                  </ns1:cubicBezTo>
                  <ns1:cubicBezTo>
                    <ns1:pt x="117" y="47"/>
                    <ns1:pt x="116" y="43"/>
                    <ns1:pt x="114" y="40"/>
                  </ns1:cubicBezTo>
                  <ns1:cubicBezTo>
                    <ns1:pt x="107" y="45"/>
                    <ns1:pt x="98" y="49"/>
                    <ns1:pt x="88" y="49"/>
                  </ns1:cubicBezTo>
                  <ns1:cubicBezTo>
                    <ns1:pt x="67" y="49"/>
                    <ns1:pt x="50" y="33"/>
                    <ns1:pt x="48" y="13"/>
                  </ns1:cubicBezTo>
                  <ns1:cubicBezTo>
                    <ns1:pt x="29" y="2"/>
                    <ns1:pt x="29" y="2"/>
                    <ns1:pt x="29" y="2"/>
                  </ns1:cubicBezTo>
                  <ns1:cubicBezTo>
                    <ns1:pt x="26" y="0"/>
                    <ns1:pt x="23" y="1"/>
                    <ns1:pt x="23" y="5"/>
                  </ns1:cubicBezTo>
                  <ns1:cubicBezTo>
                    <ns1:pt x="23" y="27"/>
                    <ns1:pt x="23" y="27"/>
                    <ns1:pt x="23" y="27"/>
                  </ns1:cubicBezTo>
                  <ns1:cubicBezTo>
                    <ns1:pt x="17" y="32"/>
                    <ns1:pt x="13" y="39"/>
                    <ns1:pt x="11" y="46"/>
                  </ns1:cubicBezTo>
                  <ns1:cubicBezTo>
                    <ns1:pt x="6" y="46"/>
                    <ns1:pt x="6" y="46"/>
                    <ns1:pt x="6" y="46"/>
                  </ns1:cubicBezTo>
                  <ns1:cubicBezTo>
                    <ns1:pt x="3" y="46"/>
                    <ns1:pt x="0" y="49"/>
                    <ns1:pt x="0" y="52"/>
                  </ns1:cubicBezTo>
                  <ns1:cubicBezTo>
                    <ns1:pt x="0" y="64"/>
                    <ns1:pt x="0" y="64"/>
                    <ns1:pt x="0" y="64"/>
                  </ns1:cubicBezTo>
                  <ns1:cubicBezTo>
                    <ns1:pt x="0" y="67"/>
                    <ns1:pt x="3" y="70"/>
                    <ns1:pt x="6" y="70"/>
                  </ns1:cubicBezTo>
                  <ns1:cubicBezTo>
                    <ns1:pt x="11" y="70"/>
                    <ns1:pt x="11" y="70"/>
                    <ns1:pt x="11" y="70"/>
                  </ns1:cubicBezTo>
                  <ns1:cubicBezTo>
                    <ns1:pt x="15" y="82"/>
                    <ns1:pt x="24" y="92"/>
                    <ns1:pt x="37" y="98"/>
                  </ns1:cubicBezTo>
                  <ns1:cubicBezTo>
                    <ns1:pt x="37" y="99"/>
                    <ns1:pt x="37" y="99"/>
                    <ns1:pt x="37" y="99"/>
                  </ns1:cubicBezTo>
                  <ns1:cubicBezTo>
                    <ns1:pt x="37" y="107"/>
                    <ns1:pt x="37" y="107"/>
                    <ns1:pt x="37" y="107"/>
                  </ns1:cubicBezTo>
                  <ns1:cubicBezTo>
                    <ns1:pt x="37" y="111"/>
                    <ns1:pt x="40" y="114"/>
                    <ns1:pt x="43" y="114"/>
                  </ns1:cubicBezTo>
                  <ns1:cubicBezTo>
                    <ns1:pt x="50" y="114"/>
                    <ns1:pt x="50" y="114"/>
                    <ns1:pt x="50" y="114"/>
                  </ns1:cubicBezTo>
                  <ns1:cubicBezTo>
                    <ns1:pt x="54" y="114"/>
                    <ns1:pt x="56" y="111"/>
                    <ns1:pt x="56" y="107"/>
                  </ns1:cubicBezTo>
                  <ns1:cubicBezTo>
                    <ns1:pt x="56" y="104"/>
                    <ns1:pt x="56" y="104"/>
                    <ns1:pt x="56" y="104"/>
                  </ns1:cubicBezTo>
                  <ns1:cubicBezTo>
                    <ns1:pt x="59" y="104"/>
                    <ns1:pt x="61" y="104"/>
                    <ns1:pt x="64" y="104"/>
                  </ns1:cubicBezTo>
                  <ns1:cubicBezTo>
                    <ns1:pt x="66" y="104"/>
                    <ns1:pt x="68" y="104"/>
                    <ns1:pt x="70" y="104"/>
                  </ns1:cubicBezTo>
                  <ns1:cubicBezTo>
                    <ns1:pt x="70" y="107"/>
                    <ns1:pt x="70" y="107"/>
                    <ns1:pt x="70" y="107"/>
                  </ns1:cubicBezTo>
                  <ns1:cubicBezTo>
                    <ns1:pt x="70" y="111"/>
                    <ns1:pt x="73" y="114"/>
                    <ns1:pt x="76" y="114"/>
                  </ns1:cubicBezTo>
                  <ns1:cubicBezTo>
                    <ns1:pt x="83" y="114"/>
                    <ns1:pt x="83" y="114"/>
                    <ns1:pt x="83" y="114"/>
                  </ns1:cubicBezTo>
                  <ns1:cubicBezTo>
                    <ns1:pt x="87" y="114"/>
                    <ns1:pt x="90" y="111"/>
                    <ns1:pt x="90" y="107"/>
                  </ns1:cubicBezTo>
                  <ns1:cubicBezTo>
                    <ns1:pt x="90" y="99"/>
                    <ns1:pt x="90" y="99"/>
                    <ns1:pt x="90" y="99"/>
                  </ns1:cubicBezTo>
                  <ns1:cubicBezTo>
                    <ns1:pt x="90" y="99"/>
                    <ns1:pt x="90" y="99"/>
                    <ns1:pt x="90" y="99"/>
                  </ns1:cubicBezTo>
                  <ns1:cubicBezTo>
                    <ns1:pt x="105" y="92"/>
                    <ns1:pt x="115" y="79"/>
                    <ns1:pt x="118" y="64"/>
                  </ns1:cubicBezTo>
                  <ns1:cubicBezTo>
                    <ns1:pt x="118" y="65"/>
                    <ns1:pt x="119" y="65"/>
                    <ns1:pt x="119" y="65"/>
                  </ns1:cubicBezTo>
                  <ns1:cubicBezTo>
                    <ns1:pt x="123" y="65"/>
                    <ns1:pt x="126" y="62"/>
                    <ns1:pt x="126" y="58"/>
                  </ns1:cubicBezTo>
                  <ns1:cubicBezTo>
                    <ns1:pt x="126" y="54"/>
                    <ns1:pt x="123" y="51"/>
                    <ns1:pt x="119" y="51"/>
                  </ns1:cubicBezTo>
                  <ns1:close/>
                  <ns1:moveTo>
                    <ns1:pt x="29" y="48"/>
                  </ns1:moveTo>
                  <ns1:cubicBezTo>
                    <ns1:pt x="25" y="48"/>
                    <ns1:pt x="23" y="45"/>
                    <ns1:pt x="23" y="42"/>
                  </ns1:cubicBezTo>
                  <ns1:cubicBezTo>
                    <ns1:pt x="23" y="38"/>
                    <ns1:pt x="25" y="36"/>
                    <ns1:pt x="29" y="36"/>
                  </ns1:cubicBezTo>
                  <ns1:cubicBezTo>
                    <ns1:pt x="32" y="36"/>
                    <ns1:pt x="35" y="38"/>
                    <ns1:pt x="35" y="42"/>
                  </ns1:cubicBezTo>
                  <ns1:cubicBezTo>
                    <ns1:pt x="35" y="45"/>
                    <ns1:pt x="32" y="48"/>
                    <ns1:pt x="29" y="48"/>
                  </ns1:cubicBezTo>
                  <ns1:close/>
                </ns1:path>
              </ns1:pathLst>
            </ns1:custGeom>
            <ns1:grpFill/>
            <ns1:ln>
              <ns1:noFill/>
            </ns1:ln>
            <ns1:extLst>
              <ns1:ext uri="{91240B29-F687-4F45-9708-019B960494DF}">
                <ns2:hiddenLine w="9525">
                  <ns1:solidFill>
                    <ns1:srgbClr val="000000"/>
                  </ns1:solidFill>
                  <ns1:round/>
                  <ns1:headEnd/>
                  <ns1:tailEnd/>
                </ns2:hiddenLine>
              </ns1:ext>
            </ns1:extLst>
          </ns0:spPr>
          <ns0:txBody>
            <ns1:bodyPr vert="horz" wrap="square" lIns="91440" tIns="45720" rIns="91440" bIns="45720" numCol="1" anchor="t" anchorCtr="0" compatLnSpc="1">
              <ns1:prstTxWarp prst="textNoShape">
                <ns1:avLst/>
              </ns1:prstTxWarp>
            </ns1:bodyPr>
            <ns1:lstStyle/>
            <ns1:p>
              <ns1:endParaRPr lang="id-ID" sz="2700"/>
            </ns1:p>
          </ns0:txBody>
        </ns0:sp>
        <ns0:sp>
          <ns0:nvSpPr>
            <ns0:cNvPr id="277" name="Freeform 175"/>
            <ns0:cNvSpPr>
              <ns1:spLocks noEditPoints="1"/>
            </ns0:cNvSpPr>
            <ns0:nvPr/>
          </ns0:nvSpPr>
          <ns0:spPr bwMode="auto">
            <ns1:xfrm>
              <ns1:off x="6970713" y="3722688"/>
              <ns1:ext cx="269875" cy="274638"/>
            </ns1:xfrm>
            <ns1:custGeom>
              <ns1:avLst/>
              <ns1:gdLst>
                <ns1:gd name="T0" fmla="*/ 36 w 72"/>
                <ns1:gd name="T1" fmla="*/ 73 h 73"/>
                <ns1:gd name="T2" fmla="*/ 72 w 72"/>
                <ns1:gd name="T3" fmla="*/ 37 h 73"/>
                <ns1:gd name="T4" fmla="*/ 36 w 72"/>
                <ns1:gd name="T5" fmla="*/ 0 h 73"/>
                <ns1:gd name="T6" fmla="*/ 0 w 72"/>
                <ns1:gd name="T7" fmla="*/ 37 h 73"/>
                <ns1:gd name="T8" fmla="*/ 36 w 72"/>
                <ns1:gd name="T9" fmla="*/ 73 h 73"/>
                <ns1:gd name="T10" fmla="*/ 34 w 72"/>
                <ns1:gd name="T11" fmla="*/ 38 h 73"/>
                <ns1:gd name="T12" fmla="*/ 25 w 72"/>
                <ns1:gd name="T13" fmla="*/ 28 h 73"/>
                <ns1:gd name="T14" fmla="*/ 34 w 72"/>
                <ns1:gd name="T15" fmla="*/ 19 h 73"/>
                <ns1:gd name="T16" fmla="*/ 34 w 72"/>
                <ns1:gd name="T17" fmla="*/ 14 h 73"/>
                <ns1:gd name="T18" fmla="*/ 39 w 72"/>
                <ns1:gd name="T19" fmla="*/ 14 h 73"/>
                <ns1:gd name="T20" fmla="*/ 39 w 72"/>
                <ns1:gd name="T21" fmla="*/ 19 h 73"/>
                <ns1:gd name="T22" fmla="*/ 47 w 72"/>
                <ns1:gd name="T23" fmla="*/ 20 h 73"/>
                <ns1:gd name="T24" fmla="*/ 45 w 72"/>
                <ns1:gd name="T25" fmla="*/ 26 h 73"/>
                <ns1:gd name="T26" fmla="*/ 37 w 72"/>
                <ns1:gd name="T27" fmla="*/ 24 h 73"/>
                <ns1:gd name="T28" fmla="*/ 33 w 72"/>
                <ns1:gd name="T29" fmla="*/ 27 h 73"/>
                <ns1:gd name="T30" fmla="*/ 39 w 72"/>
                <ns1:gd name="T31" fmla="*/ 32 h 73"/>
                <ns1:gd name="T32" fmla="*/ 48 w 72"/>
                <ns1:gd name="T33" fmla="*/ 42 h 73"/>
                <ns1:gd name="T34" fmla="*/ 39 w 72"/>
                <ns1:gd name="T35" fmla="*/ 52 h 73"/>
                <ns1:gd name="T36" fmla="*/ 39 w 72"/>
                <ns1:gd name="T37" fmla="*/ 57 h 73"/>
                <ns1:gd name="T38" fmla="*/ 33 w 72"/>
                <ns1:gd name="T39" fmla="*/ 57 h 73"/>
                <ns1:gd name="T40" fmla="*/ 33 w 72"/>
                <ns1:gd name="T41" fmla="*/ 52 h 73"/>
                <ns1:gd name="T42" fmla="*/ 24 w 72"/>
                <ns1:gd name="T43" fmla="*/ 50 h 73"/>
                <ns1:gd name="T44" fmla="*/ 26 w 72"/>
                <ns1:gd name="T45" fmla="*/ 44 h 73"/>
                <ns1:gd name="T46" fmla="*/ 35 w 72"/>
                <ns1:gd name="T47" fmla="*/ 46 h 73"/>
                <ns1:gd name="T48" fmla="*/ 40 w 72"/>
                <ns1:gd name="T49" fmla="*/ 43 h 73"/>
                <ns1:gd name="T50" fmla="*/ 34 w 72"/>
                <ns1:gd name="T51" fmla="*/ 38 h 73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  <ns1:cxn ang="0">
                  <ns1:pos x="T14" y="T15"/>
                </ns1:cxn>
                <ns1:cxn ang="0">
                  <ns1:pos x="T16" y="T17"/>
                </ns1:cxn>
                <ns1:cxn ang="0">
                  <ns1:pos x="T18" y="T19"/>
                </ns1:cxn>
                <ns1:cxn ang="0">
                  <ns1:pos x="T20" y="T21"/>
                </ns1:cxn>
                <ns1:cxn ang="0">
                  <ns1:pos x="T22" y="T23"/>
                </ns1:cxn>
                <ns1:cxn ang="0">
                  <ns1:pos x="T24" y="T25"/>
                </ns1:cxn>
                <ns1:cxn ang="0">
                  <ns1:pos x="T26" y="T27"/>
                </ns1:cxn>
                <ns1:cxn ang="0">
                  <ns1:pos x="T28" y="T29"/>
                </ns1:cxn>
                <ns1:cxn ang="0">
                  <ns1:pos x="T30" y="T31"/>
                </ns1:cxn>
                <ns1:cxn ang="0">
                  <ns1:pos x="T32" y="T33"/>
                </ns1:cxn>
                <ns1:cxn ang="0">
                  <ns1:pos x="T34" y="T35"/>
                </ns1:cxn>
                <ns1:cxn ang="0">
                  <ns1:pos x="T36" y="T37"/>
                </ns1:cxn>
                <ns1:cxn ang="0">
                  <ns1:pos x="T38" y="T39"/>
                </ns1:cxn>
                <ns1:cxn ang="0">
                  <ns1:pos x="T40" y="T41"/>
                </ns1:cxn>
                <ns1:cxn ang="0">
                  <ns1:pos x="T42" y="T43"/>
                </ns1:cxn>
                <ns1:cxn ang="0">
                  <ns1:pos x="T44" y="T45"/>
                </ns1:cxn>
                <ns1:cxn ang="0">
                  <ns1:pos x="T46" y="T47"/>
                </ns1:cxn>
                <ns1:cxn ang="0">
                  <ns1:pos x="T48" y="T49"/>
                </ns1:cxn>
                <ns1:cxn ang="0">
                  <ns1:pos x="T50" y="T51"/>
                </ns1:cxn>
              </ns1:cxnLst>
              <ns1:rect l="0" t="0" r="r" b="b"/>
              <ns1:pathLst>
                <ns1:path w="72" h="73">
                  <ns1:moveTo>
                    <ns1:pt x="36" y="73"/>
                  </ns1:moveTo>
                  <ns1:cubicBezTo>
                    <ns1:pt x="56" y="73"/>
                    <ns1:pt x="72" y="57"/>
                    <ns1:pt x="72" y="37"/>
                  </ns1:cubicBezTo>
                  <ns1:cubicBezTo>
                    <ns1:pt x="72" y="17"/>
                    <ns1:pt x="56" y="0"/>
                    <ns1:pt x="36" y="0"/>
                  </ns1:cubicBezTo>
                  <ns1:cubicBezTo>
                    <ns1:pt x="16" y="0"/>
                    <ns1:pt x="0" y="17"/>
                    <ns1:pt x="0" y="37"/>
                  </ns1:cubicBezTo>
                  <ns1:cubicBezTo>
                    <ns1:pt x="0" y="57"/>
                    <ns1:pt x="16" y="73"/>
                    <ns1:pt x="36" y="73"/>
                  </ns1:cubicBezTo>
                  <ns1:close/>
                  <ns1:moveTo>
                    <ns1:pt x="34" y="38"/>
                  </ns1:moveTo>
                  <ns1:cubicBezTo>
                    <ns1:pt x="28" y="36"/>
                    <ns1:pt x="25" y="34"/>
                    <ns1:pt x="25" y="28"/>
                  </ns1:cubicBezTo>
                  <ns1:cubicBezTo>
                    <ns1:pt x="25" y="24"/>
                    <ns1:pt x="28" y="20"/>
                    <ns1:pt x="34" y="19"/>
                  </ns1:cubicBezTo>
                  <ns1:cubicBezTo>
                    <ns1:pt x="34" y="14"/>
                    <ns1:pt x="34" y="14"/>
                    <ns1:pt x="34" y="14"/>
                  </ns1:cubicBezTo>
                  <ns1:cubicBezTo>
                    <ns1:pt x="39" y="14"/>
                    <ns1:pt x="39" y="14"/>
                    <ns1:pt x="39" y="14"/>
                  </ns1:cubicBezTo>
                  <ns1:cubicBezTo>
                    <ns1:pt x="39" y="19"/>
                    <ns1:pt x="39" y="19"/>
                    <ns1:pt x="39" y="19"/>
                  </ns1:cubicBezTo>
                  <ns1:cubicBezTo>
                    <ns1:pt x="42" y="19"/>
                    <ns1:pt x="45" y="19"/>
                    <ns1:pt x="47" y="20"/>
                  </ns1:cubicBezTo>
                  <ns1:cubicBezTo>
                    <ns1:pt x="45" y="26"/>
                    <ns1:pt x="45" y="26"/>
                    <ns1:pt x="45" y="26"/>
                  </ns1:cubicBezTo>
                  <ns1:cubicBezTo>
                    <ns1:pt x="44" y="26"/>
                    <ns1:pt x="41" y="24"/>
                    <ns1:pt x="37" y="24"/>
                  </ns1:cubicBezTo>
                  <ns1:cubicBezTo>
                    <ns1:pt x="34" y="24"/>
                    <ns1:pt x="33" y="26"/>
                    <ns1:pt x="33" y="27"/>
                  </ns1:cubicBezTo>
                  <ns1:cubicBezTo>
                    <ns1:pt x="33" y="29"/>
                    <ns1:pt x="35" y="30"/>
                    <ns1:pt x="39" y="32"/>
                  </ns1:cubicBezTo>
                  <ns1:cubicBezTo>
                    <ns1:pt x="46" y="34"/>
                    <ns1:pt x="48" y="37"/>
                    <ns1:pt x="48" y="42"/>
                  </ns1:cubicBezTo>
                  <ns1:cubicBezTo>
                    <ns1:pt x="48" y="47"/>
                    <ns1:pt x="45" y="51"/>
                    <ns1:pt x="39" y="52"/>
                  </ns1:cubicBezTo>
                  <ns1:cubicBezTo>
                    <ns1:pt x="39" y="57"/>
                    <ns1:pt x="39" y="57"/>
                    <ns1:pt x="39" y="57"/>
                  </ns1:cubicBezTo>
                  <ns1:cubicBezTo>
                    <ns1:pt x="33" y="57"/>
                    <ns1:pt x="33" y="57"/>
                    <ns1:pt x="33" y="57"/>
                  </ns1:cubicBezTo>
                  <ns1:cubicBezTo>
                    <ns1:pt x="33" y="52"/>
                    <ns1:pt x="33" y="52"/>
                    <ns1:pt x="33" y="52"/>
                  </ns1:cubicBezTo>
                  <ns1:cubicBezTo>
                    <ns1:pt x="30" y="52"/>
                    <ns1:pt x="26" y="51"/>
                    <ns1:pt x="24" y="50"/>
                  </ns1:cubicBezTo>
                  <ns1:cubicBezTo>
                    <ns1:pt x="26" y="44"/>
                    <ns1:pt x="26" y="44"/>
                    <ns1:pt x="26" y="44"/>
                  </ns1:cubicBezTo>
                  <ns1:cubicBezTo>
                    <ns1:pt x="28" y="45"/>
                    <ns1:pt x="31" y="46"/>
                    <ns1:pt x="35" y="46"/>
                  </ns1:cubicBezTo>
                  <ns1:cubicBezTo>
                    <ns1:pt x="38" y="46"/>
                    <ns1:pt x="40" y="45"/>
                    <ns1:pt x="40" y="43"/>
                  </ns1:cubicBezTo>
                  <ns1:cubicBezTo>
                    <ns1:pt x="40" y="41"/>
                    <ns1:pt x="38" y="39"/>
                    <ns1:pt x="34" y="38"/>
                  </ns1:cubicBezTo>
                  <ns1:close/>
                </ns1:path>
              </ns1:pathLst>
            </ns1:custGeom>
            <ns1:grpFill/>
            <ns1:ln>
              <ns1:noFill/>
            </ns1:ln>
            <ns1:extLst>
              <ns1:ext uri="{91240B29-F687-4F45-9708-019B960494DF}">
                <ns2:hiddenLine w="9525">
                  <ns1:solidFill>
                    <ns1:srgbClr val="000000"/>
                  </ns1:solidFill>
                  <ns1:round/>
                  <ns1:headEnd/>
                  <ns1:tailEnd/>
                </ns2:hiddenLine>
              </ns1:ext>
            </ns1:extLst>
          </ns0:spPr>
          <ns0:txBody>
            <ns1:bodyPr vert="horz" wrap="square" lIns="91440" tIns="45720" rIns="91440" bIns="45720" numCol="1" anchor="t" anchorCtr="0" compatLnSpc="1">
              <ns1:prstTxWarp prst="textNoShape">
                <ns1:avLst/>
              </ns1:prstTxWarp>
            </ns1:bodyPr>
            <ns1:lstStyle/>
            <ns1:p>
              <ns1:endParaRPr lang="id-ID" sz="2700"/>
            </ns1:p>
          </ns0:txBody>
        </ns0:sp>
      </ns0:grpSp>
      <ns0:sp>
        <ns0:nvSpPr>
          <ns0:cNvPr id="278" name="Freeform 49"/>
          <ns0:cNvSpPr>
            <ns1:spLocks noEditPoints="1"/>
          </ns0:cNvSpPr>
          <ns0:nvPr/>
        </ns0:nvSpPr>
        <ns0:spPr bwMode="auto">
          <ns1:xfrm>
            <ns1:off x="5341200" y="5380908"/>
            <ns1:ext cx="412375" cy="339377"/>
          </ns1:xfrm>
          <ns1:custGeom>
            <ns1:avLst/>
            <ns1:gdLst>
              <ns1:gd name="T0" fmla="*/ 123 w 136"/>
              <ns1:gd name="T1" fmla="*/ 22 h 112"/>
              <ns1:gd name="T2" fmla="*/ 92 w 136"/>
              <ns1:gd name="T3" fmla="*/ 22 h 112"/>
              <ns1:gd name="T4" fmla="*/ 92 w 136"/>
              <ns1:gd name="T5" fmla="*/ 14 h 112"/>
              <ns1:gd name="T6" fmla="*/ 79 w 136"/>
              <ns1:gd name="T7" fmla="*/ 0 h 112"/>
              <ns1:gd name="T8" fmla="*/ 57 w 136"/>
              <ns1:gd name="T9" fmla="*/ 0 h 112"/>
              <ns1:gd name="T10" fmla="*/ 44 w 136"/>
              <ns1:gd name="T11" fmla="*/ 14 h 112"/>
              <ns1:gd name="T12" fmla="*/ 44 w 136"/>
              <ns1:gd name="T13" fmla="*/ 22 h 112"/>
              <ns1:gd name="T14" fmla="*/ 12 w 136"/>
              <ns1:gd name="T15" fmla="*/ 22 h 112"/>
              <ns1:gd name="T16" fmla="*/ 0 w 136"/>
              <ns1:gd name="T17" fmla="*/ 34 h 112"/>
              <ns1:gd name="T18" fmla="*/ 0 w 136"/>
              <ns1:gd name="T19" fmla="*/ 99 h 112"/>
              <ns1:gd name="T20" fmla="*/ 12 w 136"/>
              <ns1:gd name="T21" fmla="*/ 112 h 112"/>
              <ns1:gd name="T22" fmla="*/ 123 w 136"/>
              <ns1:gd name="T23" fmla="*/ 112 h 112"/>
              <ns1:gd name="T24" fmla="*/ 136 w 136"/>
              <ns1:gd name="T25" fmla="*/ 99 h 112"/>
              <ns1:gd name="T26" fmla="*/ 136 w 136"/>
              <ns1:gd name="T27" fmla="*/ 34 h 112"/>
              <ns1:gd name="T28" fmla="*/ 123 w 136"/>
              <ns1:gd name="T29" fmla="*/ 22 h 112"/>
              <ns1:gd name="T30" fmla="*/ 22 w 136"/>
              <ns1:gd name="T31" fmla="*/ 104 h 112"/>
              <ns1:gd name="T32" fmla="*/ 22 w 136"/>
              <ns1:gd name="T33" fmla="*/ 29 h 112"/>
              <ns1:gd name="T34" fmla="*/ 39 w 136"/>
              <ns1:gd name="T35" fmla="*/ 29 h 112"/>
              <ns1:gd name="T36" fmla="*/ 39 w 136"/>
              <ns1:gd name="T37" fmla="*/ 104 h 112"/>
              <ns1:gd name="T38" fmla="*/ 22 w 136"/>
              <ns1:gd name="T39" fmla="*/ 104 h 112"/>
              <ns1:gd name="T40" fmla="*/ 83 w 136"/>
              <ns1:gd name="T41" fmla="*/ 22 h 112"/>
              <ns1:gd name="T42" fmla="*/ 52 w 136"/>
              <ns1:gd name="T43" fmla="*/ 22 h 112"/>
              <ns1:gd name="T44" fmla="*/ 52 w 136"/>
              <ns1:gd name="T45" fmla="*/ 14 h 112"/>
              <ns1:gd name="T46" fmla="*/ 57 w 136"/>
              <ns1:gd name="T47" fmla="*/ 9 h 112"/>
              <ns1:gd name="T48" fmla="*/ 79 w 136"/>
              <ns1:gd name="T49" fmla="*/ 9 h 112"/>
              <ns1:gd name="T50" fmla="*/ 83 w 136"/>
              <ns1:gd name="T51" fmla="*/ 14 h 112"/>
              <ns1:gd name="T52" fmla="*/ 83 w 136"/>
              <ns1:gd name="T53" fmla="*/ 22 h 112"/>
              <ns1:gd name="T54" fmla="*/ 96 w 136"/>
              <ns1:gd name="T55" fmla="*/ 104 h 112"/>
              <ns1:gd name="T56" fmla="*/ 96 w 136"/>
              <ns1:gd name="T57" fmla="*/ 29 h 112"/>
              <ns1:gd name="T58" fmla="*/ 114 w 136"/>
              <ns1:gd name="T59" fmla="*/ 29 h 112"/>
              <ns1:gd name="T60" fmla="*/ 114 w 136"/>
              <ns1:gd name="T61" fmla="*/ 104 h 112"/>
              <ns1:gd name="T62" fmla="*/ 96 w 136"/>
              <ns1:gd name="T63" fmla="*/ 104 h 112"/>
            </ns1:gdLst>
            <ns1:ahLst/>
            <ns1:cxnLst>
              <ns1:cxn ang="0">
                <ns1:pos x="T0" y="T1"/>
              </ns1:cxn>
              <ns1:cxn ang="0">
                <ns1:pos x="T2" y="T3"/>
              </ns1:cxn>
              <ns1:cxn ang="0">
                <ns1:pos x="T4" y="T5"/>
              </ns1:cxn>
              <ns1:cxn ang="0">
                <ns1:pos x="T6" y="T7"/>
              </ns1:cxn>
              <ns1:cxn ang="0">
                <ns1:pos x="T8" y="T9"/>
              </ns1:cxn>
              <ns1:cxn ang="0">
                <ns1:pos x="T10" y="T11"/>
              </ns1:cxn>
              <ns1:cxn ang="0">
                <ns1:pos x="T12" y="T13"/>
              </ns1:cxn>
              <ns1:cxn ang="0">
                <ns1:pos x="T14" y="T15"/>
              </ns1:cxn>
              <ns1:cxn ang="0">
                <ns1:pos x="T16" y="T17"/>
              </ns1:cxn>
              <ns1:cxn ang="0">
                <ns1:pos x="T18" y="T19"/>
              </ns1:cxn>
              <ns1:cxn ang="0">
                <ns1:pos x="T20" y="T21"/>
              </ns1:cxn>
              <ns1:cxn ang="0">
                <ns1:pos x="T22" y="T23"/>
              </ns1:cxn>
              <ns1:cxn ang="0">
                <ns1:pos x="T24" y="T25"/>
              </ns1:cxn>
              <ns1:cxn ang="0">
                <ns1:pos x="T26" y="T27"/>
              </ns1:cxn>
              <ns1:cxn ang="0">
                <ns1:pos x="T28" y="T29"/>
              </ns1:cxn>
              <ns1:cxn ang="0">
                <ns1:pos x="T30" y="T31"/>
              </ns1:cxn>
              <ns1:cxn ang="0">
                <ns1:pos x="T32" y="T33"/>
              </ns1:cxn>
              <ns1:cxn ang="0">
                <ns1:pos x="T34" y="T35"/>
              </ns1:cxn>
              <ns1:cxn ang="0">
                <ns1:pos x="T36" y="T37"/>
              </ns1:cxn>
              <ns1:cxn ang="0">
                <ns1:pos x="T38" y="T39"/>
              </ns1:cxn>
              <ns1:cxn ang="0">
                <ns1:pos x="T40" y="T41"/>
              </ns1:cxn>
              <ns1:cxn ang="0">
                <ns1:pos x="T42" y="T43"/>
              </ns1:cxn>
              <ns1:cxn ang="0">
                <ns1:pos x="T44" y="T45"/>
              </ns1:cxn>
              <ns1:cxn ang="0">
                <ns1:pos x="T46" y="T47"/>
              </ns1:cxn>
              <ns1:cxn ang="0">
                <ns1:pos x="T48" y="T49"/>
              </ns1:cxn>
              <ns1:cxn ang="0">
                <ns1:pos x="T50" y="T51"/>
              </ns1:cxn>
              <ns1:cxn ang="0">
                <ns1:pos x="T52" y="T53"/>
              </ns1:cxn>
              <ns1:cxn ang="0">
                <ns1:pos x="T54" y="T55"/>
              </ns1:cxn>
              <ns1:cxn ang="0">
                <ns1:pos x="T56" y="T57"/>
              </ns1:cxn>
              <ns1:cxn ang="0">
                <ns1:pos x="T58" y="T59"/>
              </ns1:cxn>
              <ns1:cxn ang="0">
                <ns1:pos x="T60" y="T61"/>
              </ns1:cxn>
              <ns1:cxn ang="0">
                <ns1:pos x="T62" y="T63"/>
              </ns1:cxn>
            </ns1:cxnLst>
            <ns1:rect l="0" t="0" r="r" b="b"/>
            <ns1:pathLst>
              <ns1:path w="136" h="112">
                <ns1:moveTo>
                  <ns1:pt x="123" y="22"/>
                </ns1:moveTo>
                <ns1:cubicBezTo>
                  <ns1:pt x="92" y="22"/>
                  <ns1:pt x="92" y="22"/>
                  <ns1:pt x="92" y="22"/>
                </ns1:cubicBezTo>
                <ns1:cubicBezTo>
                  <ns1:pt x="92" y="14"/>
                  <ns1:pt x="92" y="14"/>
                  <ns1:pt x="92" y="14"/>
                </ns1:cubicBezTo>
                <ns1:cubicBezTo>
                  <ns1:pt x="92" y="6"/>
                  <ns1:pt x="86" y="0"/>
                  <ns1:pt x="79" y="0"/>
                </ns1:cubicBezTo>
                <ns1:cubicBezTo>
                  <ns1:pt x="57" y="0"/>
                  <ns1:pt x="57" y="0"/>
                  <ns1:pt x="57" y="0"/>
                </ns1:cubicBezTo>
                <ns1:cubicBezTo>
                  <ns1:pt x="50" y="0"/>
                  <ns1:pt x="44" y="6"/>
                  <ns1:pt x="44" y="14"/>
                </ns1:cubicBezTo>
                <ns1:cubicBezTo>
                  <ns1:pt x="44" y="22"/>
                  <ns1:pt x="44" y="22"/>
                  <ns1:pt x="44" y="22"/>
                </ns1:cubicBezTo>
                <ns1:cubicBezTo>
                  <ns1:pt x="12" y="22"/>
                  <ns1:pt x="12" y="22"/>
                  <ns1:pt x="12" y="22"/>
                </ns1:cubicBezTo>
                <ns1:cubicBezTo>
                  <ns1:pt x="5" y="22"/>
                  <ns1:pt x="0" y="27"/>
                  <ns1:pt x="0" y="34"/>
                </ns1:cubicBezTo>
                <ns1:cubicBezTo>
                  <ns1:pt x="0" y="99"/>
                  <ns1:pt x="0" y="99"/>
                  <ns1:pt x="0" y="99"/>
                </ns1:cubicBezTo>
                <ns1:cubicBezTo>
                  <ns1:pt x="0" y="106"/>
                  <ns1:pt x="5" y="112"/>
                  <ns1:pt x="12" y="112"/>
                </ns1:cubicBezTo>
                <ns1:cubicBezTo>
                  <ns1:pt x="123" y="112"/>
                  <ns1:pt x="123" y="112"/>
                  <ns1:pt x="123" y="112"/>
                </ns1:cubicBezTo>
                <ns1:cubicBezTo>
                  <ns1:pt x="130" y="112"/>
                  <ns1:pt x="136" y="106"/>
                  <ns1:pt x="136" y="99"/>
                </ns1:cubicBezTo>
                <ns1:cubicBezTo>
                  <ns1:pt x="136" y="34"/>
                  <ns1:pt x="136" y="34"/>
                  <ns1:pt x="136" y="34"/>
                </ns1:cubicBezTo>
                <ns1:cubicBezTo>
                  <ns1:pt x="136" y="27"/>
                  <ns1:pt x="130" y="22"/>
                  <ns1:pt x="123" y="22"/>
                </ns1:cubicBezTo>
                <ns1:close/>
                <ns1:moveTo>
                  <ns1:pt x="22" y="104"/>
                </ns1:moveTo>
                <ns1:cubicBezTo>
                  <ns1:pt x="22" y="29"/>
                  <ns1:pt x="22" y="29"/>
                  <ns1:pt x="22" y="29"/>
                </ns1:cubicBezTo>
                <ns1:cubicBezTo>
                  <ns1:pt x="39" y="29"/>
                  <ns1:pt x="39" y="29"/>
                  <ns1:pt x="39" y="29"/>
                </ns1:cubicBezTo>
                <ns1:cubicBezTo>
                  <ns1:pt x="39" y="104"/>
                  <ns1:pt x="39" y="104"/>
                  <ns1:pt x="39" y="104"/>
                </ns1:cubicBezTo>
                <ns1:lnTo>
                  <ns1:pt x="22" y="104"/>
                </ns1:lnTo>
                <ns1:close/>
                <ns1:moveTo>
                  <ns1:pt x="83" y="22"/>
                </ns1:moveTo>
                <ns1:cubicBezTo>
                  <ns1:pt x="52" y="22"/>
                  <ns1:pt x="52" y="22"/>
                  <ns1:pt x="52" y="22"/>
                </ns1:cubicBezTo>
                <ns1:cubicBezTo>
                  <ns1:pt x="52" y="14"/>
                  <ns1:pt x="52" y="14"/>
                  <ns1:pt x="52" y="14"/>
                </ns1:cubicBezTo>
                <ns1:cubicBezTo>
                  <ns1:pt x="52" y="11"/>
                  <ns1:pt x="54" y="9"/>
                  <ns1:pt x="57" y="9"/>
                </ns1:cubicBezTo>
                <ns1:cubicBezTo>
                  <ns1:pt x="79" y="9"/>
                  <ns1:pt x="79" y="9"/>
                  <ns1:pt x="79" y="9"/>
                </ns1:cubicBezTo>
                <ns1:cubicBezTo>
                  <ns1:pt x="81" y="9"/>
                  <ns1:pt x="83" y="11"/>
                  <ns1:pt x="83" y="14"/>
                </ns1:cubicBezTo>
                <ns1:lnTo>
                  <ns1:pt x="83" y="22"/>
                </ns1:lnTo>
                <ns1:close/>
                <ns1:moveTo>
                  <ns1:pt x="96" y="104"/>
                </ns1:moveTo>
                <ns1:cubicBezTo>
                  <ns1:pt x="96" y="29"/>
                  <ns1:pt x="96" y="29"/>
                  <ns1:pt x="96" y="29"/>
                </ns1:cubicBezTo>
                <ns1:cubicBezTo>
                  <ns1:pt x="114" y="29"/>
                  <ns1:pt x="114" y="29"/>
                  <ns1:pt x="114" y="29"/>
                </ns1:cubicBezTo>
                <ns1:cubicBezTo>
                  <ns1:pt x="114" y="104"/>
                  <ns1:pt x="114" y="104"/>
                  <ns1:pt x="114" y="104"/>
                </ns1:cubicBezTo>
                <ns1:lnTo>
                  <ns1:pt x="96" y="104"/>
                </ns1:lnTo>
                <ns1:close/>
              </ns1:path>
            </ns1:pathLst>
          </ns1:custGeom>
          <ns1:solidFill>
            <ns1:schemeClr val="tx1"/>
          </ns1:solidFill>
          <ns1:ln>
            <ns1:noFill/>
          </ns1:ln>
          <ns1:extLst/>
        </ns0:spPr>
        <ns0:txBody>
          <ns1:bodyPr vert="horz" wrap="square" lIns="91440" tIns="45720" rIns="91440" bIns="45720" numCol="1" anchor="t" anchorCtr="0" compatLnSpc="1">
            <ns1:prstTxWarp prst="textNoShape">
              <ns1:avLst/>
            </ns1:prstTxWarp>
          </ns1:bodyPr>
          <ns1:lstStyle/>
          <ns1:p>
            <ns1:endParaRPr lang="id-ID" sz="2700"/>
          </ns1:p>
        </ns0:txBody>
      </ns0:sp>
      <ns0:grpSp>
        <ns0:nvGrpSpPr>
          <ns0:cNvPr id="279" name="Group 278"/>
          <ns0:cNvGrpSpPr/>
          <ns0:nvPr/>
        </ns0:nvGrpSpPr>
        <ns0:grpSpPr>
          <ns1:xfrm>
            <ns1:off x="7361138" y="5384439"/>
            <ns1:ext cx="440173" cy="332315"/>
            <ns1:chOff x="9344026" y="4991101"/>
            <ns1:chExt cx="239713" cy="180975"/>
          </ns1:xfrm>
          <ns1:solidFill>
            <ns1:schemeClr val="tx1"/>
          </ns1:solidFill>
        </ns0:grpSpPr>
        <ns0:sp>
          <ns0:nvSpPr>
            <ns0:cNvPr id="280" name="Freeform 271"/>
            <ns0:cNvSpPr>
              <ns1:spLocks/>
            </ns0:cNvSpPr>
            <ns0:nvPr/>
          </ns0:nvSpPr>
          <ns0:spPr bwMode="auto">
            <ns1:xfrm>
              <ns1:off x="9344026" y="5141913"/>
              <ns1:ext cx="239713" cy="30163"/>
            </ns1:xfrm>
            <ns1:custGeom>
              <ns1:avLst/>
              <ns1:gdLst>
                <ns1:gd name="T0" fmla="*/ 60 w 64"/>
                <ns1:gd name="T1" fmla="*/ 0 h 8"/>
                <ns1:gd name="T2" fmla="*/ 4 w 64"/>
                <ns1:gd name="T3" fmla="*/ 0 h 8"/>
                <ns1:gd name="T4" fmla="*/ 0 w 64"/>
                <ns1:gd name="T5" fmla="*/ 4 h 8"/>
                <ns1:gd name="T6" fmla="*/ 4 w 64"/>
                <ns1:gd name="T7" fmla="*/ 8 h 8"/>
                <ns1:gd name="T8" fmla="*/ 60 w 64"/>
                <ns1:gd name="T9" fmla="*/ 8 h 8"/>
                <ns1:gd name="T10" fmla="*/ 64 w 64"/>
                <ns1:gd name="T11" fmla="*/ 4 h 8"/>
                <ns1:gd name="T12" fmla="*/ 60 w 64"/>
                <ns1:gd name="T13" fmla="*/ 0 h 8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</ns1:cxnLst>
              <ns1:rect l="0" t="0" r="r" b="b"/>
              <ns1:pathLst>
                <ns1:path w="64" h="8">
                  <ns1:moveTo>
                    <ns1:pt x="60" y="0"/>
                  </ns1:moveTo>
                  <ns1:cubicBezTo>
                    <ns1:pt x="4" y="0"/>
                    <ns1:pt x="4" y="0"/>
                    <ns1:pt x="4" y="0"/>
                  </ns1:cubicBezTo>
                  <ns1:cubicBezTo>
                    <ns1:pt x="2" y="0"/>
                    <ns1:pt x="0" y="2"/>
                    <ns1:pt x="0" y="4"/>
                  </ns1:cubicBezTo>
                  <ns1:cubicBezTo>
                    <ns1:pt x="0" y="6"/>
                    <ns1:pt x="2" y="8"/>
                    <ns1:pt x="4" y="8"/>
                  </ns1:cubicBezTo>
                  <ns1:cubicBezTo>
                    <ns1:pt x="60" y="8"/>
                    <ns1:pt x="60" y="8"/>
                    <ns1:pt x="60" y="8"/>
                  </ns1:cubicBezTo>
                  <ns1:cubicBezTo>
                    <ns1:pt x="62" y="8"/>
                    <ns1:pt x="64" y="6"/>
                    <ns1:pt x="64" y="4"/>
                  </ns1:cubicBezTo>
                  <ns1:cubicBezTo>
                    <ns1:pt x="64" y="2"/>
                    <ns1:pt x="62" y="0"/>
                    <ns1:pt x="60" y="0"/>
                  </ns1:cubicBezTo>
                  <ns1:close/>
                </ns1:path>
              </ns1:pathLst>
            </ns1:custGeom>
            <ns1:grpFill/>
            <ns1:ln>
              <ns1:noFill/>
            </ns1:ln>
            <ns1:extLst>
              <ns1:ext uri="{91240B29-F687-4F45-9708-019B960494DF}">
                <ns2:hiddenLine w="9525">
                  <ns1:solidFill>
                    <ns1:srgbClr val="000000"/>
                  </ns1:solidFill>
                  <ns1:round/>
                  <ns1:headEnd/>
                  <ns1:tailEnd/>
                </ns2:hiddenLine>
              </ns1:ext>
            </ns1:extLst>
          </ns0:spPr>
          <ns0:txBody>
            <ns1:bodyPr vert="horz" wrap="square" lIns="91440" tIns="45720" rIns="91440" bIns="45720" numCol="1" anchor="t" anchorCtr="0" compatLnSpc="1">
              <ns1:prstTxWarp prst="textNoShape">
                <ns1:avLst/>
              </ns1:prstTxWarp>
            </ns1:bodyPr>
            <ns1:lstStyle/>
            <ns1:p>
              <ns1:endParaRPr lang="id-ID" sz="2700"/>
            </ns1:p>
          </ns0:txBody>
        </ns0:sp>
        <ns0:sp>
          <ns0:nvSpPr>
            <ns0:cNvPr id="281" name="Freeform 272"/>
            <ns0:cNvSpPr>
              <ns1:spLocks noEditPoints="1"/>
            </ns0:cNvSpPr>
            <ns0:nvPr/>
          </ns0:nvSpPr>
          <ns0:spPr bwMode="auto">
            <ns1:xfrm>
              <ns1:off x="9388476" y="4991101"/>
              <ns1:ext cx="195263" cy="134938"/>
            </ns1:xfrm>
            <ns1:custGeom>
              <ns1:avLst/>
              <ns1:gdLst>
                <ns1:gd name="T0" fmla="*/ 8 w 52"/>
                <ns1:gd name="T1" fmla="*/ 36 h 36"/>
                <ns1:gd name="T2" fmla="*/ 32 w 52"/>
                <ns1:gd name="T3" fmla="*/ 36 h 36"/>
                <ns1:gd name="T4" fmla="*/ 40 w 52"/>
                <ns1:gd name="T5" fmla="*/ 28 h 36"/>
                <ns1:gd name="T6" fmla="*/ 52 w 52"/>
                <ns1:gd name="T7" fmla="*/ 16 h 36"/>
                <ns1:gd name="T8" fmla="*/ 40 w 52"/>
                <ns1:gd name="T9" fmla="*/ 4 h 36"/>
                <ns1:gd name="T10" fmla="*/ 40 w 52"/>
                <ns1:gd name="T11" fmla="*/ 0 h 36"/>
                <ns1:gd name="T12" fmla="*/ 0 w 52"/>
                <ns1:gd name="T13" fmla="*/ 0 h 36"/>
                <ns1:gd name="T14" fmla="*/ 0 w 52"/>
                <ns1:gd name="T15" fmla="*/ 28 h 36"/>
                <ns1:gd name="T16" fmla="*/ 8 w 52"/>
                <ns1:gd name="T17" fmla="*/ 36 h 36"/>
                <ns1:gd name="T18" fmla="*/ 48 w 52"/>
                <ns1:gd name="T19" fmla="*/ 16 h 36"/>
                <ns1:gd name="T20" fmla="*/ 40 w 52"/>
                <ns1:gd name="T21" fmla="*/ 24 h 36"/>
                <ns1:gd name="T22" fmla="*/ 40 w 52"/>
                <ns1:gd name="T23" fmla="*/ 8 h 36"/>
                <ns1:gd name="T24" fmla="*/ 48 w 52"/>
                <ns1:gd name="T25" fmla="*/ 16 h 36"/>
                <ns1:gd name="T26" fmla="*/ 4 w 52"/>
                <ns1:gd name="T27" fmla="*/ 4 h 36"/>
                <ns1:gd name="T28" fmla="*/ 8 w 52"/>
                <ns1:gd name="T29" fmla="*/ 4 h 36"/>
                <ns1:gd name="T30" fmla="*/ 8 w 52"/>
                <ns1:gd name="T31" fmla="*/ 32 h 36"/>
                <ns1:gd name="T32" fmla="*/ 4 w 52"/>
                <ns1:gd name="T33" fmla="*/ 28 h 36"/>
                <ns1:gd name="T34" fmla="*/ 4 w 52"/>
                <ns1:gd name="T35" fmla="*/ 4 h 36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  <ns1:cxn ang="0">
                  <ns1:pos x="T14" y="T15"/>
                </ns1:cxn>
                <ns1:cxn ang="0">
                  <ns1:pos x="T16" y="T17"/>
                </ns1:cxn>
                <ns1:cxn ang="0">
                  <ns1:pos x="T18" y="T19"/>
                </ns1:cxn>
                <ns1:cxn ang="0">
                  <ns1:pos x="T20" y="T21"/>
                </ns1:cxn>
                <ns1:cxn ang="0">
                  <ns1:pos x="T22" y="T23"/>
                </ns1:cxn>
                <ns1:cxn ang="0">
                  <ns1:pos x="T24" y="T25"/>
                </ns1:cxn>
                <ns1:cxn ang="0">
                  <ns1:pos x="T26" y="T27"/>
                </ns1:cxn>
                <ns1:cxn ang="0">
                  <ns1:pos x="T28" y="T29"/>
                </ns1:cxn>
                <ns1:cxn ang="0">
                  <ns1:pos x="T30" y="T31"/>
                </ns1:cxn>
                <ns1:cxn ang="0">
                  <ns1:pos x="T32" y="T33"/>
                </ns1:cxn>
                <ns1:cxn ang="0">
                  <ns1:pos x="T34" y="T35"/>
                </ns1:cxn>
              </ns1:cxnLst>
              <ns1:rect l="0" t="0" r="r" b="b"/>
              <ns1:pathLst>
                <ns1:path w="52" h="36">
                  <ns1:moveTo>
                    <ns1:pt x="8" y="36"/>
                  </ns1:moveTo>
                  <ns1:cubicBezTo>
                    <ns1:pt x="32" y="36"/>
                    <ns1:pt x="32" y="36"/>
                    <ns1:pt x="32" y="36"/>
                  </ns1:cubicBezTo>
                  <ns1:cubicBezTo>
                    <ns1:pt x="36" y="36"/>
                    <ns1:pt x="40" y="32"/>
                    <ns1:pt x="40" y="28"/>
                  </ns1:cubicBezTo>
                  <ns1:cubicBezTo>
                    <ns1:pt x="47" y="28"/>
                    <ns1:pt x="52" y="23"/>
                    <ns1:pt x="52" y="16"/>
                  </ns1:cubicBezTo>
                  <ns1:cubicBezTo>
                    <ns1:pt x="52" y="9"/>
                    <ns1:pt x="47" y="4"/>
                    <ns1:pt x="40" y="4"/>
                  </ns1:cubicBezTo>
                  <ns1:cubicBezTo>
                    <ns1:pt x="40" y="0"/>
                    <ns1:pt x="40" y="0"/>
                    <ns1:pt x="40" y="0"/>
                  </ns1:cubicBezTo>
                  <ns1:cubicBezTo>
                    <ns1:pt x="0" y="0"/>
                    <ns1:pt x="0" y="0"/>
                    <ns1:pt x="0" y="0"/>
                  </ns1:cubicBezTo>
                  <ns1:cubicBezTo>
                    <ns1:pt x="0" y="28"/>
                    <ns1:pt x="0" y="28"/>
                    <ns1:pt x="0" y="28"/>
                  </ns1:cubicBezTo>
                  <ns1:cubicBezTo>
                    <ns1:pt x="0" y="32"/>
                    <ns1:pt x="4" y="36"/>
                    <ns1:pt x="8" y="36"/>
                  </ns1:cubicBezTo>
                  <ns1:close/>
                  <ns1:moveTo>
                    <ns1:pt x="48" y="16"/>
                  </ns1:moveTo>
                  <ns1:cubicBezTo>
                    <ns1:pt x="48" y="20"/>
                    <ns1:pt x="44" y="24"/>
                    <ns1:pt x="40" y="24"/>
                  </ns1:cubicBezTo>
                  <ns1:cubicBezTo>
                    <ns1:pt x="40" y="8"/>
                    <ns1:pt x="40" y="8"/>
                    <ns1:pt x="40" y="8"/>
                  </ns1:cubicBezTo>
                  <ns1:cubicBezTo>
                    <ns1:pt x="44" y="8"/>
                    <ns1:pt x="48" y="12"/>
                    <ns1:pt x="48" y="16"/>
                  </ns1:cubicBezTo>
                  <ns1:close/>
                  <ns1:moveTo>
                    <ns1:pt x="4" y="4"/>
                  </ns1:moveTo>
                  <ns1:cubicBezTo>
                    <ns1:pt x="8" y="4"/>
                    <ns1:pt x="8" y="4"/>
                    <ns1:pt x="8" y="4"/>
                  </ns1:cubicBezTo>
                  <ns1:cubicBezTo>
                    <ns1:pt x="8" y="32"/>
                    <ns1:pt x="8" y="32"/>
                    <ns1:pt x="8" y="32"/>
                  </ns1:cubicBezTo>
                  <ns1:cubicBezTo>
                    <ns1:pt x="6" y="32"/>
                    <ns1:pt x="4" y="30"/>
                    <ns1:pt x="4" y="28"/>
                  </ns1:cubicBezTo>
                  <ns1:lnTo>
                    <ns1:pt x="4" y="4"/>
                  </ns1:lnTo>
                  <ns1:close/>
                </ns1:path>
              </ns1:pathLst>
            </ns1:custGeom>
            <ns1:grpFill/>
            <ns1:ln>
              <ns1:noFill/>
            </ns1:ln>
            <ns1:extLst>
              <ns1:ext uri="{91240B29-F687-4F45-9708-019B960494DF}">
                <ns2:hiddenLine w="9525">
                  <ns1:solidFill>
                    <ns1:srgbClr val="000000"/>
                  </ns1:solidFill>
                  <ns1:round/>
                  <ns1:headEnd/>
                  <ns1:tailEnd/>
                </ns2:hiddenLine>
              </ns1:ext>
            </ns1:extLst>
          </ns0:spPr>
          <ns0:txBody>
            <ns1:bodyPr vert="horz" wrap="square" lIns="91440" tIns="45720" rIns="91440" bIns="45720" numCol="1" anchor="t" anchorCtr="0" compatLnSpc="1">
              <ns1:prstTxWarp prst="textNoShape">
                <ns1:avLst/>
              </ns1:prstTxWarp>
            </ns1:bodyPr>
            <ns1:lstStyle/>
            <ns1:p>
              <ns1:endParaRPr lang="id-ID" sz="2700"/>
            </ns1:p>
          </ns0:txBody>
        </ns0:sp>
      </ns0:grpSp>
      <ns0:grpSp>
        <ns0:nvGrpSpPr>
          <ns0:cNvPr id="282" name="Group 281"/>
          <ns0:cNvGrpSpPr/>
          <ns0:nvPr/>
        </ns0:nvGrpSpPr>
        <ns0:grpSpPr>
          <ns1:xfrm>
            <ns1:off x="9227683" y="5286918"/>
            <ns1:ext cx="462818" cy="527354"/>
            <ns1:chOff x="8196263" y="4981575"/>
            <ns1:chExt cx="796925" cy="908050"/>
          </ns1:xfrm>
          <ns1:solidFill>
            <ns1:schemeClr val="tx1"/>
          </ns1:solidFill>
        </ns0:grpSpPr>
        <ns0:sp>
          <ns0:nvSpPr>
            <ns0:cNvPr id="283" name="Freeform 5"/>
            <ns0:cNvSpPr>
              <ns1:spLocks noEditPoints="1"/>
            </ns0:cNvSpPr>
            <ns0:nvPr/>
          </ns0:nvSpPr>
          <ns0:spPr bwMode="auto">
            <ns1:xfrm>
              <ns1:off x="8196263" y="4981575"/>
              <ns1:ext cx="796925" cy="908050"/>
            </ns1:xfrm>
            <ns1:custGeom>
              <ns1:avLst/>
              <ns1:gdLst>
                <ns1:gd name="T0" fmla="*/ 666 w 907"/>
                <ns1:gd name="T1" fmla="*/ 33 h 1034"/>
                <ns1:gd name="T2" fmla="*/ 236 w 907"/>
                <ns1:gd name="T3" fmla="*/ 68 h 1034"/>
                <ns1:gd name="T4" fmla="*/ 77 w 907"/>
                <ns1:gd name="T5" fmla="*/ 272 h 1034"/>
                <ns1:gd name="T6" fmla="*/ 78 w 907"/>
                <ns1:gd name="T7" fmla="*/ 399 h 1034"/>
                <ns1:gd name="T8" fmla="*/ 81 w 907"/>
                <ns1:gd name="T9" fmla="*/ 411 h 1034"/>
                <ns1:gd name="T10" fmla="*/ 44 w 907"/>
                <ns1:gd name="T11" fmla="*/ 468 h 1034"/>
                <ns1:gd name="T12" fmla="*/ 16 w 907"/>
                <ns1:gd name="T13" fmla="*/ 509 h 1034"/>
                <ns1:gd name="T14" fmla="*/ 16 w 907"/>
                <ns1:gd name="T15" fmla="*/ 510 h 1034"/>
                <ns1:gd name="T16" fmla="*/ 42 w 907"/>
                <ns1:gd name="T17" fmla="*/ 624 h 1034"/>
                <ns1:gd name="T18" fmla="*/ 57 w 907"/>
                <ns1:gd name="T19" fmla="*/ 677 h 1034"/>
                <ns1:gd name="T20" fmla="*/ 86 w 907"/>
                <ns1:gd name="T21" fmla="*/ 749 h 1034"/>
                <ns1:gd name="T22" fmla="*/ 85 w 907"/>
                <ns1:gd name="T23" fmla="*/ 800 h 1034"/>
                <ns1:gd name="T24" fmla="*/ 195 w 907"/>
                <ns1:gd name="T25" fmla="*/ 892 h 1034"/>
                <ns1:gd name="T26" fmla="*/ 281 w 907"/>
                <ns1:gd name="T27" fmla="*/ 958 h 1034"/>
                <ns1:gd name="T28" fmla="*/ 713 w 907"/>
                <ns1:gd name="T29" fmla="*/ 1034 h 1034"/>
                <ns1:gd name="T30" fmla="*/ 791 w 907"/>
                <ns1:gd name="T31" fmla="*/ 940 h 1034"/>
                <ns1:gd name="T32" fmla="*/ 766 w 907"/>
                <ns1:gd name="T33" fmla="*/ 735 h 1034"/>
                <ns1:gd name="T34" fmla="*/ 896 w 907"/>
                <ns1:gd name="T35" fmla="*/ 481 h 1034"/>
                <ns1:gd name="T36" fmla="*/ 814 w 907"/>
                <ns1:gd name="T37" fmla="*/ 136 h 1034"/>
                <ns1:gd name="T38" fmla="*/ 723 w 907"/>
                <ns1:gd name="T39" fmla="*/ 699 h 1034"/>
                <ns1:gd name="T40" fmla="*/ 736 w 907"/>
                <ns1:gd name="T41" fmla="*/ 949 h 1034"/>
                <ns1:gd name="T42" fmla="*/ 713 w 907"/>
                <ns1:gd name="T43" fmla="*/ 978 h 1034"/>
                <ns1:gd name="T44" fmla="*/ 337 w 907"/>
                <ns1:gd name="T45" fmla="*/ 955 h 1034"/>
                <ns1:gd name="T46" fmla="*/ 300 w 907"/>
                <ns1:gd name="T47" fmla="*/ 814 h 1034"/>
                <ns1:gd name="T48" fmla="*/ 195 w 907"/>
                <ns1:gd name="T49" fmla="*/ 837 h 1034"/>
                <ns1:gd name="T50" fmla="*/ 116 w 907"/>
                <ns1:gd name="T51" fmla="*/ 697 h 1034"/>
                <ns1:gd name="T52" fmla="*/ 126 w 907"/>
                <ns1:gd name="T53" fmla="*/ 655 h 1034"/>
                <ns1:gd name="T54" fmla="*/ 99 w 907"/>
                <ns1:gd name="T55" fmla="*/ 640 h 1034"/>
                <ns1:gd name="T56" fmla="*/ 108 w 907"/>
                <ns1:gd name="T57" fmla="*/ 598 h 1034"/>
                <ns1:gd name="T58" fmla="*/ 75 w 907"/>
                <ns1:gd name="T59" fmla="*/ 579 h 1034"/>
                <ns1:gd name="T60" fmla="*/ 63 w 907"/>
                <ns1:gd name="T61" fmla="*/ 539 h 1034"/>
                <ns1:gd name="T62" fmla="*/ 128 w 907"/>
                <ns1:gd name="T63" fmla="*/ 440 h 1034"/>
                <ns1:gd name="T64" fmla="*/ 132 w 907"/>
                <ns1:gd name="T65" fmla="*/ 387 h 1034"/>
                <ns1:gd name="T66" fmla="*/ 131 w 907"/>
                <ns1:gd name="T67" fmla="*/ 286 h 1034"/>
                <ns1:gd name="T68" fmla="*/ 841 w 907"/>
                <ns1:gd name="T69" fmla="*/ 473 h 1034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  <ns1:cxn ang="0">
                  <ns1:pos x="T14" y="T15"/>
                </ns1:cxn>
                <ns1:cxn ang="0">
                  <ns1:pos x="T16" y="T17"/>
                </ns1:cxn>
                <ns1:cxn ang="0">
                  <ns1:pos x="T18" y="T19"/>
                </ns1:cxn>
                <ns1:cxn ang="0">
                  <ns1:pos x="T20" y="T21"/>
                </ns1:cxn>
                <ns1:cxn ang="0">
                  <ns1:pos x="T22" y="T23"/>
                </ns1:cxn>
                <ns1:cxn ang="0">
                  <ns1:pos x="T24" y="T25"/>
                </ns1:cxn>
                <ns1:cxn ang="0">
                  <ns1:pos x="T26" y="T27"/>
                </ns1:cxn>
                <ns1:cxn ang="0">
                  <ns1:pos x="T28" y="T29"/>
                </ns1:cxn>
                <ns1:cxn ang="0">
                  <ns1:pos x="T30" y="T31"/>
                </ns1:cxn>
                <ns1:cxn ang="0">
                  <ns1:pos x="T32" y="T33"/>
                </ns1:cxn>
                <ns1:cxn ang="0">
                  <ns1:pos x="T34" y="T35"/>
                </ns1:cxn>
                <ns1:cxn ang="0">
                  <ns1:pos x="T36" y="T37"/>
                </ns1:cxn>
                <ns1:cxn ang="0">
                  <ns1:pos x="T38" y="T39"/>
                </ns1:cxn>
                <ns1:cxn ang="0">
                  <ns1:pos x="T40" y="T41"/>
                </ns1:cxn>
                <ns1:cxn ang="0">
                  <ns1:pos x="T42" y="T43"/>
                </ns1:cxn>
                <ns1:cxn ang="0">
                  <ns1:pos x="T44" y="T45"/>
                </ns1:cxn>
                <ns1:cxn ang="0">
                  <ns1:pos x="T46" y="T47"/>
                </ns1:cxn>
                <ns1:cxn ang="0">
                  <ns1:pos x="T48" y="T49"/>
                </ns1:cxn>
                <ns1:cxn ang="0">
                  <ns1:pos x="T50" y="T51"/>
                </ns1:cxn>
                <ns1:cxn ang="0">
                  <ns1:pos x="T52" y="T53"/>
                </ns1:cxn>
                <ns1:cxn ang="0">
                  <ns1:pos x="T54" y="T55"/>
                </ns1:cxn>
                <ns1:cxn ang="0">
                  <ns1:pos x="T56" y="T57"/>
                </ns1:cxn>
                <ns1:cxn ang="0">
                  <ns1:pos x="T58" y="T59"/>
                </ns1:cxn>
                <ns1:cxn ang="0">
                  <ns1:pos x="T60" y="T61"/>
                </ns1:cxn>
                <ns1:cxn ang="0">
                  <ns1:pos x="T62" y="T63"/>
                </ns1:cxn>
                <ns1:cxn ang="0">
                  <ns1:pos x="T64" y="T65"/>
                </ns1:cxn>
                <ns1:cxn ang="0">
                  <ns1:pos x="T66" y="T67"/>
                </ns1:cxn>
                <ns1:cxn ang="0">
                  <ns1:pos x="T68" y="T69"/>
                </ns1:cxn>
              </ns1:cxnLst>
              <ns1:rect l="0" t="0" r="r" b="b"/>
              <ns1:pathLst>
                <ns1:path w="907" h="1034">
                  <ns1:moveTo>
                    <ns1:pt x="814" y="136"/>
                  </ns1:moveTo>
                  <ns1:cubicBezTo>
                    <ns1:pt x="775" y="91"/>
                    <ns1:pt x="726" y="56"/>
                    <ns1:pt x="666" y="33"/>
                  </ns1:cubicBezTo>
                  <ns1:cubicBezTo>
                    <ns1:pt x="613" y="11"/>
                    <ns1:pt x="552" y="0"/>
                    <ns1:pt x="490" y="0"/>
                  </ns1:cubicBezTo>
                  <ns1:cubicBezTo>
                    <ns1:pt x="399" y="0"/>
                    <ns1:pt x="308" y="24"/>
                    <ns1:pt x="236" y="68"/>
                  </ns1:cubicBezTo>
                  <ns1:cubicBezTo>
                    <ns1:pt x="196" y="92"/>
                    <ns1:pt x="163" y="120"/>
                    <ns1:pt x="137" y="153"/>
                  </ns1:cubicBezTo>
                  <ns1:cubicBezTo>
                    <ns1:pt x="108" y="189"/>
                    <ns1:pt x="88" y="229"/>
                    <ns1:pt x="77" y="272"/>
                  </ns1:cubicBezTo>
                  <ns1:cubicBezTo>
                    <ns1:pt x="68" y="310"/>
                    <ns1:pt x="67" y="352"/>
                    <ns1:pt x="75" y="387"/>
                  </ns1:cubicBezTo>
                  <ns1:cubicBezTo>
                    <ns1:pt x="78" y="399"/>
                    <ns1:pt x="78" y="399"/>
                    <ns1:pt x="78" y="399"/>
                  </ns1:cubicBezTo>
                  <ns1:cubicBezTo>
                    <ns1:pt x="78" y="403"/>
                    <ns1:pt x="79" y="406"/>
                    <ns1:pt x="80" y="409"/>
                  </ns1:cubicBezTo>
                  <ns1:cubicBezTo>
                    <ns1:pt x="80" y="410"/>
                    <ns1:pt x="80" y="410"/>
                    <ns1:pt x="81" y="411"/>
                  </ns1:cubicBezTo>
                  <ns1:cubicBezTo>
                    <ns1:pt x="78" y="416"/>
                    <ns1:pt x="78" y="416"/>
                    <ns1:pt x="78" y="416"/>
                  </ns1:cubicBezTo>
                  <ns1:cubicBezTo>
                    <ns1:pt x="70" y="433"/>
                    <ns1:pt x="58" y="450"/>
                    <ns1:pt x="44" y="468"/>
                  </ns1:cubicBezTo>
                  <ns1:cubicBezTo>
                    <ns1:pt x="35" y="481"/>
                    <ns1:pt x="25" y="494"/>
                    <ns1:pt x="16" y="509"/>
                  </ns1:cubicBezTo>
                  <ns1:cubicBezTo>
                    <ns1:pt x="16" y="509"/>
                    <ns1:pt x="16" y="509"/>
                    <ns1:pt x="16" y="509"/>
                  </ns1:cubicBezTo>
                  <ns1:cubicBezTo>
                    <ns1:pt x="16" y="509"/>
                    <ns1:pt x="16" y="509"/>
                    <ns1:pt x="16" y="509"/>
                  </ns1:cubicBezTo>
                  <ns1:cubicBezTo>
                    <ns1:pt x="16" y="510"/>
                    <ns1:pt x="16" y="510"/>
                    <ns1:pt x="16" y="510"/>
                  </ns1:cubicBezTo>
                  <ns1:cubicBezTo>
                    <ns1:pt x="3" y="530"/>
                    <ns1:pt x="0" y="555"/>
                    <ns1:pt x="7" y="578"/>
                  </ns1:cubicBezTo>
                  <ns1:cubicBezTo>
                    <ns1:pt x="12" y="597"/>
                    <ns1:pt x="25" y="613"/>
                    <ns1:pt x="42" y="624"/>
                  </ns1:cubicBezTo>
                  <ns1:cubicBezTo>
                    <ns1:pt x="40" y="638"/>
                    <ns1:pt x="43" y="652"/>
                    <ns1:pt x="49" y="665"/>
                  </ns1:cubicBezTo>
                  <ns1:cubicBezTo>
                    <ns1:pt x="51" y="669"/>
                    <ns1:pt x="54" y="674"/>
                    <ns1:pt x="57" y="677"/>
                  </ns1:cubicBezTo>
                  <ns1:cubicBezTo>
                    <ns1:pt x="55" y="696"/>
                    <ns1:pt x="60" y="714"/>
                    <ns1:pt x="71" y="730"/>
                  </ns1:cubicBezTo>
                  <ns1:cubicBezTo>
                    <ns1:pt x="86" y="749"/>
                    <ns1:pt x="86" y="749"/>
                    <ns1:pt x="86" y="749"/>
                  </ns1:cubicBezTo>
                  <ns1:cubicBezTo>
                    <ns1:pt x="86" y="752"/>
                    <ns1:pt x="86" y="755"/>
                    <ns1:pt x="85" y="758"/>
                  </ns1:cubicBezTo>
                  <ns1:cubicBezTo>
                    <ns1:pt x="85" y="770"/>
                    <ns1:pt x="84" y="785"/>
                    <ns1:pt x="85" y="800"/>
                  </ns1:cubicBezTo>
                  <ns1:cubicBezTo>
                    <ns1:pt x="88" y="825"/>
                    <ns1:pt x="97" y="845"/>
                    <ns1:pt x="112" y="860"/>
                  </ns1:cubicBezTo>
                  <ns1:cubicBezTo>
                    <ns1:pt x="132" y="881"/>
                    <ns1:pt x="160" y="892"/>
                    <ns1:pt x="195" y="892"/>
                  </ns1:cubicBezTo>
                  <ns1:cubicBezTo>
                    <ns1:pt x="218" y="892"/>
                    <ns1:pt x="244" y="888"/>
                    <ns1:pt x="276" y="879"/>
                  </ns1:cubicBezTo>
                  <ns1:cubicBezTo>
                    <ns1:pt x="278" y="899"/>
                    <ns1:pt x="280" y="925"/>
                    <ns1:pt x="281" y="958"/>
                  </ns1:cubicBezTo>
                  <ns1:cubicBezTo>
                    <ns1:pt x="283" y="1000"/>
                    <ns1:pt x="318" y="1034"/>
                    <ns1:pt x="361" y="1034"/>
                  </ns1:cubicBezTo>
                  <ns1:cubicBezTo>
                    <ns1:pt x="713" y="1034"/>
                    <ns1:pt x="713" y="1034"/>
                    <ns1:pt x="713" y="1034"/>
                  </ns1:cubicBezTo>
                  <ns1:cubicBezTo>
                    <ns1:pt x="736" y="1034"/>
                    <ns1:pt x="759" y="1023"/>
                    <ns1:pt x="774" y="1005"/>
                  </ns1:cubicBezTo>
                  <ns1:cubicBezTo>
                    <ns1:pt x="789" y="987"/>
                    <ns1:pt x="795" y="963"/>
                    <ns1:pt x="791" y="940"/>
                  </ns1:cubicBezTo>
                  <ns1:cubicBezTo>
                    <ns1:pt x="759" y="759"/>
                    <ns1:pt x="759" y="759"/>
                    <ns1:pt x="759" y="759"/>
                  </ns1:cubicBezTo>
                  <ns1:cubicBezTo>
                    <ns1:pt x="758" y="751"/>
                    <ns1:pt x="760" y="742"/>
                    <ns1:pt x="766" y="735"/>
                  </ns1:cubicBezTo>
                  <ns1:cubicBezTo>
                    <ns1:pt x="792" y="704"/>
                    <ns1:pt x="821" y="668"/>
                    <ns1:pt x="845" y="625"/>
                  </ns1:cubicBezTo>
                  <ns1:cubicBezTo>
                    <ns1:pt x="872" y="578"/>
                    <ns1:pt x="888" y="531"/>
                    <ns1:pt x="896" y="481"/>
                  </ns1:cubicBezTo>
                  <ns1:cubicBezTo>
                    <ns1:pt x="907" y="410"/>
                    <ns1:pt x="905" y="344"/>
                    <ns1:pt x="890" y="285"/>
                  </ns1:cubicBezTo>
                  <ns1:cubicBezTo>
                    <ns1:pt x="876" y="228"/>
                    <ns1:pt x="850" y="178"/>
                    <ns1:pt x="814" y="136"/>
                  </ns1:cubicBezTo>
                  <ns1:close/>
                  <ns1:moveTo>
                    <ns1:pt x="841" y="473"/>
                  </ns1:moveTo>
                  <ns1:cubicBezTo>
                    <ns1:pt x="826" y="567"/>
                    <ns1:pt x="777" y="635"/>
                    <ns1:pt x="723" y="699"/>
                  </ns1:cubicBezTo>
                  <ns1:cubicBezTo>
                    <ns1:pt x="707" y="718"/>
                    <ns1:pt x="700" y="744"/>
                    <ns1:pt x="704" y="769"/>
                  </ns1:cubicBezTo>
                  <ns1:cubicBezTo>
                    <ns1:pt x="736" y="949"/>
                    <ns1:pt x="736" y="949"/>
                    <ns1:pt x="736" y="949"/>
                  </ns1:cubicBezTo>
                  <ns1:cubicBezTo>
                    <ns1:pt x="738" y="956"/>
                    <ns1:pt x="736" y="964"/>
                    <ns1:pt x="731" y="969"/>
                  </ns1:cubicBezTo>
                  <ns1:cubicBezTo>
                    <ns1:pt x="727" y="975"/>
                    <ns1:pt x="720" y="978"/>
                    <ns1:pt x="713" y="978"/>
                  </ns1:cubicBezTo>
                  <ns1:cubicBezTo>
                    <ns1:pt x="361" y="978"/>
                    <ns1:pt x="361" y="978"/>
                    <ns1:pt x="361" y="978"/>
                  </ns1:cubicBezTo>
                  <ns1:cubicBezTo>
                    <ns1:pt x="348" y="978"/>
                    <ns1:pt x="337" y="968"/>
                    <ns1:pt x="337" y="955"/>
                  </ns1:cubicBezTo>
                  <ns1:cubicBezTo>
                    <ns1:pt x="334" y="894"/>
                    <ns1:pt x="330" y="856"/>
                    <ns1:pt x="328" y="835"/>
                  </ns1:cubicBezTo>
                  <ns1:cubicBezTo>
                    <ns1:pt x="327" y="825"/>
                    <ns1:pt x="314" y="814"/>
                    <ns1:pt x="300" y="814"/>
                  </ns1:cubicBezTo>
                  <ns1:cubicBezTo>
                    <ns1:pt x="297" y="814"/>
                    <ns1:pt x="295" y="815"/>
                    <ns1:pt x="292" y="816"/>
                  </ns1:cubicBezTo>
                  <ns1:cubicBezTo>
                    <ns1:pt x="249" y="830"/>
                    <ns1:pt x="217" y="837"/>
                    <ns1:pt x="195" y="837"/>
                  </ns1:cubicBezTo>
                  <ns1:cubicBezTo>
                    <ns1:pt x="109" y="837"/>
                    <ns1:pt x="154" y="748"/>
                    <ns1:pt x="137" y="725"/>
                  </ns1:cubicBezTo>
                  <ns1:cubicBezTo>
                    <ns1:pt x="116" y="697"/>
                    <ns1:pt x="116" y="697"/>
                    <ns1:pt x="116" y="697"/>
                  </ns1:cubicBezTo>
                  <ns1:cubicBezTo>
                    <ns1:pt x="111" y="689"/>
                    <ns1:pt x="111" y="680"/>
                    <ns1:pt x="115" y="672"/>
                  </ns1:cubicBezTo>
                  <ns1:cubicBezTo>
                    <ns1:pt x="126" y="655"/>
                    <ns1:pt x="126" y="655"/>
                    <ns1:pt x="126" y="655"/>
                  </ns1:cubicBezTo>
                  <ns1:cubicBezTo>
                    <ns1:pt x="112" y="652"/>
                    <ns1:pt x="112" y="652"/>
                    <ns1:pt x="112" y="652"/>
                  </ns1:cubicBezTo>
                  <ns1:cubicBezTo>
                    <ns1:pt x="107" y="650"/>
                    <ns1:pt x="102" y="646"/>
                    <ns1:pt x="99" y="640"/>
                  </ns1:cubicBezTo>
                  <ns1:cubicBezTo>
                    <ns1:pt x="96" y="635"/>
                    <ns1:pt x="96" y="629"/>
                    <ns1:pt x="98" y="623"/>
                  </ns1:cubicBezTo>
                  <ns1:cubicBezTo>
                    <ns1:pt x="108" y="598"/>
                    <ns1:pt x="108" y="598"/>
                    <ns1:pt x="108" y="598"/>
                  </ns1:cubicBezTo>
                  <ns1:cubicBezTo>
                    <ns1:pt x="109" y="596"/>
                    <ns1:pt x="108" y="593"/>
                    <ns1:pt x="106" y="592"/>
                  </ns1:cubicBezTo>
                  <ns1:cubicBezTo>
                    <ns1:pt x="75" y="579"/>
                    <ns1:pt x="75" y="579"/>
                    <ns1:pt x="75" y="579"/>
                  </ns1:cubicBezTo>
                  <ns1:cubicBezTo>
                    <ns1:pt x="68" y="575"/>
                    <ns1:pt x="62" y="569"/>
                    <ns1:pt x="60" y="562"/>
                  </ns1:cubicBezTo>
                  <ns1:cubicBezTo>
                    <ns1:pt x="58" y="554"/>
                    <ns1:pt x="59" y="546"/>
                    <ns1:pt x="63" y="539"/>
                  </ns1:cubicBezTo>
                  <ns1:cubicBezTo>
                    <ns1:pt x="63" y="538"/>
                    <ns1:pt x="63" y="538"/>
                    <ns1:pt x="63" y="538"/>
                  </ns1:cubicBezTo>
                  <ns1:cubicBezTo>
                    <ns1:pt x="84" y="505"/>
                    <ns1:pt x="111" y="475"/>
                    <ns1:pt x="128" y="440"/>
                  </ns1:cubicBezTo>
                  <ns1:cubicBezTo>
                    <ns1:pt x="136" y="425"/>
                    <ns1:pt x="136" y="425"/>
                    <ns1:pt x="136" y="425"/>
                  </ns1:cubicBezTo>
                  <ns1:cubicBezTo>
                    <ns1:pt x="141" y="415"/>
                    <ns1:pt x="134" y="398"/>
                    <ns1:pt x="132" y="387"/>
                  </ns1:cubicBezTo>
                  <ns1:cubicBezTo>
                    <ns1:pt x="129" y="375"/>
                    <ns1:pt x="129" y="375"/>
                    <ns1:pt x="129" y="375"/>
                  </ns1:cubicBezTo>
                  <ns1:cubicBezTo>
                    <ns1:pt x="123" y="347"/>
                    <ns1:pt x="124" y="313"/>
                    <ns1:pt x="131" y="286"/>
                  </ns1:cubicBezTo>
                  <ns1:cubicBezTo>
                    <ns1:pt x="168" y="139"/>
                    <ns1:pt x="330" y="56"/>
                    <ns1:pt x="490" y="56"/>
                  </ns1:cubicBezTo>
                  <ns1:cubicBezTo>
                    <ns1:pt x="689" y="56"/>
                    <ns1:pt x="885" y="183"/>
                    <ns1:pt x="841" y="473"/>
                  </ns1:cubicBezTo>
                  <ns1:close/>
                </ns1:path>
              </ns1:pathLst>
            </ns1:custGeom>
            <ns1:grpFill/>
            <ns1:ln>
              <ns1:noFill/>
            </ns1:ln>
            <ns1:extLst>
              <ns1:ext uri="{91240B29-F687-4F45-9708-019B960494DF}">
                <ns2:hiddenLine w="9525">
                  <ns1:solidFill>
                    <ns1:srgbClr val="000000"/>
                  </ns1:solidFill>
                  <ns1:round/>
                  <ns1:headEnd/>
                  <ns1:tailEnd/>
                </ns2:hiddenLine>
              </ns1:ext>
            </ns1:extLst>
          </ns0:spPr>
          <ns0:txBody>
            <ns1:bodyPr vert="horz" wrap="square" lIns="91440" tIns="45720" rIns="91440" bIns="45720" numCol="1" anchor="t" anchorCtr="0" compatLnSpc="1">
              <ns1:prstTxWarp prst="textNoShape">
                <ns1:avLst/>
              </ns1:prstTxWarp>
            </ns1:bodyPr>
            <ns1:lstStyle/>
            <ns1:p>
              <ns1:endParaRPr lang="id-ID" sz="2700"/>
            </ns1:p>
          </ns0:txBody>
        </ns0:sp>
        <ns0:sp>
          <ns0:nvSpPr>
            <ns0:cNvPr id="284" name="Freeform 6"/>
            <ns0:cNvSpPr>
              <ns1:spLocks noEditPoints="1"/>
            </ns0:cNvSpPr>
            <ns0:nvPr/>
          </ns0:nvSpPr>
          <ns0:spPr bwMode="auto">
            <ns1:xfrm>
              <ns1:off x="8596313" y="5100638"/>
              <ns1:ext cx="296863" cy="295275"/>
            </ns1:xfrm>
            <ns1:custGeom>
              <ns1:avLst/>
              <ns1:gdLst>
                <ns1:gd name="T0" fmla="*/ 192 w 337"/>
                <ns1:gd name="T1" fmla="*/ 36 h 336"/>
                <ns1:gd name="T2" fmla="*/ 234 w 337"/>
                <ns1:gd name="T3" fmla="*/ 68 h 336"/>
                <ns1:gd name="T4" fmla="*/ 253 w 337"/>
                <ns1:gd name="T5" fmla="*/ 54 h 336"/>
                <ns1:gd name="T6" fmla="*/ 279 w 337"/>
                <ns1:gd name="T7" fmla="*/ 74 h 336"/>
                <ns1:gd name="T8" fmla="*/ 268 w 337"/>
                <ns1:gd name="T9" fmla="*/ 102 h 336"/>
                <ns1:gd name="T10" fmla="*/ 301 w 337"/>
                <ns1:gd name="T11" fmla="*/ 144 h 336"/>
                <ns1:gd name="T12" fmla="*/ 313 w 337"/>
                <ns1:gd name="T13" fmla="*/ 180 h 336"/>
                <ns1:gd name="T14" fmla="*/ 286 w 337"/>
                <ns1:gd name="T15" fmla="*/ 192 h 336"/>
                <ns1:gd name="T16" fmla="*/ 279 w 337"/>
                <ns1:gd name="T17" fmla="*/ 244 h 336"/>
                <ns1:gd name="T18" fmla="*/ 262 w 337"/>
                <ns1:gd name="T19" fmla="*/ 278 h 336"/>
                <ns1:gd name="T20" fmla="*/ 245 w 337"/>
                <ns1:gd name="T21" fmla="*/ 278 h 336"/>
                <ns1:gd name="T22" fmla="*/ 192 w 337"/>
                <ns1:gd name="T23" fmla="*/ 286 h 336"/>
                <ns1:gd name="T24" fmla="*/ 180 w 337"/>
                <ns1:gd name="T25" fmla="*/ 312 h 336"/>
                <ns1:gd name="T26" fmla="*/ 144 w 337"/>
                <ns1:gd name="T27" fmla="*/ 300 h 336"/>
                <ns1:gd name="T28" fmla="*/ 102 w 337"/>
                <ns1:gd name="T29" fmla="*/ 268 h 336"/>
                <ns1:gd name="T30" fmla="*/ 84 w 337"/>
                <ns1:gd name="T31" fmla="*/ 282 h 336"/>
                <ns1:gd name="T32" fmla="*/ 58 w 337"/>
                <ns1:gd name="T33" fmla="*/ 261 h 336"/>
                <ns1:gd name="T34" fmla="*/ 69 w 337"/>
                <ns1:gd name="T35" fmla="*/ 234 h 336"/>
                <ns1:gd name="T36" fmla="*/ 36 w 337"/>
                <ns1:gd name="T37" fmla="*/ 192 h 336"/>
                <ns1:gd name="T38" fmla="*/ 24 w 337"/>
                <ns1:gd name="T39" fmla="*/ 156 h 336"/>
                <ns1:gd name="T40" fmla="*/ 51 w 337"/>
                <ns1:gd name="T41" fmla="*/ 144 h 336"/>
                <ns1:gd name="T42" fmla="*/ 58 w 337"/>
                <ns1:gd name="T43" fmla="*/ 91 h 336"/>
                <ns1:gd name="T44" fmla="*/ 75 w 337"/>
                <ns1:gd name="T45" fmla="*/ 57 h 336"/>
                <ns1:gd name="T46" fmla="*/ 92 w 337"/>
                <ns1:gd name="T47" fmla="*/ 57 h 336"/>
                <ns1:gd name="T48" fmla="*/ 144 w 337"/>
                <ns1:gd name="T49" fmla="*/ 50 h 336"/>
                <ns1:gd name="T50" fmla="*/ 156 w 337"/>
                <ns1:gd name="T51" fmla="*/ 24 h 336"/>
                <ns1:gd name="T52" fmla="*/ 180 w 337"/>
                <ns1:gd name="T53" fmla="*/ 0 h 336"/>
                <ns1:gd name="T54" fmla="*/ 121 w 337"/>
                <ns1:gd name="T55" fmla="*/ 32 h 336"/>
                <ns1:gd name="T56" fmla="*/ 84 w 337"/>
                <ns1:gd name="T57" fmla="*/ 30 h 336"/>
                <ns1:gd name="T58" fmla="*/ 41 w 337"/>
                <ns1:gd name="T59" fmla="*/ 57 h 336"/>
                <ns1:gd name="T60" fmla="*/ 39 w 337"/>
                <ns1:gd name="T61" fmla="*/ 106 h 336"/>
                <ns1:gd name="T62" fmla="*/ 0 w 337"/>
                <ns1:gd name="T63" fmla="*/ 156 h 336"/>
                <ns1:gd name="T64" fmla="*/ 33 w 337"/>
                <ns1:gd name="T65" fmla="*/ 216 h 336"/>
                <ns1:gd name="T66" fmla="*/ 31 w 337"/>
                <ns1:gd name="T67" fmla="*/ 253 h 336"/>
                <ns1:gd name="T68" fmla="*/ 58 w 337"/>
                <ns1:gd name="T69" fmla="*/ 295 h 336"/>
                <ns1:gd name="T70" fmla="*/ 106 w 337"/>
                <ns1:gd name="T71" fmla="*/ 298 h 336"/>
                <ns1:gd name="T72" fmla="*/ 156 w 337"/>
                <ns1:gd name="T73" fmla="*/ 336 h 336"/>
                <ns1:gd name="T74" fmla="*/ 216 w 337"/>
                <ns1:gd name="T75" fmla="*/ 304 h 336"/>
                <ns1:gd name="T76" fmla="*/ 253 w 337"/>
                <ns1:gd name="T77" fmla="*/ 306 h 336"/>
                <ns1:gd name="T78" fmla="*/ 296 w 337"/>
                <ns1:gd name="T79" fmla="*/ 278 h 336"/>
                <ns1:gd name="T80" fmla="*/ 298 w 337"/>
                <ns1:gd name="T81" fmla="*/ 230 h 336"/>
                <ns1:gd name="T82" fmla="*/ 337 w 337"/>
                <ns1:gd name="T83" fmla="*/ 180 h 336"/>
                <ns1:gd name="T84" fmla="*/ 304 w 337"/>
                <ns1:gd name="T85" fmla="*/ 120 h 336"/>
                <ns1:gd name="T86" fmla="*/ 306 w 337"/>
                <ns1:gd name="T87" fmla="*/ 83 h 336"/>
                <ns1:gd name="T88" fmla="*/ 279 w 337"/>
                <ns1:gd name="T89" fmla="*/ 40 h 336"/>
                <ns1:gd name="T90" fmla="*/ 231 w 337"/>
                <ns1:gd name="T91" fmla="*/ 38 h 336"/>
                <ns1:gd name="T92" fmla="*/ 180 w 337"/>
                <ns1:gd name="T93" fmla="*/ 0 h 336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  <ns1:cxn ang="0">
                  <ns1:pos x="T14" y="T15"/>
                </ns1:cxn>
                <ns1:cxn ang="0">
                  <ns1:pos x="T16" y="T17"/>
                </ns1:cxn>
                <ns1:cxn ang="0">
                  <ns1:pos x="T18" y="T19"/>
                </ns1:cxn>
                <ns1:cxn ang="0">
                  <ns1:pos x="T20" y="T21"/>
                </ns1:cxn>
                <ns1:cxn ang="0">
                  <ns1:pos x="T22" y="T23"/>
                </ns1:cxn>
                <ns1:cxn ang="0">
                  <ns1:pos x="T24" y="T25"/>
                </ns1:cxn>
                <ns1:cxn ang="0">
                  <ns1:pos x="T26" y="T27"/>
                </ns1:cxn>
                <ns1:cxn ang="0">
                  <ns1:pos x="T28" y="T29"/>
                </ns1:cxn>
                <ns1:cxn ang="0">
                  <ns1:pos x="T30" y="T31"/>
                </ns1:cxn>
                <ns1:cxn ang="0">
                  <ns1:pos x="T32" y="T33"/>
                </ns1:cxn>
                <ns1:cxn ang="0">
                  <ns1:pos x="T34" y="T35"/>
                </ns1:cxn>
                <ns1:cxn ang="0">
                  <ns1:pos x="T36" y="T37"/>
                </ns1:cxn>
                <ns1:cxn ang="0">
                  <ns1:pos x="T38" y="T39"/>
                </ns1:cxn>
                <ns1:cxn ang="0">
                  <ns1:pos x="T40" y="T41"/>
                </ns1:cxn>
                <ns1:cxn ang="0">
                  <ns1:pos x="T42" y="T43"/>
                </ns1:cxn>
                <ns1:cxn ang="0">
                  <ns1:pos x="T44" y="T45"/>
                </ns1:cxn>
                <ns1:cxn ang="0">
                  <ns1:pos x="T46" y="T47"/>
                </ns1:cxn>
                <ns1:cxn ang="0">
                  <ns1:pos x="T48" y="T49"/>
                </ns1:cxn>
                <ns1:cxn ang="0">
                  <ns1:pos x="T50" y="T51"/>
                </ns1:cxn>
                <ns1:cxn ang="0">
                  <ns1:pos x="T52" y="T53"/>
                </ns1:cxn>
                <ns1:cxn ang="0">
                  <ns1:pos x="T54" y="T55"/>
                </ns1:cxn>
                <ns1:cxn ang="0">
                  <ns1:pos x="T56" y="T57"/>
                </ns1:cxn>
                <ns1:cxn ang="0">
                  <ns1:pos x="T58" y="T59"/>
                </ns1:cxn>
                <ns1:cxn ang="0">
                  <ns1:pos x="T60" y="T61"/>
                </ns1:cxn>
                <ns1:cxn ang="0">
                  <ns1:pos x="T62" y="T63"/>
                </ns1:cxn>
                <ns1:cxn ang="0">
                  <ns1:pos x="T64" y="T65"/>
                </ns1:cxn>
                <ns1:cxn ang="0">
                  <ns1:pos x="T66" y="T67"/>
                </ns1:cxn>
                <ns1:cxn ang="0">
                  <ns1:pos x="T68" y="T69"/>
                </ns1:cxn>
                <ns1:cxn ang="0">
                  <ns1:pos x="T70" y="T71"/>
                </ns1:cxn>
                <ns1:cxn ang="0">
                  <ns1:pos x="T72" y="T73"/>
                </ns1:cxn>
                <ns1:cxn ang="0">
                  <ns1:pos x="T74" y="T75"/>
                </ns1:cxn>
                <ns1:cxn ang="0">
                  <ns1:pos x="T76" y="T77"/>
                </ns1:cxn>
                <ns1:cxn ang="0">
                  <ns1:pos x="T78" y="T79"/>
                </ns1:cxn>
                <ns1:cxn ang="0">
                  <ns1:pos x="T80" y="T81"/>
                </ns1:cxn>
                <ns1:cxn ang="0">
                  <ns1:pos x="T82" y="T83"/>
                </ns1:cxn>
                <ns1:cxn ang="0">
                  <ns1:pos x="T84" y="T85"/>
                </ns1:cxn>
                <ns1:cxn ang="0">
                  <ns1:pos x="T86" y="T87"/>
                </ns1:cxn>
                <ns1:cxn ang="0">
                  <ns1:pos x="T88" y="T89"/>
                </ns1:cxn>
                <ns1:cxn ang="0">
                  <ns1:pos x="T90" y="T91"/>
                </ns1:cxn>
                <ns1:cxn ang="0">
                  <ns1:pos x="T92" y="T93"/>
                </ns1:cxn>
              </ns1:cxnLst>
              <ns1:rect l="0" t="0" r="r" b="b"/>
              <ns1:pathLst>
                <ns1:path w="337" h="336">
                  <ns1:moveTo>
                    <ns1:pt x="180" y="24"/>
                  </ns1:moveTo>
                  <ns1:cubicBezTo>
                    <ns1:pt x="187" y="24"/>
                    <ns1:pt x="192" y="29"/>
                    <ns1:pt x="192" y="36"/>
                  </ns1:cubicBezTo>
                  <ns1:cubicBezTo>
                    <ns1:pt x="192" y="50"/>
                    <ns1:pt x="192" y="50"/>
                    <ns1:pt x="192" y="50"/>
                  </ns1:cubicBezTo>
                  <ns1:cubicBezTo>
                    <ns1:pt x="208" y="53"/>
                    <ns1:pt x="222" y="60"/>
                    <ns1:pt x="234" y="68"/>
                  </ns1:cubicBezTo>
                  <ns1:cubicBezTo>
                    <ns1:pt x="245" y="57"/>
                    <ns1:pt x="245" y="57"/>
                    <ns1:pt x="245" y="57"/>
                  </ns1:cubicBezTo>
                  <ns1:cubicBezTo>
                    <ns1:pt x="247" y="55"/>
                    <ns1:pt x="250" y="54"/>
                    <ns1:pt x="253" y="54"/>
                  </ns1:cubicBezTo>
                  <ns1:cubicBezTo>
                    <ns1:pt x="256" y="54"/>
                    <ns1:pt x="260" y="55"/>
                    <ns1:pt x="262" y="57"/>
                  </ns1:cubicBezTo>
                  <ns1:cubicBezTo>
                    <ns1:pt x="279" y="74"/>
                    <ns1:pt x="279" y="74"/>
                    <ns1:pt x="279" y="74"/>
                  </ns1:cubicBezTo>
                  <ns1:cubicBezTo>
                    <ns1:pt x="284" y="79"/>
                    <ns1:pt x="284" y="87"/>
                    <ns1:pt x="279" y="91"/>
                  </ns1:cubicBezTo>
                  <ns1:cubicBezTo>
                    <ns1:pt x="268" y="102"/>
                    <ns1:pt x="268" y="102"/>
                    <ns1:pt x="268" y="102"/>
                  </ns1:cubicBezTo>
                  <ns1:cubicBezTo>
                    <ns1:pt x="277" y="114"/>
                    <ns1:pt x="283" y="129"/>
                    <ns1:pt x="286" y="144"/>
                  </ns1:cubicBezTo>
                  <ns1:cubicBezTo>
                    <ns1:pt x="301" y="144"/>
                    <ns1:pt x="301" y="144"/>
                    <ns1:pt x="301" y="144"/>
                  </ns1:cubicBezTo>
                  <ns1:cubicBezTo>
                    <ns1:pt x="307" y="144"/>
                    <ns1:pt x="313" y="149"/>
                    <ns1:pt x="313" y="156"/>
                  </ns1:cubicBezTo>
                  <ns1:cubicBezTo>
                    <ns1:pt x="313" y="180"/>
                    <ns1:pt x="313" y="180"/>
                    <ns1:pt x="313" y="180"/>
                  </ns1:cubicBezTo>
                  <ns1:cubicBezTo>
                    <ns1:pt x="313" y="187"/>
                    <ns1:pt x="307" y="192"/>
                    <ns1:pt x="301" y="192"/>
                  </ns1:cubicBezTo>
                  <ns1:cubicBezTo>
                    <ns1:pt x="286" y="192"/>
                    <ns1:pt x="286" y="192"/>
                    <ns1:pt x="286" y="192"/>
                  </ns1:cubicBezTo>
                  <ns1:cubicBezTo>
                    <ns1:pt x="283" y="207"/>
                    <ns1:pt x="277" y="221"/>
                    <ns1:pt x="268" y="234"/>
                  </ns1:cubicBezTo>
                  <ns1:cubicBezTo>
                    <ns1:pt x="279" y="244"/>
                    <ns1:pt x="279" y="244"/>
                    <ns1:pt x="279" y="244"/>
                  </ns1:cubicBezTo>
                  <ns1:cubicBezTo>
                    <ns1:pt x="284" y="249"/>
                    <ns1:pt x="284" y="257"/>
                    <ns1:pt x="279" y="261"/>
                  </ns1:cubicBezTo>
                  <ns1:cubicBezTo>
                    <ns1:pt x="262" y="278"/>
                    <ns1:pt x="262" y="278"/>
                    <ns1:pt x="262" y="278"/>
                  </ns1:cubicBezTo>
                  <ns1:cubicBezTo>
                    <ns1:pt x="260" y="281"/>
                    <ns1:pt x="256" y="282"/>
                    <ns1:pt x="253" y="282"/>
                  </ns1:cubicBezTo>
                  <ns1:cubicBezTo>
                    <ns1:pt x="250" y="282"/>
                    <ns1:pt x="247" y="281"/>
                    <ns1:pt x="245" y="278"/>
                  </ns1:cubicBezTo>
                  <ns1:cubicBezTo>
                    <ns1:pt x="234" y="268"/>
                    <ns1:pt x="234" y="268"/>
                    <ns1:pt x="234" y="268"/>
                  </ns1:cubicBezTo>
                  <ns1:cubicBezTo>
                    <ns1:pt x="222" y="276"/>
                    <ns1:pt x="208" y="282"/>
                    <ns1:pt x="192" y="286"/>
                  </ns1:cubicBezTo>
                  <ns1:cubicBezTo>
                    <ns1:pt x="192" y="300"/>
                    <ns1:pt x="192" y="300"/>
                    <ns1:pt x="192" y="300"/>
                  </ns1:cubicBezTo>
                  <ns1:cubicBezTo>
                    <ns1:pt x="192" y="307"/>
                    <ns1:pt x="187" y="312"/>
                    <ns1:pt x="180" y="312"/>
                  </ns1:cubicBezTo>
                  <ns1:cubicBezTo>
                    <ns1:pt x="156" y="312"/>
                    <ns1:pt x="156" y="312"/>
                    <ns1:pt x="156" y="312"/>
                  </ns1:cubicBezTo>
                  <ns1:cubicBezTo>
                    <ns1:pt x="150" y="312"/>
                    <ns1:pt x="144" y="307"/>
                    <ns1:pt x="144" y="300"/>
                  </ns1:cubicBezTo>
                  <ns1:cubicBezTo>
                    <ns1:pt x="144" y="286"/>
                    <ns1:pt x="144" y="286"/>
                    <ns1:pt x="144" y="286"/>
                  </ns1:cubicBezTo>
                  <ns1:cubicBezTo>
                    <ns1:pt x="129" y="282"/>
                    <ns1:pt x="115" y="276"/>
                    <ns1:pt x="102" y="268"/>
                  </ns1:cubicBezTo>
                  <ns1:cubicBezTo>
                    <ns1:pt x="92" y="278"/>
                    <ns1:pt x="92" y="278"/>
                    <ns1:pt x="92" y="278"/>
                  </ns1:cubicBezTo>
                  <ns1:cubicBezTo>
                    <ns1:pt x="90" y="281"/>
                    <ns1:pt x="87" y="282"/>
                    <ns1:pt x="84" y="282"/>
                  </ns1:cubicBezTo>
                  <ns1:cubicBezTo>
                    <ns1:pt x="80" y="282"/>
                    <ns1:pt x="77" y="281"/>
                    <ns1:pt x="75" y="278"/>
                  </ns1:cubicBezTo>
                  <ns1:cubicBezTo>
                    <ns1:pt x="58" y="261"/>
                    <ns1:pt x="58" y="261"/>
                    <ns1:pt x="58" y="261"/>
                  </ns1:cubicBezTo>
                  <ns1:cubicBezTo>
                    <ns1:pt x="53" y="257"/>
                    <ns1:pt x="53" y="249"/>
                    <ns1:pt x="58" y="244"/>
                  </ns1:cubicBezTo>
                  <ns1:cubicBezTo>
                    <ns1:pt x="69" y="234"/>
                    <ns1:pt x="69" y="234"/>
                    <ns1:pt x="69" y="234"/>
                  </ns1:cubicBezTo>
                  <ns1:cubicBezTo>
                    <ns1:pt x="60" y="221"/>
                    <ns1:pt x="54" y="207"/>
                    <ns1:pt x="51" y="192"/>
                  </ns1:cubicBezTo>
                  <ns1:cubicBezTo>
                    <ns1:pt x="36" y="192"/>
                    <ns1:pt x="36" y="192"/>
                    <ns1:pt x="36" y="192"/>
                  </ns1:cubicBezTo>
                  <ns1:cubicBezTo>
                    <ns1:pt x="30" y="192"/>
                    <ns1:pt x="24" y="187"/>
                    <ns1:pt x="24" y="180"/>
                  </ns1:cubicBezTo>
                  <ns1:cubicBezTo>
                    <ns1:pt x="24" y="156"/>
                    <ns1:pt x="24" y="156"/>
                    <ns1:pt x="24" y="156"/>
                  </ns1:cubicBezTo>
                  <ns1:cubicBezTo>
                    <ns1:pt x="24" y="149"/>
                    <ns1:pt x="30" y="144"/>
                    <ns1:pt x="36" y="144"/>
                  </ns1:cubicBezTo>
                  <ns1:cubicBezTo>
                    <ns1:pt x="51" y="144"/>
                    <ns1:pt x="51" y="144"/>
                    <ns1:pt x="51" y="144"/>
                  </ns1:cubicBezTo>
                  <ns1:cubicBezTo>
                    <ns1:pt x="54" y="129"/>
                    <ns1:pt x="60" y="114"/>
                    <ns1:pt x="69" y="102"/>
                  </ns1:cubicBezTo>
                  <ns1:cubicBezTo>
                    <ns1:pt x="58" y="91"/>
                    <ns1:pt x="58" y="91"/>
                    <ns1:pt x="58" y="91"/>
                  </ns1:cubicBezTo>
                  <ns1:cubicBezTo>
                    <ns1:pt x="53" y="87"/>
                    <ns1:pt x="53" y="79"/>
                    <ns1:pt x="58" y="74"/>
                  </ns1:cubicBezTo>
                  <ns1:cubicBezTo>
                    <ns1:pt x="75" y="57"/>
                    <ns1:pt x="75" y="57"/>
                    <ns1:pt x="75" y="57"/>
                  </ns1:cubicBezTo>
                  <ns1:cubicBezTo>
                    <ns1:pt x="77" y="55"/>
                    <ns1:pt x="80" y="54"/>
                    <ns1:pt x="84" y="54"/>
                  </ns1:cubicBezTo>
                  <ns1:cubicBezTo>
                    <ns1:pt x="87" y="54"/>
                    <ns1:pt x="90" y="55"/>
                    <ns1:pt x="92" y="57"/>
                  </ns1:cubicBezTo>
                  <ns1:cubicBezTo>
                    <ns1:pt x="102" y="68"/>
                    <ns1:pt x="102" y="68"/>
                    <ns1:pt x="102" y="68"/>
                  </ns1:cubicBezTo>
                  <ns1:cubicBezTo>
                    <ns1:pt x="115" y="60"/>
                    <ns1:pt x="129" y="53"/>
                    <ns1:pt x="144" y="50"/>
                  </ns1:cubicBezTo>
                  <ns1:cubicBezTo>
                    <ns1:pt x="144" y="36"/>
                    <ns1:pt x="144" y="36"/>
                    <ns1:pt x="144" y="36"/>
                  </ns1:cubicBezTo>
                  <ns1:cubicBezTo>
                    <ns1:pt x="144" y="29"/>
                    <ns1:pt x="150" y="24"/>
                    <ns1:pt x="156" y="24"/>
                  </ns1:cubicBezTo>
                  <ns1:cubicBezTo>
                    <ns1:pt x="180" y="24"/>
                    <ns1:pt x="180" y="24"/>
                    <ns1:pt x="180" y="24"/>
                  </ns1:cubicBezTo>
                  <ns1:moveTo>
                    <ns1:pt x="180" y="0"/>
                  </ns1:moveTo>
                  <ns1:cubicBezTo>
                    <ns1:pt x="156" y="0"/>
                    <ns1:pt x="156" y="0"/>
                    <ns1:pt x="156" y="0"/>
                  </ns1:cubicBezTo>
                  <ns1:cubicBezTo>
                    <ns1:pt x="138" y="0"/>
                    <ns1:pt x="123" y="14"/>
                    <ns1:pt x="121" y="32"/>
                  </ns1:cubicBezTo>
                  <ns1:cubicBezTo>
                    <ns1:pt x="116" y="34"/>
                    <ns1:pt x="111" y="36"/>
                    <ns1:pt x="106" y="38"/>
                  </ns1:cubicBezTo>
                  <ns1:cubicBezTo>
                    <ns1:pt x="100" y="33"/>
                    <ns1:pt x="92" y="30"/>
                    <ns1:pt x="84" y="30"/>
                  </ns1:cubicBezTo>
                  <ns1:cubicBezTo>
                    <ns1:pt x="74" y="30"/>
                    <ns1:pt x="65" y="34"/>
                    <ns1:pt x="58" y="40"/>
                  </ns1:cubicBezTo>
                  <ns1:cubicBezTo>
                    <ns1:pt x="41" y="57"/>
                    <ns1:pt x="41" y="57"/>
                    <ns1:pt x="41" y="57"/>
                  </ns1:cubicBezTo>
                  <ns1:cubicBezTo>
                    <ns1:pt x="34" y="64"/>
                    <ns1:pt x="31" y="73"/>
                    <ns1:pt x="31" y="83"/>
                  </ns1:cubicBezTo>
                  <ns1:cubicBezTo>
                    <ns1:pt x="31" y="91"/>
                    <ns1:pt x="33" y="99"/>
                    <ns1:pt x="39" y="106"/>
                  </ns1:cubicBezTo>
                  <ns1:cubicBezTo>
                    <ns1:pt x="36" y="110"/>
                    <ns1:pt x="34" y="115"/>
                    <ns1:pt x="33" y="120"/>
                  </ns1:cubicBezTo>
                  <ns1:cubicBezTo>
                    <ns1:pt x="15" y="122"/>
                    <ns1:pt x="0" y="137"/>
                    <ns1:pt x="0" y="156"/>
                  </ns1:cubicBezTo>
                  <ns1:cubicBezTo>
                    <ns1:pt x="0" y="180"/>
                    <ns1:pt x="0" y="180"/>
                    <ns1:pt x="0" y="180"/>
                  </ns1:cubicBezTo>
                  <ns1:cubicBezTo>
                    <ns1:pt x="0" y="199"/>
                    <ns1:pt x="15" y="214"/>
                    <ns1:pt x="33" y="216"/>
                  </ns1:cubicBezTo>
                  <ns1:cubicBezTo>
                    <ns1:pt x="34" y="221"/>
                    <ns1:pt x="36" y="225"/>
                    <ns1:pt x="39" y="230"/>
                  </ns1:cubicBezTo>
                  <ns1:cubicBezTo>
                    <ns1:pt x="33" y="236"/>
                    <ns1:pt x="31" y="244"/>
                    <ns1:pt x="31" y="253"/>
                  </ns1:cubicBezTo>
                  <ns1:cubicBezTo>
                    <ns1:pt x="31" y="262"/>
                    <ns1:pt x="34" y="271"/>
                    <ns1:pt x="41" y="278"/>
                  </ns1:cubicBezTo>
                  <ns1:cubicBezTo>
                    <ns1:pt x="58" y="295"/>
                    <ns1:pt x="58" y="295"/>
                    <ns1:pt x="58" y="295"/>
                  </ns1:cubicBezTo>
                  <ns1:cubicBezTo>
                    <ns1:pt x="65" y="302"/>
                    <ns1:pt x="74" y="306"/>
                    <ns1:pt x="84" y="306"/>
                  </ns1:cubicBezTo>
                  <ns1:cubicBezTo>
                    <ns1:pt x="92" y="306"/>
                    <ns1:pt x="100" y="303"/>
                    <ns1:pt x="106" y="298"/>
                  </ns1:cubicBezTo>
                  <ns1:cubicBezTo>
                    <ns1:pt x="111" y="300"/>
                    <ns1:pt x="116" y="302"/>
                    <ns1:pt x="121" y="304"/>
                  </ns1:cubicBezTo>
                  <ns1:cubicBezTo>
                    <ns1:pt x="123" y="322"/>
                    <ns1:pt x="138" y="336"/>
                    <ns1:pt x="156" y="336"/>
                  </ns1:cubicBezTo>
                  <ns1:cubicBezTo>
                    <ns1:pt x="180" y="336"/>
                    <ns1:pt x="180" y="336"/>
                    <ns1:pt x="180" y="336"/>
                  </ns1:cubicBezTo>
                  <ns1:cubicBezTo>
                    <ns1:pt x="199" y="336"/>
                    <ns1:pt x="214" y="322"/>
                    <ns1:pt x="216" y="304"/>
                  </ns1:cubicBezTo>
                  <ns1:cubicBezTo>
                    <ns1:pt x="221" y="302"/>
                    <ns1:pt x="226" y="300"/>
                    <ns1:pt x="231" y="298"/>
                  </ns1:cubicBezTo>
                  <ns1:cubicBezTo>
                    <ns1:pt x="237" y="303"/>
                    <ns1:pt x="245" y="306"/>
                    <ns1:pt x="253" y="306"/>
                  </ns1:cubicBezTo>
                  <ns1:cubicBezTo>
                    <ns1:pt x="263" y="306"/>
                    <ns1:pt x="272" y="302"/>
                    <ns1:pt x="279" y="295"/>
                  </ns1:cubicBezTo>
                  <ns1:cubicBezTo>
                    <ns1:pt x="296" y="278"/>
                    <ns1:pt x="296" y="278"/>
                    <ns1:pt x="296" y="278"/>
                  </ns1:cubicBezTo>
                  <ns1:cubicBezTo>
                    <ns1:pt x="303" y="271"/>
                    <ns1:pt x="306" y="262"/>
                    <ns1:pt x="306" y="253"/>
                  </ns1:cubicBezTo>
                  <ns1:cubicBezTo>
                    <ns1:pt x="306" y="244"/>
                    <ns1:pt x="304" y="236"/>
                    <ns1:pt x="298" y="230"/>
                  </ns1:cubicBezTo>
                  <ns1:cubicBezTo>
                    <ns1:pt x="301" y="225"/>
                    <ns1:pt x="303" y="221"/>
                    <ns1:pt x="304" y="216"/>
                  </ns1:cubicBezTo>
                  <ns1:cubicBezTo>
                    <ns1:pt x="322" y="214"/>
                    <ns1:pt x="337" y="199"/>
                    <ns1:pt x="337" y="180"/>
                  </ns1:cubicBezTo>
                  <ns1:cubicBezTo>
                    <ns1:pt x="337" y="156"/>
                    <ns1:pt x="337" y="156"/>
                    <ns1:pt x="337" y="156"/>
                  </ns1:cubicBezTo>
                  <ns1:cubicBezTo>
                    <ns1:pt x="337" y="137"/>
                    <ns1:pt x="322" y="122"/>
                    <ns1:pt x="304" y="120"/>
                  </ns1:cubicBezTo>
                  <ns1:cubicBezTo>
                    <ns1:pt x="303" y="115"/>
                    <ns1:pt x="301" y="110"/>
                    <ns1:pt x="298" y="106"/>
                  </ns1:cubicBezTo>
                  <ns1:cubicBezTo>
                    <ns1:pt x="304" y="99"/>
                    <ns1:pt x="306" y="91"/>
                    <ns1:pt x="306" y="83"/>
                  </ns1:cubicBezTo>
                  <ns1:cubicBezTo>
                    <ns1:pt x="306" y="73"/>
                    <ns1:pt x="303" y="64"/>
                    <ns1:pt x="296" y="57"/>
                  </ns1:cubicBezTo>
                  <ns1:cubicBezTo>
                    <ns1:pt x="279" y="40"/>
                    <ns1:pt x="279" y="40"/>
                    <ns1:pt x="279" y="40"/>
                  </ns1:cubicBezTo>
                  <ns1:cubicBezTo>
                    <ns1:pt x="272" y="34"/>
                    <ns1:pt x="263" y="30"/>
                    <ns1:pt x="253" y="30"/>
                  </ns1:cubicBezTo>
                  <ns1:cubicBezTo>
                    <ns1:pt x="245" y="30"/>
                    <ns1:pt x="237" y="33"/>
                    <ns1:pt x="231" y="38"/>
                  </ns1:cubicBezTo>
                  <ns1:cubicBezTo>
                    <ns1:pt x="226" y="36"/>
                    <ns1:pt x="221" y="34"/>
                    <ns1:pt x="216" y="32"/>
                  </ns1:cubicBezTo>
                  <ns1:cubicBezTo>
                    <ns1:pt x="214" y="14"/>
                    <ns1:pt x="199" y="0"/>
                    <ns1:pt x="180" y="0"/>
                  </ns1:cubicBezTo>
                  <ns1:close/>
                </ns1:path>
              </ns1:pathLst>
            </ns1:custGeom>
            <ns1:grpFill/>
            <ns1:ln>
              <ns1:noFill/>
            </ns1:ln>
            <ns1:extLst>
              <ns1:ext uri="{91240B29-F687-4F45-9708-019B960494DF}">
                <ns2:hiddenLine w="9525">
                  <ns1:solidFill>
                    <ns1:srgbClr val="000000"/>
                  </ns1:solidFill>
                  <ns1:round/>
                  <ns1:headEnd/>
                  <ns1:tailEnd/>
                </ns2:hiddenLine>
              </ns1:ext>
            </ns1:extLst>
          </ns0:spPr>
          <ns0:txBody>
            <ns1:bodyPr vert="horz" wrap="square" lIns="91440" tIns="45720" rIns="91440" bIns="45720" numCol="1" anchor="t" anchorCtr="0" compatLnSpc="1">
              <ns1:prstTxWarp prst="textNoShape">
                <ns1:avLst/>
              </ns1:prstTxWarp>
            </ns1:bodyPr>
            <ns1:lstStyle/>
            <ns1:p>
              <ns1:endParaRPr lang="id-ID" sz="2700"/>
            </ns1:p>
          </ns0:txBody>
        </ns0:sp>
        <ns0:sp>
          <ns0:nvSpPr>
            <ns0:cNvPr id="285" name="Freeform 7"/>
            <ns0:cNvSpPr>
              <ns1:spLocks noEditPoints="1"/>
            </ns0:cNvSpPr>
            <ns0:nvPr/>
          </ns0:nvSpPr>
          <ns0:spPr bwMode="auto">
            <ns1:xfrm>
              <ns1:off x="8675688" y="5180013"/>
              <ns1:ext cx="138113" cy="136525"/>
            </ns1:xfrm>
            <ns1:custGeom>
              <ns1:avLst/>
              <ns1:gdLst>
                <ns1:gd name="T0" fmla="*/ 78 w 157"/>
                <ns1:gd name="T1" fmla="*/ 156 h 156"/>
                <ns1:gd name="T2" fmla="*/ 0 w 157"/>
                <ns1:gd name="T3" fmla="*/ 78 h 156"/>
                <ns1:gd name="T4" fmla="*/ 78 w 157"/>
                <ns1:gd name="T5" fmla="*/ 0 h 156"/>
                <ns1:gd name="T6" fmla="*/ 157 w 157"/>
                <ns1:gd name="T7" fmla="*/ 78 h 156"/>
                <ns1:gd name="T8" fmla="*/ 78 w 157"/>
                <ns1:gd name="T9" fmla="*/ 156 h 156"/>
                <ns1:gd name="T10" fmla="*/ 78 w 157"/>
                <ns1:gd name="T11" fmla="*/ 12 h 156"/>
                <ns1:gd name="T12" fmla="*/ 12 w 157"/>
                <ns1:gd name="T13" fmla="*/ 78 h 156"/>
                <ns1:gd name="T14" fmla="*/ 78 w 157"/>
                <ns1:gd name="T15" fmla="*/ 144 h 156"/>
                <ns1:gd name="T16" fmla="*/ 145 w 157"/>
                <ns1:gd name="T17" fmla="*/ 78 h 156"/>
                <ns1:gd name="T18" fmla="*/ 78 w 157"/>
                <ns1:gd name="T19" fmla="*/ 12 h 156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  <ns1:cxn ang="0">
                  <ns1:pos x="T14" y="T15"/>
                </ns1:cxn>
                <ns1:cxn ang="0">
                  <ns1:pos x="T16" y="T17"/>
                </ns1:cxn>
                <ns1:cxn ang="0">
                  <ns1:pos x="T18" y="T19"/>
                </ns1:cxn>
              </ns1:cxnLst>
              <ns1:rect l="0" t="0" r="r" b="b"/>
              <ns1:pathLst>
                <ns1:path w="157" h="156">
                  <ns1:moveTo>
                    <ns1:pt x="78" y="156"/>
                  </ns1:moveTo>
                  <ns1:cubicBezTo>
                    <ns1:pt x="35" y="156"/>
                    <ns1:pt x="0" y="121"/>
                    <ns1:pt x="0" y="78"/>
                  </ns1:cubicBezTo>
                  <ns1:cubicBezTo>
                    <ns1:pt x="0" y="35"/>
                    <ns1:pt x="35" y="0"/>
                    <ns1:pt x="78" y="0"/>
                  </ns1:cubicBezTo>
                  <ns1:cubicBezTo>
                    <ns1:pt x="122" y="0"/>
                    <ns1:pt x="157" y="35"/>
                    <ns1:pt x="157" y="78"/>
                  </ns1:cubicBezTo>
                  <ns1:cubicBezTo>
                    <ns1:pt x="157" y="121"/>
                    <ns1:pt x="122" y="156"/>
                    <ns1:pt x="78" y="156"/>
                  </ns1:cubicBezTo>
                  <ns1:close/>
                  <ns1:moveTo>
                    <ns1:pt x="78" y="12"/>
                  </ns1:moveTo>
                  <ns1:cubicBezTo>
                    <ns1:pt x="42" y="12"/>
                    <ns1:pt x="12" y="41"/>
                    <ns1:pt x="12" y="78"/>
                  </ns1:cubicBezTo>
                  <ns1:cubicBezTo>
                    <ns1:pt x="12" y="114"/>
                    <ns1:pt x="42" y="144"/>
                    <ns1:pt x="78" y="144"/>
                  </ns1:cubicBezTo>
                  <ns1:cubicBezTo>
                    <ns1:pt x="115" y="144"/>
                    <ns1:pt x="145" y="114"/>
                    <ns1:pt x="145" y="78"/>
                  </ns1:cubicBezTo>
                  <ns1:cubicBezTo>
                    <ns1:pt x="145" y="41"/>
                    <ns1:pt x="115" y="12"/>
                    <ns1:pt x="78" y="12"/>
                  </ns1:cubicBezTo>
                  <ns1:close/>
                </ns1:path>
              </ns1:pathLst>
            </ns1:custGeom>
            <ns1:grpFill/>
            <ns1:ln>
              <ns1:noFill/>
            </ns1:ln>
            <ns1:extLst>
              <ns1:ext uri="{91240B29-F687-4F45-9708-019B960494DF}">
                <ns2:hiddenLine w="9525">
                  <ns1:solidFill>
                    <ns1:srgbClr val="000000"/>
                  </ns1:solidFill>
                  <ns1:round/>
                  <ns1:headEnd/>
                  <ns1:tailEnd/>
                </ns2:hiddenLine>
              </ns1:ext>
            </ns1:extLst>
          </ns0:spPr>
          <ns0:txBody>
            <ns1:bodyPr vert="horz" wrap="square" lIns="91440" tIns="45720" rIns="91440" bIns="45720" numCol="1" anchor="t" anchorCtr="0" compatLnSpc="1">
              <ns1:prstTxWarp prst="textNoShape">
                <ns1:avLst/>
              </ns1:prstTxWarp>
            </ns1:bodyPr>
            <ns1:lstStyle/>
            <ns1:p>
              <ns1:endParaRPr lang="id-ID" sz="2700"/>
            </ns1:p>
          </ns0:txBody>
        </ns0:sp>
        <ns0:sp>
          <ns0:nvSpPr>
            <ns0:cNvPr id="286" name="Freeform 8"/>
            <ns0:cNvSpPr>
              <ns1:spLocks noEditPoints="1"/>
            </ns0:cNvSpPr>
            <ns0:nvPr/>
          </ns0:nvSpPr>
          <ns0:spPr bwMode="auto">
            <ns1:xfrm>
              <ns1:off x="8707438" y="5211763"/>
              <ns1:ext cx="74613" cy="73025"/>
            </ns1:xfrm>
            <ns1:custGeom>
              <ns1:avLst/>
              <ns1:gdLst>
                <ns1:gd name="T0" fmla="*/ 42 w 85"/>
                <ns1:gd name="T1" fmla="*/ 84 h 84"/>
                <ns1:gd name="T2" fmla="*/ 0 w 85"/>
                <ns1:gd name="T3" fmla="*/ 42 h 84"/>
                <ns1:gd name="T4" fmla="*/ 42 w 85"/>
                <ns1:gd name="T5" fmla="*/ 0 h 84"/>
                <ns1:gd name="T6" fmla="*/ 85 w 85"/>
                <ns1:gd name="T7" fmla="*/ 42 h 84"/>
                <ns1:gd name="T8" fmla="*/ 42 w 85"/>
                <ns1:gd name="T9" fmla="*/ 84 h 84"/>
                <ns1:gd name="T10" fmla="*/ 42 w 85"/>
                <ns1:gd name="T11" fmla="*/ 12 h 84"/>
                <ns1:gd name="T12" fmla="*/ 12 w 85"/>
                <ns1:gd name="T13" fmla="*/ 42 h 84"/>
                <ns1:gd name="T14" fmla="*/ 42 w 85"/>
                <ns1:gd name="T15" fmla="*/ 72 h 84"/>
                <ns1:gd name="T16" fmla="*/ 73 w 85"/>
                <ns1:gd name="T17" fmla="*/ 42 h 84"/>
                <ns1:gd name="T18" fmla="*/ 42 w 85"/>
                <ns1:gd name="T19" fmla="*/ 12 h 84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  <ns1:cxn ang="0">
                  <ns1:pos x="T14" y="T15"/>
                </ns1:cxn>
                <ns1:cxn ang="0">
                  <ns1:pos x="T16" y="T17"/>
                </ns1:cxn>
                <ns1:cxn ang="0">
                  <ns1:pos x="T18" y="T19"/>
                </ns1:cxn>
              </ns1:cxnLst>
              <ns1:rect l="0" t="0" r="r" b="b"/>
              <ns1:pathLst>
                <ns1:path w="85" h="84">
                  <ns1:moveTo>
                    <ns1:pt x="42" y="84"/>
                  </ns1:moveTo>
                  <ns1:cubicBezTo>
                    <ns1:pt x="19" y="84"/>
                    <ns1:pt x="0" y="65"/>
                    <ns1:pt x="0" y="42"/>
                  </ns1:cubicBezTo>
                  <ns1:cubicBezTo>
                    <ns1:pt x="0" y="19"/>
                    <ns1:pt x="19" y="0"/>
                    <ns1:pt x="42" y="0"/>
                  </ns1:cubicBezTo>
                  <ns1:cubicBezTo>
                    <ns1:pt x="66" y="0"/>
                    <ns1:pt x="85" y="19"/>
                    <ns1:pt x="85" y="42"/>
                  </ns1:cubicBezTo>
                  <ns1:cubicBezTo>
                    <ns1:pt x="85" y="65"/>
                    <ns1:pt x="66" y="84"/>
                    <ns1:pt x="42" y="84"/>
                  </ns1:cubicBezTo>
                  <ns1:close/>
                  <ns1:moveTo>
                    <ns1:pt x="42" y="12"/>
                  </ns1:moveTo>
                  <ns1:cubicBezTo>
                    <ns1:pt x="26" y="12"/>
                    <ns1:pt x="12" y="25"/>
                    <ns1:pt x="12" y="42"/>
                  </ns1:cubicBezTo>
                  <ns1:cubicBezTo>
                    <ns1:pt x="12" y="58"/>
                    <ns1:pt x="26" y="72"/>
                    <ns1:pt x="42" y="72"/>
                  </ns1:cubicBezTo>
                  <ns1:cubicBezTo>
                    <ns1:pt x="59" y="72"/>
                    <ns1:pt x="73" y="58"/>
                    <ns1:pt x="73" y="42"/>
                  </ns1:cubicBezTo>
                  <ns1:cubicBezTo>
                    <ns1:pt x="73" y="25"/>
                    <ns1:pt x="59" y="12"/>
                    <ns1:pt x="42" y="12"/>
                  </ns1:cubicBezTo>
                  <ns1:close/>
                </ns1:path>
              </ns1:pathLst>
            </ns1:custGeom>
            <ns1:grpFill/>
            <ns1:ln>
              <ns1:noFill/>
            </ns1:ln>
            <ns1:extLst>
              <ns1:ext uri="{91240B29-F687-4F45-9708-019B960494DF}">
                <ns2:hiddenLine w="9525">
                  <ns1:solidFill>
                    <ns1:srgbClr val="000000"/>
                  </ns1:solidFill>
                  <ns1:round/>
                  <ns1:headEnd/>
                  <ns1:tailEnd/>
                </ns2:hiddenLine>
              </ns1:ext>
            </ns1:extLst>
          </ns0:spPr>
          <ns0:txBody>
            <ns1:bodyPr vert="horz" wrap="square" lIns="91440" tIns="45720" rIns="91440" bIns="45720" numCol="1" anchor="t" anchorCtr="0" compatLnSpc="1">
              <ns1:prstTxWarp prst="textNoShape">
                <ns1:avLst/>
              </ns1:prstTxWarp>
            </ns1:bodyPr>
            <ns1:lstStyle/>
            <ns1:p>
              <ns1:endParaRPr lang="id-ID" sz="2700"/>
            </ns1:p>
          </ns0:txBody>
        </ns0:sp>
        <ns0:sp>
          <ns0:nvSpPr>
            <ns0:cNvPr id="287" name="Freeform 9"/>
            <ns0:cNvSpPr>
              <ns1:spLocks noEditPoints="1"/>
            </ns0:cNvSpPr>
            <ns0:nvPr/>
          </ns0:nvSpPr>
          <ns0:spPr bwMode="auto">
            <ns1:xfrm>
              <ns1:off x="8416926" y="5081588"/>
              <ns1:ext cx="187325" cy="187325"/>
            </ns1:xfrm>
            <ns1:custGeom>
              <ns1:avLst/>
              <ns1:gdLst>
                <ns1:gd name="T0" fmla="*/ 121 w 213"/>
                <ns1:gd name="T1" fmla="*/ 23 h 213"/>
                <ns1:gd name="T2" fmla="*/ 148 w 213"/>
                <ns1:gd name="T3" fmla="*/ 44 h 213"/>
                <ns1:gd name="T4" fmla="*/ 160 w 213"/>
                <ns1:gd name="T5" fmla="*/ 35 h 213"/>
                <ns1:gd name="T6" fmla="*/ 176 w 213"/>
                <ns1:gd name="T7" fmla="*/ 48 h 213"/>
                <ns1:gd name="T8" fmla="*/ 170 w 213"/>
                <ns1:gd name="T9" fmla="*/ 65 h 213"/>
                <ns1:gd name="T10" fmla="*/ 190 w 213"/>
                <ns1:gd name="T11" fmla="*/ 92 h 213"/>
                <ns1:gd name="T12" fmla="*/ 198 w 213"/>
                <ns1:gd name="T13" fmla="*/ 115 h 213"/>
                <ns1:gd name="T14" fmla="*/ 181 w 213"/>
                <ns1:gd name="T15" fmla="*/ 122 h 213"/>
                <ns1:gd name="T16" fmla="*/ 176 w 213"/>
                <ns1:gd name="T17" fmla="*/ 155 h 213"/>
                <ns1:gd name="T18" fmla="*/ 165 w 213"/>
                <ns1:gd name="T19" fmla="*/ 177 h 213"/>
                <ns1:gd name="T20" fmla="*/ 155 w 213"/>
                <ns1:gd name="T21" fmla="*/ 177 h 213"/>
                <ns1:gd name="T22" fmla="*/ 121 w 213"/>
                <ns1:gd name="T23" fmla="*/ 182 h 213"/>
                <ns1:gd name="T24" fmla="*/ 114 w 213"/>
                <ns1:gd name="T25" fmla="*/ 198 h 213"/>
                <ns1:gd name="T26" fmla="*/ 91 w 213"/>
                <ns1:gd name="T27" fmla="*/ 191 h 213"/>
                <ns1:gd name="T28" fmla="*/ 64 w 213"/>
                <ns1:gd name="T29" fmla="*/ 170 h 213"/>
                <ns1:gd name="T30" fmla="*/ 52 w 213"/>
                <ns1:gd name="T31" fmla="*/ 179 h 213"/>
                <ns1:gd name="T32" fmla="*/ 36 w 213"/>
                <ns1:gd name="T33" fmla="*/ 166 h 213"/>
                <ns1:gd name="T34" fmla="*/ 43 w 213"/>
                <ns1:gd name="T35" fmla="*/ 149 h 213"/>
                <ns1:gd name="T36" fmla="*/ 22 w 213"/>
                <ns1:gd name="T37" fmla="*/ 122 h 213"/>
                <ns1:gd name="T38" fmla="*/ 15 w 213"/>
                <ns1:gd name="T39" fmla="*/ 99 h 213"/>
                <ns1:gd name="T40" fmla="*/ 32 w 213"/>
                <ns1:gd name="T41" fmla="*/ 92 h 213"/>
                <ns1:gd name="T42" fmla="*/ 36 w 213"/>
                <ns1:gd name="T43" fmla="*/ 59 h 213"/>
                <ns1:gd name="T44" fmla="*/ 47 w 213"/>
                <ns1:gd name="T45" fmla="*/ 37 h 213"/>
                <ns1:gd name="T46" fmla="*/ 58 w 213"/>
                <ns1:gd name="T47" fmla="*/ 37 h 213"/>
                <ns1:gd name="T48" fmla="*/ 91 w 213"/>
                <ns1:gd name="T49" fmla="*/ 32 h 213"/>
                <ns1:gd name="T50" fmla="*/ 99 w 213"/>
                <ns1:gd name="T51" fmla="*/ 16 h 213"/>
                <ns1:gd name="T52" fmla="*/ 114 w 213"/>
                <ns1:gd name="T53" fmla="*/ 0 h 213"/>
                <ns1:gd name="T54" fmla="*/ 76 w 213"/>
                <ns1:gd name="T55" fmla="*/ 21 h 213"/>
                <ns1:gd name="T56" fmla="*/ 52 w 213"/>
                <ns1:gd name="T57" fmla="*/ 20 h 213"/>
                <ns1:gd name="T58" fmla="*/ 25 w 213"/>
                <ns1:gd name="T59" fmla="*/ 37 h 213"/>
                <ns1:gd name="T60" fmla="*/ 24 w 213"/>
                <ns1:gd name="T61" fmla="*/ 68 h 213"/>
                <ns1:gd name="T62" fmla="*/ 0 w 213"/>
                <ns1:gd name="T63" fmla="*/ 99 h 213"/>
                <ns1:gd name="T64" fmla="*/ 20 w 213"/>
                <ns1:gd name="T65" fmla="*/ 137 h 213"/>
                <ns1:gd name="T66" fmla="*/ 19 w 213"/>
                <ns1:gd name="T67" fmla="*/ 161 h 213"/>
                <ns1:gd name="T68" fmla="*/ 36 w 213"/>
                <ns1:gd name="T69" fmla="*/ 188 h 213"/>
                <ns1:gd name="T70" fmla="*/ 67 w 213"/>
                <ns1:gd name="T71" fmla="*/ 189 h 213"/>
                <ns1:gd name="T72" fmla="*/ 99 w 213"/>
                <ns1:gd name="T73" fmla="*/ 213 h 213"/>
                <ns1:gd name="T74" fmla="*/ 137 w 213"/>
                <ns1:gd name="T75" fmla="*/ 193 h 213"/>
                <ns1:gd name="T76" fmla="*/ 160 w 213"/>
                <ns1:gd name="T77" fmla="*/ 194 h 213"/>
                <ns1:gd name="T78" fmla="*/ 187 w 213"/>
                <ns1:gd name="T79" fmla="*/ 177 h 213"/>
                <ns1:gd name="T80" fmla="*/ 188 w 213"/>
                <ns1:gd name="T81" fmla="*/ 146 h 213"/>
                <ns1:gd name="T82" fmla="*/ 213 w 213"/>
                <ns1:gd name="T83" fmla="*/ 115 h 213"/>
                <ns1:gd name="T84" fmla="*/ 192 w 213"/>
                <ns1:gd name="T85" fmla="*/ 77 h 213"/>
                <ns1:gd name="T86" fmla="*/ 194 w 213"/>
                <ns1:gd name="T87" fmla="*/ 53 h 213"/>
                <ns1:gd name="T88" fmla="*/ 176 w 213"/>
                <ns1:gd name="T89" fmla="*/ 26 h 213"/>
                <ns1:gd name="T90" fmla="*/ 146 w 213"/>
                <ns1:gd name="T91" fmla="*/ 25 h 213"/>
                <ns1:gd name="T92" fmla="*/ 114 w 213"/>
                <ns1:gd name="T93" fmla="*/ 0 h 213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  <ns1:cxn ang="0">
                  <ns1:pos x="T14" y="T15"/>
                </ns1:cxn>
                <ns1:cxn ang="0">
                  <ns1:pos x="T16" y="T17"/>
                </ns1:cxn>
                <ns1:cxn ang="0">
                  <ns1:pos x="T18" y="T19"/>
                </ns1:cxn>
                <ns1:cxn ang="0">
                  <ns1:pos x="T20" y="T21"/>
                </ns1:cxn>
                <ns1:cxn ang="0">
                  <ns1:pos x="T22" y="T23"/>
                </ns1:cxn>
                <ns1:cxn ang="0">
                  <ns1:pos x="T24" y="T25"/>
                </ns1:cxn>
                <ns1:cxn ang="0">
                  <ns1:pos x="T26" y="T27"/>
                </ns1:cxn>
                <ns1:cxn ang="0">
                  <ns1:pos x="T28" y="T29"/>
                </ns1:cxn>
                <ns1:cxn ang="0">
                  <ns1:pos x="T30" y="T31"/>
                </ns1:cxn>
                <ns1:cxn ang="0">
                  <ns1:pos x="T32" y="T33"/>
                </ns1:cxn>
                <ns1:cxn ang="0">
                  <ns1:pos x="T34" y="T35"/>
                </ns1:cxn>
                <ns1:cxn ang="0">
                  <ns1:pos x="T36" y="T37"/>
                </ns1:cxn>
                <ns1:cxn ang="0">
                  <ns1:pos x="T38" y="T39"/>
                </ns1:cxn>
                <ns1:cxn ang="0">
                  <ns1:pos x="T40" y="T41"/>
                </ns1:cxn>
                <ns1:cxn ang="0">
                  <ns1:pos x="T42" y="T43"/>
                </ns1:cxn>
                <ns1:cxn ang="0">
                  <ns1:pos x="T44" y="T45"/>
                </ns1:cxn>
                <ns1:cxn ang="0">
                  <ns1:pos x="T46" y="T47"/>
                </ns1:cxn>
                <ns1:cxn ang="0">
                  <ns1:pos x="T48" y="T49"/>
                </ns1:cxn>
                <ns1:cxn ang="0">
                  <ns1:pos x="T50" y="T51"/>
                </ns1:cxn>
                <ns1:cxn ang="0">
                  <ns1:pos x="T52" y="T53"/>
                </ns1:cxn>
                <ns1:cxn ang="0">
                  <ns1:pos x="T54" y="T55"/>
                </ns1:cxn>
                <ns1:cxn ang="0">
                  <ns1:pos x="T56" y="T57"/>
                </ns1:cxn>
                <ns1:cxn ang="0">
                  <ns1:pos x="T58" y="T59"/>
                </ns1:cxn>
                <ns1:cxn ang="0">
                  <ns1:pos x="T60" y="T61"/>
                </ns1:cxn>
                <ns1:cxn ang="0">
                  <ns1:pos x="T62" y="T63"/>
                </ns1:cxn>
                <ns1:cxn ang="0">
                  <ns1:pos x="T64" y="T65"/>
                </ns1:cxn>
                <ns1:cxn ang="0">
                  <ns1:pos x="T66" y="T67"/>
                </ns1:cxn>
                <ns1:cxn ang="0">
                  <ns1:pos x="T68" y="T69"/>
                </ns1:cxn>
                <ns1:cxn ang="0">
                  <ns1:pos x="T70" y="T71"/>
                </ns1:cxn>
                <ns1:cxn ang="0">
                  <ns1:pos x="T72" y="T73"/>
                </ns1:cxn>
                <ns1:cxn ang="0">
                  <ns1:pos x="T74" y="T75"/>
                </ns1:cxn>
                <ns1:cxn ang="0">
                  <ns1:pos x="T76" y="T77"/>
                </ns1:cxn>
                <ns1:cxn ang="0">
                  <ns1:pos x="T78" y="T79"/>
                </ns1:cxn>
                <ns1:cxn ang="0">
                  <ns1:pos x="T80" y="T81"/>
                </ns1:cxn>
                <ns1:cxn ang="0">
                  <ns1:pos x="T82" y="T83"/>
                </ns1:cxn>
                <ns1:cxn ang="0">
                  <ns1:pos x="T84" y="T85"/>
                </ns1:cxn>
                <ns1:cxn ang="0">
                  <ns1:pos x="T86" y="T87"/>
                </ns1:cxn>
                <ns1:cxn ang="0">
                  <ns1:pos x="T88" y="T89"/>
                </ns1:cxn>
                <ns1:cxn ang="0">
                  <ns1:pos x="T90" y="T91"/>
                </ns1:cxn>
                <ns1:cxn ang="0">
                  <ns1:pos x="T92" y="T93"/>
                </ns1:cxn>
              </ns1:cxnLst>
              <ns1:rect l="0" t="0" r="r" b="b"/>
              <ns1:pathLst>
                <ns1:path w="213" h="213">
                  <ns1:moveTo>
                    <ns1:pt x="114" y="16"/>
                  </ns1:moveTo>
                  <ns1:cubicBezTo>
                    <ns1:pt x="118" y="16"/>
                    <ns1:pt x="121" y="19"/>
                    <ns1:pt x="121" y="23"/>
                  </ns1:cubicBezTo>
                  <ns1:cubicBezTo>
                    <ns1:pt x="121" y="32"/>
                    <ns1:pt x="121" y="32"/>
                    <ns1:pt x="121" y="32"/>
                  </ns1:cubicBezTo>
                  <ns1:cubicBezTo>
                    <ns1:pt x="131" y="34"/>
                    <ns1:pt x="140" y="38"/>
                    <ns1:pt x="148" y="44"/>
                  </ns1:cubicBezTo>
                  <ns1:cubicBezTo>
                    <ns1:pt x="155" y="37"/>
                    <ns1:pt x="155" y="37"/>
                    <ns1:pt x="155" y="37"/>
                  </ns1:cubicBezTo>
                  <ns1:cubicBezTo>
                    <ns1:pt x="156" y="35"/>
                    <ns1:pt x="158" y="35"/>
                    <ns1:pt x="160" y="35"/>
                  </ns1:cubicBezTo>
                  <ns1:cubicBezTo>
                    <ns1:pt x="162" y="35"/>
                    <ns1:pt x="164" y="35"/>
                    <ns1:pt x="165" y="37"/>
                  </ns1:cubicBezTo>
                  <ns1:cubicBezTo>
                    <ns1:pt x="176" y="48"/>
                    <ns1:pt x="176" y="48"/>
                    <ns1:pt x="176" y="48"/>
                  </ns1:cubicBezTo>
                  <ns1:cubicBezTo>
                    <ns1:pt x="179" y="51"/>
                    <ns1:pt x="179" y="56"/>
                    <ns1:pt x="176" y="59"/>
                  </ns1:cubicBezTo>
                  <ns1:cubicBezTo>
                    <ns1:pt x="170" y="65"/>
                    <ns1:pt x="170" y="65"/>
                    <ns1:pt x="170" y="65"/>
                  </ns1:cubicBezTo>
                  <ns1:cubicBezTo>
                    <ns1:pt x="175" y="73"/>
                    <ns1:pt x="179" y="82"/>
                    <ns1:pt x="181" y="92"/>
                  </ns1:cubicBezTo>
                  <ns1:cubicBezTo>
                    <ns1:pt x="190" y="92"/>
                    <ns1:pt x="190" y="92"/>
                    <ns1:pt x="190" y="92"/>
                  </ns1:cubicBezTo>
                  <ns1:cubicBezTo>
                    <ns1:pt x="194" y="92"/>
                    <ns1:pt x="198" y="95"/>
                    <ns1:pt x="198" y="99"/>
                  </ns1:cubicBezTo>
                  <ns1:cubicBezTo>
                    <ns1:pt x="198" y="115"/>
                    <ns1:pt x="198" y="115"/>
                    <ns1:pt x="198" y="115"/>
                  </ns1:cubicBezTo>
                  <ns1:cubicBezTo>
                    <ns1:pt x="198" y="119"/>
                    <ns1:pt x="194" y="122"/>
                    <ns1:pt x="190" y="122"/>
                  </ns1:cubicBezTo>
                  <ns1:cubicBezTo>
                    <ns1:pt x="181" y="122"/>
                    <ns1:pt x="181" y="122"/>
                    <ns1:pt x="181" y="122"/>
                  </ns1:cubicBezTo>
                  <ns1:cubicBezTo>
                    <ns1:pt x="179" y="132"/>
                    <ns1:pt x="175" y="141"/>
                    <ns1:pt x="170" y="149"/>
                  </ns1:cubicBezTo>
                  <ns1:cubicBezTo>
                    <ns1:pt x="176" y="155"/>
                    <ns1:pt x="176" y="155"/>
                    <ns1:pt x="176" y="155"/>
                  </ns1:cubicBezTo>
                  <ns1:cubicBezTo>
                    <ns1:pt x="179" y="158"/>
                    <ns1:pt x="179" y="163"/>
                    <ns1:pt x="176" y="166"/>
                  </ns1:cubicBezTo>
                  <ns1:cubicBezTo>
                    <ns1:pt x="165" y="177"/>
                    <ns1:pt x="165" y="177"/>
                    <ns1:pt x="165" y="177"/>
                  </ns1:cubicBezTo>
                  <ns1:cubicBezTo>
                    <ns1:pt x="164" y="178"/>
                    <ns1:pt x="162" y="179"/>
                    <ns1:pt x="160" y="179"/>
                  </ns1:cubicBezTo>
                  <ns1:cubicBezTo>
                    <ns1:pt x="158" y="179"/>
                    <ns1:pt x="156" y="178"/>
                    <ns1:pt x="155" y="177"/>
                  </ns1:cubicBezTo>
                  <ns1:cubicBezTo>
                    <ns1:pt x="148" y="170"/>
                    <ns1:pt x="148" y="170"/>
                    <ns1:pt x="148" y="170"/>
                  </ns1:cubicBezTo>
                  <ns1:cubicBezTo>
                    <ns1:pt x="140" y="176"/>
                    <ns1:pt x="131" y="180"/>
                    <ns1:pt x="121" y="182"/>
                  </ns1:cubicBezTo>
                  <ns1:cubicBezTo>
                    <ns1:pt x="121" y="191"/>
                    <ns1:pt x="121" y="191"/>
                    <ns1:pt x="121" y="191"/>
                  </ns1:cubicBezTo>
                  <ns1:cubicBezTo>
                    <ns1:pt x="121" y="195"/>
                    <ns1:pt x="118" y="198"/>
                    <ns1:pt x="114" y="198"/>
                  </ns1:cubicBezTo>
                  <ns1:cubicBezTo>
                    <ns1:pt x="99" y="198"/>
                    <ns1:pt x="99" y="198"/>
                    <ns1:pt x="99" y="198"/>
                  </ns1:cubicBezTo>
                  <ns1:cubicBezTo>
                    <ns1:pt x="94" y="198"/>
                    <ns1:pt x="91" y="195"/>
                    <ns1:pt x="91" y="191"/>
                  </ns1:cubicBezTo>
                  <ns1:cubicBezTo>
                    <ns1:pt x="91" y="182"/>
                    <ns1:pt x="91" y="182"/>
                    <ns1:pt x="91" y="182"/>
                  </ns1:cubicBezTo>
                  <ns1:cubicBezTo>
                    <ns1:pt x="81" y="180"/>
                    <ns1:pt x="72" y="176"/>
                    <ns1:pt x="64" y="170"/>
                  </ns1:cubicBezTo>
                  <ns1:cubicBezTo>
                    <ns1:pt x="58" y="177"/>
                    <ns1:pt x="58" y="177"/>
                    <ns1:pt x="58" y="177"/>
                  </ns1:cubicBezTo>
                  <ns1:cubicBezTo>
                    <ns1:pt x="56" y="178"/>
                    <ns1:pt x="54" y="179"/>
                    <ns1:pt x="52" y="179"/>
                  </ns1:cubicBezTo>
                  <ns1:cubicBezTo>
                    <ns1:pt x="50" y="179"/>
                    <ns1:pt x="48" y="178"/>
                    <ns1:pt x="47" y="177"/>
                  </ns1:cubicBezTo>
                  <ns1:cubicBezTo>
                    <ns1:pt x="36" y="166"/>
                    <ns1:pt x="36" y="166"/>
                    <ns1:pt x="36" y="166"/>
                  </ns1:cubicBezTo>
                  <ns1:cubicBezTo>
                    <ns1:pt x="33" y="163"/>
                    <ns1:pt x="33" y="158"/>
                    <ns1:pt x="36" y="155"/>
                  </ns1:cubicBezTo>
                  <ns1:cubicBezTo>
                    <ns1:pt x="43" y="149"/>
                    <ns1:pt x="43" y="149"/>
                    <ns1:pt x="43" y="149"/>
                  </ns1:cubicBezTo>
                  <ns1:cubicBezTo>
                    <ns1:pt x="38" y="141"/>
                    <ns1:pt x="34" y="132"/>
                    <ns1:pt x="32" y="122"/>
                  </ns1:cubicBezTo>
                  <ns1:cubicBezTo>
                    <ns1:pt x="22" y="122"/>
                    <ns1:pt x="22" y="122"/>
                    <ns1:pt x="22" y="122"/>
                  </ns1:cubicBezTo>
                  <ns1:cubicBezTo>
                    <ns1:pt x="18" y="122"/>
                    <ns1:pt x="15" y="119"/>
                    <ns1:pt x="15" y="115"/>
                  </ns1:cubicBezTo>
                  <ns1:cubicBezTo>
                    <ns1:pt x="15" y="99"/>
                    <ns1:pt x="15" y="99"/>
                    <ns1:pt x="15" y="99"/>
                  </ns1:cubicBezTo>
                  <ns1:cubicBezTo>
                    <ns1:pt x="15" y="95"/>
                    <ns1:pt x="18" y="92"/>
                    <ns1:pt x="22" y="92"/>
                  </ns1:cubicBezTo>
                  <ns1:cubicBezTo>
                    <ns1:pt x="32" y="92"/>
                    <ns1:pt x="32" y="92"/>
                    <ns1:pt x="32" y="92"/>
                  </ns1:cubicBezTo>
                  <ns1:cubicBezTo>
                    <ns1:pt x="34" y="82"/>
                    <ns1:pt x="38" y="73"/>
                    <ns1:pt x="43" y="65"/>
                  </ns1:cubicBezTo>
                  <ns1:cubicBezTo>
                    <ns1:pt x="36" y="59"/>
                    <ns1:pt x="36" y="59"/>
                    <ns1:pt x="36" y="59"/>
                  </ns1:cubicBezTo>
                  <ns1:cubicBezTo>
                    <ns1:pt x="33" y="56"/>
                    <ns1:pt x="33" y="51"/>
                    <ns1:pt x="36" y="48"/>
                  </ns1:cubicBezTo>
                  <ns1:cubicBezTo>
                    <ns1:pt x="47" y="37"/>
                    <ns1:pt x="47" y="37"/>
                    <ns1:pt x="47" y="37"/>
                  </ns1:cubicBezTo>
                  <ns1:cubicBezTo>
                    <ns1:pt x="48" y="35"/>
                    <ns1:pt x="50" y="35"/>
                    <ns1:pt x="52" y="35"/>
                  </ns1:cubicBezTo>
                  <ns1:cubicBezTo>
                    <ns1:pt x="54" y="35"/>
                    <ns1:pt x="56" y="35"/>
                    <ns1:pt x="58" y="37"/>
                  </ns1:cubicBezTo>
                  <ns1:cubicBezTo>
                    <ns1:pt x="64" y="44"/>
                    <ns1:pt x="64" y="44"/>
                    <ns1:pt x="64" y="44"/>
                  </ns1:cubicBezTo>
                  <ns1:cubicBezTo>
                    <ns1:pt x="72" y="38"/>
                    <ns1:pt x="81" y="34"/>
                    <ns1:pt x="91" y="32"/>
                  </ns1:cubicBezTo>
                  <ns1:cubicBezTo>
                    <ns1:pt x="91" y="23"/>
                    <ns1:pt x="91" y="23"/>
                    <ns1:pt x="91" y="23"/>
                  </ns1:cubicBezTo>
                  <ns1:cubicBezTo>
                    <ns1:pt x="91" y="19"/>
                    <ns1:pt x="94" y="16"/>
                    <ns1:pt x="99" y="16"/>
                  </ns1:cubicBezTo>
                  <ns1:cubicBezTo>
                    <ns1:pt x="114" y="16"/>
                    <ns1:pt x="114" y="16"/>
                    <ns1:pt x="114" y="16"/>
                  </ns1:cubicBezTo>
                  <ns1:moveTo>
                    <ns1:pt x="114" y="0"/>
                  </ns1:moveTo>
                  <ns1:cubicBezTo>
                    <ns1:pt x="99" y="0"/>
                    <ns1:pt x="99" y="0"/>
                    <ns1:pt x="99" y="0"/>
                  </ns1:cubicBezTo>
                  <ns1:cubicBezTo>
                    <ns1:pt x="87" y="0"/>
                    <ns1:pt x="77" y="9"/>
                    <ns1:pt x="76" y="21"/>
                  </ns1:cubicBezTo>
                  <ns1:cubicBezTo>
                    <ns1:pt x="73" y="22"/>
                    <ns1:pt x="70" y="23"/>
                    <ns1:pt x="67" y="25"/>
                  </ns1:cubicBezTo>
                  <ns1:cubicBezTo>
                    <ns1:pt x="63" y="21"/>
                    <ns1:pt x="58" y="20"/>
                    <ns1:pt x="52" y="20"/>
                  </ns1:cubicBezTo>
                  <ns1:cubicBezTo>
                    <ns1:pt x="46" y="20"/>
                    <ns1:pt x="41" y="22"/>
                    <ns1:pt x="36" y="26"/>
                  </ns1:cubicBezTo>
                  <ns1:cubicBezTo>
                    <ns1:pt x="25" y="37"/>
                    <ns1:pt x="25" y="37"/>
                    <ns1:pt x="25" y="37"/>
                  </ns1:cubicBezTo>
                  <ns1:cubicBezTo>
                    <ns1:pt x="21" y="41"/>
                    <ns1:pt x="19" y="47"/>
                    <ns1:pt x="19" y="53"/>
                  </ns1:cubicBezTo>
                  <ns1:cubicBezTo>
                    <ns1:pt x="19" y="58"/>
                    <ns1:pt x="21" y="64"/>
                    <ns1:pt x="24" y="68"/>
                  </ns1:cubicBezTo>
                  <ns1:cubicBezTo>
                    <ns1:pt x="23" y="71"/>
                    <ns1:pt x="21" y="74"/>
                    <ns1:pt x="20" y="77"/>
                  </ns1:cubicBezTo>
                  <ns1:cubicBezTo>
                    <ns1:pt x="9" y="78"/>
                    <ns1:pt x="0" y="88"/>
                    <ns1:pt x="0" y="99"/>
                  </ns1:cubicBezTo>
                  <ns1:cubicBezTo>
                    <ns1:pt x="0" y="115"/>
                    <ns1:pt x="0" y="115"/>
                    <ns1:pt x="0" y="115"/>
                  </ns1:cubicBezTo>
                  <ns1:cubicBezTo>
                    <ns1:pt x="0" y="126"/>
                    <ns1:pt x="9" y="136"/>
                    <ns1:pt x="20" y="137"/>
                  </ns1:cubicBezTo>
                  <ns1:cubicBezTo>
                    <ns1:pt x="21" y="140"/>
                    <ns1:pt x="23" y="143"/>
                    <ns1:pt x="24" y="146"/>
                  </ns1:cubicBezTo>
                  <ns1:cubicBezTo>
                    <ns1:pt x="21" y="150"/>
                    <ns1:pt x="19" y="155"/>
                    <ns1:pt x="19" y="161"/>
                  </ns1:cubicBezTo>
                  <ns1:cubicBezTo>
                    <ns1:pt x="19" y="167"/>
                    <ns1:pt x="21" y="173"/>
                    <ns1:pt x="25" y="177"/>
                  </ns1:cubicBezTo>
                  <ns1:cubicBezTo>
                    <ns1:pt x="36" y="188"/>
                    <ns1:pt x="36" y="188"/>
                    <ns1:pt x="36" y="188"/>
                  </ns1:cubicBezTo>
                  <ns1:cubicBezTo>
                    <ns1:pt x="41" y="192"/>
                    <ns1:pt x="46" y="194"/>
                    <ns1:pt x="52" y="194"/>
                  </ns1:cubicBezTo>
                  <ns1:cubicBezTo>
                    <ns1:pt x="58" y="194"/>
                    <ns1:pt x="63" y="193"/>
                    <ns1:pt x="67" y="189"/>
                  </ns1:cubicBezTo>
                  <ns1:cubicBezTo>
                    <ns1:pt x="70" y="191"/>
                    <ns1:pt x="73" y="192"/>
                    <ns1:pt x="76" y="193"/>
                  </ns1:cubicBezTo>
                  <ns1:cubicBezTo>
                    <ns1:pt x="77" y="205"/>
                    <ns1:pt x="87" y="213"/>
                    <ns1:pt x="99" y="213"/>
                  </ns1:cubicBezTo>
                  <ns1:cubicBezTo>
                    <ns1:pt x="114" y="213"/>
                    <ns1:pt x="114" y="213"/>
                    <ns1:pt x="114" y="213"/>
                  </ns1:cubicBezTo>
                  <ns1:cubicBezTo>
                    <ns1:pt x="126" y="213"/>
                    <ns1:pt x="135" y="205"/>
                    <ns1:pt x="137" y="193"/>
                  </ns1:cubicBezTo>
                  <ns1:cubicBezTo>
                    <ns1:pt x="140" y="192"/>
                    <ns1:pt x="143" y="191"/>
                    <ns1:pt x="146" y="189"/>
                  </ns1:cubicBezTo>
                  <ns1:cubicBezTo>
                    <ns1:pt x="150" y="193"/>
                    <ns1:pt x="155" y="194"/>
                    <ns1:pt x="160" y="194"/>
                  </ns1:cubicBezTo>
                  <ns1:cubicBezTo>
                    <ns1:pt x="166" y="194"/>
                    <ns1:pt x="172" y="192"/>
                    <ns1:pt x="176" y="188"/>
                  </ns1:cubicBezTo>
                  <ns1:cubicBezTo>
                    <ns1:pt x="187" y="177"/>
                    <ns1:pt x="187" y="177"/>
                    <ns1:pt x="187" y="177"/>
                  </ns1:cubicBezTo>
                  <ns1:cubicBezTo>
                    <ns1:pt x="191" y="173"/>
                    <ns1:pt x="194" y="167"/>
                    <ns1:pt x="194" y="161"/>
                  </ns1:cubicBezTo>
                  <ns1:cubicBezTo>
                    <ns1:pt x="194" y="155"/>
                    <ns1:pt x="192" y="150"/>
                    <ns1:pt x="188" y="146"/>
                  </ns1:cubicBezTo>
                  <ns1:cubicBezTo>
                    <ns1:pt x="190" y="143"/>
                    <ns1:pt x="191" y="140"/>
                    <ns1:pt x="192" y="137"/>
                  </ns1:cubicBezTo>
                  <ns1:cubicBezTo>
                    <ns1:pt x="204" y="136"/>
                    <ns1:pt x="213" y="126"/>
                    <ns1:pt x="213" y="115"/>
                  </ns1:cubicBezTo>
                  <ns1:cubicBezTo>
                    <ns1:pt x="213" y="99"/>
                    <ns1:pt x="213" y="99"/>
                    <ns1:pt x="213" y="99"/>
                  </ns1:cubicBezTo>
                  <ns1:cubicBezTo>
                    <ns1:pt x="213" y="88"/>
                    <ns1:pt x="204" y="78"/>
                    <ns1:pt x="192" y="77"/>
                  </ns1:cubicBezTo>
                  <ns1:cubicBezTo>
                    <ns1:pt x="191" y="74"/>
                    <ns1:pt x="190" y="71"/>
                    <ns1:pt x="188" y="68"/>
                  </ns1:cubicBezTo>
                  <ns1:cubicBezTo>
                    <ns1:pt x="192" y="64"/>
                    <ns1:pt x="194" y="58"/>
                    <ns1:pt x="194" y="53"/>
                  </ns1:cubicBezTo>
                  <ns1:cubicBezTo>
                    <ns1:pt x="194" y="47"/>
                    <ns1:pt x="191" y="41"/>
                    <ns1:pt x="187" y="37"/>
                  </ns1:cubicBezTo>
                  <ns1:cubicBezTo>
                    <ns1:pt x="176" y="26"/>
                    <ns1:pt x="176" y="26"/>
                    <ns1:pt x="176" y="26"/>
                  </ns1:cubicBezTo>
                  <ns1:cubicBezTo>
                    <ns1:pt x="172" y="22"/>
                    <ns1:pt x="166" y="20"/>
                    <ns1:pt x="160" y="20"/>
                  </ns1:cubicBezTo>
                  <ns1:cubicBezTo>
                    <ns1:pt x="155" y="20"/>
                    <ns1:pt x="150" y="21"/>
                    <ns1:pt x="146" y="25"/>
                  </ns1:cubicBezTo>
                  <ns1:cubicBezTo>
                    <ns1:pt x="143" y="23"/>
                    <ns1:pt x="140" y="22"/>
                    <ns1:pt x="137" y="21"/>
                  </ns1:cubicBezTo>
                  <ns1:cubicBezTo>
                    <ns1:pt x="135" y="9"/>
                    <ns1:pt x="126" y="0"/>
                    <ns1:pt x="114" y="0"/>
                  </ns1:cubicBezTo>
                  <ns1:close/>
                </ns1:path>
              </ns1:pathLst>
            </ns1:custGeom>
            <ns1:grpFill/>
            <ns1:ln>
              <ns1:noFill/>
            </ns1:ln>
            <ns1:extLst>
              <ns1:ext uri="{91240B29-F687-4F45-9708-019B960494DF}">
                <ns2:hiddenLine w="9525">
                  <ns1:solidFill>
                    <ns1:srgbClr val="000000"/>
                  </ns1:solidFill>
                  <ns1:round/>
                  <ns1:headEnd/>
                  <ns1:tailEnd/>
                </ns2:hiddenLine>
              </ns1:ext>
            </ns1:extLst>
          </ns0:spPr>
          <ns0:txBody>
            <ns1:bodyPr vert="horz" wrap="square" lIns="91440" tIns="45720" rIns="91440" bIns="45720" numCol="1" anchor="t" anchorCtr="0" compatLnSpc="1">
              <ns1:prstTxWarp prst="textNoShape">
                <ns1:avLst/>
              </ns1:prstTxWarp>
            </ns1:bodyPr>
            <ns1:lstStyle/>
            <ns1:p>
              <ns1:endParaRPr lang="id-ID" sz="2700"/>
            </ns1:p>
          </ns0:txBody>
        </ns0:sp>
        <ns0:sp>
          <ns0:nvSpPr>
            <ns0:cNvPr id="288" name="Freeform 10"/>
            <ns0:cNvSpPr>
              <ns1:spLocks noEditPoints="1"/>
            </ns0:cNvSpPr>
            <ns0:nvPr/>
          </ns0:nvSpPr>
          <ns0:spPr bwMode="auto">
            <ns1:xfrm>
              <ns1:off x="8467726" y="5132388"/>
              <ns1:ext cx="87313" cy="85725"/>
            </ns1:xfrm>
            <ns1:custGeom>
              <ns1:avLst/>
              <ns1:gdLst>
                <ns1:gd name="T0" fmla="*/ 49 w 99"/>
                <ns1:gd name="T1" fmla="*/ 99 h 99"/>
                <ns1:gd name="T2" fmla="*/ 0 w 99"/>
                <ns1:gd name="T3" fmla="*/ 50 h 99"/>
                <ns1:gd name="T4" fmla="*/ 49 w 99"/>
                <ns1:gd name="T5" fmla="*/ 0 h 99"/>
                <ns1:gd name="T6" fmla="*/ 99 w 99"/>
                <ns1:gd name="T7" fmla="*/ 50 h 99"/>
                <ns1:gd name="T8" fmla="*/ 49 w 99"/>
                <ns1:gd name="T9" fmla="*/ 99 h 99"/>
                <ns1:gd name="T10" fmla="*/ 49 w 99"/>
                <ns1:gd name="T11" fmla="*/ 8 h 99"/>
                <ns1:gd name="T12" fmla="*/ 7 w 99"/>
                <ns1:gd name="T13" fmla="*/ 50 h 99"/>
                <ns1:gd name="T14" fmla="*/ 49 w 99"/>
                <ns1:gd name="T15" fmla="*/ 92 h 99"/>
                <ns1:gd name="T16" fmla="*/ 91 w 99"/>
                <ns1:gd name="T17" fmla="*/ 50 h 99"/>
                <ns1:gd name="T18" fmla="*/ 49 w 99"/>
                <ns1:gd name="T19" fmla="*/ 8 h 99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  <ns1:cxn ang="0">
                  <ns1:pos x="T14" y="T15"/>
                </ns1:cxn>
                <ns1:cxn ang="0">
                  <ns1:pos x="T16" y="T17"/>
                </ns1:cxn>
                <ns1:cxn ang="0">
                  <ns1:pos x="T18" y="T19"/>
                </ns1:cxn>
              </ns1:cxnLst>
              <ns1:rect l="0" t="0" r="r" b="b"/>
              <ns1:pathLst>
                <ns1:path w="99" h="99">
                  <ns1:moveTo>
                    <ns1:pt x="49" y="99"/>
                  </ns1:moveTo>
                  <ns1:cubicBezTo>
                    <ns1:pt x="22" y="99"/>
                    <ns1:pt x="0" y="77"/>
                    <ns1:pt x="0" y="50"/>
                  </ns1:cubicBezTo>
                  <ns1:cubicBezTo>
                    <ns1:pt x="0" y="23"/>
                    <ns1:pt x="22" y="0"/>
                    <ns1:pt x="49" y="0"/>
                  </ns1:cubicBezTo>
                  <ns1:cubicBezTo>
                    <ns1:pt x="76" y="0"/>
                    <ns1:pt x="99" y="23"/>
                    <ns1:pt x="99" y="50"/>
                  </ns1:cubicBezTo>
                  <ns1:cubicBezTo>
                    <ns1:pt x="99" y="77"/>
                    <ns1:pt x="76" y="99"/>
                    <ns1:pt x="49" y="99"/>
                  </ns1:cubicBezTo>
                  <ns1:close/>
                  <ns1:moveTo>
                    <ns1:pt x="49" y="8"/>
                  </ns1:moveTo>
                  <ns1:cubicBezTo>
                    <ns1:pt x="26" y="8"/>
                    <ns1:pt x="7" y="27"/>
                    <ns1:pt x="7" y="50"/>
                  </ns1:cubicBezTo>
                  <ns1:cubicBezTo>
                    <ns1:pt x="7" y="73"/>
                    <ns1:pt x="26" y="92"/>
                    <ns1:pt x="49" y="92"/>
                  </ns1:cubicBezTo>
                  <ns1:cubicBezTo>
                    <ns1:pt x="72" y="92"/>
                    <ns1:pt x="91" y="73"/>
                    <ns1:pt x="91" y="50"/>
                  </ns1:cubicBezTo>
                  <ns1:cubicBezTo>
                    <ns1:pt x="91" y="27"/>
                    <ns1:pt x="72" y="8"/>
                    <ns1:pt x="49" y="8"/>
                  </ns1:cubicBezTo>
                  <ns1:close/>
                </ns1:path>
              </ns1:pathLst>
            </ns1:custGeom>
            <ns1:grpFill/>
            <ns1:ln>
              <ns1:noFill/>
            </ns1:ln>
            <ns1:extLst>
              <ns1:ext uri="{91240B29-F687-4F45-9708-019B960494DF}">
                <ns2:hiddenLine w="9525">
                  <ns1:solidFill>
                    <ns1:srgbClr val="000000"/>
                  </ns1:solidFill>
                  <ns1:round/>
                  <ns1:headEnd/>
                  <ns1:tailEnd/>
                </ns2:hiddenLine>
              </ns1:ext>
            </ns1:extLst>
          </ns0:spPr>
          <ns0:txBody>
            <ns1:bodyPr vert="horz" wrap="square" lIns="91440" tIns="45720" rIns="91440" bIns="45720" numCol="1" anchor="t" anchorCtr="0" compatLnSpc="1">
              <ns1:prstTxWarp prst="textNoShape">
                <ns1:avLst/>
              </ns1:prstTxWarp>
            </ns1:bodyPr>
            <ns1:lstStyle/>
            <ns1:p>
              <ns1:endParaRPr lang="id-ID" sz="2700"/>
            </ns1:p>
          </ns0:txBody>
        </ns0:sp>
        <ns0:sp>
          <ns0:nvSpPr>
            <ns0:cNvPr id="289" name="Freeform 11"/>
            <ns0:cNvSpPr>
              <ns1:spLocks noEditPoints="1"/>
            </ns0:cNvSpPr>
            <ns0:nvPr/>
          </ns0:nvSpPr>
          <ns0:spPr bwMode="auto">
            <ns1:xfrm>
              <ns1:off x="8488363" y="5151438"/>
              <ns1:ext cx="46038" cy="47625"/>
            </ns1:xfrm>
            <ns1:custGeom>
              <ns1:avLst/>
              <ns1:gdLst>
                <ns1:gd name="T0" fmla="*/ 26 w 53"/>
                <ns1:gd name="T1" fmla="*/ 54 h 54"/>
                <ns1:gd name="T2" fmla="*/ 0 w 53"/>
                <ns1:gd name="T3" fmla="*/ 27 h 54"/>
                <ns1:gd name="T4" fmla="*/ 26 w 53"/>
                <ns1:gd name="T5" fmla="*/ 0 h 54"/>
                <ns1:gd name="T6" fmla="*/ 53 w 53"/>
                <ns1:gd name="T7" fmla="*/ 27 h 54"/>
                <ns1:gd name="T8" fmla="*/ 26 w 53"/>
                <ns1:gd name="T9" fmla="*/ 54 h 54"/>
                <ns1:gd name="T10" fmla="*/ 26 w 53"/>
                <ns1:gd name="T11" fmla="*/ 8 h 54"/>
                <ns1:gd name="T12" fmla="*/ 7 w 53"/>
                <ns1:gd name="T13" fmla="*/ 27 h 54"/>
                <ns1:gd name="T14" fmla="*/ 26 w 53"/>
                <ns1:gd name="T15" fmla="*/ 46 h 54"/>
                <ns1:gd name="T16" fmla="*/ 45 w 53"/>
                <ns1:gd name="T17" fmla="*/ 27 h 54"/>
                <ns1:gd name="T18" fmla="*/ 26 w 53"/>
                <ns1:gd name="T19" fmla="*/ 8 h 54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  <ns1:cxn ang="0">
                  <ns1:pos x="T14" y="T15"/>
                </ns1:cxn>
                <ns1:cxn ang="0">
                  <ns1:pos x="T16" y="T17"/>
                </ns1:cxn>
                <ns1:cxn ang="0">
                  <ns1:pos x="T18" y="T19"/>
                </ns1:cxn>
              </ns1:cxnLst>
              <ns1:rect l="0" t="0" r="r" b="b"/>
              <ns1:pathLst>
                <ns1:path w="53" h="54">
                  <ns1:moveTo>
                    <ns1:pt x="26" y="54"/>
                  </ns1:moveTo>
                  <ns1:cubicBezTo>
                    <ns1:pt x="12" y="54"/>
                    <ns1:pt x="0" y="42"/>
                    <ns1:pt x="0" y="27"/>
                  </ns1:cubicBezTo>
                  <ns1:cubicBezTo>
                    <ns1:pt x="0" y="12"/>
                    <ns1:pt x="12" y="0"/>
                    <ns1:pt x="26" y="0"/>
                  </ns1:cubicBezTo>
                  <ns1:cubicBezTo>
                    <ns1:pt x="41" y="0"/>
                    <ns1:pt x="53" y="12"/>
                    <ns1:pt x="53" y="27"/>
                  </ns1:cubicBezTo>
                  <ns1:cubicBezTo>
                    <ns1:pt x="53" y="42"/>
                    <ns1:pt x="41" y="54"/>
                    <ns1:pt x="26" y="54"/>
                  </ns1:cubicBezTo>
                  <ns1:close/>
                  <ns1:moveTo>
                    <ns1:pt x="26" y="8"/>
                  </ns1:moveTo>
                  <ns1:cubicBezTo>
                    <ns1:pt x="16" y="8"/>
                    <ns1:pt x="7" y="16"/>
                    <ns1:pt x="7" y="27"/>
                  </ns1:cubicBezTo>
                  <ns1:cubicBezTo>
                    <ns1:pt x="7" y="37"/>
                    <ns1:pt x="16" y="46"/>
                    <ns1:pt x="26" y="46"/>
                  </ns1:cubicBezTo>
                  <ns1:cubicBezTo>
                    <ns1:pt x="37" y="46"/>
                    <ns1:pt x="45" y="37"/>
                    <ns1:pt x="45" y="27"/>
                  </ns1:cubicBezTo>
                  <ns1:cubicBezTo>
                    <ns1:pt x="45" y="16"/>
                    <ns1:pt x="37" y="8"/>
                    <ns1:pt x="26" y="8"/>
                  </ns1:cubicBezTo>
                  <ns1:close/>
                </ns1:path>
              </ns1:pathLst>
            </ns1:custGeom>
            <ns1:grpFill/>
            <ns1:ln>
              <ns1:noFill/>
            </ns1:ln>
            <ns1:extLst>
              <ns1:ext uri="{91240B29-F687-4F45-9708-019B960494DF}">
                <ns2:hiddenLine w="9525">
                  <ns1:solidFill>
                    <ns1:srgbClr val="000000"/>
                  </ns1:solidFill>
                  <ns1:round/>
                  <ns1:headEnd/>
                  <ns1:tailEnd/>
                </ns2:hiddenLine>
              </ns1:ext>
            </ns1:extLst>
          </ns0:spPr>
          <ns0:txBody>
            <ns1:bodyPr vert="horz" wrap="square" lIns="91440" tIns="45720" rIns="91440" bIns="45720" numCol="1" anchor="t" anchorCtr="0" compatLnSpc="1">
              <ns1:prstTxWarp prst="textNoShape">
                <ns1:avLst/>
              </ns1:prstTxWarp>
            </ns1:bodyPr>
            <ns1:lstStyle/>
            <ns1:p>
              <ns1:endParaRPr lang="id-ID" sz="2700"/>
            </ns1:p>
          </ns0:txBody>
        </ns0:sp>
      </ns0:grpSp>
      <ns0:grpSp>
        <ns0:nvGrpSpPr>
          <ns0:cNvPr id="290" name="Group 289"/>
          <ns0:cNvGrpSpPr/>
          <ns0:nvPr/>
        </ns0:nvGrpSpPr>
        <ns0:grpSpPr>
          <ns1:xfrm>
            <ns1:off x="8383411" y="5305720"/>
            <ns1:ext cx="360006" cy="489750"/>
            <ns1:chOff x="7523163" y="1893888"/>
            <ns1:chExt cx="801688" cy="1090612"/>
          </ns1:xfrm>
          <ns1:solidFill>
            <ns1:schemeClr val="tx1"/>
          </ns1:solidFill>
        </ns0:grpSpPr>
        <ns0:sp>
          <ns0:nvSpPr>
            <ns0:cNvPr id="291" name="Freeform 17"/>
            <ns0:cNvSpPr>
              <ns1:spLocks/>
            </ns0:cNvSpPr>
            <ns0:nvPr/>
          </ns0:nvSpPr>
          <ns0:spPr bwMode="auto">
            <ns1:xfrm>
              <ns1:off x="7823201" y="2260600"/>
              <ns1:ext cx="247650" cy="60325"/>
            </ns1:xfrm>
            <ns1:custGeom>
              <ns1:avLst/>
              <ns1:gdLst>
                <ns1:gd name="T0" fmla="*/ 58 w 65"/>
                <ns1:gd name="T1" fmla="*/ 0 h 16"/>
                <ns1:gd name="T2" fmla="*/ 7 w 65"/>
                <ns1:gd name="T3" fmla="*/ 0 h 16"/>
                <ns1:gd name="T4" fmla="*/ 0 w 65"/>
                <ns1:gd name="T5" fmla="*/ 8 h 16"/>
                <ns1:gd name="T6" fmla="*/ 7 w 65"/>
                <ns1:gd name="T7" fmla="*/ 16 h 16"/>
                <ns1:gd name="T8" fmla="*/ 58 w 65"/>
                <ns1:gd name="T9" fmla="*/ 16 h 16"/>
                <ns1:gd name="T10" fmla="*/ 65 w 65"/>
                <ns1:gd name="T11" fmla="*/ 8 h 16"/>
                <ns1:gd name="T12" fmla="*/ 58 w 65"/>
                <ns1:gd name="T13" fmla="*/ 0 h 16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</ns1:cxnLst>
              <ns1:rect l="0" t="0" r="r" b="b"/>
              <ns1:pathLst>
                <ns1:path w="65" h="16">
                  <ns1:moveTo>
                    <ns1:pt x="58" y="0"/>
                  </ns1:moveTo>
                  <ns1:cubicBezTo>
                    <ns1:pt x="7" y="0"/>
                    <ns1:pt x="7" y="0"/>
                    <ns1:pt x="7" y="0"/>
                  </ns1:cubicBezTo>
                  <ns1:cubicBezTo>
                    <ns1:pt x="3" y="0"/>
                    <ns1:pt x="0" y="4"/>
                    <ns1:pt x="0" y="8"/>
                  </ns1:cubicBezTo>
                  <ns1:cubicBezTo>
                    <ns1:pt x="0" y="12"/>
                    <ns1:pt x="3" y="16"/>
                    <ns1:pt x="7" y="16"/>
                  </ns1:cubicBezTo>
                  <ns1:cubicBezTo>
                    <ns1:pt x="58" y="16"/>
                    <ns1:pt x="58" y="16"/>
                    <ns1:pt x="58" y="16"/>
                  </ns1:cubicBezTo>
                  <ns1:cubicBezTo>
                    <ns1:pt x="62" y="16"/>
                    <ns1:pt x="65" y="12"/>
                    <ns1:pt x="65" y="8"/>
                  </ns1:cubicBezTo>
                  <ns1:cubicBezTo>
                    <ns1:pt x="65" y="4"/>
                    <ns1:pt x="62" y="0"/>
                    <ns1:pt x="58" y="0"/>
                  </ns1:cubicBezTo>
                  <ns1:close/>
                </ns1:path>
              </ns1:pathLst>
            </ns1:custGeom>
            <ns1:grpFill/>
            <ns1:ln>
              <ns1:noFill/>
            </ns1:ln>
            <ns1:extLst>
              <ns1:ext uri="{91240B29-F687-4F45-9708-019B960494DF}">
                <ns2:hiddenLine w="9525">
                  <ns1:solidFill>
                    <ns1:srgbClr val="000000"/>
                  </ns1:solidFill>
                  <ns1:round/>
                  <ns1:headEnd/>
                  <ns1:tailEnd/>
                </ns2:hiddenLine>
              </ns1:ext>
            </ns1:extLst>
          </ns0:spPr>
          <ns0:txBody>
            <ns1:bodyPr vert="horz" wrap="square" lIns="91440" tIns="45720" rIns="91440" bIns="45720" numCol="1" anchor="t" anchorCtr="0" compatLnSpc="1">
              <ns1:prstTxWarp prst="textNoShape">
                <ns1:avLst/>
              </ns1:prstTxWarp>
            </ns1:bodyPr>
            <ns1:lstStyle/>
            <ns1:p>
              <ns1:endParaRPr lang="id-ID" sz="2700"/>
            </ns1:p>
          </ns0:txBody>
        </ns0:sp>
        <ns0:sp>
          <ns0:nvSpPr>
            <ns0:cNvPr id="292" name="Freeform 18"/>
            <ns0:cNvSpPr>
              <ns1:spLocks/>
            </ns0:cNvSpPr>
            <ns0:nvPr/>
          </ns0:nvSpPr>
          <ns0:spPr bwMode="auto">
            <ns1:xfrm>
              <ns1:off x="7823201" y="2427288"/>
              <ns1:ext cx="247650" cy="60325"/>
            </ns1:xfrm>
            <ns1:custGeom>
              <ns1:avLst/>
              <ns1:gdLst>
                <ns1:gd name="T0" fmla="*/ 65 w 65"/>
                <ns1:gd name="T1" fmla="*/ 8 h 16"/>
                <ns1:gd name="T2" fmla="*/ 58 w 65"/>
                <ns1:gd name="T3" fmla="*/ 0 h 16"/>
                <ns1:gd name="T4" fmla="*/ 7 w 65"/>
                <ns1:gd name="T5" fmla="*/ 0 h 16"/>
                <ns1:gd name="T6" fmla="*/ 0 w 65"/>
                <ns1:gd name="T7" fmla="*/ 8 h 16"/>
                <ns1:gd name="T8" fmla="*/ 7 w 65"/>
                <ns1:gd name="T9" fmla="*/ 16 h 16"/>
                <ns1:gd name="T10" fmla="*/ 58 w 65"/>
                <ns1:gd name="T11" fmla="*/ 16 h 16"/>
                <ns1:gd name="T12" fmla="*/ 65 w 65"/>
                <ns1:gd name="T13" fmla="*/ 8 h 16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</ns1:cxnLst>
              <ns1:rect l="0" t="0" r="r" b="b"/>
              <ns1:pathLst>
                <ns1:path w="65" h="16">
                  <ns1:moveTo>
                    <ns1:pt x="65" y="8"/>
                  </ns1:moveTo>
                  <ns1:cubicBezTo>
                    <ns1:pt x="65" y="4"/>
                    <ns1:pt x="62" y="0"/>
                    <ns1:pt x="58" y="0"/>
                  </ns1:cubicBezTo>
                  <ns1:cubicBezTo>
                    <ns1:pt x="7" y="0"/>
                    <ns1:pt x="7" y="0"/>
                    <ns1:pt x="7" y="0"/>
                  </ns1:cubicBezTo>
                  <ns1:cubicBezTo>
                    <ns1:pt x="3" y="0"/>
                    <ns1:pt x="0" y="4"/>
                    <ns1:pt x="0" y="8"/>
                  </ns1:cubicBezTo>
                  <ns1:cubicBezTo>
                    <ns1:pt x="0" y="12"/>
                    <ns1:pt x="3" y="16"/>
                    <ns1:pt x="7" y="16"/>
                  </ns1:cubicBezTo>
                  <ns1:cubicBezTo>
                    <ns1:pt x="58" y="16"/>
                    <ns1:pt x="58" y="16"/>
                    <ns1:pt x="58" y="16"/>
                  </ns1:cubicBezTo>
                  <ns1:cubicBezTo>
                    <ns1:pt x="62" y="16"/>
                    <ns1:pt x="65" y="12"/>
                    <ns1:pt x="65" y="8"/>
                  </ns1:cubicBezTo>
                  <ns1:close/>
                </ns1:path>
              </ns1:pathLst>
            </ns1:custGeom>
            <ns1:grpFill/>
            <ns1:ln>
              <ns1:noFill/>
            </ns1:ln>
            <ns1:extLst>
              <ns1:ext uri="{91240B29-F687-4F45-9708-019B960494DF}">
                <ns2:hiddenLine w="9525">
                  <ns1:solidFill>
                    <ns1:srgbClr val="000000"/>
                  </ns1:solidFill>
                  <ns1:round/>
                  <ns1:headEnd/>
                  <ns1:tailEnd/>
                </ns2:hiddenLine>
              </ns1:ext>
            </ns1:extLst>
          </ns0:spPr>
          <ns0:txBody>
            <ns1:bodyPr vert="horz" wrap="square" lIns="91440" tIns="45720" rIns="91440" bIns="45720" numCol="1" anchor="t" anchorCtr="0" compatLnSpc="1">
              <ns1:prstTxWarp prst="textNoShape">
                <ns1:avLst/>
              </ns1:prstTxWarp>
            </ns1:bodyPr>
            <ns1:lstStyle/>
            <ns1:p>
              <ns1:endParaRPr lang="id-ID" sz="2700"/>
            </ns1:p>
          </ns0:txBody>
        </ns0:sp>
        <ns0:sp>
          <ns0:nvSpPr>
            <ns0:cNvPr id="293" name="Freeform 19"/>
            <ns0:cNvSpPr>
              <ns1:spLocks noEditPoints="1"/>
            </ns0:cNvSpPr>
            <ns0:nvPr/>
          </ns0:nvSpPr>
          <ns0:spPr bwMode="auto">
            <ns1:xfrm>
              <ns1:off x="7694613" y="2238375"/>
              <ns1:ext cx="103188" cy="104775"/>
            </ns1:xfrm>
            <ns1:custGeom>
              <ns1:avLst/>
              <ns1:gdLst>
                <ns1:gd name="T0" fmla="*/ 65 w 65"/>
                <ns1:gd name="T1" fmla="*/ 0 h 66"/>
                <ns1:gd name="T2" fmla="*/ 0 w 65"/>
                <ns1:gd name="T3" fmla="*/ 0 h 66"/>
                <ns1:gd name="T4" fmla="*/ 0 w 65"/>
                <ns1:gd name="T5" fmla="*/ 66 h 66"/>
                <ns1:gd name="T6" fmla="*/ 65 w 65"/>
                <ns1:gd name="T7" fmla="*/ 66 h 66"/>
                <ns1:gd name="T8" fmla="*/ 65 w 65"/>
                <ns1:gd name="T9" fmla="*/ 0 h 66"/>
                <ns1:gd name="T10" fmla="*/ 48 w 65"/>
                <ns1:gd name="T11" fmla="*/ 50 h 66"/>
                <ns1:gd name="T12" fmla="*/ 17 w 65"/>
                <ns1:gd name="T13" fmla="*/ 50 h 66"/>
                <ns1:gd name="T14" fmla="*/ 17 w 65"/>
                <ns1:gd name="T15" fmla="*/ 19 h 66"/>
                <ns1:gd name="T16" fmla="*/ 48 w 65"/>
                <ns1:gd name="T17" fmla="*/ 19 h 66"/>
                <ns1:gd name="T18" fmla="*/ 48 w 65"/>
                <ns1:gd name="T19" fmla="*/ 50 h 66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  <ns1:cxn ang="0">
                  <ns1:pos x="T14" y="T15"/>
                </ns1:cxn>
                <ns1:cxn ang="0">
                  <ns1:pos x="T16" y="T17"/>
                </ns1:cxn>
                <ns1:cxn ang="0">
                  <ns1:pos x="T18" y="T19"/>
                </ns1:cxn>
              </ns1:cxnLst>
              <ns1:rect l="0" t="0" r="r" b="b"/>
              <ns1:pathLst>
                <ns1:path w="65" h="66">
                  <ns1:moveTo>
                    <ns1:pt x="65" y="0"/>
                  </ns1:moveTo>
                  <ns1:lnTo>
                    <ns1:pt x="0" y="0"/>
                  </ns1:lnTo>
                  <ns1:lnTo>
                    <ns1:pt x="0" y="66"/>
                  </ns1:lnTo>
                  <ns1:lnTo>
                    <ns1:pt x="65" y="66"/>
                  </ns1:lnTo>
                  <ns1:lnTo>
                    <ns1:pt x="65" y="0"/>
                  </ns1:lnTo>
                  <ns1:close/>
                  <ns1:moveTo>
                    <ns1:pt x="48" y="50"/>
                  </ns1:moveTo>
                  <ns1:lnTo>
                    <ns1:pt x="17" y="50"/>
                  </ns1:lnTo>
                  <ns1:lnTo>
                    <ns1:pt x="17" y="19"/>
                  </ns1:lnTo>
                  <ns1:lnTo>
                    <ns1:pt x="48" y="19"/>
                  </ns1:lnTo>
                  <ns1:lnTo>
                    <ns1:pt x="48" y="50"/>
                  </ns1:lnTo>
                  <ns1:close/>
                </ns1:path>
              </ns1:pathLst>
            </ns1:custGeom>
            <ns1:grpFill/>
            <ns1:ln>
              <ns1:noFill/>
            </ns1:ln>
            <ns1:extLst>
              <ns1:ext uri="{91240B29-F687-4F45-9708-019B960494DF}">
                <ns2:hiddenLine w="9525">
                  <ns1:solidFill>
                    <ns1:srgbClr val="000000"/>
                  </ns1:solidFill>
                  <ns1:round/>
                  <ns1:headEnd/>
                  <ns1:tailEnd/>
                </ns2:hiddenLine>
              </ns1:ext>
            </ns1:extLst>
          </ns0:spPr>
          <ns0:txBody>
            <ns1:bodyPr vert="horz" wrap="square" lIns="91440" tIns="45720" rIns="91440" bIns="45720" numCol="1" anchor="t" anchorCtr="0" compatLnSpc="1">
              <ns1:prstTxWarp prst="textNoShape">
                <ns1:avLst/>
              </ns1:prstTxWarp>
            </ns1:bodyPr>
            <ns1:lstStyle/>
            <ns1:p>
              <ns1:endParaRPr lang="id-ID" sz="2700"/>
            </ns1:p>
          </ns0:txBody>
        </ns0:sp>
        <ns0:sp>
          <ns0:nvSpPr>
            <ns0:cNvPr id="294" name="Freeform 20"/>
            <ns0:cNvSpPr>
              <ns1:spLocks noEditPoints="1"/>
            </ns0:cNvSpPr>
            <ns0:nvPr/>
          </ns0:nvSpPr>
          <ns0:spPr bwMode="auto">
            <ns1:xfrm>
              <ns1:off x="7694613" y="2405063"/>
              <ns1:ext cx="103188" cy="104775"/>
            </ns1:xfrm>
            <ns1:custGeom>
              <ns1:avLst/>
              <ns1:gdLst>
                <ns1:gd name="T0" fmla="*/ 65 w 65"/>
                <ns1:gd name="T1" fmla="*/ 0 h 66"/>
                <ns1:gd name="T2" fmla="*/ 0 w 65"/>
                <ns1:gd name="T3" fmla="*/ 0 h 66"/>
                <ns1:gd name="T4" fmla="*/ 0 w 65"/>
                <ns1:gd name="T5" fmla="*/ 66 h 66"/>
                <ns1:gd name="T6" fmla="*/ 65 w 65"/>
                <ns1:gd name="T7" fmla="*/ 66 h 66"/>
                <ns1:gd name="T8" fmla="*/ 65 w 65"/>
                <ns1:gd name="T9" fmla="*/ 0 h 66"/>
                <ns1:gd name="T10" fmla="*/ 48 w 65"/>
                <ns1:gd name="T11" fmla="*/ 47 h 66"/>
                <ns1:gd name="T12" fmla="*/ 17 w 65"/>
                <ns1:gd name="T13" fmla="*/ 47 h 66"/>
                <ns1:gd name="T14" fmla="*/ 17 w 65"/>
                <ns1:gd name="T15" fmla="*/ 16 h 66"/>
                <ns1:gd name="T16" fmla="*/ 48 w 65"/>
                <ns1:gd name="T17" fmla="*/ 16 h 66"/>
                <ns1:gd name="T18" fmla="*/ 48 w 65"/>
                <ns1:gd name="T19" fmla="*/ 47 h 66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  <ns1:cxn ang="0">
                  <ns1:pos x="T14" y="T15"/>
                </ns1:cxn>
                <ns1:cxn ang="0">
                  <ns1:pos x="T16" y="T17"/>
                </ns1:cxn>
                <ns1:cxn ang="0">
                  <ns1:pos x="T18" y="T19"/>
                </ns1:cxn>
              </ns1:cxnLst>
              <ns1:rect l="0" t="0" r="r" b="b"/>
              <ns1:pathLst>
                <ns1:path w="65" h="66">
                  <ns1:moveTo>
                    <ns1:pt x="65" y="0"/>
                  </ns1:moveTo>
                  <ns1:lnTo>
                    <ns1:pt x="0" y="0"/>
                  </ns1:lnTo>
                  <ns1:lnTo>
                    <ns1:pt x="0" y="66"/>
                  </ns1:lnTo>
                  <ns1:lnTo>
                    <ns1:pt x="65" y="66"/>
                  </ns1:lnTo>
                  <ns1:lnTo>
                    <ns1:pt x="65" y="0"/>
                  </ns1:lnTo>
                  <ns1:close/>
                  <ns1:moveTo>
                    <ns1:pt x="48" y="47"/>
                  </ns1:moveTo>
                  <ns1:lnTo>
                    <ns1:pt x="17" y="47"/>
                  </ns1:lnTo>
                  <ns1:lnTo>
                    <ns1:pt x="17" y="16"/>
                  </ns1:lnTo>
                  <ns1:lnTo>
                    <ns1:pt x="48" y="16"/>
                  </ns1:lnTo>
                  <ns1:lnTo>
                    <ns1:pt x="48" y="47"/>
                  </ns1:lnTo>
                  <ns1:close/>
                </ns1:path>
              </ns1:pathLst>
            </ns1:custGeom>
            <ns1:grpFill/>
            <ns1:ln>
              <ns1:noFill/>
            </ns1:ln>
            <ns1:extLst>
              <ns1:ext uri="{91240B29-F687-4F45-9708-019B960494DF}">
                <ns2:hiddenLine w="9525">
                  <ns1:solidFill>
                    <ns1:srgbClr val="000000"/>
                  </ns1:solidFill>
                  <ns1:round/>
                  <ns1:headEnd/>
                  <ns1:tailEnd/>
                </ns2:hiddenLine>
              </ns1:ext>
            </ns1:extLst>
          </ns0:spPr>
          <ns0:txBody>
            <ns1:bodyPr vert="horz" wrap="square" lIns="91440" tIns="45720" rIns="91440" bIns="45720" numCol="1" anchor="t" anchorCtr="0" compatLnSpc="1">
              <ns1:prstTxWarp prst="textNoShape">
                <ns1:avLst/>
              </ns1:prstTxWarp>
            </ns1:bodyPr>
            <ns1:lstStyle/>
            <ns1:p>
              <ns1:endParaRPr lang="id-ID" sz="2700"/>
            </ns1:p>
          </ns0:txBody>
        </ns0:sp>
        <ns0:sp>
          <ns0:nvSpPr>
            <ns0:cNvPr id="295" name="Freeform 21"/>
            <ns0:cNvSpPr>
              <ns1:spLocks noEditPoints="1"/>
            </ns0:cNvSpPr>
            <ns0:nvPr/>
          </ns0:nvSpPr>
          <ns0:spPr bwMode="auto">
            <ns1:xfrm>
              <ns1:off x="7694613" y="2571750"/>
              <ns1:ext cx="103188" cy="104775"/>
            </ns1:xfrm>
            <ns1:custGeom>
              <ns1:avLst/>
              <ns1:gdLst>
                <ns1:gd name="T0" fmla="*/ 0 w 65"/>
                <ns1:gd name="T1" fmla="*/ 66 h 66"/>
                <ns1:gd name="T2" fmla="*/ 65 w 65"/>
                <ns1:gd name="T3" fmla="*/ 66 h 66"/>
                <ns1:gd name="T4" fmla="*/ 65 w 65"/>
                <ns1:gd name="T5" fmla="*/ 0 h 66"/>
                <ns1:gd name="T6" fmla="*/ 0 w 65"/>
                <ns1:gd name="T7" fmla="*/ 0 h 66"/>
                <ns1:gd name="T8" fmla="*/ 0 w 65"/>
                <ns1:gd name="T9" fmla="*/ 66 h 66"/>
                <ns1:gd name="T10" fmla="*/ 17 w 65"/>
                <ns1:gd name="T11" fmla="*/ 16 h 66"/>
                <ns1:gd name="T12" fmla="*/ 48 w 65"/>
                <ns1:gd name="T13" fmla="*/ 16 h 66"/>
                <ns1:gd name="T14" fmla="*/ 48 w 65"/>
                <ns1:gd name="T15" fmla="*/ 47 h 66"/>
                <ns1:gd name="T16" fmla="*/ 17 w 65"/>
                <ns1:gd name="T17" fmla="*/ 47 h 66"/>
                <ns1:gd name="T18" fmla="*/ 17 w 65"/>
                <ns1:gd name="T19" fmla="*/ 16 h 66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  <ns1:cxn ang="0">
                  <ns1:pos x="T14" y="T15"/>
                </ns1:cxn>
                <ns1:cxn ang="0">
                  <ns1:pos x="T16" y="T17"/>
                </ns1:cxn>
                <ns1:cxn ang="0">
                  <ns1:pos x="T18" y="T19"/>
                </ns1:cxn>
              </ns1:cxnLst>
              <ns1:rect l="0" t="0" r="r" b="b"/>
              <ns1:pathLst>
                <ns1:path w="65" h="66">
                  <ns1:moveTo>
                    <ns1:pt x="0" y="66"/>
                  </ns1:moveTo>
                  <ns1:lnTo>
                    <ns1:pt x="65" y="66"/>
                  </ns1:lnTo>
                  <ns1:lnTo>
                    <ns1:pt x="65" y="0"/>
                  </ns1:lnTo>
                  <ns1:lnTo>
                    <ns1:pt x="0" y="0"/>
                  </ns1:lnTo>
                  <ns1:lnTo>
                    <ns1:pt x="0" y="66"/>
                  </ns1:lnTo>
                  <ns1:close/>
                  <ns1:moveTo>
                    <ns1:pt x="17" y="16"/>
                  </ns1:moveTo>
                  <ns1:lnTo>
                    <ns1:pt x="48" y="16"/>
                  </ns1:lnTo>
                  <ns1:lnTo>
                    <ns1:pt x="48" y="47"/>
                  </ns1:lnTo>
                  <ns1:lnTo>
                    <ns1:pt x="17" y="47"/>
                  </ns1:lnTo>
                  <ns1:lnTo>
                    <ns1:pt x="17" y="16"/>
                  </ns1:lnTo>
                  <ns1:close/>
                </ns1:path>
              </ns1:pathLst>
            </ns1:custGeom>
            <ns1:grpFill/>
            <ns1:ln>
              <ns1:noFill/>
            </ns1:ln>
            <ns1:extLst>
              <ns1:ext uri="{91240B29-F687-4F45-9708-019B960494DF}">
                <ns2:hiddenLine w="9525">
                  <ns1:solidFill>
                    <ns1:srgbClr val="000000"/>
                  </ns1:solidFill>
                  <ns1:round/>
                  <ns1:headEnd/>
                  <ns1:tailEnd/>
                </ns2:hiddenLine>
              </ns1:ext>
            </ns1:extLst>
          </ns0:spPr>
          <ns0:txBody>
            <ns1:bodyPr vert="horz" wrap="square" lIns="91440" tIns="45720" rIns="91440" bIns="45720" numCol="1" anchor="t" anchorCtr="0" compatLnSpc="1">
              <ns1:prstTxWarp prst="textNoShape">
                <ns1:avLst/>
              </ns1:prstTxWarp>
            </ns1:bodyPr>
            <ns1:lstStyle/>
            <ns1:p>
              <ns1:endParaRPr lang="id-ID" sz="2700"/>
            </ns1:p>
          </ns0:txBody>
        </ns0:sp>
        <ns0:sp>
          <ns0:nvSpPr>
            <ns0:cNvPr id="296" name="Freeform 22"/>
            <ns0:cNvSpPr>
              <ns1:spLocks/>
            </ns0:cNvSpPr>
            <ns0:nvPr/>
          </ns0:nvSpPr>
          <ns0:spPr bwMode="auto">
            <ns1:xfrm>
              <ns1:off x="7823201" y="2593975"/>
              <ns1:ext cx="201613" cy="57150"/>
            </ns1:xfrm>
            <ns1:custGeom>
              <ns1:avLst/>
              <ns1:gdLst>
                <ns1:gd name="T0" fmla="*/ 0 w 53"/>
                <ns1:gd name="T1" fmla="*/ 8 h 15"/>
                <ns1:gd name="T2" fmla="*/ 7 w 53"/>
                <ns1:gd name="T3" fmla="*/ 15 h 15"/>
                <ns1:gd name="T4" fmla="*/ 35 w 53"/>
                <ns1:gd name="T5" fmla="*/ 15 h 15"/>
                <ns1:gd name="T6" fmla="*/ 53 w 53"/>
                <ns1:gd name="T7" fmla="*/ 0 h 15"/>
                <ns1:gd name="T8" fmla="*/ 7 w 53"/>
                <ns1:gd name="T9" fmla="*/ 0 h 15"/>
                <ns1:gd name="T10" fmla="*/ 0 w 53"/>
                <ns1:gd name="T11" fmla="*/ 8 h 15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</ns1:cxnLst>
              <ns1:rect l="0" t="0" r="r" b="b"/>
              <ns1:pathLst>
                <ns1:path w="53" h="15">
                  <ns1:moveTo>
                    <ns1:pt x="0" y="8"/>
                  </ns1:moveTo>
                  <ns1:cubicBezTo>
                    <ns1:pt x="0" y="12"/>
                    <ns1:pt x="3" y="15"/>
                    <ns1:pt x="7" y="15"/>
                  </ns1:cubicBezTo>
                  <ns1:cubicBezTo>
                    <ns1:pt x="35" y="15"/>
                    <ns1:pt x="35" y="15"/>
                    <ns1:pt x="35" y="15"/>
                  </ns1:cubicBezTo>
                  <ns1:cubicBezTo>
                    <ns1:pt x="40" y="9"/>
                    <ns1:pt x="46" y="4"/>
                    <ns1:pt x="53" y="0"/>
                  </ns1:cubicBezTo>
                  <ns1:cubicBezTo>
                    <ns1:pt x="7" y="0"/>
                    <ns1:pt x="7" y="0"/>
                    <ns1:pt x="7" y="0"/>
                  </ns1:cubicBezTo>
                  <ns1:cubicBezTo>
                    <ns1:pt x="3" y="0"/>
                    <ns1:pt x="0" y="3"/>
                    <ns1:pt x="0" y="8"/>
                  </ns1:cubicBezTo>
                  <ns1:close/>
                </ns1:path>
              </ns1:pathLst>
            </ns1:custGeom>
            <ns1:grpFill/>
            <ns1:ln>
              <ns1:noFill/>
            </ns1:ln>
            <ns1:extLst>
              <ns1:ext uri="{91240B29-F687-4F45-9708-019B960494DF}">
                <ns2:hiddenLine w="9525">
                  <ns1:solidFill>
                    <ns1:srgbClr val="000000"/>
                  </ns1:solidFill>
                  <ns1:round/>
                  <ns1:headEnd/>
                  <ns1:tailEnd/>
                </ns2:hiddenLine>
              </ns1:ext>
            </ns1:extLst>
          </ns0:spPr>
          <ns0:txBody>
            <ns1:bodyPr vert="horz" wrap="square" lIns="91440" tIns="45720" rIns="91440" bIns="45720" numCol="1" anchor="t" anchorCtr="0" compatLnSpc="1">
              <ns1:prstTxWarp prst="textNoShape">
                <ns1:avLst/>
              </ns1:prstTxWarp>
            </ns1:bodyPr>
            <ns1:lstStyle/>
            <ns1:p>
              <ns1:endParaRPr lang="id-ID" sz="2700"/>
            </ns1:p>
          </ns0:txBody>
        </ns0:sp>
        <ns0:sp>
          <ns0:nvSpPr>
            <ns0:cNvPr id="297" name="Freeform 23"/>
            <ns0:cNvSpPr>
              <ns1:spLocks noEditPoints="1"/>
            </ns0:cNvSpPr>
            <ns0:nvPr/>
          </ns0:nvSpPr>
          <ns0:spPr bwMode="auto">
            <ns1:xfrm>
              <ns1:off x="7523163" y="1893888"/>
              <ns1:ext cx="719138" cy="1006475"/>
            </ns1:xfrm>
            <ns1:custGeom>
              <ns1:avLst/>
              <ns1:gdLst>
                <ns1:gd name="T0" fmla="*/ 48 w 189"/>
                <ns1:gd name="T1" fmla="*/ 244 h 266"/>
                <ns1:gd name="T2" fmla="*/ 22 w 189"/>
                <ns1:gd name="T3" fmla="*/ 218 h 266"/>
                <ns1:gd name="T4" fmla="*/ 22 w 189"/>
                <ns1:gd name="T5" fmla="*/ 80 h 266"/>
                <ns1:gd name="T6" fmla="*/ 48 w 189"/>
                <ns1:gd name="T7" fmla="*/ 54 h 266"/>
                <ns1:gd name="T8" fmla="*/ 57 w 189"/>
                <ns1:gd name="T9" fmla="*/ 54 h 266"/>
                <ns1:gd name="T10" fmla="*/ 69 w 189"/>
                <ns1:gd name="T11" fmla="*/ 63 h 266"/>
                <ns1:gd name="T12" fmla="*/ 121 w 189"/>
                <ns1:gd name="T13" fmla="*/ 63 h 266"/>
                <ns1:gd name="T14" fmla="*/ 133 w 189"/>
                <ns1:gd name="T15" fmla="*/ 54 h 266"/>
                <ns1:gd name="T16" fmla="*/ 141 w 189"/>
                <ns1:gd name="T17" fmla="*/ 54 h 266"/>
                <ns1:gd name="T18" fmla="*/ 167 w 189"/>
                <ns1:gd name="T19" fmla="*/ 80 h 266"/>
                <ns1:gd name="T20" fmla="*/ 167 w 189"/>
                <ns1:gd name="T21" fmla="*/ 178 h 266"/>
                <ns1:gd name="T22" fmla="*/ 189 w 189"/>
                <ns1:gd name="T23" fmla="*/ 184 h 266"/>
                <ns1:gd name="T24" fmla="*/ 189 w 189"/>
                <ns1:gd name="T25" fmla="*/ 80 h 266"/>
                <ns1:gd name="T26" fmla="*/ 141 w 189"/>
                <ns1:gd name="T27" fmla="*/ 32 h 266"/>
                <ns1:gd name="T28" fmla="*/ 133 w 189"/>
                <ns1:gd name="T29" fmla="*/ 32 h 266"/>
                <ns1:gd name="T30" fmla="*/ 121 w 189"/>
                <ns1:gd name="T31" fmla="*/ 22 h 266"/>
                <ns1:gd name="T32" fmla="*/ 117 w 189"/>
                <ns1:gd name="T33" fmla="*/ 22 h 266"/>
                <ns1:gd name="T34" fmla="*/ 95 w 189"/>
                <ns1:gd name="T35" fmla="*/ 0 h 266"/>
                <ns1:gd name="T36" fmla="*/ 72 w 189"/>
                <ns1:gd name="T37" fmla="*/ 22 h 266"/>
                <ns1:gd name="T38" fmla="*/ 69 w 189"/>
                <ns1:gd name="T39" fmla="*/ 22 h 266"/>
                <ns1:gd name="T40" fmla="*/ 56 w 189"/>
                <ns1:gd name="T41" fmla="*/ 32 h 266"/>
                <ns1:gd name="T42" fmla="*/ 48 w 189"/>
                <ns1:gd name="T43" fmla="*/ 32 h 266"/>
                <ns1:gd name="T44" fmla="*/ 0 w 189"/>
                <ns1:gd name="T45" fmla="*/ 80 h 266"/>
                <ns1:gd name="T46" fmla="*/ 0 w 189"/>
                <ns1:gd name="T47" fmla="*/ 218 h 266"/>
                <ns1:gd name="T48" fmla="*/ 48 w 189"/>
                <ns1:gd name="T49" fmla="*/ 266 h 266"/>
                <ns1:gd name="T50" fmla="*/ 107 w 189"/>
                <ns1:gd name="T51" fmla="*/ 266 h 266"/>
                <ns1:gd name="T52" fmla="*/ 101 w 189"/>
                <ns1:gd name="T53" fmla="*/ 244 h 266"/>
                <ns1:gd name="T54" fmla="*/ 48 w 189"/>
                <ns1:gd name="T55" fmla="*/ 244 h 266"/>
                <ns1:gd name="T56" fmla="*/ 95 w 189"/>
                <ns1:gd name="T57" fmla="*/ 14 h 266"/>
                <ns1:gd name="T58" fmla="*/ 103 w 189"/>
                <ns1:gd name="T59" fmla="*/ 22 h 266"/>
                <ns1:gd name="T60" fmla="*/ 86 w 189"/>
                <ns1:gd name="T61" fmla="*/ 22 h 266"/>
                <ns1:gd name="T62" fmla="*/ 95 w 189"/>
                <ns1:gd name="T63" fmla="*/ 14 h 266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  <ns1:cxn ang="0">
                  <ns1:pos x="T14" y="T15"/>
                </ns1:cxn>
                <ns1:cxn ang="0">
                  <ns1:pos x="T16" y="T17"/>
                </ns1:cxn>
                <ns1:cxn ang="0">
                  <ns1:pos x="T18" y="T19"/>
                </ns1:cxn>
                <ns1:cxn ang="0">
                  <ns1:pos x="T20" y="T21"/>
                </ns1:cxn>
                <ns1:cxn ang="0">
                  <ns1:pos x="T22" y="T23"/>
                </ns1:cxn>
                <ns1:cxn ang="0">
                  <ns1:pos x="T24" y="T25"/>
                </ns1:cxn>
                <ns1:cxn ang="0">
                  <ns1:pos x="T26" y="T27"/>
                </ns1:cxn>
                <ns1:cxn ang="0">
                  <ns1:pos x="T28" y="T29"/>
                </ns1:cxn>
                <ns1:cxn ang="0">
                  <ns1:pos x="T30" y="T31"/>
                </ns1:cxn>
                <ns1:cxn ang="0">
                  <ns1:pos x="T32" y="T33"/>
                </ns1:cxn>
                <ns1:cxn ang="0">
                  <ns1:pos x="T34" y="T35"/>
                </ns1:cxn>
                <ns1:cxn ang="0">
                  <ns1:pos x="T36" y="T37"/>
                </ns1:cxn>
                <ns1:cxn ang="0">
                  <ns1:pos x="T38" y="T39"/>
                </ns1:cxn>
                <ns1:cxn ang="0">
                  <ns1:pos x="T40" y="T41"/>
                </ns1:cxn>
                <ns1:cxn ang="0">
                  <ns1:pos x="T42" y="T43"/>
                </ns1:cxn>
                <ns1:cxn ang="0">
                  <ns1:pos x="T44" y="T45"/>
                </ns1:cxn>
                <ns1:cxn ang="0">
                  <ns1:pos x="T46" y="T47"/>
                </ns1:cxn>
                <ns1:cxn ang="0">
                  <ns1:pos x="T48" y="T49"/>
                </ns1:cxn>
                <ns1:cxn ang="0">
                  <ns1:pos x="T50" y="T51"/>
                </ns1:cxn>
                <ns1:cxn ang="0">
                  <ns1:pos x="T52" y="T53"/>
                </ns1:cxn>
                <ns1:cxn ang="0">
                  <ns1:pos x="T54" y="T55"/>
                </ns1:cxn>
                <ns1:cxn ang="0">
                  <ns1:pos x="T56" y="T57"/>
                </ns1:cxn>
                <ns1:cxn ang="0">
                  <ns1:pos x="T58" y="T59"/>
                </ns1:cxn>
                <ns1:cxn ang="0">
                  <ns1:pos x="T60" y="T61"/>
                </ns1:cxn>
                <ns1:cxn ang="0">
                  <ns1:pos x="T62" y="T63"/>
                </ns1:cxn>
              </ns1:cxnLst>
              <ns1:rect l="0" t="0" r="r" b="b"/>
              <ns1:pathLst>
                <ns1:path w="189" h="266">
                  <ns1:moveTo>
                    <ns1:pt x="48" y="244"/>
                  </ns1:moveTo>
                  <ns1:cubicBezTo>
                    <ns1:pt x="34" y="244"/>
                    <ns1:pt x="22" y="232"/>
                    <ns1:pt x="22" y="218"/>
                  </ns1:cubicBezTo>
                  <ns1:cubicBezTo>
                    <ns1:pt x="22" y="80"/>
                    <ns1:pt x="22" y="80"/>
                    <ns1:pt x="22" y="80"/>
                  </ns1:cubicBezTo>
                  <ns1:cubicBezTo>
                    <ns1:pt x="22" y="65"/>
                    <ns1:pt x="34" y="54"/>
                    <ns1:pt x="48" y="54"/>
                  </ns1:cubicBezTo>
                  <ns1:cubicBezTo>
                    <ns1:pt x="57" y="54"/>
                    <ns1:pt x="57" y="54"/>
                    <ns1:pt x="57" y="54"/>
                  </ns1:cubicBezTo>
                  <ns1:cubicBezTo>
                    <ns1:pt x="58" y="59"/>
                    <ns1:pt x="63" y="63"/>
                    <ns1:pt x="69" y="63"/>
                  </ns1:cubicBezTo>
                  <ns1:cubicBezTo>
                    <ns1:pt x="121" y="63"/>
                    <ns1:pt x="121" y="63"/>
                    <ns1:pt x="121" y="63"/>
                  </ns1:cubicBezTo>
                  <ns1:cubicBezTo>
                    <ns1:pt x="126" y="63"/>
                    <ns1:pt x="131" y="59"/>
                    <ns1:pt x="133" y="54"/>
                  </ns1:cubicBezTo>
                  <ns1:cubicBezTo>
                    <ns1:pt x="141" y="54"/>
                    <ns1:pt x="141" y="54"/>
                    <ns1:pt x="141" y="54"/>
                  </ns1:cubicBezTo>
                  <ns1:cubicBezTo>
                    <ns1:pt x="155" y="54"/>
                    <ns1:pt x="167" y="65"/>
                    <ns1:pt x="167" y="80"/>
                  </ns1:cubicBezTo>
                  <ns1:cubicBezTo>
                    <ns1:pt x="167" y="178"/>
                    <ns1:pt x="167" y="178"/>
                    <ns1:pt x="167" y="178"/>
                  </ns1:cubicBezTo>
                  <ns1:cubicBezTo>
                    <ns1:pt x="175" y="179"/>
                    <ns1:pt x="182" y="181"/>
                    <ns1:pt x="189" y="184"/>
                  </ns1:cubicBezTo>
                  <ns1:cubicBezTo>
                    <ns1:pt x="189" y="80"/>
                    <ns1:pt x="189" y="80"/>
                    <ns1:pt x="189" y="80"/>
                  </ns1:cubicBezTo>
                  <ns1:cubicBezTo>
                    <ns1:pt x="189" y="53"/>
                    <ns1:pt x="167" y="32"/>
                    <ns1:pt x="141" y="32"/>
                  </ns1:cubicBezTo>
                  <ns1:cubicBezTo>
                    <ns1:pt x="133" y="32"/>
                    <ns1:pt x="133" y="32"/>
                    <ns1:pt x="133" y="32"/>
                  </ns1:cubicBezTo>
                  <ns1:cubicBezTo>
                    <ns1:pt x="131" y="26"/>
                    <ns1:pt x="126" y="22"/>
                    <ns1:pt x="121" y="22"/>
                  </ns1:cubicBezTo>
                  <ns1:cubicBezTo>
                    <ns1:pt x="117" y="22"/>
                    <ns1:pt x="117" y="22"/>
                    <ns1:pt x="117" y="22"/>
                  </ns1:cubicBezTo>
                  <ns1:cubicBezTo>
                    <ns1:pt x="117" y="10"/>
                    <ns1:pt x="107" y="0"/>
                    <ns1:pt x="95" y="0"/>
                  </ns1:cubicBezTo>
                  <ns1:cubicBezTo>
                    <ns1:pt x="82" y="0"/>
                    <ns1:pt x="72" y="10"/>
                    <ns1:pt x="72" y="22"/>
                  </ns1:cubicBezTo>
                  <ns1:cubicBezTo>
                    <ns1:pt x="69" y="22"/>
                    <ns1:pt x="69" y="22"/>
                    <ns1:pt x="69" y="22"/>
                  </ns1:cubicBezTo>
                  <ns1:cubicBezTo>
                    <ns1:pt x="63" y="22"/>
                    <ns1:pt x="58" y="26"/>
                    <ns1:pt x="56" y="32"/>
                  </ns1:cubicBezTo>
                  <ns1:cubicBezTo>
                    <ns1:pt x="48" y="32"/>
                    <ns1:pt x="48" y="32"/>
                    <ns1:pt x="48" y="32"/>
                  </ns1:cubicBezTo>
                  <ns1:cubicBezTo>
                    <ns1:pt x="22" y="32"/>
                    <ns1:pt x="0" y="53"/>
                    <ns1:pt x="0" y="80"/>
                  </ns1:cubicBezTo>
                  <ns1:cubicBezTo>
                    <ns1:pt x="0" y="218"/>
                    <ns1:pt x="0" y="218"/>
                    <ns1:pt x="0" y="218"/>
                  </ns1:cubicBezTo>
                  <ns1:cubicBezTo>
                    <ns1:pt x="0" y="244"/>
                    <ns1:pt x="22" y="266"/>
                    <ns1:pt x="48" y="266"/>
                  </ns1:cubicBezTo>
                  <ns1:cubicBezTo>
                    <ns1:pt x="107" y="266"/>
                    <ns1:pt x="107" y="266"/>
                    <ns1:pt x="107" y="266"/>
                  </ns1:cubicBezTo>
                  <ns1:cubicBezTo>
                    <ns1:pt x="104" y="259"/>
                    <ns1:pt x="102" y="252"/>
                    <ns1:pt x="101" y="244"/>
                  </ns1:cubicBezTo>
                  <ns1:lnTo>
                    <ns1:pt x="48" y="244"/>
                  </ns1:lnTo>
                  <ns1:close/>
                  <ns1:moveTo>
                    <ns1:pt x="95" y="14"/>
                  </ns1:moveTo>
                  <ns1:cubicBezTo>
                    <ns1:pt x="99" y="14"/>
                    <ns1:pt x="103" y="17"/>
                    <ns1:pt x="103" y="22"/>
                  </ns1:cubicBezTo>
                  <ns1:cubicBezTo>
                    <ns1:pt x="86" y="22"/>
                    <ns1:pt x="86" y="22"/>
                    <ns1:pt x="86" y="22"/>
                  </ns1:cubicBezTo>
                  <ns1:cubicBezTo>
                    <ns1:pt x="86" y="17"/>
                    <ns1:pt x="90" y="14"/>
                    <ns1:pt x="95" y="14"/>
                  </ns1:cubicBezTo>
                  <ns1:close/>
                </ns1:path>
              </ns1:pathLst>
            </ns1:custGeom>
            <ns1:grpFill/>
            <ns1:ln>
              <ns1:noFill/>
            </ns1:ln>
            <ns1:extLst>
              <ns1:ext uri="{91240B29-F687-4F45-9708-019B960494DF}">
                <ns2:hiddenLine w="9525">
                  <ns1:solidFill>
                    <ns1:srgbClr val="000000"/>
                  </ns1:solidFill>
                  <ns1:round/>
                  <ns1:headEnd/>
                  <ns1:tailEnd/>
                </ns2:hiddenLine>
              </ns1:ext>
            </ns1:extLst>
          </ns0:spPr>
          <ns0:txBody>
            <ns1:bodyPr vert="horz" wrap="square" lIns="91440" tIns="45720" rIns="91440" bIns="45720" numCol="1" anchor="t" anchorCtr="0" compatLnSpc="1">
              <ns1:prstTxWarp prst="textNoShape">
                <ns1:avLst/>
              </ns1:prstTxWarp>
            </ns1:bodyPr>
            <ns1:lstStyle/>
            <ns1:p>
              <ns1:endParaRPr lang="id-ID" sz="2700"/>
            </ns1:p>
          </ns0:txBody>
        </ns0:sp>
        <ns0:sp>
          <ns0:nvSpPr>
            <ns0:cNvPr id="298" name="Freeform 24"/>
            <ns0:cNvSpPr>
              <ns1:spLocks noEditPoints="1"/>
            </ns0:cNvSpPr>
            <ns0:nvPr/>
          </ns0:nvSpPr>
          <ns0:spPr bwMode="auto">
            <ns1:xfrm>
              <ns1:off x="7948613" y="2605088"/>
              <ns1:ext cx="376238" cy="379412"/>
            </ns1:xfrm>
            <ns1:custGeom>
              <ns1:avLst/>
              <ns1:gdLst>
                <ns1:gd name="T0" fmla="*/ 49 w 99"/>
                <ns1:gd name="T1" fmla="*/ 0 h 100"/>
                <ns1:gd name="T2" fmla="*/ 0 w 99"/>
                <ns1:gd name="T3" fmla="*/ 50 h 100"/>
                <ns1:gd name="T4" fmla="*/ 49 w 99"/>
                <ns1:gd name="T5" fmla="*/ 100 h 100"/>
                <ns1:gd name="T6" fmla="*/ 99 w 99"/>
                <ns1:gd name="T7" fmla="*/ 50 h 100"/>
                <ns1:gd name="T8" fmla="*/ 49 w 99"/>
                <ns1:gd name="T9" fmla="*/ 0 h 100"/>
                <ns1:gd name="T10" fmla="*/ 45 w 99"/>
                <ns1:gd name="T11" fmla="*/ 77 h 100"/>
                <ns1:gd name="T12" fmla="*/ 37 w 99"/>
                <ns1:gd name="T13" fmla="*/ 77 h 100"/>
                <ns1:gd name="T14" fmla="*/ 23 w 99"/>
                <ns1:gd name="T15" fmla="*/ 49 h 100"/>
                <ns1:gd name="T16" fmla="*/ 31 w 99"/>
                <ns1:gd name="T17" fmla="*/ 44 h 100"/>
                <ns1:gd name="T18" fmla="*/ 39 w 99"/>
                <ns1:gd name="T19" fmla="*/ 62 h 100"/>
                <ns1:gd name="T20" fmla="*/ 60 w 99"/>
                <ns1:gd name="T21" fmla="*/ 23 h 100"/>
                <ns1:gd name="T22" fmla="*/ 75 w 99"/>
                <ns1:gd name="T23" fmla="*/ 23 h 100"/>
                <ns1:gd name="T24" fmla="*/ 45 w 99"/>
                <ns1:gd name="T25" fmla="*/ 77 h 100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  <ns1:cxn ang="0">
                  <ns1:pos x="T14" y="T15"/>
                </ns1:cxn>
                <ns1:cxn ang="0">
                  <ns1:pos x="T16" y="T17"/>
                </ns1:cxn>
                <ns1:cxn ang="0">
                  <ns1:pos x="T18" y="T19"/>
                </ns1:cxn>
                <ns1:cxn ang="0">
                  <ns1:pos x="T20" y="T21"/>
                </ns1:cxn>
                <ns1:cxn ang="0">
                  <ns1:pos x="T22" y="T23"/>
                </ns1:cxn>
                <ns1:cxn ang="0">
                  <ns1:pos x="T24" y="T25"/>
                </ns1:cxn>
              </ns1:cxnLst>
              <ns1:rect l="0" t="0" r="r" b="b"/>
              <ns1:pathLst>
                <ns1:path w="99" h="100">
                  <ns1:moveTo>
                    <ns1:pt x="49" y="0"/>
                  </ns1:moveTo>
                  <ns1:cubicBezTo>
                    <ns1:pt x="22" y="0"/>
                    <ns1:pt x="0" y="23"/>
                    <ns1:pt x="0" y="50"/>
                  </ns1:cubicBezTo>
                  <ns1:cubicBezTo>
                    <ns1:pt x="0" y="77"/>
                    <ns1:pt x="22" y="100"/>
                    <ns1:pt x="49" y="100"/>
                  </ns1:cubicBezTo>
                  <ns1:cubicBezTo>
                    <ns1:pt x="76" y="100"/>
                    <ns1:pt x="99" y="77"/>
                    <ns1:pt x="99" y="50"/>
                  </ns1:cubicBezTo>
                  <ns1:cubicBezTo>
                    <ns1:pt x="99" y="23"/>
                    <ns1:pt x="76" y="0"/>
                    <ns1:pt x="49" y="0"/>
                  </ns1:cubicBezTo>
                  <ns1:close/>
                  <ns1:moveTo>
                    <ns1:pt x="45" y="77"/>
                  </ns1:moveTo>
                  <ns1:cubicBezTo>
                    <ns1:pt x="37" y="77"/>
                    <ns1:pt x="37" y="77"/>
                    <ns1:pt x="37" y="77"/>
                  </ns1:cubicBezTo>
                  <ns1:cubicBezTo>
                    <ns1:pt x="23" y="49"/>
                    <ns1:pt x="23" y="49"/>
                    <ns1:pt x="23" y="49"/>
                  </ns1:cubicBezTo>
                  <ns1:cubicBezTo>
                    <ns1:pt x="31" y="44"/>
                    <ns1:pt x="31" y="44"/>
                    <ns1:pt x="31" y="44"/>
                  </ns1:cubicBezTo>
                  <ns1:cubicBezTo>
                    <ns1:pt x="39" y="62"/>
                    <ns1:pt x="39" y="62"/>
                    <ns1:pt x="39" y="62"/>
                  </ns1:cubicBezTo>
                  <ns1:cubicBezTo>
                    <ns1:pt x="60" y="23"/>
                    <ns1:pt x="60" y="23"/>
                    <ns1:pt x="60" y="23"/>
                  </ns1:cubicBezTo>
                  <ns1:cubicBezTo>
                    <ns1:pt x="75" y="23"/>
                    <ns1:pt x="75" y="23"/>
                    <ns1:pt x="75" y="23"/>
                  </ns1:cubicBezTo>
                  <ns1:lnTo>
                    <ns1:pt x="45" y="77"/>
                  </ns1:lnTo>
                  <ns1:close/>
                </ns1:path>
              </ns1:pathLst>
            </ns1:custGeom>
            <ns1:grpFill/>
            <ns1:ln>
              <ns1:noFill/>
            </ns1:ln>
            <ns1:extLst>
              <ns1:ext uri="{91240B29-F687-4F45-9708-019B960494DF}">
                <ns2:hiddenLine w="9525">
                  <ns1:solidFill>
                    <ns1:srgbClr val="000000"/>
                  </ns1:solidFill>
                  <ns1:round/>
                  <ns1:headEnd/>
                  <ns1:tailEnd/>
                </ns2:hiddenLine>
              </ns1:ext>
            </ns1:extLst>
          </ns0:spPr>
          <ns0:txBody>
            <ns1:bodyPr vert="horz" wrap="square" lIns="91440" tIns="45720" rIns="91440" bIns="45720" numCol="1" anchor="t" anchorCtr="0" compatLnSpc="1">
              <ns1:prstTxWarp prst="textNoShape">
                <ns1:avLst/>
              </ns1:prstTxWarp>
            </ns1:bodyPr>
            <ns1:lstStyle/>
            <ns1:p>
              <ns1:endParaRPr lang="id-ID" sz="2700"/>
            </ns1:p>
          </ns0:txBody>
        </ns0:sp>
      </ns0:grpSp>
      <ns0:sp>
        <ns0:nvSpPr>
          <ns0:cNvPr id="299" name="Freeform 5"/>
          <ns0:cNvSpPr>
            <ns1:spLocks noEditPoints="1"/>
          </ns0:cNvSpPr>
          <ns0:nvPr/>
        </ns0:nvSpPr>
        <ns0:spPr bwMode="auto">
          <ns1:xfrm>
            <ns1:off x="10264135" y="5326771"/>
            <ns1:ext cx="369798" cy="447651"/>
          </ns1:xfrm>
          <ns1:custGeom>
            <ns1:avLst/>
            <ns1:gdLst>
              <ns1:gd name="T0" fmla="*/ 791 w 812"/>
              <ns1:gd name="T1" fmla="*/ 578 h 983"/>
              <ns1:gd name="T2" fmla="*/ 697 w 812"/>
              <ns1:gd name="T3" fmla="*/ 481 h 983"/>
              <ns1:gd name="T4" fmla="*/ 543 w 812"/>
              <ns1:gd name="T5" fmla="*/ 441 h 983"/>
              <ns1:gd name="T6" fmla="*/ 504 w 812"/>
              <ns1:gd name="T7" fmla="*/ 400 h 983"/>
              <ns1:gd name="T8" fmla="*/ 541 w 812"/>
              <ns1:gd name="T9" fmla="*/ 311 h 983"/>
              <ns1:gd name="T10" fmla="*/ 543 w 812"/>
              <ns1:gd name="T11" fmla="*/ 311 h 983"/>
              <ns1:gd name="T12" fmla="*/ 571 w 812"/>
              <ns1:gd name="T13" fmla="*/ 222 h 983"/>
              <ns1:gd name="T14" fmla="*/ 584 w 812"/>
              <ns1:gd name="T15" fmla="*/ 153 h 983"/>
              <ns1:gd name="T16" fmla="*/ 524 w 812"/>
              <ns1:gd name="T17" fmla="*/ 34 h 983"/>
              <ns1:gd name="T18" fmla="*/ 486 w 812"/>
              <ns1:gd name="T19" fmla="*/ 16 h 983"/>
              <ns1:gd name="T20" fmla="*/ 371 w 812"/>
              <ns1:gd name="T21" fmla="*/ 0 h 983"/>
              <ns1:gd name="T22" fmla="*/ 315 w 812"/>
              <ns1:gd name="T23" fmla="*/ 29 h 983"/>
              <ns1:gd name="T24" fmla="*/ 256 w 812"/>
              <ns1:gd name="T25" fmla="*/ 49 h 983"/>
              <ns1:gd name="T26" fmla="*/ 227 w 812"/>
              <ns1:gd name="T27" fmla="*/ 128 h 983"/>
              <ns1:gd name="T28" fmla="*/ 237 w 812"/>
              <ns1:gd name="T29" fmla="*/ 227 h 983"/>
              <ns1:gd name="T30" fmla="*/ 261 w 812"/>
              <ns1:gd name="T31" fmla="*/ 311 h 983"/>
              <ns1:gd name="T32" fmla="*/ 262 w 812"/>
              <ns1:gd name="T33" fmla="*/ 311 h 983"/>
              <ns1:gd name="T34" fmla="*/ 280 w 812"/>
              <ns1:gd name="T35" fmla="*/ 352 h 983"/>
              <ns1:gd name="T36" fmla="*/ 286 w 812"/>
              <ns1:gd name="T37" fmla="*/ 420 h 983"/>
              <ns1:gd name="T38" fmla="*/ 190 w 812"/>
              <ns1:gd name="T39" fmla="*/ 462 h 983"/>
              <ns1:gd name="T40" fmla="*/ 41 w 812"/>
              <ns1:gd name="T41" fmla="*/ 534 h 983"/>
              <ns1:gd name="T42" fmla="*/ 21 w 812"/>
              <ns1:gd name="T43" fmla="*/ 579 h 983"/>
              <ns1:gd name="T44" fmla="*/ 60 w 812"/>
              <ns1:gd name="T45" fmla="*/ 924 h 983"/>
              <ns1:gd name="T46" fmla="*/ 406 w 812"/>
              <ns1:gd name="T47" fmla="*/ 983 h 983"/>
              <ns1:gd name="T48" fmla="*/ 753 w 812"/>
              <ns1:gd name="T49" fmla="*/ 924 h 983"/>
              <ns1:gd name="T50" fmla="*/ 791 w 812"/>
              <ns1:gd name="T51" fmla="*/ 579 h 983"/>
              <ns1:gd name="T52" fmla="*/ 410 w 812"/>
              <ns1:gd name="T53" fmla="*/ 542 h 983"/>
              <ns1:gd name="T54" fmla="*/ 526 w 812"/>
              <ns1:gd name="T55" fmla="*/ 464 h 983"/>
              <ns1:gd name="T56" fmla="*/ 342 w 812"/>
              <ns1:gd name="T57" fmla="*/ 589 h 983"/>
              <ns1:gd name="T58" fmla="*/ 308 w 812"/>
              <ns1:gd name="T59" fmla="*/ 437 h 983"/>
              <ns1:gd name="T60" fmla="*/ 402 w 812"/>
              <ns1:gd name="T61" fmla="*/ 542 h 983"/>
              <ns1:gd name="T62" fmla="*/ 755 w 812"/>
              <ns1:gd name="T63" fmla="*/ 857 h 983"/>
              <ns1:gd name="T64" fmla="*/ 406 w 812"/>
              <ns1:gd name="T65" fmla="*/ 928 h 983"/>
              <ns1:gd name="T66" fmla="*/ 58 w 812"/>
              <ns1:gd name="T67" fmla="*/ 857 h 983"/>
              <ns1:gd name="T68" fmla="*/ 73 w 812"/>
              <ns1:gd name="T69" fmla="*/ 595 h 983"/>
              <ns1:gd name="T70" fmla="*/ 135 w 812"/>
              <ns1:gd name="T71" fmla="*/ 532 h 983"/>
              <ns1:gd name="T72" fmla="*/ 272 w 812"/>
              <ns1:gd name="T73" fmla="*/ 499 h 983"/>
              <ns1:gd name="T74" fmla="*/ 332 w 812"/>
              <ns1:gd name="T75" fmla="*/ 633 h 983"/>
              <ns1:gd name="T76" fmla="*/ 378 w 812"/>
              <ns1:gd name="T77" fmla="*/ 597 h 983"/>
              <ns1:gd name="T78" fmla="*/ 327 w 812"/>
              <ns1:gd name="T79" fmla="*/ 840 h 983"/>
              <ns1:gd name="T80" fmla="*/ 486 w 812"/>
              <ns1:gd name="T81" fmla="*/ 840 h 983"/>
              <ns1:gd name="T82" fmla="*/ 435 w 812"/>
              <ns1:gd name="T83" fmla="*/ 597 h 983"/>
              <ns1:gd name="T84" fmla="*/ 481 w 812"/>
              <ns1:gd name="T85" fmla="*/ 633 h 983"/>
              <ns1:gd name="T86" fmla="*/ 541 w 812"/>
              <ns1:gd name="T87" fmla="*/ 499 h 983"/>
              <ns1:gd name="T88" fmla="*/ 677 w 812"/>
              <ns1:gd name="T89" fmla="*/ 532 h 983"/>
              <ns1:gd name="T90" fmla="*/ 739 w 812"/>
              <ns1:gd name="T91" fmla="*/ 595 h 983"/>
              <ns1:gd name="T92" fmla="*/ 755 w 812"/>
              <ns1:gd name="T93" fmla="*/ 857 h 983"/>
            </ns1:gdLst>
            <ns1:ahLst/>
            <ns1:cxnLst>
              <ns1:cxn ang="0">
                <ns1:pos x="T0" y="T1"/>
              </ns1:cxn>
              <ns1:cxn ang="0">
                <ns1:pos x="T2" y="T3"/>
              </ns1:cxn>
              <ns1:cxn ang="0">
                <ns1:pos x="T4" y="T5"/>
              </ns1:cxn>
              <ns1:cxn ang="0">
                <ns1:pos x="T6" y="T7"/>
              </ns1:cxn>
              <ns1:cxn ang="0">
                <ns1:pos x="T8" y="T9"/>
              </ns1:cxn>
              <ns1:cxn ang="0">
                <ns1:pos x="T10" y="T11"/>
              </ns1:cxn>
              <ns1:cxn ang="0">
                <ns1:pos x="T12" y="T13"/>
              </ns1:cxn>
              <ns1:cxn ang="0">
                <ns1:pos x="T14" y="T15"/>
              </ns1:cxn>
              <ns1:cxn ang="0">
                <ns1:pos x="T16" y="T17"/>
              </ns1:cxn>
              <ns1:cxn ang="0">
                <ns1:pos x="T18" y="T19"/>
              </ns1:cxn>
              <ns1:cxn ang="0">
                <ns1:pos x="T20" y="T21"/>
              </ns1:cxn>
              <ns1:cxn ang="0">
                <ns1:pos x="T22" y="T23"/>
              </ns1:cxn>
              <ns1:cxn ang="0">
                <ns1:pos x="T24" y="T25"/>
              </ns1:cxn>
              <ns1:cxn ang="0">
                <ns1:pos x="T26" y="T27"/>
              </ns1:cxn>
              <ns1:cxn ang="0">
                <ns1:pos x="T28" y="T29"/>
              </ns1:cxn>
              <ns1:cxn ang="0">
                <ns1:pos x="T30" y="T31"/>
              </ns1:cxn>
              <ns1:cxn ang="0">
                <ns1:pos x="T32" y="T33"/>
              </ns1:cxn>
              <ns1:cxn ang="0">
                <ns1:pos x="T34" y="T35"/>
              </ns1:cxn>
              <ns1:cxn ang="0">
                <ns1:pos x="T36" y="T37"/>
              </ns1:cxn>
              <ns1:cxn ang="0">
                <ns1:pos x="T38" y="T39"/>
              </ns1:cxn>
              <ns1:cxn ang="0">
                <ns1:pos x="T40" y="T41"/>
              </ns1:cxn>
              <ns1:cxn ang="0">
                <ns1:pos x="T42" y="T43"/>
              </ns1:cxn>
              <ns1:cxn ang="0">
                <ns1:pos x="T44" y="T45"/>
              </ns1:cxn>
              <ns1:cxn ang="0">
                <ns1:pos x="T46" y="T47"/>
              </ns1:cxn>
              <ns1:cxn ang="0">
                <ns1:pos x="T48" y="T49"/>
              </ns1:cxn>
              <ns1:cxn ang="0">
                <ns1:pos x="T50" y="T51"/>
              </ns1:cxn>
              <ns1:cxn ang="0">
                <ns1:pos x="T52" y="T53"/>
              </ns1:cxn>
              <ns1:cxn ang="0">
                <ns1:pos x="T54" y="T55"/>
              </ns1:cxn>
              <ns1:cxn ang="0">
                <ns1:pos x="T56" y="T57"/>
              </ns1:cxn>
              <ns1:cxn ang="0">
                <ns1:pos x="T58" y="T59"/>
              </ns1:cxn>
              <ns1:cxn ang="0">
                <ns1:pos x="T60" y="T61"/>
              </ns1:cxn>
              <ns1:cxn ang="0">
                <ns1:pos x="T62" y="T63"/>
              </ns1:cxn>
              <ns1:cxn ang="0">
                <ns1:pos x="T64" y="T65"/>
              </ns1:cxn>
              <ns1:cxn ang="0">
                <ns1:pos x="T66" y="T67"/>
              </ns1:cxn>
              <ns1:cxn ang="0">
                <ns1:pos x="T68" y="T69"/>
              </ns1:cxn>
              <ns1:cxn ang="0">
                <ns1:pos x="T70" y="T71"/>
              </ns1:cxn>
              <ns1:cxn ang="0">
                <ns1:pos x="T72" y="T73"/>
              </ns1:cxn>
              <ns1:cxn ang="0">
                <ns1:pos x="T74" y="T75"/>
              </ns1:cxn>
              <ns1:cxn ang="0">
                <ns1:pos x="T76" y="T77"/>
              </ns1:cxn>
              <ns1:cxn ang="0">
                <ns1:pos x="T78" y="T79"/>
              </ns1:cxn>
              <ns1:cxn ang="0">
                <ns1:pos x="T80" y="T81"/>
              </ns1:cxn>
              <ns1:cxn ang="0">
                <ns1:pos x="T82" y="T83"/>
              </ns1:cxn>
              <ns1:cxn ang="0">
                <ns1:pos x="T84" y="T85"/>
              </ns1:cxn>
              <ns1:cxn ang="0">
                <ns1:pos x="T86" y="T87"/>
              </ns1:cxn>
              <ns1:cxn ang="0">
                <ns1:pos x="T88" y="T89"/>
              </ns1:cxn>
              <ns1:cxn ang="0">
                <ns1:pos x="T90" y="T91"/>
              </ns1:cxn>
              <ns1:cxn ang="0">
                <ns1:pos x="T92" y="T93"/>
              </ns1:cxn>
            </ns1:cxnLst>
            <ns1:rect l="0" t="0" r="r" b="b"/>
            <ns1:pathLst>
              <ns1:path w="812" h="983">
                <ns1:moveTo>
                  <ns1:pt x="791" y="579"/>
                </ns1:moveTo>
                <ns1:cubicBezTo>
                  <ns1:pt x="791" y="578"/>
                  <ns1:pt x="791" y="578"/>
                  <ns1:pt x="791" y="578"/>
                </ns1:cubicBezTo>
                <ns1:cubicBezTo>
                  <ns1:pt x="790" y="570"/>
                  <ns1:pt x="786" y="553"/>
                  <ns1:pt x="772" y="534"/>
                </ns1:cubicBezTo>
                <ns1:cubicBezTo>
                  <ns1:pt x="756" y="511"/>
                  <ns1:pt x="730" y="494"/>
                  <ns1:pt x="697" y="481"/>
                </ns1:cubicBezTo>
                <ns1:cubicBezTo>
                  <ns1:pt x="674" y="471"/>
                  <ns1:pt x="647" y="467"/>
                  <ns1:pt x="622" y="462"/>
                </ns1:cubicBezTo>
                <ns1:cubicBezTo>
                  <ns1:pt x="595" y="457"/>
                  <ns1:pt x="567" y="452"/>
                  <ns1:pt x="543" y="441"/>
                </ns1:cubicBezTo>
                <ns1:cubicBezTo>
                  <ns1:pt x="521" y="418"/>
                  <ns1:pt x="521" y="418"/>
                  <ns1:pt x="521" y="418"/>
                </ns1:cubicBezTo>
                <ns1:cubicBezTo>
                  <ns1:pt x="504" y="400"/>
                  <ns1:pt x="504" y="400"/>
                  <ns1:pt x="504" y="400"/>
                </ns1:cubicBezTo>
                <ns1:cubicBezTo>
                  <ns1:pt x="512" y="384"/>
                  <ns1:pt x="520" y="367"/>
                  <ns1:pt x="528" y="347"/>
                </ns1:cubicBezTo>
                <ns1:cubicBezTo>
                  <ns1:pt x="533" y="336"/>
                  <ns1:pt x="537" y="324"/>
                  <ns1:pt x="541" y="311"/>
                </ns1:cubicBezTo>
                <ns1:cubicBezTo>
                  <ns1:pt x="542" y="311"/>
                  <ns1:pt x="542" y="311"/>
                  <ns1:pt x="542" y="311"/>
                </ns1:cubicBezTo>
                <ns1:cubicBezTo>
                  <ns1:pt x="542" y="311"/>
                  <ns1:pt x="542" y="311"/>
                  <ns1:pt x="543" y="311"/>
                </ns1:cubicBezTo>
                <ns1:cubicBezTo>
                  <ns1:pt x="551" y="311"/>
                  <ns1:pt x="565" y="296"/>
                  <ns1:pt x="566" y="287"/>
                </ns1:cubicBezTo>
                <ns1:cubicBezTo>
                  <ns1:pt x="571" y="222"/>
                  <ns1:pt x="571" y="222"/>
                  <ns1:pt x="571" y="222"/>
                </ns1:cubicBezTo>
                <ns1:cubicBezTo>
                  <ns1:pt x="572" y="216"/>
                  <ns1:pt x="569" y="210"/>
                  <ns1:pt x="564" y="206"/>
                </ns1:cubicBezTo>
                <ns1:cubicBezTo>
                  <ns1:pt x="584" y="153"/>
                  <ns1:pt x="584" y="153"/>
                  <ns1:pt x="584" y="153"/>
                </ns1:cubicBezTo>
                <ns1:cubicBezTo>
                  <ns1:pt x="589" y="141"/>
                  <ns1:pt x="587" y="128"/>
                  <ns1:pt x="580" y="117"/>
                </ns1:cubicBezTo>
                <ns1:cubicBezTo>
                  <ns1:pt x="524" y="34"/>
                  <ns1:pt x="524" y="34"/>
                  <ns1:pt x="524" y="34"/>
                </ns1:cubicBezTo>
                <ns1:cubicBezTo>
                  <ns1:pt x="518" y="25"/>
                  <ns1:pt x="508" y="19"/>
                  <ns1:pt x="497" y="18"/>
                </ns1:cubicBezTo>
                <ns1:cubicBezTo>
                  <ns1:pt x="486" y="16"/>
                  <ns1:pt x="486" y="16"/>
                  <ns1:pt x="486" y="16"/>
                </ns1:cubicBezTo>
                <ns1:cubicBezTo>
                  <ns1:pt x="455" y="12"/>
                  <ns1:pt x="404" y="4"/>
                  <ns1:pt x="377" y="0"/>
                </ns1:cubicBezTo>
                <ns1:cubicBezTo>
                  <ns1:pt x="375" y="0"/>
                  <ns1:pt x="373" y="0"/>
                  <ns1:pt x="371" y="0"/>
                </ns1:cubicBezTo>
                <ns1:cubicBezTo>
                  <ns1:pt x="363" y="0"/>
                  <ns1:pt x="356" y="2"/>
                  <ns1:pt x="350" y="6"/>
                </ns1:cubicBezTo>
                <ns1:cubicBezTo>
                  <ns1:pt x="315" y="29"/>
                  <ns1:pt x="315" y="29"/>
                  <ns1:pt x="315" y="29"/>
                </ns1:cubicBezTo>
                <ns1:cubicBezTo>
                  <ns1:pt x="291" y="28"/>
                  <ns1:pt x="291" y="28"/>
                  <ns1:pt x="291" y="28"/>
                </ns1:cubicBezTo>
                <ns1:cubicBezTo>
                  <ns1:pt x="276" y="28"/>
                  <ns1:pt x="263" y="36"/>
                  <ns1:pt x="256" y="49"/>
                </ns1:cubicBezTo>
                <ns1:cubicBezTo>
                  <ns1:pt x="247" y="66"/>
                  <ns1:pt x="235" y="93"/>
                  <ns1:pt x="230" y="103"/>
                </ns1:cubicBezTo>
                <ns1:cubicBezTo>
                  <ns1:pt x="226" y="111"/>
                  <ns1:pt x="225" y="120"/>
                  <ns1:pt x="227" y="128"/>
                </ns1:cubicBezTo>
                <ns1:cubicBezTo>
                  <ns1:pt x="229" y="142"/>
                  <ns1:pt x="235" y="170"/>
                  <ns1:pt x="243" y="212"/>
                </ns1:cubicBezTo>
                <ns1:cubicBezTo>
                  <ns1:pt x="239" y="216"/>
                  <ns1:pt x="236" y="221"/>
                  <ns1:pt x="237" y="227"/>
                </ns1:cubicBezTo>
                <ns1:cubicBezTo>
                  <ns1:pt x="242" y="292"/>
                  <ns1:pt x="242" y="292"/>
                  <ns1:pt x="242" y="292"/>
                </ns1:cubicBezTo>
                <ns1:cubicBezTo>
                  <ns1:pt x="243" y="304"/>
                  <ns1:pt x="257" y="311"/>
                  <ns1:pt x="261" y="311"/>
                </ns1:cubicBezTo>
                <ns1:cubicBezTo>
                  <ns1:pt x="262" y="311"/>
                  <ns1:pt x="262" y="311"/>
                  <ns1:pt x="262" y="311"/>
                </ns1:cubicBezTo>
                <ns1:cubicBezTo>
                  <ns1:pt x="262" y="311"/>
                  <ns1:pt x="262" y="311"/>
                  <ns1:pt x="262" y="311"/>
                </ns1:cubicBezTo>
                <ns1:cubicBezTo>
                  <ns1:pt x="263" y="310"/>
                  <ns1:pt x="264" y="310"/>
                  <ns1:pt x="265" y="310"/>
                </ns1:cubicBezTo>
                <ns1:cubicBezTo>
                  <ns1:pt x="269" y="324"/>
                  <ns1:pt x="274" y="338"/>
                  <ns1:pt x="280" y="352"/>
                </ns1:cubicBezTo>
                <ns1:cubicBezTo>
                  <ns1:pt x="287" y="370"/>
                  <ns1:pt x="294" y="386"/>
                  <ns1:pt x="302" y="400"/>
                </ns1:cubicBezTo>
                <ns1:cubicBezTo>
                  <ns1:pt x="286" y="420"/>
                  <ns1:pt x="286" y="420"/>
                  <ns1:pt x="286" y="420"/>
                </ns1:cubicBezTo>
                <ns1:cubicBezTo>
                  <ns1:pt x="269" y="441"/>
                  <ns1:pt x="269" y="441"/>
                  <ns1:pt x="269" y="441"/>
                </ns1:cubicBezTo>
                <ns1:cubicBezTo>
                  <ns1:pt x="245" y="452"/>
                  <ns1:pt x="217" y="457"/>
                  <ns1:pt x="190" y="462"/>
                </ns1:cubicBezTo>
                <ns1:cubicBezTo>
                  <ns1:pt x="165" y="467"/>
                  <ns1:pt x="139" y="471"/>
                  <ns1:pt x="115" y="481"/>
                </ns1:cubicBezTo>
                <ns1:cubicBezTo>
                  <ns1:pt x="82" y="494"/>
                  <ns1:pt x="57" y="512"/>
                  <ns1:pt x="41" y="534"/>
                </ns1:cubicBezTo>
                <ns1:cubicBezTo>
                  <ns1:pt x="26" y="553"/>
                  <ns1:pt x="23" y="570"/>
                  <ns1:pt x="21" y="578"/>
                </ns1:cubicBezTo>
                <ns1:cubicBezTo>
                  <ns1:pt x="21" y="578"/>
                  <ns1:pt x="21" y="578"/>
                  <ns1:pt x="21" y="579"/>
                </ns1:cubicBezTo>
                <ns1:cubicBezTo>
                  <ns1:pt x="13" y="605"/>
                  <ns1:pt x="3" y="749"/>
                  <ns1:pt x="1" y="844"/>
                </ns1:cubicBezTo>
                <ns1:cubicBezTo>
                  <ns1:pt x="0" y="869"/>
                  <ns1:pt x="7" y="901"/>
                  <ns1:pt x="60" y="924"/>
                </ns1:cubicBezTo>
                <ns1:cubicBezTo>
                  <ns1:pt x="115" y="949"/>
                  <ns1:pt x="190" y="966"/>
                  <ns1:pt x="283" y="975"/>
                </ns1:cubicBezTo>
                <ns1:cubicBezTo>
                  <ns1:pt x="353" y="982"/>
                  <ns1:pt x="406" y="983"/>
                  <ns1:pt x="406" y="983"/>
                </ns1:cubicBezTo>
                <ns1:cubicBezTo>
                  <ns1:pt x="408" y="983"/>
                  <ns1:pt x="612" y="982"/>
                  <ns1:pt x="752" y="925"/>
                </ns1:cubicBezTo>
                <ns1:cubicBezTo>
                  <ns1:pt x="753" y="924"/>
                  <ns1:pt x="753" y="924"/>
                  <ns1:pt x="753" y="924"/>
                </ns1:cubicBezTo>
                <ns1:cubicBezTo>
                  <ns1:pt x="806" y="901"/>
                  <ns1:pt x="812" y="869"/>
                  <ns1:pt x="812" y="844"/>
                </ns1:cubicBezTo>
                <ns1:cubicBezTo>
                  <ns1:pt x="809" y="749"/>
                  <ns1:pt x="799" y="605"/>
                  <ns1:pt x="791" y="579"/>
                </ns1:cubicBezTo>
                <ns1:close/>
                <ns1:moveTo>
                  <ns1:pt x="470" y="589"/>
                </ns1:moveTo>
                <ns1:cubicBezTo>
                  <ns1:pt x="410" y="542"/>
                  <ns1:pt x="410" y="542"/>
                  <ns1:pt x="410" y="542"/>
                </ns1:cubicBezTo>
                <ns1:cubicBezTo>
                  <ns1:pt x="501" y="437"/>
                  <ns1:pt x="501" y="437"/>
                  <ns1:pt x="501" y="437"/>
                </ns1:cubicBezTo>
                <ns1:cubicBezTo>
                  <ns1:pt x="526" y="464"/>
                  <ns1:pt x="526" y="464"/>
                  <ns1:pt x="526" y="464"/>
                </ns1:cubicBezTo>
                <ns1:lnTo>
                  <ns1:pt x="470" y="589"/>
                </ns1:lnTo>
                <ns1:close/>
                <ns1:moveTo>
                  <ns1:pt x="342" y="589"/>
                </ns1:moveTo>
                <ns1:cubicBezTo>
                  <ns1:pt x="286" y="464"/>
                  <ns1:pt x="286" y="464"/>
                  <ns1:pt x="286" y="464"/>
                </ns1:cubicBezTo>
                <ns1:cubicBezTo>
                  <ns1:pt x="308" y="437"/>
                  <ns1:pt x="308" y="437"/>
                  <ns1:pt x="308" y="437"/>
                </ns1:cubicBezTo>
                <ns1:cubicBezTo>
                  <ns1:pt x="308" y="437"/>
                  <ns1:pt x="308" y="437"/>
                  <ns1:pt x="308" y="437"/>
                </ns1:cubicBezTo>
                <ns1:cubicBezTo>
                  <ns1:pt x="402" y="542"/>
                  <ns1:pt x="402" y="542"/>
                  <ns1:pt x="402" y="542"/>
                </ns1:cubicBezTo>
                <ns1:lnTo>
                  <ns1:pt x="342" y="589"/>
                </ns1:lnTo>
                <ns1:close/>
                <ns1:moveTo>
                  <ns1:pt x="755" y="857"/>
                </ns1:moveTo>
                <ns1:cubicBezTo>
                  <ns1:pt x="753" y="860"/>
                  <ns1:pt x="748" y="867"/>
                  <ns1:pt x="731" y="874"/>
                </ns1:cubicBezTo>
                <ns1:cubicBezTo>
                  <ns1:pt x="602" y="926"/>
                  <ns1:pt x="410" y="928"/>
                  <ns1:pt x="406" y="928"/>
                </ns1:cubicBezTo>
                <ns1:cubicBezTo>
                  <ns1:pt x="402" y="928"/>
                  <ns1:pt x="201" y="926"/>
                  <ns1:pt x="82" y="874"/>
                </ns1:cubicBezTo>
                <ns1:cubicBezTo>
                  <ns1:pt x="65" y="867"/>
                  <ns1:pt x="59" y="860"/>
                  <ns1:pt x="58" y="857"/>
                </ns1:cubicBezTo>
                <ns1:cubicBezTo>
                  <ns1:pt x="56" y="854"/>
                  <ns1:pt x="56" y="851"/>
                  <ns1:pt x="56" y="845"/>
                </ns1:cubicBezTo>
                <ns1:cubicBezTo>
                  <ns1:pt x="58" y="736"/>
                  <ns1:pt x="69" y="611"/>
                  <ns1:pt x="73" y="595"/>
                </ns1:cubicBezTo>
                <ns1:cubicBezTo>
                  <ns1:pt x="74" y="593"/>
                  <ns1:pt x="75" y="591"/>
                  <ns1:pt x="75" y="589"/>
                </ns1:cubicBezTo>
                <ns1:cubicBezTo>
                  <ns1:pt x="83" y="552"/>
                  <ns1:pt x="121" y="537"/>
                  <ns1:pt x="135" y="532"/>
                </ns1:cubicBezTo>
                <ns1:cubicBezTo>
                  <ns1:pt x="154" y="524"/>
                  <ns1:pt x="177" y="520"/>
                  <ns1:pt x="201" y="516"/>
                </ns1:cubicBezTo>
                <ns1:cubicBezTo>
                  <ns1:pt x="224" y="511"/>
                  <ns1:pt x="248" y="507"/>
                  <ns1:pt x="272" y="499"/>
                </ns1:cubicBezTo>
                <ns1:cubicBezTo>
                  <ns1:pt x="317" y="601"/>
                  <ns1:pt x="317" y="601"/>
                  <ns1:pt x="317" y="601"/>
                </ns1:cubicBezTo>
                <ns1:cubicBezTo>
                  <ns1:pt x="332" y="633"/>
                  <ns1:pt x="332" y="633"/>
                  <ns1:pt x="332" y="633"/>
                </ns1:cubicBezTo>
                <ns1:cubicBezTo>
                  <ns1:pt x="359" y="611"/>
                  <ns1:pt x="359" y="611"/>
                  <ns1:pt x="359" y="611"/>
                </ns1:cubicBezTo>
                <ns1:cubicBezTo>
                  <ns1:pt x="378" y="597"/>
                  <ns1:pt x="378" y="597"/>
                  <ns1:pt x="378" y="597"/>
                </ns1:cubicBezTo>
                <ns1:cubicBezTo>
                  <ns1:pt x="379" y="599"/>
                  <ns1:pt x="379" y="599"/>
                  <ns1:pt x="379" y="599"/>
                </ns1:cubicBezTo>
                <ns1:cubicBezTo>
                  <ns1:pt x="327" y="840"/>
                  <ns1:pt x="327" y="840"/>
                  <ns1:pt x="327" y="840"/>
                </ns1:cubicBezTo>
                <ns1:cubicBezTo>
                  <ns1:pt x="406" y="914"/>
                  <ns1:pt x="406" y="914"/>
                  <ns1:pt x="406" y="914"/>
                </ns1:cubicBezTo>
                <ns1:cubicBezTo>
                  <ns1:pt x="486" y="840"/>
                  <ns1:pt x="486" y="840"/>
                  <ns1:pt x="486" y="840"/>
                </ns1:cubicBezTo>
                <ns1:cubicBezTo>
                  <ns1:pt x="434" y="598"/>
                  <ns1:pt x="434" y="598"/>
                  <ns1:pt x="434" y="598"/>
                </ns1:cubicBezTo>
                <ns1:cubicBezTo>
                  <ns1:pt x="435" y="597"/>
                  <ns1:pt x="435" y="597"/>
                  <ns1:pt x="435" y="597"/>
                </ns1:cubicBezTo>
                <ns1:cubicBezTo>
                  <ns1:pt x="453" y="611"/>
                  <ns1:pt x="453" y="611"/>
                  <ns1:pt x="453" y="611"/>
                </ns1:cubicBezTo>
                <ns1:cubicBezTo>
                  <ns1:pt x="481" y="633"/>
                  <ns1:pt x="481" y="633"/>
                  <ns1:pt x="481" y="633"/>
                </ns1:cubicBezTo>
                <ns1:cubicBezTo>
                  <ns1:pt x="495" y="601"/>
                  <ns1:pt x="495" y="601"/>
                  <ns1:pt x="495" y="601"/>
                </ns1:cubicBezTo>
                <ns1:cubicBezTo>
                  <ns1:pt x="541" y="499"/>
                  <ns1:pt x="541" y="499"/>
                  <ns1:pt x="541" y="499"/>
                </ns1:cubicBezTo>
                <ns1:cubicBezTo>
                  <ns1:pt x="564" y="507"/>
                  <ns1:pt x="588" y="511"/>
                  <ns1:pt x="612" y="516"/>
                </ns1:cubicBezTo>
                <ns1:cubicBezTo>
                  <ns1:pt x="636" y="520"/>
                  <ns1:pt x="658" y="524"/>
                  <ns1:pt x="677" y="532"/>
                </ns1:cubicBezTo>
                <ns1:cubicBezTo>
                  <ns1:pt x="692" y="537"/>
                  <ns1:pt x="730" y="552"/>
                  <ns1:pt x="738" y="589"/>
                </ns1:cubicBezTo>
                <ns1:cubicBezTo>
                  <ns1:pt x="738" y="591"/>
                  <ns1:pt x="738" y="593"/>
                  <ns1:pt x="739" y="595"/>
                </ns1:cubicBezTo>
                <ns1:cubicBezTo>
                  <ns1:pt x="743" y="611"/>
                  <ns1:pt x="754" y="736"/>
                  <ns1:pt x="757" y="845"/>
                </ns1:cubicBezTo>
                <ns1:cubicBezTo>
                  <ns1:pt x="757" y="851"/>
                  <ns1:pt x="757" y="854"/>
                  <ns1:pt x="755" y="857"/>
                </ns1:cubicBezTo>
                <ns1:close/>
              </ns1:path>
            </ns1:pathLst>
          </ns1:custGeom>
          <ns1:solidFill>
            <ns1:schemeClr val="tx1"/>
          </ns1:solidFill>
          <ns1:ln>
            <ns1:noFill/>
          </ns1:ln>
        </ns0:spPr>
        <ns0:txBody>
          <ns1:bodyPr vert="horz" wrap="square" lIns="91440" tIns="45720" rIns="91440" bIns="45720" numCol="1" anchor="t" anchorCtr="0" compatLnSpc="1">
            <ns1:prstTxWarp prst="textNoShape">
              <ns1:avLst/>
            </ns1:prstTxWarp>
          </ns1:bodyPr>
          <ns1:lstStyle/>
          <ns1:p>
            <ns1:endParaRPr lang="id-ID" sz="2700"/>
          </ns1:p>
        </ns0:txBody>
      </ns0:sp>
      <ns0:grpSp>
        <ns0:nvGrpSpPr>
          <ns0:cNvPr id="300" name="Group 299"/>
          <ns0:cNvGrpSpPr/>
          <ns0:nvPr/>
        </ns0:nvGrpSpPr>
        <ns0:grpSpPr>
          <ns1:xfrm>
            <ns1:off x="11239036" y="5267350"/>
            <ns1:ext cx="497148" cy="566493"/>
            <ns1:chOff x="4616451" y="1741488"/>
            <ns1:chExt cx="2959100" cy="3371850"/>
          </ns1:xfrm>
          <ns1:solidFill>
            <ns1:schemeClr val="tx1"/>
          </ns1:solidFill>
        </ns0:grpSpPr>
        <ns0:sp>
          <ns0:nvSpPr>
            <ns0:cNvPr id="301" name="Freeform 5"/>
            <ns0:cNvSpPr>
              <ns1:spLocks noEditPoints="1"/>
            </ns0:cNvSpPr>
            <ns0:nvPr/>
          </ns0:nvSpPr>
          <ns0:spPr bwMode="auto">
            <ns1:xfrm>
              <ns1:off x="4616451" y="1741488"/>
              <ns1:ext cx="2959100" cy="3371850"/>
            </ns1:xfrm>
            <ns1:custGeom>
              <ns1:avLst/>
              <ns1:gdLst>
                <ns1:gd name="T0" fmla="*/ 578 w 786"/>
                <ns1:gd name="T1" fmla="*/ 28 h 896"/>
                <ns1:gd name="T2" fmla="*/ 205 w 786"/>
                <ns1:gd name="T3" fmla="*/ 59 h 896"/>
                <ns1:gd name="T4" fmla="*/ 67 w 786"/>
                <ns1:gd name="T5" fmla="*/ 236 h 896"/>
                <ns1:gd name="T6" fmla="*/ 68 w 786"/>
                <ns1:gd name="T7" fmla="*/ 346 h 896"/>
                <ns1:gd name="T8" fmla="*/ 70 w 786"/>
                <ns1:gd name="T9" fmla="*/ 356 h 896"/>
                <ns1:gd name="T10" fmla="*/ 39 w 786"/>
                <ns1:gd name="T11" fmla="*/ 406 h 896"/>
                <ns1:gd name="T12" fmla="*/ 14 w 786"/>
                <ns1:gd name="T13" fmla="*/ 441 h 896"/>
                <ns1:gd name="T14" fmla="*/ 14 w 786"/>
                <ns1:gd name="T15" fmla="*/ 442 h 896"/>
                <ns1:gd name="T16" fmla="*/ 36 w 786"/>
                <ns1:gd name="T17" fmla="*/ 540 h 896"/>
                <ns1:gd name="T18" fmla="*/ 50 w 786"/>
                <ns1:gd name="T19" fmla="*/ 587 h 896"/>
                <ns1:gd name="T20" fmla="*/ 75 w 786"/>
                <ns1:gd name="T21" fmla="*/ 649 h 896"/>
                <ns1:gd name="T22" fmla="*/ 74 w 786"/>
                <ns1:gd name="T23" fmla="*/ 694 h 896"/>
                <ns1:gd name="T24" fmla="*/ 169 w 786"/>
                <ns1:gd name="T25" fmla="*/ 773 h 896"/>
                <ns1:gd name="T26" fmla="*/ 244 w 786"/>
                <ns1:gd name="T27" fmla="*/ 830 h 896"/>
                <ns1:gd name="T28" fmla="*/ 618 w 786"/>
                <ns1:gd name="T29" fmla="*/ 896 h 896"/>
                <ns1:gd name="T30" fmla="*/ 686 w 786"/>
                <ns1:gd name="T31" fmla="*/ 814 h 896"/>
                <ns1:gd name="T32" fmla="*/ 664 w 786"/>
                <ns1:gd name="T33" fmla="*/ 637 h 896"/>
                <ns1:gd name="T34" fmla="*/ 777 w 786"/>
                <ns1:gd name="T35" fmla="*/ 417 h 896"/>
                <ns1:gd name="T36" fmla="*/ 706 w 786"/>
                <ns1:gd name="T37" fmla="*/ 118 h 896"/>
                <ns1:gd name="T38" fmla="*/ 627 w 786"/>
                <ns1:gd name="T39" fmla="*/ 606 h 896"/>
                <ns1:gd name="T40" fmla="*/ 639 w 786"/>
                <ns1:gd name="T41" fmla="*/ 823 h 896"/>
                <ns1:gd name="T42" fmla="*/ 618 w 786"/>
                <ns1:gd name="T43" fmla="*/ 847 h 896"/>
                <ns1:gd name="T44" fmla="*/ 292 w 786"/>
                <ns1:gd name="T45" fmla="*/ 827 h 896"/>
                <ns1:gd name="T46" fmla="*/ 260 w 786"/>
                <ns1:gd name="T47" fmla="*/ 706 h 896"/>
                <ns1:gd name="T48" fmla="*/ 169 w 786"/>
                <ns1:gd name="T49" fmla="*/ 725 h 896"/>
                <ns1:gd name="T50" fmla="*/ 101 w 786"/>
                <ns1:gd name="T51" fmla="*/ 604 h 896"/>
                <ns1:gd name="T52" fmla="*/ 110 w 786"/>
                <ns1:gd name="T53" fmla="*/ 568 h 896"/>
                <ns1:gd name="T54" fmla="*/ 86 w 786"/>
                <ns1:gd name="T55" fmla="*/ 555 h 896"/>
                <ns1:gd name="T56" fmla="*/ 94 w 786"/>
                <ns1:gd name="T57" fmla="*/ 519 h 896"/>
                <ns1:gd name="T58" fmla="*/ 65 w 786"/>
                <ns1:gd name="T59" fmla="*/ 501 h 896"/>
                <ns1:gd name="T60" fmla="*/ 55 w 786"/>
                <ns1:gd name="T61" fmla="*/ 467 h 896"/>
                <ns1:gd name="T62" fmla="*/ 112 w 786"/>
                <ns1:gd name="T63" fmla="*/ 381 h 896"/>
                <ns1:gd name="T64" fmla="*/ 115 w 786"/>
                <ns1:gd name="T65" fmla="*/ 335 h 896"/>
                <ns1:gd name="T66" fmla="*/ 114 w 786"/>
                <ns1:gd name="T67" fmla="*/ 248 h 896"/>
                <ns1:gd name="T68" fmla="*/ 729 w 786"/>
                <ns1:gd name="T69" fmla="*/ 410 h 896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  <ns1:cxn ang="0">
                  <ns1:pos x="T14" y="T15"/>
                </ns1:cxn>
                <ns1:cxn ang="0">
                  <ns1:pos x="T16" y="T17"/>
                </ns1:cxn>
                <ns1:cxn ang="0">
                  <ns1:pos x="T18" y="T19"/>
                </ns1:cxn>
                <ns1:cxn ang="0">
                  <ns1:pos x="T20" y="T21"/>
                </ns1:cxn>
                <ns1:cxn ang="0">
                  <ns1:pos x="T22" y="T23"/>
                </ns1:cxn>
                <ns1:cxn ang="0">
                  <ns1:pos x="T24" y="T25"/>
                </ns1:cxn>
                <ns1:cxn ang="0">
                  <ns1:pos x="T26" y="T27"/>
                </ns1:cxn>
                <ns1:cxn ang="0">
                  <ns1:pos x="T28" y="T29"/>
                </ns1:cxn>
                <ns1:cxn ang="0">
                  <ns1:pos x="T30" y="T31"/>
                </ns1:cxn>
                <ns1:cxn ang="0">
                  <ns1:pos x="T32" y="T33"/>
                </ns1:cxn>
                <ns1:cxn ang="0">
                  <ns1:pos x="T34" y="T35"/>
                </ns1:cxn>
                <ns1:cxn ang="0">
                  <ns1:pos x="T36" y="T37"/>
                </ns1:cxn>
                <ns1:cxn ang="0">
                  <ns1:pos x="T38" y="T39"/>
                </ns1:cxn>
                <ns1:cxn ang="0">
                  <ns1:pos x="T40" y="T41"/>
                </ns1:cxn>
                <ns1:cxn ang="0">
                  <ns1:pos x="T42" y="T43"/>
                </ns1:cxn>
                <ns1:cxn ang="0">
                  <ns1:pos x="T44" y="T45"/>
                </ns1:cxn>
                <ns1:cxn ang="0">
                  <ns1:pos x="T46" y="T47"/>
                </ns1:cxn>
                <ns1:cxn ang="0">
                  <ns1:pos x="T48" y="T49"/>
                </ns1:cxn>
                <ns1:cxn ang="0">
                  <ns1:pos x="T50" y="T51"/>
                </ns1:cxn>
                <ns1:cxn ang="0">
                  <ns1:pos x="T52" y="T53"/>
                </ns1:cxn>
                <ns1:cxn ang="0">
                  <ns1:pos x="T54" y="T55"/>
                </ns1:cxn>
                <ns1:cxn ang="0">
                  <ns1:pos x="T56" y="T57"/>
                </ns1:cxn>
                <ns1:cxn ang="0">
                  <ns1:pos x="T58" y="T59"/>
                </ns1:cxn>
                <ns1:cxn ang="0">
                  <ns1:pos x="T60" y="T61"/>
                </ns1:cxn>
                <ns1:cxn ang="0">
                  <ns1:pos x="T62" y="T63"/>
                </ns1:cxn>
                <ns1:cxn ang="0">
                  <ns1:pos x="T64" y="T65"/>
                </ns1:cxn>
                <ns1:cxn ang="0">
                  <ns1:pos x="T66" y="T67"/>
                </ns1:cxn>
                <ns1:cxn ang="0">
                  <ns1:pos x="T68" y="T69"/>
                </ns1:cxn>
              </ns1:cxnLst>
              <ns1:rect l="0" t="0" r="r" b="b"/>
              <ns1:pathLst>
                <ns1:path w="786" h="896">
                  <ns1:moveTo>
                    <ns1:pt x="706" y="118"/>
                  </ns1:moveTo>
                  <ns1:cubicBezTo>
                    <ns1:pt x="672" y="79"/>
                    <ns1:pt x="629" y="49"/>
                    <ns1:pt x="578" y="28"/>
                  </ns1:cubicBezTo>
                  <ns1:cubicBezTo>
                    <ns1:pt x="531" y="10"/>
                    <ns1:pt x="478" y="0"/>
                    <ns1:pt x="425" y="0"/>
                  </ns1:cubicBezTo>
                  <ns1:cubicBezTo>
                    <ns1:pt x="346" y="0"/>
                    <ns1:pt x="268" y="21"/>
                    <ns1:pt x="205" y="59"/>
                  </ns1:cubicBezTo>
                  <ns1:cubicBezTo>
                    <ns1:pt x="171" y="79"/>
                    <ns1:pt x="142" y="104"/>
                    <ns1:pt x="119" y="133"/>
                  </ns1:cubicBezTo>
                  <ns1:cubicBezTo>
                    <ns1:pt x="94" y="164"/>
                    <ns1:pt x="77" y="198"/>
                    <ns1:pt x="67" y="236"/>
                  </ns1:cubicBezTo>
                  <ns1:cubicBezTo>
                    <ns1:pt x="59" y="268"/>
                    <ns1:pt x="58" y="305"/>
                    <ns1:pt x="65" y="335"/>
                  </ns1:cubicBezTo>
                  <ns1:cubicBezTo>
                    <ns1:pt x="68" y="346"/>
                    <ns1:pt x="68" y="346"/>
                    <ns1:pt x="68" y="346"/>
                  </ns1:cubicBezTo>
                  <ns1:cubicBezTo>
                    <ns1:pt x="68" y="349"/>
                    <ns1:pt x="69" y="352"/>
                    <ns1:pt x="70" y="354"/>
                  </ns1:cubicBezTo>
                  <ns1:cubicBezTo>
                    <ns1:pt x="70" y="355"/>
                    <ns1:pt x="70" y="356"/>
                    <ns1:pt x="70" y="356"/>
                  </ns1:cubicBezTo>
                  <ns1:cubicBezTo>
                    <ns1:pt x="68" y="360"/>
                    <ns1:pt x="68" y="360"/>
                    <ns1:pt x="68" y="360"/>
                  </ns1:cubicBezTo>
                  <ns1:cubicBezTo>
                    <ns1:pt x="61" y="375"/>
                    <ns1:pt x="50" y="390"/>
                    <ns1:pt x="39" y="406"/>
                  </ns1:cubicBezTo>
                  <ns1:cubicBezTo>
                    <ns1:pt x="31" y="417"/>
                    <ns1:pt x="22" y="428"/>
                    <ns1:pt x="14" y="441"/>
                  </ns1:cubicBezTo>
                  <ns1:cubicBezTo>
                    <ns1:pt x="14" y="441"/>
                    <ns1:pt x="14" y="441"/>
                    <ns1:pt x="14" y="441"/>
                  </ns1:cubicBezTo>
                  <ns1:cubicBezTo>
                    <ns1:pt x="14" y="441"/>
                    <ns1:pt x="14" y="441"/>
                    <ns1:pt x="14" y="441"/>
                  </ns1:cubicBezTo>
                  <ns1:cubicBezTo>
                    <ns1:pt x="14" y="442"/>
                    <ns1:pt x="14" y="442"/>
                    <ns1:pt x="14" y="442"/>
                  </ns1:cubicBezTo>
                  <ns1:cubicBezTo>
                    <ns1:pt x="3" y="459"/>
                    <ns1:pt x="0" y="481"/>
                    <ns1:pt x="6" y="501"/>
                  </ns1:cubicBezTo>
                  <ns1:cubicBezTo>
                    <ns1:pt x="11" y="517"/>
                    <ns1:pt x="22" y="531"/>
                    <ns1:pt x="36" y="540"/>
                  </ns1:cubicBezTo>
                  <ns1:cubicBezTo>
                    <ns1:pt x="35" y="553"/>
                    <ns1:pt x="37" y="565"/>
                    <ns1:pt x="43" y="576"/>
                  </ns1:cubicBezTo>
                  <ns1:cubicBezTo>
                    <ns1:pt x="45" y="580"/>
                    <ns1:pt x="47" y="584"/>
                    <ns1:pt x="50" y="587"/>
                  </ns1:cubicBezTo>
                  <ns1:cubicBezTo>
                    <ns1:pt x="48" y="603"/>
                    <ns1:pt x="52" y="619"/>
                    <ns1:pt x="62" y="632"/>
                  </ns1:cubicBezTo>
                  <ns1:cubicBezTo>
                    <ns1:pt x="75" y="649"/>
                    <ns1:pt x="75" y="649"/>
                    <ns1:pt x="75" y="649"/>
                  </ns1:cubicBezTo>
                  <ns1:cubicBezTo>
                    <ns1:pt x="75" y="652"/>
                    <ns1:pt x="75" y="654"/>
                    <ns1:pt x="74" y="657"/>
                  </ns1:cubicBezTo>
                  <ns1:cubicBezTo>
                    <ns1:pt x="74" y="667"/>
                    <ns1:pt x="73" y="680"/>
                    <ns1:pt x="74" y="694"/>
                  </ns1:cubicBezTo>
                  <ns1:cubicBezTo>
                    <ns1:pt x="77" y="715"/>
                    <ns1:pt x="85" y="732"/>
                    <ns1:pt x="97" y="746"/>
                  </ns1:cubicBezTo>
                  <ns1:cubicBezTo>
                    <ns1:pt x="114" y="764"/>
                    <ns1:pt x="139" y="773"/>
                    <ns1:pt x="169" y="773"/>
                  </ns1:cubicBezTo>
                  <ns1:cubicBezTo>
                    <ns1:pt x="189" y="773"/>
                    <ns1:pt x="212" y="769"/>
                    <ns1:pt x="240" y="761"/>
                  </ns1:cubicBezTo>
                  <ns1:cubicBezTo>
                    <ns1:pt x="241" y="779"/>
                    <ns1:pt x="243" y="801"/>
                    <ns1:pt x="244" y="830"/>
                  </ns1:cubicBezTo>
                  <ns1:cubicBezTo>
                    <ns1:pt x="246" y="867"/>
                    <ns1:pt x="276" y="896"/>
                    <ns1:pt x="313" y="896"/>
                  </ns1:cubicBezTo>
                  <ns1:cubicBezTo>
                    <ns1:pt x="618" y="896"/>
                    <ns1:pt x="618" y="896"/>
                    <ns1:pt x="618" y="896"/>
                  </ns1:cubicBezTo>
                  <ns1:cubicBezTo>
                    <ns1:pt x="638" y="896"/>
                    <ns1:pt x="658" y="887"/>
                    <ns1:pt x="671" y="871"/>
                  </ns1:cubicBezTo>
                  <ns1:cubicBezTo>
                    <ns1:pt x="684" y="855"/>
                    <ns1:pt x="690" y="834"/>
                    <ns1:pt x="686" y="814"/>
                  </ns1:cubicBezTo>
                  <ns1:cubicBezTo>
                    <ns1:pt x="658" y="658"/>
                    <ns1:pt x="658" y="658"/>
                    <ns1:pt x="658" y="658"/>
                  </ns1:cubicBezTo>
                  <ns1:cubicBezTo>
                    <ns1:pt x="657" y="650"/>
                    <ns1:pt x="659" y="643"/>
                    <ns1:pt x="664" y="637"/>
                  </ns1:cubicBezTo>
                  <ns1:cubicBezTo>
                    <ns1:pt x="686" y="610"/>
                    <ns1:pt x="712" y="578"/>
                    <ns1:pt x="733" y="541"/>
                  </ns1:cubicBezTo>
                  <ns1:cubicBezTo>
                    <ns1:pt x="756" y="501"/>
                    <ns1:pt x="770" y="460"/>
                    <ns1:pt x="777" y="417"/>
                  </ns1:cubicBezTo>
                  <ns1:cubicBezTo>
                    <ns1:pt x="786" y="355"/>
                    <ns1:pt x="784" y="298"/>
                    <ns1:pt x="772" y="247"/>
                  </ns1:cubicBezTo>
                  <ns1:cubicBezTo>
                    <ns1:pt x="759" y="198"/>
                    <ns1:pt x="737" y="154"/>
                    <ns1:pt x="706" y="118"/>
                  </ns1:cubicBezTo>
                  <ns1:close/>
                  <ns1:moveTo>
                    <ns1:pt x="729" y="410"/>
                  </ns1:moveTo>
                  <ns1:cubicBezTo>
                    <ns1:pt x="717" y="491"/>
                    <ns1:pt x="674" y="550"/>
                    <ns1:pt x="627" y="606"/>
                  </ns1:cubicBezTo>
                  <ns1:cubicBezTo>
                    <ns1:pt x="613" y="622"/>
                    <ns1:pt x="607" y="645"/>
                    <ns1:pt x="611" y="666"/>
                  </ns1:cubicBezTo>
                  <ns1:cubicBezTo>
                    <ns1:pt x="639" y="823"/>
                    <ns1:pt x="639" y="823"/>
                    <ns1:pt x="639" y="823"/>
                  </ns1:cubicBezTo>
                  <ns1:cubicBezTo>
                    <ns1:pt x="640" y="829"/>
                    <ns1:pt x="638" y="835"/>
                    <ns1:pt x="634" y="840"/>
                  </ns1:cubicBezTo>
                  <ns1:cubicBezTo>
                    <ns1:pt x="630" y="845"/>
                    <ns1:pt x="624" y="847"/>
                    <ns1:pt x="618" y="847"/>
                  </ns1:cubicBezTo>
                  <ns1:cubicBezTo>
                    <ns1:pt x="313" y="847"/>
                    <ns1:pt x="313" y="847"/>
                    <ns1:pt x="313" y="847"/>
                  </ns1:cubicBezTo>
                  <ns1:cubicBezTo>
                    <ns1:pt x="302" y="847"/>
                    <ns1:pt x="293" y="839"/>
                    <ns1:pt x="292" y="827"/>
                  </ns1:cubicBezTo>
                  <ns1:cubicBezTo>
                    <ns1:pt x="290" y="774"/>
                    <ns1:pt x="286" y="742"/>
                    <ns1:pt x="284" y="724"/>
                  </ns1:cubicBezTo>
                  <ns1:cubicBezTo>
                    <ns1:pt x="284" y="715"/>
                    <ns1:pt x="272" y="706"/>
                    <ns1:pt x="260" y="706"/>
                  </ns1:cubicBezTo>
                  <ns1:cubicBezTo>
                    <ns1:pt x="258" y="706"/>
                    <ns1:pt x="256" y="706"/>
                    <ns1:pt x="254" y="707"/>
                  </ns1:cubicBezTo>
                  <ns1:cubicBezTo>
                    <ns1:pt x="216" y="720"/>
                    <ns1:pt x="189" y="725"/>
                    <ns1:pt x="169" y="725"/>
                  </ns1:cubicBezTo>
                  <ns1:cubicBezTo>
                    <ns1:pt x="95" y="725"/>
                    <ns1:pt x="134" y="648"/>
                    <ns1:pt x="120" y="629"/>
                  </ns1:cubicBezTo>
                  <ns1:cubicBezTo>
                    <ns1:pt x="101" y="604"/>
                    <ns1:pt x="101" y="604"/>
                    <ns1:pt x="101" y="604"/>
                  </ns1:cubicBezTo>
                  <ns1:cubicBezTo>
                    <ns1:pt x="96" y="597"/>
                    <ns1:pt x="96" y="589"/>
                    <ns1:pt x="100" y="583"/>
                  </ns1:cubicBezTo>
                  <ns1:cubicBezTo>
                    <ns1:pt x="110" y="568"/>
                    <ns1:pt x="110" y="568"/>
                    <ns1:pt x="110" y="568"/>
                  </ns1:cubicBezTo>
                  <ns1:cubicBezTo>
                    <ns1:pt x="98" y="565"/>
                    <ns1:pt x="98" y="565"/>
                    <ns1:pt x="98" y="565"/>
                  </ns1:cubicBezTo>
                  <ns1:cubicBezTo>
                    <ns1:pt x="93" y="563"/>
                    <ns1:pt x="89" y="560"/>
                    <ns1:pt x="86" y="555"/>
                  </ns1:cubicBezTo>
                  <ns1:cubicBezTo>
                    <ns1:pt x="84" y="550"/>
                    <ns1:pt x="84" y="545"/>
                    <ns1:pt x="86" y="540"/>
                  </ns1:cubicBezTo>
                  <ns1:cubicBezTo>
                    <ns1:pt x="94" y="519"/>
                    <ns1:pt x="94" y="519"/>
                    <ns1:pt x="94" y="519"/>
                  </ns1:cubicBezTo>
                  <ns1:cubicBezTo>
                    <ns1:pt x="95" y="517"/>
                    <ns1:pt x="94" y="514"/>
                    <ns1:pt x="92" y="513"/>
                  </ns1:cubicBezTo>
                  <ns1:cubicBezTo>
                    <ns1:pt x="65" y="501"/>
                    <ns1:pt x="65" y="501"/>
                    <ns1:pt x="65" y="501"/>
                  </ns1:cubicBezTo>
                  <ns1:cubicBezTo>
                    <ns1:pt x="59" y="499"/>
                    <ns1:pt x="54" y="493"/>
                    <ns1:pt x="52" y="487"/>
                  </ns1:cubicBezTo>
                  <ns1:cubicBezTo>
                    <ns1:pt x="50" y="480"/>
                    <ns1:pt x="51" y="473"/>
                    <ns1:pt x="55" y="467"/>
                  </ns1:cubicBezTo>
                  <ns1:cubicBezTo>
                    <ns1:pt x="55" y="466"/>
                    <ns1:pt x="55" y="466"/>
                    <ns1:pt x="55" y="466"/>
                  </ns1:cubicBezTo>
                  <ns1:cubicBezTo>
                    <ns1:pt x="73" y="438"/>
                    <ns1:pt x="97" y="412"/>
                    <ns1:pt x="112" y="381"/>
                  </ns1:cubicBezTo>
                  <ns1:cubicBezTo>
                    <ns1:pt x="118" y="368"/>
                    <ns1:pt x="118" y="368"/>
                    <ns1:pt x="118" y="368"/>
                  </ns1:cubicBezTo>
                  <ns1:cubicBezTo>
                    <ns1:pt x="122" y="359"/>
                    <ns1:pt x="117" y="345"/>
                    <ns1:pt x="115" y="335"/>
                  </ns1:cubicBezTo>
                  <ns1:cubicBezTo>
                    <ns1:pt x="112" y="325"/>
                    <ns1:pt x="112" y="325"/>
                    <ns1:pt x="112" y="325"/>
                  </ns1:cubicBezTo>
                  <ns1:cubicBezTo>
                    <ns1:pt x="107" y="301"/>
                    <ns1:pt x="108" y="271"/>
                    <ns1:pt x="114" y="248"/>
                  </ns1:cubicBezTo>
                  <ns1:cubicBezTo>
                    <ns1:pt x="146" y="120"/>
                    <ns1:pt x="286" y="48"/>
                    <ns1:pt x="425" y="48"/>
                  </ns1:cubicBezTo>
                  <ns1:cubicBezTo>
                    <ns1:pt x="597" y="48"/>
                    <ns1:pt x="767" y="158"/>
                    <ns1:pt x="729" y="410"/>
                  </ns1:cubicBezTo>
                  <ns1:close/>
                </ns1:path>
              </ns1:pathLst>
            </ns1:custGeom>
            <ns1:grpFill/>
            <ns1:ln>
              <ns1:noFill/>
            </ns1:ln>
            <ns1:extLst>
              <ns1:ext uri="{91240B29-F687-4F45-9708-019B960494DF}">
                <ns2:hiddenLine w="9525">
                  <ns1:solidFill>
                    <ns1:srgbClr val="000000"/>
                  </ns1:solidFill>
                  <ns1:round/>
                  <ns1:headEnd/>
                  <ns1:tailEnd/>
                </ns2:hiddenLine>
              </ns1:ext>
            </ns1:extLst>
          </ns0:spPr>
          <ns0:txBody>
            <ns1:bodyPr vert="horz" wrap="square" lIns="91440" tIns="45720" rIns="91440" bIns="45720" numCol="1" anchor="t" anchorCtr="0" compatLnSpc="1">
              <ns1:prstTxWarp prst="textNoShape">
                <ns1:avLst/>
              </ns1:prstTxWarp>
            </ns1:bodyPr>
            <ns1:lstStyle/>
            <ns1:p>
              <ns1:endParaRPr lang="id-ID" sz="2700"/>
            </ns1:p>
          </ns0:txBody>
        </ns0:sp>
        <ns0:sp>
          <ns0:nvSpPr>
            <ns0:cNvPr id="302" name="Freeform 6"/>
            <ns0:cNvSpPr>
              <ns1:spLocks/>
            </ns0:cNvSpPr>
            <ns0:nvPr/>
          </ns0:nvSpPr>
          <ns0:spPr bwMode="auto">
            <ns1:xfrm>
              <ns1:off x="5184776" y="2062163"/>
              <ns1:ext cx="2085975" cy="1700213"/>
            </ns1:xfrm>
            <ns1:custGeom>
              <ns1:avLst/>
              <ns1:gdLst>
                <ns1:gd name="T0" fmla="*/ 367 w 554"/>
                <ns1:gd name="T1" fmla="*/ 21 h 452"/>
                <ns1:gd name="T2" fmla="*/ 325 w 554"/>
                <ns1:gd name="T3" fmla="*/ 5 h 452"/>
                <ns1:gd name="T4" fmla="*/ 298 w 554"/>
                <ns1:gd name="T5" fmla="*/ 11 h 452"/>
                <ns1:gd name="T6" fmla="*/ 267 w 554"/>
                <ns1:gd name="T7" fmla="*/ 0 h 452"/>
                <ns1:gd name="T8" fmla="*/ 243 w 554"/>
                <ns1:gd name="T9" fmla="*/ 7 h 452"/>
                <ns1:gd name="T10" fmla="*/ 223 w 554"/>
                <ns1:gd name="T11" fmla="*/ 5 h 452"/>
                <ns1:gd name="T12" fmla="*/ 168 w 554"/>
                <ns1:gd name="T13" fmla="*/ 24 h 452"/>
                <ns1:gd name="T14" fmla="*/ 163 w 554"/>
                <ns1:gd name="T15" fmla="*/ 24 h 452"/>
                <ns1:gd name="T16" fmla="*/ 96 w 554"/>
                <ns1:gd name="T17" fmla="*/ 54 h 452"/>
                <ns1:gd name="T18" fmla="*/ 38 w 554"/>
                <ns1:gd name="T19" fmla="*/ 123 h 452"/>
                <ns1:gd name="T20" fmla="*/ 15 w 554"/>
                <ns1:gd name="T21" fmla="*/ 156 h 452"/>
                <ns1:gd name="T22" fmla="*/ 15 w 554"/>
                <ns1:gd name="T23" fmla="*/ 161 h 452"/>
                <ns1:gd name="T24" fmla="*/ 0 w 554"/>
                <ns1:gd name="T25" fmla="*/ 210 h 452"/>
                <ns1:gd name="T26" fmla="*/ 39 w 554"/>
                <ns1:gd name="T27" fmla="*/ 282 h 452"/>
                <ns1:gd name="T28" fmla="*/ 103 w 554"/>
                <ns1:gd name="T29" fmla="*/ 327 h 452"/>
                <ns1:gd name="T30" fmla="*/ 135 w 554"/>
                <ns1:gd name="T31" fmla="*/ 319 h 452"/>
                <ns1:gd name="T32" fmla="*/ 177 w 554"/>
                <ns1:gd name="T33" fmla="*/ 344 h 452"/>
                <ns1:gd name="T34" fmla="*/ 260 w 554"/>
                <ns1:gd name="T35" fmla="*/ 403 h 452"/>
                <ns1:gd name="T36" fmla="*/ 296 w 554"/>
                <ns1:gd name="T37" fmla="*/ 395 h 452"/>
                <ns1:gd name="T38" fmla="*/ 391 w 554"/>
                <ns1:gd name="T39" fmla="*/ 452 h 452"/>
                <ns1:gd name="T40" fmla="*/ 492 w 554"/>
                <ns1:gd name="T41" fmla="*/ 382 h 452"/>
                <ns1:gd name="T42" fmla="*/ 549 w 554"/>
                <ns1:gd name="T43" fmla="*/ 287 h 452"/>
                <ns1:gd name="T44" fmla="*/ 547 w 554"/>
                <ns1:gd name="T45" fmla="*/ 267 h 452"/>
                <ns1:gd name="T46" fmla="*/ 554 w 554"/>
                <ns1:gd name="T47" fmla="*/ 235 h 452"/>
                <ns1:gd name="T48" fmla="*/ 536 w 554"/>
                <ns1:gd name="T49" fmla="*/ 185 h 452"/>
                <ns1:gd name="T50" fmla="*/ 537 w 554"/>
                <ns1:gd name="T51" fmla="*/ 174 h 452"/>
                <ns1:gd name="T52" fmla="*/ 493 w 554"/>
                <ns1:gd name="T53" fmla="*/ 106 h 452"/>
                <ns1:gd name="T54" fmla="*/ 367 w 554"/>
                <ns1:gd name="T55" fmla="*/ 21 h 452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  <ns1:cxn ang="0">
                  <ns1:pos x="T14" y="T15"/>
                </ns1:cxn>
                <ns1:cxn ang="0">
                  <ns1:pos x="T16" y="T17"/>
                </ns1:cxn>
                <ns1:cxn ang="0">
                  <ns1:pos x="T18" y="T19"/>
                </ns1:cxn>
                <ns1:cxn ang="0">
                  <ns1:pos x="T20" y="T21"/>
                </ns1:cxn>
                <ns1:cxn ang="0">
                  <ns1:pos x="T22" y="T23"/>
                </ns1:cxn>
                <ns1:cxn ang="0">
                  <ns1:pos x="T24" y="T25"/>
                </ns1:cxn>
                <ns1:cxn ang="0">
                  <ns1:pos x="T26" y="T27"/>
                </ns1:cxn>
                <ns1:cxn ang="0">
                  <ns1:pos x="T28" y="T29"/>
                </ns1:cxn>
                <ns1:cxn ang="0">
                  <ns1:pos x="T30" y="T31"/>
                </ns1:cxn>
                <ns1:cxn ang="0">
                  <ns1:pos x="T32" y="T33"/>
                </ns1:cxn>
                <ns1:cxn ang="0">
                  <ns1:pos x="T34" y="T35"/>
                </ns1:cxn>
                <ns1:cxn ang="0">
                  <ns1:pos x="T36" y="T37"/>
                </ns1:cxn>
                <ns1:cxn ang="0">
                  <ns1:pos x="T38" y="T39"/>
                </ns1:cxn>
                <ns1:cxn ang="0">
                  <ns1:pos x="T40" y="T41"/>
                </ns1:cxn>
                <ns1:cxn ang="0">
                  <ns1:pos x="T42" y="T43"/>
                </ns1:cxn>
                <ns1:cxn ang="0">
                  <ns1:pos x="T44" y="T45"/>
                </ns1:cxn>
                <ns1:cxn ang="0">
                  <ns1:pos x="T46" y="T47"/>
                </ns1:cxn>
                <ns1:cxn ang="0">
                  <ns1:pos x="T48" y="T49"/>
                </ns1:cxn>
                <ns1:cxn ang="0">
                  <ns1:pos x="T50" y="T51"/>
                </ns1:cxn>
                <ns1:cxn ang="0">
                  <ns1:pos x="T52" y="T53"/>
                </ns1:cxn>
                <ns1:cxn ang="0">
                  <ns1:pos x="T54" y="T55"/>
                </ns1:cxn>
              </ns1:cxnLst>
              <ns1:rect l="0" t="0" r="r" b="b"/>
              <ns1:pathLst>
                <ns1:path w="554" h="452">
                  <ns1:moveTo>
                    <ns1:pt x="367" y="21"/>
                  </ns1:moveTo>
                  <ns1:cubicBezTo>
                    <ns1:pt x="356" y="11"/>
                    <ns1:pt x="341" y="5"/>
                    <ns1:pt x="325" y="5"/>
                  </ns1:cubicBezTo>
                  <ns1:cubicBezTo>
                    <ns1:pt x="315" y="5"/>
                    <ns1:pt x="306" y="7"/>
                    <ns1:pt x="298" y="11"/>
                  </ns1:cubicBezTo>
                  <ns1:cubicBezTo>
                    <ns1:pt x="289" y="4"/>
                    <ns1:pt x="279" y="0"/>
                    <ns1:pt x="267" y="0"/>
                  </ns1:cubicBezTo>
                  <ns1:cubicBezTo>
                    <ns1:pt x="258" y="0"/>
                    <ns1:pt x="250" y="3"/>
                    <ns1:pt x="243" y="7"/>
                  </ns1:cubicBezTo>
                  <ns1:cubicBezTo>
                    <ns1:pt x="237" y="5"/>
                    <ns1:pt x="230" y="5"/>
                    <ns1:pt x="223" y="5"/>
                  </ns1:cubicBezTo>
                  <ns1:cubicBezTo>
                    <ns1:pt x="203" y="5"/>
                    <ns1:pt x="183" y="12"/>
                    <ns1:pt x="168" y="24"/>
                  </ns1:cubicBezTo>
                  <ns1:cubicBezTo>
                    <ns1:pt x="166" y="24"/>
                    <ns1:pt x="165" y="24"/>
                    <ns1:pt x="163" y="24"/>
                  </ns1:cubicBezTo>
                  <ns1:cubicBezTo>
                    <ns1:pt x="136" y="24"/>
                    <ns1:pt x="112" y="36"/>
                    <ns1:pt x="96" y="54"/>
                  </ns1:cubicBezTo>
                  <ns1:cubicBezTo>
                    <ns1:pt x="63" y="60"/>
                    <ns1:pt x="38" y="89"/>
                    <ns1:pt x="38" y="123"/>
                  </ns1:cubicBezTo>
                  <ns1:cubicBezTo>
                    <ns1:pt x="24" y="128"/>
                    <ns1:pt x="15" y="141"/>
                    <ns1:pt x="15" y="156"/>
                  </ns1:cubicBezTo>
                  <ns1:cubicBezTo>
                    <ns1:pt x="15" y="158"/>
                    <ns1:pt x="15" y="159"/>
                    <ns1:pt x="15" y="161"/>
                  </ns1:cubicBezTo>
                  <ns1:cubicBezTo>
                    <ns1:pt x="6" y="175"/>
                    <ns1:pt x="0" y="192"/>
                    <ns1:pt x="0" y="210"/>
                  </ns1:cubicBezTo>
                  <ns1:cubicBezTo>
                    <ns1:pt x="0" y="240"/>
                    <ns1:pt x="16" y="266"/>
                    <ns1:pt x="39" y="282"/>
                  </ns1:cubicBezTo>
                  <ns1:cubicBezTo>
                    <ns1:pt x="48" y="308"/>
                    <ns1:pt x="74" y="327"/>
                    <ns1:pt x="103" y="327"/>
                  </ns1:cubicBezTo>
                  <ns1:cubicBezTo>
                    <ns1:pt x="115" y="327"/>
                    <ns1:pt x="126" y="324"/>
                    <ns1:pt x="135" y="319"/>
                  </ns1:cubicBezTo>
                  <ns1:cubicBezTo>
                    <ns1:pt x="145" y="332"/>
                    <ns1:pt x="160" y="341"/>
                    <ns1:pt x="177" y="344"/>
                  </ns1:cubicBezTo>
                  <ns1:cubicBezTo>
                    <ns1:pt x="189" y="378"/>
                    <ns1:pt x="222" y="403"/>
                    <ns1:pt x="260" y="403"/>
                  </ns1:cubicBezTo>
                  <ns1:cubicBezTo>
                    <ns1:pt x="273" y="403"/>
                    <ns1:pt x="285" y="400"/>
                    <ns1:pt x="296" y="395"/>
                  </ns1:cubicBezTo>
                  <ns1:cubicBezTo>
                    <ns1:pt x="314" y="429"/>
                    <ns1:pt x="350" y="452"/>
                    <ns1:pt x="391" y="452"/>
                  </ns1:cubicBezTo>
                  <ns1:cubicBezTo>
                    <ns1:pt x="437" y="452"/>
                    <ns1:pt x="477" y="423"/>
                    <ns1:pt x="492" y="382"/>
                  </ns1:cubicBezTo>
                  <ns1:cubicBezTo>
                    <ns1:pt x="526" y="364"/>
                    <ns1:pt x="549" y="328"/>
                    <ns1:pt x="549" y="287"/>
                  </ns1:cubicBezTo>
                  <ns1:cubicBezTo>
                    <ns1:pt x="549" y="280"/>
                    <ns1:pt x="548" y="274"/>
                    <ns1:pt x="547" y="267"/>
                  </ns1:cubicBezTo>
                  <ns1:cubicBezTo>
                    <ns1:pt x="552" y="257"/>
                    <ns1:pt x="554" y="246"/>
                    <ns1:pt x="554" y="235"/>
                  </ns1:cubicBezTo>
                  <ns1:cubicBezTo>
                    <ns1:pt x="554" y="216"/>
                    <ns1:pt x="547" y="199"/>
                    <ns1:pt x="536" y="185"/>
                  </ns1:cubicBezTo>
                  <ns1:cubicBezTo>
                    <ns1:pt x="536" y="182"/>
                    <ns1:pt x="537" y="178"/>
                    <ns1:pt x="537" y="174"/>
                  </ns1:cubicBezTo>
                  <ns1:cubicBezTo>
                    <ns1:pt x="537" y="144"/>
                    <ns1:pt x="519" y="118"/>
                    <ns1:pt x="493" y="106"/>
                  </ns1:cubicBezTo>
                  <ns1:cubicBezTo>
                    <ns1:pt x="472" y="57"/>
                    <ns1:pt x="423" y="22"/>
                    <ns1:pt x="367" y="21"/>
                  </ns1:cubicBezTo>
                  <ns1:close/>
                </ns1:path>
              </ns1:pathLst>
            </ns1:custGeom>
            <ns1:grpFill/>
            <ns1:ln>
              <ns1:noFill/>
            </ns1:ln>
            <ns1:extLst>
              <ns1:ext uri="{91240B29-F687-4F45-9708-019B960494DF}">
                <ns2:hiddenLine w="9525">
                  <ns1:solidFill>
                    <ns1:srgbClr val="000000"/>
                  </ns1:solidFill>
                  <ns1:round/>
                  <ns1:headEnd/>
                  <ns1:tailEnd/>
                </ns2:hiddenLine>
              </ns1:ext>
            </ns1:extLst>
          </ns0:spPr>
          <ns0:txBody>
            <ns1:bodyPr vert="horz" wrap="square" lIns="91440" tIns="45720" rIns="91440" bIns="45720" numCol="1" anchor="t" anchorCtr="0" compatLnSpc="1">
              <ns1:prstTxWarp prst="textNoShape">
                <ns1:avLst/>
              </ns1:prstTxWarp>
            </ns1:bodyPr>
            <ns1:lstStyle/>
            <ns1:p>
              <ns1:endParaRPr lang="id-ID" sz="2700"/>
            </ns1:p>
          </ns0:txBody>
        </ns0:sp>
      </ns0:grpSp>
      <ns0:grpSp>
        <ns0:nvGrpSpPr>
          <ns0:cNvPr id="303" name="Group 302"/>
          <ns0:cNvGrpSpPr/>
          <ns0:nvPr/>
        </ns0:nvGrpSpPr>
        <ns0:grpSpPr>
          <ns1:xfrm>
            <ns1:off x="529825" y="6076093"/>
            <ns1:ext cx="310974" cy="360075"/>
            <ns1:chOff x="4937125" y="1749425"/>
            <ns1:chExt cx="392113" cy="454025"/>
          </ns1:xfrm>
          <ns1:solidFill>
            <ns1:schemeClr val="tx1"/>
          </ns1:solidFill>
        </ns0:grpSpPr>
        <ns0:sp>
          <ns0:nvSpPr>
            <ns0:cNvPr id="304" name="Freeform 58"/>
            <ns0:cNvSpPr>
              <ns1:spLocks/>
            </ns0:cNvSpPr>
            <ns0:nvPr/>
          </ns0:nvSpPr>
          <ns0:spPr bwMode="auto">
            <ns1:xfrm>
              <ns1:off x="5016500" y="2016125"/>
              <ns1:ext cx="79375" cy="19050"/>
            </ns1:xfrm>
            <ns1:custGeom>
              <ns1:avLst/>
              <ns1:gdLst>
                <ns1:gd name="T0" fmla="*/ 14 w 16"/>
                <ns1:gd name="T1" fmla="*/ 4 h 4"/>
                <ns1:gd name="T2" fmla="*/ 2 w 16"/>
                <ns1:gd name="T3" fmla="*/ 4 h 4"/>
                <ns1:gd name="T4" fmla="*/ 0 w 16"/>
                <ns1:gd name="T5" fmla="*/ 2 h 4"/>
                <ns1:gd name="T6" fmla="*/ 2 w 16"/>
                <ns1:gd name="T7" fmla="*/ 0 h 4"/>
                <ns1:gd name="T8" fmla="*/ 14 w 16"/>
                <ns1:gd name="T9" fmla="*/ 0 h 4"/>
                <ns1:gd name="T10" fmla="*/ 16 w 16"/>
                <ns1:gd name="T11" fmla="*/ 2 h 4"/>
                <ns1:gd name="T12" fmla="*/ 14 w 16"/>
                <ns1:gd name="T13" fmla="*/ 4 h 4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</ns1:cxnLst>
              <ns1:rect l="0" t="0" r="r" b="b"/>
              <ns1:pathLst>
                <ns1:path w="16" h="4">
                  <ns1:moveTo>
                    <ns1:pt x="14" y="4"/>
                  </ns1:moveTo>
                  <ns1:cubicBezTo>
                    <ns1:pt x="2" y="4"/>
                    <ns1:pt x="2" y="4"/>
                    <ns1:pt x="2" y="4"/>
                  </ns1:cubicBezTo>
                  <ns1:cubicBezTo>
                    <ns1:pt x="1" y="4"/>
                    <ns1:pt x="0" y="3"/>
                    <ns1:pt x="0" y="2"/>
                  </ns1:cubicBezTo>
                  <ns1:cubicBezTo>
                    <ns1:pt x="0" y="1"/>
                    <ns1:pt x="1" y="0"/>
                    <ns1:pt x="2" y="0"/>
                  </ns1:cubicBezTo>
                  <ns1:cubicBezTo>
                    <ns1:pt x="14" y="0"/>
                    <ns1:pt x="14" y="0"/>
                    <ns1:pt x="14" y="0"/>
                  </ns1:cubicBezTo>
                  <ns1:cubicBezTo>
                    <ns1:pt x="15" y="0"/>
                    <ns1:pt x="16" y="1"/>
                    <ns1:pt x="16" y="2"/>
                  </ns1:cubicBezTo>
                  <ns1:cubicBezTo>
                    <ns1:pt x="16" y="3"/>
                    <ns1:pt x="15" y="4"/>
                    <ns1:pt x="14" y="4"/>
                  </ns1:cubicBezTo>
                  <ns1:close/>
                </ns1:path>
              </ns1:pathLst>
            </ns1:custGeom>
            <ns1:grpFill/>
            <ns1:ln>
              <ns1:noFill/>
            </ns1:ln>
            <ns1:extLst>
              <ns1:ext uri="{91240B29-F687-4F45-9708-019B960494DF}">
                <ns2:hiddenLine w="9525">
                  <ns1:solidFill>
                    <ns1:srgbClr val="000000"/>
                  </ns1:solidFill>
                  <ns1:round/>
                  <ns1:headEnd/>
                  <ns1:tailEnd/>
                </ns2:hiddenLine>
              </ns1:ext>
            </ns1:extLst>
          </ns0:spPr>
          <ns0:txBody>
            <ns1:bodyPr vert="horz" wrap="square" lIns="91440" tIns="45720" rIns="91440" bIns="45720" numCol="1" anchor="t" anchorCtr="0" compatLnSpc="1">
              <ns1:prstTxWarp prst="textNoShape">
                <ns1:avLst/>
              </ns1:prstTxWarp>
            </ns1:bodyPr>
            <ns1:lstStyle/>
            <ns1:p>
              <ns1:endParaRPr lang="id-ID" sz="2700"/>
            </ns1:p>
          </ns0:txBody>
        </ns0:sp>
        <ns0:sp>
          <ns0:nvSpPr>
            <ns0:cNvPr id="305" name="Freeform 59"/>
            <ns0:cNvSpPr>
              <ns1:spLocks/>
            </ns0:cNvSpPr>
            <ns0:nvPr/>
          </ns0:nvSpPr>
          <ns0:spPr bwMode="auto">
            <ns1:xfrm>
              <ns1:off x="5046663" y="1952625"/>
              <ns1:ext cx="84138" cy="19050"/>
            </ns1:xfrm>
            <ns1:custGeom>
              <ns1:avLst/>
              <ns1:gdLst>
                <ns1:gd name="T0" fmla="*/ 15 w 17"/>
                <ns1:gd name="T1" fmla="*/ 4 h 4"/>
                <ns1:gd name="T2" fmla="*/ 2 w 17"/>
                <ns1:gd name="T3" fmla="*/ 4 h 4"/>
                <ns1:gd name="T4" fmla="*/ 0 w 17"/>
                <ns1:gd name="T5" fmla="*/ 2 h 4"/>
                <ns1:gd name="T6" fmla="*/ 2 w 17"/>
                <ns1:gd name="T7" fmla="*/ 0 h 4"/>
                <ns1:gd name="T8" fmla="*/ 15 w 17"/>
                <ns1:gd name="T9" fmla="*/ 0 h 4"/>
                <ns1:gd name="T10" fmla="*/ 17 w 17"/>
                <ns1:gd name="T11" fmla="*/ 2 h 4"/>
                <ns1:gd name="T12" fmla="*/ 15 w 17"/>
                <ns1:gd name="T13" fmla="*/ 4 h 4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</ns1:cxnLst>
              <ns1:rect l="0" t="0" r="r" b="b"/>
              <ns1:pathLst>
                <ns1:path w="17" h="4">
                  <ns1:moveTo>
                    <ns1:pt x="15" y="4"/>
                  </ns1:moveTo>
                  <ns1:cubicBezTo>
                    <ns1:pt x="2" y="4"/>
                    <ns1:pt x="2" y="4"/>
                    <ns1:pt x="2" y="4"/>
                  </ns1:cubicBezTo>
                  <ns1:cubicBezTo>
                    <ns1:pt x="1" y="4"/>
                    <ns1:pt x="0" y="4"/>
                    <ns1:pt x="0" y="2"/>
                  </ns1:cubicBezTo>
                  <ns1:cubicBezTo>
                    <ns1:pt x="0" y="1"/>
                    <ns1:pt x="1" y="0"/>
                    <ns1:pt x="2" y="0"/>
                  </ns1:cubicBezTo>
                  <ns1:cubicBezTo>
                    <ns1:pt x="15" y="0"/>
                    <ns1:pt x="15" y="0"/>
                    <ns1:pt x="15" y="0"/>
                  </ns1:cubicBezTo>
                  <ns1:cubicBezTo>
                    <ns1:pt x="16" y="0"/>
                    <ns1:pt x="17" y="1"/>
                    <ns1:pt x="17" y="2"/>
                  </ns1:cubicBezTo>
                  <ns1:cubicBezTo>
                    <ns1:pt x="17" y="4"/>
                    <ns1:pt x="16" y="4"/>
                    <ns1:pt x="15" y="4"/>
                  </ns1:cubicBezTo>
                  <ns1:close/>
                </ns1:path>
              </ns1:pathLst>
            </ns1:custGeom>
            <ns1:grpFill/>
            <ns1:ln>
              <ns1:noFill/>
            </ns1:ln>
            <ns1:extLst>
              <ns1:ext uri="{91240B29-F687-4F45-9708-019B960494DF}">
                <ns2:hiddenLine w="9525">
                  <ns1:solidFill>
                    <ns1:srgbClr val="000000"/>
                  </ns1:solidFill>
                  <ns1:round/>
                  <ns1:headEnd/>
                  <ns1:tailEnd/>
                </ns2:hiddenLine>
              </ns1:ext>
            </ns1:extLst>
          </ns0:spPr>
          <ns0:txBody>
            <ns1:bodyPr vert="horz" wrap="square" lIns="91440" tIns="45720" rIns="91440" bIns="45720" numCol="1" anchor="t" anchorCtr="0" compatLnSpc="1">
              <ns1:prstTxWarp prst="textNoShape">
                <ns1:avLst/>
              </ns1:prstTxWarp>
            </ns1:bodyPr>
            <ns1:lstStyle/>
            <ns1:p>
              <ns1:endParaRPr lang="id-ID" sz="2700"/>
            </ns1:p>
          </ns0:txBody>
        </ns0:sp>
        <ns0:sp>
          <ns0:nvSpPr>
            <ns0:cNvPr id="306" name="Freeform 60"/>
            <ns0:cNvSpPr>
              <ns1:spLocks/>
            </ns0:cNvSpPr>
            <ns0:nvPr/>
          </ns0:nvSpPr>
          <ns0:spPr bwMode="auto">
            <ns1:xfrm>
              <ns1:off x="4976813" y="2055813"/>
              <ns1:ext cx="307975" cy="117475"/>
            </ns1:xfrm>
            <ns1:custGeom>
              <ns1:avLst/>
              <ns1:gdLst>
                <ns1:gd name="T0" fmla="*/ 61 w 62"/>
                <ns1:gd name="T1" fmla="*/ 16 h 24"/>
                <ns1:gd name="T2" fmla="*/ 52 w 62"/>
                <ns1:gd name="T3" fmla="*/ 0 h 24"/>
                <ns1:gd name="T4" fmla="*/ 10 w 62"/>
                <ns1:gd name="T5" fmla="*/ 0 h 24"/>
                <ns1:gd name="T6" fmla="*/ 7 w 62"/>
                <ns1:gd name="T7" fmla="*/ 4 h 24"/>
                <ns1:gd name="T8" fmla="*/ 15 w 62"/>
                <ns1:gd name="T9" fmla="*/ 4 h 24"/>
                <ns1:gd name="T10" fmla="*/ 17 w 62"/>
                <ns1:gd name="T11" fmla="*/ 6 h 24"/>
                <ns1:gd name="T12" fmla="*/ 15 w 62"/>
                <ns1:gd name="T13" fmla="*/ 8 h 24"/>
                <ns1:gd name="T14" fmla="*/ 5 w 62"/>
                <ns1:gd name="T15" fmla="*/ 8 h 24"/>
                <ns1:gd name="T16" fmla="*/ 1 w 62"/>
                <ns1:gd name="T17" fmla="*/ 16 h 24"/>
                <ns1:gd name="T18" fmla="*/ 9 w 62"/>
                <ns1:gd name="T19" fmla="*/ 16 h 24"/>
                <ns1:gd name="T20" fmla="*/ 11 w 62"/>
                <ns1:gd name="T21" fmla="*/ 18 h 24"/>
                <ns1:gd name="T22" fmla="*/ 9 w 62"/>
                <ns1:gd name="T23" fmla="*/ 20 h 24"/>
                <ns1:gd name="T24" fmla="*/ 0 w 62"/>
                <ns1:gd name="T25" fmla="*/ 20 h 24"/>
                <ns1:gd name="T26" fmla="*/ 0 w 62"/>
                <ns1:gd name="T27" fmla="*/ 21 h 24"/>
                <ns1:gd name="T28" fmla="*/ 9 w 62"/>
                <ns1:gd name="T29" fmla="*/ 24 h 24"/>
                <ns1:gd name="T30" fmla="*/ 52 w 62"/>
                <ns1:gd name="T31" fmla="*/ 24 h 24"/>
                <ns1:gd name="T32" fmla="*/ 61 w 62"/>
                <ns1:gd name="T33" fmla="*/ 21 h 24"/>
                <ns1:gd name="T34" fmla="*/ 62 w 62"/>
                <ns1:gd name="T35" fmla="*/ 20 h 24"/>
                <ns1:gd name="T36" fmla="*/ 61 w 62"/>
                <ns1:gd name="T37" fmla="*/ 16 h 24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  <ns1:cxn ang="0">
                  <ns1:pos x="T14" y="T15"/>
                </ns1:cxn>
                <ns1:cxn ang="0">
                  <ns1:pos x="T16" y="T17"/>
                </ns1:cxn>
                <ns1:cxn ang="0">
                  <ns1:pos x="T18" y="T19"/>
                </ns1:cxn>
                <ns1:cxn ang="0">
                  <ns1:pos x="T20" y="T21"/>
                </ns1:cxn>
                <ns1:cxn ang="0">
                  <ns1:pos x="T22" y="T23"/>
                </ns1:cxn>
                <ns1:cxn ang="0">
                  <ns1:pos x="T24" y="T25"/>
                </ns1:cxn>
                <ns1:cxn ang="0">
                  <ns1:pos x="T26" y="T27"/>
                </ns1:cxn>
                <ns1:cxn ang="0">
                  <ns1:pos x="T28" y="T29"/>
                </ns1:cxn>
                <ns1:cxn ang="0">
                  <ns1:pos x="T30" y="T31"/>
                </ns1:cxn>
                <ns1:cxn ang="0">
                  <ns1:pos x="T32" y="T33"/>
                </ns1:cxn>
                <ns1:cxn ang="0">
                  <ns1:pos x="T34" y="T35"/>
                </ns1:cxn>
                <ns1:cxn ang="0">
                  <ns1:pos x="T36" y="T37"/>
                </ns1:cxn>
              </ns1:cxnLst>
              <ns1:rect l="0" t="0" r="r" b="b"/>
              <ns1:pathLst>
                <ns1:path w="62" h="24">
                  <ns1:moveTo>
                    <ns1:pt x="61" y="16"/>
                  </ns1:moveTo>
                  <ns1:cubicBezTo>
                    <ns1:pt x="52" y="0"/>
                    <ns1:pt x="52" y="0"/>
                    <ns1:pt x="52" y="0"/>
                  </ns1:cubicBezTo>
                  <ns1:cubicBezTo>
                    <ns1:pt x="10" y="0"/>
                    <ns1:pt x="10" y="0"/>
                    <ns1:pt x="10" y="0"/>
                  </ns1:cubicBezTo>
                  <ns1:cubicBezTo>
                    <ns1:pt x="9" y="1"/>
                    <ns1:pt x="8" y="3"/>
                    <ns1:pt x="7" y="4"/>
                  </ns1:cubicBezTo>
                  <ns1:cubicBezTo>
                    <ns1:pt x="15" y="4"/>
                    <ns1:pt x="15" y="4"/>
                    <ns1:pt x="15" y="4"/>
                  </ns1:cubicBezTo>
                  <ns1:cubicBezTo>
                    <ns1:pt x="16" y="4"/>
                    <ns1:pt x="17" y="5"/>
                    <ns1:pt x="17" y="6"/>
                  </ns1:cubicBezTo>
                  <ns1:cubicBezTo>
                    <ns1:pt x="17" y="7"/>
                    <ns1:pt x="16" y="8"/>
                    <ns1:pt x="15" y="8"/>
                  </ns1:cubicBezTo>
                  <ns1:cubicBezTo>
                    <ns1:pt x="5" y="8"/>
                    <ns1:pt x="5" y="8"/>
                    <ns1:pt x="5" y="8"/>
                  </ns1:cubicBezTo>
                  <ns1:cubicBezTo>
                    <ns1:pt x="3" y="12"/>
                    <ns1:pt x="1" y="16"/>
                    <ns1:pt x="1" y="16"/>
                  </ns1:cubicBezTo>
                  <ns1:cubicBezTo>
                    <ns1:pt x="9" y="16"/>
                    <ns1:pt x="9" y="16"/>
                    <ns1:pt x="9" y="16"/>
                  </ns1:cubicBezTo>
                  <ns1:cubicBezTo>
                    <ns1:pt x="10" y="16"/>
                    <ns1:pt x="11" y="17"/>
                    <ns1:pt x="11" y="18"/>
                  </ns1:cubicBezTo>
                  <ns1:cubicBezTo>
                    <ns1:pt x="11" y="19"/>
                    <ns1:pt x="10" y="20"/>
                    <ns1:pt x="9" y="20"/>
                  </ns1:cubicBezTo>
                  <ns1:cubicBezTo>
                    <ns1:pt x="0" y="20"/>
                    <ns1:pt x="0" y="20"/>
                    <ns1:pt x="0" y="20"/>
                  </ns1:cubicBezTo>
                  <ns1:cubicBezTo>
                    <ns1:pt x="0" y="21"/>
                    <ns1:pt x="0" y="21"/>
                    <ns1:pt x="0" y="21"/>
                  </ns1:cubicBezTo>
                  <ns1:cubicBezTo>
                    <ns1:pt x="1" y="23"/>
                    <ns1:pt x="4" y="24"/>
                    <ns1:pt x="9" y="24"/>
                  </ns1:cubicBezTo>
                  <ns1:cubicBezTo>
                    <ns1:pt x="52" y="24"/>
                    <ns1:pt x="52" y="24"/>
                    <ns1:pt x="52" y="24"/>
                  </ns1:cubicBezTo>
                  <ns1:cubicBezTo>
                    <ns1:pt x="57" y="24"/>
                    <ns1:pt x="60" y="23"/>
                    <ns1:pt x="61" y="21"/>
                  </ns1:cubicBezTo>
                  <ns1:cubicBezTo>
                    <ns1:pt x="62" y="21"/>
                    <ns1:pt x="62" y="20"/>
                    <ns1:pt x="62" y="20"/>
                  </ns1:cubicBezTo>
                  <ns1:cubicBezTo>
                    <ns1:pt x="62" y="18"/>
                    <ns1:pt x="61" y="17"/>
                    <ns1:pt x="61" y="16"/>
                  </ns1:cubicBezTo>
                  <ns1:close/>
                </ns1:path>
              </ns1:pathLst>
            </ns1:custGeom>
            <ns1:grpFill/>
            <ns1:ln>
              <ns1:noFill/>
            </ns1:ln>
            <ns1:extLst>
              <ns1:ext uri="{91240B29-F687-4F45-9708-019B960494DF}">
                <ns2:hiddenLine w="9525">
                  <ns1:solidFill>
                    <ns1:srgbClr val="000000"/>
                  </ns1:solidFill>
                  <ns1:round/>
                  <ns1:headEnd/>
                  <ns1:tailEnd/>
                </ns2:hiddenLine>
              </ns1:ext>
            </ns1:extLst>
          </ns0:spPr>
          <ns0:txBody>
            <ns1:bodyPr vert="horz" wrap="square" lIns="91440" tIns="45720" rIns="91440" bIns="45720" numCol="1" anchor="t" anchorCtr="0" compatLnSpc="1">
              <ns1:prstTxWarp prst="textNoShape">
                <ns1:avLst/>
              </ns1:prstTxWarp>
            </ns1:bodyPr>
            <ns1:lstStyle/>
            <ns1:p>
              <ns1:endParaRPr lang="id-ID" sz="2700"/>
            </ns1:p>
          </ns0:txBody>
        </ns0:sp>
        <ns0:sp>
          <ns0:nvSpPr>
            <ns0:cNvPr id="307" name="Freeform 61"/>
            <ns0:cNvSpPr>
              <ns1:spLocks noEditPoints="1"/>
            </ns0:cNvSpPr>
            <ns0:nvPr/>
          </ns0:nvSpPr>
          <ns0:spPr bwMode="auto">
            <ns1:xfrm>
              <ns1:off x="4937125" y="1749425"/>
              <ns1:ext cx="392113" cy="454025"/>
            </ns1:xfrm>
            <ns1:custGeom>
              <ns1:avLst/>
              <ns1:gdLst>
                <ns1:gd name="T0" fmla="*/ 63 w 79"/>
                <ns1:gd name="T1" fmla="*/ 92 h 92"/>
                <ns1:gd name="T2" fmla="*/ 15 w 79"/>
                <ns1:gd name="T3" fmla="*/ 92 h 92"/>
                <ns1:gd name="T4" fmla="*/ 2 w 79"/>
                <ns1:gd name="T5" fmla="*/ 87 h 92"/>
                <ns1:gd name="T6" fmla="*/ 3 w 79"/>
                <ns1:gd name="T7" fmla="*/ 78 h 92"/>
                <ns1:gd name="T8" fmla="*/ 28 w 79"/>
                <ns1:gd name="T9" fmla="*/ 31 h 92"/>
                <ns1:gd name="T10" fmla="*/ 28 w 79"/>
                <ns1:gd name="T11" fmla="*/ 10 h 92"/>
                <ns1:gd name="T12" fmla="*/ 27 w 79"/>
                <ns1:gd name="T13" fmla="*/ 10 h 92"/>
                <ns1:gd name="T14" fmla="*/ 23 w 79"/>
                <ns1:gd name="T15" fmla="*/ 9 h 92"/>
                <ns1:gd name="T16" fmla="*/ 23 w 79"/>
                <ns1:gd name="T17" fmla="*/ 8 h 92"/>
                <ns1:gd name="T18" fmla="*/ 22 w 79"/>
                <ns1:gd name="T19" fmla="*/ 2 h 92"/>
                <ns1:gd name="T20" fmla="*/ 24 w 79"/>
                <ns1:gd name="T21" fmla="*/ 0 h 92"/>
                <ns1:gd name="T22" fmla="*/ 54 w 79"/>
                <ns1:gd name="T23" fmla="*/ 0 h 92"/>
                <ns1:gd name="T24" fmla="*/ 56 w 79"/>
                <ns1:gd name="T25" fmla="*/ 2 h 92"/>
                <ns1:gd name="T26" fmla="*/ 55 w 79"/>
                <ns1:gd name="T27" fmla="*/ 8 h 92"/>
                <ns1:gd name="T28" fmla="*/ 55 w 79"/>
                <ns1:gd name="T29" fmla="*/ 9 h 92"/>
                <ns1:gd name="T30" fmla="*/ 51 w 79"/>
                <ns1:gd name="T31" fmla="*/ 10 h 92"/>
                <ns1:gd name="T32" fmla="*/ 50 w 79"/>
                <ns1:gd name="T33" fmla="*/ 10 h 92"/>
                <ns1:gd name="T34" fmla="*/ 50 w 79"/>
                <ns1:gd name="T35" fmla="*/ 12 h 92"/>
                <ns1:gd name="T36" fmla="*/ 50 w 79"/>
                <ns1:gd name="T37" fmla="*/ 31 h 92"/>
                <ns1:gd name="T38" fmla="*/ 76 w 79"/>
                <ns1:gd name="T39" fmla="*/ 78 h 92"/>
                <ns1:gd name="T40" fmla="*/ 76 w 79"/>
                <ns1:gd name="T41" fmla="*/ 87 h 92"/>
                <ns1:gd name="T42" fmla="*/ 63 w 79"/>
                <ns1:gd name="T43" fmla="*/ 92 h 92"/>
                <ns1:gd name="T44" fmla="*/ 26 w 79"/>
                <ns1:gd name="T45" fmla="*/ 6 h 92"/>
                <ns1:gd name="T46" fmla="*/ 27 w 79"/>
                <ns1:gd name="T47" fmla="*/ 6 h 92"/>
                <ns1:gd name="T48" fmla="*/ 32 w 79"/>
                <ns1:gd name="T49" fmla="*/ 10 h 92"/>
                <ns1:gd name="T50" fmla="*/ 32 w 79"/>
                <ns1:gd name="T51" fmla="*/ 32 h 92"/>
                <ns1:gd name="T52" fmla="*/ 32 w 79"/>
                <ns1:gd name="T53" fmla="*/ 33 h 92"/>
                <ns1:gd name="T54" fmla="*/ 6 w 79"/>
                <ns1:gd name="T55" fmla="*/ 80 h 92"/>
                <ns1:gd name="T56" fmla="*/ 5 w 79"/>
                <ns1:gd name="T57" fmla="*/ 85 h 92"/>
                <ns1:gd name="T58" fmla="*/ 15 w 79"/>
                <ns1:gd name="T59" fmla="*/ 88 h 92"/>
                <ns1:gd name="T60" fmla="*/ 63 w 79"/>
                <ns1:gd name="T61" fmla="*/ 88 h 92"/>
                <ns1:gd name="T62" fmla="*/ 73 w 79"/>
                <ns1:gd name="T63" fmla="*/ 85 h 92"/>
                <ns1:gd name="T64" fmla="*/ 72 w 79"/>
                <ns1:gd name="T65" fmla="*/ 80 h 92"/>
                <ns1:gd name="T66" fmla="*/ 47 w 79"/>
                <ns1:gd name="T67" fmla="*/ 33 h 92"/>
                <ns1:gd name="T68" fmla="*/ 46 w 79"/>
                <ns1:gd name="T69" fmla="*/ 32 h 92"/>
                <ns1:gd name="T70" fmla="*/ 46 w 79"/>
                <ns1:gd name="T71" fmla="*/ 10 h 92"/>
                <ns1:gd name="T72" fmla="*/ 51 w 79"/>
                <ns1:gd name="T73" fmla="*/ 6 h 92"/>
                <ns1:gd name="T74" fmla="*/ 52 w 79"/>
                <ns1:gd name="T75" fmla="*/ 6 h 92"/>
                <ns1:gd name="T76" fmla="*/ 52 w 79"/>
                <ns1:gd name="T77" fmla="*/ 4 h 92"/>
                <ns1:gd name="T78" fmla="*/ 26 w 79"/>
                <ns1:gd name="T79" fmla="*/ 4 h 92"/>
                <ns1:gd name="T80" fmla="*/ 26 w 79"/>
                <ns1:gd name="T81" fmla="*/ 6 h 92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  <ns1:cxn ang="0">
                  <ns1:pos x="T14" y="T15"/>
                </ns1:cxn>
                <ns1:cxn ang="0">
                  <ns1:pos x="T16" y="T17"/>
                </ns1:cxn>
                <ns1:cxn ang="0">
                  <ns1:pos x="T18" y="T19"/>
                </ns1:cxn>
                <ns1:cxn ang="0">
                  <ns1:pos x="T20" y="T21"/>
                </ns1:cxn>
                <ns1:cxn ang="0">
                  <ns1:pos x="T22" y="T23"/>
                </ns1:cxn>
                <ns1:cxn ang="0">
                  <ns1:pos x="T24" y="T25"/>
                </ns1:cxn>
                <ns1:cxn ang="0">
                  <ns1:pos x="T26" y="T27"/>
                </ns1:cxn>
                <ns1:cxn ang="0">
                  <ns1:pos x="T28" y="T29"/>
                </ns1:cxn>
                <ns1:cxn ang="0">
                  <ns1:pos x="T30" y="T31"/>
                </ns1:cxn>
                <ns1:cxn ang="0">
                  <ns1:pos x="T32" y="T33"/>
                </ns1:cxn>
                <ns1:cxn ang="0">
                  <ns1:pos x="T34" y="T35"/>
                </ns1:cxn>
                <ns1:cxn ang="0">
                  <ns1:pos x="T36" y="T37"/>
                </ns1:cxn>
                <ns1:cxn ang="0">
                  <ns1:pos x="T38" y="T39"/>
                </ns1:cxn>
                <ns1:cxn ang="0">
                  <ns1:pos x="T40" y="T41"/>
                </ns1:cxn>
                <ns1:cxn ang="0">
                  <ns1:pos x="T42" y="T43"/>
                </ns1:cxn>
                <ns1:cxn ang="0">
                  <ns1:pos x="T44" y="T45"/>
                </ns1:cxn>
                <ns1:cxn ang="0">
                  <ns1:pos x="T46" y="T47"/>
                </ns1:cxn>
                <ns1:cxn ang="0">
                  <ns1:pos x="T48" y="T49"/>
                </ns1:cxn>
                <ns1:cxn ang="0">
                  <ns1:pos x="T50" y="T51"/>
                </ns1:cxn>
                <ns1:cxn ang="0">
                  <ns1:pos x="T52" y="T53"/>
                </ns1:cxn>
                <ns1:cxn ang="0">
                  <ns1:pos x="T54" y="T55"/>
                </ns1:cxn>
                <ns1:cxn ang="0">
                  <ns1:pos x="T56" y="T57"/>
                </ns1:cxn>
                <ns1:cxn ang="0">
                  <ns1:pos x="T58" y="T59"/>
                </ns1:cxn>
                <ns1:cxn ang="0">
                  <ns1:pos x="T60" y="T61"/>
                </ns1:cxn>
                <ns1:cxn ang="0">
                  <ns1:pos x="T62" y="T63"/>
                </ns1:cxn>
                <ns1:cxn ang="0">
                  <ns1:pos x="T64" y="T65"/>
                </ns1:cxn>
                <ns1:cxn ang="0">
                  <ns1:pos x="T66" y="T67"/>
                </ns1:cxn>
                <ns1:cxn ang="0">
                  <ns1:pos x="T68" y="T69"/>
                </ns1:cxn>
                <ns1:cxn ang="0">
                  <ns1:pos x="T70" y="T71"/>
                </ns1:cxn>
                <ns1:cxn ang="0">
                  <ns1:pos x="T72" y="T73"/>
                </ns1:cxn>
                <ns1:cxn ang="0">
                  <ns1:pos x="T74" y="T75"/>
                </ns1:cxn>
                <ns1:cxn ang="0">
                  <ns1:pos x="T76" y="T77"/>
                </ns1:cxn>
                <ns1:cxn ang="0">
                  <ns1:pos x="T78" y="T79"/>
                </ns1:cxn>
                <ns1:cxn ang="0">
                  <ns1:pos x="T80" y="T81"/>
                </ns1:cxn>
              </ns1:cxnLst>
              <ns1:rect l="0" t="0" r="r" b="b"/>
              <ns1:pathLst>
                <ns1:path w="79" h="92">
                  <ns1:moveTo>
                    <ns1:pt x="63" y="92"/>
                  </ns1:moveTo>
                  <ns1:cubicBezTo>
                    <ns1:pt x="15" y="92"/>
                    <ns1:pt x="15" y="92"/>
                    <ns1:pt x="15" y="92"/>
                  </ns1:cubicBezTo>
                  <ns1:cubicBezTo>
                    <ns1:pt x="8" y="92"/>
                    <ns1:pt x="4" y="90"/>
                    <ns1:pt x="2" y="87"/>
                  </ns1:cubicBezTo>
                  <ns1:cubicBezTo>
                    <ns1:pt x="0" y="83"/>
                    <ns1:pt x="2" y="78"/>
                    <ns1:pt x="3" y="78"/>
                  </ns1:cubicBezTo>
                  <ns1:cubicBezTo>
                    <ns1:pt x="28" y="31"/>
                    <ns1:pt x="28" y="31"/>
                    <ns1:pt x="28" y="31"/>
                  </ns1:cubicBezTo>
                  <ns1:cubicBezTo>
                    <ns1:pt x="28" y="10"/>
                    <ns1:pt x="28" y="10"/>
                    <ns1:pt x="28" y="10"/>
                  </ns1:cubicBezTo>
                  <ns1:cubicBezTo>
                    <ns1:pt x="28" y="10"/>
                    <ns1:pt x="27" y="10"/>
                    <ns1:pt x="27" y="10"/>
                  </ns1:cubicBezTo>
                  <ns1:cubicBezTo>
                    <ns1:pt x="26" y="10"/>
                    <ns1:pt x="24" y="10"/>
                    <ns1:pt x="23" y="9"/>
                  </ns1:cubicBezTo>
                  <ns1:cubicBezTo>
                    <ns1:pt x="23" y="9"/>
                    <ns1:pt x="23" y="8"/>
                    <ns1:pt x="23" y="8"/>
                  </ns1:cubicBezTo>
                  <ns1:cubicBezTo>
                    <ns1:pt x="22" y="6"/>
                    <ns1:pt x="22" y="2"/>
                    <ns1:pt x="22" y="2"/>
                  </ns1:cubicBezTo>
                  <ns1:cubicBezTo>
                    <ns1:pt x="22" y="1"/>
                    <ns1:pt x="23" y="0"/>
                    <ns1:pt x="24" y="0"/>
                  </ns1:cubicBezTo>
                  <ns1:cubicBezTo>
                    <ns1:pt x="54" y="0"/>
                    <ns1:pt x="54" y="0"/>
                    <ns1:pt x="54" y="0"/>
                  </ns1:cubicBezTo>
                  <ns1:cubicBezTo>
                    <ns1:pt x="55" y="0"/>
                    <ns1:pt x="56" y="1"/>
                    <ns1:pt x="56" y="2"/>
                  </ns1:cubicBezTo>
                  <ns1:cubicBezTo>
                    <ns1:pt x="56" y="2"/>
                    <ns1:pt x="56" y="6"/>
                    <ns1:pt x="55" y="8"/>
                  </ns1:cubicBezTo>
                  <ns1:cubicBezTo>
                    <ns1:pt x="55" y="8"/>
                    <ns1:pt x="55" y="8"/>
                    <ns1:pt x="55" y="9"/>
                  </ns1:cubicBezTo>
                  <ns1:cubicBezTo>
                    <ns1:pt x="54" y="10"/>
                    <ns1:pt x="53" y="10"/>
                    <ns1:pt x="51" y="10"/>
                  </ns1:cubicBezTo>
                  <ns1:cubicBezTo>
                    <ns1:pt x="51" y="10"/>
                    <ns1:pt x="50" y="10"/>
                    <ns1:pt x="50" y="10"/>
                  </ns1:cubicBezTo>
                  <ns1:cubicBezTo>
                    <ns1:pt x="50" y="12"/>
                    <ns1:pt x="50" y="12"/>
                    <ns1:pt x="50" y="12"/>
                  </ns1:cubicBezTo>
                  <ns1:cubicBezTo>
                    <ns1:pt x="50" y="31"/>
                    <ns1:pt x="50" y="31"/>
                    <ns1:pt x="50" y="31"/>
                  </ns1:cubicBezTo>
                  <ns1:cubicBezTo>
                    <ns1:pt x="76" y="78"/>
                    <ns1:pt x="76" y="78"/>
                    <ns1:pt x="76" y="78"/>
                  </ns1:cubicBezTo>
                  <ns1:cubicBezTo>
                    <ns1:pt x="76" y="78"/>
                    <ns1:pt x="79" y="83"/>
                    <ns1:pt x="76" y="87"/>
                  </ns1:cubicBezTo>
                  <ns1:cubicBezTo>
                    <ns1:pt x="74" y="90"/>
                    <ns1:pt x="70" y="92"/>
                    <ns1:pt x="63" y="92"/>
                  </ns1:cubicBezTo>
                  <ns1:close/>
                  <ns1:moveTo>
                    <ns1:pt x="26" y="6"/>
                  </ns1:moveTo>
                  <ns1:cubicBezTo>
                    <ns1:pt x="27" y="6"/>
                    <ns1:pt x="27" y="6"/>
                    <ns1:pt x="27" y="6"/>
                  </ns1:cubicBezTo>
                  <ns1:cubicBezTo>
                    <ns1:pt x="29" y="6"/>
                    <ns1:pt x="31" y="7"/>
                    <ns1:pt x="32" y="10"/>
                  </ns1:cubicBezTo>
                  <ns1:cubicBezTo>
                    <ns1:pt x="32" y="32"/>
                    <ns1:pt x="32" y="32"/>
                    <ns1:pt x="32" y="32"/>
                  </ns1:cubicBezTo>
                  <ns1:cubicBezTo>
                    <ns1:pt x="32" y="32"/>
                    <ns1:pt x="32" y="33"/>
                    <ns1:pt x="32" y="33"/>
                  </ns1:cubicBezTo>
                  <ns1:cubicBezTo>
                    <ns1:pt x="6" y="80"/>
                    <ns1:pt x="6" y="80"/>
                    <ns1:pt x="6" y="80"/>
                  </ns1:cubicBezTo>
                  <ns1:cubicBezTo>
                    <ns1:pt x="6" y="80"/>
                    <ns1:pt x="4" y="83"/>
                    <ns1:pt x="5" y="85"/>
                  </ns1:cubicBezTo>
                  <ns1:cubicBezTo>
                    <ns1:pt x="7" y="87"/>
                    <ns1:pt x="10" y="88"/>
                    <ns1:pt x="15" y="88"/>
                  </ns1:cubicBezTo>
                  <ns1:cubicBezTo>
                    <ns1:pt x="63" y="88"/>
                    <ns1:pt x="63" y="88"/>
                    <ns1:pt x="63" y="88"/>
                  </ns1:cubicBezTo>
                  <ns1:cubicBezTo>
                    <ns1:pt x="68" y="88"/>
                    <ns1:pt x="72" y="87"/>
                    <ns1:pt x="73" y="85"/>
                  </ns1:cubicBezTo>
                  <ns1:cubicBezTo>
                    <ns1:pt x="74" y="83"/>
                    <ns1:pt x="72" y="80"/>
                    <ns1:pt x="72" y="80"/>
                  </ns1:cubicBezTo>
                  <ns1:cubicBezTo>
                    <ns1:pt x="47" y="33"/>
                    <ns1:pt x="47" y="33"/>
                    <ns1:pt x="47" y="33"/>
                  </ns1:cubicBezTo>
                  <ns1:cubicBezTo>
                    <ns1:pt x="46" y="33"/>
                    <ns1:pt x="46" y="32"/>
                    <ns1:pt x="46" y="32"/>
                  </ns1:cubicBezTo>
                  <ns1:cubicBezTo>
                    <ns1:pt x="46" y="10"/>
                    <ns1:pt x="46" y="10"/>
                    <ns1:pt x="46" y="10"/>
                  </ns1:cubicBezTo>
                  <ns1:cubicBezTo>
                    <ns1:pt x="47" y="7"/>
                    <ns1:pt x="49" y="6"/>
                    <ns1:pt x="51" y="6"/>
                  </ns1:cubicBezTo>
                  <ns1:cubicBezTo>
                    <ns1:pt x="51" y="6"/>
                    <ns1:pt x="52" y="6"/>
                    <ns1:pt x="52" y="6"/>
                  </ns1:cubicBezTo>
                  <ns1:cubicBezTo>
                    <ns1:pt x="52" y="5"/>
                    <ns1:pt x="52" y="5"/>
                    <ns1:pt x="52" y="4"/>
                  </ns1:cubicBezTo>
                  <ns1:cubicBezTo>
                    <ns1:pt x="26" y="4"/>
                    <ns1:pt x="26" y="4"/>
                    <ns1:pt x="26" y="4"/>
                  </ns1:cubicBezTo>
                  <ns1:cubicBezTo>
                    <ns1:pt x="26" y="5"/>
                    <ns1:pt x="26" y="5"/>
                    <ns1:pt x="26" y="6"/>
                  </ns1:cubicBezTo>
                  <ns1:close/>
                </ns1:path>
              </ns1:pathLst>
            </ns1:custGeom>
            <ns1:grpFill/>
            <ns1:ln>
              <ns1:noFill/>
            </ns1:ln>
            <ns1:extLst>
              <ns1:ext uri="{91240B29-F687-4F45-9708-019B960494DF}">
                <ns2:hiddenLine w="9525">
                  <ns1:solidFill>
                    <ns1:srgbClr val="000000"/>
                  </ns1:solidFill>
                  <ns1:round/>
                  <ns1:headEnd/>
                  <ns1:tailEnd/>
                </ns2:hiddenLine>
              </ns1:ext>
            </ns1:extLst>
          </ns0:spPr>
          <ns0:txBody>
            <ns1:bodyPr vert="horz" wrap="square" lIns="91440" tIns="45720" rIns="91440" bIns="45720" numCol="1" anchor="t" anchorCtr="0" compatLnSpc="1">
              <ns1:prstTxWarp prst="textNoShape">
                <ns1:avLst/>
              </ns1:prstTxWarp>
            </ns1:bodyPr>
            <ns1:lstStyle/>
            <ns1:p>
              <ns1:endParaRPr lang="id-ID" sz="2700"/>
            </ns1:p>
          </ns0:txBody>
        </ns0:sp>
      </ns0:grpSp>
      <ns0:grpSp>
        <ns0:nvGrpSpPr>
          <ns0:cNvPr id="308" name="Group 307"/>
          <ns0:cNvGrpSpPr/>
          <ns0:nvPr/>
        </ns0:nvGrpSpPr>
        <ns0:grpSpPr>
          <ns1:xfrm>
            <ns1:off x="3305165" y="6056345"/>
            <ns1:ext cx="442687" cy="399568"/>
            <ns1:chOff x="3355975" y="954088"/>
            <ns1:chExt cx="733426" cy="661987"/>
          </ns1:xfrm>
          <ns1:solidFill>
            <ns1:schemeClr val="tx1"/>
          </ns1:solidFill>
        </ns0:grpSpPr>
        <ns0:sp>
          <ns0:nvSpPr>
            <ns0:cNvPr id="309" name="Rectangle 6"/>
            <ns0:cNvSpPr>
              <ns1:spLocks noChangeArrowheads="1"/>
            </ns0:cNvSpPr>
            <ns0:nvPr/>
          </ns0:nvSpPr>
          <ns0:spPr bwMode="auto">
            <ns1:xfrm>
              <ns1:off x="3476625" y="1155700"/>
              <ns1:ext cx="293688" cy="19050"/>
            </ns1:xfrm>
            <ns1:prstGeom prst="rect">
              <ns1:avLst/>
            </ns1:prstGeom>
            <ns1:grpFill/>
            <ns1:ln>
              <ns1:noFill/>
            </ns1:ln>
            <ns1:extLst>
              <ns1:ext uri="{91240B29-F687-4F45-9708-019B960494DF}">
                <ns2:hiddenLine w="9525">
                  <ns1:solidFill>
                    <ns1:srgbClr val="000000"/>
                  </ns1:solidFill>
                  <ns1:miter lim="800000"/>
                  <ns1:headEnd/>
                  <ns1:tailEnd/>
                </ns2:hiddenLine>
              </ns1:ext>
            </ns1:extLst>
          </ns0:spPr>
          <ns0:txBody>
            <ns1:bodyPr vert="horz" wrap="square" lIns="91440" tIns="45720" rIns="91440" bIns="45720" numCol="1" anchor="t" anchorCtr="0" compatLnSpc="1">
              <ns1:prstTxWarp prst="textNoShape">
                <ns1:avLst/>
              </ns1:prstTxWarp>
            </ns1:bodyPr>
            <ns1:lstStyle/>
            <ns1:p>
              <ns1:endParaRPr lang="id-ID" sz="2700"/>
            </ns1:p>
          </ns0:txBody>
        </ns0:sp>
        <ns0:sp>
          <ns0:nvSpPr>
            <ns0:cNvPr id="310" name="Rectangle 7"/>
            <ns0:cNvSpPr>
              <ns1:spLocks noChangeArrowheads="1"/>
            </ns0:cNvSpPr>
            <ns0:nvPr/>
          </ns0:nvSpPr>
          <ns0:spPr bwMode="auto">
            <ns1:xfrm>
              <ns1:off x="3476625" y="1238250"/>
              <ns1:ext cx="236538" cy="20637"/>
            </ns1:xfrm>
            <ns1:prstGeom prst="rect">
              <ns1:avLst/>
            </ns1:prstGeom>
            <ns1:grpFill/>
            <ns1:ln>
              <ns1:noFill/>
            </ns1:ln>
            <ns1:extLst>
              <ns1:ext uri="{91240B29-F687-4F45-9708-019B960494DF}">
                <ns2:hiddenLine w="9525">
                  <ns1:solidFill>
                    <ns1:srgbClr val="000000"/>
                  </ns1:solidFill>
                  <ns1:miter lim="800000"/>
                  <ns1:headEnd/>
                  <ns1:tailEnd/>
                </ns2:hiddenLine>
              </ns1:ext>
            </ns1:extLst>
          </ns0:spPr>
          <ns0:txBody>
            <ns1:bodyPr vert="horz" wrap="square" lIns="91440" tIns="45720" rIns="91440" bIns="45720" numCol="1" anchor="t" anchorCtr="0" compatLnSpc="1">
              <ns1:prstTxWarp prst="textNoShape">
                <ns1:avLst/>
              </ns1:prstTxWarp>
            </ns1:bodyPr>
            <ns1:lstStyle/>
            <ns1:p>
              <ns1:endParaRPr lang="id-ID" sz="2700"/>
            </ns1:p>
          </ns0:txBody>
        </ns0:sp>
        <ns0:sp>
          <ns0:nvSpPr>
            <ns0:cNvPr id="311" name="Rectangle 8"/>
            <ns0:cNvSpPr>
              <ns1:spLocks noChangeArrowheads="1"/>
            </ns0:cNvSpPr>
            <ns0:nvPr/>
          </ns0:nvSpPr>
          <ns0:spPr bwMode="auto">
            <ns1:xfrm>
              <ns1:off x="3476625" y="1325563"/>
              <ns1:ext cx="173038" cy="20637"/>
            </ns1:xfrm>
            <ns1:prstGeom prst="rect">
              <ns1:avLst/>
            </ns1:prstGeom>
            <ns1:grpFill/>
            <ns1:ln>
              <ns1:noFill/>
            </ns1:ln>
            <ns1:extLst>
              <ns1:ext uri="{91240B29-F687-4F45-9708-019B960494DF}">
                <ns2:hiddenLine w="9525">
                  <ns1:solidFill>
                    <ns1:srgbClr val="000000"/>
                  </ns1:solidFill>
                  <ns1:miter lim="800000"/>
                  <ns1:headEnd/>
                  <ns1:tailEnd/>
                </ns2:hiddenLine>
              </ns1:ext>
            </ns1:extLst>
          </ns0:spPr>
          <ns0:txBody>
            <ns1:bodyPr vert="horz" wrap="square" lIns="91440" tIns="45720" rIns="91440" bIns="45720" numCol="1" anchor="t" anchorCtr="0" compatLnSpc="1">
              <ns1:prstTxWarp prst="textNoShape">
                <ns1:avLst/>
              </ns1:prstTxWarp>
            </ns1:bodyPr>
            <ns1:lstStyle/>
            <ns1:p>
              <ns1:endParaRPr lang="id-ID" sz="2700"/>
            </ns1:p>
          </ns0:txBody>
        </ns0:sp>
        <ns0:grpSp>
          <ns0:nvGrpSpPr>
            <ns0:cNvPr id="312" name="Group 311"/>
            <ns0:cNvGrpSpPr/>
            <ns0:nvPr/>
          </ns0:nvGrpSpPr>
          <ns0:grpSpPr>
            <ns1:xfrm>
              <ns1:off x="3355975" y="954088"/>
              <ns1:ext cx="733426" cy="661987"/>
              <ns1:chOff x="3355975" y="954088"/>
              <ns1:chExt cx="733426" cy="661987"/>
            </ns1:xfrm>
            <ns1:grpFill/>
          </ns0:grpSpPr>
          <ns0:sp>
            <ns0:nvSpPr>
              <ns0:cNvPr id="313" name="Freeform 5"/>
              <ns0:cNvSpPr>
                <ns1:spLocks noEditPoints="1"/>
              </ns0:cNvSpPr>
              <ns0:nvPr/>
            </ns0:nvSpPr>
            <ns0:spPr bwMode="auto">
              <ns1:xfrm>
                <ns1:off x="3355975" y="954088"/>
                <ns1:ext cx="534988" cy="661987"/>
              </ns1:xfrm>
              <ns1:custGeom>
                <ns1:avLst/>
                <ns1:gdLst>
                  <ns1:gd name="T0" fmla="*/ 312 w 337"/>
                  <ns1:gd name="T1" fmla="*/ 392 h 417"/>
                  <ns1:gd name="T2" fmla="*/ 25 w 337"/>
                  <ns1:gd name="T3" fmla="*/ 392 h 417"/>
                  <ns1:gd name="T4" fmla="*/ 25 w 337"/>
                  <ns1:gd name="T5" fmla="*/ 101 h 417"/>
                  <ns1:gd name="T6" fmla="*/ 100 w 337"/>
                  <ns1:gd name="T7" fmla="*/ 101 h 417"/>
                  <ns1:gd name="T8" fmla="*/ 100 w 337"/>
                  <ns1:gd name="T9" fmla="*/ 26 h 417"/>
                  <ns1:gd name="T10" fmla="*/ 312 w 337"/>
                  <ns1:gd name="T11" fmla="*/ 26 h 417"/>
                  <ns1:gd name="T12" fmla="*/ 312 w 337"/>
                  <ns1:gd name="T13" fmla="*/ 134 h 417"/>
                  <ns1:gd name="T14" fmla="*/ 337 w 337"/>
                  <ns1:gd name="T15" fmla="*/ 108 h 417"/>
                  <ns1:gd name="T16" fmla="*/ 337 w 337"/>
                  <ns1:gd name="T17" fmla="*/ 0 h 417"/>
                  <ns1:gd name="T18" fmla="*/ 89 w 337"/>
                  <ns1:gd name="T19" fmla="*/ 0 h 417"/>
                  <ns1:gd name="T20" fmla="*/ 0 w 337"/>
                  <ns1:gd name="T21" fmla="*/ 89 h 417"/>
                  <ns1:gd name="T22" fmla="*/ 0 w 337"/>
                  <ns1:gd name="T23" fmla="*/ 417 h 417"/>
                  <ns1:gd name="T24" fmla="*/ 337 w 337"/>
                  <ns1:gd name="T25" fmla="*/ 417 h 417"/>
                  <ns1:gd name="T26" fmla="*/ 337 w 337"/>
                  <ns1:gd name="T27" fmla="*/ 286 h 417"/>
                  <ns1:gd name="T28" fmla="*/ 312 w 337"/>
                  <ns1:gd name="T29" fmla="*/ 312 h 417"/>
                  <ns1:gd name="T30" fmla="*/ 312 w 337"/>
                  <ns1:gd name="T31" fmla="*/ 392 h 417"/>
                  <ns1:gd name="T32" fmla="*/ 37 w 337"/>
                  <ns1:gd name="T33" fmla="*/ 88 h 417"/>
                  <ns1:gd name="T34" fmla="*/ 88 w 337"/>
                  <ns1:gd name="T35" fmla="*/ 37 h 417"/>
                  <ns1:gd name="T36" fmla="*/ 88 w 337"/>
                  <ns1:gd name="T37" fmla="*/ 88 h 417"/>
                  <ns1:gd name="T38" fmla="*/ 37 w 337"/>
                  <ns1:gd name="T39" fmla="*/ 88 h 417"/>
                </ns1:gdLst>
                <ns1:ahLst/>
                <ns1:cxnLst>
                  <ns1:cxn ang="0">
                    <ns1:pos x="T0" y="T1"/>
                  </ns1:cxn>
                  <ns1:cxn ang="0">
                    <ns1:pos x="T2" y="T3"/>
                  </ns1:cxn>
                  <ns1:cxn ang="0">
                    <ns1:pos x="T4" y="T5"/>
                  </ns1:cxn>
                  <ns1:cxn ang="0">
                    <ns1:pos x="T6" y="T7"/>
                  </ns1:cxn>
                  <ns1:cxn ang="0">
                    <ns1:pos x="T8" y="T9"/>
                  </ns1:cxn>
                  <ns1:cxn ang="0">
                    <ns1:pos x="T10" y="T11"/>
                  </ns1:cxn>
                  <ns1:cxn ang="0">
                    <ns1:pos x="T12" y="T13"/>
                  </ns1:cxn>
                  <ns1:cxn ang="0">
                    <ns1:pos x="T14" y="T15"/>
                  </ns1:cxn>
                  <ns1:cxn ang="0">
                    <ns1:pos x="T16" y="T17"/>
                  </ns1:cxn>
                  <ns1:cxn ang="0">
                    <ns1:pos x="T18" y="T19"/>
                  </ns1:cxn>
                  <ns1:cxn ang="0">
                    <ns1:pos x="T20" y="T21"/>
                  </ns1:cxn>
                  <ns1:cxn ang="0">
                    <ns1:pos x="T22" y="T23"/>
                  </ns1:cxn>
                  <ns1:cxn ang="0">
                    <ns1:pos x="T24" y="T25"/>
                  </ns1:cxn>
                  <ns1:cxn ang="0">
                    <ns1:pos x="T26" y="T27"/>
                  </ns1:cxn>
                  <ns1:cxn ang="0">
                    <ns1:pos x="T28" y="T29"/>
                  </ns1:cxn>
                  <ns1:cxn ang="0">
                    <ns1:pos x="T30" y="T31"/>
                  </ns1:cxn>
                  <ns1:cxn ang="0">
                    <ns1:pos x="T32" y="T33"/>
                  </ns1:cxn>
                  <ns1:cxn ang="0">
                    <ns1:pos x="T34" y="T35"/>
                  </ns1:cxn>
                  <ns1:cxn ang="0">
                    <ns1:pos x="T36" y="T37"/>
                  </ns1:cxn>
                  <ns1:cxn ang="0">
                    <ns1:pos x="T38" y="T39"/>
                  </ns1:cxn>
                </ns1:cxnLst>
                <ns1:rect l="0" t="0" r="r" b="b"/>
                <ns1:pathLst>
                  <ns1:path w="337" h="417">
                    <ns1:moveTo>
                      <ns1:pt x="312" y="392"/>
                    </ns1:moveTo>
                    <ns1:lnTo>
                      <ns1:pt x="25" y="392"/>
                    </ns1:lnTo>
                    <ns1:lnTo>
                      <ns1:pt x="25" y="101"/>
                    </ns1:lnTo>
                    <ns1:lnTo>
                      <ns1:pt x="100" y="101"/>
                    </ns1:lnTo>
                    <ns1:lnTo>
                      <ns1:pt x="100" y="26"/>
                    </ns1:lnTo>
                    <ns1:lnTo>
                      <ns1:pt x="312" y="26"/>
                    </ns1:lnTo>
                    <ns1:lnTo>
                      <ns1:pt x="312" y="134"/>
                    </ns1:lnTo>
                    <ns1:lnTo>
                      <ns1:pt x="337" y="108"/>
                    </ns1:lnTo>
                    <ns1:lnTo>
                      <ns1:pt x="337" y="0"/>
                    </ns1:lnTo>
                    <ns1:lnTo>
                      <ns1:pt x="89" y="0"/>
                    </ns1:lnTo>
                    <ns1:lnTo>
                      <ns1:pt x="0" y="89"/>
                    </ns1:lnTo>
                    <ns1:lnTo>
                      <ns1:pt x="0" y="417"/>
                    </ns1:lnTo>
                    <ns1:lnTo>
                      <ns1:pt x="337" y="417"/>
                    </ns1:lnTo>
                    <ns1:lnTo>
                      <ns1:pt x="337" y="286"/>
                    </ns1:lnTo>
                    <ns1:lnTo>
                      <ns1:pt x="312" y="312"/>
                    </ns1:lnTo>
                    <ns1:lnTo>
                      <ns1:pt x="312" y="392"/>
                    </ns1:lnTo>
                    <ns1:close/>
                    <ns1:moveTo>
                      <ns1:pt x="37" y="88"/>
                    </ns1:moveTo>
                    <ns1:lnTo>
                      <ns1:pt x="88" y="37"/>
                    </ns1:lnTo>
                    <ns1:lnTo>
                      <ns1:pt x="88" y="88"/>
                    </ns1:lnTo>
                    <ns1:lnTo>
                      <ns1:pt x="37" y="88"/>
                    </ns1:lnTo>
                    <ns1:close/>
                  </ns1:path>
                </ns1:pathLst>
              </ns1:custGeom>
              <ns1:grpFill/>
              <ns1:ln>
                <ns1:noFill/>
              </ns1:ln>
              <ns1:extLst>
                <ns1:ext uri="{91240B29-F687-4F45-9708-019B960494DF}">
                  <ns2:hiddenLine w="9525">
                    <ns1:solidFill>
                      <ns1:srgbClr val="000000"/>
                    </ns1:solidFill>
                    <ns1:round/>
                    <ns1:headEnd/>
                    <ns1:tailEnd/>
                  </ns2:hiddenLine>
                </ns1:ext>
              </ns1:extLst>
            </ns0:spPr>
            <ns0:txBody>
              <ns1:bodyPr vert="horz" wrap="square" lIns="91440" tIns="45720" rIns="91440" bIns="45720" numCol="1" anchor="t" anchorCtr="0" compatLnSpc="1">
                <ns1:prstTxWarp prst="textNoShape">
                  <ns1:avLst/>
                </ns1:prstTxWarp>
              </ns1:bodyPr>
              <ns1:lstStyle/>
              <ns1:p>
                <ns1:endParaRPr lang="id-ID" sz="2700"/>
              </ns1:p>
            </ns0:txBody>
          </ns0:sp>
          <ns0:sp>
            <ns0:nvSpPr>
              <ns0:cNvPr id="314" name="Freeform 9"/>
              <ns0:cNvSpPr>
                <ns1:spLocks noEditPoints="1"/>
              </ns0:cNvSpPr>
              <ns0:nvPr/>
            </ns0:nvSpPr>
            <ns0:spPr bwMode="auto">
              <ns1:xfrm>
                <ns1:off x="3659188" y="1069975"/>
                <ns1:ext cx="430213" cy="430212"/>
              </ns1:xfrm>
              <ns1:custGeom>
                <ns1:avLst/>
                <ns1:gdLst>
                  <ns1:gd name="T0" fmla="*/ 146 w 271"/>
                  <ns1:gd name="T1" fmla="*/ 35 h 271"/>
                  <ns1:gd name="T2" fmla="*/ 121 w 271"/>
                  <ns1:gd name="T3" fmla="*/ 61 h 271"/>
                  <ns1:gd name="T4" fmla="*/ 26 w 271"/>
                  <ns1:gd name="T5" fmla="*/ 156 h 271"/>
                  <ns1:gd name="T6" fmla="*/ 0 w 271"/>
                  <ns1:gd name="T7" fmla="*/ 271 h 271"/>
                  <ns1:gd name="T8" fmla="*/ 115 w 271"/>
                  <ns1:gd name="T9" fmla="*/ 245 h 271"/>
                  <ns1:gd name="T10" fmla="*/ 121 w 271"/>
                  <ns1:gd name="T11" fmla="*/ 239 h 271"/>
                  <ns1:gd name="T12" fmla="*/ 146 w 271"/>
                  <ns1:gd name="T13" fmla="*/ 213 h 271"/>
                  <ns1:gd name="T14" fmla="*/ 271 w 271"/>
                  <ns1:gd name="T15" fmla="*/ 89 h 271"/>
                  <ns1:gd name="T16" fmla="*/ 182 w 271"/>
                  <ns1:gd name="T17" fmla="*/ 0 h 271"/>
                  <ns1:gd name="T18" fmla="*/ 146 w 271"/>
                  <ns1:gd name="T19" fmla="*/ 35 h 271"/>
                  <ns1:gd name="T20" fmla="*/ 226 w 271"/>
                  <ns1:gd name="T21" fmla="*/ 68 h 271"/>
                  <ns1:gd name="T22" fmla="*/ 87 w 271"/>
                  <ns1:gd name="T23" fmla="*/ 207 h 271"/>
                  <ns1:gd name="T24" fmla="*/ 67 w 271"/>
                  <ns1:gd name="T25" fmla="*/ 187 h 271"/>
                  <ns1:gd name="T26" fmla="*/ 206 w 271"/>
                  <ns1:gd name="T27" fmla="*/ 48 h 271"/>
                  <ns1:gd name="T28" fmla="*/ 226 w 271"/>
                  <ns1:gd name="T29" fmla="*/ 68 h 271"/>
                  <ns1:gd name="T30" fmla="*/ 61 w 271"/>
                  <ns1:gd name="T31" fmla="*/ 181 h 271"/>
                  <ns1:gd name="T32" fmla="*/ 43 w 271"/>
                  <ns1:gd name="T33" fmla="*/ 163 h 271"/>
                  <ns1:gd name="T34" fmla="*/ 182 w 271"/>
                  <ns1:gd name="T35" fmla="*/ 24 h 271"/>
                  <ns1:gd name="T36" fmla="*/ 199 w 271"/>
                  <ns1:gd name="T37" fmla="*/ 42 h 271"/>
                  <ns1:gd name="T38" fmla="*/ 61 w 271"/>
                  <ns1:gd name="T39" fmla="*/ 181 h 271"/>
                  <ns1:gd name="T40" fmla="*/ 55 w 271"/>
                  <ns1:gd name="T41" fmla="*/ 187 h 271"/>
                  <ns1:gd name="T42" fmla="*/ 55 w 271"/>
                  <ns1:gd name="T43" fmla="*/ 187 h 271"/>
                  <ns1:gd name="T44" fmla="*/ 87 w 271"/>
                  <ns1:gd name="T45" fmla="*/ 219 h 271"/>
                  <ns1:gd name="T46" fmla="*/ 87 w 271"/>
                  <ns1:gd name="T47" fmla="*/ 219 h 271"/>
                  <ns1:gd name="T48" fmla="*/ 98 w 271"/>
                  <ns1:gd name="T49" fmla="*/ 230 h 271"/>
                  <ns1:gd name="T50" fmla="*/ 56 w 271"/>
                  <ns1:gd name="T51" fmla="*/ 240 h 271"/>
                  <ns1:gd name="T52" fmla="*/ 30 w 271"/>
                  <ns1:gd name="T53" fmla="*/ 215 h 271"/>
                  <ns1:gd name="T54" fmla="*/ 40 w 271"/>
                  <ns1:gd name="T55" fmla="*/ 172 h 271"/>
                  <ns1:gd name="T56" fmla="*/ 55 w 271"/>
                  <ns1:gd name="T57" fmla="*/ 187 h 271"/>
                  <ns1:gd name="T58" fmla="*/ 107 w 271"/>
                  <ns1:gd name="T59" fmla="*/ 227 h 271"/>
                  <ns1:gd name="T60" fmla="*/ 93 w 271"/>
                  <ns1:gd name="T61" fmla="*/ 213 h 271"/>
                  <ns1:gd name="T62" fmla="*/ 232 w 271"/>
                  <ns1:gd name="T63" fmla="*/ 75 h 271"/>
                  <ns1:gd name="T64" fmla="*/ 246 w 271"/>
                  <ns1:gd name="T65" fmla="*/ 89 h 271"/>
                  <ns1:gd name="T66" fmla="*/ 107 w 271"/>
                  <ns1:gd name="T67" fmla="*/ 227 h 271"/>
                </ns1:gdLst>
                <ns1:ahLst/>
                <ns1:cxnLst>
                  <ns1:cxn ang="0">
                    <ns1:pos x="T0" y="T1"/>
                  </ns1:cxn>
                  <ns1:cxn ang="0">
                    <ns1:pos x="T2" y="T3"/>
                  </ns1:cxn>
                  <ns1:cxn ang="0">
                    <ns1:pos x="T4" y="T5"/>
                  </ns1:cxn>
                  <ns1:cxn ang="0">
                    <ns1:pos x="T6" y="T7"/>
                  </ns1:cxn>
                  <ns1:cxn ang="0">
                    <ns1:pos x="T8" y="T9"/>
                  </ns1:cxn>
                  <ns1:cxn ang="0">
                    <ns1:pos x="T10" y="T11"/>
                  </ns1:cxn>
                  <ns1:cxn ang="0">
                    <ns1:pos x="T12" y="T13"/>
                  </ns1:cxn>
                  <ns1:cxn ang="0">
                    <ns1:pos x="T14" y="T15"/>
                  </ns1:cxn>
                  <ns1:cxn ang="0">
                    <ns1:pos x="T16" y="T17"/>
                  </ns1:cxn>
                  <ns1:cxn ang="0">
                    <ns1:pos x="T18" y="T19"/>
                  </ns1:cxn>
                  <ns1:cxn ang="0">
                    <ns1:pos x="T20" y="T21"/>
                  </ns1:cxn>
                  <ns1:cxn ang="0">
                    <ns1:pos x="T22" y="T23"/>
                  </ns1:cxn>
                  <ns1:cxn ang="0">
                    <ns1:pos x="T24" y="T25"/>
                  </ns1:cxn>
                  <ns1:cxn ang="0">
                    <ns1:pos x="T26" y="T27"/>
                  </ns1:cxn>
                  <ns1:cxn ang="0">
                    <ns1:pos x="T28" y="T29"/>
                  </ns1:cxn>
                  <ns1:cxn ang="0">
                    <ns1:pos x="T30" y="T31"/>
                  </ns1:cxn>
                  <ns1:cxn ang="0">
                    <ns1:pos x="T32" y="T33"/>
                  </ns1:cxn>
                  <ns1:cxn ang="0">
                    <ns1:pos x="T34" y="T35"/>
                  </ns1:cxn>
                  <ns1:cxn ang="0">
                    <ns1:pos x="T36" y="T37"/>
                  </ns1:cxn>
                  <ns1:cxn ang="0">
                    <ns1:pos x="T38" y="T39"/>
                  </ns1:cxn>
                  <ns1:cxn ang="0">
                    <ns1:pos x="T40" y="T41"/>
                  </ns1:cxn>
                  <ns1:cxn ang="0">
                    <ns1:pos x="T42" y="T43"/>
                  </ns1:cxn>
                  <ns1:cxn ang="0">
                    <ns1:pos x="T44" y="T45"/>
                  </ns1:cxn>
                  <ns1:cxn ang="0">
                    <ns1:pos x="T46" y="T47"/>
                  </ns1:cxn>
                  <ns1:cxn ang="0">
                    <ns1:pos x="T48" y="T49"/>
                  </ns1:cxn>
                  <ns1:cxn ang="0">
                    <ns1:pos x="T50" y="T51"/>
                  </ns1:cxn>
                  <ns1:cxn ang="0">
                    <ns1:pos x="T52" y="T53"/>
                  </ns1:cxn>
                  <ns1:cxn ang="0">
                    <ns1:pos x="T54" y="T55"/>
                  </ns1:cxn>
                  <ns1:cxn ang="0">
                    <ns1:pos x="T56" y="T57"/>
                  </ns1:cxn>
                  <ns1:cxn ang="0">
                    <ns1:pos x="T58" y="T59"/>
                  </ns1:cxn>
                  <ns1:cxn ang="0">
                    <ns1:pos x="T60" y="T61"/>
                  </ns1:cxn>
                  <ns1:cxn ang="0">
                    <ns1:pos x="T62" y="T63"/>
                  </ns1:cxn>
                  <ns1:cxn ang="0">
                    <ns1:pos x="T64" y="T65"/>
                  </ns1:cxn>
                  <ns1:cxn ang="0">
                    <ns1:pos x="T66" y="T67"/>
                  </ns1:cxn>
                </ns1:cxnLst>
                <ns1:rect l="0" t="0" r="r" b="b"/>
                <ns1:pathLst>
                  <ns1:path w="271" h="271">
                    <ns1:moveTo>
                      <ns1:pt x="146" y="35"/>
                    </ns1:moveTo>
                    <ns1:lnTo>
                      <ns1:pt x="121" y="61"/>
                    </ns1:lnTo>
                    <ns1:lnTo>
                      <ns1:pt x="26" y="156"/>
                    </ns1:lnTo>
                    <ns1:lnTo>
                      <ns1:pt x="0" y="271"/>
                    </ns1:lnTo>
                    <ns1:lnTo>
                      <ns1:pt x="115" y="245"/>
                    </ns1:lnTo>
                    <ns1:lnTo>
                      <ns1:pt x="121" y="239"/>
                    </ns1:lnTo>
                    <ns1:lnTo>
                      <ns1:pt x="146" y="213"/>
                    </ns1:lnTo>
                    <ns1:lnTo>
                      <ns1:pt x="271" y="89"/>
                    </ns1:lnTo>
                    <ns1:lnTo>
                      <ns1:pt x="182" y="0"/>
                    </ns1:lnTo>
                    <ns1:lnTo>
                      <ns1:pt x="146" y="35"/>
                    </ns1:lnTo>
                    <ns1:close/>
                    <ns1:moveTo>
                      <ns1:pt x="226" y="68"/>
                    </ns1:moveTo>
                    <ns1:lnTo>
                      <ns1:pt x="87" y="207"/>
                    </ns1:lnTo>
                    <ns1:lnTo>
                      <ns1:pt x="67" y="187"/>
                    </ns1:lnTo>
                    <ns1:lnTo>
                      <ns1:pt x="206" y="48"/>
                    </ns1:lnTo>
                    <ns1:lnTo>
                      <ns1:pt x="226" y="68"/>
                    </ns1:lnTo>
                    <ns1:close/>
                    <ns1:moveTo>
                      <ns1:pt x="61" y="181"/>
                    </ns1:moveTo>
                    <ns1:lnTo>
                      <ns1:pt x="43" y="163"/>
                    </ns1:lnTo>
                    <ns1:lnTo>
                      <ns1:pt x="182" y="24"/>
                    </ns1:lnTo>
                    <ns1:lnTo>
                      <ns1:pt x="199" y="42"/>
                    </ns1:lnTo>
                    <ns1:lnTo>
                      <ns1:pt x="61" y="181"/>
                    </ns1:lnTo>
                    <ns1:close/>
                    <ns1:moveTo>
                      <ns1:pt x="55" y="187"/>
                    </ns1:moveTo>
                    <ns1:lnTo>
                      <ns1:pt x="55" y="187"/>
                    </ns1:lnTo>
                    <ns1:lnTo>
                      <ns1:pt x="87" y="219"/>
                    </ns1:lnTo>
                    <ns1:lnTo>
                      <ns1:pt x="87" y="219"/>
                    </ns1:lnTo>
                    <ns1:lnTo>
                      <ns1:pt x="98" y="230"/>
                    </ns1:lnTo>
                    <ns1:lnTo>
                      <ns1:pt x="56" y="240"/>
                    </ns1:lnTo>
                    <ns1:lnTo>
                      <ns1:pt x="30" y="215"/>
                    </ns1:lnTo>
                    <ns1:lnTo>
                      <ns1:pt x="40" y="172"/>
                    </ns1:lnTo>
                    <ns1:lnTo>
                      <ns1:pt x="55" y="187"/>
                    </ns1:lnTo>
                    <ns1:close/>
                    <ns1:moveTo>
                      <ns1:pt x="107" y="227"/>
                    </ns1:moveTo>
                    <ns1:lnTo>
                      <ns1:pt x="93" y="213"/>
                    </ns1:lnTo>
                    <ns1:lnTo>
                      <ns1:pt x="232" y="75"/>
                    </ns1:lnTo>
                    <ns1:lnTo>
                      <ns1:pt x="246" y="89"/>
                    </ns1:lnTo>
                    <ns1:lnTo>
                      <ns1:pt x="107" y="227"/>
                    </ns1:lnTo>
                    <ns1:close/>
                  </ns1:path>
                </ns1:pathLst>
              </ns1:custGeom>
              <ns1:grpFill/>
              <ns1:ln>
                <ns1:noFill/>
              </ns1:ln>
              <ns1:extLst>
                <ns1:ext uri="{91240B29-F687-4F45-9708-019B960494DF}">
                  <ns2:hiddenLine w="9525">
                    <ns1:solidFill>
                      <ns1:srgbClr val="000000"/>
                    </ns1:solidFill>
                    <ns1:round/>
                    <ns1:headEnd/>
                    <ns1:tailEnd/>
                  </ns2:hiddenLine>
                </ns1:ext>
              </ns1:extLst>
            </ns0:spPr>
            <ns0:txBody>
              <ns1:bodyPr vert="horz" wrap="square" lIns="91440" tIns="45720" rIns="91440" bIns="45720" numCol="1" anchor="t" anchorCtr="0" compatLnSpc="1">
                <ns1:prstTxWarp prst="textNoShape">
                  <ns1:avLst/>
                </ns1:prstTxWarp>
              </ns1:bodyPr>
              <ns1:lstStyle/>
              <ns1:p>
                <ns1:endParaRPr lang="id-ID" sz="2700"/>
              </ns1:p>
            </ns0:txBody>
          </ns0:sp>
        </ns0:grpSp>
      </ns0:grpSp>
      <ns0:grpSp>
        <ns0:nvGrpSpPr>
          <ns0:cNvPr id="315" name="Group 314"/>
          <ns0:cNvGrpSpPr/>
          <ns0:nvPr/>
        </ns0:nvGrpSpPr>
        <ns0:grpSpPr>
          <ns1:xfrm>
            <ns1:off x="2352233" y="6091284"/>
            <ns1:ext cx="361764" cy="329693"/>
            <ns1:chOff x="8205788" y="-103188"/>
            <ns1:chExt cx="1343025" cy="1223964"/>
          </ns1:xfrm>
          <ns1:solidFill>
            <ns1:schemeClr val="tx1"/>
          </ns1:solidFill>
        </ns0:grpSpPr>
        <ns0:sp>
          <ns0:nvSpPr>
            <ns0:cNvPr id="316" name="Rectangle 12"/>
            <ns0:cNvSpPr>
              <ns1:spLocks noChangeArrowheads="1"/>
            </ns0:cNvSpPr>
            <ns0:nvPr/>
          </ns0:nvSpPr>
          <ns0:spPr bwMode="auto">
            <ns1:xfrm>
              <ns1:off x="8288338" y="868363"/>
              <ns1:ext cx="252413" cy="252413"/>
            </ns1:xfrm>
            <ns1:prstGeom prst="rect">
              <ns1:avLst/>
            </ns1:prstGeom>
            <ns1:grpFill/>
            <ns1:ln>
              <ns1:noFill/>
            </ns1:ln>
            <ns1:extLst>
              <ns1:ext uri="{91240B29-F687-4F45-9708-019B960494DF}">
                <ns2:hiddenLine w="9525">
                  <ns1:solidFill>
                    <ns1:srgbClr val="000000"/>
                  </ns1:solidFill>
                  <ns1:miter lim="800000"/>
                  <ns1:headEnd/>
                  <ns1:tailEnd/>
                </ns2:hiddenLine>
              </ns1:ext>
            </ns1:extLst>
          </ns0:spPr>
          <ns0:txBody>
            <ns1:bodyPr vert="horz" wrap="square" lIns="91440" tIns="45720" rIns="91440" bIns="45720" numCol="1" anchor="t" anchorCtr="0" compatLnSpc="1">
              <ns1:prstTxWarp prst="textNoShape">
                <ns1:avLst/>
              </ns1:prstTxWarp>
            </ns1:bodyPr>
            <ns1:lstStyle/>
            <ns1:p>
              <ns1:endParaRPr lang="id-ID" sz="2700"/>
            </ns1:p>
          </ns0:txBody>
        </ns0:sp>
        <ns0:sp>
          <ns0:nvSpPr>
            <ns0:cNvPr id="317" name="Rectangle 13"/>
            <ns0:cNvSpPr>
              <ns1:spLocks noChangeArrowheads="1"/>
            </ns0:cNvSpPr>
            <ns0:nvPr/>
          </ns0:nvSpPr>
          <ns0:spPr bwMode="auto">
            <ns1:xfrm>
              <ns1:off x="8624888" y="698500"/>
              <ns1:ext cx="252413" cy="422275"/>
            </ns1:xfrm>
            <ns1:prstGeom prst="rect">
              <ns1:avLst/>
            </ns1:prstGeom>
            <ns1:grpFill/>
            <ns1:ln>
              <ns1:noFill/>
            </ns1:ln>
            <ns1:extLst>
              <ns1:ext uri="{91240B29-F687-4F45-9708-019B960494DF}">
                <ns2:hiddenLine w="9525">
                  <ns1:solidFill>
                    <ns1:srgbClr val="000000"/>
                  </ns1:solidFill>
                  <ns1:miter lim="800000"/>
                  <ns1:headEnd/>
                  <ns1:tailEnd/>
                </ns2:hiddenLine>
              </ns1:ext>
            </ns1:extLst>
          </ns0:spPr>
          <ns0:txBody>
            <ns1:bodyPr vert="horz" wrap="square" lIns="91440" tIns="45720" rIns="91440" bIns="45720" numCol="1" anchor="t" anchorCtr="0" compatLnSpc="1">
              <ns1:prstTxWarp prst="textNoShape">
                <ns1:avLst/>
              </ns1:prstTxWarp>
            </ns1:bodyPr>
            <ns1:lstStyle/>
            <ns1:p>
              <ns1:endParaRPr lang="id-ID" sz="2700"/>
            </ns1:p>
          </ns0:txBody>
        </ns0:sp>
        <ns0:sp>
          <ns0:nvSpPr>
            <ns0:cNvPr id="318" name="Rectangle 14"/>
            <ns0:cNvSpPr>
              <ns1:spLocks noChangeArrowheads="1"/>
            </ns0:cNvSpPr>
            <ns0:nvPr/>
          </ns0:nvSpPr>
          <ns0:spPr bwMode="auto">
            <ns1:xfrm>
              <ns1:off x="8961438" y="530225"/>
              <ns1:ext cx="252413" cy="590550"/>
            </ns1:xfrm>
            <ns1:prstGeom prst="rect">
              <ns1:avLst/>
            </ns1:prstGeom>
            <ns1:grpFill/>
            <ns1:ln>
              <ns1:noFill/>
            </ns1:ln>
            <ns1:extLst>
              <ns1:ext uri="{91240B29-F687-4F45-9708-019B960494DF}">
                <ns2:hiddenLine w="9525">
                  <ns1:solidFill>
                    <ns1:srgbClr val="000000"/>
                  </ns1:solidFill>
                  <ns1:miter lim="800000"/>
                  <ns1:headEnd/>
                  <ns1:tailEnd/>
                </ns2:hiddenLine>
              </ns1:ext>
            </ns1:extLst>
          </ns0:spPr>
          <ns0:txBody>
            <ns1:bodyPr vert="horz" wrap="square" lIns="91440" tIns="45720" rIns="91440" bIns="45720" numCol="1" anchor="t" anchorCtr="0" compatLnSpc="1">
              <ns1:prstTxWarp prst="textNoShape">
                <ns1:avLst/>
              </ns1:prstTxWarp>
            </ns1:bodyPr>
            <ns1:lstStyle/>
            <ns1:p>
              <ns1:endParaRPr lang="id-ID" sz="2700"/>
            </ns1:p>
          </ns0:txBody>
        </ns0:sp>
        <ns0:sp>
          <ns0:nvSpPr>
            <ns0:cNvPr id="319" name="Rectangle 15"/>
            <ns0:cNvSpPr>
              <ns1:spLocks noChangeArrowheads="1"/>
            </ns0:cNvSpPr>
            <ns0:nvPr/>
          </ns0:nvSpPr>
          <ns0:spPr bwMode="auto">
            <ns1:xfrm>
              <ns1:off x="9297988" y="361950"/>
              <ns1:ext cx="250825" cy="758825"/>
            </ns1:xfrm>
            <ns1:prstGeom prst="rect">
              <ns1:avLst/>
            </ns1:prstGeom>
            <ns1:grpFill/>
            <ns1:ln>
              <ns1:noFill/>
            </ns1:ln>
            <ns1:extLst>
              <ns1:ext uri="{91240B29-F687-4F45-9708-019B960494DF}">
                <ns2:hiddenLine w="9525">
                  <ns1:solidFill>
                    <ns1:srgbClr val="000000"/>
                  </ns1:solidFill>
                  <ns1:miter lim="800000"/>
                  <ns1:headEnd/>
                  <ns1:tailEnd/>
                </ns2:hiddenLine>
              </ns1:ext>
            </ns1:extLst>
          </ns0:spPr>
          <ns0:txBody>
            <ns1:bodyPr vert="horz" wrap="square" lIns="91440" tIns="45720" rIns="91440" bIns="45720" numCol="1" anchor="t" anchorCtr="0" compatLnSpc="1">
              <ns1:prstTxWarp prst="textNoShape">
                <ns1:avLst/>
              </ns1:prstTxWarp>
            </ns1:bodyPr>
            <ns1:lstStyle/>
            <ns1:p>
              <ns1:endParaRPr lang="id-ID" sz="2700"/>
            </ns1:p>
          </ns0:txBody>
        </ns0:sp>
        <ns0:sp>
          <ns0:nvSpPr>
            <ns0:cNvPr id="320" name="Freeform 16"/>
            <ns0:cNvSpPr>
              <ns1:spLocks/>
            </ns0:cNvSpPr>
            <ns0:nvPr/>
          </ns0:nvSpPr>
          <ns0:spPr bwMode="auto">
            <ns1:xfrm>
              <ns1:off x="8205788" y="-103188"/>
              <ns1:ext cx="1343025" cy="801688"/>
            </ns1:xfrm>
            <ns1:custGeom>
              <ns1:avLst/>
              <ns1:gdLst>
                <ns1:gd name="T0" fmla="*/ 727 w 846"/>
                <ns1:gd name="T1" fmla="*/ 120 h 505"/>
                <ns1:gd name="T2" fmla="*/ 569 w 846"/>
                <ns1:gd name="T3" fmla="*/ 120 h 505"/>
                <ns1:gd name="T4" fmla="*/ 370 w 846"/>
                <ns1:gd name="T5" fmla="*/ 266 h 505"/>
                <ns1:gd name="T6" fmla="*/ 264 w 846"/>
                <ns1:gd name="T7" fmla="*/ 213 h 505"/>
                <ns1:gd name="T8" fmla="*/ 0 w 846"/>
                <ns1:gd name="T9" fmla="*/ 439 h 505"/>
                <ns1:gd name="T10" fmla="*/ 0 w 846"/>
                <ns1:gd name="T11" fmla="*/ 505 h 505"/>
                <ns1:gd name="T12" fmla="*/ 264 w 846"/>
                <ns1:gd name="T13" fmla="*/ 279 h 505"/>
                <ns1:gd name="T14" fmla="*/ 370 w 846"/>
                <ns1:gd name="T15" fmla="*/ 333 h 505"/>
                <ns1:gd name="T16" fmla="*/ 595 w 846"/>
                <ns1:gd name="T17" fmla="*/ 173 h 505"/>
                <ns1:gd name="T18" fmla="*/ 754 w 846"/>
                <ns1:gd name="T19" fmla="*/ 173 h 505"/>
                <ns1:gd name="T20" fmla="*/ 846 w 846"/>
                <ns1:gd name="T21" fmla="*/ 80 h 505"/>
                <ns1:gd name="T22" fmla="*/ 846 w 846"/>
                <ns1:gd name="T23" fmla="*/ 0 h 505"/>
                <ns1:gd name="T24" fmla="*/ 727 w 846"/>
                <ns1:gd name="T25" fmla="*/ 120 h 505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  <ns1:cxn ang="0">
                  <ns1:pos x="T14" y="T15"/>
                </ns1:cxn>
                <ns1:cxn ang="0">
                  <ns1:pos x="T16" y="T17"/>
                </ns1:cxn>
                <ns1:cxn ang="0">
                  <ns1:pos x="T18" y="T19"/>
                </ns1:cxn>
                <ns1:cxn ang="0">
                  <ns1:pos x="T20" y="T21"/>
                </ns1:cxn>
                <ns1:cxn ang="0">
                  <ns1:pos x="T22" y="T23"/>
                </ns1:cxn>
                <ns1:cxn ang="0">
                  <ns1:pos x="T24" y="T25"/>
                </ns1:cxn>
              </ns1:cxnLst>
              <ns1:rect l="0" t="0" r="r" b="b"/>
              <ns1:pathLst>
                <ns1:path w="846" h="505">
                  <ns1:moveTo>
                    <ns1:pt x="727" y="120"/>
                  </ns1:moveTo>
                  <ns1:lnTo>
                    <ns1:pt x="569" y="120"/>
                  </ns1:lnTo>
                  <ns1:lnTo>
                    <ns1:pt x="370" y="266"/>
                  </ns1:lnTo>
                  <ns1:lnTo>
                    <ns1:pt x="264" y="213"/>
                  </ns1:lnTo>
                  <ns1:lnTo>
                    <ns1:pt x="0" y="439"/>
                  </ns1:lnTo>
                  <ns1:lnTo>
                    <ns1:pt x="0" y="505"/>
                  </ns1:lnTo>
                  <ns1:lnTo>
                    <ns1:pt x="264" y="279"/>
                  </ns1:lnTo>
                  <ns1:lnTo>
                    <ns1:pt x="370" y="333"/>
                  </ns1:lnTo>
                  <ns1:lnTo>
                    <ns1:pt x="595" y="173"/>
                  </ns1:lnTo>
                  <ns1:lnTo>
                    <ns1:pt x="754" y="173"/>
                  </ns1:lnTo>
                  <ns1:lnTo>
                    <ns1:pt x="846" y="80"/>
                  </ns1:lnTo>
                  <ns1:lnTo>
                    <ns1:pt x="846" y="0"/>
                  </ns1:lnTo>
                  <ns1:lnTo>
                    <ns1:pt x="727" y="120"/>
                  </ns1:lnTo>
                  <ns1:close/>
                </ns1:path>
              </ns1:pathLst>
            </ns1:custGeom>
            <ns1:grpFill/>
            <ns1:ln>
              <ns1:noFill/>
            </ns1:ln>
            <ns1:extLst>
              <ns1:ext uri="{91240B29-F687-4F45-9708-019B960494DF}">
                <ns2:hiddenLine w="9525">
                  <ns1:solidFill>
                    <ns1:srgbClr val="000000"/>
                  </ns1:solidFill>
                  <ns1:round/>
                  <ns1:headEnd/>
                  <ns1:tailEnd/>
                </ns2:hiddenLine>
              </ns1:ext>
            </ns1:extLst>
          </ns0:spPr>
          <ns0:txBody>
            <ns1:bodyPr vert="horz" wrap="square" lIns="91440" tIns="45720" rIns="91440" bIns="45720" numCol="1" anchor="t" anchorCtr="0" compatLnSpc="1">
              <ns1:prstTxWarp prst="textNoShape">
                <ns1:avLst/>
              </ns1:prstTxWarp>
            </ns1:bodyPr>
            <ns1:lstStyle/>
            <ns1:p>
              <ns1:endParaRPr lang="id-ID" sz="2700"/>
            </ns1:p>
          </ns0:txBody>
        </ns0:sp>
      </ns0:grpSp>
      <ns0:grpSp>
        <ns0:nvGrpSpPr>
          <ns0:cNvPr id="321" name="Group 320"/>
          <ns0:cNvGrpSpPr/>
          <ns0:nvPr/>
        </ns0:nvGrpSpPr>
        <ns0:grpSpPr>
          <ns1:xfrm>
            <ns1:off x="1376131" y="6091790"/>
            <ns1:ext cx="400245" cy="328678"/>
            <ns1:chOff x="3188335" y="2400396"/>
            <ns1:chExt cx="479426" cy="393701"/>
          </ns1:xfrm>
          <ns1:solidFill>
            <ns1:schemeClr val="tx1"/>
          </ns1:solidFill>
          <ns1:effectLst/>
        </ns0:grpSpPr>
        <ns0:sp>
          <ns0:nvSpPr>
            <ns0:cNvPr id="322" name="Freeform 47"/>
            <ns0:cNvSpPr>
              <ns1:spLocks/>
            </ns0:cNvSpPr>
            <ns0:nvPr/>
          </ns0:nvSpPr>
          <ns0:spPr bwMode="auto">
            <ns1:xfrm>
              <ns1:off x="3221673" y="2424209"/>
              <ns1:ext cx="374650" cy="369888"/>
            </ns1:xfrm>
            <ns1:custGeom>
              <ns1:avLst/>
              <ns1:gdLst>
                <ns1:gd name="T0" fmla="*/ 0 w 152"/>
                <ns1:gd name="T1" fmla="*/ 55 h 149"/>
                <ns1:gd name="T2" fmla="*/ 46 w 152"/>
                <ns1:gd name="T3" fmla="*/ 59 h 149"/>
                <ns1:gd name="T4" fmla="*/ 46 w 152"/>
                <ns1:gd name="T5" fmla="*/ 60 h 149"/>
                <ns1:gd name="T6" fmla="*/ 55 w 152"/>
                <ns1:gd name="T7" fmla="*/ 74 h 149"/>
                <ns1:gd name="T8" fmla="*/ 20 w 152"/>
                <ns1:gd name="T9" fmla="*/ 138 h 149"/>
                <ns1:gd name="T10" fmla="*/ 19 w 152"/>
                <ns1:gd name="T11" fmla="*/ 138 h 149"/>
                <ns1:gd name="T12" fmla="*/ 14 w 152"/>
                <ns1:gd name="T13" fmla="*/ 143 h 149"/>
                <ns1:gd name="T14" fmla="*/ 19 w 152"/>
                <ns1:gd name="T15" fmla="*/ 149 h 149"/>
                <ns1:gd name="T16" fmla="*/ 29 w 152"/>
                <ns1:gd name="T17" fmla="*/ 149 h 149"/>
                <ns1:gd name="T18" fmla="*/ 35 w 152"/>
                <ns1:gd name="T19" fmla="*/ 143 h 149"/>
                <ns1:gd name="T20" fmla="*/ 30 w 152"/>
                <ns1:gd name="T21" fmla="*/ 138 h 149"/>
                <ns1:gd name="T22" fmla="*/ 67 w 152"/>
                <ns1:gd name="T23" fmla="*/ 75 h 149"/>
                <ns1:gd name="T24" fmla="*/ 68 w 152"/>
                <ns1:gd name="T25" fmla="*/ 75 h 149"/>
                <ns1:gd name="T26" fmla="*/ 97 w 152"/>
                <ns1:gd name="T27" fmla="*/ 139 h 149"/>
                <ns1:gd name="T28" fmla="*/ 93 w 152"/>
                <ns1:gd name="T29" fmla="*/ 144 h 149"/>
                <ns1:gd name="T30" fmla="*/ 99 w 152"/>
                <ns1:gd name="T31" fmla="*/ 149 h 149"/>
                <ns1:gd name="T32" fmla="*/ 109 w 152"/>
                <ns1:gd name="T33" fmla="*/ 149 h 149"/>
                <ns1:gd name="T34" fmla="*/ 115 w 152"/>
                <ns1:gd name="T35" fmla="*/ 144 h 149"/>
                <ns1:gd name="T36" fmla="*/ 110 w 152"/>
                <ns1:gd name="T37" fmla="*/ 138 h 149"/>
                <ns1:gd name="T38" fmla="*/ 79 w 152"/>
                <ns1:gd name="T39" fmla="*/ 73 h 149"/>
                <ns1:gd name="T40" fmla="*/ 86 w 152"/>
                <ns1:gd name="T41" fmla="*/ 63 h 149"/>
                <ns1:gd name="T42" fmla="*/ 152 w 152"/>
                <ns1:gd name="T43" fmla="*/ 69 h 149"/>
                <ns1:gd name="T44" fmla="*/ 152 w 152"/>
                <ns1:gd name="T45" fmla="*/ 0 h 149"/>
                <ns1:gd name="T46" fmla="*/ 0 w 152"/>
                <ns1:gd name="T47" fmla="*/ 26 h 149"/>
                <ns1:gd name="T48" fmla="*/ 0 w 152"/>
                <ns1:gd name="T49" fmla="*/ 55 h 149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  <ns1:cxn ang="0">
                  <ns1:pos x="T14" y="T15"/>
                </ns1:cxn>
                <ns1:cxn ang="0">
                  <ns1:pos x="T16" y="T17"/>
                </ns1:cxn>
                <ns1:cxn ang="0">
                  <ns1:pos x="T18" y="T19"/>
                </ns1:cxn>
                <ns1:cxn ang="0">
                  <ns1:pos x="T20" y="T21"/>
                </ns1:cxn>
                <ns1:cxn ang="0">
                  <ns1:pos x="T22" y="T23"/>
                </ns1:cxn>
                <ns1:cxn ang="0">
                  <ns1:pos x="T24" y="T25"/>
                </ns1:cxn>
                <ns1:cxn ang="0">
                  <ns1:pos x="T26" y="T27"/>
                </ns1:cxn>
                <ns1:cxn ang="0">
                  <ns1:pos x="T28" y="T29"/>
                </ns1:cxn>
                <ns1:cxn ang="0">
                  <ns1:pos x="T30" y="T31"/>
                </ns1:cxn>
                <ns1:cxn ang="0">
                  <ns1:pos x="T32" y="T33"/>
                </ns1:cxn>
                <ns1:cxn ang="0">
                  <ns1:pos x="T34" y="T35"/>
                </ns1:cxn>
                <ns1:cxn ang="0">
                  <ns1:pos x="T36" y="T37"/>
                </ns1:cxn>
                <ns1:cxn ang="0">
                  <ns1:pos x="T38" y="T39"/>
                </ns1:cxn>
                <ns1:cxn ang="0">
                  <ns1:pos x="T40" y="T41"/>
                </ns1:cxn>
                <ns1:cxn ang="0">
                  <ns1:pos x="T42" y="T43"/>
                </ns1:cxn>
                <ns1:cxn ang="0">
                  <ns1:pos x="T44" y="T45"/>
                </ns1:cxn>
                <ns1:cxn ang="0">
                  <ns1:pos x="T46" y="T47"/>
                </ns1:cxn>
                <ns1:cxn ang="0">
                  <ns1:pos x="T48" y="T49"/>
                </ns1:cxn>
              </ns1:cxnLst>
              <ns1:rect l="0" t="0" r="r" b="b"/>
              <ns1:pathLst>
                <ns1:path w="152" h="149">
                  <ns1:moveTo>
                    <ns1:pt x="0" y="55"/>
                  </ns1:moveTo>
                  <ns1:cubicBezTo>
                    <ns1:pt x="46" y="59"/>
                    <ns1:pt x="46" y="59"/>
                    <ns1:pt x="46" y="59"/>
                  </ns1:cubicBezTo>
                  <ns1:cubicBezTo>
                    <ns1:pt x="46" y="60"/>
                    <ns1:pt x="46" y="60"/>
                    <ns1:pt x="46" y="60"/>
                  </ns1:cubicBezTo>
                  <ns1:cubicBezTo>
                    <ns1:pt x="46" y="66"/>
                    <ns1:pt x="50" y="72"/>
                    <ns1:pt x="55" y="74"/>
                  </ns1:cubicBezTo>
                  <ns1:cubicBezTo>
                    <ns1:pt x="41" y="100"/>
                    <ns1:pt x="24" y="129"/>
                    <ns1:pt x="20" y="138"/>
                  </ns1:cubicBezTo>
                  <ns1:cubicBezTo>
                    <ns1:pt x="19" y="138"/>
                    <ns1:pt x="19" y="138"/>
                    <ns1:pt x="19" y="138"/>
                  </ns1:cubicBezTo>
                  <ns1:cubicBezTo>
                    <ns1:pt x="16" y="138"/>
                    <ns1:pt x="14" y="140"/>
                    <ns1:pt x="14" y="143"/>
                  </ns1:cubicBezTo>
                  <ns1:cubicBezTo>
                    <ns1:pt x="14" y="146"/>
                    <ns1:pt x="16" y="149"/>
                    <ns1:pt x="19" y="149"/>
                  </ns1:cubicBezTo>
                  <ns1:cubicBezTo>
                    <ns1:pt x="29" y="149"/>
                    <ns1:pt x="29" y="149"/>
                    <ns1:pt x="29" y="149"/>
                  </ns1:cubicBezTo>
                  <ns1:cubicBezTo>
                    <ns1:pt x="32" y="149"/>
                    <ns1:pt x="35" y="146"/>
                    <ns1:pt x="35" y="143"/>
                  </ns1:cubicBezTo>
                  <ns1:cubicBezTo>
                    <ns1:pt x="35" y="141"/>
                    <ns1:pt x="33" y="139"/>
                    <ns1:pt x="30" y="138"/>
                  </ns1:cubicBezTo>
                  <ns1:cubicBezTo>
                    <ns1:pt x="67" y="75"/>
                    <ns1:pt x="67" y="75"/>
                    <ns1:pt x="67" y="75"/>
                  </ns1:cubicBezTo>
                  <ns1:cubicBezTo>
                    <ns1:pt x="68" y="75"/>
                    <ns1:pt x="68" y="75"/>
                    <ns1:pt x="68" y="75"/>
                  </ns1:cubicBezTo>
                  <ns1:cubicBezTo>
                    <ns1:pt x="97" y="139"/>
                    <ns1:pt x="97" y="139"/>
                    <ns1:pt x="97" y="139"/>
                  </ns1:cubicBezTo>
                  <ns1:cubicBezTo>
                    <ns1:pt x="95" y="140"/>
                    <ns1:pt x="93" y="141"/>
                    <ns1:pt x="93" y="144"/>
                  </ns1:cubicBezTo>
                  <ns1:cubicBezTo>
                    <ns1:pt x="93" y="146"/>
                    <ns1:pt x="96" y="149"/>
                    <ns1:pt x="99" y="149"/>
                  </ns1:cubicBezTo>
                  <ns1:cubicBezTo>
                    <ns1:pt x="109" y="149"/>
                    <ns1:pt x="109" y="149"/>
                    <ns1:pt x="109" y="149"/>
                  </ns1:cubicBezTo>
                  <ns1:cubicBezTo>
                    <ns1:pt x="112" y="149"/>
                    <ns1:pt x="115" y="146"/>
                    <ns1:pt x="115" y="144"/>
                  </ns1:cubicBezTo>
                  <ns1:cubicBezTo>
                    <ns1:pt x="115" y="141"/>
                    <ns1:pt x="113" y="139"/>
                    <ns1:pt x="110" y="138"/>
                  </ns1:cubicBezTo>
                  <ns1:cubicBezTo>
                    <ns1:pt x="79" y="73"/>
                    <ns1:pt x="79" y="73"/>
                    <ns1:pt x="79" y="73"/>
                  </ns1:cubicBezTo>
                  <ns1:cubicBezTo>
                    <ns1:pt x="82" y="71"/>
                    <ns1:pt x="85" y="67"/>
                    <ns1:pt x="86" y="63"/>
                  </ns1:cubicBezTo>
                  <ns1:cubicBezTo>
                    <ns1:pt x="152" y="69"/>
                    <ns1:pt x="152" y="69"/>
                    <ns1:pt x="152" y="69"/>
                  </ns1:cubicBezTo>
                  <ns1:cubicBezTo>
                    <ns1:pt x="152" y="0"/>
                    <ns1:pt x="152" y="0"/>
                    <ns1:pt x="152" y="0"/>
                  </ns1:cubicBezTo>
                  <ns1:cubicBezTo>
                    <ns1:pt x="0" y="26"/>
                    <ns1:pt x="0" y="26"/>
                    <ns1:pt x="0" y="26"/>
                  </ns1:cubicBezTo>
                  <ns1:lnTo>
                    <ns1:pt x="0" y="55"/>
                  </ns1:lnTo>
                  <ns1:close/>
                </ns1:path>
              </ns1:pathLst>
            </ns1:custGeom>
            <ns1:grpFill/>
            <ns1:ln>
              <ns1:noFill/>
            </ns1:ln>
            <ns1:extLst>
              <ns1:ext uri="{91240B29-F687-4F45-9708-019B960494DF}">
                <ns2:hiddenLine w="9525">
                  <ns1:solidFill>
                    <ns1:srgbClr val="000000"/>
                  </ns1:solidFill>
                  <ns1:round/>
                  <ns1:headEnd/>
                  <ns1:tailEnd/>
                </ns2:hiddenLine>
              </ns1:ext>
            </ns1:extLst>
          </ns0:spPr>
          <ns0:txBody>
            <ns1:bodyPr vert="horz" wrap="square" lIns="91440" tIns="45720" rIns="91440" bIns="45720" numCol="1" anchor="t" anchorCtr="0" compatLnSpc="1">
              <ns1:prstTxWarp prst="textNoShape">
                <ns1:avLst/>
              </ns1:prstTxWarp>
            </ns1:bodyPr>
            <ns1:lstStyle/>
            <ns1:p>
              <ns1:endParaRPr lang="id-ID" sz="2700"/>
            </ns1:p>
          </ns0:txBody>
        </ns0:sp>
        <ns0:sp>
          <ns0:nvSpPr>
            <ns0:cNvPr id="323" name="Freeform 48"/>
            <ns0:cNvSpPr>
              <ns1:spLocks/>
            </ns0:cNvSpPr>
            <ns0:nvPr/>
          </ns0:nvSpPr>
          <ns0:spPr bwMode="auto">
            <ns1:xfrm>
              <ns1:off x="3609023" y="2400396"/>
              <ns1:ext cx="58738" cy="219075"/>
            </ns1:xfrm>
            <ns1:custGeom>
              <ns1:avLst/>
              <ns1:gdLst>
                <ns1:gd name="T0" fmla="*/ 12 w 24"/>
                <ns1:gd name="T1" fmla="*/ 0 h 89"/>
                <ns1:gd name="T2" fmla="*/ 0 w 24"/>
                <ns1:gd name="T3" fmla="*/ 12 h 89"/>
                <ns1:gd name="T4" fmla="*/ 0 w 24"/>
                <ns1:gd name="T5" fmla="*/ 77 h 89"/>
                <ns1:gd name="T6" fmla="*/ 12 w 24"/>
                <ns1:gd name="T7" fmla="*/ 89 h 89"/>
                <ns1:gd name="T8" fmla="*/ 24 w 24"/>
                <ns1:gd name="T9" fmla="*/ 77 h 89"/>
                <ns1:gd name="T10" fmla="*/ 24 w 24"/>
                <ns1:gd name="T11" fmla="*/ 12 h 89"/>
                <ns1:gd name="T12" fmla="*/ 12 w 24"/>
                <ns1:gd name="T13" fmla="*/ 0 h 89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</ns1:cxnLst>
              <ns1:rect l="0" t="0" r="r" b="b"/>
              <ns1:pathLst>
                <ns1:path w="24" h="89">
                  <ns1:moveTo>
                    <ns1:pt x="12" y="0"/>
                  </ns1:moveTo>
                  <ns1:cubicBezTo>
                    <ns1:pt x="6" y="0"/>
                    <ns1:pt x="0" y="6"/>
                    <ns1:pt x="0" y="12"/>
                  </ns1:cubicBezTo>
                  <ns1:cubicBezTo>
                    <ns1:pt x="0" y="77"/>
                    <ns1:pt x="0" y="77"/>
                    <ns1:pt x="0" y="77"/>
                  </ns1:cubicBezTo>
                  <ns1:cubicBezTo>
                    <ns1:pt x="0" y="84"/>
                    <ns1:pt x="6" y="89"/>
                    <ns1:pt x="12" y="89"/>
                  </ns1:cubicBezTo>
                  <ns1:cubicBezTo>
                    <ns1:pt x="19" y="89"/>
                    <ns1:pt x="24" y="84"/>
                    <ns1:pt x="24" y="77"/>
                  </ns1:cubicBezTo>
                  <ns1:cubicBezTo>
                    <ns1:pt x="24" y="12"/>
                    <ns1:pt x="24" y="12"/>
                    <ns1:pt x="24" y="12"/>
                  </ns1:cubicBezTo>
                  <ns1:cubicBezTo>
                    <ns1:pt x="24" y="6"/>
                    <ns1:pt x="19" y="0"/>
                    <ns1:pt x="12" y="0"/>
                  </ns1:cubicBezTo>
                  <ns1:close/>
                </ns1:path>
              </ns1:pathLst>
            </ns1:custGeom>
            <ns1:grpFill/>
            <ns1:ln>
              <ns1:noFill/>
            </ns1:ln>
            <ns1:extLst>
              <ns1:ext uri="{91240B29-F687-4F45-9708-019B960494DF}">
                <ns2:hiddenLine w="9525">
                  <ns1:solidFill>
                    <ns1:srgbClr val="000000"/>
                  </ns1:solidFill>
                  <ns1:round/>
                  <ns1:headEnd/>
                  <ns1:tailEnd/>
                </ns2:hiddenLine>
              </ns1:ext>
            </ns1:extLst>
          </ns0:spPr>
          <ns0:txBody>
            <ns1:bodyPr vert="horz" wrap="square" lIns="91440" tIns="45720" rIns="91440" bIns="45720" numCol="1" anchor="t" anchorCtr="0" compatLnSpc="1">
              <ns1:prstTxWarp prst="textNoShape">
                <ns1:avLst/>
              </ns1:prstTxWarp>
            </ns1:bodyPr>
            <ns1:lstStyle/>
            <ns1:p>
              <ns1:endParaRPr lang="id-ID" sz="2700"/>
            </ns1:p>
          </ns0:txBody>
        </ns0:sp>
        <ns0:sp>
          <ns0:nvSpPr>
            <ns0:cNvPr id="324" name="Freeform 49"/>
            <ns0:cNvSpPr>
              <ns1:spLocks/>
            </ns0:cNvSpPr>
            <ns0:nvPr/>
          </ns0:nvSpPr>
          <ns0:spPr bwMode="auto">
            <ns1:xfrm>
              <ns1:off x="3188335" y="2486121"/>
              <ns1:ext cx="20638" cy="79375"/>
            </ns1:xfrm>
            <ns1:custGeom>
              <ns1:avLst/>
              <ns1:gdLst>
                <ns1:gd name="T0" fmla="*/ 4 w 8"/>
                <ns1:gd name="T1" fmla="*/ 0 h 32"/>
                <ns1:gd name="T2" fmla="*/ 0 w 8"/>
                <ns1:gd name="T3" fmla="*/ 4 h 32"/>
                <ns1:gd name="T4" fmla="*/ 0 w 8"/>
                <ns1:gd name="T5" fmla="*/ 28 h 32"/>
                <ns1:gd name="T6" fmla="*/ 4 w 8"/>
                <ns1:gd name="T7" fmla="*/ 32 h 32"/>
                <ns1:gd name="T8" fmla="*/ 8 w 8"/>
                <ns1:gd name="T9" fmla="*/ 28 h 32"/>
                <ns1:gd name="T10" fmla="*/ 8 w 8"/>
                <ns1:gd name="T11" fmla="*/ 4 h 32"/>
                <ns1:gd name="T12" fmla="*/ 4 w 8"/>
                <ns1:gd name="T13" fmla="*/ 0 h 32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</ns1:cxnLst>
              <ns1:rect l="0" t="0" r="r" b="b"/>
              <ns1:pathLst>
                <ns1:path w="8" h="32">
                  <ns1:moveTo>
                    <ns1:pt x="4" y="0"/>
                  </ns1:moveTo>
                  <ns1:cubicBezTo>
                    <ns1:pt x="2" y="0"/>
                    <ns1:pt x="0" y="2"/>
                    <ns1:pt x="0" y="4"/>
                  </ns1:cubicBezTo>
                  <ns1:cubicBezTo>
                    <ns1:pt x="0" y="28"/>
                    <ns1:pt x="0" y="28"/>
                    <ns1:pt x="0" y="28"/>
                  </ns1:cubicBezTo>
                  <ns1:cubicBezTo>
                    <ns1:pt x="0" y="30"/>
                    <ns1:pt x="2" y="32"/>
                    <ns1:pt x="4" y="32"/>
                  </ns1:cubicBezTo>
                  <ns1:cubicBezTo>
                    <ns1:pt x="7" y="32"/>
                    <ns1:pt x="8" y="30"/>
                    <ns1:pt x="8" y="28"/>
                  </ns1:cubicBezTo>
                  <ns1:cubicBezTo>
                    <ns1:pt x="8" y="4"/>
                    <ns1:pt x="8" y="4"/>
                    <ns1:pt x="8" y="4"/>
                  </ns1:cubicBezTo>
                  <ns1:cubicBezTo>
                    <ns1:pt x="8" y="2"/>
                    <ns1:pt x="7" y="0"/>
                    <ns1:pt x="4" y="0"/>
                  </ns1:cubicBezTo>
                  <ns1:close/>
                </ns1:path>
              </ns1:pathLst>
            </ns1:custGeom>
            <ns1:grpFill/>
            <ns1:ln>
              <ns1:noFill/>
            </ns1:ln>
            <ns1:extLst>
              <ns1:ext uri="{91240B29-F687-4F45-9708-019B960494DF}">
                <ns2:hiddenLine w="9525">
                  <ns1:solidFill>
                    <ns1:srgbClr val="000000"/>
                  </ns1:solidFill>
                  <ns1:round/>
                  <ns1:headEnd/>
                  <ns1:tailEnd/>
                </ns2:hiddenLine>
              </ns1:ext>
            </ns1:extLst>
          </ns0:spPr>
          <ns0:txBody>
            <ns1:bodyPr vert="horz" wrap="square" lIns="91440" tIns="45720" rIns="91440" bIns="45720" numCol="1" anchor="t" anchorCtr="0" compatLnSpc="1">
              <ns1:prstTxWarp prst="textNoShape">
                <ns1:avLst/>
              </ns1:prstTxWarp>
            </ns1:bodyPr>
            <ns1:lstStyle/>
            <ns1:p>
              <ns1:endParaRPr lang="id-ID" sz="2700"/>
            </ns1:p>
          </ns0:txBody>
        </ns0:sp>
      </ns0:grpSp>
      <ns0:grpSp>
        <ns0:nvGrpSpPr>
          <ns0:cNvPr id="325" name="Group 324"/>
          <ns0:cNvGrpSpPr/>
          <ns0:nvPr/>
        </ns0:nvGrpSpPr>
        <ns0:grpSpPr>
          <ns1:xfrm>
            <ns1:off x="4322202" y="6057241"/>
            <ns1:ext cx="397776" cy="397776"/>
            <ns1:chOff x="1928427" y="-1529876"/>
            <ns1:chExt cx="1960563" cy="1960563"/>
          </ns1:xfrm>
          <ns1:solidFill>
            <ns1:schemeClr val="tx1"/>
          </ns1:solidFill>
        </ns0:grpSpPr>
        <ns0:sp>
          <ns0:nvSpPr>
            <ns0:cNvPr id="326" name="Freeform 19"/>
            <ns0:cNvSpPr>
              <ns1:spLocks noEditPoints="1"/>
            </ns0:cNvSpPr>
            <ns0:nvPr/>
          </ns0:nvSpPr>
          <ns0:spPr bwMode="auto">
            <ns1:xfrm>
              <ns1:off x="3200014" y="-256700"/>
              <ns1:ext cx="265113" cy="260350"/>
            </ns1:xfrm>
            <ns1:custGeom>
              <ns1:avLst/>
              <ns1:gdLst>
                <ns1:gd name="T0" fmla="*/ 78 w 156"/>
                <ns1:gd name="T1" fmla="*/ 0 h 154"/>
                <ns1:gd name="T2" fmla="*/ 0 w 156"/>
                <ns1:gd name="T3" fmla="*/ 77 h 154"/>
                <ns1:gd name="T4" fmla="*/ 78 w 156"/>
                <ns1:gd name="T5" fmla="*/ 154 h 154"/>
                <ns1:gd name="T6" fmla="*/ 156 w 156"/>
                <ns1:gd name="T7" fmla="*/ 77 h 154"/>
                <ns1:gd name="T8" fmla="*/ 78 w 156"/>
                <ns1:gd name="T9" fmla="*/ 0 h 154"/>
                <ns1:gd name="T10" fmla="*/ 78 w 156"/>
                <ns1:gd name="T11" fmla="*/ 116 h 154"/>
                <ns1:gd name="T12" fmla="*/ 39 w 156"/>
                <ns1:gd name="T13" fmla="*/ 77 h 154"/>
                <ns1:gd name="T14" fmla="*/ 78 w 156"/>
                <ns1:gd name="T15" fmla="*/ 39 h 154"/>
                <ns1:gd name="T16" fmla="*/ 117 w 156"/>
                <ns1:gd name="T17" fmla="*/ 77 h 154"/>
                <ns1:gd name="T18" fmla="*/ 78 w 156"/>
                <ns1:gd name="T19" fmla="*/ 116 h 154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  <ns1:cxn ang="0">
                  <ns1:pos x="T14" y="T15"/>
                </ns1:cxn>
                <ns1:cxn ang="0">
                  <ns1:pos x="T16" y="T17"/>
                </ns1:cxn>
                <ns1:cxn ang="0">
                  <ns1:pos x="T18" y="T19"/>
                </ns1:cxn>
              </ns1:cxnLst>
              <ns1:rect l="0" t="0" r="r" b="b"/>
              <ns1:pathLst>
                <ns1:path w="156" h="154">
                  <ns1:moveTo>
                    <ns1:pt x="78" y="0"/>
                  </ns1:moveTo>
                  <ns1:cubicBezTo>
                    <ns1:pt x="35" y="0"/>
                    <ns1:pt x="0" y="35"/>
                    <ns1:pt x="0" y="77"/>
                  </ns1:cubicBezTo>
                  <ns1:cubicBezTo>
                    <ns1:pt x="0" y="120"/>
                    <ns1:pt x="35" y="154"/>
                    <ns1:pt x="78" y="154"/>
                  </ns1:cubicBezTo>
                  <ns1:cubicBezTo>
                    <ns1:pt x="121" y="154"/>
                    <ns1:pt x="156" y="120"/>
                    <ns1:pt x="156" y="77"/>
                  </ns1:cubicBezTo>
                  <ns1:cubicBezTo>
                    <ns1:pt x="156" y="35"/>
                    <ns1:pt x="121" y="0"/>
                    <ns1:pt x="78" y="0"/>
                  </ns1:cubicBezTo>
                  <ns1:close/>
                  <ns1:moveTo>
                    <ns1:pt x="78" y="116"/>
                  </ns1:moveTo>
                  <ns1:cubicBezTo>
                    <ns1:pt x="56" y="116"/>
                    <ns1:pt x="39" y="98"/>
                    <ns1:pt x="39" y="77"/>
                  </ns1:cubicBezTo>
                  <ns1:cubicBezTo>
                    <ns1:pt x="39" y="56"/>
                    <ns1:pt x="56" y="39"/>
                    <ns1:pt x="78" y="39"/>
                  </ns1:cubicBezTo>
                  <ns1:cubicBezTo>
                    <ns1:pt x="99" y="39"/>
                    <ns1:pt x="117" y="56"/>
                    <ns1:pt x="117" y="77"/>
                  </ns1:cubicBezTo>
                  <ns1:cubicBezTo>
                    <ns1:pt x="117" y="98"/>
                    <ns1:pt x="99" y="116"/>
                    <ns1:pt x="78" y="116"/>
                  </ns1:cubicBezTo>
                  <ns1:close/>
                </ns1:path>
              </ns1:pathLst>
            </ns1:custGeom>
            <ns1:grpFill/>
            <ns1:ln>
              <ns1:noFill/>
            </ns1:ln>
            <ns1:extLst>
              <ns1:ext uri="{91240B29-F687-4f45-9708-019B960494DF}">
                <ns2:hiddenLine w="9525">
                  <ns1:solidFill>
                    <ns1:srgbClr val="000000"/>
                  </ns1:solidFill>
                  <ns1:round/>
                  <ns1:headEnd/>
                  <ns1:tailEnd/>
                </ns2:hiddenLine>
              </ns1:ext>
            </ns1:extLst>
          </ns0:spPr>
          <ns0:txBody>
            <ns1:bodyPr vert="horz" wrap="square" lIns="91440" tIns="45720" rIns="91440" bIns="45720" numCol="1" anchor="t" anchorCtr="0" compatLnSpc="1">
              <ns1:prstTxWarp prst="textNoShape">
                <ns1:avLst/>
              </ns1:prstTxWarp>
            </ns1:bodyPr>
            <ns1:lstStyle/>
            <ns1:p>
              <ns1:endParaRPr lang="id-ID" sz="2700"/>
            </ns1:p>
          </ns0:txBody>
        </ns0:sp>
        <ns0:sp>
          <ns0:nvSpPr>
            <ns0:cNvPr id="327" name="Freeform 20"/>
            <ns0:cNvSpPr>
              <ns1:spLocks noEditPoints="1"/>
            </ns0:cNvSpPr>
            <ns0:nvPr/>
          </ns0:nvSpPr>
          <ns0:spPr bwMode="auto">
            <ns1:xfrm>
              <ns1:off x="2350702" y="-256700"/>
              <ns1:ext cx="263525" cy="260350"/>
            </ns1:xfrm>
            <ns1:custGeom>
              <ns1:avLst/>
              <ns1:gdLst>
                <ns1:gd name="T0" fmla="*/ 78 w 155"/>
                <ns1:gd name="T1" fmla="*/ 0 h 154"/>
                <ns1:gd name="T2" fmla="*/ 0 w 155"/>
                <ns1:gd name="T3" fmla="*/ 77 h 154"/>
                <ns1:gd name="T4" fmla="*/ 78 w 155"/>
                <ns1:gd name="T5" fmla="*/ 154 h 154"/>
                <ns1:gd name="T6" fmla="*/ 155 w 155"/>
                <ns1:gd name="T7" fmla="*/ 77 h 154"/>
                <ns1:gd name="T8" fmla="*/ 78 w 155"/>
                <ns1:gd name="T9" fmla="*/ 0 h 154"/>
                <ns1:gd name="T10" fmla="*/ 78 w 155"/>
                <ns1:gd name="T11" fmla="*/ 116 h 154"/>
                <ns1:gd name="T12" fmla="*/ 39 w 155"/>
                <ns1:gd name="T13" fmla="*/ 77 h 154"/>
                <ns1:gd name="T14" fmla="*/ 78 w 155"/>
                <ns1:gd name="T15" fmla="*/ 39 h 154"/>
                <ns1:gd name="T16" fmla="*/ 117 w 155"/>
                <ns1:gd name="T17" fmla="*/ 77 h 154"/>
                <ns1:gd name="T18" fmla="*/ 78 w 155"/>
                <ns1:gd name="T19" fmla="*/ 116 h 154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  <ns1:cxn ang="0">
                  <ns1:pos x="T14" y="T15"/>
                </ns1:cxn>
                <ns1:cxn ang="0">
                  <ns1:pos x="T16" y="T17"/>
                </ns1:cxn>
                <ns1:cxn ang="0">
                  <ns1:pos x="T18" y="T19"/>
                </ns1:cxn>
              </ns1:cxnLst>
              <ns1:rect l="0" t="0" r="r" b="b"/>
              <ns1:pathLst>
                <ns1:path w="155" h="154">
                  <ns1:moveTo>
                    <ns1:pt x="78" y="0"/>
                  </ns1:moveTo>
                  <ns1:cubicBezTo>
                    <ns1:pt x="35" y="0"/>
                    <ns1:pt x="0" y="35"/>
                    <ns1:pt x="0" y="77"/>
                  </ns1:cubicBezTo>
                  <ns1:cubicBezTo>
                    <ns1:pt x="0" y="120"/>
                    <ns1:pt x="35" y="154"/>
                    <ns1:pt x="78" y="154"/>
                  </ns1:cubicBezTo>
                  <ns1:cubicBezTo>
                    <ns1:pt x="121" y="154"/>
                    <ns1:pt x="155" y="120"/>
                    <ns1:pt x="155" y="77"/>
                  </ns1:cubicBezTo>
                  <ns1:cubicBezTo>
                    <ns1:pt x="155" y="35"/>
                    <ns1:pt x="121" y="0"/>
                    <ns1:pt x="78" y="0"/>
                  </ns1:cubicBezTo>
                  <ns1:close/>
                  <ns1:moveTo>
                    <ns1:pt x="78" y="116"/>
                  </ns1:moveTo>
                  <ns1:cubicBezTo>
                    <ns1:pt x="56" y="116"/>
                    <ns1:pt x="39" y="98"/>
                    <ns1:pt x="39" y="77"/>
                  </ns1:cubicBezTo>
                  <ns1:cubicBezTo>
                    <ns1:pt x="39" y="56"/>
                    <ns1:pt x="56" y="39"/>
                    <ns1:pt x="78" y="39"/>
                  </ns1:cubicBezTo>
                  <ns1:cubicBezTo>
                    <ns1:pt x="99" y="39"/>
                    <ns1:pt x="117" y="56"/>
                    <ns1:pt x="117" y="77"/>
                  </ns1:cubicBezTo>
                  <ns1:cubicBezTo>
                    <ns1:pt x="117" y="98"/>
                    <ns1:pt x="99" y="116"/>
                    <ns1:pt x="78" y="116"/>
                  </ns1:cubicBezTo>
                  <ns1:close/>
                </ns1:path>
              </ns1:pathLst>
            </ns1:custGeom>
            <ns1:grpFill/>
            <ns1:ln>
              <ns1:noFill/>
            </ns1:ln>
            <ns1:extLst>
              <ns1:ext uri="{91240B29-F687-4f45-9708-019B960494DF}">
                <ns2:hiddenLine w="9525">
                  <ns1:solidFill>
                    <ns1:srgbClr val="000000"/>
                  </ns1:solidFill>
                  <ns1:round/>
                  <ns1:headEnd/>
                  <ns1:tailEnd/>
                </ns2:hiddenLine>
              </ns1:ext>
            </ns1:extLst>
          </ns0:spPr>
          <ns0:txBody>
            <ns1:bodyPr vert="horz" wrap="square" lIns="91440" tIns="45720" rIns="91440" bIns="45720" numCol="1" anchor="t" anchorCtr="0" compatLnSpc="1">
              <ns1:prstTxWarp prst="textNoShape">
                <ns1:avLst/>
              </ns1:prstTxWarp>
            </ns1:bodyPr>
            <ns1:lstStyle/>
            <ns1:p>
              <ns1:endParaRPr lang="id-ID" sz="2700"/>
            </ns1:p>
          </ns0:txBody>
        </ns0:sp>
        <ns0:sp>
          <ns0:nvSpPr>
            <ns0:cNvPr id="328" name="Freeform 21"/>
            <ns0:cNvSpPr>
              <ns1:spLocks/>
            </ns0:cNvSpPr>
            <ns0:nvPr/>
          </ns0:nvSpPr>
          <ns0:spPr bwMode="auto">
            <ns1:xfrm>
              <ns1:off x="2711064" y="-288450"/>
              <ns1:ext cx="393700" cy="65088"/>
            </ns1:xfrm>
            <ns1:custGeom>
              <ns1:avLst/>
              <ns1:gdLst>
                <ns1:gd name="T0" fmla="*/ 213 w 232"/>
                <ns1:gd name="T1" fmla="*/ 0 h 38"/>
                <ns1:gd name="T2" fmla="*/ 20 w 232"/>
                <ns1:gd name="T3" fmla="*/ 0 h 38"/>
                <ns1:gd name="T4" fmla="*/ 0 w 232"/>
                <ns1:gd name="T5" fmla="*/ 19 h 38"/>
                <ns1:gd name="T6" fmla="*/ 20 w 232"/>
                <ns1:gd name="T7" fmla="*/ 38 h 38"/>
                <ns1:gd name="T8" fmla="*/ 213 w 232"/>
                <ns1:gd name="T9" fmla="*/ 38 h 38"/>
                <ns1:gd name="T10" fmla="*/ 232 w 232"/>
                <ns1:gd name="T11" fmla="*/ 19 h 38"/>
                <ns1:gd name="T12" fmla="*/ 213 w 232"/>
                <ns1:gd name="T13" fmla="*/ 0 h 38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</ns1:cxnLst>
              <ns1:rect l="0" t="0" r="r" b="b"/>
              <ns1:pathLst>
                <ns1:path w="232" h="38">
                  <ns1:moveTo>
                    <ns1:pt x="213" y="0"/>
                  </ns1:moveTo>
                  <ns1:cubicBezTo>
                    <ns1:pt x="20" y="0"/>
                    <ns1:pt x="20" y="0"/>
                    <ns1:pt x="20" y="0"/>
                  </ns1:cubicBezTo>
                  <ns1:cubicBezTo>
                    <ns1:pt x="9" y="0"/>
                    <ns1:pt x="0" y="8"/>
                    <ns1:pt x="0" y="19"/>
                  </ns1:cubicBezTo>
                  <ns1:cubicBezTo>
                    <ns1:pt x="0" y="30"/>
                    <ns1:pt x="9" y="38"/>
                    <ns1:pt x="20" y="38"/>
                  </ns1:cubicBezTo>
                  <ns1:cubicBezTo>
                    <ns1:pt x="213" y="38"/>
                    <ns1:pt x="213" y="38"/>
                    <ns1:pt x="213" y="38"/>
                  </ns1:cubicBezTo>
                  <ns1:cubicBezTo>
                    <ns1:pt x="223" y="38"/>
                    <ns1:pt x="232" y="30"/>
                    <ns1:pt x="232" y="19"/>
                  </ns1:cubicBezTo>
                  <ns1:cubicBezTo>
                    <ns1:pt x="232" y="8"/>
                    <ns1:pt x="223" y="0"/>
                    <ns1:pt x="213" y="0"/>
                  </ns1:cubicBezTo>
                  <ns1:close/>
                </ns1:path>
              </ns1:pathLst>
            </ns1:custGeom>
            <ns1:grpFill/>
            <ns1:ln>
              <ns1:noFill/>
            </ns1:ln>
            <ns1:extLst>
              <ns1:ext uri="{91240B29-F687-4f45-9708-019B960494DF}">
                <ns2:hiddenLine w="9525">
                  <ns1:solidFill>
                    <ns1:srgbClr val="000000"/>
                  </ns1:solidFill>
                  <ns1:round/>
                  <ns1:headEnd/>
                  <ns1:tailEnd/>
                </ns2:hiddenLine>
              </ns1:ext>
            </ns1:extLst>
          </ns0:spPr>
          <ns0:txBody>
            <ns1:bodyPr vert="horz" wrap="square" lIns="91440" tIns="45720" rIns="91440" bIns="45720" numCol="1" anchor="t" anchorCtr="0" compatLnSpc="1">
              <ns1:prstTxWarp prst="textNoShape">
                <ns1:avLst/>
              </ns1:prstTxWarp>
            </ns1:bodyPr>
            <ns1:lstStyle/>
            <ns1:p>
              <ns1:endParaRPr lang="id-ID" sz="2700"/>
            </ns1:p>
          </ns0:txBody>
        </ns0:sp>
        <ns0:sp>
          <ns0:nvSpPr>
            <ns0:cNvPr id="329" name="Freeform 22"/>
            <ns0:cNvSpPr>
              <ns1:spLocks/>
            </ns0:cNvSpPr>
            <ns0:nvPr/>
          </ns0:nvSpPr>
          <ns0:spPr bwMode="auto">
            <ns1:xfrm>
              <ns1:off x="2711064" y="-158275"/>
              <ns1:ext cx="393700" cy="66675"/>
            </ns1:xfrm>
            <ns1:custGeom>
              <ns1:avLst/>
              <ns1:gdLst>
                <ns1:gd name="T0" fmla="*/ 213 w 232"/>
                <ns1:gd name="T1" fmla="*/ 0 h 39"/>
                <ns1:gd name="T2" fmla="*/ 20 w 232"/>
                <ns1:gd name="T3" fmla="*/ 0 h 39"/>
                <ns1:gd name="T4" fmla="*/ 0 w 232"/>
                <ns1:gd name="T5" fmla="*/ 19 h 39"/>
                <ns1:gd name="T6" fmla="*/ 20 w 232"/>
                <ns1:gd name="T7" fmla="*/ 39 h 39"/>
                <ns1:gd name="T8" fmla="*/ 213 w 232"/>
                <ns1:gd name="T9" fmla="*/ 39 h 39"/>
                <ns1:gd name="T10" fmla="*/ 232 w 232"/>
                <ns1:gd name="T11" fmla="*/ 19 h 39"/>
                <ns1:gd name="T12" fmla="*/ 213 w 232"/>
                <ns1:gd name="T13" fmla="*/ 0 h 39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</ns1:cxnLst>
              <ns1:rect l="0" t="0" r="r" b="b"/>
              <ns1:pathLst>
                <ns1:path w="232" h="39">
                  <ns1:moveTo>
                    <ns1:pt x="213" y="0"/>
                  </ns1:moveTo>
                  <ns1:cubicBezTo>
                    <ns1:pt x="20" y="0"/>
                    <ns1:pt x="20" y="0"/>
                    <ns1:pt x="20" y="0"/>
                  </ns1:cubicBezTo>
                  <ns1:cubicBezTo>
                    <ns1:pt x="9" y="0"/>
                    <ns1:pt x="0" y="9"/>
                    <ns1:pt x="0" y="19"/>
                  </ns1:cubicBezTo>
                  <ns1:cubicBezTo>
                    <ns1:pt x="0" y="30"/>
                    <ns1:pt x="9" y="39"/>
                    <ns1:pt x="20" y="39"/>
                  </ns1:cubicBezTo>
                  <ns1:cubicBezTo>
                    <ns1:pt x="213" y="39"/>
                    <ns1:pt x="213" y="39"/>
                    <ns1:pt x="213" y="39"/>
                  </ns1:cubicBezTo>
                  <ns1:cubicBezTo>
                    <ns1:pt x="223" y="39"/>
                    <ns1:pt x="232" y="30"/>
                    <ns1:pt x="232" y="19"/>
                  </ns1:cubicBezTo>
                  <ns1:cubicBezTo>
                    <ns1:pt x="232" y="9"/>
                    <ns1:pt x="223" y="0"/>
                    <ns1:pt x="213" y="0"/>
                  </ns1:cubicBezTo>
                  <ns1:close/>
                </ns1:path>
              </ns1:pathLst>
            </ns1:custGeom>
            <ns1:grpFill/>
            <ns1:ln>
              <ns1:noFill/>
            </ns1:ln>
            <ns1:extLst>
              <ns1:ext uri="{91240B29-F687-4f45-9708-019B960494DF}">
                <ns2:hiddenLine w="9525">
                  <ns1:solidFill>
                    <ns1:srgbClr val="000000"/>
                  </ns1:solidFill>
                  <ns1:round/>
                  <ns1:headEnd/>
                  <ns1:tailEnd/>
                </ns2:hiddenLine>
              </ns1:ext>
            </ns1:extLst>
          </ns0:spPr>
          <ns0:txBody>
            <ns1:bodyPr vert="horz" wrap="square" lIns="91440" tIns="45720" rIns="91440" bIns="45720" numCol="1" anchor="t" anchorCtr="0" compatLnSpc="1">
              <ns1:prstTxWarp prst="textNoShape">
                <ns1:avLst/>
              </ns1:prstTxWarp>
            </ns1:bodyPr>
            <ns1:lstStyle/>
            <ns1:p>
              <ns1:endParaRPr lang="id-ID" sz="2700"/>
            </ns1:p>
          </ns0:txBody>
        </ns0:sp>
        <ns0:sp>
          <ns0:nvSpPr>
            <ns0:cNvPr id="330" name="Freeform 23"/>
            <ns0:cNvSpPr>
              <ns1:spLocks/>
            </ns0:cNvSpPr>
            <ns0:nvPr/>
          </ns0:nvSpPr>
          <ns0:spPr bwMode="auto">
            <ns1:xfrm>
              <ns1:off x="2418964" y="-842488"/>
              <ns1:ext cx="260350" cy="260350"/>
            </ns1:xfrm>
            <ns1:custGeom>
              <ns1:avLst/>
              <ns1:gdLst>
                <ns1:gd name="T0" fmla="*/ 135 w 154"/>
                <ns1:gd name="T1" fmla="*/ 0 h 154"/>
                <ns1:gd name="T2" fmla="*/ 0 w 154"/>
                <ns1:gd name="T3" fmla="*/ 135 h 154"/>
                <ns1:gd name="T4" fmla="*/ 19 w 154"/>
                <ns1:gd name="T5" fmla="*/ 154 h 154"/>
                <ns1:gd name="T6" fmla="*/ 38 w 154"/>
                <ns1:gd name="T7" fmla="*/ 135 h 154"/>
                <ns1:gd name="T8" fmla="*/ 135 w 154"/>
                <ns1:gd name="T9" fmla="*/ 38 h 154"/>
                <ns1:gd name="T10" fmla="*/ 154 w 154"/>
                <ns1:gd name="T11" fmla="*/ 19 h 154"/>
                <ns1:gd name="T12" fmla="*/ 135 w 154"/>
                <ns1:gd name="T13" fmla="*/ 0 h 154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</ns1:cxnLst>
              <ns1:rect l="0" t="0" r="r" b="b"/>
              <ns1:pathLst>
                <ns1:path w="154" h="154">
                  <ns1:moveTo>
                    <ns1:pt x="135" y="0"/>
                  </ns1:moveTo>
                  <ns1:cubicBezTo>
                    <ns1:pt x="60" y="0"/>
                    <ns1:pt x="0" y="60"/>
                    <ns1:pt x="0" y="135"/>
                  </ns1:cubicBezTo>
                  <ns1:cubicBezTo>
                    <ns1:pt x="0" y="145"/>
                    <ns1:pt x="8" y="154"/>
                    <ns1:pt x="19" y="154"/>
                  </ns1:cubicBezTo>
                  <ns1:cubicBezTo>
                    <ns1:pt x="30" y="154"/>
                    <ns1:pt x="38" y="145"/>
                    <ns1:pt x="38" y="135"/>
                  </ns1:cubicBezTo>
                  <ns1:cubicBezTo>
                    <ns1:pt x="38" y="81"/>
                    <ns1:pt x="82" y="38"/>
                    <ns1:pt x="135" y="38"/>
                  </ns1:cubicBezTo>
                  <ns1:cubicBezTo>
                    <ns1:pt x="145" y="38"/>
                    <ns1:pt x="154" y="30"/>
                    <ns1:pt x="154" y="19"/>
                  </ns1:cubicBezTo>
                  <ns1:cubicBezTo>
                    <ns1:pt x="154" y="8"/>
                    <ns1:pt x="145" y="0"/>
                    <ns1:pt x="135" y="0"/>
                  </ns1:cubicBezTo>
                  <ns1:close/>
                </ns1:path>
              </ns1:pathLst>
            </ns1:custGeom>
            <ns1:grpFill/>
            <ns1:ln>
              <ns1:noFill/>
            </ns1:ln>
            <ns1:extLst>
              <ns1:ext uri="{91240B29-F687-4f45-9708-019B960494DF}">
                <ns2:hiddenLine w="9525">
                  <ns1:solidFill>
                    <ns1:srgbClr val="000000"/>
                  </ns1:solidFill>
                  <ns1:round/>
                  <ns1:headEnd/>
                  <ns1:tailEnd/>
                </ns2:hiddenLine>
              </ns1:ext>
            </ns1:extLst>
          </ns0:spPr>
          <ns0:txBody>
            <ns1:bodyPr vert="horz" wrap="square" lIns="91440" tIns="45720" rIns="91440" bIns="45720" numCol="1" anchor="t" anchorCtr="0" compatLnSpc="1">
              <ns1:prstTxWarp prst="textNoShape">
                <ns1:avLst/>
              </ns1:prstTxWarp>
            </ns1:bodyPr>
            <ns1:lstStyle/>
            <ns1:p>
              <ns1:endParaRPr lang="id-ID" sz="2700"/>
            </ns1:p>
          </ns0:txBody>
        </ns0:sp>
        <ns0:sp>
          <ns0:nvSpPr>
            <ns0:cNvPr id="331" name="Freeform 24"/>
            <ns0:cNvSpPr>
              <ns1:spLocks noEditPoints="1"/>
            </ns0:cNvSpPr>
            <ns0:nvPr/>
          </ns0:nvSpPr>
          <ns0:spPr bwMode="auto">
            <ns1:xfrm>
              <ns1:off x="1928427" y="-1529876"/>
              <ns1:ext cx="1960563" cy="1960563"/>
            </ns1:xfrm>
            <ns1:custGeom>
              <ns1:avLst/>
              <ns1:gdLst>
                <ns1:gd name="T0" fmla="*/ 1081 w 1159"/>
                <ns1:gd name="T1" fmla="*/ 316 h 1159"/>
                <ns1:gd name="T2" fmla="*/ 1081 w 1159"/>
                <ns1:gd name="T3" fmla="*/ 154 h 1159"/>
                <ns1:gd name="T4" fmla="*/ 927 w 1159"/>
                <ns1:gd name="T5" fmla="*/ 0 h 1159"/>
                <ns1:gd name="T6" fmla="*/ 232 w 1159"/>
                <ns1:gd name="T7" fmla="*/ 0 h 1159"/>
                <ns1:gd name="T8" fmla="*/ 77 w 1159"/>
                <ns1:gd name="T9" fmla="*/ 154 h 1159"/>
                <ns1:gd name="T10" fmla="*/ 77 w 1159"/>
                <ns1:gd name="T11" fmla="*/ 316 h 1159"/>
                <ns1:gd name="T12" fmla="*/ 0 w 1159"/>
                <ns1:gd name="T13" fmla="*/ 425 h 1159"/>
                <ns1:gd name="T14" fmla="*/ 0 w 1159"/>
                <ns1:gd name="T15" fmla="*/ 618 h 1159"/>
                <ns1:gd name="T16" fmla="*/ 77 w 1159"/>
                <ns1:gd name="T17" fmla="*/ 727 h 1159"/>
                <ns1:gd name="T18" fmla="*/ 77 w 1159"/>
                <ns1:gd name="T19" fmla="*/ 978 h 1159"/>
                <ns1:gd name="T20" fmla="*/ 251 w 1159"/>
                <ns1:gd name="T21" fmla="*/ 1159 h 1159"/>
                <ns1:gd name="T22" fmla="*/ 413 w 1159"/>
                <ns1:gd name="T23" fmla="*/ 1042 h 1159"/>
                <ns1:gd name="T24" fmla="*/ 746 w 1159"/>
                <ns1:gd name="T25" fmla="*/ 1042 h 1159"/>
                <ns1:gd name="T26" fmla="*/ 908 w 1159"/>
                <ns1:gd name="T27" fmla="*/ 1159 h 1159"/>
                <ns1:gd name="T28" fmla="*/ 1081 w 1159"/>
                <ns1:gd name="T29" fmla="*/ 978 h 1159"/>
                <ns1:gd name="T30" fmla="*/ 1081 w 1159"/>
                <ns1:gd name="T31" fmla="*/ 727 h 1159"/>
                <ns1:gd name="T32" fmla="*/ 1159 w 1159"/>
                <ns1:gd name="T33" fmla="*/ 618 h 1159"/>
                <ns1:gd name="T34" fmla="*/ 1159 w 1159"/>
                <ns1:gd name="T35" fmla="*/ 425 h 1159"/>
                <ns1:gd name="T36" fmla="*/ 1081 w 1159"/>
                <ns1:gd name="T37" fmla="*/ 316 h 1159"/>
                <ns1:gd name="T38" fmla="*/ 1081 w 1159"/>
                <ns1:gd name="T39" fmla="*/ 618 h 1159"/>
                <ns1:gd name="T40" fmla="*/ 1043 w 1159"/>
                <ns1:gd name="T41" fmla="*/ 657 h 1159"/>
                <ns1:gd name="T42" fmla="*/ 1004 w 1159"/>
                <ns1:gd name="T43" fmla="*/ 657 h 1159"/>
                <ns1:gd name="T44" fmla="*/ 1004 w 1159"/>
                <ns1:gd name="T45" fmla="*/ 978 h 1159"/>
                <ns1:gd name="T46" fmla="*/ 908 w 1159"/>
                <ns1:gd name="T47" fmla="*/ 1081 h 1159"/>
                <ns1:gd name="T48" fmla="*/ 811 w 1159"/>
                <ns1:gd name="T49" fmla="*/ 978 h 1159"/>
                <ns1:gd name="T50" fmla="*/ 811 w 1159"/>
                <ns1:gd name="T51" fmla="*/ 965 h 1159"/>
                <ns1:gd name="T52" fmla="*/ 347 w 1159"/>
                <ns1:gd name="T53" fmla="*/ 965 h 1159"/>
                <ns1:gd name="T54" fmla="*/ 347 w 1159"/>
                <ns1:gd name="T55" fmla="*/ 978 h 1159"/>
                <ns1:gd name="T56" fmla="*/ 251 w 1159"/>
                <ns1:gd name="T57" fmla="*/ 1081 h 1159"/>
                <ns1:gd name="T58" fmla="*/ 155 w 1159"/>
                <ns1:gd name="T59" fmla="*/ 978 h 1159"/>
                <ns1:gd name="T60" fmla="*/ 155 w 1159"/>
                <ns1:gd name="T61" fmla="*/ 657 h 1159"/>
                <ns1:gd name="T62" fmla="*/ 116 w 1159"/>
                <ns1:gd name="T63" fmla="*/ 657 h 1159"/>
                <ns1:gd name="T64" fmla="*/ 77 w 1159"/>
                <ns1:gd name="T65" fmla="*/ 618 h 1159"/>
                <ns1:gd name="T66" fmla="*/ 77 w 1159"/>
                <ns1:gd name="T67" fmla="*/ 425 h 1159"/>
                <ns1:gd name="T68" fmla="*/ 116 w 1159"/>
                <ns1:gd name="T69" fmla="*/ 386 h 1159"/>
                <ns1:gd name="T70" fmla="*/ 154 w 1159"/>
                <ns1:gd name="T71" fmla="*/ 386 h 1159"/>
                <ns1:gd name="T72" fmla="*/ 154 w 1159"/>
                <ns1:gd name="T73" fmla="*/ 270 h 1159"/>
                <ns1:gd name="T74" fmla="*/ 270 w 1159"/>
                <ns1:gd name="T75" fmla="*/ 155 h 1159"/>
                <ns1:gd name="T76" fmla="*/ 888 w 1159"/>
                <ns1:gd name="T77" fmla="*/ 155 h 1159"/>
                <ns1:gd name="T78" fmla="*/ 1004 w 1159"/>
                <ns1:gd name="T79" fmla="*/ 270 h 1159"/>
                <ns1:gd name="T80" fmla="*/ 1004 w 1159"/>
                <ns1:gd name="T81" fmla="*/ 386 h 1159"/>
                <ns1:gd name="T82" fmla="*/ 1043 w 1159"/>
                <ns1:gd name="T83" fmla="*/ 386 h 1159"/>
                <ns1:gd name="T84" fmla="*/ 1081 w 1159"/>
                <ns1:gd name="T85" fmla="*/ 425 h 1159"/>
                <ns1:gd name="T86" fmla="*/ 1081 w 1159"/>
                <ns1:gd name="T87" fmla="*/ 618 h 1159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  <ns1:cxn ang="0">
                  <ns1:pos x="T14" y="T15"/>
                </ns1:cxn>
                <ns1:cxn ang="0">
                  <ns1:pos x="T16" y="T17"/>
                </ns1:cxn>
                <ns1:cxn ang="0">
                  <ns1:pos x="T18" y="T19"/>
                </ns1:cxn>
                <ns1:cxn ang="0">
                  <ns1:pos x="T20" y="T21"/>
                </ns1:cxn>
                <ns1:cxn ang="0">
                  <ns1:pos x="T22" y="T23"/>
                </ns1:cxn>
                <ns1:cxn ang="0">
                  <ns1:pos x="T24" y="T25"/>
                </ns1:cxn>
                <ns1:cxn ang="0">
                  <ns1:pos x="T26" y="T27"/>
                </ns1:cxn>
                <ns1:cxn ang="0">
                  <ns1:pos x="T28" y="T29"/>
                </ns1:cxn>
                <ns1:cxn ang="0">
                  <ns1:pos x="T30" y="T31"/>
                </ns1:cxn>
                <ns1:cxn ang="0">
                  <ns1:pos x="T32" y="T33"/>
                </ns1:cxn>
                <ns1:cxn ang="0">
                  <ns1:pos x="T34" y="T35"/>
                </ns1:cxn>
                <ns1:cxn ang="0">
                  <ns1:pos x="T36" y="T37"/>
                </ns1:cxn>
                <ns1:cxn ang="0">
                  <ns1:pos x="T38" y="T39"/>
                </ns1:cxn>
                <ns1:cxn ang="0">
                  <ns1:pos x="T40" y="T41"/>
                </ns1:cxn>
                <ns1:cxn ang="0">
                  <ns1:pos x="T42" y="T43"/>
                </ns1:cxn>
                <ns1:cxn ang="0">
                  <ns1:pos x="T44" y="T45"/>
                </ns1:cxn>
                <ns1:cxn ang="0">
                  <ns1:pos x="T46" y="T47"/>
                </ns1:cxn>
                <ns1:cxn ang="0">
                  <ns1:pos x="T48" y="T49"/>
                </ns1:cxn>
                <ns1:cxn ang="0">
                  <ns1:pos x="T50" y="T51"/>
                </ns1:cxn>
                <ns1:cxn ang="0">
                  <ns1:pos x="T52" y="T53"/>
                </ns1:cxn>
                <ns1:cxn ang="0">
                  <ns1:pos x="T54" y="T55"/>
                </ns1:cxn>
                <ns1:cxn ang="0">
                  <ns1:pos x="T56" y="T57"/>
                </ns1:cxn>
                <ns1:cxn ang="0">
                  <ns1:pos x="T58" y="T59"/>
                </ns1:cxn>
                <ns1:cxn ang="0">
                  <ns1:pos x="T60" y="T61"/>
                </ns1:cxn>
                <ns1:cxn ang="0">
                  <ns1:pos x="T62" y="T63"/>
                </ns1:cxn>
                <ns1:cxn ang="0">
                  <ns1:pos x="T64" y="T65"/>
                </ns1:cxn>
                <ns1:cxn ang="0">
                  <ns1:pos x="T66" y="T67"/>
                </ns1:cxn>
                <ns1:cxn ang="0">
                  <ns1:pos x="T68" y="T69"/>
                </ns1:cxn>
                <ns1:cxn ang="0">
                  <ns1:pos x="T70" y="T71"/>
                </ns1:cxn>
                <ns1:cxn ang="0">
                  <ns1:pos x="T72" y="T73"/>
                </ns1:cxn>
                <ns1:cxn ang="0">
                  <ns1:pos x="T74" y="T75"/>
                </ns1:cxn>
                <ns1:cxn ang="0">
                  <ns1:pos x="T76" y="T77"/>
                </ns1:cxn>
                <ns1:cxn ang="0">
                  <ns1:pos x="T78" y="T79"/>
                </ns1:cxn>
                <ns1:cxn ang="0">
                  <ns1:pos x="T80" y="T81"/>
                </ns1:cxn>
                <ns1:cxn ang="0">
                  <ns1:pos x="T82" y="T83"/>
                </ns1:cxn>
                <ns1:cxn ang="0">
                  <ns1:pos x="T84" y="T85"/>
                </ns1:cxn>
                <ns1:cxn ang="0">
                  <ns1:pos x="T86" y="T87"/>
                </ns1:cxn>
              </ns1:cxnLst>
              <ns1:rect l="0" t="0" r="r" b="b"/>
              <ns1:pathLst>
                <ns1:path w="1159" h="1159">
                  <ns1:moveTo>
                    <ns1:pt x="1081" y="316"/>
                  </ns1:moveTo>
                  <ns1:cubicBezTo>
                    <ns1:pt x="1081" y="154"/>
                    <ns1:pt x="1081" y="154"/>
                    <ns1:pt x="1081" y="154"/>
                  </ns1:cubicBezTo>
                  <ns1:cubicBezTo>
                    <ns1:pt x="1081" y="69"/>
                    <ns1:pt x="1012" y="0"/>
                    <ns1:pt x="927" y="0"/>
                  </ns1:cubicBezTo>
                  <ns1:cubicBezTo>
                    <ns1:pt x="232" y="0"/>
                    <ns1:pt x="232" y="0"/>
                    <ns1:pt x="232" y="0"/>
                  </ns1:cubicBezTo>
                  <ns1:cubicBezTo>
                    <ns1:pt x="147" y="0"/>
                    <ns1:pt x="77" y="69"/>
                    <ns1:pt x="77" y="154"/>
                  </ns1:cubicBezTo>
                  <ns1:cubicBezTo>
                    <ns1:pt x="77" y="316"/>
                    <ns1:pt x="77" y="316"/>
                    <ns1:pt x="77" y="316"/>
                  </ns1:cubicBezTo>
                  <ns1:cubicBezTo>
                    <ns1:pt x="32" y="332"/>
                    <ns1:pt x="0" y="374"/>
                    <ns1:pt x="0" y="425"/>
                  </ns1:cubicBezTo>
                  <ns1:cubicBezTo>
                    <ns1:pt x="0" y="618"/>
                    <ns1:pt x="0" y="618"/>
                    <ns1:pt x="0" y="618"/>
                  </ns1:cubicBezTo>
                  <ns1:cubicBezTo>
                    <ns1:pt x="0" y="668"/>
                    <ns1:pt x="32" y="711"/>
                    <ns1:pt x="77" y="727"/>
                  </ns1:cubicBezTo>
                  <ns1:cubicBezTo>
                    <ns1:pt x="77" y="978"/>
                    <ns1:pt x="77" y="978"/>
                    <ns1:pt x="77" y="978"/>
                  </ns1:cubicBezTo>
                  <ns1:cubicBezTo>
                    <ns1:pt x="77" y="1078"/>
                    <ns1:pt x="155" y="1159"/>
                    <ns1:pt x="251" y="1159"/>
                  </ns1:cubicBezTo>
                  <ns1:cubicBezTo>
                    <ns1:pt x="325" y="1159"/>
                    <ns1:pt x="388" y="1110"/>
                    <ns1:pt x="413" y="1042"/>
                  </ns1:cubicBezTo>
                  <ns1:cubicBezTo>
                    <ns1:pt x="746" y="1042"/>
                    <ns1:pt x="746" y="1042"/>
                    <ns1:pt x="746" y="1042"/>
                  </ns1:cubicBezTo>
                  <ns1:cubicBezTo>
                    <ns1:pt x="771" y="1110"/>
                    <ns1:pt x="834" y="1159"/>
                    <ns1:pt x="908" y="1159"/>
                  </ns1:cubicBezTo>
                  <ns1:cubicBezTo>
                    <ns1:pt x="1003" y="1159"/>
                    <ns1:pt x="1081" y="1078"/>
                    <ns1:pt x="1081" y="978"/>
                  </ns1:cubicBezTo>
                  <ns1:cubicBezTo>
                    <ns1:pt x="1081" y="727"/>
                    <ns1:pt x="1081" y="727"/>
                    <ns1:pt x="1081" y="727"/>
                  </ns1:cubicBezTo>
                  <ns1:cubicBezTo>
                    <ns1:pt x="1126" y="711"/>
                    <ns1:pt x="1159" y="668"/>
                    <ns1:pt x="1159" y="618"/>
                  </ns1:cubicBezTo>
                  <ns1:cubicBezTo>
                    <ns1:pt x="1159" y="425"/>
                    <ns1:pt x="1159" y="425"/>
                    <ns1:pt x="1159" y="425"/>
                  </ns1:cubicBezTo>
                  <ns1:cubicBezTo>
                    <ns1:pt x="1159" y="374"/>
                    <ns1:pt x="1126" y="332"/>
                    <ns1:pt x="1081" y="316"/>
                  </ns1:cubicBezTo>
                  <ns1:close/>
                  <ns1:moveTo>
                    <ns1:pt x="1081" y="618"/>
                  </ns1:moveTo>
                  <ns1:cubicBezTo>
                    <ns1:pt x="1081" y="639"/>
                    <ns1:pt x="1064" y="657"/>
                    <ns1:pt x="1043" y="657"/>
                  </ns1:cubicBezTo>
                  <ns1:cubicBezTo>
                    <ns1:pt x="1004" y="657"/>
                    <ns1:pt x="1004" y="657"/>
                    <ns1:pt x="1004" y="657"/>
                  </ns1:cubicBezTo>
                  <ns1:cubicBezTo>
                    <ns1:pt x="1004" y="978"/>
                    <ns1:pt x="1004" y="978"/>
                    <ns1:pt x="1004" y="978"/>
                  </ns1:cubicBezTo>
                  <ns1:cubicBezTo>
                    <ns1:pt x="1004" y="1035"/>
                    <ns1:pt x="961" y="1081"/>
                    <ns1:pt x="908" y="1081"/>
                  </ns1:cubicBezTo>
                  <ns1:cubicBezTo>
                    <ns1:pt x="855" y="1081"/>
                    <ns1:pt x="811" y="1035"/>
                    <ns1:pt x="811" y="978"/>
                  </ns1:cubicBezTo>
                  <ns1:cubicBezTo>
                    <ns1:pt x="811" y="965"/>
                    <ns1:pt x="811" y="965"/>
                    <ns1:pt x="811" y="965"/>
                  </ns1:cubicBezTo>
                  <ns1:cubicBezTo>
                    <ns1:pt x="347" y="965"/>
                    <ns1:pt x="347" y="965"/>
                    <ns1:pt x="347" y="965"/>
                  </ns1:cubicBezTo>
                  <ns1:cubicBezTo>
                    <ns1:pt x="347" y="978"/>
                    <ns1:pt x="347" y="978"/>
                    <ns1:pt x="347" y="978"/>
                  </ns1:cubicBezTo>
                  <ns1:cubicBezTo>
                    <ns1:pt x="347" y="1035"/>
                    <ns1:pt x="304" y="1081"/>
                    <ns1:pt x="251" y="1081"/>
                  </ns1:cubicBezTo>
                  <ns1:cubicBezTo>
                    <ns1:pt x="198" y="1081"/>
                    <ns1:pt x="155" y="1035"/>
                    <ns1:pt x="155" y="978"/>
                  </ns1:cubicBezTo>
                  <ns1:cubicBezTo>
                    <ns1:pt x="155" y="657"/>
                    <ns1:pt x="155" y="657"/>
                    <ns1:pt x="155" y="657"/>
                  </ns1:cubicBezTo>
                  <ns1:cubicBezTo>
                    <ns1:pt x="116" y="657"/>
                    <ns1:pt x="116" y="657"/>
                    <ns1:pt x="116" y="657"/>
                  </ns1:cubicBezTo>
                  <ns1:cubicBezTo>
                    <ns1:pt x="94" y="657"/>
                    <ns1:pt x="77" y="639"/>
                    <ns1:pt x="77" y="618"/>
                  </ns1:cubicBezTo>
                  <ns1:cubicBezTo>
                    <ns1:pt x="77" y="425"/>
                    <ns1:pt x="77" y="425"/>
                    <ns1:pt x="77" y="425"/>
                  </ns1:cubicBezTo>
                  <ns1:cubicBezTo>
                    <ns1:pt x="77" y="403"/>
                    <ns1:pt x="94" y="386"/>
                    <ns1:pt x="116" y="386"/>
                  </ns1:cubicBezTo>
                  <ns1:cubicBezTo>
                    <ns1:pt x="154" y="386"/>
                    <ns1:pt x="154" y="386"/>
                    <ns1:pt x="154" y="386"/>
                  </ns1:cubicBezTo>
                  <ns1:cubicBezTo>
                    <ns1:pt x="154" y="270"/>
                    <ns1:pt x="154" y="270"/>
                    <ns1:pt x="154" y="270"/>
                  </ns1:cubicBezTo>
                  <ns1:cubicBezTo>
                    <ns1:pt x="154" y="193"/>
                    <ns1:pt x="193" y="155"/>
                    <ns1:pt x="270" y="155"/>
                  </ns1:cubicBezTo>
                  <ns1:cubicBezTo>
                    <ns1:pt x="348" y="155"/>
                    <ns1:pt x="811" y="155"/>
                    <ns1:pt x="888" y="155"/>
                  </ns1:cubicBezTo>
                  <ns1:cubicBezTo>
                    <ns1:pt x="965" y="155"/>
                    <ns1:pt x="1004" y="193"/>
                    <ns1:pt x="1004" y="270"/>
                  </ns1:cubicBezTo>
                  <ns1:cubicBezTo>
                    <ns1:pt x="1004" y="386"/>
                    <ns1:pt x="1004" y="386"/>
                    <ns1:pt x="1004" y="386"/>
                  </ns1:cubicBezTo>
                  <ns1:cubicBezTo>
                    <ns1:pt x="1043" y="386"/>
                    <ns1:pt x="1043" y="386"/>
                    <ns1:pt x="1043" y="386"/>
                  </ns1:cubicBezTo>
                  <ns1:cubicBezTo>
                    <ns1:pt x="1064" y="386"/>
                    <ns1:pt x="1081" y="403"/>
                    <ns1:pt x="1081" y="425"/>
                  </ns1:cubicBezTo>
                  <ns1:lnTo>
                    <ns1:pt x="1081" y="618"/>
                  </ns1:lnTo>
                  <ns1:close/>
                </ns1:path>
              </ns1:pathLst>
            </ns1:custGeom>
            <ns1:grpFill/>
            <ns1:ln>
              <ns1:noFill/>
            </ns1:ln>
            <ns1:extLst>
              <ns1:ext uri="{91240B29-F687-4f45-9708-019B960494DF}">
                <ns2:hiddenLine w="9525">
                  <ns1:solidFill>
                    <ns1:srgbClr val="000000"/>
                  </ns1:solidFill>
                  <ns1:round/>
                  <ns1:headEnd/>
                  <ns1:tailEnd/>
                </ns2:hiddenLine>
              </ns1:ext>
            </ns1:extLst>
          </ns0:spPr>
          <ns0:txBody>
            <ns1:bodyPr vert="horz" wrap="square" lIns="91440" tIns="45720" rIns="91440" bIns="45720" numCol="1" anchor="t" anchorCtr="0" compatLnSpc="1">
              <ns1:prstTxWarp prst="textNoShape">
                <ns1:avLst/>
              </ns1:prstTxWarp>
            </ns1:bodyPr>
            <ns1:lstStyle/>
            <ns1:p>
              <ns1:endParaRPr lang="id-ID" sz="2700"/>
            </ns1:p>
          </ns0:txBody>
        </ns0:sp>
        <ns0:sp>
          <ns0:nvSpPr>
            <ns0:cNvPr id="332" name="Freeform 25"/>
            <ns0:cNvSpPr>
              <ns1:spLocks noEditPoints="1"/>
            </ns0:cNvSpPr>
            <ns0:nvPr/>
          </ns0:nvSpPr>
          <ns0:spPr bwMode="auto">
            <ns1:xfrm>
              <ns1:off x="2287202" y="-975838"/>
              <ns1:ext cx="1241425" cy="588963"/>
            </ns1:xfrm>
            <ns1:custGeom>
              <ns1:avLst/>
              <ns1:gdLst>
                <ns1:gd name="T0" fmla="*/ 638 w 734"/>
                <ns1:gd name="T1" fmla="*/ 0 h 348"/>
                <ns1:gd name="T2" fmla="*/ 97 w 734"/>
                <ns1:gd name="T3" fmla="*/ 0 h 348"/>
                <ns1:gd name="T4" fmla="*/ 0 w 734"/>
                <ns1:gd name="T5" fmla="*/ 97 h 348"/>
                <ns1:gd name="T6" fmla="*/ 0 w 734"/>
                <ns1:gd name="T7" fmla="*/ 251 h 348"/>
                <ns1:gd name="T8" fmla="*/ 97 w 734"/>
                <ns1:gd name="T9" fmla="*/ 348 h 348"/>
                <ns1:gd name="T10" fmla="*/ 638 w 734"/>
                <ns1:gd name="T11" fmla="*/ 348 h 348"/>
                <ns1:gd name="T12" fmla="*/ 734 w 734"/>
                <ns1:gd name="T13" fmla="*/ 251 h 348"/>
                <ns1:gd name="T14" fmla="*/ 734 w 734"/>
                <ns1:gd name="T15" fmla="*/ 97 h 348"/>
                <ns1:gd name="T16" fmla="*/ 638 w 734"/>
                <ns1:gd name="T17" fmla="*/ 0 h 348"/>
                <ns1:gd name="T18" fmla="*/ 696 w 734"/>
                <ns1:gd name="T19" fmla="*/ 251 h 348"/>
                <ns1:gd name="T20" fmla="*/ 638 w 734"/>
                <ns1:gd name="T21" fmla="*/ 309 h 348"/>
                <ns1:gd name="T22" fmla="*/ 97 w 734"/>
                <ns1:gd name="T23" fmla="*/ 309 h 348"/>
                <ns1:gd name="T24" fmla="*/ 39 w 734"/>
                <ns1:gd name="T25" fmla="*/ 251 h 348"/>
                <ns1:gd name="T26" fmla="*/ 39 w 734"/>
                <ns1:gd name="T27" fmla="*/ 97 h 348"/>
                <ns1:gd name="T28" fmla="*/ 97 w 734"/>
                <ns1:gd name="T29" fmla="*/ 39 h 348"/>
                <ns1:gd name="T30" fmla="*/ 638 w 734"/>
                <ns1:gd name="T31" fmla="*/ 39 h 348"/>
                <ns1:gd name="T32" fmla="*/ 696 w 734"/>
                <ns1:gd name="T33" fmla="*/ 97 h 348"/>
                <ns1:gd name="T34" fmla="*/ 696 w 734"/>
                <ns1:gd name="T35" fmla="*/ 251 h 348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  <ns1:cxn ang="0">
                  <ns1:pos x="T14" y="T15"/>
                </ns1:cxn>
                <ns1:cxn ang="0">
                  <ns1:pos x="T16" y="T17"/>
                </ns1:cxn>
                <ns1:cxn ang="0">
                  <ns1:pos x="T18" y="T19"/>
                </ns1:cxn>
                <ns1:cxn ang="0">
                  <ns1:pos x="T20" y="T21"/>
                </ns1:cxn>
                <ns1:cxn ang="0">
                  <ns1:pos x="T22" y="T23"/>
                </ns1:cxn>
                <ns1:cxn ang="0">
                  <ns1:pos x="T24" y="T25"/>
                </ns1:cxn>
                <ns1:cxn ang="0">
                  <ns1:pos x="T26" y="T27"/>
                </ns1:cxn>
                <ns1:cxn ang="0">
                  <ns1:pos x="T28" y="T29"/>
                </ns1:cxn>
                <ns1:cxn ang="0">
                  <ns1:pos x="T30" y="T31"/>
                </ns1:cxn>
                <ns1:cxn ang="0">
                  <ns1:pos x="T32" y="T33"/>
                </ns1:cxn>
                <ns1:cxn ang="0">
                  <ns1:pos x="T34" y="T35"/>
                </ns1:cxn>
              </ns1:cxnLst>
              <ns1:rect l="0" t="0" r="r" b="b"/>
              <ns1:pathLst>
                <ns1:path w="734" h="348">
                  <ns1:moveTo>
                    <ns1:pt x="638" y="0"/>
                  </ns1:moveTo>
                  <ns1:cubicBezTo>
                    <ns1:pt x="97" y="0"/>
                    <ns1:pt x="97" y="0"/>
                    <ns1:pt x="97" y="0"/>
                  </ns1:cubicBezTo>
                  <ns1:cubicBezTo>
                    <ns1:pt x="44" y="0"/>
                    <ns1:pt x="0" y="44"/>
                    <ns1:pt x="0" y="97"/>
                  </ns1:cubicBezTo>
                  <ns1:cubicBezTo>
                    <ns1:pt x="0" y="251"/>
                    <ns1:pt x="0" y="251"/>
                    <ns1:pt x="0" y="251"/>
                  </ns1:cubicBezTo>
                  <ns1:cubicBezTo>
                    <ns1:pt x="0" y="305"/>
                    <ns1:pt x="44" y="348"/>
                    <ns1:pt x="97" y="348"/>
                  </ns1:cubicBezTo>
                  <ns1:cubicBezTo>
                    <ns1:pt x="638" y="348"/>
                    <ns1:pt x="638" y="348"/>
                    <ns1:pt x="638" y="348"/>
                  </ns1:cubicBezTo>
                  <ns1:cubicBezTo>
                    <ns1:pt x="691" y="348"/>
                    <ns1:pt x="734" y="305"/>
                    <ns1:pt x="734" y="251"/>
                  </ns1:cubicBezTo>
                  <ns1:cubicBezTo>
                    <ns1:pt x="734" y="97"/>
                    <ns1:pt x="734" y="97"/>
                    <ns1:pt x="734" y="97"/>
                  </ns1:cubicBezTo>
                  <ns1:cubicBezTo>
                    <ns1:pt x="734" y="44"/>
                    <ns1:pt x="691" y="0"/>
                    <ns1:pt x="638" y="0"/>
                  </ns1:cubicBezTo>
                  <ns1:close/>
                  <ns1:moveTo>
                    <ns1:pt x="696" y="251"/>
                  </ns1:moveTo>
                  <ns1:cubicBezTo>
                    <ns1:pt x="696" y="283"/>
                    <ns1:pt x="670" y="309"/>
                    <ns1:pt x="638" y="309"/>
                  </ns1:cubicBezTo>
                  <ns1:cubicBezTo>
                    <ns1:pt x="97" y="309"/>
                    <ns1:pt x="97" y="309"/>
                    <ns1:pt x="97" y="309"/>
                  </ns1:cubicBezTo>
                  <ns1:cubicBezTo>
                    <ns1:pt x="65" y="309"/>
                    <ns1:pt x="39" y="283"/>
                    <ns1:pt x="39" y="251"/>
                  </ns1:cubicBezTo>
                  <ns1:cubicBezTo>
                    <ns1:pt x="39" y="97"/>
                    <ns1:pt x="39" y="97"/>
                    <ns1:pt x="39" y="97"/>
                  </ns1:cubicBezTo>
                  <ns1:cubicBezTo>
                    <ns1:pt x="39" y="65"/>
                    <ns1:pt x="65" y="39"/>
                    <ns1:pt x="97" y="39"/>
                  </ns1:cubicBezTo>
                  <ns1:cubicBezTo>
                    <ns1:pt x="638" y="39"/>
                    <ns1:pt x="638" y="39"/>
                    <ns1:pt x="638" y="39"/>
                  </ns1:cubicBezTo>
                  <ns1:cubicBezTo>
                    <ns1:pt x="670" y="39"/>
                    <ns1:pt x="696" y="65"/>
                    <ns1:pt x="696" y="97"/>
                  </ns1:cubicBezTo>
                  <ns1:lnTo>
                    <ns1:pt x="696" y="251"/>
                  </ns1:lnTo>
                  <ns1:close/>
                </ns1:path>
              </ns1:pathLst>
            </ns1:custGeom>
            <ns1:grpFill/>
            <ns1:ln>
              <ns1:noFill/>
            </ns1:ln>
            <ns1:extLst>
              <ns1:ext uri="{91240B29-F687-4f45-9708-019B960494DF}">
                <ns2:hiddenLine w="9525">
                  <ns1:solidFill>
                    <ns1:srgbClr val="000000"/>
                  </ns1:solidFill>
                  <ns1:round/>
                  <ns1:headEnd/>
                  <ns1:tailEnd/>
                </ns2:hiddenLine>
              </ns1:ext>
            </ns1:extLst>
          </ns0:spPr>
          <ns0:txBody>
            <ns1:bodyPr vert="horz" wrap="square" lIns="91440" tIns="45720" rIns="91440" bIns="45720" numCol="1" anchor="t" anchorCtr="0" compatLnSpc="1">
              <ns1:prstTxWarp prst="textNoShape">
                <ns1:avLst/>
              </ns1:prstTxWarp>
            </ns1:bodyPr>
            <ns1:lstStyle/>
            <ns1:p>
              <ns1:endParaRPr lang="id-ID" sz="2700"/>
            </ns1:p>
          </ns0:txBody>
        </ns0:sp>
      </ns0:grpSp>
      <ns0:grpSp>
        <ns0:nvGrpSpPr>
          <ns0:cNvPr id="333" name="Group 332"/>
          <ns0:cNvGrpSpPr/>
          <ns0:nvPr/>
        </ns0:nvGrpSpPr>
        <ns0:grpSpPr>
          <ns1:xfrm>
            <ns1:off x="5355264" y="6031824"/>
            <ns1:ext cx="384244" cy="448610"/>
            <ns1:chOff x="3254375" y="804863"/>
            <ns1:chExt cx="625475" cy="730250"/>
          </ns1:xfrm>
          <ns1:solidFill>
            <ns1:schemeClr val="tx1"/>
          </ns1:solidFill>
        </ns0:grpSpPr>
        <ns0:sp>
          <ns0:nvSpPr>
            <ns0:cNvPr id="334" name="Freeform 30"/>
            <ns0:cNvSpPr>
              <ns1:spLocks/>
            </ns0:cNvSpPr>
            <ns0:nvPr/>
          </ns0:nvSpPr>
          <ns0:spPr bwMode="auto">
            <ns1:xfrm>
              <ns1:off x="3254375" y="1208088"/>
              <ns1:ext cx="625475" cy="327025"/>
            </ns1:xfrm>
            <ns1:custGeom>
              <ns1:avLst/>
              <ns1:gdLst>
                <ns1:gd name="T0" fmla="*/ 124 w 164"/>
                <ns1:gd name="T1" fmla="*/ 0 h 86"/>
                <ns1:gd name="T2" fmla="*/ 108 w 164"/>
                <ns1:gd name="T3" fmla="*/ 0 h 86"/>
                <ns1:gd name="T4" fmla="*/ 95 w 164"/>
                <ns1:gd name="T5" fmla="*/ 44 h 86"/>
                <ns1:gd name="T6" fmla="*/ 84 w 164"/>
                <ns1:gd name="T7" fmla="*/ 21 h 86"/>
                <ns1:gd name="T8" fmla="*/ 95 w 164"/>
                <ns1:gd name="T9" fmla="*/ 8 h 86"/>
                <ns1:gd name="T10" fmla="*/ 94 w 164"/>
                <ns1:gd name="T11" fmla="*/ 6 h 86"/>
                <ns1:gd name="T12" fmla="*/ 81 w 164"/>
                <ns1:gd name="T13" fmla="*/ 7 h 86"/>
                <ns1:gd name="T14" fmla="*/ 69 w 164"/>
                <ns1:gd name="T15" fmla="*/ 6 h 86"/>
                <ns1:gd name="T16" fmla="*/ 68 w 164"/>
                <ns1:gd name="T17" fmla="*/ 7 h 86"/>
                <ns1:gd name="T18" fmla="*/ 80 w 164"/>
                <ns1:gd name="T19" fmla="*/ 22 h 86"/>
                <ns1:gd name="T20" fmla="*/ 70 w 164"/>
                <ns1:gd name="T21" fmla="*/ 45 h 86"/>
                <ns1:gd name="T22" fmla="*/ 57 w 164"/>
                <ns1:gd name="T23" fmla="*/ 0 h 86"/>
                <ns1:gd name="T24" fmla="*/ 40 w 164"/>
                <ns1:gd name="T25" fmla="*/ 0 h 86"/>
                <ns1:gd name="T26" fmla="*/ 0 w 164"/>
                <ns1:gd name="T27" fmla="*/ 40 h 86"/>
                <ns1:gd name="T28" fmla="*/ 0 w 164"/>
                <ns1:gd name="T29" fmla="*/ 86 h 86"/>
                <ns1:gd name="T30" fmla="*/ 164 w 164"/>
                <ns1:gd name="T31" fmla="*/ 86 h 86"/>
                <ns1:gd name="T32" fmla="*/ 164 w 164"/>
                <ns1:gd name="T33" fmla="*/ 40 h 86"/>
                <ns1:gd name="T34" fmla="*/ 124 w 164"/>
                <ns1:gd name="T35" fmla="*/ 0 h 86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  <ns1:cxn ang="0">
                  <ns1:pos x="T14" y="T15"/>
                </ns1:cxn>
                <ns1:cxn ang="0">
                  <ns1:pos x="T16" y="T17"/>
                </ns1:cxn>
                <ns1:cxn ang="0">
                  <ns1:pos x="T18" y="T19"/>
                </ns1:cxn>
                <ns1:cxn ang="0">
                  <ns1:pos x="T20" y="T21"/>
                </ns1:cxn>
                <ns1:cxn ang="0">
                  <ns1:pos x="T22" y="T23"/>
                </ns1:cxn>
                <ns1:cxn ang="0">
                  <ns1:pos x="T24" y="T25"/>
                </ns1:cxn>
                <ns1:cxn ang="0">
                  <ns1:pos x="T26" y="T27"/>
                </ns1:cxn>
                <ns1:cxn ang="0">
                  <ns1:pos x="T28" y="T29"/>
                </ns1:cxn>
                <ns1:cxn ang="0">
                  <ns1:pos x="T30" y="T31"/>
                </ns1:cxn>
                <ns1:cxn ang="0">
                  <ns1:pos x="T32" y="T33"/>
                </ns1:cxn>
                <ns1:cxn ang="0">
                  <ns1:pos x="T34" y="T35"/>
                </ns1:cxn>
              </ns1:cxnLst>
              <ns1:rect l="0" t="0" r="r" b="b"/>
              <ns1:pathLst>
                <ns1:path w="164" h="86">
                  <ns1:moveTo>
                    <ns1:pt x="124" y="0"/>
                  </ns1:moveTo>
                  <ns1:cubicBezTo>
                    <ns1:pt x="108" y="0"/>
                    <ns1:pt x="108" y="0"/>
                    <ns1:pt x="108" y="0"/>
                  </ns1:cubicBezTo>
                  <ns1:cubicBezTo>
                    <ns1:pt x="95" y="44"/>
                    <ns1:pt x="95" y="44"/>
                    <ns1:pt x="95" y="44"/>
                  </ns1:cubicBezTo>
                  <ns1:cubicBezTo>
                    <ns1:pt x="84" y="21"/>
                    <ns1:pt x="84" y="21"/>
                    <ns1:pt x="84" y="21"/>
                  </ns1:cubicBezTo>
                  <ns1:cubicBezTo>
                    <ns1:pt x="95" y="8"/>
                    <ns1:pt x="95" y="8"/>
                    <ns1:pt x="95" y="8"/>
                  </ns1:cubicBezTo>
                  <ns1:cubicBezTo>
                    <ns1:pt x="94" y="6"/>
                    <ns1:pt x="94" y="6"/>
                    <ns1:pt x="94" y="6"/>
                  </ns1:cubicBezTo>
                  <ns1:cubicBezTo>
                    <ns1:pt x="90" y="7"/>
                    <ns1:pt x="86" y="7"/>
                    <ns1:pt x="81" y="7"/>
                  </ns1:cubicBezTo>
                  <ns1:cubicBezTo>
                    <ns1:pt x="77" y="7"/>
                    <ns1:pt x="73" y="7"/>
                    <ns1:pt x="69" y="6"/>
                  </ns1:cubicBezTo>
                  <ns1:cubicBezTo>
                    <ns1:pt x="68" y="7"/>
                    <ns1:pt x="68" y="7"/>
                    <ns1:pt x="68" y="7"/>
                  </ns1:cubicBezTo>
                  <ns1:cubicBezTo>
                    <ns1:pt x="80" y="22"/>
                    <ns1:pt x="80" y="22"/>
                    <ns1:pt x="80" y="22"/>
                  </ns1:cubicBezTo>
                  <ns1:cubicBezTo>
                    <ns1:pt x="70" y="45"/>
                    <ns1:pt x="70" y="45"/>
                    <ns1:pt x="70" y="45"/>
                  </ns1:cubicBezTo>
                  <ns1:cubicBezTo>
                    <ns1:pt x="57" y="0"/>
                    <ns1:pt x="57" y="0"/>
                    <ns1:pt x="57" y="0"/>
                  </ns1:cubicBezTo>
                  <ns1:cubicBezTo>
                    <ns1:pt x="40" y="0"/>
                    <ns1:pt x="40" y="0"/>
                    <ns1:pt x="40" y="0"/>
                  </ns1:cubicBezTo>
                  <ns1:cubicBezTo>
                    <ns1:pt x="18" y="0"/>
                    <ns1:pt x="0" y="18"/>
                    <ns1:pt x="0" y="40"/>
                  </ns1:cubicBezTo>
                  <ns1:cubicBezTo>
                    <ns1:pt x="0" y="86"/>
                    <ns1:pt x="0" y="86"/>
                    <ns1:pt x="0" y="86"/>
                  </ns1:cubicBezTo>
                  <ns1:cubicBezTo>
                    <ns1:pt x="164" y="86"/>
                    <ns1:pt x="164" y="86"/>
                    <ns1:pt x="164" y="86"/>
                  </ns1:cubicBezTo>
                  <ns1:cubicBezTo>
                    <ns1:pt x="164" y="40"/>
                    <ns1:pt x="164" y="40"/>
                    <ns1:pt x="164" y="40"/>
                  </ns1:cubicBezTo>
                  <ns1:cubicBezTo>
                    <ns1:pt x="164" y="18"/>
                    <ns1:pt x="147" y="0"/>
                    <ns1:pt x="124" y="0"/>
                  </ns1:cubicBezTo>
                  <ns1:close/>
                </ns1:path>
              </ns1:pathLst>
            </ns1:custGeom>
            <ns1:grpFill/>
            <ns1:ln>
              <ns1:noFill/>
            </ns1:ln>
            <ns1:extLst>
              <ns1:ext uri="{91240B29-F687-4F45-9708-019B960494DF}">
                <ns2:hiddenLine w="9525">
                  <ns1:solidFill>
                    <ns1:srgbClr val="000000"/>
                  </ns1:solidFill>
                  <ns1:round/>
                  <ns1:headEnd/>
                  <ns1:tailEnd/>
                </ns2:hiddenLine>
              </ns1:ext>
            </ns1:extLst>
          </ns0:spPr>
          <ns0:txBody>
            <ns1:bodyPr vert="horz" wrap="square" lIns="91440" tIns="45720" rIns="91440" bIns="45720" numCol="1" anchor="t" anchorCtr="0" compatLnSpc="1">
              <ns1:prstTxWarp prst="textNoShape">
                <ns1:avLst/>
              </ns1:prstTxWarp>
            </ns1:bodyPr>
            <ns1:lstStyle/>
            <ns1:p>
              <ns1:endParaRPr lang="id-ID" sz="2700"/>
            </ns1:p>
          </ns0:txBody>
        </ns0:sp>
        <ns0:sp>
          <ns0:nvSpPr>
            <ns0:cNvPr id="335" name="Freeform 31"/>
            <ns0:cNvSpPr>
              <ns1:spLocks noEditPoints="1"/>
            </ns0:cNvSpPr>
            <ns0:nvPr/>
          </ns0:nvSpPr>
          <ns0:spPr bwMode="auto">
            <ns1:xfrm>
              <ns1:off x="3379788" y="804863"/>
              <ns1:ext cx="377825" cy="403225"/>
            </ns1:xfrm>
            <ns1:custGeom>
              <ns1:avLst/>
              <ns1:gdLst>
                <ns1:gd name="T0" fmla="*/ 91 w 99"/>
                <ns1:gd name="T1" fmla="*/ 38 h 106"/>
                <ns1:gd name="T2" fmla="*/ 49 w 99"/>
                <ns1:gd name="T3" fmla="*/ 0 h 106"/>
                <ns1:gd name="T4" fmla="*/ 8 w 99"/>
                <ns1:gd name="T5" fmla="*/ 38 h 106"/>
                <ns1:gd name="T6" fmla="*/ 0 w 99"/>
                <ns1:gd name="T7" fmla="*/ 53 h 106"/>
                <ns1:gd name="T8" fmla="*/ 11 w 99"/>
                <ns1:gd name="T9" fmla="*/ 68 h 106"/>
                <ns1:gd name="T10" fmla="*/ 12 w 99"/>
                <ns1:gd name="T11" fmla="*/ 68 h 106"/>
                <ns1:gd name="T12" fmla="*/ 49 w 99"/>
                <ns1:gd name="T13" fmla="*/ 106 h 106"/>
                <ns1:gd name="T14" fmla="*/ 87 w 99"/>
                <ns1:gd name="T15" fmla="*/ 68 h 106"/>
                <ns1:gd name="T16" fmla="*/ 88 w 99"/>
                <ns1:gd name="T17" fmla="*/ 68 h 106"/>
                <ns1:gd name="T18" fmla="*/ 99 w 99"/>
                <ns1:gd name="T19" fmla="*/ 53 h 106"/>
                <ns1:gd name="T20" fmla="*/ 91 w 99"/>
                <ns1:gd name="T21" fmla="*/ 38 h 106"/>
                <ns1:gd name="T22" fmla="*/ 76 w 99"/>
                <ns1:gd name="T23" fmla="*/ 44 h 106"/>
                <ns1:gd name="T24" fmla="*/ 71 w 99"/>
                <ns1:gd name="T25" fmla="*/ 44 h 106"/>
                <ns1:gd name="T26" fmla="*/ 71 w 99"/>
                <ns1:gd name="T27" fmla="*/ 49 h 106"/>
                <ns1:gd name="T28" fmla="*/ 75 w 99"/>
                <ns1:gd name="T29" fmla="*/ 51 h 106"/>
                <ns1:gd name="T30" fmla="*/ 76 w 99"/>
                <ns1:gd name="T31" fmla="*/ 53 h 106"/>
                <ns1:gd name="T32" fmla="*/ 71 w 99"/>
                <ns1:gd name="T33" fmla="*/ 62 h 106"/>
                <ns1:gd name="T34" fmla="*/ 68 w 99"/>
                <ns1:gd name="T35" fmla="*/ 62 h 106"/>
                <ns1:gd name="T36" fmla="*/ 65 w 99"/>
                <ns1:gd name="T37" fmla="*/ 59 h 106"/>
                <ns1:gd name="T38" fmla="*/ 60 w 99"/>
                <ns1:gd name="T39" fmla="*/ 63 h 106"/>
                <ns1:gd name="T40" fmla="*/ 62 w 99"/>
                <ns1:gd name="T41" fmla="*/ 67 h 106"/>
                <ns1:gd name="T42" fmla="*/ 61 w 99"/>
                <ns1:gd name="T43" fmla="*/ 69 h 106"/>
                <ns1:gd name="T44" fmla="*/ 52 w 99"/>
                <ns1:gd name="T45" fmla="*/ 72 h 106"/>
                <ns1:gd name="T46" fmla="*/ 49 w 99"/>
                <ns1:gd name="T47" fmla="*/ 70 h 106"/>
                <ns1:gd name="T48" fmla="*/ 49 w 99"/>
                <ns1:gd name="T49" fmla="*/ 66 h 106"/>
                <ns1:gd name="T50" fmla="*/ 43 w 99"/>
                <ns1:gd name="T51" fmla="*/ 65 h 106"/>
                <ns1:gd name="T52" fmla="*/ 42 w 99"/>
                <ns1:gd name="T53" fmla="*/ 69 h 106"/>
                <ns1:gd name="T54" fmla="*/ 40 w 99"/>
                <ns1:gd name="T55" fmla="*/ 70 h 106"/>
                <ns1:gd name="T56" fmla="*/ 31 w 99"/>
                <ns1:gd name="T57" fmla="*/ 65 h 106"/>
                <ns1:gd name="T58" fmla="*/ 31 w 99"/>
                <ns1:gd name="T59" fmla="*/ 62 h 106"/>
                <ns1:gd name="T60" fmla="*/ 34 w 99"/>
                <ns1:gd name="T61" fmla="*/ 59 h 106"/>
                <ns1:gd name="T62" fmla="*/ 30 w 99"/>
                <ns1:gd name="T63" fmla="*/ 55 h 106"/>
                <ns1:gd name="T64" fmla="*/ 26 w 99"/>
                <ns1:gd name="T65" fmla="*/ 57 h 106"/>
                <ns1:gd name="T66" fmla="*/ 24 w 99"/>
                <ns1:gd name="T67" fmla="*/ 55 h 106"/>
                <ns1:gd name="T68" fmla="*/ 21 w 99"/>
                <ns1:gd name="T69" fmla="*/ 46 h 106"/>
                <ns1:gd name="T70" fmla="*/ 23 w 99"/>
                <ns1:gd name="T71" fmla="*/ 44 h 106"/>
                <ns1:gd name="T72" fmla="*/ 27 w 99"/>
                <ns1:gd name="T73" fmla="*/ 44 h 106"/>
                <ns1:gd name="T74" fmla="*/ 28 w 99"/>
                <ns1:gd name="T75" fmla="*/ 38 h 106"/>
                <ns1:gd name="T76" fmla="*/ 24 w 99"/>
                <ns1:gd name="T77" fmla="*/ 37 h 106"/>
                <ns1:gd name="T78" fmla="*/ 23 w 99"/>
                <ns1:gd name="T79" fmla="*/ 34 h 106"/>
                <ns1:gd name="T80" fmla="*/ 28 w 99"/>
                <ns1:gd name="T81" fmla="*/ 26 h 106"/>
                <ns1:gd name="T82" fmla="*/ 31 w 99"/>
                <ns1:gd name="T83" fmla="*/ 25 h 106"/>
                <ns1:gd name="T84" fmla="*/ 34 w 99"/>
                <ns1:gd name="T85" fmla="*/ 28 h 106"/>
                <ns1:gd name="T86" fmla="*/ 38 w 99"/>
                <ns1:gd name="T87" fmla="*/ 25 h 106"/>
                <ns1:gd name="T88" fmla="*/ 36 w 99"/>
                <ns1:gd name="T89" fmla="*/ 21 h 106"/>
                <ns1:gd name="T90" fmla="*/ 37 w 99"/>
                <ns1:gd name="T91" fmla="*/ 18 h 106"/>
                <ns1:gd name="T92" fmla="*/ 47 w 99"/>
                <ns1:gd name="T93" fmla="*/ 16 h 106"/>
                <ns1:gd name="T94" fmla="*/ 49 w 99"/>
                <ns1:gd name="T95" fmla="*/ 17 h 106"/>
                <ns1:gd name="T96" fmla="*/ 49 w 99"/>
                <ns1:gd name="T97" fmla="*/ 22 h 106"/>
                <ns1:gd name="T98" fmla="*/ 55 w 99"/>
                <ns1:gd name="T99" fmla="*/ 22 h 106"/>
                <ns1:gd name="T100" fmla="*/ 56 w 99"/>
                <ns1:gd name="T101" fmla="*/ 18 h 106"/>
                <ns1:gd name="T102" fmla="*/ 59 w 99"/>
                <ns1:gd name="T103" fmla="*/ 17 h 106"/>
                <ns1:gd name="T104" fmla="*/ 67 w 99"/>
                <ns1:gd name="T105" fmla="*/ 22 h 106"/>
                <ns1:gd name="T106" fmla="*/ 68 w 99"/>
                <ns1:gd name="T107" fmla="*/ 25 h 106"/>
                <ns1:gd name="T108" fmla="*/ 65 w 99"/>
                <ns1:gd name="T109" fmla="*/ 28 h 106"/>
                <ns1:gd name="T110" fmla="*/ 68 w 99"/>
                <ns1:gd name="T111" fmla="*/ 33 h 106"/>
                <ns1:gd name="T112" fmla="*/ 72 w 99"/>
                <ns1:gd name="T113" fmla="*/ 31 h 106"/>
                <ns1:gd name="T114" fmla="*/ 75 w 99"/>
                <ns1:gd name="T115" fmla="*/ 32 h 106"/>
                <ns1:gd name="T116" fmla="*/ 77 w 99"/>
                <ns1:gd name="T117" fmla="*/ 41 h 106"/>
                <ns1:gd name="T118" fmla="*/ 76 w 99"/>
                <ns1:gd name="T119" fmla="*/ 44 h 106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  <ns1:cxn ang="0">
                  <ns1:pos x="T14" y="T15"/>
                </ns1:cxn>
                <ns1:cxn ang="0">
                  <ns1:pos x="T16" y="T17"/>
                </ns1:cxn>
                <ns1:cxn ang="0">
                  <ns1:pos x="T18" y="T19"/>
                </ns1:cxn>
                <ns1:cxn ang="0">
                  <ns1:pos x="T20" y="T21"/>
                </ns1:cxn>
                <ns1:cxn ang="0">
                  <ns1:pos x="T22" y="T23"/>
                </ns1:cxn>
                <ns1:cxn ang="0">
                  <ns1:pos x="T24" y="T25"/>
                </ns1:cxn>
                <ns1:cxn ang="0">
                  <ns1:pos x="T26" y="T27"/>
                </ns1:cxn>
                <ns1:cxn ang="0">
                  <ns1:pos x="T28" y="T29"/>
                </ns1:cxn>
                <ns1:cxn ang="0">
                  <ns1:pos x="T30" y="T31"/>
                </ns1:cxn>
                <ns1:cxn ang="0">
                  <ns1:pos x="T32" y="T33"/>
                </ns1:cxn>
                <ns1:cxn ang="0">
                  <ns1:pos x="T34" y="T35"/>
                </ns1:cxn>
                <ns1:cxn ang="0">
                  <ns1:pos x="T36" y="T37"/>
                </ns1:cxn>
                <ns1:cxn ang="0">
                  <ns1:pos x="T38" y="T39"/>
                </ns1:cxn>
                <ns1:cxn ang="0">
                  <ns1:pos x="T40" y="T41"/>
                </ns1:cxn>
                <ns1:cxn ang="0">
                  <ns1:pos x="T42" y="T43"/>
                </ns1:cxn>
                <ns1:cxn ang="0">
                  <ns1:pos x="T44" y="T45"/>
                </ns1:cxn>
                <ns1:cxn ang="0">
                  <ns1:pos x="T46" y="T47"/>
                </ns1:cxn>
                <ns1:cxn ang="0">
                  <ns1:pos x="T48" y="T49"/>
                </ns1:cxn>
                <ns1:cxn ang="0">
                  <ns1:pos x="T50" y="T51"/>
                </ns1:cxn>
                <ns1:cxn ang="0">
                  <ns1:pos x="T52" y="T53"/>
                </ns1:cxn>
                <ns1:cxn ang="0">
                  <ns1:pos x="T54" y="T55"/>
                </ns1:cxn>
                <ns1:cxn ang="0">
                  <ns1:pos x="T56" y="T57"/>
                </ns1:cxn>
                <ns1:cxn ang="0">
                  <ns1:pos x="T58" y="T59"/>
                </ns1:cxn>
                <ns1:cxn ang="0">
                  <ns1:pos x="T60" y="T61"/>
                </ns1:cxn>
                <ns1:cxn ang="0">
                  <ns1:pos x="T62" y="T63"/>
                </ns1:cxn>
                <ns1:cxn ang="0">
                  <ns1:pos x="T64" y="T65"/>
                </ns1:cxn>
                <ns1:cxn ang="0">
                  <ns1:pos x="T66" y="T67"/>
                </ns1:cxn>
                <ns1:cxn ang="0">
                  <ns1:pos x="T68" y="T69"/>
                </ns1:cxn>
                <ns1:cxn ang="0">
                  <ns1:pos x="T70" y="T71"/>
                </ns1:cxn>
                <ns1:cxn ang="0">
                  <ns1:pos x="T72" y="T73"/>
                </ns1:cxn>
                <ns1:cxn ang="0">
                  <ns1:pos x="T74" y="T75"/>
                </ns1:cxn>
                <ns1:cxn ang="0">
                  <ns1:pos x="T76" y="T77"/>
                </ns1:cxn>
                <ns1:cxn ang="0">
                  <ns1:pos x="T78" y="T79"/>
                </ns1:cxn>
                <ns1:cxn ang="0">
                  <ns1:pos x="T80" y="T81"/>
                </ns1:cxn>
                <ns1:cxn ang="0">
                  <ns1:pos x="T82" y="T83"/>
                </ns1:cxn>
                <ns1:cxn ang="0">
                  <ns1:pos x="T84" y="T85"/>
                </ns1:cxn>
                <ns1:cxn ang="0">
                  <ns1:pos x="T86" y="T87"/>
                </ns1:cxn>
                <ns1:cxn ang="0">
                  <ns1:pos x="T88" y="T89"/>
                </ns1:cxn>
                <ns1:cxn ang="0">
                  <ns1:pos x="T90" y="T91"/>
                </ns1:cxn>
                <ns1:cxn ang="0">
                  <ns1:pos x="T92" y="T93"/>
                </ns1:cxn>
                <ns1:cxn ang="0">
                  <ns1:pos x="T94" y="T95"/>
                </ns1:cxn>
                <ns1:cxn ang="0">
                  <ns1:pos x="T96" y="T97"/>
                </ns1:cxn>
                <ns1:cxn ang="0">
                  <ns1:pos x="T98" y="T99"/>
                </ns1:cxn>
                <ns1:cxn ang="0">
                  <ns1:pos x="T100" y="T101"/>
                </ns1:cxn>
                <ns1:cxn ang="0">
                  <ns1:pos x="T102" y="T103"/>
                </ns1:cxn>
                <ns1:cxn ang="0">
                  <ns1:pos x="T104" y="T105"/>
                </ns1:cxn>
                <ns1:cxn ang="0">
                  <ns1:pos x="T106" y="T107"/>
                </ns1:cxn>
                <ns1:cxn ang="0">
                  <ns1:pos x="T108" y="T109"/>
                </ns1:cxn>
                <ns1:cxn ang="0">
                  <ns1:pos x="T110" y="T111"/>
                </ns1:cxn>
                <ns1:cxn ang="0">
                  <ns1:pos x="T112" y="T113"/>
                </ns1:cxn>
                <ns1:cxn ang="0">
                  <ns1:pos x="T114" y="T115"/>
                </ns1:cxn>
                <ns1:cxn ang="0">
                  <ns1:pos x="T116" y="T117"/>
                </ns1:cxn>
                <ns1:cxn ang="0">
                  <ns1:pos x="T118" y="T119"/>
                </ns1:cxn>
              </ns1:cxnLst>
              <ns1:rect l="0" t="0" r="r" b="b"/>
              <ns1:pathLst>
                <ns1:path w="99" h="106">
                  <ns1:moveTo>
                    <ns1:pt x="91" y="38"/>
                  </ns1:moveTo>
                  <ns1:cubicBezTo>
                    <ns1:pt x="89" y="12"/>
                    <ns1:pt x="71" y="0"/>
                    <ns1:pt x="49" y="0"/>
                  </ns1:cubicBezTo>
                  <ns1:cubicBezTo>
                    <ns1:pt x="27" y="0"/>
                    <ns1:pt x="10" y="12"/>
                    <ns1:pt x="8" y="38"/>
                  </ns1:cubicBezTo>
                  <ns1:cubicBezTo>
                    <ns1:pt x="3" y="40"/>
                    <ns1:pt x="0" y="46"/>
                    <ns1:pt x="0" y="53"/>
                  </ns1:cubicBezTo>
                  <ns1:cubicBezTo>
                    <ns1:pt x="0" y="61"/>
                    <ns1:pt x="5" y="68"/>
                    <ns1:pt x="11" y="68"/>
                  </ns1:cubicBezTo>
                  <ns1:cubicBezTo>
                    <ns1:pt x="11" y="68"/>
                    <ns1:pt x="12" y="68"/>
                    <ns1:pt x="12" y="68"/>
                  </ns1:cubicBezTo>
                  <ns1:cubicBezTo>
                    <ns1:pt x="19" y="88"/>
                    <ns1:pt x="33" y="106"/>
                    <ns1:pt x="49" y="106"/>
                  </ns1:cubicBezTo>
                  <ns1:cubicBezTo>
                    <ns1:pt x="66" y="106"/>
                    <ns1:pt x="80" y="88"/>
                    <ns1:pt x="87" y="68"/>
                  </ns1:cubicBezTo>
                  <ns1:cubicBezTo>
                    <ns1:pt x="87" y="68"/>
                    <ns1:pt x="87" y="68"/>
                    <ns1:pt x="88" y="68"/>
                  </ns1:cubicBezTo>
                  <ns1:cubicBezTo>
                    <ns1:pt x="94" y="68"/>
                    <ns1:pt x="99" y="61"/>
                    <ns1:pt x="99" y="53"/>
                  </ns1:cubicBezTo>
                  <ns1:cubicBezTo>
                    <ns1:pt x="99" y="46"/>
                    <ns1:pt x="95" y="40"/>
                    <ns1:pt x="91" y="38"/>
                  </ns1:cubicBezTo>
                  <ns1:close/>
                  <ns1:moveTo>
                    <ns1:pt x="76" y="44"/>
                  </ns1:moveTo>
                  <ns1:cubicBezTo>
                    <ns1:pt x="71" y="44"/>
                    <ns1:pt x="71" y="44"/>
                    <ns1:pt x="71" y="44"/>
                  </ns1:cubicBezTo>
                  <ns1:cubicBezTo>
                    <ns1:pt x="71" y="46"/>
                    <ns1:pt x="71" y="48"/>
                    <ns1:pt x="71" y="49"/>
                  </ns1:cubicBezTo>
                  <ns1:cubicBezTo>
                    <ns1:pt x="75" y="51"/>
                    <ns1:pt x="75" y="51"/>
                    <ns1:pt x="75" y="51"/>
                  </ns1:cubicBezTo>
                  <ns1:cubicBezTo>
                    <ns1:pt x="76" y="51"/>
                    <ns1:pt x="76" y="52"/>
                    <ns1:pt x="76" y="53"/>
                  </ns1:cubicBezTo>
                  <ns1:cubicBezTo>
                    <ns1:pt x="74" y="56"/>
                    <ns1:pt x="73" y="59"/>
                    <ns1:pt x="71" y="62"/>
                  </ns1:cubicBezTo>
                  <ns1:cubicBezTo>
                    <ns1:pt x="70" y="63"/>
                    <ns1:pt x="69" y="63"/>
                    <ns1:pt x="68" y="62"/>
                  </ns1:cubicBezTo>
                  <ns1:cubicBezTo>
                    <ns1:pt x="65" y="59"/>
                    <ns1:pt x="65" y="59"/>
                    <ns1:pt x="65" y="59"/>
                  </ns1:cubicBezTo>
                  <ns1:cubicBezTo>
                    <ns1:pt x="64" y="61"/>
                    <ns1:pt x="62" y="62"/>
                    <ns1:pt x="60" y="63"/>
                  </ns1:cubicBezTo>
                  <ns1:cubicBezTo>
                    <ns1:pt x="62" y="67"/>
                    <ns1:pt x="62" y="67"/>
                    <ns1:pt x="62" y="67"/>
                  </ns1:cubicBezTo>
                  <ns1:cubicBezTo>
                    <ns1:pt x="63" y="67"/>
                    <ns1:pt x="62" y="69"/>
                    <ns1:pt x="61" y="69"/>
                  </ns1:cubicBezTo>
                  <ns1:cubicBezTo>
                    <ns1:pt x="58" y="71"/>
                    <ns1:pt x="55" y="71"/>
                    <ns1:pt x="52" y="72"/>
                  </ns1:cubicBezTo>
                  <ns1:cubicBezTo>
                    <ns1:pt x="50" y="72"/>
                    <ns1:pt x="49" y="71"/>
                    <ns1:pt x="49" y="70"/>
                  </ns1:cubicBezTo>
                  <ns1:cubicBezTo>
                    <ns1:pt x="49" y="66"/>
                    <ns1:pt x="49" y="66"/>
                    <ns1:pt x="49" y="66"/>
                  </ns1:cubicBezTo>
                  <ns1:cubicBezTo>
                    <ns1:pt x="47" y="66"/>
                    <ns1:pt x="45" y="66"/>
                    <ns1:pt x="43" y="65"/>
                  </ns1:cubicBezTo>
                  <ns1:cubicBezTo>
                    <ns1:pt x="42" y="69"/>
                    <ns1:pt x="42" y="69"/>
                    <ns1:pt x="42" y="69"/>
                  </ns1:cubicBezTo>
                  <ns1:cubicBezTo>
                    <ns1:pt x="42" y="70"/>
                    <ns1:pt x="41" y="71"/>
                    <ns1:pt x="40" y="70"/>
                  </ns1:cubicBezTo>
                  <ns1:cubicBezTo>
                    <ns1:pt x="37" y="69"/>
                    <ns1:pt x="34" y="67"/>
                    <ns1:pt x="31" y="65"/>
                  </ns1:cubicBezTo>
                  <ns1:cubicBezTo>
                    <ns1:pt x="30" y="64"/>
                    <ns1:pt x="30" y="63"/>
                    <ns1:pt x="31" y="62"/>
                  </ns1:cubicBezTo>
                  <ns1:cubicBezTo>
                    <ns1:pt x="34" y="59"/>
                    <ns1:pt x="34" y="59"/>
                    <ns1:pt x="34" y="59"/>
                  </ns1:cubicBezTo>
                  <ns1:cubicBezTo>
                    <ns1:pt x="32" y="58"/>
                    <ns1:pt x="31" y="56"/>
                    <ns1:pt x="30" y="55"/>
                  </ns1:cubicBezTo>
                  <ns1:cubicBezTo>
                    <ns1:pt x="26" y="57"/>
                    <ns1:pt x="26" y="57"/>
                    <ns1:pt x="26" y="57"/>
                  </ns1:cubicBezTo>
                  <ns1:cubicBezTo>
                    <ns1:pt x="26" y="57"/>
                    <ns1:pt x="24" y="57"/>
                    <ns1:pt x="24" y="55"/>
                  </ns1:cubicBezTo>
                  <ns1:cubicBezTo>
                    <ns1:pt x="22" y="53"/>
                    <ns1:pt x="22" y="49"/>
                    <ns1:pt x="21" y="46"/>
                  </ns1:cubicBezTo>
                  <ns1:cubicBezTo>
                    <ns1:pt x="21" y="45"/>
                    <ns1:pt x="22" y="44"/>
                    <ns1:pt x="23" y="44"/>
                  </ns1:cubicBezTo>
                  <ns1:cubicBezTo>
                    <ns1:pt x="27" y="44"/>
                    <ns1:pt x="27" y="44"/>
                    <ns1:pt x="27" y="44"/>
                  </ns1:cubicBezTo>
                  <ns1:cubicBezTo>
                    <ns1:pt x="27" y="42"/>
                    <ns1:pt x="27" y="40"/>
                    <ns1:pt x="28" y="38"/>
                  </ns1:cubicBezTo>
                  <ns1:cubicBezTo>
                    <ns1:pt x="24" y="37"/>
                    <ns1:pt x="24" y="37"/>
                    <ns1:pt x="24" y="37"/>
                  </ns1:cubicBezTo>
                  <ns1:cubicBezTo>
                    <ns1:pt x="23" y="37"/>
                    <ns1:pt x="22" y="35"/>
                    <ns1:pt x="23" y="34"/>
                  </ns1:cubicBezTo>
                  <ns1:cubicBezTo>
                    <ns1:pt x="24" y="31"/>
                    <ns1:pt x="26" y="28"/>
                    <ns1:pt x="28" y="26"/>
                  </ns1:cubicBezTo>
                  <ns1:cubicBezTo>
                    <ns1:pt x="29" y="25"/>
                    <ns1:pt x="30" y="24"/>
                    <ns1:pt x="31" y="25"/>
                  </ns1:cubicBezTo>
                  <ns1:cubicBezTo>
                    <ns1:pt x="34" y="28"/>
                    <ns1:pt x="34" y="28"/>
                    <ns1:pt x="34" y="28"/>
                  </ns1:cubicBezTo>
                  <ns1:cubicBezTo>
                    <ns1:pt x="35" y="27"/>
                    <ns1:pt x="36" y="25"/>
                    <ns1:pt x="38" y="25"/>
                  </ns1:cubicBezTo>
                  <ns1:cubicBezTo>
                    <ns1:pt x="36" y="21"/>
                    <ns1:pt x="36" y="21"/>
                    <ns1:pt x="36" y="21"/>
                  </ns1:cubicBezTo>
                  <ns1:cubicBezTo>
                    <ns1:pt x="36" y="20"/>
                    <ns1:pt x="36" y="19"/>
                    <ns1:pt x="37" y="18"/>
                  </ns1:cubicBezTo>
                  <ns1:cubicBezTo>
                    <ns1:pt x="40" y="17"/>
                    <ns1:pt x="44" y="16"/>
                    <ns1:pt x="47" y="16"/>
                  </ns1:cubicBezTo>
                  <ns1:cubicBezTo>
                    <ns1:pt x="48" y="16"/>
                    <ns1:pt x="49" y="16"/>
                    <ns1:pt x="49" y="17"/>
                  </ns1:cubicBezTo>
                  <ns1:cubicBezTo>
                    <ns1:pt x="49" y="22"/>
                    <ns1:pt x="49" y="22"/>
                    <ns1:pt x="49" y="22"/>
                  </ns1:cubicBezTo>
                  <ns1:cubicBezTo>
                    <ns1:pt x="51" y="22"/>
                    <ns1:pt x="53" y="22"/>
                    <ns1:pt x="55" y="22"/>
                  </ns1:cubicBezTo>
                  <ns1:cubicBezTo>
                    <ns1:pt x="56" y="18"/>
                    <ns1:pt x="56" y="18"/>
                    <ns1:pt x="56" y="18"/>
                  </ns1:cubicBezTo>
                  <ns1:cubicBezTo>
                    <ns1:pt x="56" y="17"/>
                    <ns1:pt x="58" y="17"/>
                    <ns1:pt x="59" y="17"/>
                  </ns1:cubicBezTo>
                  <ns1:cubicBezTo>
                    <ns1:pt x="62" y="19"/>
                    <ns1:pt x="65" y="20"/>
                    <ns1:pt x="67" y="22"/>
                  </ns1:cubicBezTo>
                  <ns1:cubicBezTo>
                    <ns1:pt x="68" y="23"/>
                    <ns1:pt x="69" y="24"/>
                    <ns1:pt x="68" y="25"/>
                  </ns1:cubicBezTo>
                  <ns1:cubicBezTo>
                    <ns1:pt x="65" y="28"/>
                    <ns1:pt x="65" y="28"/>
                    <ns1:pt x="65" y="28"/>
                  </ns1:cubicBezTo>
                  <ns1:cubicBezTo>
                    <ns1:pt x="66" y="29"/>
                    <ns1:pt x="67" y="31"/>
                    <ns1:pt x="68" y="33"/>
                  </ns1:cubicBezTo>
                  <ns1:cubicBezTo>
                    <ns1:pt x="72" y="31"/>
                    <ns1:pt x="72" y="31"/>
                    <ns1:pt x="72" y="31"/>
                  </ns1:cubicBezTo>
                  <ns1:cubicBezTo>
                    <ns1:pt x="73" y="30"/>
                    <ns1:pt x="74" y="31"/>
                    <ns1:pt x="75" y="32"/>
                  </ns1:cubicBezTo>
                  <ns1:cubicBezTo>
                    <ns1:pt x="76" y="35"/>
                    <ns1:pt x="77" y="38"/>
                    <ns1:pt x="77" y="41"/>
                  </ns1:cubicBezTo>
                  <ns1:cubicBezTo>
                    <ns1:pt x="77" y="43"/>
                    <ns1:pt x="77" y="44"/>
                    <ns1:pt x="76" y="44"/>
                  </ns1:cubicBezTo>
                  <ns1:close/>
                </ns1:path>
              </ns1:pathLst>
            </ns1:custGeom>
            <ns1:grpFill/>
            <ns1:ln>
              <ns1:noFill/>
            </ns1:ln>
            <ns1:extLst>
              <ns1:ext uri="{91240B29-F687-4F45-9708-019B960494DF}">
                <ns2:hiddenLine w="9525">
                  <ns1:solidFill>
                    <ns1:srgbClr val="000000"/>
                  </ns1:solidFill>
                  <ns1:round/>
                  <ns1:headEnd/>
                  <ns1:tailEnd/>
                </ns2:hiddenLine>
              </ns1:ext>
            </ns1:extLst>
          </ns0:spPr>
          <ns0:txBody>
            <ns1:bodyPr vert="horz" wrap="square" lIns="91440" tIns="45720" rIns="91440" bIns="45720" numCol="1" anchor="t" anchorCtr="0" compatLnSpc="1">
              <ns1:prstTxWarp prst="textNoShape">
                <ns1:avLst/>
              </ns1:prstTxWarp>
            </ns1:bodyPr>
            <ns1:lstStyle/>
            <ns1:p>
              <ns1:endParaRPr lang="id-ID" sz="2700"/>
            </ns1:p>
          </ns0:txBody>
        </ns0:sp>
        <ns0:sp>
          <ns0:nvSpPr>
            <ns0:cNvPr id="336" name="Oval 32"/>
            <ns0:cNvSpPr>
              <ns1:spLocks noChangeArrowheads="1"/>
            </ns0:cNvSpPr>
            <ns0:nvPr/>
          </ns0:nvSpPr>
          <ns0:spPr bwMode="auto">
            <ns1:xfrm>
              <ns1:off x="3521075" y="927101"/>
              <ns1:ext cx="92075" cy="92075"/>
            </ns1:xfrm>
            <ns1:prstGeom prst="ellipse">
              <ns1:avLst/>
            </ns1:prstGeom>
            <ns1:grpFill/>
            <ns1:ln>
              <ns1:noFill/>
            </ns1:ln>
            <ns1:extLst>
              <ns1:ext uri="{91240B29-F687-4F45-9708-019B960494DF}">
                <ns2:hiddenLine w="9525">
                  <ns1:solidFill>
                    <ns1:srgbClr val="000000"/>
                  </ns1:solidFill>
                  <ns1:round/>
                  <ns1:headEnd/>
                  <ns1:tailEnd/>
                </ns2:hiddenLine>
              </ns1:ext>
            </ns1:extLst>
          </ns0:spPr>
          <ns0:txBody>
            <ns1:bodyPr vert="horz" wrap="square" lIns="91440" tIns="45720" rIns="91440" bIns="45720" numCol="1" anchor="t" anchorCtr="0" compatLnSpc="1">
              <ns1:prstTxWarp prst="textNoShape">
                <ns1:avLst/>
              </ns1:prstTxWarp>
            </ns1:bodyPr>
            <ns1:lstStyle/>
            <ns1:p>
              <ns1:endParaRPr lang="id-ID" sz="2700"/>
            </ns1:p>
          </ns0:txBody>
        </ns0:sp>
      </ns0:grpSp>
      <ns0:sp>
        <ns0:nvSpPr>
          <ns0:cNvPr id="337" name="Freeform 165"/>
          <ns0:cNvSpPr>
            <ns1:spLocks noEditPoints="1"/>
          </ns0:cNvSpPr>
          <ns0:nvPr/>
        </ns0:nvSpPr>
        <ns0:spPr bwMode="auto">
          <ns1:xfrm>
            <ns1:off x="7411809" y="6085592"/>
            <ns1:ext cx="338831" cy="341074"/>
          </ns1:xfrm>
          <ns1:custGeom>
            <ns1:avLst/>
            <ns1:gdLst>
              <ns1:gd name="T0" fmla="*/ 76 w 151"/>
              <ns1:gd name="T1" fmla="*/ 0 h 152"/>
              <ns1:gd name="T2" fmla="*/ 9 w 151"/>
              <ns1:gd name="T3" fmla="*/ 142 h 152"/>
              <ns1:gd name="T4" fmla="*/ 0 w 151"/>
              <ns1:gd name="T5" fmla="*/ 152 h 152"/>
              <ns1:gd name="T6" fmla="*/ 151 w 151"/>
              <ns1:gd name="T7" fmla="*/ 38 h 152"/>
              <ns1:gd name="T8" fmla="*/ 57 w 151"/>
              <ns1:gd name="T9" fmla="*/ 142 h 152"/>
              <ns1:gd name="T10" fmla="*/ 28 w 151"/>
              <ns1:gd name="T11" fmla="*/ 123 h 152"/>
              <ns1:gd name="T12" fmla="*/ 57 w 151"/>
              <ns1:gd name="T13" fmla="*/ 142 h 152"/>
              <ns1:gd name="T14" fmla="*/ 19 w 151"/>
              <ns1:gd name="T15" fmla="*/ 104 h 152"/>
              <ns1:gd name="T16" fmla="*/ 66 w 151"/>
              <ns1:gd name="T17" fmla="*/ 95 h 152"/>
              <ns1:gd name="T18" fmla="*/ 66 w 151"/>
              <ns1:gd name="T19" fmla="*/ 85 h 152"/>
              <ns1:gd name="T20" fmla="*/ 19 w 151"/>
              <ns1:gd name="T21" fmla="*/ 76 h 152"/>
              <ns1:gd name="T22" fmla="*/ 66 w 151"/>
              <ns1:gd name="T23" fmla="*/ 85 h 152"/>
              <ns1:gd name="T24" fmla="*/ 19 w 151"/>
              <ns1:gd name="T25" fmla="*/ 66 h 152"/>
              <ns1:gd name="T26" fmla="*/ 66 w 151"/>
              <ns1:gd name="T27" fmla="*/ 57 h 152"/>
              <ns1:gd name="T28" fmla="*/ 66 w 151"/>
              <ns1:gd name="T29" fmla="*/ 47 h 152"/>
              <ns1:gd name="T30" fmla="*/ 19 w 151"/>
              <ns1:gd name="T31" fmla="*/ 38 h 152"/>
              <ns1:gd name="T32" fmla="*/ 66 w 151"/>
              <ns1:gd name="T33" fmla="*/ 47 h 152"/>
              <ns1:gd name="T34" fmla="*/ 19 w 151"/>
              <ns1:gd name="T35" fmla="*/ 29 h 152"/>
              <ns1:gd name="T36" fmla="*/ 66 w 151"/>
              <ns1:gd name="T37" fmla="*/ 19 h 152"/>
              <ns1:gd name="T38" fmla="*/ 113 w 151"/>
              <ns1:gd name="T39" fmla="*/ 133 h 152"/>
              <ns1:gd name="T40" fmla="*/ 95 w 151"/>
              <ns1:gd name="T41" fmla="*/ 114 h 152"/>
              <ns1:gd name="T42" fmla="*/ 113 w 151"/>
              <ns1:gd name="T43" fmla="*/ 133 h 152"/>
              <ns1:gd name="T44" fmla="*/ 95 w 151"/>
              <ns1:gd name="T45" fmla="*/ 104 h 152"/>
              <ns1:gd name="T46" fmla="*/ 113 w 151"/>
              <ns1:gd name="T47" fmla="*/ 85 h 152"/>
              <ns1:gd name="T48" fmla="*/ 113 w 151"/>
              <ns1:gd name="T49" fmla="*/ 76 h 152"/>
              <ns1:gd name="T50" fmla="*/ 95 w 151"/>
              <ns1:gd name="T51" fmla="*/ 57 h 152"/>
              <ns1:gd name="T52" fmla="*/ 113 w 151"/>
              <ns1:gd name="T53" fmla="*/ 76 h 152"/>
              <ns1:gd name="T54" fmla="*/ 123 w 151"/>
              <ns1:gd name="T55" fmla="*/ 133 h 152"/>
              <ns1:gd name="T56" fmla="*/ 142 w 151"/>
              <ns1:gd name="T57" fmla="*/ 114 h 152"/>
              <ns1:gd name="T58" fmla="*/ 142 w 151"/>
              <ns1:gd name="T59" fmla="*/ 104 h 152"/>
              <ns1:gd name="T60" fmla="*/ 123 w 151"/>
              <ns1:gd name="T61" fmla="*/ 85 h 152"/>
              <ns1:gd name="T62" fmla="*/ 142 w 151"/>
              <ns1:gd name="T63" fmla="*/ 104 h 152"/>
              <ns1:gd name="T64" fmla="*/ 123 w 151"/>
              <ns1:gd name="T65" fmla="*/ 76 h 152"/>
              <ns1:gd name="T66" fmla="*/ 142 w 151"/>
              <ns1:gd name="T67" fmla="*/ 57 h 152"/>
            </ns1:gdLst>
            <ns1:ahLst/>
            <ns1:cxnLst>
              <ns1:cxn ang="0">
                <ns1:pos x="T0" y="T1"/>
              </ns1:cxn>
              <ns1:cxn ang="0">
                <ns1:pos x="T2" y="T3"/>
              </ns1:cxn>
              <ns1:cxn ang="0">
                <ns1:pos x="T4" y="T5"/>
              </ns1:cxn>
              <ns1:cxn ang="0">
                <ns1:pos x="T6" y="T7"/>
              </ns1:cxn>
              <ns1:cxn ang="0">
                <ns1:pos x="T8" y="T9"/>
              </ns1:cxn>
              <ns1:cxn ang="0">
                <ns1:pos x="T10" y="T11"/>
              </ns1:cxn>
              <ns1:cxn ang="0">
                <ns1:pos x="T12" y="T13"/>
              </ns1:cxn>
              <ns1:cxn ang="0">
                <ns1:pos x="T14" y="T15"/>
              </ns1:cxn>
              <ns1:cxn ang="0">
                <ns1:pos x="T16" y="T17"/>
              </ns1:cxn>
              <ns1:cxn ang="0">
                <ns1:pos x="T18" y="T19"/>
              </ns1:cxn>
              <ns1:cxn ang="0">
                <ns1:pos x="T20" y="T21"/>
              </ns1:cxn>
              <ns1:cxn ang="0">
                <ns1:pos x="T22" y="T23"/>
              </ns1:cxn>
              <ns1:cxn ang="0">
                <ns1:pos x="T24" y="T25"/>
              </ns1:cxn>
              <ns1:cxn ang="0">
                <ns1:pos x="T26" y="T27"/>
              </ns1:cxn>
              <ns1:cxn ang="0">
                <ns1:pos x="T28" y="T29"/>
              </ns1:cxn>
              <ns1:cxn ang="0">
                <ns1:pos x="T30" y="T31"/>
              </ns1:cxn>
              <ns1:cxn ang="0">
                <ns1:pos x="T32" y="T33"/>
              </ns1:cxn>
              <ns1:cxn ang="0">
                <ns1:pos x="T34" y="T35"/>
              </ns1:cxn>
              <ns1:cxn ang="0">
                <ns1:pos x="T36" y="T37"/>
              </ns1:cxn>
              <ns1:cxn ang="0">
                <ns1:pos x="T38" y="T39"/>
              </ns1:cxn>
              <ns1:cxn ang="0">
                <ns1:pos x="T40" y="T41"/>
              </ns1:cxn>
              <ns1:cxn ang="0">
                <ns1:pos x="T42" y="T43"/>
              </ns1:cxn>
              <ns1:cxn ang="0">
                <ns1:pos x="T44" y="T45"/>
              </ns1:cxn>
              <ns1:cxn ang="0">
                <ns1:pos x="T46" y="T47"/>
              </ns1:cxn>
              <ns1:cxn ang="0">
                <ns1:pos x="T48" y="T49"/>
              </ns1:cxn>
              <ns1:cxn ang="0">
                <ns1:pos x="T50" y="T51"/>
              </ns1:cxn>
              <ns1:cxn ang="0">
                <ns1:pos x="T52" y="T53"/>
              </ns1:cxn>
              <ns1:cxn ang="0">
                <ns1:pos x="T54" y="T55"/>
              </ns1:cxn>
              <ns1:cxn ang="0">
                <ns1:pos x="T56" y="T57"/>
              </ns1:cxn>
              <ns1:cxn ang="0">
                <ns1:pos x="T58" y="T59"/>
              </ns1:cxn>
              <ns1:cxn ang="0">
                <ns1:pos x="T60" y="T61"/>
              </ns1:cxn>
              <ns1:cxn ang="0">
                <ns1:pos x="T62" y="T63"/>
              </ns1:cxn>
              <ns1:cxn ang="0">
                <ns1:pos x="T64" y="T65"/>
              </ns1:cxn>
              <ns1:cxn ang="0">
                <ns1:pos x="T66" y="T67"/>
              </ns1:cxn>
            </ns1:cxnLst>
            <ns1:rect l="0" t="0" r="r" b="b"/>
            <ns1:pathLst>
              <ns1:path w="151" h="152">
                <ns1:moveTo>
                  <ns1:pt x="76" y="38"/>
                </ns1:moveTo>
                <ns1:lnTo>
                  <ns1:pt x="76" y="0"/>
                </ns1:lnTo>
                <ns1:lnTo>
                  <ns1:pt x="9" y="0"/>
                </ns1:lnTo>
                <ns1:lnTo>
                  <ns1:pt x="9" y="142"/>
                </ns1:lnTo>
                <ns1:lnTo>
                  <ns1:pt x="0" y="142"/>
                </ns1:lnTo>
                <ns1:lnTo>
                  <ns1:pt x="0" y="152"/>
                </ns1:lnTo>
                <ns1:lnTo>
                  <ns1:pt x="151" y="152"/>
                </ns1:lnTo>
                <ns1:lnTo>
                  <ns1:pt x="151" y="38"/>
                </ns1:lnTo>
                <ns1:lnTo>
                  <ns1:pt x="76" y="38"/>
                </ns1:lnTo>
                <ns1:close/>
                <ns1:moveTo>
                  <ns1:pt x="57" y="142"/>
                </ns1:moveTo>
                <ns1:lnTo>
                  <ns1:pt x="28" y="142"/>
                </ns1:lnTo>
                <ns1:lnTo>
                  <ns1:pt x="28" y="123"/>
                </ns1:lnTo>
                <ns1:lnTo>
                  <ns1:pt x="57" y="123"/>
                </ns1:lnTo>
                <ns1:lnTo>
                  <ns1:pt x="57" y="142"/>
                </ns1:lnTo>
                <ns1:close/>
                <ns1:moveTo>
                  <ns1:pt x="66" y="104"/>
                </ns1:moveTo>
                <ns1:lnTo>
                  <ns1:pt x="19" y="104"/>
                </ns1:lnTo>
                <ns1:lnTo>
                  <ns1:pt x="19" y="95"/>
                </ns1:lnTo>
                <ns1:lnTo>
                  <ns1:pt x="66" y="95"/>
                </ns1:lnTo>
                <ns1:lnTo>
                  <ns1:pt x="66" y="104"/>
                </ns1:lnTo>
                <ns1:close/>
                <ns1:moveTo>
                  <ns1:pt x="66" y="85"/>
                </ns1:moveTo>
                <ns1:lnTo>
                  <ns1:pt x="19" y="85"/>
                </ns1:lnTo>
                <ns1:lnTo>
                  <ns1:pt x="19" y="76"/>
                </ns1:lnTo>
                <ns1:lnTo>
                  <ns1:pt x="66" y="76"/>
                </ns1:lnTo>
                <ns1:lnTo>
                  <ns1:pt x="66" y="85"/>
                </ns1:lnTo>
                <ns1:close/>
                <ns1:moveTo>
                  <ns1:pt x="66" y="66"/>
                </ns1:moveTo>
                <ns1:lnTo>
                  <ns1:pt x="19" y="66"/>
                </ns1:lnTo>
                <ns1:lnTo>
                  <ns1:pt x="19" y="57"/>
                </ns1:lnTo>
                <ns1:lnTo>
                  <ns1:pt x="66" y="57"/>
                </ns1:lnTo>
                <ns1:lnTo>
                  <ns1:pt x="66" y="66"/>
                </ns1:lnTo>
                <ns1:close/>
                <ns1:moveTo>
                  <ns1:pt x="66" y="47"/>
                </ns1:moveTo>
                <ns1:lnTo>
                  <ns1:pt x="19" y="47"/>
                </ns1:lnTo>
                <ns1:lnTo>
                  <ns1:pt x="19" y="38"/>
                </ns1:lnTo>
                <ns1:lnTo>
                  <ns1:pt x="66" y="38"/>
                </ns1:lnTo>
                <ns1:lnTo>
                  <ns1:pt x="66" y="47"/>
                </ns1:lnTo>
                <ns1:close/>
                <ns1:moveTo>
                  <ns1:pt x="66" y="29"/>
                </ns1:moveTo>
                <ns1:lnTo>
                  <ns1:pt x="19" y="29"/>
                </ns1:lnTo>
                <ns1:lnTo>
                  <ns1:pt x="19" y="19"/>
                </ns1:lnTo>
                <ns1:lnTo>
                  <ns1:pt x="66" y="19"/>
                </ns1:lnTo>
                <ns1:lnTo>
                  <ns1:pt x="66" y="29"/>
                </ns1:lnTo>
                <ns1:close/>
                <ns1:moveTo>
                  <ns1:pt x="113" y="133"/>
                </ns1:moveTo>
                <ns1:lnTo>
                  <ns1:pt x="95" y="133"/>
                </ns1:lnTo>
                <ns1:lnTo>
                  <ns1:pt x="95" y="114"/>
                </ns1:lnTo>
                <ns1:lnTo>
                  <ns1:pt x="113" y="114"/>
                </ns1:lnTo>
                <ns1:lnTo>
                  <ns1:pt x="113" y="133"/>
                </ns1:lnTo>
                <ns1:close/>
                <ns1:moveTo>
                  <ns1:pt x="113" y="104"/>
                </ns1:moveTo>
                <ns1:lnTo>
                  <ns1:pt x="95" y="104"/>
                </ns1:lnTo>
                <ns1:lnTo>
                  <ns1:pt x="95" y="85"/>
                </ns1:lnTo>
                <ns1:lnTo>
                  <ns1:pt x="113" y="85"/>
                </ns1:lnTo>
                <ns1:lnTo>
                  <ns1:pt x="113" y="104"/>
                </ns1:lnTo>
                <ns1:close/>
                <ns1:moveTo>
                  <ns1:pt x="113" y="76"/>
                </ns1:moveTo>
                <ns1:lnTo>
                  <ns1:pt x="95" y="76"/>
                </ns1:lnTo>
                <ns1:lnTo>
                  <ns1:pt x="95" y="57"/>
                </ns1:lnTo>
                <ns1:lnTo>
                  <ns1:pt x="113" y="57"/>
                </ns1:lnTo>
                <ns1:lnTo>
                  <ns1:pt x="113" y="76"/>
                </ns1:lnTo>
                <ns1:close/>
                <ns1:moveTo>
                  <ns1:pt x="142" y="133"/>
                </ns1:moveTo>
                <ns1:lnTo>
                  <ns1:pt x="123" y="133"/>
                </ns1:lnTo>
                <ns1:lnTo>
                  <ns1:pt x="123" y="114"/>
                </ns1:lnTo>
                <ns1:lnTo>
                  <ns1:pt x="142" y="114"/>
                </ns1:lnTo>
                <ns1:lnTo>
                  <ns1:pt x="142" y="133"/>
                </ns1:lnTo>
                <ns1:close/>
                <ns1:moveTo>
                  <ns1:pt x="142" y="104"/>
                </ns1:moveTo>
                <ns1:lnTo>
                  <ns1:pt x="123" y="104"/>
                </ns1:lnTo>
                <ns1:lnTo>
                  <ns1:pt x="123" y="85"/>
                </ns1:lnTo>
                <ns1:lnTo>
                  <ns1:pt x="142" y="85"/>
                </ns1:lnTo>
                <ns1:lnTo>
                  <ns1:pt x="142" y="104"/>
                </ns1:lnTo>
                <ns1:close/>
                <ns1:moveTo>
                  <ns1:pt x="142" y="76"/>
                </ns1:moveTo>
                <ns1:lnTo>
                  <ns1:pt x="123" y="76"/>
                </ns1:lnTo>
                <ns1:lnTo>
                  <ns1:pt x="123" y="57"/>
                </ns1:lnTo>
                <ns1:lnTo>
                  <ns1:pt x="142" y="57"/>
                </ns1:lnTo>
                <ns1:lnTo>
                  <ns1:pt x="142" y="76"/>
                </ns1:lnTo>
                <ns1:close/>
              </ns1:path>
            </ns1:pathLst>
          </ns1:custGeom>
          <ns1:solidFill>
            <ns1:schemeClr val="tx1"/>
          </ns1:solidFill>
          <ns1:ln>
            <ns1:noFill/>
          </ns1:ln>
          <ns1:extLst/>
        </ns0:spPr>
        <ns0:txBody>
          <ns1:bodyPr vert="horz" wrap="square" lIns="91440" tIns="45720" rIns="91440" bIns="45720" numCol="1" anchor="t" anchorCtr="0" compatLnSpc="1">
            <ns1:prstTxWarp prst="textNoShape">
              <ns1:avLst/>
            </ns1:prstTxWarp>
          </ns1:bodyPr>
          <ns1:lstStyle/>
          <ns1:p>
            <ns1:endParaRPr lang="id-ID" sz="2700"/>
          </ns1:p>
        </ns0:txBody>
      </ns0:sp>
      <ns0:grpSp>
        <ns0:nvGrpSpPr>
          <ns0:cNvPr id="338" name="Group 337"/>
          <ns0:cNvGrpSpPr/>
          <ns0:nvPr/>
        </ns0:nvGrpSpPr>
        <ns0:grpSpPr>
          <ns1:xfrm>
            <ns1:off x="6232631" y="6116974"/>
            <ns1:ext cx="629510" cy="278310"/>
            <ns1:chOff x="2865438" y="5287963"/>
            <ns1:chExt cx="754062" cy="333375"/>
          </ns1:xfrm>
          <ns1:solidFill>
            <ns1:schemeClr val="tx1"/>
          </ns1:solidFill>
        </ns0:grpSpPr>
        <ns0:sp>
          <ns0:nvSpPr>
            <ns0:cNvPr id="339" name="Freeform 31"/>
            <ns0:cNvSpPr>
              <ns1:spLocks/>
            </ns0:cNvSpPr>
            <ns0:nvPr/>
          </ns0:nvSpPr>
          <ns0:spPr bwMode="auto">
            <ns1:xfrm>
              <ns1:off x="3173413" y="5508626"/>
              <ns1:ext cx="92075" cy="93663"/>
            </ns1:xfrm>
            <ns1:custGeom>
              <ns1:avLst/>
              <ns1:gdLst>
                <ns1:gd name="T0" fmla="*/ 23 w 24"/>
                <ns1:gd name="T1" fmla="*/ 7 h 24"/>
                <ns1:gd name="T2" fmla="*/ 24 w 24"/>
                <ns1:gd name="T3" fmla="*/ 3 h 24"/>
                <ns1:gd name="T4" fmla="*/ 22 w 24"/>
                <ns1:gd name="T5" fmla="*/ 1 h 24"/>
                <ns1:gd name="T6" fmla="*/ 20 w 24"/>
                <ns1:gd name="T7" fmla="*/ 0 h 24"/>
                <ns1:gd name="T8" fmla="*/ 16 w 24"/>
                <ns1:gd name="T9" fmla="*/ 2 h 24"/>
                <ns1:gd name="T10" fmla="*/ 0 w 24"/>
                <ns1:gd name="T11" fmla="*/ 22 h 24"/>
                <ns1:gd name="T12" fmla="*/ 8 w 24"/>
                <ns1:gd name="T13" fmla="*/ 24 h 24"/>
                <ns1:gd name="T14" fmla="*/ 8 w 24"/>
                <ns1:gd name="T15" fmla="*/ 24 h 24"/>
                <ns1:gd name="T16" fmla="*/ 21 w 24"/>
                <ns1:gd name="T17" fmla="*/ 9 h 24"/>
                <ns1:gd name="T18" fmla="*/ 23 w 24"/>
                <ns1:gd name="T19" fmla="*/ 7 h 24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  <ns1:cxn ang="0">
                  <ns1:pos x="T14" y="T15"/>
                </ns1:cxn>
                <ns1:cxn ang="0">
                  <ns1:pos x="T16" y="T17"/>
                </ns1:cxn>
                <ns1:cxn ang="0">
                  <ns1:pos x="T18" y="T19"/>
                </ns1:cxn>
              </ns1:cxnLst>
              <ns1:rect l="0" t="0" r="r" b="b"/>
              <ns1:pathLst>
                <ns1:path w="24" h="24">
                  <ns1:moveTo>
                    <ns1:pt x="23" y="7"/>
                  </ns1:moveTo>
                  <ns1:cubicBezTo>
                    <ns1:pt x="23" y="6"/>
                    <ns1:pt x="24" y="5"/>
                    <ns1:pt x="24" y="3"/>
                  </ns1:cubicBezTo>
                  <ns1:cubicBezTo>
                    <ns1:pt x="23" y="2"/>
                    <ns1:pt x="23" y="2"/>
                    <ns1:pt x="22" y="1"/>
                  </ns1:cubicBezTo>
                  <ns1:cubicBezTo>
                    <ns1:pt x="22" y="0"/>
                    <ns1:pt x="21" y="0"/>
                    <ns1:pt x="20" y="0"/>
                  </ns1:cubicBezTo>
                  <ns1:cubicBezTo>
                    <ns1:pt x="18" y="0"/>
                    <ns1:pt x="17" y="1"/>
                    <ns1:pt x="16" y="2"/>
                  </ns1:cubicBezTo>
                  <ns1:cubicBezTo>
                    <ns1:pt x="0" y="22"/>
                    <ns1:pt x="0" y="22"/>
                    <ns1:pt x="0" y="22"/>
                  </ns1:cubicBezTo>
                  <ns1:cubicBezTo>
                    <ns1:pt x="3" y="23"/>
                    <ns1:pt x="5" y="23"/>
                    <ns1:pt x="8" y="24"/>
                  </ns1:cubicBezTo>
                  <ns1:cubicBezTo>
                    <ns1:pt x="8" y="24"/>
                    <ns1:pt x="8" y="24"/>
                    <ns1:pt x="8" y="24"/>
                  </ns1:cubicBezTo>
                  <ns1:cubicBezTo>
                    <ns1:pt x="21" y="9"/>
                    <ns1:pt x="21" y="9"/>
                    <ns1:pt x="21" y="9"/>
                  </ns1:cubicBezTo>
                  <ns1:cubicBezTo>
                    <ns1:pt x="21" y="8"/>
                    <ns1:pt x="22" y="7"/>
                    <ns1:pt x="23" y="7"/>
                  </ns1:cubicBezTo>
                  <ns1:close/>
                </ns1:path>
              </ns1:pathLst>
            </ns1:custGeom>
            <ns1:grpFill/>
            <ns1:ln>
              <ns1:noFill/>
            </ns1:ln>
            <ns1:extLst>
              <ns1:ext uri="{91240B29-F687-4F45-9708-019B960494DF}">
                <ns2:hiddenLine w="9525">
                  <ns1:solidFill>
                    <ns1:srgbClr val="000000"/>
                  </ns1:solidFill>
                  <ns1:round/>
                  <ns1:headEnd/>
                  <ns1:tailEnd/>
                </ns2:hiddenLine>
              </ns1:ext>
            </ns1:extLst>
          </ns0:spPr>
          <ns0:txBody>
            <ns1:bodyPr vert="horz" wrap="square" lIns="91440" tIns="45720" rIns="91440" bIns="45720" numCol="1" anchor="t" anchorCtr="0" compatLnSpc="1">
              <ns1:prstTxWarp prst="textNoShape">
                <ns1:avLst/>
              </ns1:prstTxWarp>
            </ns1:bodyPr>
            <ns1:lstStyle/>
            <ns1:p>
              <ns1:pPr algn="r"/>
              <ns1:endParaRPr lang="id-ID" sz="2700"/>
            </ns1:p>
          </ns0:txBody>
        </ns0:sp>
        <ns0:sp>
          <ns0:nvSpPr>
            <ns0:cNvPr id="340" name="Freeform 32"/>
            <ns0:cNvSpPr>
              <ns1:spLocks/>
            </ns0:cNvSpPr>
            <ns0:nvPr/>
          </ns0:nvSpPr>
          <ns0:spPr bwMode="auto">
            <ns1:xfrm>
              <ns1:off x="3127375" y="5505451"/>
              <ns1:ext cx="80962" cy="80963"/>
            </ns1:xfrm>
            <ns1:custGeom>
              <ns1:avLst/>
              <ns1:gdLst>
                <ns1:gd name="T0" fmla="*/ 21 w 21"/>
                <ns1:gd name="T1" fmla="*/ 4 h 21"/>
                <ns1:gd name="T2" fmla="*/ 19 w 21"/>
                <ns1:gd name="T3" fmla="*/ 1 h 21"/>
                <ns1:gd name="T4" fmla="*/ 17 w 21"/>
                <ns1:gd name="T5" fmla="*/ 0 h 21"/>
                <ns1:gd name="T6" fmla="*/ 13 w 21"/>
                <ns1:gd name="T7" fmla="*/ 2 h 21"/>
                <ns1:gd name="T8" fmla="*/ 0 w 21"/>
                <ns1:gd name="T9" fmla="*/ 18 h 21"/>
                <ns1:gd name="T10" fmla="*/ 8 w 21"/>
                <ns1:gd name="T11" fmla="*/ 21 h 21"/>
                <ns1:gd name="T12" fmla="*/ 20 w 21"/>
                <ns1:gd name="T13" fmla="*/ 7 h 21"/>
                <ns1:gd name="T14" fmla="*/ 21 w 21"/>
                <ns1:gd name="T15" fmla="*/ 4 h 21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  <ns1:cxn ang="0">
                  <ns1:pos x="T14" y="T15"/>
                </ns1:cxn>
              </ns1:cxnLst>
              <ns1:rect l="0" t="0" r="r" b="b"/>
              <ns1:pathLst>
                <ns1:path w="21" h="21">
                  <ns1:moveTo>
                    <ns1:pt x="21" y="4"/>
                  </ns1:moveTo>
                  <ns1:cubicBezTo>
                    <ns1:pt x="21" y="2"/>
                    <ns1:pt x="20" y="1"/>
                    <ns1:pt x="19" y="1"/>
                  </ns1:cubicBezTo>
                  <ns1:cubicBezTo>
                    <ns1:pt x="19" y="0"/>
                    <ns1:pt x="18" y="0"/>
                    <ns1:pt x="17" y="0"/>
                  </ns1:cubicBezTo>
                  <ns1:cubicBezTo>
                    <ns1:pt x="16" y="0"/>
                    <ns1:pt x="14" y="1"/>
                    <ns1:pt x="13" y="2"/>
                  </ns1:cubicBezTo>
                  <ns1:cubicBezTo>
                    <ns1:pt x="0" y="18"/>
                    <ns1:pt x="0" y="18"/>
                    <ns1:pt x="0" y="18"/>
                  </ns1:cubicBezTo>
                  <ns1:cubicBezTo>
                    <ns1:pt x="3" y="19"/>
                    <ns1:pt x="5" y="20"/>
                    <ns1:pt x="8" y="21"/>
                  </ns1:cubicBezTo>
                  <ns1:cubicBezTo>
                    <ns1:pt x="20" y="7"/>
                    <ns1:pt x="20" y="7"/>
                    <ns1:pt x="20" y="7"/>
                  </ns1:cubicBezTo>
                  <ns1:cubicBezTo>
                    <ns1:pt x="21" y="6"/>
                    <ns1:pt x="21" y="5"/>
                    <ns1:pt x="21" y="4"/>
                  </ns1:cubicBezTo>
                  <ns1:close/>
                </ns1:path>
              </ns1:pathLst>
            </ns1:custGeom>
            <ns1:grpFill/>
            <ns1:ln>
              <ns1:noFill/>
            </ns1:ln>
            <ns1:extLst>
              <ns1:ext uri="{91240B29-F687-4F45-9708-019B960494DF}">
                <ns2:hiddenLine w="9525">
                  <ns1:solidFill>
                    <ns1:srgbClr val="000000"/>
                  </ns1:solidFill>
                  <ns1:round/>
                  <ns1:headEnd/>
                  <ns1:tailEnd/>
                </ns2:hiddenLine>
              </ns1:ext>
            </ns1:extLst>
          </ns0:spPr>
          <ns0:txBody>
            <ns1:bodyPr vert="horz" wrap="square" lIns="91440" tIns="45720" rIns="91440" bIns="45720" numCol="1" anchor="t" anchorCtr="0" compatLnSpc="1">
              <ns1:prstTxWarp prst="textNoShape">
                <ns1:avLst/>
              </ns1:prstTxWarp>
            </ns1:bodyPr>
            <ns1:lstStyle/>
            <ns1:p>
              <ns1:pPr algn="r"/>
              <ns1:endParaRPr lang="id-ID" sz="2700"/>
            </ns1:p>
          </ns0:txBody>
        </ns0:sp>
        <ns0:sp>
          <ns0:nvSpPr>
            <ns0:cNvPr id="341" name="Freeform 33"/>
            <ns0:cNvSpPr>
              <ns1:spLocks/>
            </ns0:cNvSpPr>
            <ns0:nvPr/>
          </ns0:nvSpPr>
          <ns0:spPr bwMode="auto">
            <ns1:xfrm>
              <ns1:off x="3219450" y="5548313"/>
              <ns1:ext cx="73025" cy="69850"/>
            </ns1:xfrm>
            <ns1:custGeom>
              <ns1:avLst/>
              <ns1:gdLst>
                <ns1:gd name="T0" fmla="*/ 14 w 19"/>
                <ns1:gd name="T1" fmla="*/ 0 h 18"/>
                <ns1:gd name="T2" fmla="*/ 13 w 19"/>
                <ns1:gd name="T3" fmla="*/ 0 h 18"/>
                <ns1:gd name="T4" fmla="*/ 0 w 19"/>
                <ns1:gd name="T5" fmla="*/ 16 h 18"/>
                <ns1:gd name="T6" fmla="*/ 9 w 19"/>
                <ns1:gd name="T7" fmla="*/ 18 h 18"/>
                <ns1:gd name="T8" fmla="*/ 17 w 19"/>
                <ns1:gd name="T9" fmla="*/ 8 h 18"/>
                <ns1:gd name="T10" fmla="*/ 17 w 19"/>
                <ns1:gd name="T11" fmla="*/ 7 h 18"/>
                <ns1:gd name="T12" fmla="*/ 18 w 19"/>
                <ns1:gd name="T13" fmla="*/ 6 h 18"/>
                <ns1:gd name="T14" fmla="*/ 17 w 19"/>
                <ns1:gd name="T15" fmla="*/ 1 h 18"/>
                <ns1:gd name="T16" fmla="*/ 14 w 19"/>
                <ns1:gd name="T17" fmla="*/ 0 h 18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  <ns1:cxn ang="0">
                  <ns1:pos x="T14" y="T15"/>
                </ns1:cxn>
                <ns1:cxn ang="0">
                  <ns1:pos x="T16" y="T17"/>
                </ns1:cxn>
              </ns1:cxnLst>
              <ns1:rect l="0" t="0" r="r" b="b"/>
              <ns1:pathLst>
                <ns1:path w="19" h="18">
                  <ns1:moveTo>
                    <ns1:pt x="14" y="0"/>
                  </ns1:moveTo>
                  <ns1:cubicBezTo>
                    <ns1:pt x="14" y="0"/>
                    <ns1:pt x="13" y="0"/>
                    <ns1:pt x="13" y="0"/>
                  </ns1:cubicBezTo>
                  <ns1:cubicBezTo>
                    <ns1:pt x="0" y="16"/>
                    <ns1:pt x="0" y="16"/>
                    <ns1:pt x="0" y="16"/>
                  </ns1:cubicBezTo>
                  <ns1:cubicBezTo>
                    <ns1:pt x="3" y="16"/>
                    <ns1:pt x="6" y="17"/>
                    <ns1:pt x="9" y="18"/>
                  </ns1:cubicBezTo>
                  <ns1:cubicBezTo>
                    <ns1:pt x="17" y="8"/>
                    <ns1:pt x="17" y="8"/>
                    <ns1:pt x="17" y="8"/>
                  </ns1:cubicBezTo>
                  <ns1:cubicBezTo>
                    <ns1:pt x="17" y="7"/>
                    <ns1:pt x="17" y="7"/>
                    <ns1:pt x="17" y="7"/>
                  </ns1:cubicBezTo>
                  <ns1:cubicBezTo>
                    <ns1:pt x="18" y="6"/>
                    <ns1:pt x="18" y="6"/>
                    <ns1:pt x="18" y="6"/>
                  </ns1:cubicBezTo>
                  <ns1:cubicBezTo>
                    <ns1:pt x="19" y="5"/>
                    <ns1:pt x="19" y="2"/>
                    <ns1:pt x="17" y="1"/>
                  </ns1:cubicBezTo>
                  <ns1:cubicBezTo>
                    <ns1:pt x="16" y="0"/>
                    <ns1:pt x="15" y="0"/>
                    <ns1:pt x="14" y="0"/>
                  </ns1:cubicBezTo>
                  <ns1:close/>
                </ns1:path>
              </ns1:pathLst>
            </ns1:custGeom>
            <ns1:grpFill/>
            <ns1:ln>
              <ns1:noFill/>
            </ns1:ln>
            <ns1:extLst>
              <ns1:ext uri="{91240B29-F687-4F45-9708-019B960494DF}">
                <ns2:hiddenLine w="9525">
                  <ns1:solidFill>
                    <ns1:srgbClr val="000000"/>
                  </ns1:solidFill>
                  <ns1:round/>
                  <ns1:headEnd/>
                  <ns1:tailEnd/>
                </ns2:hiddenLine>
              </ns1:ext>
            </ns1:extLst>
          </ns0:spPr>
          <ns0:txBody>
            <ns1:bodyPr vert="horz" wrap="square" lIns="91440" tIns="45720" rIns="91440" bIns="45720" numCol="1" anchor="t" anchorCtr="0" compatLnSpc="1">
              <ns1:prstTxWarp prst="textNoShape">
                <ns1:avLst/>
              </ns1:prstTxWarp>
            </ns1:bodyPr>
            <ns1:lstStyle/>
            <ns1:p>
              <ns1:pPr algn="r"/>
              <ns1:endParaRPr lang="id-ID" sz="2700"/>
            </ns1:p>
          </ns0:txBody>
        </ns0:sp>
        <ns0:sp>
          <ns0:nvSpPr>
            <ns0:cNvPr id="342" name="Freeform 34"/>
            <ns0:cNvSpPr>
              <ns1:spLocks/>
            </ns0:cNvSpPr>
            <ns0:nvPr/>
          </ns0:nvSpPr>
          <ns0:spPr bwMode="auto">
            <ns1:xfrm>
              <ns1:off x="3094038" y="5529263"/>
              <ns1:ext cx="41275" cy="38100"/>
            </ns1:xfrm>
            <ns1:custGeom>
              <ns1:avLst/>
              <ns1:gdLst>
                <ns1:gd name="T0" fmla="*/ 9 w 11"/>
                <ns1:gd name="T1" fmla="*/ 1 h 10"/>
                <ns1:gd name="T2" fmla="*/ 6 w 11"/>
                <ns1:gd name="T3" fmla="*/ 0 h 10"/>
                <ns1:gd name="T4" fmla="*/ 6 w 11"/>
                <ns1:gd name="T5" fmla="*/ 0 h 10"/>
                <ns1:gd name="T6" fmla="*/ 0 w 11"/>
                <ns1:gd name="T7" fmla="*/ 7 h 10"/>
                <ns1:gd name="T8" fmla="*/ 5 w 11"/>
                <ns1:gd name="T9" fmla="*/ 10 h 10"/>
                <ns1:gd name="T10" fmla="*/ 10 w 11"/>
                <ns1:gd name="T11" fmla="*/ 4 h 10"/>
                <ns1:gd name="T12" fmla="*/ 9 w 11"/>
                <ns1:gd name="T13" fmla="*/ 1 h 10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</ns1:cxnLst>
              <ns1:rect l="0" t="0" r="r" b="b"/>
              <ns1:pathLst>
                <ns1:path w="11" h="10">
                  <ns1:moveTo>
                    <ns1:pt x="9" y="1"/>
                  </ns1:moveTo>
                  <ns1:cubicBezTo>
                    <ns1:pt x="8" y="0"/>
                    <ns1:pt x="7" y="0"/>
                    <ns1:pt x="6" y="0"/>
                  </ns1:cubicBezTo>
                  <ns1:cubicBezTo>
                    <ns1:pt x="6" y="0"/>
                    <ns1:pt x="6" y="0"/>
                    <ns1:pt x="6" y="0"/>
                  </ns1:cubicBezTo>
                  <ns1:cubicBezTo>
                    <ns1:pt x="0" y="7"/>
                    <ns1:pt x="0" y="7"/>
                    <ns1:pt x="0" y="7"/>
                  </ns1:cubicBezTo>
                  <ns1:cubicBezTo>
                    <ns1:pt x="2" y="8"/>
                    <ns1:pt x="3" y="9"/>
                    <ns1:pt x="5" y="10"/>
                  </ns1:cubicBezTo>
                  <ns1:cubicBezTo>
                    <ns1:pt x="10" y="4"/>
                    <ns1:pt x="10" y="4"/>
                    <ns1:pt x="10" y="4"/>
                  </ns1:cubicBezTo>
                  <ns1:cubicBezTo>
                    <ns1:pt x="11" y="4"/>
                    <ns1:pt x="10" y="2"/>
                    <ns1:pt x="9" y="1"/>
                  </ns1:cubicBezTo>
                  <ns1:close/>
                </ns1:path>
              </ns1:pathLst>
            </ns1:custGeom>
            <ns1:grpFill/>
            <ns1:ln>
              <ns1:noFill/>
            </ns1:ln>
            <ns1:extLst>
              <ns1:ext uri="{91240B29-F687-4F45-9708-019B960494DF}">
                <ns2:hiddenLine w="9525">
                  <ns1:solidFill>
                    <ns1:srgbClr val="000000"/>
                  </ns1:solidFill>
                  <ns1:round/>
                  <ns1:headEnd/>
                  <ns1:tailEnd/>
                </ns2:hiddenLine>
              </ns1:ext>
            </ns1:extLst>
          </ns0:spPr>
          <ns0:txBody>
            <ns1:bodyPr vert="horz" wrap="square" lIns="91440" tIns="45720" rIns="91440" bIns="45720" numCol="1" anchor="t" anchorCtr="0" compatLnSpc="1">
              <ns1:prstTxWarp prst="textNoShape">
                <ns1:avLst/>
              </ns1:prstTxWarp>
            </ns1:bodyPr>
            <ns1:lstStyle/>
            <ns1:p>
              <ns1:pPr algn="r"/>
              <ns1:endParaRPr lang="id-ID" sz="2700"/>
            </ns1:p>
          </ns0:txBody>
        </ns0:sp>
        <ns0:sp>
          <ns0:nvSpPr>
            <ns0:cNvPr id="343" name="Freeform 35"/>
            <ns0:cNvSpPr>
              <ns1:spLocks/>
            </ns0:cNvSpPr>
            <ns0:nvPr/>
          </ns0:nvSpPr>
          <ns0:spPr bwMode="auto">
            <ns1:xfrm>
              <ns1:off x="3268663" y="5602288"/>
              <ns1:ext cx="15875" cy="19050"/>
            </ns1:xfrm>
            <ns1:custGeom>
              <ns1:avLst/>
              <ns1:gdLst>
                <ns1:gd name="T0" fmla="*/ 0 w 4"/>
                <ns1:gd name="T1" fmla="*/ 5 h 5"/>
                <ns1:gd name="T2" fmla="*/ 0 w 4"/>
                <ns1:gd name="T3" fmla="*/ 5 h 5"/>
                <ns1:gd name="T4" fmla="*/ 4 w 4"/>
                <ns1:gd name="T5" fmla="*/ 4 h 5"/>
                <ns1:gd name="T6" fmla="*/ 4 w 4"/>
                <ns1:gd name="T7" fmla="*/ 0 h 5"/>
                <ns1:gd name="T8" fmla="*/ 0 w 4"/>
                <ns1:gd name="T9" fmla="*/ 5 h 5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</ns1:cxnLst>
              <ns1:rect l="0" t="0" r="r" b="b"/>
              <ns1:pathLst>
                <ns1:path w="4" h="5">
                  <ns1:moveTo>
                    <ns1:pt x="0" y="5"/>
                  </ns1:moveTo>
                  <ns1:cubicBezTo>
                    <ns1:pt x="0" y="5"/>
                    <ns1:pt x="0" y="5"/>
                    <ns1:pt x="0" y="5"/>
                  </ns1:cubicBezTo>
                  <ns1:cubicBezTo>
                    <ns1:pt x="2" y="5"/>
                    <ns1:pt x="4" y="4"/>
                    <ns1:pt x="4" y="4"/>
                  </ns1:cubicBezTo>
                  <ns1:cubicBezTo>
                    <ns1:pt x="4" y="0"/>
                    <ns1:pt x="4" y="0"/>
                    <ns1:pt x="4" y="0"/>
                  </ns1:cubicBezTo>
                  <ns1:lnTo>
                    <ns1:pt x="0" y="5"/>
                  </ns1:lnTo>
                  <ns1:close/>
                </ns1:path>
              </ns1:pathLst>
            </ns1:custGeom>
            <ns1:grpFill/>
            <ns1:ln>
              <ns1:noFill/>
            </ns1:ln>
            <ns1:extLst>
              <ns1:ext uri="{91240B29-F687-4F45-9708-019B960494DF}">
                <ns2:hiddenLine w="9525">
                  <ns1:solidFill>
                    <ns1:srgbClr val="000000"/>
                  </ns1:solidFill>
                  <ns1:round/>
                  <ns1:headEnd/>
                  <ns1:tailEnd/>
                </ns2:hiddenLine>
              </ns1:ext>
            </ns1:extLst>
          </ns0:spPr>
          <ns0:txBody>
            <ns1:bodyPr vert="horz" wrap="square" lIns="91440" tIns="45720" rIns="91440" bIns="45720" numCol="1" anchor="t" anchorCtr="0" compatLnSpc="1">
              <ns1:prstTxWarp prst="textNoShape">
                <ns1:avLst/>
              </ns1:prstTxWarp>
            </ns1:bodyPr>
            <ns1:lstStyle/>
            <ns1:p>
              <ns1:pPr algn="r"/>
              <ns1:endParaRPr lang="id-ID" sz="2700"/>
            </ns1:p>
          </ns0:txBody>
        </ns0:sp>
        <ns0:sp>
          <ns0:nvSpPr>
            <ns0:cNvPr id="344" name="Freeform 36"/>
            <ns0:cNvSpPr>
              <ns1:spLocks/>
            </ns0:cNvSpPr>
            <ns0:nvPr/>
          </ns0:nvSpPr>
          <ns0:spPr bwMode="auto">
            <ns1:xfrm>
              <ns1:off x="3170238" y="5294313"/>
              <ns1:ext cx="449262" cy="254000"/>
            </ns1:xfrm>
            <ns1:custGeom>
              <ns1:avLst/>
              <ns1:gdLst>
                <ns1:gd name="T0" fmla="*/ 117 w 118"/>
                <ns1:gd name="T1" fmla="*/ 9 h 65"/>
                <ns1:gd name="T2" fmla="*/ 101 w 118"/>
                <ns1:gd name="T3" fmla="*/ 0 h 65"/>
                <ns1:gd name="T4" fmla="*/ 85 w 118"/>
                <ns1:gd name="T5" fmla="*/ 10 h 65"/>
                <ns1:gd name="T6" fmla="*/ 85 w 118"/>
                <ns1:gd name="T7" fmla="*/ 13 h 65"/>
                <ns1:gd name="T8" fmla="*/ 63 w 118"/>
                <ns1:gd name="T9" fmla="*/ 21 h 65"/>
                <ns1:gd name="T10" fmla="*/ 62 w 118"/>
                <ns1:gd name="T11" fmla="*/ 20 h 65"/>
                <ns1:gd name="T12" fmla="*/ 36 w 118"/>
                <ns1:gd name="T13" fmla="*/ 7 h 65"/>
                <ns1:gd name="T14" fmla="*/ 36 w 118"/>
                <ns1:gd name="T15" fmla="*/ 7 h 65"/>
                <ns1:gd name="T16" fmla="*/ 30 w 118"/>
                <ns1:gd name="T17" fmla="*/ 5 h 65"/>
                <ns1:gd name="T18" fmla="*/ 25 w 118"/>
                <ns1:gd name="T19" fmla="*/ 7 h 65"/>
                <ns1:gd name="T20" fmla="*/ 25 w 118"/>
                <ns1:gd name="T21" fmla="*/ 7 h 65"/>
                <ns1:gd name="T22" fmla="*/ 7 w 118"/>
                <ns1:gd name="T23" fmla="*/ 17 h 65"/>
                <ns1:gd name="T24" fmla="*/ 3 w 118"/>
                <ns1:gd name="T25" fmla="*/ 29 h 65"/>
                <ns1:gd name="T26" fmla="*/ 2 w 118"/>
                <ns1:gd name="T27" fmla="*/ 39 h 65"/>
                <ns1:gd name="T28" fmla="*/ 3 w 118"/>
                <ns1:gd name="T29" fmla="*/ 40 h 65"/>
                <ns1:gd name="T30" fmla="*/ 8 w 118"/>
                <ns1:gd name="T31" fmla="*/ 38 h 65"/>
                <ns1:gd name="T32" fmla="*/ 21 w 118"/>
                <ns1:gd name="T33" fmla="*/ 20 h 65"/>
                <ns1:gd name="T34" fmla="*/ 22 w 118"/>
                <ns1:gd name="T35" fmla="*/ 18 h 65"/>
                <ns1:gd name="T36" fmla="*/ 24 w 118"/>
                <ns1:gd name="T37" fmla="*/ 19 h 65"/>
                <ns1:gd name="T38" fmla="*/ 28 w 118"/>
                <ns1:gd name="T39" fmla="*/ 21 h 65"/>
                <ns1:gd name="T40" fmla="*/ 34 w 118"/>
                <ns1:gd name="T41" fmla="*/ 24 h 65"/>
                <ns1:gd name="T42" fmla="*/ 34 w 118"/>
                <ns1:gd name="T43" fmla="*/ 24 h 65"/>
                <ns1:gd name="T44" fmla="*/ 46 w 118"/>
                <ns1:gd name="T45" fmla="*/ 34 h 65"/>
                <ns1:gd name="T46" fmla="*/ 58 w 118"/>
                <ns1:gd name="T47" fmla="*/ 46 h 65"/>
                <ns1:gd name="T48" fmla="*/ 58 w 118"/>
                <ns1:gd name="T49" fmla="*/ 46 h 65"/>
                <ns1:gd name="T50" fmla="*/ 58 w 118"/>
                <ns1:gd name="T51" fmla="*/ 46 h 65"/>
                <ns1:gd name="T52" fmla="*/ 59 w 118"/>
                <ns1:gd name="T53" fmla="*/ 65 h 65"/>
                <ns1:gd name="T54" fmla="*/ 86 w 118"/>
                <ns1:gd name="T55" fmla="*/ 52 h 65"/>
                <ns1:gd name="T56" fmla="*/ 102 w 118"/>
                <ns1:gd name="T57" fmla="*/ 58 h 65"/>
                <ns1:gd name="T58" fmla="*/ 118 w 118"/>
                <ns1:gd name="T59" fmla="*/ 49 h 65"/>
                <ns1:gd name="T60" fmla="*/ 117 w 118"/>
                <ns1:gd name="T61" fmla="*/ 9 h 65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  <ns1:cxn ang="0">
                  <ns1:pos x="T14" y="T15"/>
                </ns1:cxn>
                <ns1:cxn ang="0">
                  <ns1:pos x="T16" y="T17"/>
                </ns1:cxn>
                <ns1:cxn ang="0">
                  <ns1:pos x="T18" y="T19"/>
                </ns1:cxn>
                <ns1:cxn ang="0">
                  <ns1:pos x="T20" y="T21"/>
                </ns1:cxn>
                <ns1:cxn ang="0">
                  <ns1:pos x="T22" y="T23"/>
                </ns1:cxn>
                <ns1:cxn ang="0">
                  <ns1:pos x="T24" y="T25"/>
                </ns1:cxn>
                <ns1:cxn ang="0">
                  <ns1:pos x="T26" y="T27"/>
                </ns1:cxn>
                <ns1:cxn ang="0">
                  <ns1:pos x="T28" y="T29"/>
                </ns1:cxn>
                <ns1:cxn ang="0">
                  <ns1:pos x="T30" y="T31"/>
                </ns1:cxn>
                <ns1:cxn ang="0">
                  <ns1:pos x="T32" y="T33"/>
                </ns1:cxn>
                <ns1:cxn ang="0">
                  <ns1:pos x="T34" y="T35"/>
                </ns1:cxn>
                <ns1:cxn ang="0">
                  <ns1:pos x="T36" y="T37"/>
                </ns1:cxn>
                <ns1:cxn ang="0">
                  <ns1:pos x="T38" y="T39"/>
                </ns1:cxn>
                <ns1:cxn ang="0">
                  <ns1:pos x="T40" y="T41"/>
                </ns1:cxn>
                <ns1:cxn ang="0">
                  <ns1:pos x="T42" y="T43"/>
                </ns1:cxn>
                <ns1:cxn ang="0">
                  <ns1:pos x="T44" y="T45"/>
                </ns1:cxn>
                <ns1:cxn ang="0">
                  <ns1:pos x="T46" y="T47"/>
                </ns1:cxn>
                <ns1:cxn ang="0">
                  <ns1:pos x="T48" y="T49"/>
                </ns1:cxn>
                <ns1:cxn ang="0">
                  <ns1:pos x="T50" y="T51"/>
                </ns1:cxn>
                <ns1:cxn ang="0">
                  <ns1:pos x="T52" y="T53"/>
                </ns1:cxn>
                <ns1:cxn ang="0">
                  <ns1:pos x="T54" y="T55"/>
                </ns1:cxn>
                <ns1:cxn ang="0">
                  <ns1:pos x="T56" y="T57"/>
                </ns1:cxn>
                <ns1:cxn ang="0">
                  <ns1:pos x="T58" y="T59"/>
                </ns1:cxn>
                <ns1:cxn ang="0">
                  <ns1:pos x="T60" y="T61"/>
                </ns1:cxn>
              </ns1:cxnLst>
              <ns1:rect l="0" t="0" r="r" b="b"/>
              <ns1:pathLst>
                <ns1:path w="118" h="65">
                  <ns1:moveTo>
                    <ns1:pt x="117" y="9"/>
                  </ns1:moveTo>
                  <ns1:cubicBezTo>
                    <ns1:pt x="117" y="4"/>
                    <ns1:pt x="110" y="0"/>
                    <ns1:pt x="101" y="0"/>
                  </ns1:cubicBezTo>
                  <ns1:cubicBezTo>
                    <ns1:pt x="92" y="0"/>
                    <ns1:pt x="85" y="5"/>
                    <ns1:pt x="85" y="10"/>
                  </ns1:cubicBezTo>
                  <ns1:cubicBezTo>
                    <ns1:pt x="85" y="13"/>
                    <ns1:pt x="85" y="13"/>
                    <ns1:pt x="85" y="13"/>
                  </ns1:cubicBezTo>
                  <ns1:cubicBezTo>
                    <ns1:pt x="63" y="21"/>
                    <ns1:pt x="63" y="21"/>
                    <ns1:pt x="63" y="21"/>
                  </ns1:cubicBezTo>
                  <ns1:cubicBezTo>
                    <ns1:pt x="62" y="20"/>
                    <ns1:pt x="62" y="20"/>
                    <ns1:pt x="62" y="20"/>
                  </ns1:cubicBezTo>
                  <ns1:cubicBezTo>
                    <ns1:pt x="60" y="18"/>
                    <ns1:pt x="45" y="11"/>
                    <ns1:pt x="36" y="7"/>
                  </ns1:cubicBezTo>
                  <ns1:cubicBezTo>
                    <ns1:pt x="36" y="7"/>
                    <ns1:pt x="36" y="7"/>
                    <ns1:pt x="36" y="7"/>
                  </ns1:cubicBezTo>
                  <ns1:cubicBezTo>
                    <ns1:pt x="34" y="6"/>
                    <ns1:pt x="32" y="5"/>
                    <ns1:pt x="30" y="5"/>
                  </ns1:cubicBezTo>
                  <ns1:cubicBezTo>
                    <ns1:pt x="27" y="5"/>
                    <ns1:pt x="25" y="7"/>
                    <ns1:pt x="25" y="7"/>
                  </ns1:cubicBezTo>
                  <ns1:cubicBezTo>
                    <ns1:pt x="25" y="7"/>
                    <ns1:pt x="25" y="7"/>
                    <ns1:pt x="25" y="7"/>
                  </ns1:cubicBezTo>
                  <ns1:cubicBezTo>
                    <ns1:pt x="7" y="17"/>
                    <ns1:pt x="7" y="17"/>
                    <ns1:pt x="7" y="17"/>
                  </ns1:cubicBezTo>
                  <ns1:cubicBezTo>
                    <ns1:pt x="3" y="29"/>
                    <ns1:pt x="3" y="29"/>
                    <ns1:pt x="3" y="29"/>
                  </ns1:cubicBezTo>
                  <ns1:cubicBezTo>
                    <ns1:pt x="0" y="37"/>
                    <ns1:pt x="1" y="39"/>
                    <ns1:pt x="2" y="39"/>
                  </ns1:cubicBezTo>
                  <ns1:cubicBezTo>
                    <ns1:pt x="2" y="39"/>
                    <ns1:pt x="2" y="40"/>
                    <ns1:pt x="3" y="40"/>
                  </ns1:cubicBezTo>
                  <ns1:cubicBezTo>
                    <ns1:pt x="5" y="40"/>
                    <ns1:pt x="7" y="39"/>
                    <ns1:pt x="8" y="38"/>
                  </ns1:cubicBezTo>
                  <ns1:cubicBezTo>
                    <ns1:pt x="16" y="33"/>
                    <ns1:pt x="21" y="20"/>
                    <ns1:pt x="21" y="20"/>
                  </ns1:cubicBezTo>
                  <ns1:cubicBezTo>
                    <ns1:pt x="22" y="18"/>
                    <ns1:pt x="22" y="18"/>
                    <ns1:pt x="22" y="18"/>
                  </ns1:cubicBezTo>
                  <ns1:cubicBezTo>
                    <ns1:pt x="24" y="19"/>
                    <ns1:pt x="24" y="19"/>
                    <ns1:pt x="24" y="19"/>
                  </ns1:cubicBezTo>
                  <ns1:cubicBezTo>
                    <ns1:pt x="25" y="20"/>
                    <ns1:pt x="26" y="20"/>
                    <ns1:pt x="28" y="21"/>
                  </ns1:cubicBezTo>
                  <ns1:cubicBezTo>
                    <ns1:pt x="30" y="22"/>
                    <ns1:pt x="33" y="23"/>
                    <ns1:pt x="34" y="24"/>
                  </ns1:cubicBezTo>
                  <ns1:cubicBezTo>
                    <ns1:pt x="34" y="24"/>
                    <ns1:pt x="34" y="24"/>
                    <ns1:pt x="34" y="24"/>
                  </ns1:cubicBezTo>
                  <ns1:cubicBezTo>
                    <ns1:pt x="38" y="28"/>
                    <ns1:pt x="42" y="31"/>
                    <ns1:pt x="46" y="34"/>
                  </ns1:cubicBezTo>
                  <ns1:cubicBezTo>
                    <ns1:pt x="51" y="38"/>
                    <ns1:pt x="56" y="41"/>
                    <ns1:pt x="58" y="46"/>
                  </ns1:cubicBezTo>
                  <ns1:cubicBezTo>
                    <ns1:pt x="58" y="46"/>
                    <ns1:pt x="58" y="46"/>
                    <ns1:pt x="58" y="46"/>
                  </ns1:cubicBezTo>
                  <ns1:cubicBezTo>
                    <ns1:pt x="58" y="46"/>
                    <ns1:pt x="58" y="46"/>
                    <ns1:pt x="58" y="46"/>
                  </ns1:cubicBezTo>
                  <ns1:cubicBezTo>
                    <ns1:pt x="59" y="54"/>
                    <ns1:pt x="59" y="61"/>
                    <ns1:pt x="59" y="65"/>
                  </ns1:cubicBezTo>
                  <ns1:cubicBezTo>
                    <ns1:pt x="86" y="52"/>
                    <ns1:pt x="86" y="52"/>
                    <ns1:pt x="86" y="52"/>
                  </ns1:cubicBezTo>
                  <ns1:cubicBezTo>
                    <ns1:pt x="88" y="56"/>
                    <ns1:pt x="94" y="58"/>
                    <ns1:pt x="102" y="58"/>
                  </ns1:cubicBezTo>
                  <ns1:cubicBezTo>
                    <ns1:pt x="111" y="58"/>
                    <ns1:pt x="118" y="54"/>
                    <ns1:pt x="118" y="49"/>
                  </ns1:cubicBezTo>
                  <ns1:lnTo>
                    <ns1:pt x="117" y="9"/>
                  </ns1:lnTo>
                  <ns1:close/>
                </ns1:path>
              </ns1:pathLst>
            </ns1:custGeom>
            <ns1:grpFill/>
            <ns1:ln>
              <ns1:noFill/>
            </ns1:ln>
            <ns1:extLst>
              <ns1:ext uri="{91240B29-F687-4F45-9708-019B960494DF}">
                <ns2:hiddenLine w="9525">
                  <ns1:solidFill>
                    <ns1:srgbClr val="000000"/>
                  </ns1:solidFill>
                  <ns1:round/>
                  <ns1:headEnd/>
                  <ns1:tailEnd/>
                </ns2:hiddenLine>
              </ns1:ext>
            </ns1:extLst>
          </ns0:spPr>
          <ns0:txBody>
            <ns1:bodyPr vert="horz" wrap="square" lIns="91440" tIns="45720" rIns="91440" bIns="45720" numCol="1" anchor="t" anchorCtr="0" compatLnSpc="1">
              <ns1:prstTxWarp prst="textNoShape">
                <ns1:avLst/>
              </ns1:prstTxWarp>
            </ns1:bodyPr>
            <ns1:lstStyle/>
            <ns1:p>
              <ns1:pPr algn="r"/>
              <ns1:endParaRPr lang="id-ID" sz="2700"/>
            </ns1:p>
          </ns0:txBody>
        </ns0:sp>
        <ns0:sp>
          <ns0:nvSpPr>
            <ns0:cNvPr id="345" name="Freeform 37"/>
            <ns0:cNvSpPr>
              <ns1:spLocks/>
            </ns0:cNvSpPr>
            <ns0:nvPr/>
          </ns0:nvSpPr>
          <ns0:spPr bwMode="auto">
            <ns1:xfrm>
              <ns1:off x="2865438" y="5287963"/>
              <ns1:ext cx="517525" cy="327025"/>
            </ns1:xfrm>
            <ns1:custGeom>
              <ns1:avLst/>
              <ns1:gdLst>
                <ns1:gd name="T0" fmla="*/ 123 w 136"/>
                <ns1:gd name="T1" fmla="*/ 38 h 84"/>
                <ns1:gd name="T2" fmla="*/ 112 w 136"/>
                <ns1:gd name="T3" fmla="*/ 29 h 84"/>
                <ns1:gd name="T4" fmla="*/ 107 w 136"/>
                <ns1:gd name="T5" fmla="*/ 26 h 84"/>
                <ns1:gd name="T6" fmla="*/ 104 w 136"/>
                <ns1:gd name="T7" fmla="*/ 25 h 84"/>
                <ns1:gd name="T8" fmla="*/ 90 w 136"/>
                <ns1:gd name="T9" fmla="*/ 43 h 84"/>
                <ns1:gd name="T10" fmla="*/ 90 w 136"/>
                <ns1:gd name="T11" fmla="*/ 43 h 84"/>
                <ns1:gd name="T12" fmla="*/ 83 w 136"/>
                <ns1:gd name="T13" fmla="*/ 45 h 84"/>
                <ns1:gd name="T14" fmla="*/ 79 w 136"/>
                <ns1:gd name="T15" fmla="*/ 43 h 84"/>
                <ns1:gd name="T16" fmla="*/ 80 w 136"/>
                <ns1:gd name="T17" fmla="*/ 30 h 84"/>
                <ns1:gd name="T18" fmla="*/ 84 w 136"/>
                <ns1:gd name="T19" fmla="*/ 17 h 84"/>
                <ns1:gd name="T20" fmla="*/ 95 w 136"/>
                <ns1:gd name="T21" fmla="*/ 10 h 84"/>
                <ns1:gd name="T22" fmla="*/ 87 w 136"/>
                <ns1:gd name="T23" fmla="*/ 8 h 84"/>
                <ns1:gd name="T24" fmla="*/ 57 w 136"/>
                <ns1:gd name="T25" fmla="*/ 19 h 84"/>
                <ns1:gd name="T26" fmla="*/ 57 w 136"/>
                <ns1:gd name="T27" fmla="*/ 20 h 84"/>
                <ns1:gd name="T28" fmla="*/ 32 w 136"/>
                <ns1:gd name="T29" fmla="*/ 9 h 84"/>
                <ns1:gd name="T30" fmla="*/ 16 w 136"/>
                <ns1:gd name="T31" fmla="*/ 0 h 84"/>
                <ns1:gd name="T32" fmla="*/ 0 w 136"/>
                <ns1:gd name="T33" fmla="*/ 10 h 84"/>
                <ns1:gd name="T34" fmla="*/ 0 w 136"/>
                <ns1:gd name="T35" fmla="*/ 49 h 84"/>
                <ns1:gd name="T36" fmla="*/ 17 w 136"/>
                <ns1:gd name="T37" fmla="*/ 58 h 84"/>
                <ns1:gd name="T38" fmla="*/ 33 w 136"/>
                <ns1:gd name="T39" fmla="*/ 51 h 84"/>
                <ns1:gd name="T40" fmla="*/ 57 w 136"/>
                <ns1:gd name="T41" fmla="*/ 62 h 84"/>
                <ns1:gd name="T42" fmla="*/ 57 w 136"/>
                <ns1:gd name="T43" fmla="*/ 63 h 84"/>
                <ns1:gd name="T44" fmla="*/ 58 w 136"/>
                <ns1:gd name="T45" fmla="*/ 66 h 84"/>
                <ns1:gd name="T46" fmla="*/ 63 w 136"/>
                <ns1:gd name="T47" fmla="*/ 60 h 84"/>
                <ns1:gd name="T48" fmla="*/ 66 w 136"/>
                <ns1:gd name="T49" fmla="*/ 58 h 84"/>
                <ns1:gd name="T50" fmla="*/ 71 w 136"/>
                <ns1:gd name="T51" fmla="*/ 60 h 84"/>
                <ns1:gd name="T52" fmla="*/ 73 w 136"/>
                <ns1:gd name="T53" fmla="*/ 62 h 84"/>
                <ns1:gd name="T54" fmla="*/ 79 w 136"/>
                <ns1:gd name="T55" fmla="*/ 55 h 84"/>
                <ns1:gd name="T56" fmla="*/ 86 w 136"/>
                <ns1:gd name="T57" fmla="*/ 52 h 84"/>
                <ns1:gd name="T58" fmla="*/ 91 w 136"/>
                <ns1:gd name="T59" fmla="*/ 54 h 84"/>
                <ns1:gd name="T60" fmla="*/ 93 w 136"/>
                <ns1:gd name="T61" fmla="*/ 57 h 84"/>
                <ns1:gd name="T62" fmla="*/ 94 w 136"/>
                <ns1:gd name="T63" fmla="*/ 57 h 84"/>
                <ns1:gd name="T64" fmla="*/ 101 w 136"/>
                <ns1:gd name="T65" fmla="*/ 53 h 84"/>
                <ns1:gd name="T66" fmla="*/ 106 w 136"/>
                <ns1:gd name="T67" fmla="*/ 55 h 84"/>
                <ns1:gd name="T68" fmla="*/ 108 w 136"/>
                <ns1:gd name="T69" fmla="*/ 60 h 84"/>
                <ns1:gd name="T70" fmla="*/ 108 w 136"/>
                <ns1:gd name="T71" fmla="*/ 63 h 84"/>
                <ns1:gd name="T72" fmla="*/ 113 w 136"/>
                <ns1:gd name="T73" fmla="*/ 65 h 84"/>
                <ns1:gd name="T74" fmla="*/ 114 w 136"/>
                <ns1:gd name="T75" fmla="*/ 76 h 84"/>
                <ns1:gd name="T76" fmla="*/ 113 w 136"/>
                <ns1:gd name="T77" fmla="*/ 78 h 84"/>
                <ns1:gd name="T78" fmla="*/ 113 w 136"/>
                <ns1:gd name="T79" fmla="*/ 84 h 84"/>
                <ns1:gd name="T80" fmla="*/ 114 w 136"/>
                <ns1:gd name="T81" fmla="*/ 84 h 84"/>
                <ns1:gd name="T82" fmla="*/ 119 w 136"/>
                <ns1:gd name="T83" fmla="*/ 80 h 84"/>
                <ns1:gd name="T84" fmla="*/ 119 w 136"/>
                <ns1:gd name="T85" fmla="*/ 64 h 84"/>
                <ns1:gd name="T86" fmla="*/ 118 w 136"/>
                <ns1:gd name="T87" fmla="*/ 62 h 84"/>
                <ns1:gd name="T88" fmla="*/ 106 w 136"/>
                <ns1:gd name="T89" fmla="*/ 50 h 84"/>
                <ns1:gd name="T90" fmla="*/ 108 w 136"/>
                <ns1:gd name="T91" fmla="*/ 48 h 84"/>
                <ns1:gd name="T92" fmla="*/ 121 w 136"/>
                <ns1:gd name="T93" fmla="*/ 61 h 84"/>
                <ns1:gd name="T94" fmla="*/ 122 w 136"/>
                <ns1:gd name="T95" fmla="*/ 63 h 84"/>
                <ns1:gd name="T96" fmla="*/ 122 w 136"/>
                <ns1:gd name="T97" fmla="*/ 79 h 84"/>
                <ns1:gd name="T98" fmla="*/ 123 w 136"/>
                <ns1:gd name="T99" fmla="*/ 79 h 84"/>
                <ns1:gd name="T100" fmla="*/ 128 w 136"/>
                <ns1:gd name="T101" fmla="*/ 76 h 84"/>
                <ns1:gd name="T102" fmla="*/ 128 w 136"/>
                <ns1:gd name="T103" fmla="*/ 66 h 84"/>
                <ns1:gd name="T104" fmla="*/ 127 w 136"/>
                <ns1:gd name="T105" fmla="*/ 53 h 84"/>
                <ns1:gd name="T106" fmla="*/ 111 w 136"/>
                <ns1:gd name="T107" fmla="*/ 38 h 84"/>
                <ns1:gd name="T108" fmla="*/ 113 w 136"/>
                <ns1:gd name="T109" fmla="*/ 36 h 84"/>
                <ns1:gd name="T110" fmla="*/ 129 w 136"/>
                <ns1:gd name="T111" fmla="*/ 52 h 84"/>
                <ns1:gd name="T112" fmla="*/ 131 w 136"/>
                <ns1:gd name="T113" fmla="*/ 66 h 84"/>
                <ns1:gd name="T114" fmla="*/ 131 w 136"/>
                <ns1:gd name="T115" fmla="*/ 75 h 84"/>
                <ns1:gd name="T116" fmla="*/ 131 w 136"/>
                <ns1:gd name="T117" fmla="*/ 75 h 84"/>
                <ns1:gd name="T118" fmla="*/ 135 w 136"/>
                <ns1:gd name="T119" fmla="*/ 74 h 84"/>
                <ns1:gd name="T120" fmla="*/ 135 w 136"/>
                <ns1:gd name="T121" fmla="*/ 73 h 84"/>
                <ns1:gd name="T122" fmla="*/ 134 w 136"/>
                <ns1:gd name="T123" fmla="*/ 49 h 84"/>
                <ns1:gd name="T124" fmla="*/ 123 w 136"/>
                <ns1:gd name="T125" fmla="*/ 38 h 84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  <ns1:cxn ang="0">
                  <ns1:pos x="T14" y="T15"/>
                </ns1:cxn>
                <ns1:cxn ang="0">
                  <ns1:pos x="T16" y="T17"/>
                </ns1:cxn>
                <ns1:cxn ang="0">
                  <ns1:pos x="T18" y="T19"/>
                </ns1:cxn>
                <ns1:cxn ang="0">
                  <ns1:pos x="T20" y="T21"/>
                </ns1:cxn>
                <ns1:cxn ang="0">
                  <ns1:pos x="T22" y="T23"/>
                </ns1:cxn>
                <ns1:cxn ang="0">
                  <ns1:pos x="T24" y="T25"/>
                </ns1:cxn>
                <ns1:cxn ang="0">
                  <ns1:pos x="T26" y="T27"/>
                </ns1:cxn>
                <ns1:cxn ang="0">
                  <ns1:pos x="T28" y="T29"/>
                </ns1:cxn>
                <ns1:cxn ang="0">
                  <ns1:pos x="T30" y="T31"/>
                </ns1:cxn>
                <ns1:cxn ang="0">
                  <ns1:pos x="T32" y="T33"/>
                </ns1:cxn>
                <ns1:cxn ang="0">
                  <ns1:pos x="T34" y="T35"/>
                </ns1:cxn>
                <ns1:cxn ang="0">
                  <ns1:pos x="T36" y="T37"/>
                </ns1:cxn>
                <ns1:cxn ang="0">
                  <ns1:pos x="T38" y="T39"/>
                </ns1:cxn>
                <ns1:cxn ang="0">
                  <ns1:pos x="T40" y="T41"/>
                </ns1:cxn>
                <ns1:cxn ang="0">
                  <ns1:pos x="T42" y="T43"/>
                </ns1:cxn>
                <ns1:cxn ang="0">
                  <ns1:pos x="T44" y="T45"/>
                </ns1:cxn>
                <ns1:cxn ang="0">
                  <ns1:pos x="T46" y="T47"/>
                </ns1:cxn>
                <ns1:cxn ang="0">
                  <ns1:pos x="T48" y="T49"/>
                </ns1:cxn>
                <ns1:cxn ang="0">
                  <ns1:pos x="T50" y="T51"/>
                </ns1:cxn>
                <ns1:cxn ang="0">
                  <ns1:pos x="T52" y="T53"/>
                </ns1:cxn>
                <ns1:cxn ang="0">
                  <ns1:pos x="T54" y="T55"/>
                </ns1:cxn>
                <ns1:cxn ang="0">
                  <ns1:pos x="T56" y="T57"/>
                </ns1:cxn>
                <ns1:cxn ang="0">
                  <ns1:pos x="T58" y="T59"/>
                </ns1:cxn>
                <ns1:cxn ang="0">
                  <ns1:pos x="T60" y="T61"/>
                </ns1:cxn>
                <ns1:cxn ang="0">
                  <ns1:pos x="T62" y="T63"/>
                </ns1:cxn>
                <ns1:cxn ang="0">
                  <ns1:pos x="T64" y="T65"/>
                </ns1:cxn>
                <ns1:cxn ang="0">
                  <ns1:pos x="T66" y="T67"/>
                </ns1:cxn>
                <ns1:cxn ang="0">
                  <ns1:pos x="T68" y="T69"/>
                </ns1:cxn>
                <ns1:cxn ang="0">
                  <ns1:pos x="T70" y="T71"/>
                </ns1:cxn>
                <ns1:cxn ang="0">
                  <ns1:pos x="T72" y="T73"/>
                </ns1:cxn>
                <ns1:cxn ang="0">
                  <ns1:pos x="T74" y="T75"/>
                </ns1:cxn>
                <ns1:cxn ang="0">
                  <ns1:pos x="T76" y="T77"/>
                </ns1:cxn>
                <ns1:cxn ang="0">
                  <ns1:pos x="T78" y="T79"/>
                </ns1:cxn>
                <ns1:cxn ang="0">
                  <ns1:pos x="T80" y="T81"/>
                </ns1:cxn>
                <ns1:cxn ang="0">
                  <ns1:pos x="T82" y="T83"/>
                </ns1:cxn>
                <ns1:cxn ang="0">
                  <ns1:pos x="T84" y="T85"/>
                </ns1:cxn>
                <ns1:cxn ang="0">
                  <ns1:pos x="T86" y="T87"/>
                </ns1:cxn>
                <ns1:cxn ang="0">
                  <ns1:pos x="T88" y="T89"/>
                </ns1:cxn>
                <ns1:cxn ang="0">
                  <ns1:pos x="T90" y="T91"/>
                </ns1:cxn>
                <ns1:cxn ang="0">
                  <ns1:pos x="T92" y="T93"/>
                </ns1:cxn>
                <ns1:cxn ang="0">
                  <ns1:pos x="T94" y="T95"/>
                </ns1:cxn>
                <ns1:cxn ang="0">
                  <ns1:pos x="T96" y="T97"/>
                </ns1:cxn>
                <ns1:cxn ang="0">
                  <ns1:pos x="T98" y="T99"/>
                </ns1:cxn>
                <ns1:cxn ang="0">
                  <ns1:pos x="T100" y="T101"/>
                </ns1:cxn>
                <ns1:cxn ang="0">
                  <ns1:pos x="T102" y="T103"/>
                </ns1:cxn>
                <ns1:cxn ang="0">
                  <ns1:pos x="T104" y="T105"/>
                </ns1:cxn>
                <ns1:cxn ang="0">
                  <ns1:pos x="T106" y="T107"/>
                </ns1:cxn>
                <ns1:cxn ang="0">
                  <ns1:pos x="T108" y="T109"/>
                </ns1:cxn>
                <ns1:cxn ang="0">
                  <ns1:pos x="T110" y="T111"/>
                </ns1:cxn>
                <ns1:cxn ang="0">
                  <ns1:pos x="T112" y="T113"/>
                </ns1:cxn>
                <ns1:cxn ang="0">
                  <ns1:pos x="T114" y="T115"/>
                </ns1:cxn>
                <ns1:cxn ang="0">
                  <ns1:pos x="T116" y="T117"/>
                </ns1:cxn>
                <ns1:cxn ang="0">
                  <ns1:pos x="T118" y="T119"/>
                </ns1:cxn>
                <ns1:cxn ang="0">
                  <ns1:pos x="T120" y="T121"/>
                </ns1:cxn>
                <ns1:cxn ang="0">
                  <ns1:pos x="T122" y="T123"/>
                </ns1:cxn>
                <ns1:cxn ang="0">
                  <ns1:pos x="T124" y="T125"/>
                </ns1:cxn>
              </ns1:cxnLst>
              <ns1:rect l="0" t="0" r="r" b="b"/>
              <ns1:pathLst>
                <ns1:path w="136" h="84">
                  <ns1:moveTo>
                    <ns1:pt x="123" y="38"/>
                  </ns1:moveTo>
                  <ns1:cubicBezTo>
                    <ns1:pt x="120" y="35"/>
                    <ns1:pt x="115" y="32"/>
                    <ns1:pt x="112" y="29"/>
                  </ns1:cubicBezTo>
                  <ns1:cubicBezTo>
                    <ns1:pt x="111" y="28"/>
                    <ns1:pt x="109" y="27"/>
                    <ns1:pt x="107" y="26"/>
                  </ns1:cubicBezTo>
                  <ns1:cubicBezTo>
                    <ns1:pt x="106" y="26"/>
                    <ns1:pt x="105" y="26"/>
                    <ns1:pt x="104" y="25"/>
                  </ns1:cubicBezTo>
                  <ns1:cubicBezTo>
                    <ns1:pt x="102" y="29"/>
                    <ns1:pt x="97" y="39"/>
                    <ns1:pt x="90" y="43"/>
                  </ns1:cubicBezTo>
                  <ns1:cubicBezTo>
                    <ns1:pt x="90" y="43"/>
                    <ns1:pt x="90" y="43"/>
                    <ns1:pt x="90" y="43"/>
                  </ns1:cubicBezTo>
                  <ns1:cubicBezTo>
                    <ns1:pt x="89" y="43"/>
                    <ns1:pt x="86" y="45"/>
                    <ns1:pt x="83" y="45"/>
                  </ns1:cubicBezTo>
                  <ns1:cubicBezTo>
                    <ns1:pt x="81" y="45"/>
                    <ns1:pt x="79" y="44"/>
                    <ns1:pt x="79" y="43"/>
                  </ns1:cubicBezTo>
                  <ns1:cubicBezTo>
                    <ns1:pt x="77" y="41"/>
                    <ns1:pt x="77" y="37"/>
                    <ns1:pt x="80" y="30"/>
                  </ns1:cubicBezTo>
                  <ns1:cubicBezTo>
                    <ns1:pt x="84" y="17"/>
                    <ns1:pt x="84" y="17"/>
                    <ns1:pt x="84" y="17"/>
                  </ns1:cubicBezTo>
                  <ns1:cubicBezTo>
                    <ns1:pt x="95" y="10"/>
                    <ns1:pt x="95" y="10"/>
                    <ns1:pt x="95" y="10"/>
                  </ns1:cubicBezTo>
                  <ns1:cubicBezTo>
                    <ns1:pt x="93" y="9"/>
                    <ns1:pt x="90" y="8"/>
                    <ns1:pt x="87" y="8"/>
                  </ns1:cubicBezTo>
                  <ns1:cubicBezTo>
                    <ns1:pt x="74" y="9"/>
                    <ns1:pt x="57" y="19"/>
                    <ns1:pt x="57" y="19"/>
                  </ns1:cubicBezTo>
                  <ns1:cubicBezTo>
                    <ns1:pt x="57" y="20"/>
                    <ns1:pt x="57" y="20"/>
                    <ns1:pt x="57" y="20"/>
                  </ns1:cubicBezTo>
                  <ns1:cubicBezTo>
                    <ns1:pt x="32" y="9"/>
                    <ns1:pt x="32" y="9"/>
                    <ns1:pt x="32" y="9"/>
                  </ns1:cubicBezTo>
                  <ns1:cubicBezTo>
                    <ns1:pt x="32" y="4"/>
                    <ns1:pt x="25" y="0"/>
                    <ns1:pt x="16" y="0"/>
                  </ns1:cubicBezTo>
                  <ns1:cubicBezTo>
                    <ns1:pt x="7" y="1"/>
                    <ns1:pt x="0" y="5"/>
                    <ns1:pt x="0" y="10"/>
                  </ns1:cubicBezTo>
                  <ns1:cubicBezTo>
                    <ns1:pt x="0" y="49"/>
                    <ns1:pt x="0" y="49"/>
                    <ns1:pt x="0" y="49"/>
                  </ns1:cubicBezTo>
                  <ns1:cubicBezTo>
                    <ns1:pt x="0" y="55"/>
                    <ns1:pt x="8" y="59"/>
                    <ns1:pt x="17" y="58"/>
                  </ns1:cubicBezTo>
                  <ns1:cubicBezTo>
                    <ns1:pt x="25" y="58"/>
                    <ns1:pt x="31" y="55"/>
                    <ns1:pt x="33" y="51"/>
                  </ns1:cubicBezTo>
                  <ns1:cubicBezTo>
                    <ns1:pt x="57" y="62"/>
                    <ns1:pt x="57" y="62"/>
                    <ns1:pt x="57" y="62"/>
                  </ns1:cubicBezTo>
                  <ns1:cubicBezTo>
                    <ns1:pt x="57" y="63"/>
                    <ns1:pt x="57" y="63"/>
                    <ns1:pt x="57" y="63"/>
                  </ns1:cubicBezTo>
                  <ns1:cubicBezTo>
                    <ns1:pt x="57" y="64"/>
                    <ns1:pt x="57" y="65"/>
                    <ns1:pt x="58" y="66"/>
                  </ns1:cubicBezTo>
                  <ns1:cubicBezTo>
                    <ns1:pt x="63" y="60"/>
                    <ns1:pt x="63" y="60"/>
                    <ns1:pt x="63" y="60"/>
                  </ns1:cubicBezTo>
                  <ns1:cubicBezTo>
                    <ns1:pt x="63" y="59"/>
                    <ns1:pt x="65" y="58"/>
                    <ns1:pt x="66" y="58"/>
                  </ns1:cubicBezTo>
                  <ns1:cubicBezTo>
                    <ns1:pt x="68" y="58"/>
                    <ns1:pt x="70" y="59"/>
                    <ns1:pt x="71" y="60"/>
                  </ns1:cubicBezTo>
                  <ns1:cubicBezTo>
                    <ns1:pt x="72" y="61"/>
                    <ns1:pt x="73" y="62"/>
                    <ns1:pt x="73" y="62"/>
                  </ns1:cubicBezTo>
                  <ns1:cubicBezTo>
                    <ns1:pt x="79" y="55"/>
                    <ns1:pt x="79" y="55"/>
                    <ns1:pt x="79" y="55"/>
                  </ns1:cubicBezTo>
                  <ns1:cubicBezTo>
                    <ns1:pt x="81" y="53"/>
                    <ns1:pt x="83" y="52"/>
                    <ns1:pt x="86" y="52"/>
                  </ns1:cubicBezTo>
                  <ns1:cubicBezTo>
                    <ns1:pt x="88" y="52"/>
                    <ns1:pt x="90" y="53"/>
                    <ns1:pt x="91" y="54"/>
                  </ns1:cubicBezTo>
                  <ns1:cubicBezTo>
                    <ns1:pt x="92" y="55"/>
                    <ns1:pt x="93" y="56"/>
                    <ns1:pt x="93" y="57"/>
                  </ns1:cubicBezTo>
                  <ns1:cubicBezTo>
                    <ns1:pt x="94" y="57"/>
                    <ns1:pt x="94" y="57"/>
                    <ns1:pt x="94" y="57"/>
                  </ns1:cubicBezTo>
                  <ns1:cubicBezTo>
                    <ns1:pt x="96" y="54"/>
                    <ns1:pt x="98" y="53"/>
                    <ns1:pt x="101" y="53"/>
                  </ns1:cubicBezTo>
                  <ns1:cubicBezTo>
                    <ns1:pt x="103" y="53"/>
                    <ns1:pt x="104" y="54"/>
                    <ns1:pt x="106" y="55"/>
                  </ns1:cubicBezTo>
                  <ns1:cubicBezTo>
                    <ns1:pt x="107" y="56"/>
                    <ns1:pt x="108" y="58"/>
                    <ns1:pt x="108" y="60"/>
                  </ns1:cubicBezTo>
                  <ns1:cubicBezTo>
                    <ns1:pt x="109" y="61"/>
                    <ns1:pt x="108" y="62"/>
                    <ns1:pt x="108" y="63"/>
                  </ns1:cubicBezTo>
                  <ns1:cubicBezTo>
                    <ns1:pt x="110" y="63"/>
                    <ns1:pt x="111" y="64"/>
                    <ns1:pt x="113" y="65"/>
                  </ns1:cubicBezTo>
                  <ns1:cubicBezTo>
                    <ns1:pt x="116" y="68"/>
                    <ns1:pt x="117" y="73"/>
                    <ns1:pt x="114" y="76"/>
                  </ns1:cubicBezTo>
                  <ns1:cubicBezTo>
                    <ns1:pt x="113" y="78"/>
                    <ns1:pt x="113" y="78"/>
                    <ns1:pt x="113" y="78"/>
                  </ns1:cubicBezTo>
                  <ns1:cubicBezTo>
                    <ns1:pt x="113" y="84"/>
                    <ns1:pt x="113" y="84"/>
                    <ns1:pt x="113" y="84"/>
                  </ns1:cubicBezTo>
                  <ns1:cubicBezTo>
                    <ns1:pt x="113" y="84"/>
                    <ns1:pt x="113" y="84"/>
                    <ns1:pt x="114" y="84"/>
                  </ns1:cubicBezTo>
                  <ns1:cubicBezTo>
                    <ns1:pt x="117" y="84"/>
                    <ns1:pt x="119" y="81"/>
                    <ns1:pt x="119" y="80"/>
                  </ns1:cubicBezTo>
                  <ns1:cubicBezTo>
                    <ns1:pt x="119" y="78"/>
                    <ns1:pt x="120" y="69"/>
                    <ns1:pt x="119" y="64"/>
                  </ns1:cubicBezTo>
                  <ns1:cubicBezTo>
                    <ns1:pt x="119" y="63"/>
                    <ns1:pt x="118" y="63"/>
                    <ns1:pt x="118" y="62"/>
                  </ns1:cubicBezTo>
                  <ns1:cubicBezTo>
                    <ns1:pt x="117" y="59"/>
                    <ns1:pt x="109" y="53"/>
                    <ns1:pt x="106" y="50"/>
                  </ns1:cubicBezTo>
                  <ns1:cubicBezTo>
                    <ns1:pt x="108" y="48"/>
                    <ns1:pt x="108" y="48"/>
                    <ns1:pt x="108" y="48"/>
                  </ns1:cubicBezTo>
                  <ns1:cubicBezTo>
                    <ns1:pt x="109" y="49"/>
                    <ns1:pt x="119" y="56"/>
                    <ns1:pt x="121" y="61"/>
                  </ns1:cubicBezTo>
                  <ns1:cubicBezTo>
                    <ns1:pt x="121" y="62"/>
                    <ns1:pt x="121" y="62"/>
                    <ns1:pt x="122" y="63"/>
                  </ns1:cubicBezTo>
                  <ns1:cubicBezTo>
                    <ns1:pt x="123" y="68"/>
                    <ns1:pt x="122" y="76"/>
                    <ns1:pt x="122" y="79"/>
                  </ns1:cubicBezTo>
                  <ns1:cubicBezTo>
                    <ns1:pt x="123" y="79"/>
                    <ns1:pt x="123" y="79"/>
                    <ns1:pt x="123" y="79"/>
                  </ns1:cubicBezTo>
                  <ns1:cubicBezTo>
                    <ns1:pt x="127" y="79"/>
                    <ns1:pt x="128" y="77"/>
                    <ns1:pt x="128" y="76"/>
                  </ns1:cubicBezTo>
                  <ns1:cubicBezTo>
                    <ns1:pt x="128" y="76"/>
                    <ns1:pt x="128" y="71"/>
                    <ns1:pt x="128" y="66"/>
                  </ns1:cubicBezTo>
                  <ns1:cubicBezTo>
                    <ns1:pt x="128" y="58"/>
                    <ns1:pt x="127" y="54"/>
                    <ns1:pt x="127" y="53"/>
                  </ns1:cubicBezTo>
                  <ns1:cubicBezTo>
                    <ns1:pt x="125" y="49"/>
                    <ns1:pt x="115" y="41"/>
                    <ns1:pt x="111" y="38"/>
                  </ns1:cubicBezTo>
                  <ns1:cubicBezTo>
                    <ns1:pt x="113" y="36"/>
                    <ns1:pt x="113" y="36"/>
                    <ns1:pt x="113" y="36"/>
                  </ns1:cubicBezTo>
                  <ns1:cubicBezTo>
                    <ns1:pt x="113" y="36"/>
                    <ns1:pt x="127" y="46"/>
                    <ns1:pt x="129" y="52"/>
                  </ns1:cubicBezTo>
                  <ns1:cubicBezTo>
                    <ns1:pt x="130" y="54"/>
                    <ns1:pt x="131" y="59"/>
                    <ns1:pt x="131" y="66"/>
                  </ns1:cubicBezTo>
                  <ns1:cubicBezTo>
                    <ns1:pt x="131" y="70"/>
                    <ns1:pt x="131" y="74"/>
                    <ns1:pt x="131" y="75"/>
                  </ns1:cubicBezTo>
                  <ns1:cubicBezTo>
                    <ns1:pt x="131" y="75"/>
                    <ns1:pt x="131" y="75"/>
                    <ns1:pt x="131" y="75"/>
                  </ns1:cubicBezTo>
                  <ns1:cubicBezTo>
                    <ns1:pt x="133" y="75"/>
                    <ns1:pt x="134" y="75"/>
                    <ns1:pt x="135" y="74"/>
                  </ns1:cubicBezTo>
                  <ns1:cubicBezTo>
                    <ns1:pt x="135" y="73"/>
                    <ns1:pt x="135" y="73"/>
                    <ns1:pt x="135" y="73"/>
                  </ns1:cubicBezTo>
                  <ns1:cubicBezTo>
                    <ns1:pt x="135" y="73"/>
                    <ns1:pt x="136" y="63"/>
                    <ns1:pt x="134" y="49"/>
                  </ns1:cubicBezTo>
                  <ns1:cubicBezTo>
                    <ns1:pt x="133" y="45"/>
                    <ns1:pt x="128" y="42"/>
                    <ns1:pt x="123" y="38"/>
                  </ns1:cubicBezTo>
                  <ns1:close/>
                </ns1:path>
              </ns1:pathLst>
            </ns1:custGeom>
            <ns1:grpFill/>
            <ns1:ln>
              <ns1:noFill/>
            </ns1:ln>
            <ns1:extLst>
              <ns1:ext uri="{91240B29-F687-4F45-9708-019B960494DF}">
                <ns2:hiddenLine w="9525">
                  <ns1:solidFill>
                    <ns1:srgbClr val="000000"/>
                  </ns1:solidFill>
                  <ns1:round/>
                  <ns1:headEnd/>
                  <ns1:tailEnd/>
                </ns2:hiddenLine>
              </ns1:ext>
            </ns1:extLst>
          </ns0:spPr>
          <ns0:txBody>
            <ns1:bodyPr vert="horz" wrap="square" lIns="91440" tIns="45720" rIns="91440" bIns="45720" numCol="1" anchor="t" anchorCtr="0" compatLnSpc="1">
              <ns1:prstTxWarp prst="textNoShape">
                <ns1:avLst/>
              </ns1:prstTxWarp>
            </ns1:bodyPr>
            <ns1:lstStyle/>
            <ns1:p>
              <ns1:pPr algn="r"/>
              <ns1:endParaRPr lang="id-ID" sz="2700"/>
            </ns1:p>
          </ns0:txBody>
        </ns0:sp>
      </ns0:grpSp>
      <ns0:sp>
        <ns0:nvSpPr>
          <ns0:cNvPr id="346" name="Freeform 19"/>
          <ns0:cNvSpPr>
            <ns1:spLocks noEditPoints="1"/>
          </ns0:cNvSpPr>
          <ns0:nvPr/>
        </ns0:nvSpPr>
        <ns0:spPr bwMode="auto">
          <ns1:xfrm>
            <ns1:off x="8355813" y="6040171"/>
            <ns1:ext cx="415200" cy="431919"/>
          </ns1:xfrm>
          <ns1:custGeom>
            <ns1:avLst/>
            <ns1:gdLst>
              <ns1:gd name="T0" fmla="*/ 121 w 123"/>
              <ns1:gd name="T1" fmla="*/ 42 h 128"/>
              <ns1:gd name="T2" fmla="*/ 86 w 123"/>
              <ns1:gd name="T3" fmla="*/ 34 h 128"/>
              <ns1:gd name="T4" fmla="*/ 86 w 123"/>
              <ns1:gd name="T5" fmla="*/ 24 h 128"/>
              <ns1:gd name="T6" fmla="*/ 38 w 123"/>
              <ns1:gd name="T7" fmla="*/ 24 h 128"/>
              <ns1:gd name="T8" fmla="*/ 37 w 123"/>
              <ns1:gd name="T9" fmla="*/ 34 h 128"/>
              <ns1:gd name="T10" fmla="*/ 3 w 123"/>
              <ns1:gd name="T11" fmla="*/ 42 h 128"/>
              <ns1:gd name="T12" fmla="*/ 0 w 123"/>
              <ns1:gd name="T13" fmla="*/ 56 h 128"/>
              <ns1:gd name="T14" fmla="*/ 6 w 123"/>
              <ns1:gd name="T15" fmla="*/ 91 h 128"/>
              <ns1:gd name="T16" fmla="*/ 15 w 123"/>
              <ns1:gd name="T17" fmla="*/ 119 h 128"/>
              <ns1:gd name="T18" fmla="*/ 27 w 123"/>
              <ns1:gd name="T19" fmla="*/ 119 h 128"/>
              <ns1:gd name="T20" fmla="*/ 36 w 123"/>
              <ns1:gd name="T21" fmla="*/ 91 h 128"/>
              <ns1:gd name="T22" fmla="*/ 42 w 123"/>
              <ns1:gd name="T23" fmla="*/ 90 h 128"/>
              <ns1:gd name="T24" fmla="*/ 54 w 123"/>
              <ns1:gd name="T25" fmla="*/ 128 h 128"/>
              <ns1:gd name="T26" fmla="*/ 70 w 123"/>
              <ns1:gd name="T27" fmla="*/ 128 h 128"/>
              <ns1:gd name="T28" fmla="*/ 82 w 123"/>
              <ns1:gd name="T29" fmla="*/ 90 h 128"/>
              <ns1:gd name="T30" fmla="*/ 88 w 123"/>
              <ns1:gd name="T31" fmla="*/ 91 h 128"/>
              <ns1:gd name="T32" fmla="*/ 97 w 123"/>
              <ns1:gd name="T33" fmla="*/ 119 h 128"/>
              <ns1:gd name="T34" fmla="*/ 109 w 123"/>
              <ns1:gd name="T35" fmla="*/ 119 h 128"/>
              <ns1:gd name="T36" fmla="*/ 118 w 123"/>
              <ns1:gd name="T37" fmla="*/ 91 h 128"/>
              <ns1:gd name="T38" fmla="*/ 123 w 123"/>
              <ns1:gd name="T39" fmla="*/ 56 h 128"/>
              <ns1:gd name="T40" fmla="*/ 18 w 123"/>
              <ns1:gd name="T41" fmla="*/ 86 h 128"/>
              <ns1:gd name="T42" fmla="*/ 15 w 123"/>
              <ns1:gd name="T43" fmla="*/ 113 h 128"/>
              <ns1:gd name="T44" fmla="*/ 12 w 123"/>
              <ns1:gd name="T45" fmla="*/ 86 h 128"/>
              <ns1:gd name="T46" fmla="*/ 6 w 123"/>
              <ns1:gd name="T47" fmla="*/ 56 h 128"/>
              <ns1:gd name="T48" fmla="*/ 9 w 123"/>
              <ns1:gd name="T49" fmla="*/ 42 h 128"/>
              <ns1:gd name="T50" fmla="*/ 33 w 123"/>
              <ns1:gd name="T51" fmla="*/ 42 h 128"/>
              <ns1:gd name="T52" fmla="*/ 34 w 123"/>
              <ns1:gd name="T53" fmla="*/ 52 h 128"/>
              <ns1:gd name="T54" fmla="*/ 35 w 123"/>
              <ns1:gd name="T55" fmla="*/ 83 h 128"/>
              <ns1:gd name="T56" fmla="*/ 30 w 123"/>
              <ns1:gd name="T57" fmla="*/ 110 h 128"/>
              <ns1:gd name="T58" fmla="*/ 24 w 123"/>
              <ns1:gd name="T59" fmla="*/ 110 h 128"/>
              <ns1:gd name="T60" fmla="*/ 58 w 123"/>
              <ns1:gd name="T61" fmla="*/ 83 h 128"/>
              <ns1:gd name="T62" fmla="*/ 54 w 123"/>
              <ns1:gd name="T63" fmla="*/ 120 h 128"/>
              <ns1:gd name="T64" fmla="*/ 50 w 123"/>
              <ns1:gd name="T65" fmla="*/ 84 h 128"/>
              <ns1:gd name="T66" fmla="*/ 42 w 123"/>
              <ns1:gd name="T67" fmla="*/ 56 h 128"/>
              <ns1:gd name="T68" fmla="*/ 42 w 123"/>
              <ns1:gd name="T69" fmla="*/ 44 h 128"/>
              <ns1:gd name="T70" fmla="*/ 46 w 123"/>
              <ns1:gd name="T71" fmla="*/ 24 h 128"/>
              <ns1:gd name="T72" fmla="*/ 78 w 123"/>
              <ns1:gd name="T73" fmla="*/ 24 h 128"/>
              <ns1:gd name="T74" fmla="*/ 82 w 123"/>
              <ns1:gd name="T75" fmla="*/ 44 h 128"/>
              <ns1:gd name="T76" fmla="*/ 82 w 123"/>
              <ns1:gd name="T77" fmla="*/ 76 h 128"/>
              <ns1:gd name="T78" fmla="*/ 74 w 123"/>
              <ns1:gd name="T79" fmla="*/ 116 h 128"/>
              <ns1:gd name="T80" fmla="*/ 66 w 123"/>
              <ns1:gd name="T81" fmla="*/ 116 h 128"/>
              <ns1:gd name="T82" fmla="*/ 58 w 123"/>
              <ns1:gd name="T83" fmla="*/ 83 h 128"/>
              <ns1:gd name="T84" fmla="*/ 100 w 123"/>
              <ns1:gd name="T85" fmla="*/ 110 h 128"/>
              <ns1:gd name="T86" fmla="*/ 94 w 123"/>
              <ns1:gd name="T87" fmla="*/ 110 h 128"/>
              <ns1:gd name="T88" fmla="*/ 88 w 123"/>
              <ns1:gd name="T89" fmla="*/ 83 h 128"/>
              <ns1:gd name="T90" fmla="*/ 90 w 123"/>
              <ns1:gd name="T91" fmla="*/ 52 h 128"/>
              <ns1:gd name="T92" fmla="*/ 91 w 123"/>
              <ns1:gd name="T93" fmla="*/ 42 h 128"/>
              <ns1:gd name="T94" fmla="*/ 115 w 123"/>
              <ns1:gd name="T95" fmla="*/ 42 h 128"/>
              <ns1:gd name="T96" fmla="*/ 118 w 123"/>
              <ns1:gd name="T97" fmla="*/ 56 h 128"/>
              <ns1:gd name="T98" fmla="*/ 112 w 123"/>
              <ns1:gd name="T99" fmla="*/ 86 h 128"/>
              <ns1:gd name="T100" fmla="*/ 109 w 123"/>
              <ns1:gd name="T101" fmla="*/ 113 h 128"/>
              <ns1:gd name="T102" fmla="*/ 106 w 123"/>
              <ns1:gd name="T103" fmla="*/ 86 h 128"/>
            </ns1:gdLst>
            <ns1:ahLst/>
            <ns1:cxnLst>
              <ns1:cxn ang="0">
                <ns1:pos x="T0" y="T1"/>
              </ns1:cxn>
              <ns1:cxn ang="0">
                <ns1:pos x="T2" y="T3"/>
              </ns1:cxn>
              <ns1:cxn ang="0">
                <ns1:pos x="T4" y="T5"/>
              </ns1:cxn>
              <ns1:cxn ang="0">
                <ns1:pos x="T6" y="T7"/>
              </ns1:cxn>
              <ns1:cxn ang="0">
                <ns1:pos x="T8" y="T9"/>
              </ns1:cxn>
              <ns1:cxn ang="0">
                <ns1:pos x="T10" y="T11"/>
              </ns1:cxn>
              <ns1:cxn ang="0">
                <ns1:pos x="T12" y="T13"/>
              </ns1:cxn>
              <ns1:cxn ang="0">
                <ns1:pos x="T14" y="T15"/>
              </ns1:cxn>
              <ns1:cxn ang="0">
                <ns1:pos x="T16" y="T17"/>
              </ns1:cxn>
              <ns1:cxn ang="0">
                <ns1:pos x="T18" y="T19"/>
              </ns1:cxn>
              <ns1:cxn ang="0">
                <ns1:pos x="T20" y="T21"/>
              </ns1:cxn>
              <ns1:cxn ang="0">
                <ns1:pos x="T22" y="T23"/>
              </ns1:cxn>
              <ns1:cxn ang="0">
                <ns1:pos x="T24" y="T25"/>
              </ns1:cxn>
              <ns1:cxn ang="0">
                <ns1:pos x="T26" y="T27"/>
              </ns1:cxn>
              <ns1:cxn ang="0">
                <ns1:pos x="T28" y="T29"/>
              </ns1:cxn>
              <ns1:cxn ang="0">
                <ns1:pos x="T30" y="T31"/>
              </ns1:cxn>
              <ns1:cxn ang="0">
                <ns1:pos x="T32" y="T33"/>
              </ns1:cxn>
              <ns1:cxn ang="0">
                <ns1:pos x="T34" y="T35"/>
              </ns1:cxn>
              <ns1:cxn ang="0">
                <ns1:pos x="T36" y="T37"/>
              </ns1:cxn>
              <ns1:cxn ang="0">
                <ns1:pos x="T38" y="T39"/>
              </ns1:cxn>
              <ns1:cxn ang="0">
                <ns1:pos x="T40" y="T41"/>
              </ns1:cxn>
              <ns1:cxn ang="0">
                <ns1:pos x="T42" y="T43"/>
              </ns1:cxn>
              <ns1:cxn ang="0">
                <ns1:pos x="T44" y="T45"/>
              </ns1:cxn>
              <ns1:cxn ang="0">
                <ns1:pos x="T46" y="T47"/>
              </ns1:cxn>
              <ns1:cxn ang="0">
                <ns1:pos x="T48" y="T49"/>
              </ns1:cxn>
              <ns1:cxn ang="0">
                <ns1:pos x="T50" y="T51"/>
              </ns1:cxn>
              <ns1:cxn ang="0">
                <ns1:pos x="T52" y="T53"/>
              </ns1:cxn>
              <ns1:cxn ang="0">
                <ns1:pos x="T54" y="T55"/>
              </ns1:cxn>
              <ns1:cxn ang="0">
                <ns1:pos x="T56" y="T57"/>
              </ns1:cxn>
              <ns1:cxn ang="0">
                <ns1:pos x="T58" y="T59"/>
              </ns1:cxn>
              <ns1:cxn ang="0">
                <ns1:pos x="T60" y="T61"/>
              </ns1:cxn>
              <ns1:cxn ang="0">
                <ns1:pos x="T62" y="T63"/>
              </ns1:cxn>
              <ns1:cxn ang="0">
                <ns1:pos x="T64" y="T65"/>
              </ns1:cxn>
              <ns1:cxn ang="0">
                <ns1:pos x="T66" y="T67"/>
              </ns1:cxn>
              <ns1:cxn ang="0">
                <ns1:pos x="T68" y="T69"/>
              </ns1:cxn>
              <ns1:cxn ang="0">
                <ns1:pos x="T70" y="T71"/>
              </ns1:cxn>
              <ns1:cxn ang="0">
                <ns1:pos x="T72" y="T73"/>
              </ns1:cxn>
              <ns1:cxn ang="0">
                <ns1:pos x="T74" y="T75"/>
              </ns1:cxn>
              <ns1:cxn ang="0">
                <ns1:pos x="T76" y="T77"/>
              </ns1:cxn>
              <ns1:cxn ang="0">
                <ns1:pos x="T78" y="T79"/>
              </ns1:cxn>
              <ns1:cxn ang="0">
                <ns1:pos x="T80" y="T81"/>
              </ns1:cxn>
              <ns1:cxn ang="0">
                <ns1:pos x="T82" y="T83"/>
              </ns1:cxn>
              <ns1:cxn ang="0">
                <ns1:pos x="T84" y="T85"/>
              </ns1:cxn>
              <ns1:cxn ang="0">
                <ns1:pos x="T86" y="T87"/>
              </ns1:cxn>
              <ns1:cxn ang="0">
                <ns1:pos x="T88" y="T89"/>
              </ns1:cxn>
              <ns1:cxn ang="0">
                <ns1:pos x="T90" y="T91"/>
              </ns1:cxn>
              <ns1:cxn ang="0">
                <ns1:pos x="T92" y="T93"/>
              </ns1:cxn>
              <ns1:cxn ang="0">
                <ns1:pos x="T94" y="T95"/>
              </ns1:cxn>
              <ns1:cxn ang="0">
                <ns1:pos x="T96" y="T97"/>
              </ns1:cxn>
              <ns1:cxn ang="0">
                <ns1:pos x="T98" y="T99"/>
              </ns1:cxn>
              <ns1:cxn ang="0">
                <ns1:pos x="T100" y="T101"/>
              </ns1:cxn>
              <ns1:cxn ang="0">
                <ns1:pos x="T102" y="T103"/>
              </ns1:cxn>
            </ns1:cxnLst>
            <ns1:rect l="0" t="0" r="r" b="b"/>
            <ns1:pathLst>
              <ns1:path w="123" h="128">
                <ns1:moveTo>
                  <ns1:pt x="119" y="48"/>
                </ns1:moveTo>
                <ns1:cubicBezTo>
                  <ns1:pt x="120" y="46"/>
                  <ns1:pt x="121" y="44"/>
                  <ns1:pt x="121" y="42"/>
                </ns1:cubicBezTo>
                <ns1:cubicBezTo>
                  <ns1:pt x="121" y="32"/>
                  <ns1:pt x="112" y="24"/>
                  <ns1:pt x="103" y="24"/>
                </ns1:cubicBezTo>
                <ns1:cubicBezTo>
                  <ns1:pt x="95" y="24"/>
                  <ns1:pt x="89" y="28"/>
                  <ns1:pt x="86" y="34"/>
                </ns1:cubicBezTo>
                <ns1:cubicBezTo>
                  <ns1:pt x="86" y="33"/>
                  <ns1:pt x="85" y="32"/>
                  <ns1:pt x="84" y="32"/>
                </ns1:cubicBezTo>
                <ns1:cubicBezTo>
                  <ns1:pt x="85" y="29"/>
                  <ns1:pt x="86" y="26"/>
                  <ns1:pt x="86" y="24"/>
                </ns1:cubicBezTo>
                <ns1:cubicBezTo>
                  <ns1:pt x="86" y="10"/>
                  <ns1:pt x="75" y="0"/>
                  <ns1:pt x="62" y="0"/>
                </ns1:cubicBezTo>
                <ns1:cubicBezTo>
                  <ns1:pt x="49" y="0"/>
                  <ns1:pt x="38" y="10"/>
                  <ns1:pt x="38" y="24"/>
                </ns1:cubicBezTo>
                <ns1:cubicBezTo>
                  <ns1:pt x="38" y="26"/>
                  <ns1:pt x="38" y="29"/>
                  <ns1:pt x="39" y="32"/>
                </ns1:cubicBezTo>
                <ns1:cubicBezTo>
                  <ns1:pt x="38" y="32"/>
                  <ns1:pt x="38" y="33"/>
                  <ns1:pt x="37" y="34"/>
                </ns1:cubicBezTo>
                <ns1:cubicBezTo>
                  <ns1:pt x="34" y="28"/>
                  <ns1:pt x="28" y="24"/>
                  <ns1:pt x="21" y="24"/>
                </ns1:cubicBezTo>
                <ns1:cubicBezTo>
                  <ns1:pt x="11" y="24"/>
                  <ns1:pt x="3" y="32"/>
                  <ns1:pt x="3" y="42"/>
                </ns1:cubicBezTo>
                <ns1:cubicBezTo>
                  <ns1:pt x="3" y="44"/>
                  <ns1:pt x="3" y="46"/>
                  <ns1:pt x="4" y="48"/>
                </ns1:cubicBezTo>
                <ns1:cubicBezTo>
                  <ns1:pt x="2" y="50"/>
                  <ns1:pt x="0" y="53"/>
                  <ns1:pt x="0" y="56"/>
                </ns1:cubicBezTo>
                <ns1:cubicBezTo>
                  <ns1:pt x="0" y="80"/>
                  <ns1:pt x="0" y="80"/>
                  <ns1:pt x="0" y="80"/>
                </ns1:cubicBezTo>
                <ns1:cubicBezTo>
                  <ns1:pt x="0" y="85"/>
                  <ns1:pt x="2" y="89"/>
                  <ns1:pt x="6" y="91"/>
                </ns1:cubicBezTo>
                <ns1:cubicBezTo>
                  <ns1:pt x="6" y="110"/>
                  <ns1:pt x="6" y="110"/>
                  <ns1:pt x="6" y="110"/>
                </ns1:cubicBezTo>
                <ns1:cubicBezTo>
                  <ns1:pt x="6" y="115"/>
                  <ns1:pt x="10" y="119"/>
                  <ns1:pt x="15" y="119"/>
                </ns1:cubicBezTo>
                <ns1:cubicBezTo>
                  <ns1:pt x="17" y="119"/>
                  <ns1:pt x="19" y="118"/>
                  <ns1:pt x="21" y="117"/>
                </ns1:cubicBezTo>
                <ns1:cubicBezTo>
                  <ns1:pt x="22" y="118"/>
                  <ns1:pt x="25" y="119"/>
                  <ns1:pt x="27" y="119"/>
                </ns1:cubicBezTo>
                <ns1:cubicBezTo>
                  <ns1:pt x="32" y="119"/>
                  <ns1:pt x="36" y="115"/>
                  <ns1:pt x="36" y="110"/>
                </ns1:cubicBezTo>
                <ns1:cubicBezTo>
                  <ns1:pt x="36" y="91"/>
                  <ns1:pt x="36" y="91"/>
                  <ns1:pt x="36" y="91"/>
                </ns1:cubicBezTo>
                <ns1:cubicBezTo>
                  <ns1:pt x="37" y="90"/>
                  <ns1:pt x="38" y="89"/>
                  <ns1:pt x="39" y="88"/>
                </ns1:cubicBezTo>
                <ns1:cubicBezTo>
                  <ns1:pt x="40" y="88"/>
                  <ns1:pt x="41" y="89"/>
                  <ns1:pt x="42" y="90"/>
                </ns1:cubicBezTo>
                <ns1:cubicBezTo>
                  <ns1:pt x="42" y="116"/>
                  <ns1:pt x="42" y="116"/>
                  <ns1:pt x="42" y="116"/>
                </ns1:cubicBezTo>
                <ns1:cubicBezTo>
                  <ns1:pt x="42" y="122"/>
                  <ns1:pt x="47" y="128"/>
                  <ns1:pt x="54" y="128"/>
                </ns1:cubicBezTo>
                <ns1:cubicBezTo>
                  <ns1:pt x="57" y="128"/>
                  <ns1:pt x="60" y="127"/>
                  <ns1:pt x="62" y="125"/>
                </ns1:cubicBezTo>
                <ns1:cubicBezTo>
                  <ns1:pt x="64" y="127"/>
                  <ns1:pt x="67" y="128"/>
                  <ns1:pt x="70" y="128"/>
                </ns1:cubicBezTo>
                <ns1:cubicBezTo>
                  <ns1:pt x="76" y="128"/>
                  <ns1:pt x="82" y="122"/>
                  <ns1:pt x="82" y="116"/>
                </ns1:cubicBezTo>
                <ns1:cubicBezTo>
                  <ns1:pt x="82" y="90"/>
                  <ns1:pt x="82" y="90"/>
                  <ns1:pt x="82" y="90"/>
                </ns1:cubicBezTo>
                <ns1:cubicBezTo>
                  <ns1:pt x="83" y="89"/>
                  <ns1:pt x="84" y="88"/>
                  <ns1:pt x="84" y="88"/>
                </ns1:cubicBezTo>
                <ns1:cubicBezTo>
                  <ns1:pt x="85" y="89"/>
                  <ns1:pt x="86" y="90"/>
                  <ns1:pt x="88" y="91"/>
                </ns1:cubicBezTo>
                <ns1:cubicBezTo>
                  <ns1:pt x="88" y="110"/>
                  <ns1:pt x="88" y="110"/>
                  <ns1:pt x="88" y="110"/>
                </ns1:cubicBezTo>
                <ns1:cubicBezTo>
                  <ns1:pt x="88" y="115"/>
                  <ns1:pt x="92" y="119"/>
                  <ns1:pt x="97" y="119"/>
                </ns1:cubicBezTo>
                <ns1:cubicBezTo>
                  <ns1:pt x="99" y="119"/>
                  <ns1:pt x="101" y="118"/>
                  <ns1:pt x="103" y="117"/>
                </ns1:cubicBezTo>
                <ns1:cubicBezTo>
                  <ns1:pt x="104" y="118"/>
                  <ns1:pt x="106" y="119"/>
                  <ns1:pt x="109" y="119"/>
                </ns1:cubicBezTo>
                <ns1:cubicBezTo>
                  <ns1:pt x="114" y="119"/>
                  <ns1:pt x="118" y="115"/>
                  <ns1:pt x="118" y="110"/>
                </ns1:cubicBezTo>
                <ns1:cubicBezTo>
                  <ns1:pt x="118" y="91"/>
                  <ns1:pt x="118" y="91"/>
                  <ns1:pt x="118" y="91"/>
                </ns1:cubicBezTo>
                <ns1:cubicBezTo>
                  <ns1:pt x="121" y="89"/>
                  <ns1:pt x="123" y="85"/>
                  <ns1:pt x="123" y="80"/>
                </ns1:cubicBezTo>
                <ns1:cubicBezTo>
                  <ns1:pt x="123" y="56"/>
                  <ns1:pt x="123" y="56"/>
                  <ns1:pt x="123" y="56"/>
                </ns1:cubicBezTo>
                <ns1:cubicBezTo>
                  <ns1:pt x="123" y="53"/>
                  <ns1:pt x="122" y="50"/>
                  <ns1:pt x="119" y="48"/>
                </ns1:cubicBezTo>
                <ns1:close/>
                <ns1:moveTo>
                  <ns1:pt x="18" y="86"/>
                </ns1:moveTo>
                <ns1:cubicBezTo>
                  <ns1:pt x="18" y="110"/>
                  <ns1:pt x="18" y="110"/>
                  <ns1:pt x="18" y="110"/>
                </ns1:cubicBezTo>
                <ns1:cubicBezTo>
                  <ns1:pt x="18" y="112"/>
                  <ns1:pt x="17" y="113"/>
                  <ns1:pt x="15" y="113"/>
                </ns1:cubicBezTo>
                <ns1:cubicBezTo>
                  <ns1:pt x="13" y="113"/>
                  <ns1:pt x="12" y="112"/>
                  <ns1:pt x="12" y="110"/>
                </ns1:cubicBezTo>
                <ns1:cubicBezTo>
                  <ns1:pt x="12" y="86"/>
                  <ns1:pt x="12" y="86"/>
                  <ns1:pt x="12" y="86"/>
                </ns1:cubicBezTo>
                <ns1:cubicBezTo>
                  <ns1:pt x="9" y="86"/>
                  <ns1:pt x="6" y="84"/>
                  <ns1:pt x="6" y="80"/>
                </ns1:cubicBezTo>
                <ns1:cubicBezTo>
                  <ns1:pt x="6" y="56"/>
                  <ns1:pt x="6" y="56"/>
                  <ns1:pt x="6" y="56"/>
                </ns1:cubicBezTo>
                <ns1:cubicBezTo>
                  <ns1:pt x="6" y="53"/>
                  <ns1:pt x="9" y="51"/>
                  <ns1:pt x="12" y="51"/>
                </ns1:cubicBezTo>
                <ns1:cubicBezTo>
                  <ns1:pt x="12" y="51"/>
                  <ns1:pt x="9" y="48"/>
                  <ns1:pt x="9" y="42"/>
                </ns1:cubicBezTo>
                <ns1:cubicBezTo>
                  <ns1:pt x="9" y="35"/>
                  <ns1:pt x="14" y="30"/>
                  <ns1:pt x="21" y="30"/>
                </ns1:cubicBezTo>
                <ns1:cubicBezTo>
                  <ns1:pt x="27" y="30"/>
                  <ns1:pt x="33" y="35"/>
                  <ns1:pt x="33" y="42"/>
                </ns1:cubicBezTo>
                <ns1:cubicBezTo>
                  <ns1:pt x="33" y="48"/>
                  <ns1:pt x="30" y="51"/>
                  <ns1:pt x="30" y="51"/>
                </ns1:cubicBezTo>
                <ns1:cubicBezTo>
                  <ns1:pt x="31" y="51"/>
                  <ns1:pt x="33" y="51"/>
                  <ns1:pt x="34" y="52"/>
                </ns1:cubicBezTo>
                <ns1:cubicBezTo>
                  <ns1:pt x="34" y="76"/>
                  <ns1:pt x="34" y="76"/>
                  <ns1:pt x="34" y="76"/>
                </ns1:cubicBezTo>
                <ns1:cubicBezTo>
                  <ns1:pt x="34" y="78"/>
                  <ns1:pt x="34" y="80"/>
                  <ns1:pt x="35" y="83"/>
                </ns1:cubicBezTo>
                <ns1:cubicBezTo>
                  <ns1:pt x="34" y="85"/>
                  <ns1:pt x="32" y="86"/>
                  <ns1:pt x="30" y="86"/>
                </ns1:cubicBezTo>
                <ns1:cubicBezTo>
                  <ns1:pt x="30" y="110"/>
                  <ns1:pt x="30" y="110"/>
                  <ns1:pt x="30" y="110"/>
                </ns1:cubicBezTo>
                <ns1:cubicBezTo>
                  <ns1:pt x="30" y="112"/>
                  <ns1:pt x="28" y="113"/>
                  <ns1:pt x="27" y="113"/>
                </ns1:cubicBezTo>
                <ns1:cubicBezTo>
                  <ns1:pt x="25" y="113"/>
                  <ns1:pt x="24" y="112"/>
                  <ns1:pt x="24" y="110"/>
                </ns1:cubicBezTo>
                <ns1:cubicBezTo>
                  <ns1:pt x="24" y="86"/>
                  <ns1:pt x="24" y="86"/>
                  <ns1:pt x="24" y="86"/>
                </ns1:cubicBezTo>
                <ns1:moveTo>
                  <ns1:pt x="58" y="83"/>
                </ns1:moveTo>
                <ns1:cubicBezTo>
                  <ns1:pt x="58" y="116"/>
                  <ns1:pt x="58" y="116"/>
                  <ns1:pt x="58" y="116"/>
                </ns1:cubicBezTo>
                <ns1:cubicBezTo>
                  <ns1:pt x="58" y="118"/>
                  <ns1:pt x="56" y="120"/>
                  <ns1:pt x="54" y="120"/>
                </ns1:cubicBezTo>
                <ns1:cubicBezTo>
                  <ns1:pt x="52" y="120"/>
                  <ns1:pt x="50" y="118"/>
                  <ns1:pt x="50" y="116"/>
                </ns1:cubicBezTo>
                <ns1:cubicBezTo>
                  <ns1:pt x="50" y="84"/>
                  <ns1:pt x="50" y="84"/>
                  <ns1:pt x="50" y="84"/>
                </ns1:cubicBezTo>
                <ns1:cubicBezTo>
                  <ns1:pt x="45" y="84"/>
                  <ns1:pt x="42" y="80"/>
                  <ns1:pt x="42" y="76"/>
                </ns1:cubicBezTo>
                <ns1:cubicBezTo>
                  <ns1:pt x="42" y="56"/>
                  <ns1:pt x="42" y="56"/>
                  <ns1:pt x="42" y="56"/>
                </ns1:cubicBezTo>
                <ns1:cubicBezTo>
                  <ns1:pt x="42" y="56"/>
                  <ns1:pt x="42" y="56"/>
                  <ns1:pt x="42" y="56"/>
                </ns1:cubicBezTo>
                <ns1:cubicBezTo>
                  <ns1:pt x="42" y="44"/>
                  <ns1:pt x="42" y="44"/>
                  <ns1:pt x="42" y="44"/>
                </ns1:cubicBezTo>
                <ns1:cubicBezTo>
                  <ns1:pt x="42" y="39"/>
                  <ns1:pt x="45" y="36"/>
                  <ns1:pt x="50" y="36"/>
                </ns1:cubicBezTo>
                <ns1:cubicBezTo>
                  <ns1:pt x="50" y="36"/>
                  <ns1:pt x="46" y="33"/>
                  <ns1:pt x="46" y="24"/>
                </ns1:cubicBezTo>
                <ns1:cubicBezTo>
                  <ns1:pt x="46" y="15"/>
                  <ns1:pt x="53" y="8"/>
                  <ns1:pt x="62" y="8"/>
                </ns1:cubicBezTo>
                <ns1:cubicBezTo>
                  <ns1:pt x="71" y="8"/>
                  <ns1:pt x="78" y="15"/>
                  <ns1:pt x="78" y="24"/>
                </ns1:cubicBezTo>
                <ns1:cubicBezTo>
                  <ns1:pt x="78" y="32"/>
                  <ns1:pt x="74" y="36"/>
                  <ns1:pt x="74" y="36"/>
                </ns1:cubicBezTo>
                <ns1:cubicBezTo>
                  <ns1:pt x="78" y="36"/>
                  <ns1:pt x="82" y="39"/>
                  <ns1:pt x="82" y="44"/>
                </ns1:cubicBezTo>
                <ns1:cubicBezTo>
                  <ns1:pt x="82" y="56"/>
                  <ns1:pt x="82" y="56"/>
                  <ns1:pt x="82" y="56"/>
                </ns1:cubicBezTo>
                <ns1:cubicBezTo>
                  <ns1:pt x="82" y="76"/>
                  <ns1:pt x="82" y="76"/>
                  <ns1:pt x="82" y="76"/>
                </ns1:cubicBezTo>
                <ns1:cubicBezTo>
                  <ns1:pt x="82" y="80"/>
                  <ns1:pt x="78" y="84"/>
                  <ns1:pt x="74" y="84"/>
                </ns1:cubicBezTo>
                <ns1:cubicBezTo>
                  <ns1:pt x="74" y="116"/>
                  <ns1:pt x="74" y="116"/>
                  <ns1:pt x="74" y="116"/>
                </ns1:cubicBezTo>
                <ns1:cubicBezTo>
                  <ns1:pt x="74" y="118"/>
                  <ns1:pt x="72" y="120"/>
                  <ns1:pt x="70" y="120"/>
                </ns1:cubicBezTo>
                <ns1:cubicBezTo>
                  <ns1:pt x="68" y="120"/>
                  <ns1:pt x="66" y="118"/>
                  <ns1:pt x="66" y="116"/>
                </ns1:cubicBezTo>
                <ns1:cubicBezTo>
                  <ns1:pt x="66" y="83"/>
                  <ns1:pt x="66" y="83"/>
                  <ns1:pt x="66" y="83"/>
                </ns1:cubicBezTo>
                <ns1:lnTo>
                  <ns1:pt x="58" y="83"/>
                </ns1:lnTo>
                <ns1:close/>
                <ns1:moveTo>
                  <ns1:pt x="100" y="86"/>
                </ns1:moveTo>
                <ns1:cubicBezTo>
                  <ns1:pt x="100" y="110"/>
                  <ns1:pt x="100" y="110"/>
                  <ns1:pt x="100" y="110"/>
                </ns1:cubicBezTo>
                <ns1:cubicBezTo>
                  <ns1:pt x="100" y="112"/>
                  <ns1:pt x="98" y="113"/>
                  <ns1:pt x="97" y="113"/>
                </ns1:cubicBezTo>
                <ns1:cubicBezTo>
                  <ns1:pt x="95" y="113"/>
                  <ns1:pt x="94" y="112"/>
                  <ns1:pt x="94" y="110"/>
                </ns1:cubicBezTo>
                <ns1:cubicBezTo>
                  <ns1:pt x="94" y="86"/>
                  <ns1:pt x="94" y="86"/>
                  <ns1:pt x="94" y="86"/>
                </ns1:cubicBezTo>
                <ns1:cubicBezTo>
                  <ns1:pt x="91" y="86"/>
                  <ns1:pt x="89" y="85"/>
                  <ns1:pt x="88" y="83"/>
                </ns1:cubicBezTo>
                <ns1:cubicBezTo>
                  <ns1:pt x="89" y="80"/>
                  <ns1:pt x="90" y="78"/>
                  <ns1:pt x="90" y="76"/>
                </ns1:cubicBezTo>
                <ns1:cubicBezTo>
                  <ns1:pt x="90" y="52"/>
                  <ns1:pt x="90" y="52"/>
                  <ns1:pt x="90" y="52"/>
                </ns1:cubicBezTo>
                <ns1:cubicBezTo>
                  <ns1:pt x="91" y="51"/>
                  <ns1:pt x="92" y="51"/>
                  <ns1:pt x="94" y="51"/>
                </ns1:cubicBezTo>
                <ns1:cubicBezTo>
                  <ns1:pt x="94" y="51"/>
                  <ns1:pt x="91" y="48"/>
                  <ns1:pt x="91" y="42"/>
                </ns1:cubicBezTo>
                <ns1:cubicBezTo>
                  <ns1:pt x="91" y="35"/>
                  <ns1:pt x="96" y="30"/>
                  <ns1:pt x="103" y="30"/>
                </ns1:cubicBezTo>
                <ns1:cubicBezTo>
                  <ns1:pt x="109" y="30"/>
                  <ns1:pt x="115" y="35"/>
                  <ns1:pt x="115" y="42"/>
                </ns1:cubicBezTo>
                <ns1:cubicBezTo>
                  <ns1:pt x="115" y="48"/>
                  <ns1:pt x="112" y="51"/>
                  <ns1:pt x="112" y="51"/>
                </ns1:cubicBezTo>
                <ns1:cubicBezTo>
                  <ns1:pt x="115" y="51"/>
                  <ns1:pt x="118" y="53"/>
                  <ns1:pt x="118" y="56"/>
                </ns1:cubicBezTo>
                <ns1:cubicBezTo>
                  <ns1:pt x="118" y="80"/>
                  <ns1:pt x="118" y="80"/>
                  <ns1:pt x="118" y="80"/>
                </ns1:cubicBezTo>
                <ns1:cubicBezTo>
                  <ns1:pt x="118" y="84"/>
                  <ns1:pt x="115" y="86"/>
                  <ns1:pt x="112" y="86"/>
                </ns1:cubicBezTo>
                <ns1:cubicBezTo>
                  <ns1:pt x="112" y="110"/>
                  <ns1:pt x="112" y="110"/>
                  <ns1:pt x="112" y="110"/>
                </ns1:cubicBezTo>
                <ns1:cubicBezTo>
                  <ns1:pt x="112" y="112"/>
                  <ns1:pt x="110" y="113"/>
                  <ns1:pt x="109" y="113"/>
                </ns1:cubicBezTo>
                <ns1:cubicBezTo>
                  <ns1:pt x="107" y="113"/>
                  <ns1:pt x="106" y="112"/>
                  <ns1:pt x="106" y="110"/>
                </ns1:cubicBezTo>
                <ns1:cubicBezTo>
                  <ns1:pt x="106" y="86"/>
                  <ns1:pt x="106" y="86"/>
                  <ns1:pt x="106" y="86"/>
                </ns1:cubicBezTo>
                <ns1:lnTo>
                  <ns1:pt x="100" y="86"/>
                </ns1:lnTo>
                <ns1:close/>
              </ns1:path>
            </ns1:pathLst>
          </ns1:custGeom>
          <ns1:solidFill>
            <ns1:schemeClr val="tx1"/>
          </ns1:solidFill>
          <ns1:ln>
            <ns1:noFill/>
          </ns1:ln>
        </ns0:spPr>
        <ns0:txBody>
          <ns1:bodyPr vert="horz" wrap="square" lIns="91440" tIns="45720" rIns="91440" bIns="45720" numCol="1" anchor="t" anchorCtr="0" compatLnSpc="1">
            <ns1:prstTxWarp prst="textNoShape">
              <ns1:avLst/>
            </ns1:prstTxWarp>
          </ns1:bodyPr>
          <ns1:lstStyle/>
          <ns1:p>
            <ns1:endParaRPr lang="id-ID" sz="2700"/>
          </ns1:p>
        </ns0:txBody>
      </ns0:sp>
      <ns0:grpSp>
        <ns0:nvGrpSpPr>
          <ns0:cNvPr id="347" name="Group 346"/>
          <ns0:cNvGrpSpPr/>
          <ns0:nvPr/>
        </ns0:nvGrpSpPr>
        <ns0:grpSpPr>
          <ns1:xfrm>
            <ns1:off x="9217417" y="6100009"/>
            <ns1:ext cx="483350" cy="312240"/>
            <ns1:chOff x="1554163" y="3055938"/>
            <ns1:chExt cx="1049337" cy="677862"/>
          </ns1:xfrm>
          <ns1:solidFill>
            <ns1:schemeClr val="tx1"/>
          </ns1:solidFill>
        </ns0:grpSpPr>
        <ns0:sp>
          <ns0:nvSpPr>
            <ns0:cNvPr id="348" name="Freeform 5"/>
            <ns0:cNvSpPr>
              <ns1:spLocks/>
            </ns0:cNvSpPr>
            <ns0:nvPr/>
          </ns0:nvSpPr>
          <ns0:spPr bwMode="auto">
            <ns1:xfrm>
              <ns1:off x="1554163" y="3482975"/>
              <ns1:ext cx="500062" cy="250825"/>
            </ns1:xfrm>
            <ns1:custGeom>
              <ns1:avLst/>
              <ns1:gdLst>
                <ns1:gd name="T0" fmla="*/ 114 w 132"/>
                <ns1:gd name="T1" fmla="*/ 9 h 66"/>
                <ns1:gd name="T2" fmla="*/ 100 w 132"/>
                <ns1:gd name="T3" fmla="*/ 0 h 66"/>
                <ns1:gd name="T4" fmla="*/ 32 w 132"/>
                <ns1:gd name="T5" fmla="*/ 0 h 66"/>
                <ns1:gd name="T6" fmla="*/ 18 w 132"/>
                <ns1:gd name="T7" fmla="*/ 9 h 66"/>
                <ns1:gd name="T8" fmla="*/ 2 w 132"/>
                <ns1:gd name="T9" fmla="*/ 57 h 66"/>
                <ns1:gd name="T10" fmla="*/ 8 w 132"/>
                <ns1:gd name="T11" fmla="*/ 66 h 66"/>
                <ns1:gd name="T12" fmla="*/ 124 w 132"/>
                <ns1:gd name="T13" fmla="*/ 66 h 66"/>
                <ns1:gd name="T14" fmla="*/ 130 w 132"/>
                <ns1:gd name="T15" fmla="*/ 57 h 66"/>
                <ns1:gd name="T16" fmla="*/ 114 w 132"/>
                <ns1:gd name="T17" fmla="*/ 9 h 66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  <ns1:cxn ang="0">
                  <ns1:pos x="T14" y="T15"/>
                </ns1:cxn>
                <ns1:cxn ang="0">
                  <ns1:pos x="T16" y="T17"/>
                </ns1:cxn>
              </ns1:cxnLst>
              <ns1:rect l="0" t="0" r="r" b="b"/>
              <ns1:pathLst>
                <ns1:path w="132" h="66">
                  <ns1:moveTo>
                    <ns1:pt x="114" y="9"/>
                  </ns1:moveTo>
                  <ns1:cubicBezTo>
                    <ns1:pt x="112" y="4"/>
                    <ns1:pt x="106" y="0"/>
                    <ns1:pt x="100" y="0"/>
                  </ns1:cubicBezTo>
                  <ns1:cubicBezTo>
                    <ns1:pt x="32" y="0"/>
                    <ns1:pt x="32" y="0"/>
                    <ns1:pt x="32" y="0"/>
                  </ns1:cubicBezTo>
                  <ns1:cubicBezTo>
                    <ns1:pt x="26" y="0"/>
                    <ns1:pt x="20" y="4"/>
                    <ns1:pt x="18" y="9"/>
                  </ns1:cubicBezTo>
                  <ns1:cubicBezTo>
                    <ns1:pt x="2" y="57"/>
                    <ns1:pt x="2" y="57"/>
                    <ns1:pt x="2" y="57"/>
                  </ns1:cubicBezTo>
                  <ns1:cubicBezTo>
                    <ns1:pt x="0" y="62"/>
                    <ns1:pt x="3" y="66"/>
                    <ns1:pt x="8" y="66"/>
                  </ns1:cubicBezTo>
                  <ns1:cubicBezTo>
                    <ns1:pt x="124" y="66"/>
                    <ns1:pt x="124" y="66"/>
                    <ns1:pt x="124" y="66"/>
                  </ns1:cubicBezTo>
                  <ns1:cubicBezTo>
                    <ns1:pt x="129" y="66"/>
                    <ns1:pt x="132" y="62"/>
                    <ns1:pt x="130" y="57"/>
                  </ns1:cubicBezTo>
                  <ns1:lnTo>
                    <ns1:pt x="114" y="9"/>
                  </ns1:lnTo>
                  <ns1:close/>
                </ns1:path>
              </ns1:pathLst>
            </ns1:custGeom>
            <ns1:grpFill/>
            <ns1:ln>
              <ns1:noFill/>
            </ns1:ln>
            <ns1:extLst>
              <ns1:ext uri="{91240B29-F687-4F45-9708-019B960494DF}">
                <ns2:hiddenLine w="9525">
                  <ns1:solidFill>
                    <ns1:srgbClr val="000000"/>
                  </ns1:solidFill>
                  <ns1:round/>
                  <ns1:headEnd/>
                  <ns1:tailEnd/>
                </ns2:hiddenLine>
              </ns1:ext>
            </ns1:extLst>
          </ns0:spPr>
          <ns0:txBody>
            <ns1:bodyPr vert="horz" wrap="square" lIns="91440" tIns="45720" rIns="91440" bIns="45720" numCol="1" anchor="t" anchorCtr="0" compatLnSpc="1">
              <ns1:prstTxWarp prst="textNoShape">
                <ns1:avLst/>
              </ns1:prstTxWarp>
            </ns1:bodyPr>
            <ns1:lstStyle/>
            <ns1:p>
              <ns1:endParaRPr lang="id-ID" sz="2700"/>
            </ns1:p>
          </ns0:txBody>
        </ns0:sp>
        <ns0:sp>
          <ns0:nvSpPr>
            <ns0:cNvPr id="349" name="Freeform 6"/>
            <ns0:cNvSpPr>
              <ns1:spLocks/>
            </ns0:cNvSpPr>
            <ns0:nvPr/>
          </ns0:nvSpPr>
          <ns0:spPr bwMode="auto">
            <ns1:xfrm>
              <ns1:off x="2103438" y="3482975"/>
              <ns1:ext cx="500062" cy="250825"/>
            </ns1:xfrm>
            <ns1:custGeom>
              <ns1:avLst/>
              <ns1:gdLst>
                <ns1:gd name="T0" fmla="*/ 131 w 132"/>
                <ns1:gd name="T1" fmla="*/ 57 h 66"/>
                <ns1:gd name="T2" fmla="*/ 114 w 132"/>
                <ns1:gd name="T3" fmla="*/ 9 h 66"/>
                <ns1:gd name="T4" fmla="*/ 101 w 132"/>
                <ns1:gd name="T5" fmla="*/ 0 h 66"/>
                <ns1:gd name="T6" fmla="*/ 32 w 132"/>
                <ns1:gd name="T7" fmla="*/ 0 h 66"/>
                <ns1:gd name="T8" fmla="*/ 19 w 132"/>
                <ns1:gd name="T9" fmla="*/ 9 h 66"/>
                <ns1:gd name="T10" fmla="*/ 2 w 132"/>
                <ns1:gd name="T11" fmla="*/ 57 h 66"/>
                <ns1:gd name="T12" fmla="*/ 8 w 132"/>
                <ns1:gd name="T13" fmla="*/ 66 h 66"/>
                <ns1:gd name="T14" fmla="*/ 124 w 132"/>
                <ns1:gd name="T15" fmla="*/ 66 h 66"/>
                <ns1:gd name="T16" fmla="*/ 131 w 132"/>
                <ns1:gd name="T17" fmla="*/ 57 h 66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  <ns1:cxn ang="0">
                  <ns1:pos x="T14" y="T15"/>
                </ns1:cxn>
                <ns1:cxn ang="0">
                  <ns1:pos x="T16" y="T17"/>
                </ns1:cxn>
              </ns1:cxnLst>
              <ns1:rect l="0" t="0" r="r" b="b"/>
              <ns1:pathLst>
                <ns1:path w="132" h="66">
                  <ns1:moveTo>
                    <ns1:pt x="131" y="57"/>
                  </ns1:moveTo>
                  <ns1:cubicBezTo>
                    <ns1:pt x="114" y="9"/>
                    <ns1:pt x="114" y="9"/>
                    <ns1:pt x="114" y="9"/>
                  </ns1:cubicBezTo>
                  <ns1:cubicBezTo>
                    <ns1:pt x="112" y="4"/>
                    <ns1:pt x="106" y="0"/>
                    <ns1:pt x="101" y="0"/>
                  </ns1:cubicBezTo>
                  <ns1:cubicBezTo>
                    <ns1:pt x="32" y="0"/>
                    <ns1:pt x="32" y="0"/>
                    <ns1:pt x="32" y="0"/>
                  </ns1:cubicBezTo>
                  <ns1:cubicBezTo>
                    <ns1:pt x="26" y="0"/>
                    <ns1:pt x="20" y="4"/>
                    <ns1:pt x="19" y="9"/>
                  </ns1:cubicBezTo>
                  <ns1:cubicBezTo>
                    <ns1:pt x="2" y="57"/>
                    <ns1:pt x="2" y="57"/>
                    <ns1:pt x="2" y="57"/>
                  </ns1:cubicBezTo>
                  <ns1:cubicBezTo>
                    <ns1:pt x="0" y="62"/>
                    <ns1:pt x="3" y="66"/>
                    <ns1:pt x="8" y="66"/>
                  </ns1:cubicBezTo>
                  <ns1:cubicBezTo>
                    <ns1:pt x="124" y="66"/>
                    <ns1:pt x="124" y="66"/>
                    <ns1:pt x="124" y="66"/>
                  </ns1:cubicBezTo>
                  <ns1:cubicBezTo>
                    <ns1:pt x="129" y="66"/>
                    <ns1:pt x="132" y="62"/>
                    <ns1:pt x="131" y="57"/>
                  </ns1:cubicBezTo>
                  <ns1:close/>
                </ns1:path>
              </ns1:pathLst>
            </ns1:custGeom>
            <ns1:grpFill/>
            <ns1:ln>
              <ns1:noFill/>
            </ns1:ln>
            <ns1:extLst>
              <ns1:ext uri="{91240B29-F687-4F45-9708-019B960494DF}">
                <ns2:hiddenLine w="9525">
                  <ns1:solidFill>
                    <ns1:srgbClr val="000000"/>
                  </ns1:solidFill>
                  <ns1:round/>
                  <ns1:headEnd/>
                  <ns1:tailEnd/>
                </ns2:hiddenLine>
              </ns1:ext>
            </ns1:extLst>
          </ns0:spPr>
          <ns0:txBody>
            <ns1:bodyPr vert="horz" wrap="square" lIns="91440" tIns="45720" rIns="91440" bIns="45720" numCol="1" anchor="t" anchorCtr="0" compatLnSpc="1">
              <ns1:prstTxWarp prst="textNoShape">
                <ns1:avLst/>
              </ns1:prstTxWarp>
            </ns1:bodyPr>
            <ns1:lstStyle/>
            <ns1:p>
              <ns1:endParaRPr lang="id-ID" sz="2700"/>
            </ns1:p>
          </ns0:txBody>
        </ns0:sp>
        <ns0:sp>
          <ns0:nvSpPr>
            <ns0:cNvPr id="350" name="Freeform 7"/>
            <ns0:cNvSpPr>
              <ns1:spLocks/>
            </ns0:cNvSpPr>
            <ns0:nvPr/>
          </ns0:nvSpPr>
          <ns0:spPr bwMode="auto">
            <ns1:xfrm>
              <ns1:off x="1827213" y="3181350"/>
              <ns1:ext cx="503237" cy="252412"/>
            </ns1:xfrm>
            <ns1:custGeom>
              <ns1:avLst/>
              <ns1:gdLst>
                <ns1:gd name="T0" fmla="*/ 9 w 133"/>
                <ns1:gd name="T1" fmla="*/ 66 h 66"/>
                <ns1:gd name="T2" fmla="*/ 124 w 133"/>
                <ns1:gd name="T3" fmla="*/ 66 h 66"/>
                <ns1:gd name="T4" fmla="*/ 131 w 133"/>
                <ns1:gd name="T5" fmla="*/ 57 h 66"/>
                <ns1:gd name="T6" fmla="*/ 114 w 133"/>
                <ns1:gd name="T7" fmla="*/ 9 h 66"/>
                <ns1:gd name="T8" fmla="*/ 101 w 133"/>
                <ns1:gd name="T9" fmla="*/ 0 h 66"/>
                <ns1:gd name="T10" fmla="*/ 32 w 133"/>
                <ns1:gd name="T11" fmla="*/ 0 h 66"/>
                <ns1:gd name="T12" fmla="*/ 19 w 133"/>
                <ns1:gd name="T13" fmla="*/ 9 h 66"/>
                <ns1:gd name="T14" fmla="*/ 2 w 133"/>
                <ns1:gd name="T15" fmla="*/ 57 h 66"/>
                <ns1:gd name="T16" fmla="*/ 9 w 133"/>
                <ns1:gd name="T17" fmla="*/ 66 h 66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  <ns1:cxn ang="0">
                  <ns1:pos x="T14" y="T15"/>
                </ns1:cxn>
                <ns1:cxn ang="0">
                  <ns1:pos x="T16" y="T17"/>
                </ns1:cxn>
              </ns1:cxnLst>
              <ns1:rect l="0" t="0" r="r" b="b"/>
              <ns1:pathLst>
                <ns1:path w="133" h="66">
                  <ns1:moveTo>
                    <ns1:pt x="9" y="66"/>
                  </ns1:moveTo>
                  <ns1:cubicBezTo>
                    <ns1:pt x="124" y="66"/>
                    <ns1:pt x="124" y="66"/>
                    <ns1:pt x="124" y="66"/>
                  </ns1:cubicBezTo>
                  <ns1:cubicBezTo>
                    <ns1:pt x="130" y="66"/>
                    <ns1:pt x="133" y="62"/>
                    <ns1:pt x="131" y="57"/>
                  </ns1:cubicBezTo>
                  <ns1:cubicBezTo>
                    <ns1:pt x="114" y="9"/>
                    <ns1:pt x="114" y="9"/>
                    <ns1:pt x="114" y="9"/>
                  </ns1:cubicBezTo>
                  <ns1:cubicBezTo>
                    <ns1:pt x="112" y="4"/>
                    <ns1:pt x="107" y="0"/>
                    <ns1:pt x="101" y="0"/>
                  </ns1:cubicBezTo>
                  <ns1:cubicBezTo>
                    <ns1:pt x="32" y="0"/>
                    <ns1:pt x="32" y="0"/>
                    <ns1:pt x="32" y="0"/>
                  </ns1:cubicBezTo>
                  <ns1:cubicBezTo>
                    <ns1:pt x="27" y="0"/>
                    <ns1:pt x="21" y="4"/>
                    <ns1:pt x="19" y="9"/>
                  </ns1:cubicBezTo>
                  <ns1:cubicBezTo>
                    <ns1:pt x="2" y="57"/>
                    <ns1:pt x="2" y="57"/>
                    <ns1:pt x="2" y="57"/>
                  </ns1:cubicBezTo>
                  <ns1:cubicBezTo>
                    <ns1:pt x="0" y="62"/>
                    <ns1:pt x="3" y="66"/>
                    <ns1:pt x="9" y="66"/>
                  </ns1:cubicBezTo>
                  <ns1:close/>
                </ns1:path>
              </ns1:pathLst>
            </ns1:custGeom>
            <ns1:grpFill/>
            <ns1:ln>
              <ns1:noFill/>
            </ns1:ln>
            <ns1:extLst>
              <ns1:ext uri="{91240B29-F687-4F45-9708-019B960494DF}">
                <ns2:hiddenLine w="9525">
                  <ns1:solidFill>
                    <ns1:srgbClr val="000000"/>
                  </ns1:solidFill>
                  <ns1:round/>
                  <ns1:headEnd/>
                  <ns1:tailEnd/>
                </ns2:hiddenLine>
              </ns1:ext>
            </ns1:extLst>
          </ns0:spPr>
          <ns0:txBody>
            <ns1:bodyPr vert="horz" wrap="square" lIns="91440" tIns="45720" rIns="91440" bIns="45720" numCol="1" anchor="t" anchorCtr="0" compatLnSpc="1">
              <ns1:prstTxWarp prst="textNoShape">
                <ns1:avLst/>
              </ns1:prstTxWarp>
            </ns1:bodyPr>
            <ns1:lstStyle/>
            <ns1:p>
              <ns1:endParaRPr lang="id-ID" sz="2700"/>
            </ns1:p>
          </ns0:txBody>
        </ns0:sp>
        <ns0:sp>
          <ns0:nvSpPr>
            <ns0:cNvPr id="351" name="Freeform 8"/>
            <ns0:cNvSpPr>
              <ns1:spLocks/>
            </ns0:cNvSpPr>
            <ns0:nvPr/>
          </ns0:nvSpPr>
          <ns0:spPr bwMode="auto">
            <ns1:xfrm>
              <ns1:off x="2338388" y="3148013"/>
              <ns1:ext cx="219075" cy="217487"/>
            </ns1:xfrm>
            <ns1:custGeom>
              <ns1:avLst/>
              <ns1:gdLst>
                <ns1:gd name="T0" fmla="*/ 45 w 138"/>
                <ns1:gd name="T1" fmla="*/ 91 h 137"/>
                <ns1:gd name="T2" fmla="*/ 69 w 138"/>
                <ns1:gd name="T3" fmla="*/ 137 h 137"/>
                <ns1:gd name="T4" fmla="*/ 93 w 138"/>
                <ns1:gd name="T5" fmla="*/ 91 h 137"/>
                <ns1:gd name="T6" fmla="*/ 138 w 138"/>
                <ns1:gd name="T7" fmla="*/ 67 h 137"/>
                <ns1:gd name="T8" fmla="*/ 93 w 138"/>
                <ns1:gd name="T9" fmla="*/ 43 h 137"/>
                <ns1:gd name="T10" fmla="*/ 69 w 138"/>
                <ns1:gd name="T11" fmla="*/ 0 h 137"/>
                <ns1:gd name="T12" fmla="*/ 45 w 138"/>
                <ns1:gd name="T13" fmla="*/ 43 h 137"/>
                <ns1:gd name="T14" fmla="*/ 0 w 138"/>
                <ns1:gd name="T15" fmla="*/ 67 h 137"/>
                <ns1:gd name="T16" fmla="*/ 45 w 138"/>
                <ns1:gd name="T17" fmla="*/ 91 h 137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  <ns1:cxn ang="0">
                  <ns1:pos x="T14" y="T15"/>
                </ns1:cxn>
                <ns1:cxn ang="0">
                  <ns1:pos x="T16" y="T17"/>
                </ns1:cxn>
              </ns1:cxnLst>
              <ns1:rect l="0" t="0" r="r" b="b"/>
              <ns1:pathLst>
                <ns1:path w="138" h="137">
                  <ns1:moveTo>
                    <ns1:pt x="45" y="91"/>
                  </ns1:moveTo>
                  <ns1:lnTo>
                    <ns1:pt x="69" y="137"/>
                  </ns1:lnTo>
                  <ns1:lnTo>
                    <ns1:pt x="93" y="91"/>
                  </ns1:lnTo>
                  <ns1:lnTo>
                    <ns1:pt x="138" y="67"/>
                  </ns1:lnTo>
                  <ns1:lnTo>
                    <ns1:pt x="93" y="43"/>
                  </ns1:lnTo>
                  <ns1:lnTo>
                    <ns1:pt x="69" y="0"/>
                  </ns1:lnTo>
                  <ns1:lnTo>
                    <ns1:pt x="45" y="43"/>
                  </ns1:lnTo>
                  <ns1:lnTo>
                    <ns1:pt x="0" y="67"/>
                  </ns1:lnTo>
                  <ns1:lnTo>
                    <ns1:pt x="45" y="91"/>
                  </ns1:lnTo>
                  <ns1:close/>
                </ns1:path>
              </ns1:pathLst>
            </ns1:custGeom>
            <ns1:grpFill/>
            <ns1:ln>
              <ns1:noFill/>
            </ns1:ln>
            <ns1:extLst>
              <ns1:ext uri="{91240B29-F687-4F45-9708-019B960494DF}">
                <ns2:hiddenLine w="9525">
                  <ns1:solidFill>
                    <ns1:srgbClr val="000000"/>
                  </ns1:solidFill>
                  <ns1:round/>
                  <ns1:headEnd/>
                  <ns1:tailEnd/>
                </ns2:hiddenLine>
              </ns1:ext>
            </ns1:extLst>
          </ns0:spPr>
          <ns0:txBody>
            <ns1:bodyPr vert="horz" wrap="square" lIns="91440" tIns="45720" rIns="91440" bIns="45720" numCol="1" anchor="t" anchorCtr="0" compatLnSpc="1">
              <ns1:prstTxWarp prst="textNoShape">
                <ns1:avLst/>
              </ns1:prstTxWarp>
            </ns1:bodyPr>
            <ns1:lstStyle/>
            <ns1:p>
              <ns1:endParaRPr lang="id-ID" sz="2700"/>
            </ns1:p>
          </ns0:txBody>
        </ns0:sp>
        <ns0:sp>
          <ns0:nvSpPr>
            <ns0:cNvPr id="352" name="Freeform 9"/>
            <ns0:cNvSpPr>
              <ns1:spLocks/>
            </ns0:cNvSpPr>
            <ns0:nvPr/>
          </ns0:nvSpPr>
          <ns0:spPr bwMode="auto">
            <ns1:xfrm>
              <ns1:off x="2266950" y="3055938"/>
              <ns1:ext cx="128587" cy="133350"/>
            </ns1:xfrm>
            <ns1:custGeom>
              <ns1:avLst/>
              <ns1:gdLst>
                <ns1:gd name="T0" fmla="*/ 40 w 81"/>
                <ns1:gd name="T1" fmla="*/ 84 h 84"/>
                <ns1:gd name="T2" fmla="*/ 54 w 81"/>
                <ns1:gd name="T3" fmla="*/ 58 h 84"/>
                <ns1:gd name="T4" fmla="*/ 81 w 81"/>
                <ns1:gd name="T5" fmla="*/ 43 h 84"/>
                <ns1:gd name="T6" fmla="*/ 54 w 81"/>
                <ns1:gd name="T7" fmla="*/ 29 h 84"/>
                <ns1:gd name="T8" fmla="*/ 40 w 81"/>
                <ns1:gd name="T9" fmla="*/ 0 h 84"/>
                <ns1:gd name="T10" fmla="*/ 26 w 81"/>
                <ns1:gd name="T11" fmla="*/ 29 h 84"/>
                <ns1:gd name="T12" fmla="*/ 0 w 81"/>
                <ns1:gd name="T13" fmla="*/ 43 h 84"/>
                <ns1:gd name="T14" fmla="*/ 26 w 81"/>
                <ns1:gd name="T15" fmla="*/ 58 h 84"/>
                <ns1:gd name="T16" fmla="*/ 40 w 81"/>
                <ns1:gd name="T17" fmla="*/ 84 h 84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  <ns1:cxn ang="0">
                  <ns1:pos x="T14" y="T15"/>
                </ns1:cxn>
                <ns1:cxn ang="0">
                  <ns1:pos x="T16" y="T17"/>
                </ns1:cxn>
              </ns1:cxnLst>
              <ns1:rect l="0" t="0" r="r" b="b"/>
              <ns1:pathLst>
                <ns1:path w="81" h="84">
                  <ns1:moveTo>
                    <ns1:pt x="40" y="84"/>
                  </ns1:moveTo>
                  <ns1:lnTo>
                    <ns1:pt x="54" y="58"/>
                  </ns1:lnTo>
                  <ns1:lnTo>
                    <ns1:pt x="81" y="43"/>
                  </ns1:lnTo>
                  <ns1:lnTo>
                    <ns1:pt x="54" y="29"/>
                  </ns1:lnTo>
                  <ns1:lnTo>
                    <ns1:pt x="40" y="0"/>
                  </ns1:lnTo>
                  <ns1:lnTo>
                    <ns1:pt x="26" y="29"/>
                  </ns1:lnTo>
                  <ns1:lnTo>
                    <ns1:pt x="0" y="43"/>
                  </ns1:lnTo>
                  <ns1:lnTo>
                    <ns1:pt x="26" y="58"/>
                  </ns1:lnTo>
                  <ns1:lnTo>
                    <ns1:pt x="40" y="84"/>
                  </ns1:lnTo>
                  <ns1:close/>
                </ns1:path>
              </ns1:pathLst>
            </ns1:custGeom>
            <ns1:grpFill/>
            <ns1:ln>
              <ns1:noFill/>
            </ns1:ln>
            <ns1:extLst>
              <ns1:ext uri="{91240B29-F687-4F45-9708-019B960494DF}">
                <ns2:hiddenLine w="9525">
                  <ns1:solidFill>
                    <ns1:srgbClr val="000000"/>
                  </ns1:solidFill>
                  <ns1:round/>
                  <ns1:headEnd/>
                  <ns1:tailEnd/>
                </ns2:hiddenLine>
              </ns1:ext>
            </ns1:extLst>
          </ns0:spPr>
          <ns0:txBody>
            <ns1:bodyPr vert="horz" wrap="square" lIns="91440" tIns="45720" rIns="91440" bIns="45720" numCol="1" anchor="t" anchorCtr="0" compatLnSpc="1">
              <ns1:prstTxWarp prst="textNoShape">
                <ns1:avLst/>
              </ns1:prstTxWarp>
            </ns1:bodyPr>
            <ns1:lstStyle/>
            <ns1:p>
              <ns1:endParaRPr lang="id-ID" sz="2700"/>
            </ns1:p>
          </ns0:txBody>
        </ns0:sp>
      </ns0:grpSp>
      <ns0:grpSp>
        <ns0:nvGrpSpPr>
          <ns0:cNvPr id="353" name="Group 352"/>
          <ns0:cNvGrpSpPr/>
          <ns0:nvPr/>
        </ns0:nvGrpSpPr>
        <ns0:grpSpPr>
          <ns1:xfrm>
            <ns1:off x="11245518" y="6014829"/>
            <ns1:ext cx="484187" cy="482600"/>
            <ns1:chOff x="6416675" y="5076825"/>
            <ns1:chExt cx="484187" cy="482600"/>
          </ns1:xfrm>
          <ns1:solidFill>
            <ns1:schemeClr val="tx1"/>
          </ns1:solidFill>
        </ns0:grpSpPr>
        <ns0:sp>
          <ns0:nvSpPr>
            <ns0:cNvPr id="354" name="Freeform 353"/>
            <ns0:cNvSpPr>
              <ns1:spLocks noEditPoints="1"/>
            </ns0:cNvSpPr>
            <ns0:nvPr/>
          </ns0:nvSpPr>
          <ns0:spPr bwMode="auto">
            <ns1:xfrm>
              <ns1:off x="6416675" y="5257800"/>
              <ns1:ext cx="484187" cy="301625"/>
            </ns1:xfrm>
            <ns1:custGeom>
              <ns1:avLst/>
              <ns1:gdLst>
                <ns1:gd name="T0" fmla="*/ 107 w 129"/>
                <ns1:gd name="T1" fmla="*/ 36 h 80"/>
                <ns1:gd name="T2" fmla="*/ 126 w 129"/>
                <ns1:gd name="T3" fmla="*/ 24 h 80"/>
                <ns1:gd name="T4" fmla="*/ 122 w 129"/>
                <ns1:gd name="T5" fmla="*/ 16 h 80"/>
                <ns1:gd name="T6" fmla="*/ 64 w 129"/>
                <ns1:gd name="T7" fmla="*/ 0 h 80"/>
                <ns1:gd name="T8" fmla="*/ 10 w 129"/>
                <ns1:gd name="T9" fmla="*/ 36 h 80"/>
                <ns1:gd name="T10" fmla="*/ 2 w 129"/>
                <ns1:gd name="T11" fmla="*/ 51 h 80"/>
                <ns1:gd name="T12" fmla="*/ 16 w 129"/>
                <ns1:gd name="T13" fmla="*/ 70 h 80"/>
                <ns1:gd name="T14" fmla="*/ 102 w 129"/>
                <ns1:gd name="T15" fmla="*/ 80 h 80"/>
                <ns1:gd name="T16" fmla="*/ 112 w 129"/>
                <ns1:gd name="T17" fmla="*/ 67 h 80"/>
                <ns1:gd name="T18" fmla="*/ 128 w 129"/>
                <ns1:gd name="T19" fmla="*/ 46 h 80"/>
                <ns1:gd name="T20" fmla="*/ 103 w 129"/>
                <ns1:gd name="T21" fmla="*/ 36 h 80"/>
                <ns1:gd name="T22" fmla="*/ 103 w 129"/>
                <ns1:gd name="T23" fmla="*/ 35 h 80"/>
                <ns1:gd name="T24" fmla="*/ 64 w 129"/>
                <ns1:gd name="T25" fmla="*/ 4 h 80"/>
                <ns1:gd name="T26" fmla="*/ 97 w 129"/>
                <ns1:gd name="T27" fmla="*/ 29 h 80"/>
                <ns1:gd name="T28" fmla="*/ 29 w 129"/>
                <ns1:gd name="T29" fmla="*/ 36 h 80"/>
                <ns1:gd name="T30" fmla="*/ 64 w 129"/>
                <ns1:gd name="T31" fmla="*/ 4 h 80"/>
                <ns1:gd name="T32" fmla="*/ 64 w 129"/>
                <ns1:gd name="T33" fmla="*/ 24 h 80"/>
                <ns1:gd name="T34" fmla="*/ 41 w 129"/>
                <ns1:gd name="T35" fmla="*/ 36 h 80"/>
                <ns1:gd name="T36" fmla="*/ 86 w 129"/>
                <ns1:gd name="T37" fmla="*/ 35 h 80"/>
                <ns1:gd name="T38" fmla="*/ 82 w 129"/>
                <ns1:gd name="T39" fmla="*/ 36 h 80"/>
                <ns1:gd name="T40" fmla="*/ 55 w 129"/>
                <ns1:gd name="T41" fmla="*/ 36 h 80"/>
                <ns1:gd name="T42" fmla="*/ 64 w 129"/>
                <ns1:gd name="T43" fmla="*/ 28 h 80"/>
                <ns1:gd name="T44" fmla="*/ 73 w 129"/>
                <ns1:gd name="T45" fmla="*/ 36 h 80"/>
                <ns1:gd name="T46" fmla="*/ 64 w 129"/>
                <ns1:gd name="T47" fmla="*/ 16 h 80"/>
                <ns1:gd name="T48" fmla="*/ 33 w 129"/>
                <ns1:gd name="T49" fmla="*/ 36 h 80"/>
                <ns1:gd name="T50" fmla="*/ 93 w 129"/>
                <ns1:gd name="T51" fmla="*/ 31 h 80"/>
                <ns1:gd name="T52" fmla="*/ 64 w 129"/>
                <ns1:gd name="T53" fmla="*/ 16 h 80"/>
                <ns1:gd name="T54" fmla="*/ 104 w 129"/>
                <ns1:gd name="T55" fmla="*/ 70 h 80"/>
                <ns1:gd name="T56" fmla="*/ 26 w 129"/>
                <ns1:gd name="T57" fmla="*/ 72 h 80"/>
                <ns1:gd name="T58" fmla="*/ 24 w 129"/>
                <ns1:gd name="T59" fmla="*/ 64 h 80"/>
                <ns1:gd name="T60" fmla="*/ 10 w 129"/>
                <ns1:gd name="T61" fmla="*/ 44 h 80"/>
                <ns1:gd name="T62" fmla="*/ 24 w 129"/>
                <ns1:gd name="T63" fmla="*/ 44 h 80"/>
                <ns1:gd name="T64" fmla="*/ 32 w 129"/>
                <ns1:gd name="T65" fmla="*/ 44 h 80"/>
                <ns1:gd name="T66" fmla="*/ 40 w 129"/>
                <ns1:gd name="T67" fmla="*/ 44 h 80"/>
                <ns1:gd name="T68" fmla="*/ 48 w 129"/>
                <ns1:gd name="T69" fmla="*/ 44 h 80"/>
                <ns1:gd name="T70" fmla="*/ 76 w 129"/>
                <ns1:gd name="T71" fmla="*/ 44 h 80"/>
                <ns1:gd name="T72" fmla="*/ 84 w 129"/>
                <ns1:gd name="T73" fmla="*/ 44 h 80"/>
                <ns1:gd name="T74" fmla="*/ 92 w 129"/>
                <ns1:gd name="T75" fmla="*/ 44 h 80"/>
                <ns1:gd name="T76" fmla="*/ 100 w 129"/>
                <ns1:gd name="T77" fmla="*/ 44 h 80"/>
                <ns1:gd name="T78" fmla="*/ 108 w 129"/>
                <ns1:gd name="T79" fmla="*/ 44 h 80"/>
                <ns1:gd name="T80" fmla="*/ 120 w 129"/>
                <ns1:gd name="T81" fmla="*/ 46 h 80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  <ns1:cxn ang="0">
                  <ns1:pos x="T14" y="T15"/>
                </ns1:cxn>
                <ns1:cxn ang="0">
                  <ns1:pos x="T16" y="T17"/>
                </ns1:cxn>
                <ns1:cxn ang="0">
                  <ns1:pos x="T18" y="T19"/>
                </ns1:cxn>
                <ns1:cxn ang="0">
                  <ns1:pos x="T20" y="T21"/>
                </ns1:cxn>
                <ns1:cxn ang="0">
                  <ns1:pos x="T22" y="T23"/>
                </ns1:cxn>
                <ns1:cxn ang="0">
                  <ns1:pos x="T24" y="T25"/>
                </ns1:cxn>
                <ns1:cxn ang="0">
                  <ns1:pos x="T26" y="T27"/>
                </ns1:cxn>
                <ns1:cxn ang="0">
                  <ns1:pos x="T28" y="T29"/>
                </ns1:cxn>
                <ns1:cxn ang="0">
                  <ns1:pos x="T30" y="T31"/>
                </ns1:cxn>
                <ns1:cxn ang="0">
                  <ns1:pos x="T32" y="T33"/>
                </ns1:cxn>
                <ns1:cxn ang="0">
                  <ns1:pos x="T34" y="T35"/>
                </ns1:cxn>
                <ns1:cxn ang="0">
                  <ns1:pos x="T36" y="T37"/>
                </ns1:cxn>
                <ns1:cxn ang="0">
                  <ns1:pos x="T38" y="T39"/>
                </ns1:cxn>
                <ns1:cxn ang="0">
                  <ns1:pos x="T40" y="T41"/>
                </ns1:cxn>
                <ns1:cxn ang="0">
                  <ns1:pos x="T42" y="T43"/>
                </ns1:cxn>
                <ns1:cxn ang="0">
                  <ns1:pos x="T44" y="T45"/>
                </ns1:cxn>
                <ns1:cxn ang="0">
                  <ns1:pos x="T46" y="T47"/>
                </ns1:cxn>
                <ns1:cxn ang="0">
                  <ns1:pos x="T48" y="T49"/>
                </ns1:cxn>
                <ns1:cxn ang="0">
                  <ns1:pos x="T50" y="T51"/>
                </ns1:cxn>
                <ns1:cxn ang="0">
                  <ns1:pos x="T52" y="T53"/>
                </ns1:cxn>
                <ns1:cxn ang="0">
                  <ns1:pos x="T54" y="T55"/>
                </ns1:cxn>
                <ns1:cxn ang="0">
                  <ns1:pos x="T56" y="T57"/>
                </ns1:cxn>
                <ns1:cxn ang="0">
                  <ns1:pos x="T58" y="T59"/>
                </ns1:cxn>
                <ns1:cxn ang="0">
                  <ns1:pos x="T60" y="T61"/>
                </ns1:cxn>
                <ns1:cxn ang="0">
                  <ns1:pos x="T62" y="T63"/>
                </ns1:cxn>
                <ns1:cxn ang="0">
                  <ns1:pos x="T64" y="T65"/>
                </ns1:cxn>
                <ns1:cxn ang="0">
                  <ns1:pos x="T66" y="T67"/>
                </ns1:cxn>
                <ns1:cxn ang="0">
                  <ns1:pos x="T68" y="T69"/>
                </ns1:cxn>
                <ns1:cxn ang="0">
                  <ns1:pos x="T70" y="T71"/>
                </ns1:cxn>
                <ns1:cxn ang="0">
                  <ns1:pos x="T72" y="T73"/>
                </ns1:cxn>
                <ns1:cxn ang="0">
                  <ns1:pos x="T74" y="T75"/>
                </ns1:cxn>
                <ns1:cxn ang="0">
                  <ns1:pos x="T76" y="T77"/>
                </ns1:cxn>
                <ns1:cxn ang="0">
                  <ns1:pos x="T78" y="T79"/>
                </ns1:cxn>
                <ns1:cxn ang="0">
                  <ns1:pos x="T80" y="T81"/>
                </ns1:cxn>
              </ns1:cxnLst>
              <ns1:rect l="0" t="0" r="r" b="b"/>
              <ns1:pathLst>
                <ns1:path w="129" h="80">
                  <ns1:moveTo>
                    <ns1:pt x="118" y="36"/>
                  </ns1:moveTo>
                  <ns1:cubicBezTo>
                    <ns1:pt x="107" y="36"/>
                    <ns1:pt x="107" y="36"/>
                    <ns1:pt x="107" y="36"/>
                  </ns1:cubicBezTo>
                  <ns1:cubicBezTo>
                    <ns1:pt x="107" y="35"/>
                    <ns1:pt x="107" y="34"/>
                    <ns1:pt x="107" y="33"/>
                  </ns1:cubicBezTo>
                  <ns1:cubicBezTo>
                    <ns1:pt x="126" y="24"/>
                    <ns1:pt x="126" y="24"/>
                    <ns1:pt x="126" y="24"/>
                  </ns1:cubicBezTo>
                  <ns1:cubicBezTo>
                    <ns1:pt x="128" y="23"/>
                    <ns1:pt x="129" y="20"/>
                    <ns1:pt x="128" y="18"/>
                  </ns1:cubicBezTo>
                  <ns1:cubicBezTo>
                    <ns1:pt x="127" y="16"/>
                    <ns1:pt x="124" y="15"/>
                    <ns1:pt x="122" y="16"/>
                  </ns1:cubicBezTo>
                  <ns1:cubicBezTo>
                    <ns1:pt x="104" y="26"/>
                    <ns1:pt x="104" y="26"/>
                    <ns1:pt x="104" y="26"/>
                  </ns1:cubicBezTo>
                  <ns1:cubicBezTo>
                    <ns1:pt x="97" y="11"/>
                    <ns1:pt x="82" y="0"/>
                    <ns1:pt x="64" y="0"/>
                  </ns1:cubicBezTo>
                  <ns1:cubicBezTo>
                    <ns1:pt x="42" y="0"/>
                    <ns1:pt x="25" y="16"/>
                    <ns1:pt x="21" y="36"/>
                  </ns1:cubicBezTo>
                  <ns1:cubicBezTo>
                    <ns1:pt x="10" y="36"/>
                    <ns1:pt x="10" y="36"/>
                    <ns1:pt x="10" y="36"/>
                  </ns1:cubicBezTo>
                  <ns1:cubicBezTo>
                    <ns1:pt x="4" y="36"/>
                    <ns1:pt x="0" y="40"/>
                    <ns1:pt x="0" y="46"/>
                  </ns1:cubicBezTo>
                  <ns1:cubicBezTo>
                    <ns1:pt x="0" y="48"/>
                    <ns1:pt x="1" y="50"/>
                    <ns1:pt x="2" y="51"/>
                  </ns1:cubicBezTo>
                  <ns1:cubicBezTo>
                    <ns1:pt x="16" y="67"/>
                    <ns1:pt x="16" y="67"/>
                    <ns1:pt x="16" y="67"/>
                  </ns1:cubicBezTo>
                  <ns1:cubicBezTo>
                    <ns1:pt x="16" y="70"/>
                    <ns1:pt x="16" y="70"/>
                    <ns1:pt x="16" y="70"/>
                  </ns1:cubicBezTo>
                  <ns1:cubicBezTo>
                    <ns1:pt x="16" y="76"/>
                    <ns1:pt x="20" y="80"/>
                    <ns1:pt x="26" y="80"/>
                  </ns1:cubicBezTo>
                  <ns1:cubicBezTo>
                    <ns1:pt x="102" y="80"/>
                    <ns1:pt x="102" y="80"/>
                    <ns1:pt x="102" y="80"/>
                  </ns1:cubicBezTo>
                  <ns1:cubicBezTo>
                    <ns1:pt x="108" y="80"/>
                    <ns1:pt x="112" y="76"/>
                    <ns1:pt x="112" y="70"/>
                  </ns1:cubicBezTo>
                  <ns1:cubicBezTo>
                    <ns1:pt x="112" y="67"/>
                    <ns1:pt x="112" y="67"/>
                    <ns1:pt x="112" y="67"/>
                  </ns1:cubicBezTo>
                  <ns1:cubicBezTo>
                    <ns1:pt x="126" y="51"/>
                    <ns1:pt x="126" y="51"/>
                    <ns1:pt x="126" y="51"/>
                  </ns1:cubicBezTo>
                  <ns1:cubicBezTo>
                    <ns1:pt x="127" y="50"/>
                    <ns1:pt x="128" y="48"/>
                    <ns1:pt x="128" y="46"/>
                  </ns1:cubicBezTo>
                  <ns1:cubicBezTo>
                    <ns1:pt x="128" y="40"/>
                    <ns1:pt x="124" y="36"/>
                    <ns1:pt x="118" y="36"/>
                  </ns1:cubicBezTo>
                  <ns1:close/>
                  <ns1:moveTo>
                    <ns1:pt x="103" y="36"/>
                  </ns1:moveTo>
                  <ns1:cubicBezTo>
                    <ns1:pt x="101" y="36"/>
                    <ns1:pt x="101" y="36"/>
                    <ns1:pt x="101" y="36"/>
                  </ns1:cubicBezTo>
                  <ns1:cubicBezTo>
                    <ns1:pt x="103" y="35"/>
                    <ns1:pt x="103" y="35"/>
                    <ns1:pt x="103" y="35"/>
                  </ns1:cubicBezTo>
                  <ns1:cubicBezTo>
                    <ns1:pt x="103" y="35"/>
                    <ns1:pt x="103" y="36"/>
                    <ns1:pt x="103" y="36"/>
                  </ns1:cubicBezTo>
                  <ns1:close/>
                  <ns1:moveTo>
                    <ns1:pt x="64" y="4"/>
                  </ns1:moveTo>
                  <ns1:cubicBezTo>
                    <ns1:pt x="80" y="4"/>
                    <ns1:pt x="94" y="14"/>
                    <ns1:pt x="100" y="27"/>
                  </ns1:cubicBezTo>
                  <ns1:cubicBezTo>
                    <ns1:pt x="97" y="29"/>
                    <ns1:pt x="97" y="29"/>
                    <ns1:pt x="97" y="29"/>
                  </ns1:cubicBezTo>
                  <ns1:cubicBezTo>
                    <ns1:pt x="91" y="17"/>
                    <ns1:pt x="79" y="8"/>
                    <ns1:pt x="64" y="8"/>
                  </ns1:cubicBezTo>
                  <ns1:cubicBezTo>
                    <ns1:pt x="47" y="8"/>
                    <ns1:pt x="33" y="20"/>
                    <ns1:pt x="29" y="36"/>
                  </ns1:cubicBezTo>
                  <ns1:cubicBezTo>
                    <ns1:pt x="25" y="36"/>
                    <ns1:pt x="25" y="36"/>
                    <ns1:pt x="25" y="36"/>
                  </ns1:cubicBezTo>
                  <ns1:cubicBezTo>
                    <ns1:pt x="29" y="18"/>
                    <ns1:pt x="45" y="4"/>
                    <ns1:pt x="64" y="4"/>
                  </ns1:cubicBezTo>
                  <ns1:close/>
                  <ns1:moveTo>
                    <ns1:pt x="82" y="36"/>
                  </ns1:moveTo>
                  <ns1:cubicBezTo>
                    <ns1:pt x="79" y="29"/>
                    <ns1:pt x="72" y="24"/>
                    <ns1:pt x="64" y="24"/>
                  </ns1:cubicBezTo>
                  <ns1:cubicBezTo>
                    <ns1:pt x="56" y="24"/>
                    <ns1:pt x="49" y="29"/>
                    <ns1:pt x="46" y="36"/>
                  </ns1:cubicBezTo>
                  <ns1:cubicBezTo>
                    <ns1:pt x="41" y="36"/>
                    <ns1:pt x="41" y="36"/>
                    <ns1:pt x="41" y="36"/>
                  </ns1:cubicBezTo>
                  <ns1:cubicBezTo>
                    <ns1:pt x="45" y="27"/>
                    <ns1:pt x="54" y="20"/>
                    <ns1:pt x="64" y="20"/>
                  </ns1:cubicBezTo>
                  <ns1:cubicBezTo>
                    <ns1:pt x="74" y="20"/>
                    <ns1:pt x="82" y="26"/>
                    <ns1:pt x="86" y="35"/>
                  </ns1:cubicBezTo>
                  <ns1:cubicBezTo>
                    <ns1:pt x="83" y="36"/>
                    <ns1:pt x="83" y="36"/>
                    <ns1:pt x="83" y="36"/>
                  </ns1:cubicBezTo>
                  <ns1:lnTo>
                    <ns1:pt x="82" y="36"/>
                  </ns1:lnTo>
                  <ns1:close/>
                  <ns1:moveTo>
                    <ns1:pt x="64" y="32"/>
                  </ns1:moveTo>
                  <ns1:cubicBezTo>
                    <ns1:pt x="60" y="32"/>
                    <ns1:pt x="57" y="34"/>
                    <ns1:pt x="55" y="36"/>
                  </ns1:cubicBezTo>
                  <ns1:cubicBezTo>
                    <ns1:pt x="50" y="36"/>
                    <ns1:pt x="50" y="36"/>
                    <ns1:pt x="50" y="36"/>
                  </ns1:cubicBezTo>
                  <ns1:cubicBezTo>
                    <ns1:pt x="53" y="31"/>
                    <ns1:pt x="58" y="28"/>
                    <ns1:pt x="64" y="28"/>
                  </ns1:cubicBezTo>
                  <ns1:cubicBezTo>
                    <ns1:pt x="70" y="28"/>
                    <ns1:pt x="75" y="31"/>
                    <ns1:pt x="78" y="36"/>
                  </ns1:cubicBezTo>
                  <ns1:cubicBezTo>
                    <ns1:pt x="73" y="36"/>
                    <ns1:pt x="73" y="36"/>
                    <ns1:pt x="73" y="36"/>
                  </ns1:cubicBezTo>
                  <ns1:cubicBezTo>
                    <ns1:pt x="71" y="34"/>
                    <ns1:pt x="68" y="32"/>
                    <ns1:pt x="64" y="32"/>
                  </ns1:cubicBezTo>
                  <ns1:close/>
                  <ns1:moveTo>
                    <ns1:pt x="64" y="16"/>
                  </ns1:moveTo>
                  <ns1:cubicBezTo>
                    <ns1:pt x="51" y="16"/>
                    <ns1:pt x="41" y="24"/>
                    <ns1:pt x="37" y="36"/>
                  </ns1:cubicBezTo>
                  <ns1:cubicBezTo>
                    <ns1:pt x="33" y="36"/>
                    <ns1:pt x="33" y="36"/>
                    <ns1:pt x="33" y="36"/>
                  </ns1:cubicBezTo>
                  <ns1:cubicBezTo>
                    <ns1:pt x="37" y="22"/>
                    <ns1:pt x="49" y="12"/>
                    <ns1:pt x="64" y="12"/>
                  </ns1:cubicBezTo>
                  <ns1:cubicBezTo>
                    <ns1:pt x="77" y="12"/>
                    <ns1:pt x="88" y="20"/>
                    <ns1:pt x="93" y="31"/>
                  </ns1:cubicBezTo>
                  <ns1:cubicBezTo>
                    <ns1:pt x="90" y="33"/>
                    <ns1:pt x="90" y="33"/>
                    <ns1:pt x="90" y="33"/>
                  </ns1:cubicBezTo>
                  <ns1:cubicBezTo>
                    <ns1:pt x="85" y="23"/>
                    <ns1:pt x="75" y="16"/>
                    <ns1:pt x="64" y="16"/>
                  </ns1:cubicBezTo>
                  <ns1:close/>
                  <ns1:moveTo>
                    <ns1:pt x="104" y="64"/>
                  </ns1:moveTo>
                  <ns1:cubicBezTo>
                    <ns1:pt x="104" y="70"/>
                    <ns1:pt x="104" y="70"/>
                    <ns1:pt x="104" y="70"/>
                  </ns1:cubicBezTo>
                  <ns1:cubicBezTo>
                    <ns1:pt x="104" y="71"/>
                    <ns1:pt x="103" y="72"/>
                    <ns1:pt x="102" y="72"/>
                  </ns1:cubicBezTo>
                  <ns1:cubicBezTo>
                    <ns1:pt x="26" y="72"/>
                    <ns1:pt x="26" y="72"/>
                    <ns1:pt x="26" y="72"/>
                  </ns1:cubicBezTo>
                  <ns1:cubicBezTo>
                    <ns1:pt x="25" y="72"/>
                    <ns1:pt x="24" y="71"/>
                    <ns1:pt x="24" y="70"/>
                  </ns1:cubicBezTo>
                  <ns1:cubicBezTo>
                    <ns1:pt x="24" y="64"/>
                    <ns1:pt x="24" y="64"/>
                    <ns1:pt x="24" y="64"/>
                  </ns1:cubicBezTo>
                  <ns1:cubicBezTo>
                    <ns1:pt x="8" y="46"/>
                    <ns1:pt x="8" y="46"/>
                    <ns1:pt x="8" y="46"/>
                  </ns1:cubicBezTo>
                  <ns1:cubicBezTo>
                    <ns1:pt x="8" y="45"/>
                    <ns1:pt x="9" y="44"/>
                    <ns1:pt x="10" y="44"/>
                  </ns1:cubicBezTo>
                  <ns1:cubicBezTo>
                    <ns1:pt x="20" y="44"/>
                    <ns1:pt x="20" y="44"/>
                    <ns1:pt x="20" y="44"/>
                  </ns1:cubicBezTo>
                  <ns1:cubicBezTo>
                    <ns1:pt x="24" y="44"/>
                    <ns1:pt x="24" y="44"/>
                    <ns1:pt x="24" y="44"/>
                  </ns1:cubicBezTo>
                  <ns1:cubicBezTo>
                    <ns1:pt x="28" y="44"/>
                    <ns1:pt x="28" y="44"/>
                    <ns1:pt x="28" y="44"/>
                  </ns1:cubicBezTo>
                  <ns1:cubicBezTo>
                    <ns1:pt x="32" y="44"/>
                    <ns1:pt x="32" y="44"/>
                    <ns1:pt x="32" y="44"/>
                  </ns1:cubicBezTo>
                  <ns1:cubicBezTo>
                    <ns1:pt x="36" y="44"/>
                    <ns1:pt x="36" y="44"/>
                    <ns1:pt x="36" y="44"/>
                  </ns1:cubicBezTo>
                  <ns1:cubicBezTo>
                    <ns1:pt x="40" y="44"/>
                    <ns1:pt x="40" y="44"/>
                    <ns1:pt x="40" y="44"/>
                  </ns1:cubicBezTo>
                  <ns1:cubicBezTo>
                    <ns1:pt x="44" y="44"/>
                    <ns1:pt x="44" y="44"/>
                    <ns1:pt x="44" y="44"/>
                  </ns1:cubicBezTo>
                  <ns1:cubicBezTo>
                    <ns1:pt x="48" y="44"/>
                    <ns1:pt x="48" y="44"/>
                    <ns1:pt x="48" y="44"/>
                  </ns1:cubicBezTo>
                  <ns1:cubicBezTo>
                    <ns1:pt x="52" y="44"/>
                    <ns1:pt x="52" y="44"/>
                    <ns1:pt x="52" y="44"/>
                  </ns1:cubicBezTo>
                  <ns1:cubicBezTo>
                    <ns1:pt x="76" y="44"/>
                    <ns1:pt x="76" y="44"/>
                    <ns1:pt x="76" y="44"/>
                  </ns1:cubicBezTo>
                  <ns1:cubicBezTo>
                    <ns1:pt x="80" y="44"/>
                    <ns1:pt x="80" y="44"/>
                    <ns1:pt x="80" y="44"/>
                  </ns1:cubicBezTo>
                  <ns1:cubicBezTo>
                    <ns1:pt x="84" y="44"/>
                    <ns1:pt x="84" y="44"/>
                    <ns1:pt x="84" y="44"/>
                  </ns1:cubicBezTo>
                  <ns1:cubicBezTo>
                    <ns1:pt x="88" y="44"/>
                    <ns1:pt x="88" y="44"/>
                    <ns1:pt x="88" y="44"/>
                  </ns1:cubicBezTo>
                  <ns1:cubicBezTo>
                    <ns1:pt x="92" y="44"/>
                    <ns1:pt x="92" y="44"/>
                    <ns1:pt x="92" y="44"/>
                  </ns1:cubicBezTo>
                  <ns1:cubicBezTo>
                    <ns1:pt x="96" y="44"/>
                    <ns1:pt x="96" y="44"/>
                    <ns1:pt x="96" y="44"/>
                  </ns1:cubicBezTo>
                  <ns1:cubicBezTo>
                    <ns1:pt x="100" y="44"/>
                    <ns1:pt x="100" y="44"/>
                    <ns1:pt x="100" y="44"/>
                  </ns1:cubicBezTo>
                  <ns1:cubicBezTo>
                    <ns1:pt x="104" y="44"/>
                    <ns1:pt x="104" y="44"/>
                    <ns1:pt x="104" y="44"/>
                  </ns1:cubicBezTo>
                  <ns1:cubicBezTo>
                    <ns1:pt x="108" y="44"/>
                    <ns1:pt x="108" y="44"/>
                    <ns1:pt x="108" y="44"/>
                  </ns1:cubicBezTo>
                  <ns1:cubicBezTo>
                    <ns1:pt x="118" y="44"/>
                    <ns1:pt x="118" y="44"/>
                    <ns1:pt x="118" y="44"/>
                  </ns1:cubicBezTo>
                  <ns1:cubicBezTo>
                    <ns1:pt x="119" y="44"/>
                    <ns1:pt x="120" y="45"/>
                    <ns1:pt x="120" y="46"/>
                  </ns1:cubicBezTo>
                  <ns1:lnTo>
                    <ns1:pt x="104" y="64"/>
                  </ns1:lnTo>
                  <ns1:close/>
                </ns1:path>
              </ns1:pathLst>
            </ns1:custGeom>
            <ns1:grpFill/>
            <ns1:ln>
              <ns1:noFill/>
            </ns1:ln>
            <ns1:extLst>
              <ns1:ext uri="{91240B29-F687-4F45-9708-019B960494DF}">
                <ns2:hiddenLine w="9525">
                  <ns1:solidFill>
                    <ns1:srgbClr val="000000"/>
                  </ns1:solidFill>
                  <ns1:round/>
                  <ns1:headEnd/>
                  <ns1:tailEnd/>
                </ns2:hiddenLine>
              </ns1:ext>
            </ns1:extLst>
          </ns0:spPr>
          <ns0:txBody>
            <ns1:bodyPr vert="horz" wrap="square" lIns="91440" tIns="45720" rIns="91440" bIns="45720" numCol="1" anchor="t" anchorCtr="0" compatLnSpc="1">
              <ns1:prstTxWarp prst="textNoShape">
                <ns1:avLst/>
              </ns1:prstTxWarp>
            </ns1:bodyPr>
            <ns1:lstStyle/>
            <ns1:p>
              <ns1:endParaRPr lang="id-ID" sz="2700"/>
            </ns1:p>
          </ns0:txBody>
        </ns0:sp>
        <ns0:sp>
          <ns0:nvSpPr>
            <ns0:cNvPr id="355" name="Freeform 354"/>
            <ns0:cNvSpPr>
              <ns1:spLocks/>
            </ns0:cNvSpPr>
            <ns0:nvPr/>
          </ns0:nvSpPr>
          <ns0:spPr bwMode="auto">
            <ns1:xfrm>
              <ns1:off x="6529388" y="5145088"/>
              <ns1:ext cx="41275" cy="112712"/>
            </ns1:xfrm>
            <ns1:custGeom>
              <ns1:avLst/>
              <ns1:gdLst>
                <ns1:gd name="T0" fmla="*/ 2 w 11"/>
                <ns1:gd name="T1" fmla="*/ 29 h 30"/>
                <ns1:gd name="T2" fmla="*/ 2 w 11"/>
                <ns1:gd name="T3" fmla="*/ 29 h 30"/>
                <ns1:gd name="T4" fmla="*/ 2 w 11"/>
                <ns1:gd name="T5" fmla="*/ 29 h 30"/>
                <ns1:gd name="T6" fmla="*/ 4 w 11"/>
                <ns1:gd name="T7" fmla="*/ 30 h 30"/>
                <ns1:gd name="T8" fmla="*/ 6 w 11"/>
                <ns1:gd name="T9" fmla="*/ 28 h 30"/>
                <ns1:gd name="T10" fmla="*/ 6 w 11"/>
                <ns1:gd name="T11" fmla="*/ 27 h 30"/>
                <ns1:gd name="T12" fmla="*/ 6 w 11"/>
                <ns1:gd name="T13" fmla="*/ 27 h 30"/>
                <ns1:gd name="T14" fmla="*/ 7 w 11"/>
                <ns1:gd name="T15" fmla="*/ 16 h 30"/>
                <ns1:gd name="T16" fmla="*/ 9 w 11"/>
                <ns1:gd name="T17" fmla="*/ 1 h 30"/>
                <ns1:gd name="T18" fmla="*/ 7 w 11"/>
                <ns1:gd name="T19" fmla="*/ 0 h 30"/>
                <ns1:gd name="T20" fmla="*/ 5 w 11"/>
                <ns1:gd name="T21" fmla="*/ 2 h 30"/>
                <ns1:gd name="T22" fmla="*/ 5 w 11"/>
                <ns1:gd name="T23" fmla="*/ 3 h 30"/>
                <ns1:gd name="T24" fmla="*/ 5 w 11"/>
                <ns1:gd name="T25" fmla="*/ 3 h 30"/>
                <ns1:gd name="T26" fmla="*/ 5 w 11"/>
                <ns1:gd name="T27" fmla="*/ 3 h 30"/>
                <ns1:gd name="T28" fmla="*/ 5 w 11"/>
                <ns1:gd name="T29" fmla="*/ 3 h 30"/>
                <ns1:gd name="T30" fmla="*/ 4 w 11"/>
                <ns1:gd name="T31" fmla="*/ 14 h 30"/>
                <ns1:gd name="T32" fmla="*/ 2 w 11"/>
                <ns1:gd name="T33" fmla="*/ 29 h 30"/>
                <ns1:gd name="T34" fmla="*/ 2 w 11"/>
                <ns1:gd name="T35" fmla="*/ 29 h 30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  <ns1:cxn ang="0">
                  <ns1:pos x="T14" y="T15"/>
                </ns1:cxn>
                <ns1:cxn ang="0">
                  <ns1:pos x="T16" y="T17"/>
                </ns1:cxn>
                <ns1:cxn ang="0">
                  <ns1:pos x="T18" y="T19"/>
                </ns1:cxn>
                <ns1:cxn ang="0">
                  <ns1:pos x="T20" y="T21"/>
                </ns1:cxn>
                <ns1:cxn ang="0">
                  <ns1:pos x="T22" y="T23"/>
                </ns1:cxn>
                <ns1:cxn ang="0">
                  <ns1:pos x="T24" y="T25"/>
                </ns1:cxn>
                <ns1:cxn ang="0">
                  <ns1:pos x="T26" y="T27"/>
                </ns1:cxn>
                <ns1:cxn ang="0">
                  <ns1:pos x="T28" y="T29"/>
                </ns1:cxn>
                <ns1:cxn ang="0">
                  <ns1:pos x="T30" y="T31"/>
                </ns1:cxn>
                <ns1:cxn ang="0">
                  <ns1:pos x="T32" y="T33"/>
                </ns1:cxn>
                <ns1:cxn ang="0">
                  <ns1:pos x="T34" y="T35"/>
                </ns1:cxn>
              </ns1:cxnLst>
              <ns1:rect l="0" t="0" r="r" b="b"/>
              <ns1:pathLst>
                <ns1:path w="11" h="30">
                  <ns1:moveTo>
                    <ns1:pt x="2" y="29"/>
                  </ns1:moveTo>
                  <ns1:cubicBezTo>
                    <ns1:pt x="2" y="29"/>
                    <ns1:pt x="2" y="29"/>
                    <ns1:pt x="2" y="29"/>
                  </ns1:cubicBezTo>
                  <ns1:cubicBezTo>
                    <ns1:pt x="2" y="29"/>
                    <ns1:pt x="2" y="29"/>
                    <ns1:pt x="2" y="29"/>
                  </ns1:cubicBezTo>
                  <ns1:cubicBezTo>
                    <ns1:pt x="2" y="30"/>
                    <ns1:pt x="3" y="30"/>
                    <ns1:pt x="4" y="30"/>
                  </ns1:cubicBezTo>
                  <ns1:cubicBezTo>
                    <ns1:pt x="5" y="30"/>
                    <ns1:pt x="6" y="29"/>
                    <ns1:pt x="6" y="28"/>
                  </ns1:cubicBezTo>
                  <ns1:cubicBezTo>
                    <ns1:pt x="6" y="28"/>
                    <ns1:pt x="6" y="28"/>
                    <ns1:pt x="6" y="27"/>
                  </ns1:cubicBezTo>
                  <ns1:cubicBezTo>
                    <ns1:pt x="6" y="27"/>
                    <ns1:pt x="6" y="27"/>
                    <ns1:pt x="6" y="27"/>
                  </ns1:cubicBezTo>
                  <ns1:cubicBezTo>
                    <ns1:pt x="4" y="24"/>
                    <ns1:pt x="6" y="20"/>
                    <ns1:pt x="7" y="16"/>
                  </ns1:cubicBezTo>
                  <ns1:cubicBezTo>
                    <ns1:pt x="9" y="11"/>
                    <ns1:pt x="11" y="6"/>
                    <ns1:pt x="9" y="1"/>
                  </ns1:cubicBezTo>
                  <ns1:cubicBezTo>
                    <ns1:pt x="9" y="1"/>
                    <ns1:pt x="8" y="0"/>
                    <ns1:pt x="7" y="0"/>
                  </ns1:cubicBezTo>
                  <ns1:cubicBezTo>
                    <ns1:pt x="6" y="0"/>
                    <ns1:pt x="5" y="1"/>
                    <ns1:pt x="5" y="2"/>
                  </ns1:cubicBezTo>
                  <ns1:cubicBezTo>
                    <ns1:pt x="5" y="2"/>
                    <ns1:pt x="5" y="2"/>
                    <ns1:pt x="5" y="3"/>
                  </ns1:cubicBezTo>
                  <ns1:cubicBezTo>
                    <ns1:pt x="5" y="3"/>
                    <ns1:pt x="5" y="3"/>
                    <ns1:pt x="5" y="3"/>
                  </ns1:cubicBezTo>
                  <ns1:cubicBezTo>
                    <ns1:pt x="5" y="3"/>
                    <ns1:pt x="5" y="3"/>
                    <ns1:pt x="5" y="3"/>
                  </ns1:cubicBezTo>
                  <ns1:cubicBezTo>
                    <ns1:pt x="5" y="3"/>
                    <ns1:pt x="5" y="3"/>
                    <ns1:pt x="5" y="3"/>
                  </ns1:cubicBezTo>
                  <ns1:cubicBezTo>
                    <ns1:pt x="7" y="6"/>
                    <ns1:pt x="5" y="10"/>
                    <ns1:pt x="4" y="14"/>
                  </ns1:cubicBezTo>
                  <ns1:cubicBezTo>
                    <ns1:pt x="2" y="19"/>
                    <ns1:pt x="0" y="24"/>
                    <ns1:pt x="2" y="29"/>
                  </ns1:cubicBezTo>
                  <ns1:cubicBezTo>
                    <ns1:pt x="2" y="29"/>
                    <ns1:pt x="2" y="29"/>
                    <ns1:pt x="2" y="29"/>
                  </ns1:cubicBezTo>
                  <ns1:close/>
                </ns1:path>
              </ns1:pathLst>
            </ns1:custGeom>
            <ns1:grpFill/>
            <ns1:ln>
              <ns1:noFill/>
            </ns1:ln>
            <ns1:extLst>
              <ns1:ext uri="{91240B29-F687-4F45-9708-019B960494DF}">
                <ns2:hiddenLine w="9525">
                  <ns1:solidFill>
                    <ns1:srgbClr val="000000"/>
                  </ns1:solidFill>
                  <ns1:round/>
                  <ns1:headEnd/>
                  <ns1:tailEnd/>
                </ns2:hiddenLine>
              </ns1:ext>
            </ns1:extLst>
          </ns0:spPr>
          <ns0:txBody>
            <ns1:bodyPr vert="horz" wrap="square" lIns="91440" tIns="45720" rIns="91440" bIns="45720" numCol="1" anchor="t" anchorCtr="0" compatLnSpc="1">
              <ns1:prstTxWarp prst="textNoShape">
                <ns1:avLst/>
              </ns1:prstTxWarp>
            </ns1:bodyPr>
            <ns1:lstStyle/>
            <ns1:p>
              <ns1:endParaRPr lang="id-ID" sz="2700"/>
            </ns1:p>
          </ns0:txBody>
        </ns0:sp>
        <ns0:sp>
          <ns0:nvSpPr>
            <ns0:cNvPr id="356" name="Freeform 355"/>
            <ns0:cNvSpPr>
              <ns1:spLocks/>
            </ns0:cNvSpPr>
            <ns0:nvPr/>
          </ns0:nvSpPr>
          <ns0:spPr bwMode="auto">
            <ns1:xfrm>
              <ns1:off x="6708775" y="5141913"/>
              <ns1:ext cx="46037" cy="112712"/>
            </ns1:xfrm>
            <ns1:custGeom>
              <ns1:avLst/>
              <ns1:gdLst>
                <ns1:gd name="T0" fmla="*/ 3 w 12"/>
                <ns1:gd name="T1" fmla="*/ 29 h 30"/>
                <ns1:gd name="T2" fmla="*/ 3 w 12"/>
                <ns1:gd name="T3" fmla="*/ 29 h 30"/>
                <ns1:gd name="T4" fmla="*/ 3 w 12"/>
                <ns1:gd name="T5" fmla="*/ 29 h 30"/>
                <ns1:gd name="T6" fmla="*/ 4 w 12"/>
                <ns1:gd name="T7" fmla="*/ 30 h 30"/>
                <ns1:gd name="T8" fmla="*/ 6 w 12"/>
                <ns1:gd name="T9" fmla="*/ 28 h 30"/>
                <ns1:gd name="T10" fmla="*/ 6 w 12"/>
                <ns1:gd name="T11" fmla="*/ 28 h 30"/>
                <ns1:gd name="T12" fmla="*/ 6 w 12"/>
                <ns1:gd name="T13" fmla="*/ 28 h 30"/>
                <ns1:gd name="T14" fmla="*/ 8 w 12"/>
                <ns1:gd name="T15" fmla="*/ 16 h 30"/>
                <ns1:gd name="T16" fmla="*/ 10 w 12"/>
                <ns1:gd name="T17" fmla="*/ 2 h 30"/>
                <ns1:gd name="T18" fmla="*/ 8 w 12"/>
                <ns1:gd name="T19" fmla="*/ 0 h 30"/>
                <ns1:gd name="T20" fmla="*/ 6 w 12"/>
                <ns1:gd name="T21" fmla="*/ 2 h 30"/>
                <ns1:gd name="T22" fmla="*/ 6 w 12"/>
                <ns1:gd name="T23" fmla="*/ 3 h 30"/>
                <ns1:gd name="T24" fmla="*/ 6 w 12"/>
                <ns1:gd name="T25" fmla="*/ 3 h 30"/>
                <ns1:gd name="T26" fmla="*/ 6 w 12"/>
                <ns1:gd name="T27" fmla="*/ 3 h 30"/>
                <ns1:gd name="T28" fmla="*/ 6 w 12"/>
                <ns1:gd name="T29" fmla="*/ 3 h 30"/>
                <ns1:gd name="T30" fmla="*/ 4 w 12"/>
                <ns1:gd name="T31" fmla="*/ 15 h 30"/>
                <ns1:gd name="T32" fmla="*/ 3 w 12"/>
                <ns1:gd name="T33" fmla="*/ 29 h 30"/>
                <ns1:gd name="T34" fmla="*/ 3 w 12"/>
                <ns1:gd name="T35" fmla="*/ 29 h 30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  <ns1:cxn ang="0">
                  <ns1:pos x="T14" y="T15"/>
                </ns1:cxn>
                <ns1:cxn ang="0">
                  <ns1:pos x="T16" y="T17"/>
                </ns1:cxn>
                <ns1:cxn ang="0">
                  <ns1:pos x="T18" y="T19"/>
                </ns1:cxn>
                <ns1:cxn ang="0">
                  <ns1:pos x="T20" y="T21"/>
                </ns1:cxn>
                <ns1:cxn ang="0">
                  <ns1:pos x="T22" y="T23"/>
                </ns1:cxn>
                <ns1:cxn ang="0">
                  <ns1:pos x="T24" y="T25"/>
                </ns1:cxn>
                <ns1:cxn ang="0">
                  <ns1:pos x="T26" y="T27"/>
                </ns1:cxn>
                <ns1:cxn ang="0">
                  <ns1:pos x="T28" y="T29"/>
                </ns1:cxn>
                <ns1:cxn ang="0">
                  <ns1:pos x="T30" y="T31"/>
                </ns1:cxn>
                <ns1:cxn ang="0">
                  <ns1:pos x="T32" y="T33"/>
                </ns1:cxn>
                <ns1:cxn ang="0">
                  <ns1:pos x="T34" y="T35"/>
                </ns1:cxn>
              </ns1:cxnLst>
              <ns1:rect l="0" t="0" r="r" b="b"/>
              <ns1:pathLst>
                <ns1:path w="12" h="30">
                  <ns1:moveTo>
                    <ns1:pt x="3" y="29"/>
                  </ns1:moveTo>
                  <ns1:cubicBezTo>
                    <ns1:pt x="3" y="29"/>
                    <ns1:pt x="3" y="29"/>
                    <ns1:pt x="3" y="29"/>
                  </ns1:cubicBezTo>
                  <ns1:cubicBezTo>
                    <ns1:pt x="3" y="29"/>
                    <ns1:pt x="3" y="29"/>
                    <ns1:pt x="3" y="29"/>
                  </ns1:cubicBezTo>
                  <ns1:cubicBezTo>
                    <ns1:pt x="3" y="30"/>
                    <ns1:pt x="4" y="30"/>
                    <ns1:pt x="4" y="30"/>
                  </ns1:cubicBezTo>
                  <ns1:cubicBezTo>
                    <ns1:pt x="6" y="30"/>
                    <ns1:pt x="6" y="30"/>
                    <ns1:pt x="6" y="28"/>
                  </ns1:cubicBezTo>
                  <ns1:cubicBezTo>
                    <ns1:pt x="6" y="28"/>
                    <ns1:pt x="6" y="28"/>
                    <ns1:pt x="6" y="28"/>
                  </ns1:cubicBezTo>
                  <ns1:cubicBezTo>
                    <ns1:pt x="6" y="28"/>
                    <ns1:pt x="6" y="28"/>
                    <ns1:pt x="6" y="28"/>
                  </ns1:cubicBezTo>
                  <ns1:cubicBezTo>
                    <ns1:pt x="5" y="24"/>
                    <ns1:pt x="6" y="20"/>
                    <ns1:pt x="8" y="16"/>
                  </ns1:cubicBezTo>
                  <ns1:cubicBezTo>
                    <ns1:pt x="10" y="12"/>
                    <ns1:pt x="12" y="7"/>
                    <ns1:pt x="10" y="2"/>
                  </ns1:cubicBezTo>
                  <ns1:cubicBezTo>
                    <ns1:pt x="9" y="1"/>
                    <ns1:pt x="9" y="0"/>
                    <ns1:pt x="8" y="0"/>
                  </ns1:cubicBezTo>
                  <ns1:cubicBezTo>
                    <ns1:pt x="7" y="0"/>
                    <ns1:pt x="6" y="1"/>
                    <ns1:pt x="6" y="2"/>
                  </ns1:cubicBezTo>
                  <ns1:cubicBezTo>
                    <ns1:pt x="6" y="3"/>
                    <ns1:pt x="6" y="3"/>
                    <ns1:pt x="6" y="3"/>
                  </ns1:cubicBezTo>
                  <ns1:cubicBezTo>
                    <ns1:pt x="6" y="3"/>
                    <ns1:pt x="6" y="3"/>
                    <ns1:pt x="6" y="3"/>
                  </ns1:cubicBezTo>
                  <ns1:cubicBezTo>
                    <ns1:pt x="6" y="3"/>
                    <ns1:pt x="6" y="3"/>
                    <ns1:pt x="6" y="3"/>
                  </ns1:cubicBezTo>
                  <ns1:cubicBezTo>
                    <ns1:pt x="6" y="3"/>
                    <ns1:pt x="6" y="3"/>
                    <ns1:pt x="6" y="3"/>
                  </ns1:cubicBezTo>
                  <ns1:cubicBezTo>
                    <ns1:pt x="8" y="7"/>
                    <ns1:pt x="6" y="11"/>
                    <ns1:pt x="4" y="15"/>
                  </ns1:cubicBezTo>
                  <ns1:cubicBezTo>
                    <ns1:pt x="3" y="19"/>
                    <ns1:pt x="0" y="24"/>
                    <ns1:pt x="3" y="29"/>
                  </ns1:cubicBezTo>
                  <ns1:cubicBezTo>
                    <ns1:pt x="3" y="29"/>
                    <ns1:pt x="3" y="29"/>
                    <ns1:pt x="3" y="29"/>
                  </ns1:cubicBezTo>
                  <ns1:close/>
                </ns1:path>
              </ns1:pathLst>
            </ns1:custGeom>
            <ns1:grpFill/>
            <ns1:ln>
              <ns1:noFill/>
            </ns1:ln>
            <ns1:extLst>
              <ns1:ext uri="{91240B29-F687-4F45-9708-019B960494DF}">
                <ns2:hiddenLine w="9525">
                  <ns1:solidFill>
                    <ns1:srgbClr val="000000"/>
                  </ns1:solidFill>
                  <ns1:round/>
                  <ns1:headEnd/>
                  <ns1:tailEnd/>
                </ns2:hiddenLine>
              </ns1:ext>
            </ns1:extLst>
          </ns0:spPr>
          <ns0:txBody>
            <ns1:bodyPr vert="horz" wrap="square" lIns="91440" tIns="45720" rIns="91440" bIns="45720" numCol="1" anchor="t" anchorCtr="0" compatLnSpc="1">
              <ns1:prstTxWarp prst="textNoShape">
                <ns1:avLst/>
              </ns1:prstTxWarp>
            </ns1:bodyPr>
            <ns1:lstStyle/>
            <ns1:p>
              <ns1:endParaRPr lang="id-ID" sz="2700"/>
            </ns1:p>
          </ns0:txBody>
        </ns0:sp>
        <ns0:sp>
          <ns0:nvSpPr>
            <ns0:cNvPr id="357" name="Freeform 356"/>
            <ns0:cNvSpPr>
              <ns1:spLocks/>
            </ns0:cNvSpPr>
            <ns0:nvPr/>
          </ns0:nvSpPr>
          <ns0:spPr bwMode="auto">
            <ns1:xfrm>
              <ns1:off x="6634163" y="5076825"/>
              <ns1:ext cx="41275" cy="112712"/>
            </ns1:xfrm>
            <ns1:custGeom>
              <ns1:avLst/>
              <ns1:gdLst>
                <ns1:gd name="T0" fmla="*/ 2 w 11"/>
                <ns1:gd name="T1" fmla="*/ 29 h 30"/>
                <ns1:gd name="T2" fmla="*/ 2 w 11"/>
                <ns1:gd name="T3" fmla="*/ 29 h 30"/>
                <ns1:gd name="T4" fmla="*/ 2 w 11"/>
                <ns1:gd name="T5" fmla="*/ 29 h 30"/>
                <ns1:gd name="T6" fmla="*/ 4 w 11"/>
                <ns1:gd name="T7" fmla="*/ 30 h 30"/>
                <ns1:gd name="T8" fmla="*/ 6 w 11"/>
                <ns1:gd name="T9" fmla="*/ 28 h 30"/>
                <ns1:gd name="T10" fmla="*/ 6 w 11"/>
                <ns1:gd name="T11" fmla="*/ 28 h 30"/>
                <ns1:gd name="T12" fmla="*/ 6 w 11"/>
                <ns1:gd name="T13" fmla="*/ 28 h 30"/>
                <ns1:gd name="T14" fmla="*/ 8 w 11"/>
                <ns1:gd name="T15" fmla="*/ 16 h 30"/>
                <ns1:gd name="T16" fmla="*/ 9 w 11"/>
                <ns1:gd name="T17" fmla="*/ 1 h 30"/>
                <ns1:gd name="T18" fmla="*/ 7 w 11"/>
                <ns1:gd name="T19" fmla="*/ 0 h 30"/>
                <ns1:gd name="T20" fmla="*/ 5 w 11"/>
                <ns1:gd name="T21" fmla="*/ 2 h 30"/>
                <ns1:gd name="T22" fmla="*/ 6 w 11"/>
                <ns1:gd name="T23" fmla="*/ 3 h 30"/>
                <ns1:gd name="T24" fmla="*/ 6 w 11"/>
                <ns1:gd name="T25" fmla="*/ 3 h 30"/>
                <ns1:gd name="T26" fmla="*/ 6 w 11"/>
                <ns1:gd name="T27" fmla="*/ 3 h 30"/>
                <ns1:gd name="T28" fmla="*/ 6 w 11"/>
                <ns1:gd name="T29" fmla="*/ 3 h 30"/>
                <ns1:gd name="T30" fmla="*/ 4 w 11"/>
                <ns1:gd name="T31" fmla="*/ 14 h 30"/>
                <ns1:gd name="T32" fmla="*/ 2 w 11"/>
                <ns1:gd name="T33" fmla="*/ 29 h 30"/>
                <ns1:gd name="T34" fmla="*/ 2 w 11"/>
                <ns1:gd name="T35" fmla="*/ 29 h 30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  <ns1:cxn ang="0">
                  <ns1:pos x="T14" y="T15"/>
                </ns1:cxn>
                <ns1:cxn ang="0">
                  <ns1:pos x="T16" y="T17"/>
                </ns1:cxn>
                <ns1:cxn ang="0">
                  <ns1:pos x="T18" y="T19"/>
                </ns1:cxn>
                <ns1:cxn ang="0">
                  <ns1:pos x="T20" y="T21"/>
                </ns1:cxn>
                <ns1:cxn ang="0">
                  <ns1:pos x="T22" y="T23"/>
                </ns1:cxn>
                <ns1:cxn ang="0">
                  <ns1:pos x="T24" y="T25"/>
                </ns1:cxn>
                <ns1:cxn ang="0">
                  <ns1:pos x="T26" y="T27"/>
                </ns1:cxn>
                <ns1:cxn ang="0">
                  <ns1:pos x="T28" y="T29"/>
                </ns1:cxn>
                <ns1:cxn ang="0">
                  <ns1:pos x="T30" y="T31"/>
                </ns1:cxn>
                <ns1:cxn ang="0">
                  <ns1:pos x="T32" y="T33"/>
                </ns1:cxn>
                <ns1:cxn ang="0">
                  <ns1:pos x="T34" y="T35"/>
                </ns1:cxn>
              </ns1:cxnLst>
              <ns1:rect l="0" t="0" r="r" b="b"/>
              <ns1:pathLst>
                <ns1:path w="11" h="30">
                  <ns1:moveTo>
                    <ns1:pt x="2" y="29"/>
                  </ns1:moveTo>
                  <ns1:cubicBezTo>
                    <ns1:pt x="2" y="29"/>
                    <ns1:pt x="2" y="29"/>
                    <ns1:pt x="2" y="29"/>
                  </ns1:cubicBezTo>
                  <ns1:cubicBezTo>
                    <ns1:pt x="2" y="29"/>
                    <ns1:pt x="2" y="29"/>
                    <ns1:pt x="2" y="29"/>
                  </ns1:cubicBezTo>
                  <ns1:cubicBezTo>
                    <ns1:pt x="2" y="30"/>
                    <ns1:pt x="3" y="30"/>
                    <ns1:pt x="4" y="30"/>
                  </ns1:cubicBezTo>
                  <ns1:cubicBezTo>
                    <ns1:pt x="5" y="30"/>
                    <ns1:pt x="6" y="29"/>
                    <ns1:pt x="6" y="28"/>
                  </ns1:cubicBezTo>
                  <ns1:cubicBezTo>
                    <ns1:pt x="6" y="28"/>
                    <ns1:pt x="6" y="28"/>
                    <ns1:pt x="6" y="28"/>
                  </ns1:cubicBezTo>
                  <ns1:cubicBezTo>
                    <ns1:pt x="6" y="28"/>
                    <ns1:pt x="6" y="28"/>
                    <ns1:pt x="6" y="28"/>
                  </ns1:cubicBezTo>
                  <ns1:cubicBezTo>
                    <ns1:pt x="4" y="24"/>
                    <ns1:pt x="6" y="20"/>
                    <ns1:pt x="8" y="16"/>
                  </ns1:cubicBezTo>
                  <ns1:cubicBezTo>
                    <ns1:pt x="9" y="11"/>
                    <ns1:pt x="11" y="6"/>
                    <ns1:pt x="9" y="1"/>
                  </ns1:cubicBezTo>
                  <ns1:cubicBezTo>
                    <ns1:pt x="9" y="1"/>
                    <ns1:pt x="8" y="0"/>
                    <ns1:pt x="7" y="0"/>
                  </ns1:cubicBezTo>
                  <ns1:cubicBezTo>
                    <ns1:pt x="6" y="0"/>
                    <ns1:pt x="5" y="1"/>
                    <ns1:pt x="5" y="2"/>
                  </ns1:cubicBezTo>
                  <ns1:cubicBezTo>
                    <ns1:pt x="5" y="2"/>
                    <ns1:pt x="5" y="3"/>
                    <ns1:pt x="6" y="3"/>
                  </ns1:cubicBezTo>
                  <ns1:cubicBezTo>
                    <ns1:pt x="6" y="3"/>
                    <ns1:pt x="6" y="3"/>
                    <ns1:pt x="6" y="3"/>
                  </ns1:cubicBezTo>
                  <ns1:cubicBezTo>
                    <ns1:pt x="6" y="3"/>
                    <ns1:pt x="6" y="3"/>
                    <ns1:pt x="6" y="3"/>
                  </ns1:cubicBezTo>
                  <ns1:cubicBezTo>
                    <ns1:pt x="6" y="3"/>
                    <ns1:pt x="6" y="3"/>
                    <ns1:pt x="6" y="3"/>
                  </ns1:cubicBezTo>
                  <ns1:cubicBezTo>
                    <ns1:pt x="7" y="7"/>
                    <ns1:pt x="6" y="10"/>
                    <ns1:pt x="4" y="14"/>
                  </ns1:cubicBezTo>
                  <ns1:cubicBezTo>
                    <ns1:pt x="2" y="19"/>
                    <ns1:pt x="0" y="24"/>
                    <ns1:pt x="2" y="29"/>
                  </ns1:cubicBezTo>
                  <ns1:cubicBezTo>
                    <ns1:pt x="2" y="29"/>
                    <ns1:pt x="2" y="29"/>
                    <ns1:pt x="2" y="29"/>
                  </ns1:cubicBezTo>
                  <ns1:close/>
                </ns1:path>
              </ns1:pathLst>
            </ns1:custGeom>
            <ns1:grpFill/>
            <ns1:ln>
              <ns1:noFill/>
            </ns1:ln>
            <ns1:extLst>
              <ns1:ext uri="{91240B29-F687-4F45-9708-019B960494DF}">
                <ns2:hiddenLine w="9525">
                  <ns1:solidFill>
                    <ns1:srgbClr val="000000"/>
                  </ns1:solidFill>
                  <ns1:round/>
                  <ns1:headEnd/>
                  <ns1:tailEnd/>
                </ns2:hiddenLine>
              </ns1:ext>
            </ns1:extLst>
          </ns0:spPr>
          <ns0:txBody>
            <ns1:bodyPr vert="horz" wrap="square" lIns="91440" tIns="45720" rIns="91440" bIns="45720" numCol="1" anchor="t" anchorCtr="0" compatLnSpc="1">
              <ns1:prstTxWarp prst="textNoShape">
                <ns1:avLst/>
              </ns1:prstTxWarp>
            </ns1:bodyPr>
            <ns1:lstStyle/>
            <ns1:p>
              <ns1:endParaRPr lang="id-ID" sz="2700"/>
            </ns1:p>
          </ns0:txBody>
        </ns0:sp>
      </ns0:grpSp>
      <ns0:grpSp>
        <ns0:nvGrpSpPr>
          <ns0:cNvPr id="358" name="Group 357"/>
          <ns0:cNvGrpSpPr/>
          <ns0:nvPr/>
        </ns0:nvGrpSpPr>
        <ns0:grpSpPr>
          <ns1:xfrm rot="20700000">
            <ns1:off x="10199975" y="6113235"/>
            <ns1:ext cx="498116" cy="285788"/>
            <ns1:chOff x="7779638" y="1072086"/>
            <ns1:chExt cx="436722" cy="250564"/>
          </ns1:xfrm>
          <ns1:solidFill>
            <ns1:schemeClr val="tx1"/>
          </ns1:solidFill>
        </ns0:grpSpPr>
        <ns0:sp>
          <ns0:nvSpPr>
            <ns0:cNvPr id="359" name="Freeform 16"/>
            <ns0:cNvSpPr>
              <ns1:spLocks/>
            </ns0:cNvSpPr>
            <ns0:nvPr/>
          </ns0:nvSpPr>
          <ns0:spPr bwMode="auto">
            <ns1:xfrm>
              <ns1:off x="7829045" y="1124140"/>
              <ns1:ext cx="117342" cy="146456"/>
            </ns1:xfrm>
            <ns1:custGeom>
              <ns1:avLst/>
              <ns1:gdLst>
                <ns1:gd name="T0" fmla="*/ 40 w 56"/>
                <ns1:gd name="T1" fmla="*/ 35 h 70"/>
                <ns1:gd name="T2" fmla="*/ 56 w 56"/>
                <ns1:gd name="T3" fmla="*/ 0 h 70"/>
                <ns1:gd name="T4" fmla="*/ 20 w 56"/>
                <ns1:gd name="T5" fmla="*/ 0 h 70"/>
                <ns1:gd name="T6" fmla="*/ 0 w 56"/>
                <ns1:gd name="T7" fmla="*/ 19 h 70"/>
                <ns1:gd name="T8" fmla="*/ 0 w 56"/>
                <ns1:gd name="T9" fmla="*/ 51 h 70"/>
                <ns1:gd name="T10" fmla="*/ 20 w 56"/>
                <ns1:gd name="T11" fmla="*/ 70 h 70"/>
                <ns1:gd name="T12" fmla="*/ 56 w 56"/>
                <ns1:gd name="T13" fmla="*/ 70 h 70"/>
                <ns1:gd name="T14" fmla="*/ 40 w 56"/>
                <ns1:gd name="T15" fmla="*/ 35 h 70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  <ns1:cxn ang="0">
                  <ns1:pos x="T14" y="T15"/>
                </ns1:cxn>
              </ns1:cxnLst>
              <ns1:rect l="0" t="0" r="r" b="b"/>
              <ns1:pathLst>
                <ns1:path w="56" h="70">
                  <ns1:moveTo>
                    <ns1:pt x="40" y="35"/>
                  </ns1:moveTo>
                  <ns1:cubicBezTo>
                    <ns1:pt x="40" y="21"/>
                    <ns1:pt x="46" y="8"/>
                    <ns1:pt x="56" y="0"/>
                  </ns1:cubicBezTo>
                  <ns1:cubicBezTo>
                    <ns1:pt x="20" y="0"/>
                    <ns1:pt x="20" y="0"/>
                    <ns1:pt x="20" y="0"/>
                  </ns1:cubicBezTo>
                  <ns1:cubicBezTo>
                    <ns1:pt x="18" y="10"/>
                    <ns1:pt x="10" y="17"/>
                    <ns1:pt x="0" y="19"/>
                  </ns1:cubicBezTo>
                  <ns1:cubicBezTo>
                    <ns1:pt x="0" y="51"/>
                    <ns1:pt x="0" y="51"/>
                    <ns1:pt x="0" y="51"/>
                  </ns1:cubicBezTo>
                  <ns1:cubicBezTo>
                    <ns1:pt x="10" y="52"/>
                    <ns1:pt x="18" y="60"/>
                    <ns1:pt x="20" y="70"/>
                  </ns1:cubicBezTo>
                  <ns1:cubicBezTo>
                    <ns1:pt x="56" y="70"/>
                    <ns1:pt x="56" y="70"/>
                    <ns1:pt x="56" y="70"/>
                  </ns1:cubicBezTo>
                  <ns1:cubicBezTo>
                    <ns1:pt x="46" y="62"/>
                    <ns1:pt x="40" y="49"/>
                    <ns1:pt x="40" y="35"/>
                  </ns1:cubicBezTo>
                  <ns1:close/>
                </ns1:path>
              </ns1:pathLst>
            </ns1:custGeom>
            <ns1:grpFill/>
            <ns1:ln>
              <ns1:noFill/>
            </ns1:ln>
            <ns1:extLst>
              <ns1:ext uri="{91240B29-F687-4F45-9708-019B960494DF}">
                <ns2:hiddenLine w="9525">
                  <ns1:solidFill>
                    <ns1:srgbClr val="000000"/>
                  </ns1:solidFill>
                  <ns1:round/>
                  <ns1:headEnd/>
                  <ns1:tailEnd/>
                </ns2:hiddenLine>
              </ns1:ext>
            </ns1:extLst>
          </ns0:spPr>
          <ns0:txBody>
            <ns1:bodyPr vert="horz" wrap="square" lIns="91440" tIns="45720" rIns="91440" bIns="45720" numCol="1" anchor="t" anchorCtr="0" compatLnSpc="1">
              <ns1:prstTxWarp prst="textNoShape">
                <ns1:avLst/>
              </ns1:prstTxWarp>
            </ns1:bodyPr>
            <ns1:lstStyle/>
            <ns1:p>
              <ns1:endParaRPr lang="id-ID" sz="2700"/>
            </ns1:p>
          </ns0:txBody>
        </ns0:sp>
        <ns0:sp>
          <ns0:nvSpPr>
            <ns0:cNvPr id="360" name="Freeform 17"/>
            <ns0:cNvSpPr>
              <ns1:spLocks/>
            </ns0:cNvSpPr>
            <ns0:nvPr/>
          </ns0:nvSpPr>
          <ns0:spPr bwMode="auto">
            <ns1:xfrm>
              <ns1:off x="8049611" y="1124140"/>
              <ns1:ext cx="114695" cy="146456"/>
            </ns1:xfrm>
            <ns1:custGeom>
              <ns1:avLst/>
              <ns1:gdLst>
                <ns1:gd name="T0" fmla="*/ 35 w 55"/>
                <ns1:gd name="T1" fmla="*/ 0 h 70"/>
                <ns1:gd name="T2" fmla="*/ 0 w 55"/>
                <ns1:gd name="T3" fmla="*/ 0 h 70"/>
                <ns1:gd name="T4" fmla="*/ 15 w 55"/>
                <ns1:gd name="T5" fmla="*/ 35 h 70"/>
                <ns1:gd name="T6" fmla="*/ 0 w 55"/>
                <ns1:gd name="T7" fmla="*/ 70 h 70"/>
                <ns1:gd name="T8" fmla="*/ 35 w 55"/>
                <ns1:gd name="T9" fmla="*/ 70 h 70"/>
                <ns1:gd name="T10" fmla="*/ 55 w 55"/>
                <ns1:gd name="T11" fmla="*/ 51 h 70"/>
                <ns1:gd name="T12" fmla="*/ 55 w 55"/>
                <ns1:gd name="T13" fmla="*/ 19 h 70"/>
                <ns1:gd name="T14" fmla="*/ 35 w 55"/>
                <ns1:gd name="T15" fmla="*/ 0 h 70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  <ns1:cxn ang="0">
                  <ns1:pos x="T14" y="T15"/>
                </ns1:cxn>
              </ns1:cxnLst>
              <ns1:rect l="0" t="0" r="r" b="b"/>
              <ns1:pathLst>
                <ns1:path w="55" h="70">
                  <ns1:moveTo>
                    <ns1:pt x="35" y="0"/>
                  </ns1:moveTo>
                  <ns1:cubicBezTo>
                    <ns1:pt x="0" y="0"/>
                    <ns1:pt x="0" y="0"/>
                    <ns1:pt x="0" y="0"/>
                  </ns1:cubicBezTo>
                  <ns1:cubicBezTo>
                    <ns1:pt x="9" y="8"/>
                    <ns1:pt x="15" y="21"/>
                    <ns1:pt x="15" y="35"/>
                  </ns1:cubicBezTo>
                  <ns1:cubicBezTo>
                    <ns1:pt x="15" y="49"/>
                    <ns1:pt x="9" y="62"/>
                    <ns1:pt x="0" y="70"/>
                  </ns1:cubicBezTo>
                  <ns1:cubicBezTo>
                    <ns1:pt x="35" y="70"/>
                    <ns1:pt x="35" y="70"/>
                    <ns1:pt x="35" y="70"/>
                  </ns1:cubicBezTo>
                  <ns1:cubicBezTo>
                    <ns1:pt x="37" y="60"/>
                    <ns1:pt x="45" y="52"/>
                    <ns1:pt x="55" y="51"/>
                  </ns1:cubicBezTo>
                  <ns1:cubicBezTo>
                    <ns1:pt x="55" y="19"/>
                    <ns1:pt x="55" y="19"/>
                    <ns1:pt x="55" y="19"/>
                  </ns1:cubicBezTo>
                  <ns1:cubicBezTo>
                    <ns1:pt x="45" y="17"/>
                    <ns1:pt x="37" y="10"/>
                    <ns1:pt x="35" y="0"/>
                  </ns1:cubicBezTo>
                  <ns1:close/>
                </ns1:path>
              </ns1:pathLst>
            </ns1:custGeom>
            <ns1:grpFill/>
            <ns1:ln>
              <ns1:noFill/>
            </ns1:ln>
            <ns1:extLst>
              <ns1:ext uri="{91240B29-F687-4F45-9708-019B960494DF}">
                <ns2:hiddenLine w="9525">
                  <ns1:solidFill>
                    <ns1:srgbClr val="000000"/>
                  </ns1:solidFill>
                  <ns1:round/>
                  <ns1:headEnd/>
                  <ns1:tailEnd/>
                </ns2:hiddenLine>
              </ns1:ext>
            </ns1:extLst>
          </ns0:spPr>
          <ns0:txBody>
            <ns1:bodyPr vert="horz" wrap="square" lIns="91440" tIns="45720" rIns="91440" bIns="45720" numCol="1" anchor="t" anchorCtr="0" compatLnSpc="1">
              <ns1:prstTxWarp prst="textNoShape">
                <ns1:avLst/>
              </ns1:prstTxWarp>
            </ns1:bodyPr>
            <ns1:lstStyle/>
            <ns1:p>
              <ns1:endParaRPr lang="id-ID" sz="2700"/>
            </ns1:p>
          </ns0:txBody>
        </ns0:sp>
        <ns0:sp>
          <ns0:nvSpPr>
            <ns0:cNvPr id="361" name="Freeform 18"/>
            <ns0:cNvSpPr>
              <ns1:spLocks noEditPoints="1"/>
            </ns0:cNvSpPr>
            <ns0:nvPr/>
          </ns0:nvSpPr>
          <ns0:spPr bwMode="auto">
            <ns1:xfrm>
              <ns1:off x="7932270" y="1124140"/>
              <ns1:ext cx="129693" cy="146456"/>
            </ns1:xfrm>
            <ns1:custGeom>
              <ns1:avLst/>
              <ns1:gdLst>
                <ns1:gd name="T0" fmla="*/ 31 w 62"/>
                <ns1:gd name="T1" fmla="*/ 0 h 70"/>
                <ns1:gd name="T2" fmla="*/ 0 w 62"/>
                <ns1:gd name="T3" fmla="*/ 35 h 70"/>
                <ns1:gd name="T4" fmla="*/ 31 w 62"/>
                <ns1:gd name="T5" fmla="*/ 70 h 70"/>
                <ns1:gd name="T6" fmla="*/ 62 w 62"/>
                <ns1:gd name="T7" fmla="*/ 35 h 70"/>
                <ns1:gd name="T8" fmla="*/ 31 w 62"/>
                <ns1:gd name="T9" fmla="*/ 0 h 70"/>
                <ns1:gd name="T10" fmla="*/ 34 w 62"/>
                <ns1:gd name="T11" fmla="*/ 54 h 70"/>
                <ns1:gd name="T12" fmla="*/ 34 w 62"/>
                <ns1:gd name="T13" fmla="*/ 61 h 70"/>
                <ns1:gd name="T14" fmla="*/ 28 w 62"/>
                <ns1:gd name="T15" fmla="*/ 61 h 70"/>
                <ns1:gd name="T16" fmla="*/ 28 w 62"/>
                <ns1:gd name="T17" fmla="*/ 55 h 70"/>
                <ns1:gd name="T18" fmla="*/ 17 w 62"/>
                <ns1:gd name="T19" fmla="*/ 52 h 70"/>
                <ns1:gd name="T20" fmla="*/ 19 w 62"/>
                <ns1:gd name="T21" fmla="*/ 45 h 70"/>
                <ns1:gd name="T22" fmla="*/ 29 w 62"/>
                <ns1:gd name="T23" fmla="*/ 47 h 70"/>
                <ns1:gd name="T24" fmla="*/ 36 w 62"/>
                <ns1:gd name="T25" fmla="*/ 43 h 70"/>
                <ns1:gd name="T26" fmla="*/ 29 w 62"/>
                <ns1:gd name="T27" fmla="*/ 38 h 70"/>
                <ns1:gd name="T28" fmla="*/ 18 w 62"/>
                <ns1:gd name="T29" fmla="*/ 26 h 70"/>
                <ns1:gd name="T30" fmla="*/ 28 w 62"/>
                <ns1:gd name="T31" fmla="*/ 15 h 70"/>
                <ns1:gd name="T32" fmla="*/ 28 w 62"/>
                <ns1:gd name="T33" fmla="*/ 9 h 70"/>
                <ns1:gd name="T34" fmla="*/ 34 w 62"/>
                <ns1:gd name="T35" fmla="*/ 9 h 70"/>
                <ns1:gd name="T36" fmla="*/ 34 w 62"/>
                <ns1:gd name="T37" fmla="*/ 15 h 70"/>
                <ns1:gd name="T38" fmla="*/ 44 w 62"/>
                <ns1:gd name="T39" fmla="*/ 17 h 70"/>
                <ns1:gd name="T40" fmla="*/ 42 w 62"/>
                <ns1:gd name="T41" fmla="*/ 24 h 70"/>
                <ns1:gd name="T42" fmla="*/ 33 w 62"/>
                <ns1:gd name="T43" fmla="*/ 22 h 70"/>
                <ns1:gd name="T44" fmla="*/ 27 w 62"/>
                <ns1:gd name="T45" fmla="*/ 25 h 70"/>
                <ns1:gd name="T46" fmla="*/ 35 w 62"/>
                <ns1:gd name="T47" fmla="*/ 31 h 70"/>
                <ns1:gd name="T48" fmla="*/ 45 w 62"/>
                <ns1:gd name="T49" fmla="*/ 43 h 70"/>
                <ns1:gd name="T50" fmla="*/ 34 w 62"/>
                <ns1:gd name="T51" fmla="*/ 54 h 70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  <ns1:cxn ang="0">
                  <ns1:pos x="T14" y="T15"/>
                </ns1:cxn>
                <ns1:cxn ang="0">
                  <ns1:pos x="T16" y="T17"/>
                </ns1:cxn>
                <ns1:cxn ang="0">
                  <ns1:pos x="T18" y="T19"/>
                </ns1:cxn>
                <ns1:cxn ang="0">
                  <ns1:pos x="T20" y="T21"/>
                </ns1:cxn>
                <ns1:cxn ang="0">
                  <ns1:pos x="T22" y="T23"/>
                </ns1:cxn>
                <ns1:cxn ang="0">
                  <ns1:pos x="T24" y="T25"/>
                </ns1:cxn>
                <ns1:cxn ang="0">
                  <ns1:pos x="T26" y="T27"/>
                </ns1:cxn>
                <ns1:cxn ang="0">
                  <ns1:pos x="T28" y="T29"/>
                </ns1:cxn>
                <ns1:cxn ang="0">
                  <ns1:pos x="T30" y="T31"/>
                </ns1:cxn>
                <ns1:cxn ang="0">
                  <ns1:pos x="T32" y="T33"/>
                </ns1:cxn>
                <ns1:cxn ang="0">
                  <ns1:pos x="T34" y="T35"/>
                </ns1:cxn>
                <ns1:cxn ang="0">
                  <ns1:pos x="T36" y="T37"/>
                </ns1:cxn>
                <ns1:cxn ang="0">
                  <ns1:pos x="T38" y="T39"/>
                </ns1:cxn>
                <ns1:cxn ang="0">
                  <ns1:pos x="T40" y="T41"/>
                </ns1:cxn>
                <ns1:cxn ang="0">
                  <ns1:pos x="T42" y="T43"/>
                </ns1:cxn>
                <ns1:cxn ang="0">
                  <ns1:pos x="T44" y="T45"/>
                </ns1:cxn>
                <ns1:cxn ang="0">
                  <ns1:pos x="T46" y="T47"/>
                </ns1:cxn>
                <ns1:cxn ang="0">
                  <ns1:pos x="T48" y="T49"/>
                </ns1:cxn>
                <ns1:cxn ang="0">
                  <ns1:pos x="T50" y="T51"/>
                </ns1:cxn>
              </ns1:cxnLst>
              <ns1:rect l="0" t="0" r="r" b="b"/>
              <ns1:pathLst>
                <ns1:path w="62" h="70">
                  <ns1:moveTo>
                    <ns1:pt x="31" y="0"/>
                  </ns1:moveTo>
                  <ns1:cubicBezTo>
                    <ns1:pt x="14" y="0"/>
                    <ns1:pt x="0" y="15"/>
                    <ns1:pt x="0" y="35"/>
                  </ns1:cubicBezTo>
                  <ns1:cubicBezTo>
                    <ns1:pt x="0" y="54"/>
                    <ns1:pt x="14" y="70"/>
                    <ns1:pt x="31" y="70"/>
                  </ns1:cubicBezTo>
                  <ns1:cubicBezTo>
                    <ns1:pt x="48" y="70"/>
                    <ns1:pt x="62" y="54"/>
                    <ns1:pt x="62" y="35"/>
                  </ns1:cubicBezTo>
                  <ns1:cubicBezTo>
                    <ns1:pt x="62" y="15"/>
                    <ns1:pt x="48" y="0"/>
                    <ns1:pt x="31" y="0"/>
                  </ns1:cubicBezTo>
                  <ns1:close/>
                  <ns1:moveTo>
                    <ns1:pt x="34" y="54"/>
                  </ns1:moveTo>
                  <ns1:cubicBezTo>
                    <ns1:pt x="34" y="61"/>
                    <ns1:pt x="34" y="61"/>
                    <ns1:pt x="34" y="61"/>
                  </ns1:cubicBezTo>
                  <ns1:cubicBezTo>
                    <ns1:pt x="28" y="61"/>
                    <ns1:pt x="28" y="61"/>
                    <ns1:pt x="28" y="61"/>
                  </ns1:cubicBezTo>
                  <ns1:cubicBezTo>
                    <ns1:pt x="28" y="55"/>
                    <ns1:pt x="28" y="55"/>
                    <ns1:pt x="28" y="55"/>
                  </ns1:cubicBezTo>
                  <ns1:cubicBezTo>
                    <ns1:pt x="24" y="54"/>
                    <ns1:pt x="20" y="53"/>
                    <ns1:pt x="17" y="52"/>
                  </ns1:cubicBezTo>
                  <ns1:cubicBezTo>
                    <ns1:pt x="19" y="45"/>
                    <ns1:pt x="19" y="45"/>
                    <ns1:pt x="19" y="45"/>
                  </ns1:cubicBezTo>
                  <ns1:cubicBezTo>
                    <ns1:pt x="22" y="46"/>
                    <ns1:pt x="25" y="47"/>
                    <ns1:pt x="29" y="47"/>
                  </ns1:cubicBezTo>
                  <ns1:cubicBezTo>
                    <ns1:pt x="33" y="47"/>
                    <ns1:pt x="36" y="46"/>
                    <ns1:pt x="36" y="43"/>
                  </ns1:cubicBezTo>
                  <ns1:cubicBezTo>
                    <ns1:pt x="36" y="41"/>
                    <ns1:pt x="34" y="40"/>
                    <ns1:pt x="29" y="38"/>
                  </ns1:cubicBezTo>
                  <ns1:cubicBezTo>
                    <ns1:pt x="22" y="36"/>
                    <ns1:pt x="18" y="33"/>
                    <ns1:pt x="18" y="26"/>
                  </ns1:cubicBezTo>
                  <ns1:cubicBezTo>
                    <ns1:pt x="18" y="21"/>
                    <ns1:pt x="21" y="16"/>
                    <ns1:pt x="28" y="15"/>
                  </ns1:cubicBezTo>
                  <ns1:cubicBezTo>
                    <ns1:pt x="28" y="9"/>
                    <ns1:pt x="28" y="9"/>
                    <ns1:pt x="28" y="9"/>
                  </ns1:cubicBezTo>
                  <ns1:cubicBezTo>
                    <ns1:pt x="34" y="9"/>
                    <ns1:pt x="34" y="9"/>
                    <ns1:pt x="34" y="9"/>
                  </ns1:cubicBezTo>
                  <ns1:cubicBezTo>
                    <ns1:pt x="34" y="15"/>
                    <ns1:pt x="34" y="15"/>
                    <ns1:pt x="34" y="15"/>
                  </ns1:cubicBezTo>
                  <ns1:cubicBezTo>
                    <ns1:pt x="38" y="15"/>
                    <ns1:pt x="41" y="16"/>
                    <ns1:pt x="44" y="17"/>
                  </ns1:cubicBezTo>
                  <ns1:cubicBezTo>
                    <ns1:pt x="42" y="24"/>
                    <ns1:pt x="42" y="24"/>
                    <ns1:pt x="42" y="24"/>
                  </ns1:cubicBezTo>
                  <ns1:cubicBezTo>
                    <ns1:pt x="40" y="23"/>
                    <ns1:pt x="37" y="22"/>
                    <ns1:pt x="33" y="22"/>
                  </ns1:cubicBezTo>
                  <ns1:cubicBezTo>
                    <ns1:pt x="28" y="22"/>
                    <ns1:pt x="27" y="24"/>
                    <ns1:pt x="27" y="25"/>
                  </ns1:cubicBezTo>
                  <ns1:cubicBezTo>
                    <ns1:pt x="27" y="27"/>
                    <ns1:pt x="29" y="29"/>
                    <ns1:pt x="35" y="31"/>
                  </ns1:cubicBezTo>
                  <ns1:cubicBezTo>
                    <ns1:pt x="42" y="33"/>
                    <ns1:pt x="45" y="37"/>
                    <ns1:pt x="45" y="43"/>
                  </ns1:cubicBezTo>
                  <ns1:cubicBezTo>
                    <ns1:pt x="45" y="48"/>
                    <ns1:pt x="41" y="53"/>
                    <ns1:pt x="34" y="54"/>
                  </ns1:cubicBezTo>
                  <ns1:close/>
                </ns1:path>
              </ns1:pathLst>
            </ns1:custGeom>
            <ns1:grpFill/>
            <ns1:ln>
              <ns1:noFill/>
            </ns1:ln>
            <ns1:extLst>
              <ns1:ext uri="{91240B29-F687-4F45-9708-019B960494DF}">
                <ns2:hiddenLine w="9525">
                  <ns1:solidFill>
                    <ns1:srgbClr val="000000"/>
                  </ns1:solidFill>
                  <ns1:round/>
                  <ns1:headEnd/>
                  <ns1:tailEnd/>
                </ns2:hiddenLine>
              </ns1:ext>
            </ns1:extLst>
          </ns0:spPr>
          <ns0:txBody>
            <ns1:bodyPr vert="horz" wrap="square" lIns="91440" tIns="45720" rIns="91440" bIns="45720" numCol="1" anchor="t" anchorCtr="0" compatLnSpc="1">
              <ns1:prstTxWarp prst="textNoShape">
                <ns1:avLst/>
              </ns1:prstTxWarp>
            </ns1:bodyPr>
            <ns1:lstStyle/>
            <ns1:p>
              <ns1:endParaRPr lang="id-ID" sz="2700"/>
            </ns1:p>
          </ns0:txBody>
        </ns0:sp>
        <ns0:sp>
          <ns0:nvSpPr>
            <ns0:cNvPr id="362" name="Freeform 19"/>
            <ns0:cNvSpPr>
              <ns1:spLocks noEditPoints="1"/>
            </ns0:cNvSpPr>
            <ns0:nvPr/>
          </ns0:nvSpPr>
          <ns0:spPr bwMode="auto">
            <ns1:xfrm>
              <ns1:off x="7779638" y="1072086"/>
              <ns1:ext cx="436722" cy="250564"/>
            </ns1:xfrm>
            <ns1:custGeom>
              <ns1:avLst/>
              <ns1:gdLst>
                <ns1:gd name="T0" fmla="*/ 192 w 209"/>
                <ns1:gd name="T1" fmla="*/ 0 h 120"/>
                <ns1:gd name="T2" fmla="*/ 16 w 209"/>
                <ns1:gd name="T3" fmla="*/ 0 h 120"/>
                <ns1:gd name="T4" fmla="*/ 0 w 209"/>
                <ns1:gd name="T5" fmla="*/ 17 h 120"/>
                <ns1:gd name="T6" fmla="*/ 0 w 209"/>
                <ns1:gd name="T7" fmla="*/ 103 h 120"/>
                <ns1:gd name="T8" fmla="*/ 16 w 209"/>
                <ns1:gd name="T9" fmla="*/ 120 h 120"/>
                <ns1:gd name="T10" fmla="*/ 192 w 209"/>
                <ns1:gd name="T11" fmla="*/ 120 h 120"/>
                <ns1:gd name="T12" fmla="*/ 209 w 209"/>
                <ns1:gd name="T13" fmla="*/ 103 h 120"/>
                <ns1:gd name="T14" fmla="*/ 209 w 209"/>
                <ns1:gd name="T15" fmla="*/ 17 h 120"/>
                <ns1:gd name="T16" fmla="*/ 192 w 209"/>
                <ns1:gd name="T17" fmla="*/ 0 h 120"/>
                <ns1:gd name="T18" fmla="*/ 194 w 209"/>
                <ns1:gd name="T19" fmla="*/ 84 h 120"/>
                <ns1:gd name="T20" fmla="*/ 189 w 209"/>
                <ns1:gd name="T21" fmla="*/ 84 h 120"/>
                <ns1:gd name="T22" fmla="*/ 173 w 209"/>
                <ns1:gd name="T23" fmla="*/ 100 h 120"/>
                <ns1:gd name="T24" fmla="*/ 173 w 209"/>
                <ns1:gd name="T25" fmla="*/ 105 h 120"/>
                <ns1:gd name="T26" fmla="*/ 35 w 209"/>
                <ns1:gd name="T27" fmla="*/ 105 h 120"/>
                <ns1:gd name="T28" fmla="*/ 35 w 209"/>
                <ns1:gd name="T29" fmla="*/ 100 h 120"/>
                <ns1:gd name="T30" fmla="*/ 19 w 209"/>
                <ns1:gd name="T31" fmla="*/ 84 h 120"/>
                <ns1:gd name="T32" fmla="*/ 15 w 209"/>
                <ns1:gd name="T33" fmla="*/ 84 h 120"/>
                <ns1:gd name="T34" fmla="*/ 15 w 209"/>
                <ns1:gd name="T35" fmla="*/ 35 h 120"/>
                <ns1:gd name="T36" fmla="*/ 19 w 209"/>
                <ns1:gd name="T37" fmla="*/ 35 h 120"/>
                <ns1:gd name="T38" fmla="*/ 35 w 209"/>
                <ns1:gd name="T39" fmla="*/ 20 h 120"/>
                <ns1:gd name="T40" fmla="*/ 35 w 209"/>
                <ns1:gd name="T41" fmla="*/ 15 h 120"/>
                <ns1:gd name="T42" fmla="*/ 173 w 209"/>
                <ns1:gd name="T43" fmla="*/ 15 h 120"/>
                <ns1:gd name="T44" fmla="*/ 173 w 209"/>
                <ns1:gd name="T45" fmla="*/ 20 h 120"/>
                <ns1:gd name="T46" fmla="*/ 189 w 209"/>
                <ns1:gd name="T47" fmla="*/ 35 h 120"/>
                <ns1:gd name="T48" fmla="*/ 194 w 209"/>
                <ns1:gd name="T49" fmla="*/ 35 h 120"/>
                <ns1:gd name="T50" fmla="*/ 194 w 209"/>
                <ns1:gd name="T51" fmla="*/ 84 h 120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  <ns1:cxn ang="0">
                  <ns1:pos x="T14" y="T15"/>
                </ns1:cxn>
                <ns1:cxn ang="0">
                  <ns1:pos x="T16" y="T17"/>
                </ns1:cxn>
                <ns1:cxn ang="0">
                  <ns1:pos x="T18" y="T19"/>
                </ns1:cxn>
                <ns1:cxn ang="0">
                  <ns1:pos x="T20" y="T21"/>
                </ns1:cxn>
                <ns1:cxn ang="0">
                  <ns1:pos x="T22" y="T23"/>
                </ns1:cxn>
                <ns1:cxn ang="0">
                  <ns1:pos x="T24" y="T25"/>
                </ns1:cxn>
                <ns1:cxn ang="0">
                  <ns1:pos x="T26" y="T27"/>
                </ns1:cxn>
                <ns1:cxn ang="0">
                  <ns1:pos x="T28" y="T29"/>
                </ns1:cxn>
                <ns1:cxn ang="0">
                  <ns1:pos x="T30" y="T31"/>
                </ns1:cxn>
                <ns1:cxn ang="0">
                  <ns1:pos x="T32" y="T33"/>
                </ns1:cxn>
                <ns1:cxn ang="0">
                  <ns1:pos x="T34" y="T35"/>
                </ns1:cxn>
                <ns1:cxn ang="0">
                  <ns1:pos x="T36" y="T37"/>
                </ns1:cxn>
                <ns1:cxn ang="0">
                  <ns1:pos x="T38" y="T39"/>
                </ns1:cxn>
                <ns1:cxn ang="0">
                  <ns1:pos x="T40" y="T41"/>
                </ns1:cxn>
                <ns1:cxn ang="0">
                  <ns1:pos x="T42" y="T43"/>
                </ns1:cxn>
                <ns1:cxn ang="0">
                  <ns1:pos x="T44" y="T45"/>
                </ns1:cxn>
                <ns1:cxn ang="0">
                  <ns1:pos x="T46" y="T47"/>
                </ns1:cxn>
                <ns1:cxn ang="0">
                  <ns1:pos x="T48" y="T49"/>
                </ns1:cxn>
                <ns1:cxn ang="0">
                  <ns1:pos x="T50" y="T51"/>
                </ns1:cxn>
              </ns1:cxnLst>
              <ns1:rect l="0" t="0" r="r" b="b"/>
              <ns1:pathLst>
                <ns1:path w="209" h="120">
                  <ns1:moveTo>
                    <ns1:pt x="192" y="0"/>
                  </ns1:moveTo>
                  <ns1:cubicBezTo>
                    <ns1:pt x="16" y="0"/>
                    <ns1:pt x="16" y="0"/>
                    <ns1:pt x="16" y="0"/>
                  </ns1:cubicBezTo>
                  <ns1:cubicBezTo>
                    <ns1:pt x="7" y="0"/>
                    <ns1:pt x="0" y="8"/>
                    <ns1:pt x="0" y="17"/>
                  </ns1:cubicBezTo>
                  <ns1:cubicBezTo>
                    <ns1:pt x="0" y="103"/>
                    <ns1:pt x="0" y="103"/>
                    <ns1:pt x="0" y="103"/>
                  </ns1:cubicBezTo>
                  <ns1:cubicBezTo>
                    <ns1:pt x="0" y="112"/>
                    <ns1:pt x="7" y="120"/>
                    <ns1:pt x="16" y="120"/>
                  </ns1:cubicBezTo>
                  <ns1:cubicBezTo>
                    <ns1:pt x="192" y="120"/>
                    <ns1:pt x="192" y="120"/>
                    <ns1:pt x="192" y="120"/>
                  </ns1:cubicBezTo>
                  <ns1:cubicBezTo>
                    <ns1:pt x="201" y="120"/>
                    <ns1:pt x="209" y="112"/>
                    <ns1:pt x="209" y="103"/>
                  </ns1:cubicBezTo>
                  <ns1:cubicBezTo>
                    <ns1:pt x="209" y="17"/>
                    <ns1:pt x="209" y="17"/>
                    <ns1:pt x="209" y="17"/>
                  </ns1:cubicBezTo>
                  <ns1:cubicBezTo>
                    <ns1:pt x="209" y="8"/>
                    <ns1:pt x="201" y="0"/>
                    <ns1:pt x="192" y="0"/>
                  </ns1:cubicBezTo>
                  <ns1:close/>
                  <ns1:moveTo>
                    <ns1:pt x="194" y="84"/>
                  </ns1:moveTo>
                  <ns1:cubicBezTo>
                    <ns1:pt x="189" y="84"/>
                    <ns1:pt x="189" y="84"/>
                    <ns1:pt x="189" y="84"/>
                  </ns1:cubicBezTo>
                  <ns1:cubicBezTo>
                    <ns1:pt x="180" y="84"/>
                    <ns1:pt x="173" y="91"/>
                    <ns1:pt x="173" y="100"/>
                  </ns1:cubicBezTo>
                  <ns1:cubicBezTo>
                    <ns1:pt x="173" y="105"/>
                    <ns1:pt x="173" y="105"/>
                    <ns1:pt x="173" y="105"/>
                  </ns1:cubicBezTo>
                  <ns1:cubicBezTo>
                    <ns1:pt x="35" y="105"/>
                    <ns1:pt x="35" y="105"/>
                    <ns1:pt x="35" y="105"/>
                  </ns1:cubicBezTo>
                  <ns1:cubicBezTo>
                    <ns1:pt x="35" y="100"/>
                    <ns1:pt x="35" y="100"/>
                    <ns1:pt x="35" y="100"/>
                  </ns1:cubicBezTo>
                  <ns1:cubicBezTo>
                    <ns1:pt x="35" y="91"/>
                    <ns1:pt x="28" y="84"/>
                    <ns1:pt x="19" y="84"/>
                  </ns1:cubicBezTo>
                  <ns1:cubicBezTo>
                    <ns1:pt x="15" y="84"/>
                    <ns1:pt x="15" y="84"/>
                    <ns1:pt x="15" y="84"/>
                  </ns1:cubicBezTo>
                  <ns1:cubicBezTo>
                    <ns1:pt x="15" y="35"/>
                    <ns1:pt x="15" y="35"/>
                    <ns1:pt x="15" y="35"/>
                  </ns1:cubicBezTo>
                  <ns1:cubicBezTo>
                    <ns1:pt x="19" y="35"/>
                    <ns1:pt x="19" y="35"/>
                    <ns1:pt x="19" y="35"/>
                  </ns1:cubicBezTo>
                  <ns1:cubicBezTo>
                    <ns1:pt x="28" y="35"/>
                    <ns1:pt x="35" y="29"/>
                    <ns1:pt x="35" y="20"/>
                  </ns1:cubicBezTo>
                  <ns1:cubicBezTo>
                    <ns1:pt x="35" y="15"/>
                    <ns1:pt x="35" y="15"/>
                    <ns1:pt x="35" y="15"/>
                  </ns1:cubicBezTo>
                  <ns1:cubicBezTo>
                    <ns1:pt x="173" y="15"/>
                    <ns1:pt x="173" y="15"/>
                    <ns1:pt x="173" y="15"/>
                  </ns1:cubicBezTo>
                  <ns1:cubicBezTo>
                    <ns1:pt x="173" y="20"/>
                    <ns1:pt x="173" y="20"/>
                    <ns1:pt x="173" y="20"/>
                  </ns1:cubicBezTo>
                  <ns1:cubicBezTo>
                    <ns1:pt x="173" y="29"/>
                    <ns1:pt x="180" y="35"/>
                    <ns1:pt x="189" y="35"/>
                  </ns1:cubicBezTo>
                  <ns1:cubicBezTo>
                    <ns1:pt x="194" y="35"/>
                    <ns1:pt x="194" y="35"/>
                    <ns1:pt x="194" y="35"/>
                  </ns1:cubicBezTo>
                  <ns1:lnTo>
                    <ns1:pt x="194" y="84"/>
                  </ns1:lnTo>
                  <ns1:close/>
                </ns1:path>
              </ns1:pathLst>
            </ns1:custGeom>
            <ns1:grpFill/>
            <ns1:ln>
              <ns1:noFill/>
            </ns1:ln>
            <ns1:extLst>
              <ns1:ext uri="{91240B29-F687-4F45-9708-019B960494DF}">
                <ns2:hiddenLine w="9525">
                  <ns1:solidFill>
                    <ns1:srgbClr val="000000"/>
                  </ns1:solidFill>
                  <ns1:round/>
                  <ns1:headEnd/>
                  <ns1:tailEnd/>
                </ns2:hiddenLine>
              </ns1:ext>
            </ns1:extLst>
          </ns0:spPr>
          <ns0:txBody>
            <ns1:bodyPr vert="horz" wrap="square" lIns="91440" tIns="45720" rIns="91440" bIns="45720" numCol="1" anchor="t" anchorCtr="0" compatLnSpc="1">
              <ns1:prstTxWarp prst="textNoShape">
                <ns1:avLst/>
              </ns1:prstTxWarp>
            </ns1:bodyPr>
            <ns1:lstStyle/>
            <ns1:p>
              <ns1:endParaRPr lang="id-ID" sz="2700"/>
            </ns1:p>
          </ns0:txBody>
        </ns0:sp>
      </ns0:grpSp>
      <ns0:sp>
        <ns0:nvSpPr>
          <ns0:cNvPr id="363" name="Freeform 16">
            <ns1:extLst>
              <ns1:ext uri="{FF2B5EF4-FFF2-40B4-BE49-F238E27FC236}">
                <ns3:creationId id="{2DD4E625-A7D5-42A8-9ADB-6A2D000218C2}"/>
              </ns1:ext>
            </ns1:extLst>
          </ns0:cNvPr>
          <ns0:cNvSpPr>
            <ns1:spLocks/>
          </ns0:cNvSpPr>
          <ns0:nvPr/>
        </ns0:nvSpPr>
        <ns0:spPr bwMode="auto">
          <ns1:xfrm>
            <ns1:off x="3371759" y="402087"/>
            <ns1:ext cx="380825" cy="309475"/>
          </ns1:xfrm>
          <ns1:custGeom>
            <ns1:avLst/>
            <ns1:gdLst>
              <ns1:gd name="T0" fmla="*/ 368 w 368"/>
              <ns1:gd name="T1" fmla="*/ 36 h 299"/>
              <ns1:gd name="T2" fmla="*/ 324 w 368"/>
              <ns1:gd name="T3" fmla="*/ 48 h 299"/>
              <ns1:gd name="T4" fmla="*/ 358 w 368"/>
              <ns1:gd name="T5" fmla="*/ 6 h 299"/>
              <ns1:gd name="T6" fmla="*/ 310 w 368"/>
              <ns1:gd name="T7" fmla="*/ 24 h 299"/>
              <ns1:gd name="T8" fmla="*/ 255 w 368"/>
              <ns1:gd name="T9" fmla="*/ 0 h 299"/>
              <ns1:gd name="T10" fmla="*/ 179 w 368"/>
              <ns1:gd name="T11" fmla="*/ 76 h 299"/>
              <ns1:gd name="T12" fmla="*/ 181 w 368"/>
              <ns1:gd name="T13" fmla="*/ 93 h 299"/>
              <ns1:gd name="T14" fmla="*/ 25 w 368"/>
              <ns1:gd name="T15" fmla="*/ 14 h 299"/>
              <ns1:gd name="T16" fmla="*/ 15 w 368"/>
              <ns1:gd name="T17" fmla="*/ 52 h 299"/>
              <ns1:gd name="T18" fmla="*/ 49 w 368"/>
              <ns1:gd name="T19" fmla="*/ 115 h 299"/>
              <ns1:gd name="T20" fmla="*/ 15 w 368"/>
              <ns1:gd name="T21" fmla="*/ 106 h 299"/>
              <ns1:gd name="T22" fmla="*/ 14 w 368"/>
              <ns1:gd name="T23" fmla="*/ 106 h 299"/>
              <ns1:gd name="T24" fmla="*/ 75 w 368"/>
              <ns1:gd name="T25" fmla="*/ 181 h 299"/>
              <ns1:gd name="T26" fmla="*/ 55 w 368"/>
              <ns1:gd name="T27" fmla="*/ 183 h 299"/>
              <ns1:gd name="T28" fmla="*/ 41 w 368"/>
              <ns1:gd name="T29" fmla="*/ 182 h 299"/>
              <ns1:gd name="T30" fmla="*/ 111 w 368"/>
              <ns1:gd name="T31" fmla="*/ 234 h 299"/>
              <ns1:gd name="T32" fmla="*/ 18 w 368"/>
              <ns1:gd name="T33" fmla="*/ 267 h 299"/>
              <ns1:gd name="T34" fmla="*/ 0 w 368"/>
              <ns1:gd name="T35" fmla="*/ 265 h 299"/>
              <ns1:gd name="T36" fmla="*/ 115 w 368"/>
              <ns1:gd name="T37" fmla="*/ 299 h 299"/>
              <ns1:gd name="T38" fmla="*/ 330 w 368"/>
              <ns1:gd name="T39" fmla="*/ 85 h 299"/>
              <ns1:gd name="T40" fmla="*/ 330 w 368"/>
              <ns1:gd name="T41" fmla="*/ 75 h 299"/>
              <ns1:gd name="T42" fmla="*/ 368 w 368"/>
              <ns1:gd name="T43" fmla="*/ 36 h 299"/>
            </ns1:gdLst>
            <ns1:ahLst/>
            <ns1:cxnLst>
              <ns1:cxn ang="0">
                <ns1:pos x="T0" y="T1"/>
              </ns1:cxn>
              <ns1:cxn ang="0">
                <ns1:pos x="T2" y="T3"/>
              </ns1:cxn>
              <ns1:cxn ang="0">
                <ns1:pos x="T4" y="T5"/>
              </ns1:cxn>
              <ns1:cxn ang="0">
                <ns1:pos x="T6" y="T7"/>
              </ns1:cxn>
              <ns1:cxn ang="0">
                <ns1:pos x="T8" y="T9"/>
              </ns1:cxn>
              <ns1:cxn ang="0">
                <ns1:pos x="T10" y="T11"/>
              </ns1:cxn>
              <ns1:cxn ang="0">
                <ns1:pos x="T12" y="T13"/>
              </ns1:cxn>
              <ns1:cxn ang="0">
                <ns1:pos x="T14" y="T15"/>
              </ns1:cxn>
              <ns1:cxn ang="0">
                <ns1:pos x="T16" y="T17"/>
              </ns1:cxn>
              <ns1:cxn ang="0">
                <ns1:pos x="T18" y="T19"/>
              </ns1:cxn>
              <ns1:cxn ang="0">
                <ns1:pos x="T20" y="T21"/>
              </ns1:cxn>
              <ns1:cxn ang="0">
                <ns1:pos x="T22" y="T23"/>
              </ns1:cxn>
              <ns1:cxn ang="0">
                <ns1:pos x="T24" y="T25"/>
              </ns1:cxn>
              <ns1:cxn ang="0">
                <ns1:pos x="T26" y="T27"/>
              </ns1:cxn>
              <ns1:cxn ang="0">
                <ns1:pos x="T28" y="T29"/>
              </ns1:cxn>
              <ns1:cxn ang="0">
                <ns1:pos x="T30" y="T31"/>
              </ns1:cxn>
              <ns1:cxn ang="0">
                <ns1:pos x="T32" y="T33"/>
              </ns1:cxn>
              <ns1:cxn ang="0">
                <ns1:pos x="T34" y="T35"/>
              </ns1:cxn>
              <ns1:cxn ang="0">
                <ns1:pos x="T36" y="T37"/>
              </ns1:cxn>
              <ns1:cxn ang="0">
                <ns1:pos x="T38" y="T39"/>
              </ns1:cxn>
              <ns1:cxn ang="0">
                <ns1:pos x="T40" y="T41"/>
              </ns1:cxn>
              <ns1:cxn ang="0">
                <ns1:pos x="T42" y="T43"/>
              </ns1:cxn>
            </ns1:cxnLst>
            <ns1:rect l="0" t="0" r="r" b="b"/>
            <ns1:pathLst>
              <ns1:path w="368" h="299">
                <ns1:moveTo>
                  <ns1:pt x="368" y="36"/>
                </ns1:moveTo>
                <ns1:cubicBezTo>
                  <ns1:pt x="354" y="42"/>
                  <ns1:pt x="340" y="46"/>
                  <ns1:pt x="324" y="48"/>
                </ns1:cubicBezTo>
                <ns1:cubicBezTo>
                  <ns1:pt x="340" y="38"/>
                  <ns1:pt x="352" y="24"/>
                  <ns1:pt x="358" y="6"/>
                </ns1:cubicBezTo>
                <ns1:cubicBezTo>
                  <ns1:pt x="343" y="15"/>
                  <ns1:pt x="327" y="21"/>
                  <ns1:pt x="310" y="24"/>
                </ns1:cubicBezTo>
                <ns1:cubicBezTo>
                  <ns1:pt x="296" y="10"/>
                  <ns1:pt x="276" y="0"/>
                  <ns1:pt x="255" y="0"/>
                </ns1:cubicBezTo>
                <ns1:cubicBezTo>
                  <ns1:pt x="213" y="0"/>
                  <ns1:pt x="179" y="34"/>
                  <ns1:pt x="179" y="76"/>
                </ns1:cubicBezTo>
                <ns1:cubicBezTo>
                  <ns1:pt x="179" y="82"/>
                  <ns1:pt x="180" y="88"/>
                  <ns1:pt x="181" y="93"/>
                </ns1:cubicBezTo>
                <ns1:cubicBezTo>
                  <ns1:pt x="118" y="90"/>
                  <ns1:pt x="63" y="60"/>
                  <ns1:pt x="25" y="14"/>
                </ns1:cubicBezTo>
                <ns1:cubicBezTo>
                  <ns1:pt x="19" y="25"/>
                  <ns1:pt x="15" y="38"/>
                  <ns1:pt x="15" y="52"/>
                </ns1:cubicBezTo>
                <ns1:cubicBezTo>
                  <ns1:pt x="15" y="78"/>
                  <ns1:pt x="28" y="101"/>
                  <ns1:pt x="49" y="115"/>
                </ns1:cubicBezTo>
                <ns1:cubicBezTo>
                  <ns1:pt x="36" y="115"/>
                  <ns1:pt x="25" y="111"/>
                  <ns1:pt x="15" y="106"/>
                </ns1:cubicBezTo>
                <ns1:cubicBezTo>
                  <ns1:pt x="14" y="106"/>
                  <ns1:pt x="14" y="106"/>
                  <ns1:pt x="14" y="106"/>
                </ns1:cubicBezTo>
                <ns1:cubicBezTo>
                  <ns1:pt x="14" y="143"/>
                  <ns1:pt x="41" y="174"/>
                  <ns1:pt x="75" y="181"/>
                </ns1:cubicBezTo>
                <ns1:cubicBezTo>
                  <ns1:pt x="69" y="182"/>
                  <ns1:pt x="62" y="183"/>
                  <ns1:pt x="55" y="183"/>
                </ns1:cubicBezTo>
                <ns1:cubicBezTo>
                  <ns1:pt x="50" y="183"/>
                  <ns1:pt x="46" y="183"/>
                  <ns1:pt x="41" y="182"/>
                </ns1:cubicBezTo>
                <ns1:cubicBezTo>
                  <ns1:pt x="51" y="212"/>
                  <ns1:pt x="78" y="234"/>
                  <ns1:pt x="111" y="234"/>
                </ns1:cubicBezTo>
                <ns1:cubicBezTo>
                  <ns1:pt x="86" y="254"/>
                  <ns1:pt x="53" y="267"/>
                  <ns1:pt x="18" y="267"/>
                </ns1:cubicBezTo>
                <ns1:cubicBezTo>
                  <ns1:pt x="12" y="267"/>
                  <ns1:pt x="6" y="266"/>
                  <ns1:pt x="0" y="265"/>
                </ns1:cubicBezTo>
                <ns1:cubicBezTo>
                  <ns1:pt x="33" y="287"/>
                  <ns1:pt x="73" y="299"/>
                  <ns1:pt x="115" y="299"/>
                </ns1:cubicBezTo>
                <ns1:cubicBezTo>
                  <ns1:pt x="254" y="299"/>
                  <ns1:pt x="330" y="184"/>
                  <ns1:pt x="330" y="85"/>
                </ns1:cubicBezTo>
                <ns1:cubicBezTo>
                  <ns1:pt x="330" y="81"/>
                  <ns1:pt x="330" y="78"/>
                  <ns1:pt x="330" y="75"/>
                </ns1:cubicBezTo>
                <ns1:cubicBezTo>
                  <ns1:pt x="345" y="64"/>
                  <ns1:pt x="358" y="51"/>
                  <ns1:pt x="368" y="36"/>
                </ns1:cubicBezTo>
                <ns1:close/>
              </ns1:path>
            </ns1:pathLst>
          </ns1:custGeom>
          <ns1:solidFill>
            <ns1:schemeClr val="tx1"/>
          </ns1:solidFill>
          <ns1:ln>
            <ns1:noFill/>
          </ns1:ln>
        </ns0:spPr>
        <ns0:txBody>
          <ns1:bodyPr vert="horz" wrap="square" lIns="91440" tIns="45720" rIns="91440" bIns="45720" numCol="1" anchor="t" anchorCtr="0" compatLnSpc="1">
            <ns1:prstTxWarp prst="textNoShape">
              <ns1:avLst/>
            </ns1:prstTxWarp>
          </ns1:bodyPr>
          <ns1:lstStyle/>
          <ns1:p>
            <ns1:endParaRPr lang="en-US" sz="2700" dirty="0"/>
          </ns1:p>
        </ns0:txBody>
      </ns0:sp>
      <ns0:sp>
        <ns0:nvSpPr>
          <ns0:cNvPr id="364" name="Freeform 143">
            <ns1:extLst>
              <ns1:ext uri="{FF2B5EF4-FFF2-40B4-BE49-F238E27FC236}">
                <ns3:creationId id="{883BEEA2-9475-4A34-AEEC-B3D2F838371E}"/>
              </ns1:ext>
            </ns1:extLst>
          </ns0:cNvPr>
          <ns0:cNvSpPr>
            <ns1:spLocks/>
          </ns0:cNvSpPr>
          <ns0:nvPr/>
        </ns0:nvSpPr>
        <ns0:spPr bwMode="auto">
          <ns1:xfrm>
            <ns1:off x="4398726" y="389978"/>
            <ns1:ext cx="201613" cy="390525"/>
          </ns1:xfrm>
          <ns1:custGeom>
            <ns1:avLst/>
            <ns1:gdLst>
              <ns1:gd name="T0" fmla="*/ 54 w 54"/>
              <ns1:gd name="T1" fmla="*/ 17 h 104"/>
              <ns1:gd name="T2" fmla="*/ 44 w 54"/>
              <ns1:gd name="T3" fmla="*/ 17 h 104"/>
              <ns1:gd name="T4" fmla="*/ 35 w 54"/>
              <ns1:gd name="T5" fmla="*/ 26 h 104"/>
              <ns1:gd name="T6" fmla="*/ 35 w 54"/>
              <ns1:gd name="T7" fmla="*/ 38 h 104"/>
              <ns1:gd name="T8" fmla="*/ 53 w 54"/>
              <ns1:gd name="T9" fmla="*/ 38 h 104"/>
              <ns1:gd name="T10" fmla="*/ 51 w 54"/>
              <ns1:gd name="T11" fmla="*/ 56 h 104"/>
              <ns1:gd name="T12" fmla="*/ 35 w 54"/>
              <ns1:gd name="T13" fmla="*/ 56 h 104"/>
              <ns1:gd name="T14" fmla="*/ 35 w 54"/>
              <ns1:gd name="T15" fmla="*/ 104 h 104"/>
              <ns1:gd name="T16" fmla="*/ 16 w 54"/>
              <ns1:gd name="T17" fmla="*/ 104 h 104"/>
              <ns1:gd name="T18" fmla="*/ 16 w 54"/>
              <ns1:gd name="T19" fmla="*/ 56 h 104"/>
              <ns1:gd name="T20" fmla="*/ 0 w 54"/>
              <ns1:gd name="T21" fmla="*/ 56 h 104"/>
              <ns1:gd name="T22" fmla="*/ 0 w 54"/>
              <ns1:gd name="T23" fmla="*/ 38 h 104"/>
              <ns1:gd name="T24" fmla="*/ 16 w 54"/>
              <ns1:gd name="T25" fmla="*/ 38 h 104"/>
              <ns1:gd name="T26" fmla="*/ 16 w 54"/>
              <ns1:gd name="T27" fmla="*/ 24 h 104"/>
              <ns1:gd name="T28" fmla="*/ 40 w 54"/>
              <ns1:gd name="T29" fmla="*/ 0 h 104"/>
              <ns1:gd name="T30" fmla="*/ 54 w 54"/>
              <ns1:gd name="T31" fmla="*/ 1 h 104"/>
              <ns1:gd name="T32" fmla="*/ 54 w 54"/>
              <ns1:gd name="T33" fmla="*/ 17 h 104"/>
            </ns1:gdLst>
            <ns1:ahLst/>
            <ns1:cxnLst>
              <ns1:cxn ang="0">
                <ns1:pos x="T0" y="T1"/>
              </ns1:cxn>
              <ns1:cxn ang="0">
                <ns1:pos x="T2" y="T3"/>
              </ns1:cxn>
              <ns1:cxn ang="0">
                <ns1:pos x="T4" y="T5"/>
              </ns1:cxn>
              <ns1:cxn ang="0">
                <ns1:pos x="T6" y="T7"/>
              </ns1:cxn>
              <ns1:cxn ang="0">
                <ns1:pos x="T8" y="T9"/>
              </ns1:cxn>
              <ns1:cxn ang="0">
                <ns1:pos x="T10" y="T11"/>
              </ns1:cxn>
              <ns1:cxn ang="0">
                <ns1:pos x="T12" y="T13"/>
              </ns1:cxn>
              <ns1:cxn ang="0">
                <ns1:pos x="T14" y="T15"/>
              </ns1:cxn>
              <ns1:cxn ang="0">
                <ns1:pos x="T16" y="T17"/>
              </ns1:cxn>
              <ns1:cxn ang="0">
                <ns1:pos x="T18" y="T19"/>
              </ns1:cxn>
              <ns1:cxn ang="0">
                <ns1:pos x="T20" y="T21"/>
              </ns1:cxn>
              <ns1:cxn ang="0">
                <ns1:pos x="T22" y="T23"/>
              </ns1:cxn>
              <ns1:cxn ang="0">
                <ns1:pos x="T24" y="T25"/>
              </ns1:cxn>
              <ns1:cxn ang="0">
                <ns1:pos x="T26" y="T27"/>
              </ns1:cxn>
              <ns1:cxn ang="0">
                <ns1:pos x="T28" y="T29"/>
              </ns1:cxn>
              <ns1:cxn ang="0">
                <ns1:pos x="T30" y="T31"/>
              </ns1:cxn>
              <ns1:cxn ang="0">
                <ns1:pos x="T32" y="T33"/>
              </ns1:cxn>
            </ns1:cxnLst>
            <ns1:rect l="0" t="0" r="r" b="b"/>
            <ns1:pathLst>
              <ns1:path w="54" h="104">
                <ns1:moveTo>
                  <ns1:pt x="54" y="17"/>
                </ns1:moveTo>
                <ns1:cubicBezTo>
                  <ns1:pt x="44" y="17"/>
                  <ns1:pt x="44" y="17"/>
                  <ns1:pt x="44" y="17"/>
                </ns1:cubicBezTo>
                <ns1:cubicBezTo>
                  <ns1:pt x="36" y="17"/>
                  <ns1:pt x="35" y="21"/>
                  <ns1:pt x="35" y="26"/>
                </ns1:cubicBezTo>
                <ns1:cubicBezTo>
                  <ns1:pt x="35" y="38"/>
                  <ns1:pt x="35" y="38"/>
                  <ns1:pt x="35" y="38"/>
                </ns1:cubicBezTo>
                <ns1:cubicBezTo>
                  <ns1:pt x="53" y="38"/>
                  <ns1:pt x="53" y="38"/>
                  <ns1:pt x="53" y="38"/>
                </ns1:cubicBezTo>
                <ns1:cubicBezTo>
                  <ns1:pt x="51" y="56"/>
                  <ns1:pt x="51" y="56"/>
                  <ns1:pt x="51" y="56"/>
                </ns1:cubicBezTo>
                <ns1:cubicBezTo>
                  <ns1:pt x="35" y="56"/>
                  <ns1:pt x="35" y="56"/>
                  <ns1:pt x="35" y="56"/>
                </ns1:cubicBezTo>
                <ns1:cubicBezTo>
                  <ns1:pt x="35" y="104"/>
                  <ns1:pt x="35" y="104"/>
                  <ns1:pt x="35" y="104"/>
                </ns1:cubicBezTo>
                <ns1:cubicBezTo>
                  <ns1:pt x="16" y="104"/>
                  <ns1:pt x="16" y="104"/>
                  <ns1:pt x="16" y="104"/>
                </ns1:cubicBezTo>
                <ns1:cubicBezTo>
                  <ns1:pt x="16" y="56"/>
                  <ns1:pt x="16" y="56"/>
                  <ns1:pt x="16" y="56"/>
                </ns1:cubicBezTo>
                <ns1:cubicBezTo>
                  <ns1:pt x="0" y="56"/>
                  <ns1:pt x="0" y="56"/>
                  <ns1:pt x="0" y="56"/>
                </ns1:cubicBezTo>
                <ns1:cubicBezTo>
                  <ns1:pt x="0" y="38"/>
                  <ns1:pt x="0" y="38"/>
                  <ns1:pt x="0" y="38"/>
                </ns1:cubicBezTo>
                <ns1:cubicBezTo>
                  <ns1:pt x="16" y="38"/>
                  <ns1:pt x="16" y="38"/>
                  <ns1:pt x="16" y="38"/>
                </ns1:cubicBezTo>
                <ns1:cubicBezTo>
                  <ns1:pt x="16" y="24"/>
                  <ns1:pt x="16" y="24"/>
                  <ns1:pt x="16" y="24"/>
                </ns1:cubicBezTo>
                <ns1:cubicBezTo>
                  <ns1:pt x="16" y="8"/>
                  <ns1:pt x="26" y="0"/>
                  <ns1:pt x="40" y="0"/>
                </ns1:cubicBezTo>
                <ns1:cubicBezTo>
                  <ns1:pt x="46" y="0"/>
                  <ns1:pt x="52" y="0"/>
                  <ns1:pt x="54" y="1"/>
                </ns1:cubicBezTo>
                <ns1:lnTo>
                  <ns1:pt x="54" y="17"/>
                </ns1:lnTo>
                <ns1:close/>
              </ns1:path>
            </ns1:pathLst>
          </ns1:custGeom>
          <ns1:solidFill>
            <ns1:srgbClr val="010101"/>
          </ns1:solidFill>
          <ns1:ln>
            <ns1:noFill/>
          </ns1:ln>
          <ns1:extLst>
            <ns1:ext uri="{91240B29-F687-4F45-9708-019B960494DF}">
              <ns2:hiddenLine w="9525">
                <ns1:solidFill>
                  <ns1:srgbClr val="000000"/>
                </ns1:solidFill>
                <ns1:round/>
                <ns1:headEnd/>
                <ns1:tailEnd/>
              </ns2:hiddenLine>
            </ns1:ext>
          </ns1:extLst>
        </ns0:spPr>
        <ns0:txBody>
          <ns1:bodyPr vert="horz" wrap="square" lIns="91440" tIns="45720" rIns="91440" bIns="45720" numCol="1" anchor="t" anchorCtr="0" compatLnSpc="1">
            <ns1:prstTxWarp prst="textNoShape">
              <ns1:avLst/>
            </ns1:prstTxWarp>
          </ns1:bodyPr>
          <ns1:lstStyle/>
          <ns1:p>
            <ns1:endParaRPr lang="en-US" sz="2700"/>
          </ns1:p>
        </ns0:txBody>
      </ns0:sp>
      <ns0:sp>
        <ns0:nvSpPr>
          <ns0:cNvPr id="365" name="Freeform 173">
            <ns1:extLst>
              <ns1:ext uri="{FF2B5EF4-FFF2-40B4-BE49-F238E27FC236}">
                <ns3:creationId id="{0153201C-370C-4986-8A1A-35EE488F0281}"/>
              </ns1:ext>
            </ns1:extLst>
          </ns0:cNvPr>
          <ns0:cNvSpPr>
            <ns1:spLocks noEditPoints="1"/>
          </ns0:cNvSpPr>
          <ns0:nvPr/>
        </ns0:nvSpPr>
        <ns0:spPr bwMode="auto">
          <ns1:xfrm>
            <ns1:off x="5361320" y="381185"/>
            <ns1:ext cx="360363" cy="342900"/>
          </ns1:xfrm>
          <ns1:custGeom>
            <ns1:avLst/>
            <ns1:gdLst>
              <ns1:gd name="T0" fmla="*/ 12 w 96"/>
              <ns1:gd name="T1" fmla="*/ 21 h 91"/>
              <ns1:gd name="T2" fmla="*/ 12 w 96"/>
              <ns1:gd name="T3" fmla="*/ 21 h 91"/>
              <ns1:gd name="T4" fmla="*/ 0 w 96"/>
              <ns1:gd name="T5" fmla="*/ 11 h 91"/>
              <ns1:gd name="T6" fmla="*/ 12 w 96"/>
              <ns1:gd name="T7" fmla="*/ 0 h 91"/>
              <ns1:gd name="T8" fmla="*/ 23 w 96"/>
              <ns1:gd name="T9" fmla="*/ 11 h 91"/>
              <ns1:gd name="T10" fmla="*/ 12 w 96"/>
              <ns1:gd name="T11" fmla="*/ 21 h 91"/>
              <ns1:gd name="T12" fmla="*/ 22 w 96"/>
              <ns1:gd name="T13" fmla="*/ 91 h 91"/>
              <ns1:gd name="T14" fmla="*/ 2 w 96"/>
              <ns1:gd name="T15" fmla="*/ 91 h 91"/>
              <ns1:gd name="T16" fmla="*/ 2 w 96"/>
              <ns1:gd name="T17" fmla="*/ 30 h 91"/>
              <ns1:gd name="T18" fmla="*/ 22 w 96"/>
              <ns1:gd name="T19" fmla="*/ 30 h 91"/>
              <ns1:gd name="T20" fmla="*/ 22 w 96"/>
              <ns1:gd name="T21" fmla="*/ 91 h 91"/>
              <ns1:gd name="T22" fmla="*/ 96 w 96"/>
              <ns1:gd name="T23" fmla="*/ 91 h 91"/>
              <ns1:gd name="T24" fmla="*/ 76 w 96"/>
              <ns1:gd name="T25" fmla="*/ 91 h 91"/>
              <ns1:gd name="T26" fmla="*/ 76 w 96"/>
              <ns1:gd name="T27" fmla="*/ 58 h 91"/>
              <ns1:gd name="T28" fmla="*/ 65 w 96"/>
              <ns1:gd name="T29" fmla="*/ 44 h 91"/>
              <ns1:gd name="T30" fmla="*/ 55 w 96"/>
              <ns1:gd name="T31" fmla="*/ 52 h 91"/>
              <ns1:gd name="T32" fmla="*/ 54 w 96"/>
              <ns1:gd name="T33" fmla="*/ 57 h 91"/>
              <ns1:gd name="T34" fmla="*/ 54 w 96"/>
              <ns1:gd name="T35" fmla="*/ 91 h 91"/>
              <ns1:gd name="T36" fmla="*/ 34 w 96"/>
              <ns1:gd name="T37" fmla="*/ 91 h 91"/>
              <ns1:gd name="T38" fmla="*/ 34 w 96"/>
              <ns1:gd name="T39" fmla="*/ 30 h 91"/>
              <ns1:gd name="T40" fmla="*/ 54 w 96"/>
              <ns1:gd name="T41" fmla="*/ 30 h 91"/>
              <ns1:gd name="T42" fmla="*/ 54 w 96"/>
              <ns1:gd name="T43" fmla="*/ 39 h 91"/>
              <ns1:gd name="T44" fmla="*/ 54 w 96"/>
              <ns1:gd name="T45" fmla="*/ 39 h 91"/>
              <ns1:gd name="T46" fmla="*/ 73 w 96"/>
              <ns1:gd name="T47" fmla="*/ 28 h 91"/>
              <ns1:gd name="T48" fmla="*/ 96 w 96"/>
              <ns1:gd name="T49" fmla="*/ 56 h 91"/>
              <ns1:gd name="T50" fmla="*/ 96 w 96"/>
              <ns1:gd name="T51" fmla="*/ 91 h 91"/>
            </ns1:gdLst>
            <ns1:ahLst/>
            <ns1:cxnLst>
              <ns1:cxn ang="0">
                <ns1:pos x="T0" y="T1"/>
              </ns1:cxn>
              <ns1:cxn ang="0">
                <ns1:pos x="T2" y="T3"/>
              </ns1:cxn>
              <ns1:cxn ang="0">
                <ns1:pos x="T4" y="T5"/>
              </ns1:cxn>
              <ns1:cxn ang="0">
                <ns1:pos x="T6" y="T7"/>
              </ns1:cxn>
              <ns1:cxn ang="0">
                <ns1:pos x="T8" y="T9"/>
              </ns1:cxn>
              <ns1:cxn ang="0">
                <ns1:pos x="T10" y="T11"/>
              </ns1:cxn>
              <ns1:cxn ang="0">
                <ns1:pos x="T12" y="T13"/>
              </ns1:cxn>
              <ns1:cxn ang="0">
                <ns1:pos x="T14" y="T15"/>
              </ns1:cxn>
              <ns1:cxn ang="0">
                <ns1:pos x="T16" y="T17"/>
              </ns1:cxn>
              <ns1:cxn ang="0">
                <ns1:pos x="T18" y="T19"/>
              </ns1:cxn>
              <ns1:cxn ang="0">
                <ns1:pos x="T20" y="T21"/>
              </ns1:cxn>
              <ns1:cxn ang="0">
                <ns1:pos x="T22" y="T23"/>
              </ns1:cxn>
              <ns1:cxn ang="0">
                <ns1:pos x="T24" y="T25"/>
              </ns1:cxn>
              <ns1:cxn ang="0">
                <ns1:pos x="T26" y="T27"/>
              </ns1:cxn>
              <ns1:cxn ang="0">
                <ns1:pos x="T28" y="T29"/>
              </ns1:cxn>
              <ns1:cxn ang="0">
                <ns1:pos x="T30" y="T31"/>
              </ns1:cxn>
              <ns1:cxn ang="0">
                <ns1:pos x="T32" y="T33"/>
              </ns1:cxn>
              <ns1:cxn ang="0">
                <ns1:pos x="T34" y="T35"/>
              </ns1:cxn>
              <ns1:cxn ang="0">
                <ns1:pos x="T36" y="T37"/>
              </ns1:cxn>
              <ns1:cxn ang="0">
                <ns1:pos x="T38" y="T39"/>
              </ns1:cxn>
              <ns1:cxn ang="0">
                <ns1:pos x="T40" y="T41"/>
              </ns1:cxn>
              <ns1:cxn ang="0">
                <ns1:pos x="T42" y="T43"/>
              </ns1:cxn>
              <ns1:cxn ang="0">
                <ns1:pos x="T44" y="T45"/>
              </ns1:cxn>
              <ns1:cxn ang="0">
                <ns1:pos x="T46" y="T47"/>
              </ns1:cxn>
              <ns1:cxn ang="0">
                <ns1:pos x="T48" y="T49"/>
              </ns1:cxn>
              <ns1:cxn ang="0">
                <ns1:pos x="T50" y="T51"/>
              </ns1:cxn>
            </ns1:cxnLst>
            <ns1:rect l="0" t="0" r="r" b="b"/>
            <ns1:pathLst>
              <ns1:path w="96" h="91">
                <ns1:moveTo>
                  <ns1:pt x="12" y="21"/>
                </ns1:moveTo>
                <ns1:cubicBezTo>
                  <ns1:pt x="12" y="21"/>
                  <ns1:pt x="12" y="21"/>
                  <ns1:pt x="12" y="21"/>
                </ns1:cubicBezTo>
                <ns1:cubicBezTo>
                  <ns1:pt x="5" y="21"/>
                  <ns1:pt x="0" y="16"/>
                  <ns1:pt x="0" y="11"/>
                </ns1:cubicBezTo>
                <ns1:cubicBezTo>
                  <ns1:pt x="0" y="4"/>
                  <ns1:pt x="5" y="0"/>
                  <ns1:pt x="12" y="0"/>
                </ns1:cubicBezTo>
                <ns1:cubicBezTo>
                  <ns1:pt x="19" y="0"/>
                  <ns1:pt x="23" y="4"/>
                  <ns1:pt x="23" y="11"/>
                </ns1:cubicBezTo>
                <ns1:cubicBezTo>
                  <ns1:pt x="24" y="16"/>
                  <ns1:pt x="19" y="21"/>
                  <ns1:pt x="12" y="21"/>
                </ns1:cubicBezTo>
                <ns1:close/>
                <ns1:moveTo>
                  <ns1:pt x="22" y="91"/>
                </ns1:moveTo>
                <ns1:cubicBezTo>
                  <ns1:pt x="2" y="91"/>
                  <ns1:pt x="2" y="91"/>
                  <ns1:pt x="2" y="91"/>
                </ns1:cubicBezTo>
                <ns1:cubicBezTo>
                  <ns1:pt x="2" y="30"/>
                  <ns1:pt x="2" y="30"/>
                  <ns1:pt x="2" y="30"/>
                </ns1:cubicBezTo>
                <ns1:cubicBezTo>
                  <ns1:pt x="22" y="30"/>
                  <ns1:pt x="22" y="30"/>
                  <ns1:pt x="22" y="30"/>
                </ns1:cubicBezTo>
                <ns1:lnTo>
                  <ns1:pt x="22" y="91"/>
                </ns1:lnTo>
                <ns1:close/>
                <ns1:moveTo>
                  <ns1:pt x="96" y="91"/>
                </ns1:moveTo>
                <ns1:cubicBezTo>
                  <ns1:pt x="76" y="91"/>
                  <ns1:pt x="76" y="91"/>
                  <ns1:pt x="76" y="91"/>
                </ns1:cubicBezTo>
                <ns1:cubicBezTo>
                  <ns1:pt x="76" y="58"/>
                  <ns1:pt x="76" y="58"/>
                  <ns1:pt x="76" y="58"/>
                </ns1:cubicBezTo>
                <ns1:cubicBezTo>
                  <ns1:pt x="76" y="50"/>
                  <ns1:pt x="73" y="44"/>
                  <ns1:pt x="65" y="44"/>
                </ns1:cubicBezTo>
                <ns1:cubicBezTo>
                  <ns1:pt x="60" y="44"/>
                  <ns1:pt x="56" y="48"/>
                  <ns1:pt x="55" y="52"/>
                </ns1:cubicBezTo>
                <ns1:cubicBezTo>
                  <ns1:pt x="54" y="53"/>
                  <ns1:pt x="54" y="55"/>
                  <ns1:pt x="54" y="57"/>
                </ns1:cubicBezTo>
                <ns1:cubicBezTo>
                  <ns1:pt x="54" y="91"/>
                  <ns1:pt x="54" y="91"/>
                  <ns1:pt x="54" y="91"/>
                </ns1:cubicBezTo>
                <ns1:cubicBezTo>
                  <ns1:pt x="34" y="91"/>
                  <ns1:pt x="34" y="91"/>
                  <ns1:pt x="34" y="91"/>
                </ns1:cubicBezTo>
                <ns1:cubicBezTo>
                  <ns1:pt x="34" y="35"/>
                  <ns1:pt x="34" y="30"/>
                  <ns1:pt x="34" y="30"/>
                </ns1:cubicBezTo>
                <ns1:cubicBezTo>
                  <ns1:pt x="54" y="30"/>
                  <ns1:pt x="54" y="30"/>
                  <ns1:pt x="54" y="30"/>
                </ns1:cubicBezTo>
                <ns1:cubicBezTo>
                  <ns1:pt x="54" y="39"/>
                  <ns1:pt x="54" y="39"/>
                  <ns1:pt x="54" y="39"/>
                </ns1:cubicBezTo>
                <ns1:cubicBezTo>
                  <ns1:pt x="54" y="39"/>
                  <ns1:pt x="54" y="39"/>
                  <ns1:pt x="54" y="39"/>
                </ns1:cubicBezTo>
                <ns1:cubicBezTo>
                  <ns1:pt x="57" y="34"/>
                  <ns1:pt x="61" y="28"/>
                  <ns1:pt x="73" y="28"/>
                </ns1:cubicBezTo>
                <ns1:cubicBezTo>
                  <ns1:pt x="86" y="28"/>
                  <ns1:pt x="96" y="37"/>
                  <ns1:pt x="96" y="56"/>
                </ns1:cubicBezTo>
                <ns1:lnTo>
                  <ns1:pt x="96" y="91"/>
                </ns1:lnTo>
                <ns1:close/>
              </ns1:path>
            </ns1:pathLst>
          </ns1:custGeom>
          <ns1:solidFill>
            <ns1:srgbClr val="010101"/>
          </ns1:solidFill>
          <ns1:ln>
            <ns1:noFill/>
          </ns1:ln>
          <ns1:extLst>
            <ns1:ext uri="{91240B29-F687-4F45-9708-019B960494DF}">
              <ns2:hiddenLine w="9525">
                <ns1:solidFill>
                  <ns1:srgbClr val="000000"/>
                </ns1:solidFill>
                <ns1:round/>
                <ns1:headEnd/>
                <ns1:tailEnd/>
              </ns2:hiddenLine>
            </ns1:ext>
          </ns1:extLst>
        </ns0:spPr>
        <ns0:txBody>
          <ns1:bodyPr vert="horz" wrap="square" lIns="91440" tIns="45720" rIns="91440" bIns="45720" numCol="1" anchor="t" anchorCtr="0" compatLnSpc="1">
            <ns1:prstTxWarp prst="textNoShape">
              <ns1:avLst/>
            </ns1:prstTxWarp>
          </ns1:bodyPr>
          <ns1:lstStyle/>
          <ns1:p>
            <ns1:endParaRPr lang="en-US" sz="2700"/>
          </ns1:p>
        </ns0:txBody>
      </ns0:sp>
      <ns0:sp>
        <ns0:nvSpPr>
          <ns0:cNvPr id="366" name="Freeform 5">
            <ns1:extLst>
              <ns1:ext uri="{FF2B5EF4-FFF2-40B4-BE49-F238E27FC236}">
                <ns3:creationId id="{A6AA4A09-2D4E-4B86-9B1D-05B80EC2CB8E}"/>
              </ns1:ext>
            </ns1:extLst>
          </ns0:cNvPr>
          <ns0:cNvSpPr>
            <ns1:spLocks noEditPoints="1"/>
          </ns0:cNvSpPr>
          <ns0:nvPr/>
        </ns0:nvSpPr>
        <ns0:spPr bwMode="auto">
          <ns1:xfrm>
            <ns1:off x="6366084" y="385828"/>
            <ns1:ext cx="338685" cy="467151"/>
          </ns1:xfrm>
          <ns1:custGeom>
            <ns1:avLst/>
            <ns1:gdLst>
              <ns1:gd name="T0" fmla="*/ 64 w 128"/>
              <ns1:gd name="T1" fmla="*/ 0 h 176"/>
              <ns1:gd name="T2" fmla="*/ 0 w 128"/>
              <ns1:gd name="T3" fmla="*/ 64 h 176"/>
              <ns1:gd name="T4" fmla="*/ 64 w 128"/>
              <ns1:gd name="T5" fmla="*/ 176 h 176"/>
              <ns1:gd name="T6" fmla="*/ 128 w 128"/>
              <ns1:gd name="T7" fmla="*/ 64 h 176"/>
              <ns1:gd name="T8" fmla="*/ 64 w 128"/>
              <ns1:gd name="T9" fmla="*/ 0 h 176"/>
              <ns1:gd name="T10" fmla="*/ 64 w 128"/>
              <ns1:gd name="T11" fmla="*/ 164 h 176"/>
              <ns1:gd name="T12" fmla="*/ 8 w 128"/>
              <ns1:gd name="T13" fmla="*/ 64 h 176"/>
              <ns1:gd name="T14" fmla="*/ 64 w 128"/>
              <ns1:gd name="T15" fmla="*/ 8 h 176"/>
              <ns1:gd name="T16" fmla="*/ 120 w 128"/>
              <ns1:gd name="T17" fmla="*/ 64 h 176"/>
              <ns1:gd name="T18" fmla="*/ 64 w 128"/>
              <ns1:gd name="T19" fmla="*/ 164 h 176"/>
              <ns1:gd name="T20" fmla="*/ 64 w 128"/>
              <ns1:gd name="T21" fmla="*/ 32 h 176"/>
              <ns1:gd name="T22" fmla="*/ 32 w 128"/>
              <ns1:gd name="T23" fmla="*/ 64 h 176"/>
              <ns1:gd name="T24" fmla="*/ 64 w 128"/>
              <ns1:gd name="T25" fmla="*/ 96 h 176"/>
              <ns1:gd name="T26" fmla="*/ 96 w 128"/>
              <ns1:gd name="T27" fmla="*/ 64 h 176"/>
              <ns1:gd name="T28" fmla="*/ 64 w 128"/>
              <ns1:gd name="T29" fmla="*/ 32 h 176"/>
              <ns1:gd name="T30" fmla="*/ 64 w 128"/>
              <ns1:gd name="T31" fmla="*/ 88 h 176"/>
              <ns1:gd name="T32" fmla="*/ 40 w 128"/>
              <ns1:gd name="T33" fmla="*/ 64 h 176"/>
              <ns1:gd name="T34" fmla="*/ 64 w 128"/>
              <ns1:gd name="T35" fmla="*/ 40 h 176"/>
              <ns1:gd name="T36" fmla="*/ 88 w 128"/>
              <ns1:gd name="T37" fmla="*/ 64 h 176"/>
              <ns1:gd name="T38" fmla="*/ 64 w 128"/>
              <ns1:gd name="T39" fmla="*/ 88 h 176"/>
            </ns1:gdLst>
            <ns1:ahLst/>
            <ns1:cxnLst>
              <ns1:cxn ang="0">
                <ns1:pos x="T0" y="T1"/>
              </ns1:cxn>
              <ns1:cxn ang="0">
                <ns1:pos x="T2" y="T3"/>
              </ns1:cxn>
              <ns1:cxn ang="0">
                <ns1:pos x="T4" y="T5"/>
              </ns1:cxn>
              <ns1:cxn ang="0">
                <ns1:pos x="T6" y="T7"/>
              </ns1:cxn>
              <ns1:cxn ang="0">
                <ns1:pos x="T8" y="T9"/>
              </ns1:cxn>
              <ns1:cxn ang="0">
                <ns1:pos x="T10" y="T11"/>
              </ns1:cxn>
              <ns1:cxn ang="0">
                <ns1:pos x="T12" y="T13"/>
              </ns1:cxn>
              <ns1:cxn ang="0">
                <ns1:pos x="T14" y="T15"/>
              </ns1:cxn>
              <ns1:cxn ang="0">
                <ns1:pos x="T16" y="T17"/>
              </ns1:cxn>
              <ns1:cxn ang="0">
                <ns1:pos x="T18" y="T19"/>
              </ns1:cxn>
              <ns1:cxn ang="0">
                <ns1:pos x="T20" y="T21"/>
              </ns1:cxn>
              <ns1:cxn ang="0">
                <ns1:pos x="T22" y="T23"/>
              </ns1:cxn>
              <ns1:cxn ang="0">
                <ns1:pos x="T24" y="T25"/>
              </ns1:cxn>
              <ns1:cxn ang="0">
                <ns1:pos x="T26" y="T27"/>
              </ns1:cxn>
              <ns1:cxn ang="0">
                <ns1:pos x="T28" y="T29"/>
              </ns1:cxn>
              <ns1:cxn ang="0">
                <ns1:pos x="T30" y="T31"/>
              </ns1:cxn>
              <ns1:cxn ang="0">
                <ns1:pos x="T32" y="T33"/>
              </ns1:cxn>
              <ns1:cxn ang="0">
                <ns1:pos x="T34" y="T35"/>
              </ns1:cxn>
              <ns1:cxn ang="0">
                <ns1:pos x="T36" y="T37"/>
              </ns1:cxn>
              <ns1:cxn ang="0">
                <ns1:pos x="T38" y="T39"/>
              </ns1:cxn>
            </ns1:cxnLst>
            <ns1:rect l="0" t="0" r="r" b="b"/>
            <ns1:pathLst>
              <ns1:path w="128" h="176">
                <ns1:moveTo>
                  <ns1:pt x="64" y="0"/>
                </ns1:moveTo>
                <ns1:cubicBezTo>
                  <ns1:pt x="29" y="0"/>
                  <ns1:pt x="0" y="29"/>
                  <ns1:pt x="0" y="64"/>
                </ns1:cubicBezTo>
                <ns1:cubicBezTo>
                  <ns1:pt x="0" y="116"/>
                  <ns1:pt x="64" y="176"/>
                  <ns1:pt x="64" y="176"/>
                </ns1:cubicBezTo>
                <ns1:cubicBezTo>
                  <ns1:pt x="64" y="176"/>
                  <ns1:pt x="128" y="116"/>
                  <ns1:pt x="128" y="64"/>
                </ns1:cubicBezTo>
                <ns1:cubicBezTo>
                  <ns1:pt x="128" y="29"/>
                  <ns1:pt x="99" y="0"/>
                  <ns1:pt x="64" y="0"/>
                </ns1:cubicBezTo>
                <ns1:moveTo>
                  <ns1:pt x="64" y="164"/>
                </ns1:moveTo>
                <ns1:cubicBezTo>
                  <ns1:pt x="64" y="164"/>
                  <ns1:pt x="8" y="112"/>
                  <ns1:pt x="8" y="64"/>
                </ns1:cubicBezTo>
                <ns1:cubicBezTo>
                  <ns1:pt x="8" y="33"/>
                  <ns1:pt x="33" y="8"/>
                  <ns1:pt x="64" y="8"/>
                </ns1:cubicBezTo>
                <ns1:cubicBezTo>
                  <ns1:pt x="95" y="8"/>
                  <ns1:pt x="120" y="33"/>
                  <ns1:pt x="120" y="64"/>
                </ns1:cubicBezTo>
                <ns1:cubicBezTo>
                  <ns1:pt x="120" y="112"/>
                  <ns1:pt x="64" y="164"/>
                  <ns1:pt x="64" y="164"/>
                </ns1:cubicBezTo>
                <ns1:moveTo>
                  <ns1:pt x="64" y="32"/>
                </ns1:moveTo>
                <ns1:cubicBezTo>
                  <ns1:pt x="46" y="32"/>
                  <ns1:pt x="32" y="46"/>
                  <ns1:pt x="32" y="64"/>
                </ns1:cubicBezTo>
                <ns1:cubicBezTo>
                  <ns1:pt x="32" y="82"/>
                  <ns1:pt x="46" y="96"/>
                  <ns1:pt x="64" y="96"/>
                </ns1:cubicBezTo>
                <ns1:cubicBezTo>
                  <ns1:pt x="82" y="96"/>
                  <ns1:pt x="96" y="82"/>
                  <ns1:pt x="96" y="64"/>
                </ns1:cubicBezTo>
                <ns1:cubicBezTo>
                  <ns1:pt x="96" y="46"/>
                  <ns1:pt x="82" y="32"/>
                  <ns1:pt x="64" y="32"/>
                </ns1:cubicBezTo>
                <ns1:moveTo>
                  <ns1:pt x="64" y="88"/>
                </ns1:moveTo>
                <ns1:cubicBezTo>
                  <ns1:pt x="51" y="88"/>
                  <ns1:pt x="40" y="77"/>
                  <ns1:pt x="40" y="64"/>
                </ns1:cubicBezTo>
                <ns1:cubicBezTo>
                  <ns1:pt x="40" y="51"/>
                  <ns1:pt x="51" y="40"/>
                  <ns1:pt x="64" y="40"/>
                </ns1:cubicBezTo>
                <ns1:cubicBezTo>
                  <ns1:pt x="77" y="40"/>
                  <ns1:pt x="88" y="51"/>
                  <ns1:pt x="88" y="64"/>
                </ns1:cubicBezTo>
                <ns1:cubicBezTo>
                  <ns1:pt x="88" y="77"/>
                  <ns1:pt x="77" y="88"/>
                  <ns1:pt x="64" y="88"/>
                </ns1:cubicBezTo>
              </ns1:path>
            </ns1:pathLst>
          </ns1:custGeom>
          <ns1:solidFill>
            <ns1:schemeClr val="tx1"/>
          </ns1:solidFill>
          <ns1:ln>
            <ns1:noFill/>
          </ns1:ln>
          <ns1:extLst/>
        </ns0:spPr>
        <ns0:txBody>
          <ns1:bodyPr vert="horz" wrap="square" lIns="91440" tIns="45720" rIns="91440" bIns="45720" numCol="1" anchor="t" anchorCtr="0" compatLnSpc="1">
            <ns1:prstTxWarp prst="textNoShape">
              <ns1:avLst/>
            </ns1:prstTxWarp>
          </ns1:bodyPr>
          <ns1:lstStyle/>
          <ns1:p>
            <ns1:endParaRPr lang="en-US" sz="2700"/>
          </ns1:p>
        </ns0:txBody>
      </ns0:sp>
      <ns0:sp>
        <ns0:nvSpPr>
          <ns0:cNvPr id="367" name="Freeform 15">
            <ns1:extLst>
              <ns1:ext uri="{FF2B5EF4-FFF2-40B4-BE49-F238E27FC236}">
                <ns3:creationId id="{BA522B67-2173-41A3-94C3-F81D2F57C56B}"/>
              </ns1:ext>
            </ns1:extLst>
          </ns0:cNvPr>
          <ns0:cNvSpPr>
            <ns1:spLocks noEditPoints="1"/>
          </ns0:cNvSpPr>
          <ns0:nvPr/>
        </ns0:nvSpPr>
        <ns0:spPr bwMode="auto">
          <ns1:xfrm>
            <ns1:off x="7369561" y="404319"/>
            <ns1:ext cx="423206" cy="424384"/>
          </ns1:xfrm>
          <ns1:custGeom>
            <ns1:avLst/>
            <ns1:gdLst>
              <ns1:gd name="T0" fmla="*/ 0 w 176"/>
              <ns1:gd name="T1" fmla="*/ 88 h 176"/>
              <ns1:gd name="T2" fmla="*/ 176 w 176"/>
              <ns1:gd name="T3" fmla="*/ 88 h 176"/>
              <ns1:gd name="T4" fmla="*/ 64 w 176"/>
              <ns1:gd name="T5" fmla="*/ 12 h 176"/>
              <ns1:gd name="T6" fmla="*/ 59 w 176"/>
              <ns1:gd name="T7" fmla="*/ 18 h 176"/>
              <ns1:gd name="T8" fmla="*/ 50 w 176"/>
              <ns1:gd name="T9" fmla="*/ 34 h 176"/>
              <ns1:gd name="T10" fmla="*/ 36 w 176"/>
              <ns1:gd name="T11" fmla="*/ 27 h 176"/>
              <ns1:gd name="T12" fmla="*/ 31 w 176"/>
              <ns1:gd name="T13" fmla="*/ 32 h 176"/>
              <ns1:gd name="T14" fmla="*/ 46 w 176"/>
              <ns1:gd name="T15" fmla="*/ 44 h 176"/>
              <ns1:gd name="T16" fmla="*/ 42 w 176"/>
              <ns1:gd name="T17" fmla="*/ 66 h 176"/>
              <ns1:gd name="T18" fmla="*/ 40 w 176"/>
              <ns1:gd name="T19" fmla="*/ 77 h 176"/>
              <ns1:gd name="T20" fmla="*/ 8 w 176"/>
              <ns1:gd name="T21" fmla="*/ 84 h 176"/>
              <ns1:gd name="T22" fmla="*/ 8 w 176"/>
              <ns1:gd name="T23" fmla="*/ 92 h 176"/>
              <ns1:gd name="T24" fmla="*/ 40 w 176"/>
              <ns1:gd name="T25" fmla="*/ 99 h 176"/>
              <ns1:gd name="T26" fmla="*/ 42 w 176"/>
              <ns1:gd name="T27" fmla="*/ 110 h 176"/>
              <ns1:gd name="T28" fmla="*/ 46 w 176"/>
              <ns1:gd name="T29" fmla="*/ 132 h 176"/>
              <ns1:gd name="T30" fmla="*/ 31 w 176"/>
              <ns1:gd name="T31" fmla="*/ 144 h 176"/>
              <ns1:gd name="T32" fmla="*/ 36 w 176"/>
              <ns1:gd name="T33" fmla="*/ 149 h 176"/>
              <ns1:gd name="T34" fmla="*/ 50 w 176"/>
              <ns1:gd name="T35" fmla="*/ 142 h 176"/>
              <ns1:gd name="T36" fmla="*/ 59 w 176"/>
              <ns1:gd name="T37" fmla="*/ 158 h 176"/>
              <ns1:gd name="T38" fmla="*/ 64 w 176"/>
              <ns1:gd name="T39" fmla="*/ 164 h 176"/>
              <ns1:gd name="T40" fmla="*/ 84 w 176"/>
              <ns1:gd name="T41" fmla="*/ 168 h 176"/>
              <ns1:gd name="T42" fmla="*/ 84 w 176"/>
              <ns1:gd name="T43" fmla="*/ 132 h 176"/>
              <ns1:gd name="T44" fmla="*/ 84 w 176"/>
              <ns1:gd name="T45" fmla="*/ 124 h 176"/>
              <ns1:gd name="T46" fmla="*/ 48 w 176"/>
              <ns1:gd name="T47" fmla="*/ 92 h 176"/>
              <ns1:gd name="T48" fmla="*/ 84 w 176"/>
              <ns1:gd name="T49" fmla="*/ 124 h 176"/>
              <ns1:gd name="T50" fmla="*/ 48 w 176"/>
              <ns1:gd name="T51" fmla="*/ 84 h 176"/>
              <ns1:gd name="T52" fmla="*/ 84 w 176"/>
              <ns1:gd name="T53" fmla="*/ 52 h 176"/>
              <ns1:gd name="T54" fmla="*/ 84 w 176"/>
              <ns1:gd name="T55" fmla="*/ 44 h 176"/>
              <ns1:gd name="T56" fmla="*/ 84 w 176"/>
              <ns1:gd name="T57" fmla="*/ 8 h 176"/>
              <ns1:gd name="T58" fmla="*/ 168 w 176"/>
              <ns1:gd name="T59" fmla="*/ 84 h 176"/>
              <ns1:gd name="T60" fmla="*/ 136 w 176"/>
              <ns1:gd name="T61" fmla="*/ 77 h 176"/>
              <ns1:gd name="T62" fmla="*/ 134 w 176"/>
              <ns1:gd name="T63" fmla="*/ 66 h 176"/>
              <ns1:gd name="T64" fmla="*/ 130 w 176"/>
              <ns1:gd name="T65" fmla="*/ 44 h 176"/>
              <ns1:gd name="T66" fmla="*/ 145 w 176"/>
              <ns1:gd name="T67" fmla="*/ 32 h 176"/>
              <ns1:gd name="T68" fmla="*/ 140 w 176"/>
              <ns1:gd name="T69" fmla="*/ 27 h 176"/>
              <ns1:gd name="T70" fmla="*/ 126 w 176"/>
              <ns1:gd name="T71" fmla="*/ 34 h 176"/>
              <ns1:gd name="T72" fmla="*/ 117 w 176"/>
              <ns1:gd name="T73" fmla="*/ 18 h 176"/>
              <ns1:gd name="T74" fmla="*/ 112 w 176"/>
              <ns1:gd name="T75" fmla="*/ 12 h 176"/>
              <ns1:gd name="T76" fmla="*/ 92 w 176"/>
              <ns1:gd name="T77" fmla="*/ 8 h 176"/>
              <ns1:gd name="T78" fmla="*/ 92 w 176"/>
              <ns1:gd name="T79" fmla="*/ 44 h 176"/>
              <ns1:gd name="T80" fmla="*/ 92 w 176"/>
              <ns1:gd name="T81" fmla="*/ 52 h 176"/>
              <ns1:gd name="T82" fmla="*/ 128 w 176"/>
              <ns1:gd name="T83" fmla="*/ 84 h 176"/>
              <ns1:gd name="T84" fmla="*/ 92 w 176"/>
              <ns1:gd name="T85" fmla="*/ 52 h 176"/>
              <ns1:gd name="T86" fmla="*/ 128 w 176"/>
              <ns1:gd name="T87" fmla="*/ 92 h 176"/>
              <ns1:gd name="T88" fmla="*/ 92 w 176"/>
              <ns1:gd name="T89" fmla="*/ 124 h 176"/>
              <ns1:gd name="T90" fmla="*/ 92 w 176"/>
              <ns1:gd name="T91" fmla="*/ 168 h 176"/>
              <ns1:gd name="T92" fmla="*/ 119 w 176"/>
              <ns1:gd name="T93" fmla="*/ 137 h 176"/>
              <ns1:gd name="T94" fmla="*/ 112 w 176"/>
              <ns1:gd name="T95" fmla="*/ 164 h 176"/>
              <ns1:gd name="T96" fmla="*/ 117 w 176"/>
              <ns1:gd name="T97" fmla="*/ 158 h 176"/>
              <ns1:gd name="T98" fmla="*/ 126 w 176"/>
              <ns1:gd name="T99" fmla="*/ 142 h 176"/>
              <ns1:gd name="T100" fmla="*/ 140 w 176"/>
              <ns1:gd name="T101" fmla="*/ 149 h 176"/>
              <ns1:gd name="T102" fmla="*/ 145 w 176"/>
              <ns1:gd name="T103" fmla="*/ 144 h 176"/>
              <ns1:gd name="T104" fmla="*/ 130 w 176"/>
              <ns1:gd name="T105" fmla="*/ 132 h 176"/>
              <ns1:gd name="T106" fmla="*/ 134 w 176"/>
              <ns1:gd name="T107" fmla="*/ 110 h 176"/>
              <ns1:gd name="T108" fmla="*/ 136 w 176"/>
              <ns1:gd name="T109" fmla="*/ 99 h 176"/>
              <ns1:gd name="T110" fmla="*/ 168 w 176"/>
              <ns1:gd name="T111" fmla="*/ 92 h 176"/>
            </ns1:gdLst>
            <ns1:ahLst/>
            <ns1:cxnLst>
              <ns1:cxn ang="0">
                <ns1:pos x="T0" y="T1"/>
              </ns1:cxn>
              <ns1:cxn ang="0">
                <ns1:pos x="T2" y="T3"/>
              </ns1:cxn>
              <ns1:cxn ang="0">
                <ns1:pos x="T4" y="T5"/>
              </ns1:cxn>
              <ns1:cxn ang="0">
                <ns1:pos x="T6" y="T7"/>
              </ns1:cxn>
              <ns1:cxn ang="0">
                <ns1:pos x="T8" y="T9"/>
              </ns1:cxn>
              <ns1:cxn ang="0">
                <ns1:pos x="T10" y="T11"/>
              </ns1:cxn>
              <ns1:cxn ang="0">
                <ns1:pos x="T12" y="T13"/>
              </ns1:cxn>
              <ns1:cxn ang="0">
                <ns1:pos x="T14" y="T15"/>
              </ns1:cxn>
              <ns1:cxn ang="0">
                <ns1:pos x="T16" y="T17"/>
              </ns1:cxn>
              <ns1:cxn ang="0">
                <ns1:pos x="T18" y="T19"/>
              </ns1:cxn>
              <ns1:cxn ang="0">
                <ns1:pos x="T20" y="T21"/>
              </ns1:cxn>
              <ns1:cxn ang="0">
                <ns1:pos x="T22" y="T23"/>
              </ns1:cxn>
              <ns1:cxn ang="0">
                <ns1:pos x="T24" y="T25"/>
              </ns1:cxn>
              <ns1:cxn ang="0">
                <ns1:pos x="T26" y="T27"/>
              </ns1:cxn>
              <ns1:cxn ang="0">
                <ns1:pos x="T28" y="T29"/>
              </ns1:cxn>
              <ns1:cxn ang="0">
                <ns1:pos x="T30" y="T31"/>
              </ns1:cxn>
              <ns1:cxn ang="0">
                <ns1:pos x="T32" y="T33"/>
              </ns1:cxn>
              <ns1:cxn ang="0">
                <ns1:pos x="T34" y="T35"/>
              </ns1:cxn>
              <ns1:cxn ang="0">
                <ns1:pos x="T36" y="T37"/>
              </ns1:cxn>
              <ns1:cxn ang="0">
                <ns1:pos x="T38" y="T39"/>
              </ns1:cxn>
              <ns1:cxn ang="0">
                <ns1:pos x="T40" y="T41"/>
              </ns1:cxn>
              <ns1:cxn ang="0">
                <ns1:pos x="T42" y="T43"/>
              </ns1:cxn>
              <ns1:cxn ang="0">
                <ns1:pos x="T44" y="T45"/>
              </ns1:cxn>
              <ns1:cxn ang="0">
                <ns1:pos x="T46" y="T47"/>
              </ns1:cxn>
              <ns1:cxn ang="0">
                <ns1:pos x="T48" y="T49"/>
              </ns1:cxn>
              <ns1:cxn ang="0">
                <ns1:pos x="T50" y="T51"/>
              </ns1:cxn>
              <ns1:cxn ang="0">
                <ns1:pos x="T52" y="T53"/>
              </ns1:cxn>
              <ns1:cxn ang="0">
                <ns1:pos x="T54" y="T55"/>
              </ns1:cxn>
              <ns1:cxn ang="0">
                <ns1:pos x="T56" y="T57"/>
              </ns1:cxn>
              <ns1:cxn ang="0">
                <ns1:pos x="T58" y="T59"/>
              </ns1:cxn>
              <ns1:cxn ang="0">
                <ns1:pos x="T60" y="T61"/>
              </ns1:cxn>
              <ns1:cxn ang="0">
                <ns1:pos x="T62" y="T63"/>
              </ns1:cxn>
              <ns1:cxn ang="0">
                <ns1:pos x="T64" y="T65"/>
              </ns1:cxn>
              <ns1:cxn ang="0">
                <ns1:pos x="T66" y="T67"/>
              </ns1:cxn>
              <ns1:cxn ang="0">
                <ns1:pos x="T68" y="T69"/>
              </ns1:cxn>
              <ns1:cxn ang="0">
                <ns1:pos x="T70" y="T71"/>
              </ns1:cxn>
              <ns1:cxn ang="0">
                <ns1:pos x="T72" y="T73"/>
              </ns1:cxn>
              <ns1:cxn ang="0">
                <ns1:pos x="T74" y="T75"/>
              </ns1:cxn>
              <ns1:cxn ang="0">
                <ns1:pos x="T76" y="T77"/>
              </ns1:cxn>
              <ns1:cxn ang="0">
                <ns1:pos x="T78" y="T79"/>
              </ns1:cxn>
              <ns1:cxn ang="0">
                <ns1:pos x="T80" y="T81"/>
              </ns1:cxn>
              <ns1:cxn ang="0">
                <ns1:pos x="T82" y="T83"/>
              </ns1:cxn>
              <ns1:cxn ang="0">
                <ns1:pos x="T84" y="T85"/>
              </ns1:cxn>
              <ns1:cxn ang="0">
                <ns1:pos x="T86" y="T87"/>
              </ns1:cxn>
              <ns1:cxn ang="0">
                <ns1:pos x="T88" y="T89"/>
              </ns1:cxn>
              <ns1:cxn ang="0">
                <ns1:pos x="T90" y="T91"/>
              </ns1:cxn>
              <ns1:cxn ang="0">
                <ns1:pos x="T92" y="T93"/>
              </ns1:cxn>
              <ns1:cxn ang="0">
                <ns1:pos x="T94" y="T95"/>
              </ns1:cxn>
              <ns1:cxn ang="0">
                <ns1:pos x="T96" y="T97"/>
              </ns1:cxn>
              <ns1:cxn ang="0">
                <ns1:pos x="T98" y="T99"/>
              </ns1:cxn>
              <ns1:cxn ang="0">
                <ns1:pos x="T100" y="T101"/>
              </ns1:cxn>
              <ns1:cxn ang="0">
                <ns1:pos x="T102" y="T103"/>
              </ns1:cxn>
              <ns1:cxn ang="0">
                <ns1:pos x="T104" y="T105"/>
              </ns1:cxn>
              <ns1:cxn ang="0">
                <ns1:pos x="T106" y="T107"/>
              </ns1:cxn>
              <ns1:cxn ang="0">
                <ns1:pos x="T108" y="T109"/>
              </ns1:cxn>
              <ns1:cxn ang="0">
                <ns1:pos x="T110" y="T111"/>
              </ns1:cxn>
            </ns1:cxnLst>
            <ns1:rect l="0" t="0" r="r" b="b"/>
            <ns1:pathLst>
              <ns1:path w="176" h="176">
                <ns1:moveTo>
                  <ns1:pt x="88" y="0"/>
                </ns1:moveTo>
                <ns1:cubicBezTo>
                  <ns1:pt x="39" y="0"/>
                  <ns1:pt x="0" y="39"/>
                  <ns1:pt x="0" y="88"/>
                </ns1:cubicBezTo>
                <ns1:cubicBezTo>
                  <ns1:pt x="0" y="137"/>
                  <ns1:pt x="39" y="176"/>
                  <ns1:pt x="88" y="176"/>
                </ns1:cubicBezTo>
                <ns1:cubicBezTo>
                  <ns1:pt x="137" y="176"/>
                  <ns1:pt x="176" y="137"/>
                  <ns1:pt x="176" y="88"/>
                </ns1:cubicBezTo>
                <ns1:cubicBezTo>
                  <ns1:pt x="176" y="39"/>
                  <ns1:pt x="137" y="0"/>
                  <ns1:pt x="88" y="0"/>
                </ns1:cubicBezTo>
                <ns1:moveTo>
                  <ns1:pt x="64" y="12"/>
                </ns1:moveTo>
                <ns1:cubicBezTo>
                  <ns1:pt x="63" y="13"/>
                  <ns1:pt x="61" y="15"/>
                  <ns1:pt x="59" y="18"/>
                </ns1:cubicBezTo>
                <ns1:cubicBezTo>
                  <ns1:pt x="59" y="18"/>
                  <ns1:pt x="59" y="18"/>
                  <ns1:pt x="59" y="18"/>
                </ns1:cubicBezTo>
                <ns1:cubicBezTo>
                  <ns1:pt x="56" y="23"/>
                  <ns1:pt x="53" y="28"/>
                  <ns1:pt x="50" y="34"/>
                </ns1:cubicBezTo>
                <ns1:cubicBezTo>
                  <ns1:pt x="50" y="34"/>
                  <ns1:pt x="50" y="34"/>
                  <ns1:pt x="50" y="34"/>
                </ns1:cubicBezTo>
                <ns1:cubicBezTo>
                  <ns1:pt x="50" y="35"/>
                  <ns1:pt x="50" y="35"/>
                  <ns1:pt x="50" y="36"/>
                </ns1:cubicBezTo>
                <ns1:cubicBezTo>
                  <ns1:pt x="45" y="33"/>
                  <ns1:pt x="40" y="30"/>
                  <ns1:pt x="36" y="27"/>
                </ns1:cubicBezTo>
                <ns1:cubicBezTo>
                  <ns1:pt x="44" y="20"/>
                  <ns1:pt x="54" y="15"/>
                  <ns1:pt x="64" y="12"/>
                </ns1:cubicBezTo>
                <ns1:moveTo>
                  <ns1:pt x="31" y="32"/>
                </ns1:moveTo>
                <ns1:cubicBezTo>
                  <ns1:pt x="35" y="36"/>
                  <ns1:pt x="41" y="40"/>
                  <ns1:pt x="47" y="43"/>
                </ns1:cubicBezTo>
                <ns1:cubicBezTo>
                  <ns1:pt x="47" y="43"/>
                  <ns1:pt x="47" y="44"/>
                  <ns1:pt x="46" y="44"/>
                </ns1:cubicBezTo>
                <ns1:cubicBezTo>
                  <ns1:pt x="45" y="50"/>
                  <ns1:pt x="43" y="57"/>
                  <ns1:pt x="42" y="63"/>
                </ns1:cubicBezTo>
                <ns1:cubicBezTo>
                  <ns1:pt x="42" y="64"/>
                  <ns1:pt x="42" y="65"/>
                  <ns1:pt x="42" y="66"/>
                </ns1:cubicBezTo>
                <ns1:cubicBezTo>
                  <ns1:pt x="41" y="69"/>
                  <ns1:pt x="41" y="71"/>
                  <ns1:pt x="41" y="74"/>
                </ns1:cubicBezTo>
                <ns1:cubicBezTo>
                  <ns1:pt x="41" y="75"/>
                  <ns1:pt x="40" y="76"/>
                  <ns1:pt x="40" y="77"/>
                </ns1:cubicBezTo>
                <ns1:cubicBezTo>
                  <ns1:pt x="40" y="79"/>
                  <ns1:pt x="40" y="82"/>
                  <ns1:pt x="40" y="84"/>
                </ns1:cubicBezTo>
                <ns1:cubicBezTo>
                  <ns1:pt x="8" y="84"/>
                  <ns1:pt x="8" y="84"/>
                  <ns1:pt x="8" y="84"/>
                </ns1:cubicBezTo>
                <ns1:cubicBezTo>
                  <ns1:pt x="9" y="64"/>
                  <ns1:pt x="18" y="46"/>
                  <ns1:pt x="31" y="32"/>
                </ns1:cubicBezTo>
                <ns1:moveTo>
                  <ns1:pt x="8" y="92"/>
                </ns1:moveTo>
                <ns1:cubicBezTo>
                  <ns1:pt x="40" y="92"/>
                  <ns1:pt x="40" y="92"/>
                  <ns1:pt x="40" y="92"/>
                </ns1:cubicBezTo>
                <ns1:cubicBezTo>
                  <ns1:pt x="40" y="94"/>
                  <ns1:pt x="40" y="97"/>
                  <ns1:pt x="40" y="99"/>
                </ns1:cubicBezTo>
                <ns1:cubicBezTo>
                  <ns1:pt x="40" y="100"/>
                  <ns1:pt x="41" y="101"/>
                  <ns1:pt x="41" y="102"/>
                </ns1:cubicBezTo>
                <ns1:cubicBezTo>
                  <ns1:pt x="41" y="105"/>
                  <ns1:pt x="41" y="107"/>
                  <ns1:pt x="42" y="110"/>
                </ns1:cubicBezTo>
                <ns1:cubicBezTo>
                  <ns1:pt x="42" y="111"/>
                  <ns1:pt x="42" y="112"/>
                  <ns1:pt x="42" y="113"/>
                </ns1:cubicBezTo>
                <ns1:cubicBezTo>
                  <ns1:pt x="43" y="119"/>
                  <ns1:pt x="45" y="126"/>
                  <ns1:pt x="46" y="132"/>
                </ns1:cubicBezTo>
                <ns1:cubicBezTo>
                  <ns1:pt x="47" y="132"/>
                  <ns1:pt x="47" y="133"/>
                  <ns1:pt x="47" y="133"/>
                </ns1:cubicBezTo>
                <ns1:cubicBezTo>
                  <ns1:pt x="41" y="136"/>
                  <ns1:pt x="35" y="140"/>
                  <ns1:pt x="31" y="144"/>
                </ns1:cubicBezTo>
                <ns1:cubicBezTo>
                  <ns1:pt x="18" y="130"/>
                  <ns1:pt x="9" y="112"/>
                  <ns1:pt x="8" y="92"/>
                </ns1:cubicBezTo>
                <ns1:moveTo>
                  <ns1:pt x="36" y="149"/>
                </ns1:moveTo>
                <ns1:cubicBezTo>
                  <ns1:pt x="40" y="146"/>
                  <ns1:pt x="45" y="143"/>
                  <ns1:pt x="50" y="140"/>
                </ns1:cubicBezTo>
                <ns1:cubicBezTo>
                  <ns1:pt x="50" y="141"/>
                  <ns1:pt x="50" y="141"/>
                  <ns1:pt x="50" y="142"/>
                </ns1:cubicBezTo>
                <ns1:cubicBezTo>
                  <ns1:pt x="50" y="142"/>
                  <ns1:pt x="50" y="142"/>
                  <ns1:pt x="50" y="142"/>
                </ns1:cubicBezTo>
                <ns1:cubicBezTo>
                  <ns1:pt x="53" y="148"/>
                  <ns1:pt x="56" y="153"/>
                  <ns1:pt x="59" y="158"/>
                </ns1:cubicBezTo>
                <ns1:cubicBezTo>
                  <ns1:pt x="59" y="158"/>
                  <ns1:pt x="59" y="158"/>
                  <ns1:pt x="59" y="158"/>
                </ns1:cubicBezTo>
                <ns1:cubicBezTo>
                  <ns1:pt x="61" y="161"/>
                  <ns1:pt x="63" y="163"/>
                  <ns1:pt x="64" y="164"/>
                </ns1:cubicBezTo>
                <ns1:cubicBezTo>
                  <ns1:pt x="54" y="161"/>
                  <ns1:pt x="44" y="156"/>
                  <ns1:pt x="36" y="149"/>
                </ns1:cubicBezTo>
                <ns1:moveTo>
                  <ns1:pt x="84" y="168"/>
                </ns1:moveTo>
                <ns1:cubicBezTo>
                  <ns1:pt x="73" y="165"/>
                  <ns1:pt x="63" y="154"/>
                  <ns1:pt x="57" y="137"/>
                </ns1:cubicBezTo>
                <ns1:cubicBezTo>
                  <ns1:pt x="65" y="134"/>
                  <ns1:pt x="74" y="133"/>
                  <ns1:pt x="84" y="132"/>
                </ns1:cubicBezTo>
                <ns1:lnTo>
                  <ns1:pt x="84" y="168"/>
                </ns1:lnTo>
                <ns1:close/>
                <ns1:moveTo>
                  <ns1:pt x="84" y="124"/>
                </ns1:moveTo>
                <ns1:cubicBezTo>
                  <ns1:pt x="73" y="125"/>
                  <ns1:pt x="63" y="127"/>
                  <ns1:pt x="54" y="130"/>
                </ns1:cubicBezTo>
                <ns1:cubicBezTo>
                  <ns1:pt x="51" y="119"/>
                  <ns1:pt x="48" y="106"/>
                  <ns1:pt x="48" y="92"/>
                </ns1:cubicBezTo>
                <ns1:cubicBezTo>
                  <ns1:pt x="84" y="92"/>
                  <ns1:pt x="84" y="92"/>
                  <ns1:pt x="84" y="92"/>
                </ns1:cubicBezTo>
                <ns1:lnTo>
                  <ns1:pt x="84" y="124"/>
                </ns1:lnTo>
                <ns1:close/>
                <ns1:moveTo>
                  <ns1:pt x="84" y="84"/>
                </ns1:moveTo>
                <ns1:cubicBezTo>
                  <ns1:pt x="48" y="84"/>
                  <ns1:pt x="48" y="84"/>
                  <ns1:pt x="48" y="84"/>
                </ns1:cubicBezTo>
                <ns1:cubicBezTo>
                  <ns1:pt x="48" y="70"/>
                  <ns1:pt x="51" y="57"/>
                  <ns1:pt x="54" y="46"/>
                </ns1:cubicBezTo>
                <ns1:cubicBezTo>
                  <ns1:pt x="63" y="49"/>
                  <ns1:pt x="73" y="51"/>
                  <ns1:pt x="84" y="52"/>
                </ns1:cubicBezTo>
                <ns1:lnTo>
                  <ns1:pt x="84" y="84"/>
                </ns1:lnTo>
                <ns1:close/>
                <ns1:moveTo>
                  <ns1:pt x="84" y="44"/>
                </ns1:moveTo>
                <ns1:cubicBezTo>
                  <ns1:pt x="74" y="43"/>
                  <ns1:pt x="65" y="42"/>
                  <ns1:pt x="57" y="39"/>
                </ns1:cubicBezTo>
                <ns1:cubicBezTo>
                  <ns1:pt x="63" y="22"/>
                  <ns1:pt x="73" y="11"/>
                  <ns1:pt x="84" y="8"/>
                </ns1:cubicBezTo>
                <ns1:lnTo>
                  <ns1:pt x="84" y="44"/>
                </ns1:lnTo>
                <ns1:close/>
                <ns1:moveTo>
                  <ns1:pt x="168" y="84"/>
                </ns1:moveTo>
                <ns1:cubicBezTo>
                  <ns1:pt x="136" y="84"/>
                  <ns1:pt x="136" y="84"/>
                  <ns1:pt x="136" y="84"/>
                </ns1:cubicBezTo>
                <ns1:cubicBezTo>
                  <ns1:pt x="136" y="82"/>
                  <ns1:pt x="136" y="79"/>
                  <ns1:pt x="136" y="77"/>
                </ns1:cubicBezTo>
                <ns1:cubicBezTo>
                  <ns1:pt x="136" y="76"/>
                  <ns1:pt x="135" y="75"/>
                  <ns1:pt x="135" y="74"/>
                </ns1:cubicBezTo>
                <ns1:cubicBezTo>
                  <ns1:pt x="135" y="71"/>
                  <ns1:pt x="135" y="69"/>
                  <ns1:pt x="134" y="66"/>
                </ns1:cubicBezTo>
                <ns1:cubicBezTo>
                  <ns1:pt x="134" y="65"/>
                  <ns1:pt x="134" y="64"/>
                  <ns1:pt x="134" y="63"/>
                </ns1:cubicBezTo>
                <ns1:cubicBezTo>
                  <ns1:pt x="133" y="57"/>
                  <ns1:pt x="131" y="50"/>
                  <ns1:pt x="130" y="44"/>
                </ns1:cubicBezTo>
                <ns1:cubicBezTo>
                  <ns1:pt x="129" y="44"/>
                  <ns1:pt x="129" y="43"/>
                  <ns1:pt x="129" y="43"/>
                </ns1:cubicBezTo>
                <ns1:cubicBezTo>
                  <ns1:pt x="135" y="40"/>
                  <ns1:pt x="141" y="36"/>
                  <ns1:pt x="145" y="32"/>
                </ns1:cubicBezTo>
                <ns1:cubicBezTo>
                  <ns1:pt x="158" y="46"/>
                  <ns1:pt x="167" y="64"/>
                  <ns1:pt x="168" y="84"/>
                </ns1:cubicBezTo>
                <ns1:moveTo>
                  <ns1:pt x="140" y="27"/>
                </ns1:moveTo>
                <ns1:cubicBezTo>
                  <ns1:pt x="136" y="30"/>
                  <ns1:pt x="131" y="33"/>
                  <ns1:pt x="126" y="36"/>
                </ns1:cubicBezTo>
                <ns1:cubicBezTo>
                  <ns1:pt x="126" y="35"/>
                  <ns1:pt x="126" y="35"/>
                  <ns1:pt x="126" y="34"/>
                </ns1:cubicBezTo>
                <ns1:cubicBezTo>
                  <ns1:pt x="126" y="34"/>
                  <ns1:pt x="126" y="34"/>
                  <ns1:pt x="126" y="34"/>
                </ns1:cubicBezTo>
                <ns1:cubicBezTo>
                  <ns1:pt x="123" y="28"/>
                  <ns1:pt x="120" y="23"/>
                  <ns1:pt x="117" y="18"/>
                </ns1:cubicBezTo>
                <ns1:cubicBezTo>
                  <ns1:pt x="117" y="18"/>
                  <ns1:pt x="117" y="18"/>
                  <ns1:pt x="117" y="18"/>
                </ns1:cubicBezTo>
                <ns1:cubicBezTo>
                  <ns1:pt x="115" y="15"/>
                  <ns1:pt x="113" y="13"/>
                  <ns1:pt x="112" y="12"/>
                </ns1:cubicBezTo>
                <ns1:cubicBezTo>
                  <ns1:pt x="122" y="15"/>
                  <ns1:pt x="132" y="20"/>
                  <ns1:pt x="140" y="27"/>
                </ns1:cubicBezTo>
                <ns1:moveTo>
                  <ns1:pt x="92" y="8"/>
                </ns1:moveTo>
                <ns1:cubicBezTo>
                  <ns1:pt x="103" y="11"/>
                  <ns1:pt x="113" y="22"/>
                  <ns1:pt x="119" y="39"/>
                </ns1:cubicBezTo>
                <ns1:cubicBezTo>
                  <ns1:pt x="111" y="42"/>
                  <ns1:pt x="102" y="43"/>
                  <ns1:pt x="92" y="44"/>
                </ns1:cubicBezTo>
                <ns1:lnTo>
                  <ns1:pt x="92" y="8"/>
                </ns1:lnTo>
                <ns1:close/>
                <ns1:moveTo>
                  <ns1:pt x="92" y="52"/>
                </ns1:moveTo>
                <ns1:cubicBezTo>
                  <ns1:pt x="103" y="51"/>
                  <ns1:pt x="113" y="49"/>
                  <ns1:pt x="122" y="46"/>
                </ns1:cubicBezTo>
                <ns1:cubicBezTo>
                  <ns1:pt x="125" y="57"/>
                  <ns1:pt x="128" y="70"/>
                  <ns1:pt x="128" y="84"/>
                </ns1:cubicBezTo>
                <ns1:cubicBezTo>
                  <ns1:pt x="92" y="84"/>
                  <ns1:pt x="92" y="84"/>
                  <ns1:pt x="92" y="84"/>
                </ns1:cubicBezTo>
                <ns1:lnTo>
                  <ns1:pt x="92" y="52"/>
                </ns1:lnTo>
                <ns1:close/>
                <ns1:moveTo>
                  <ns1:pt x="92" y="92"/>
                </ns1:moveTo>
                <ns1:cubicBezTo>
                  <ns1:pt x="128" y="92"/>
                  <ns1:pt x="128" y="92"/>
                  <ns1:pt x="128" y="92"/>
                </ns1:cubicBezTo>
                <ns1:cubicBezTo>
                  <ns1:pt x="128" y="106"/>
                  <ns1:pt x="125" y="119"/>
                  <ns1:pt x="122" y="130"/>
                </ns1:cubicBezTo>
                <ns1:cubicBezTo>
                  <ns1:pt x="113" y="127"/>
                  <ns1:pt x="103" y="125"/>
                  <ns1:pt x="92" y="124"/>
                </ns1:cubicBezTo>
                <ns1:lnTo>
                  <ns1:pt x="92" y="92"/>
                </ns1:lnTo>
                <ns1:close/>
                <ns1:moveTo>
                  <ns1:pt x="92" y="168"/>
                </ns1:moveTo>
                <ns1:cubicBezTo>
                  <ns1:pt x="92" y="132"/>
                  <ns1:pt x="92" y="132"/>
                  <ns1:pt x="92" y="132"/>
                </ns1:cubicBezTo>
                <ns1:cubicBezTo>
                  <ns1:pt x="102" y="133"/>
                  <ns1:pt x="111" y="134"/>
                  <ns1:pt x="119" y="137"/>
                </ns1:cubicBezTo>
                <ns1:cubicBezTo>
                  <ns1:pt x="113" y="154"/>
                  <ns1:pt x="103" y="165"/>
                  <ns1:pt x="92" y="168"/>
                </ns1:cubicBezTo>
                <ns1:moveTo>
                  <ns1:pt x="112" y="164"/>
                </ns1:moveTo>
                <ns1:cubicBezTo>
                  <ns1:pt x="113" y="163"/>
                  <ns1:pt x="115" y="161"/>
                  <ns1:pt x="117" y="158"/>
                </ns1:cubicBezTo>
                <ns1:cubicBezTo>
                  <ns1:pt x="117" y="158"/>
                  <ns1:pt x="117" y="158"/>
                  <ns1:pt x="117" y="158"/>
                </ns1:cubicBezTo>
                <ns1:cubicBezTo>
                  <ns1:pt x="120" y="153"/>
                  <ns1:pt x="123" y="148"/>
                  <ns1:pt x="126" y="142"/>
                </ns1:cubicBezTo>
                <ns1:cubicBezTo>
                  <ns1:pt x="126" y="142"/>
                  <ns1:pt x="126" y="142"/>
                  <ns1:pt x="126" y="142"/>
                </ns1:cubicBezTo>
                <ns1:cubicBezTo>
                  <ns1:pt x="126" y="141"/>
                  <ns1:pt x="126" y="141"/>
                  <ns1:pt x="126" y="140"/>
                </ns1:cubicBezTo>
                <ns1:cubicBezTo>
                  <ns1:pt x="131" y="143"/>
                  <ns1:pt x="136" y="146"/>
                  <ns1:pt x="140" y="149"/>
                </ns1:cubicBezTo>
                <ns1:cubicBezTo>
                  <ns1:pt x="132" y="156"/>
                  <ns1:pt x="122" y="161"/>
                  <ns1:pt x="112" y="164"/>
                </ns1:cubicBezTo>
                <ns1:moveTo>
                  <ns1:pt x="145" y="144"/>
                </ns1:moveTo>
                <ns1:cubicBezTo>
                  <ns1:pt x="141" y="140"/>
                  <ns1:pt x="135" y="136"/>
                  <ns1:pt x="129" y="133"/>
                </ns1:cubicBezTo>
                <ns1:cubicBezTo>
                  <ns1:pt x="129" y="133"/>
                  <ns1:pt x="129" y="132"/>
                  <ns1:pt x="130" y="132"/>
                </ns1:cubicBezTo>
                <ns1:cubicBezTo>
                  <ns1:pt x="131" y="126"/>
                  <ns1:pt x="133" y="119"/>
                  <ns1:pt x="134" y="113"/>
                </ns1:cubicBezTo>
                <ns1:cubicBezTo>
                  <ns1:pt x="134" y="112"/>
                  <ns1:pt x="134" y="111"/>
                  <ns1:pt x="134" y="110"/>
                </ns1:cubicBezTo>
                <ns1:cubicBezTo>
                  <ns1:pt x="135" y="107"/>
                  <ns1:pt x="135" y="105"/>
                  <ns1:pt x="135" y="102"/>
                </ns1:cubicBezTo>
                <ns1:cubicBezTo>
                  <ns1:pt x="135" y="101"/>
                  <ns1:pt x="136" y="100"/>
                  <ns1:pt x="136" y="99"/>
                </ns1:cubicBezTo>
                <ns1:cubicBezTo>
                  <ns1:pt x="136" y="97"/>
                  <ns1:pt x="136" y="94"/>
                  <ns1:pt x="136" y="92"/>
                </ns1:cubicBezTo>
                <ns1:cubicBezTo>
                  <ns1:pt x="168" y="92"/>
                  <ns1:pt x="168" y="92"/>
                  <ns1:pt x="168" y="92"/>
                </ns1:cubicBezTo>
                <ns1:cubicBezTo>
                  <ns1:pt x="167" y="112"/>
                  <ns1:pt x="158" y="130"/>
                  <ns1:pt x="145" y="144"/>
                </ns1:cubicBezTo>
              </ns1:path>
            </ns1:pathLst>
          </ns1:custGeom>
          <ns1:solidFill>
            <ns1:schemeClr val="tx1"/>
          </ns1:solidFill>
          <ns1:ln>
            <ns1:noFill/>
          </ns1:ln>
          <ns1:extLst/>
        </ns0:spPr>
        <ns0:txBody>
          <ns1:bodyPr vert="horz" wrap="square" lIns="91440" tIns="45720" rIns="91440" bIns="45720" numCol="1" anchor="t" anchorCtr="0" compatLnSpc="1">
            <ns1:prstTxWarp prst="textNoShape">
              <ns1:avLst/>
            </ns1:prstTxWarp>
          </ns1:bodyPr>
          <ns1:lstStyle/>
          <ns1:p>
            <ns1:endParaRPr lang="en-US" sz="2700"/>
          </ns1:p>
        </ns0:txBody>
      </ns0:sp>
      <ns0:sp>
        <ns0:nvSpPr>
          <ns0:cNvPr id="368" name="Freeform 112">
            <ns1:extLst>
              <ns1:ext uri="{FF2B5EF4-FFF2-40B4-BE49-F238E27FC236}">
                <ns3:creationId id="{F47189EB-D911-4FF2-AF59-664DDAC96E0E}"/>
              </ns1:ext>
            </ns1:extLst>
          </ns0:cNvPr>
          <ns0:cNvSpPr>
            <ns1:spLocks noEditPoints="1"/>
          </ns0:cNvSpPr>
          <ns0:nvPr/>
        </ns0:nvSpPr>
        <ns0:spPr bwMode="auto">
          <ns1:xfrm>
            <ns1:off x="8374502" y="422673"/>
            <ns1:ext cx="426495" cy="424385"/>
          </ns1:xfrm>
          <ns1:custGeom>
            <ns1:avLst/>
            <ns1:gdLst>
              <ns1:gd name="T0" fmla="*/ 176 w 176"/>
              <ns1:gd name="T1" fmla="*/ 52 h 176"/>
              <ns1:gd name="T2" fmla="*/ 175 w 176"/>
              <ns1:gd name="T3" fmla="*/ 50 h 176"/>
              <ns1:gd name="T4" fmla="*/ 175 w 176"/>
              <ns1:gd name="T5" fmla="*/ 50 h 176"/>
              <ns1:gd name="T6" fmla="*/ 175 w 176"/>
              <ns1:gd name="T7" fmla="*/ 49 h 176"/>
              <ns1:gd name="T8" fmla="*/ 175 w 176"/>
              <ns1:gd name="T9" fmla="*/ 49 h 176"/>
              <ns1:gd name="T10" fmla="*/ 127 w 176"/>
              <ns1:gd name="T11" fmla="*/ 2 h 176"/>
              <ns1:gd name="T12" fmla="*/ 127 w 176"/>
              <ns1:gd name="T13" fmla="*/ 2 h 176"/>
              <ns1:gd name="T14" fmla="*/ 124 w 176"/>
              <ns1:gd name="T15" fmla="*/ 0 h 176"/>
              <ns1:gd name="T16" fmla="*/ 52 w 176"/>
              <ns1:gd name="T17" fmla="*/ 0 h 176"/>
              <ns1:gd name="T18" fmla="*/ 49 w 176"/>
              <ns1:gd name="T19" fmla="*/ 2 h 176"/>
              <ns1:gd name="T20" fmla="*/ 49 w 176"/>
              <ns1:gd name="T21" fmla="*/ 2 h 176"/>
              <ns1:gd name="T22" fmla="*/ 1 w 176"/>
              <ns1:gd name="T23" fmla="*/ 49 h 176"/>
              <ns1:gd name="T24" fmla="*/ 1 w 176"/>
              <ns1:gd name="T25" fmla="*/ 49 h 176"/>
              <ns1:gd name="T26" fmla="*/ 1 w 176"/>
              <ns1:gd name="T27" fmla="*/ 50 h 176"/>
              <ns1:gd name="T28" fmla="*/ 1 w 176"/>
              <ns1:gd name="T29" fmla="*/ 50 h 176"/>
              <ns1:gd name="T30" fmla="*/ 0 w 176"/>
              <ns1:gd name="T31" fmla="*/ 52 h 176"/>
              <ns1:gd name="T32" fmla="*/ 1 w 176"/>
              <ns1:gd name="T33" fmla="*/ 54 h 176"/>
              <ns1:gd name="T34" fmla="*/ 1 w 176"/>
              <ns1:gd name="T35" fmla="*/ 55 h 176"/>
              <ns1:gd name="T36" fmla="*/ 85 w 176"/>
              <ns1:gd name="T37" fmla="*/ 175 h 176"/>
              <ns1:gd name="T38" fmla="*/ 85 w 176"/>
              <ns1:gd name="T39" fmla="*/ 174 h 176"/>
              <ns1:gd name="T40" fmla="*/ 88 w 176"/>
              <ns1:gd name="T41" fmla="*/ 176 h 176"/>
              <ns1:gd name="T42" fmla="*/ 91 w 176"/>
              <ns1:gd name="T43" fmla="*/ 174 h 176"/>
              <ns1:gd name="T44" fmla="*/ 91 w 176"/>
              <ns1:gd name="T45" fmla="*/ 175 h 176"/>
              <ns1:gd name="T46" fmla="*/ 175 w 176"/>
              <ns1:gd name="T47" fmla="*/ 55 h 176"/>
              <ns1:gd name="T48" fmla="*/ 175 w 176"/>
              <ns1:gd name="T49" fmla="*/ 54 h 176"/>
              <ns1:gd name="T50" fmla="*/ 176 w 176"/>
              <ns1:gd name="T51" fmla="*/ 52 h 176"/>
              <ns1:gd name="T52" fmla="*/ 122 w 176"/>
              <ns1:gd name="T53" fmla="*/ 8 h 176"/>
              <ns1:gd name="T54" fmla="*/ 162 w 176"/>
              <ns1:gd name="T55" fmla="*/ 48 h 176"/>
              <ns1:gd name="T56" fmla="*/ 126 w 176"/>
              <ns1:gd name="T57" fmla="*/ 48 h 176"/>
              <ns1:gd name="T58" fmla="*/ 106 w 176"/>
              <ns1:gd name="T59" fmla="*/ 8 h 176"/>
              <ns1:gd name="T60" fmla="*/ 122 w 176"/>
              <ns1:gd name="T61" fmla="*/ 8 h 176"/>
              <ns1:gd name="T62" fmla="*/ 98 w 176"/>
              <ns1:gd name="T63" fmla="*/ 8 h 176"/>
              <ns1:gd name="T64" fmla="*/ 118 w 176"/>
              <ns1:gd name="T65" fmla="*/ 48 h 176"/>
              <ns1:gd name="T66" fmla="*/ 58 w 176"/>
              <ns1:gd name="T67" fmla="*/ 48 h 176"/>
              <ns1:gd name="T68" fmla="*/ 78 w 176"/>
              <ns1:gd name="T69" fmla="*/ 8 h 176"/>
              <ns1:gd name="T70" fmla="*/ 98 w 176"/>
              <ns1:gd name="T71" fmla="*/ 8 h 176"/>
              <ns1:gd name="T72" fmla="*/ 54 w 176"/>
              <ns1:gd name="T73" fmla="*/ 8 h 176"/>
              <ns1:gd name="T74" fmla="*/ 70 w 176"/>
              <ns1:gd name="T75" fmla="*/ 8 h 176"/>
              <ns1:gd name="T76" fmla="*/ 50 w 176"/>
              <ns1:gd name="T77" fmla="*/ 48 h 176"/>
              <ns1:gd name="T78" fmla="*/ 14 w 176"/>
              <ns1:gd name="T79" fmla="*/ 48 h 176"/>
              <ns1:gd name="T80" fmla="*/ 54 w 176"/>
              <ns1:gd name="T81" fmla="*/ 8 h 176"/>
              <ns1:gd name="T82" fmla="*/ 12 w 176"/>
              <ns1:gd name="T83" fmla="*/ 56 h 176"/>
              <ns1:gd name="T84" fmla="*/ 49 w 176"/>
              <ns1:gd name="T85" fmla="*/ 56 h 176"/>
              <ns1:gd name="T86" fmla="*/ 77 w 176"/>
              <ns1:gd name="T87" fmla="*/ 149 h 176"/>
              <ns1:gd name="T88" fmla="*/ 12 w 176"/>
              <ns1:gd name="T89" fmla="*/ 56 h 176"/>
              <ns1:gd name="T90" fmla="*/ 88 w 176"/>
              <ns1:gd name="T91" fmla="*/ 158 h 176"/>
              <ns1:gd name="T92" fmla="*/ 57 w 176"/>
              <ns1:gd name="T93" fmla="*/ 56 h 176"/>
              <ns1:gd name="T94" fmla="*/ 119 w 176"/>
              <ns1:gd name="T95" fmla="*/ 56 h 176"/>
              <ns1:gd name="T96" fmla="*/ 88 w 176"/>
              <ns1:gd name="T97" fmla="*/ 158 h 176"/>
              <ns1:gd name="T98" fmla="*/ 99 w 176"/>
              <ns1:gd name="T99" fmla="*/ 149 h 176"/>
              <ns1:gd name="T100" fmla="*/ 127 w 176"/>
              <ns1:gd name="T101" fmla="*/ 56 h 176"/>
              <ns1:gd name="T102" fmla="*/ 164 w 176"/>
              <ns1:gd name="T103" fmla="*/ 56 h 176"/>
              <ns1:gd name="T104" fmla="*/ 99 w 176"/>
              <ns1:gd name="T105" fmla="*/ 149 h 176"/>
            </ns1:gdLst>
            <ns1:ahLst/>
            <ns1:cxnLst>
              <ns1:cxn ang="0">
                <ns1:pos x="T0" y="T1"/>
              </ns1:cxn>
              <ns1:cxn ang="0">
                <ns1:pos x="T2" y="T3"/>
              </ns1:cxn>
              <ns1:cxn ang="0">
                <ns1:pos x="T4" y="T5"/>
              </ns1:cxn>
              <ns1:cxn ang="0">
                <ns1:pos x="T6" y="T7"/>
              </ns1:cxn>
              <ns1:cxn ang="0">
                <ns1:pos x="T8" y="T9"/>
              </ns1:cxn>
              <ns1:cxn ang="0">
                <ns1:pos x="T10" y="T11"/>
              </ns1:cxn>
              <ns1:cxn ang="0">
                <ns1:pos x="T12" y="T13"/>
              </ns1:cxn>
              <ns1:cxn ang="0">
                <ns1:pos x="T14" y="T15"/>
              </ns1:cxn>
              <ns1:cxn ang="0">
                <ns1:pos x="T16" y="T17"/>
              </ns1:cxn>
              <ns1:cxn ang="0">
                <ns1:pos x="T18" y="T19"/>
              </ns1:cxn>
              <ns1:cxn ang="0">
                <ns1:pos x="T20" y="T21"/>
              </ns1:cxn>
              <ns1:cxn ang="0">
                <ns1:pos x="T22" y="T23"/>
              </ns1:cxn>
              <ns1:cxn ang="0">
                <ns1:pos x="T24" y="T25"/>
              </ns1:cxn>
              <ns1:cxn ang="0">
                <ns1:pos x="T26" y="T27"/>
              </ns1:cxn>
              <ns1:cxn ang="0">
                <ns1:pos x="T28" y="T29"/>
              </ns1:cxn>
              <ns1:cxn ang="0">
                <ns1:pos x="T30" y="T31"/>
              </ns1:cxn>
              <ns1:cxn ang="0">
                <ns1:pos x="T32" y="T33"/>
              </ns1:cxn>
              <ns1:cxn ang="0">
                <ns1:pos x="T34" y="T35"/>
              </ns1:cxn>
              <ns1:cxn ang="0">
                <ns1:pos x="T36" y="T37"/>
              </ns1:cxn>
              <ns1:cxn ang="0">
                <ns1:pos x="T38" y="T39"/>
              </ns1:cxn>
              <ns1:cxn ang="0">
                <ns1:pos x="T40" y="T41"/>
              </ns1:cxn>
              <ns1:cxn ang="0">
                <ns1:pos x="T42" y="T43"/>
              </ns1:cxn>
              <ns1:cxn ang="0">
                <ns1:pos x="T44" y="T45"/>
              </ns1:cxn>
              <ns1:cxn ang="0">
                <ns1:pos x="T46" y="T47"/>
              </ns1:cxn>
              <ns1:cxn ang="0">
                <ns1:pos x="T48" y="T49"/>
              </ns1:cxn>
              <ns1:cxn ang="0">
                <ns1:pos x="T50" y="T51"/>
              </ns1:cxn>
              <ns1:cxn ang="0">
                <ns1:pos x="T52" y="T53"/>
              </ns1:cxn>
              <ns1:cxn ang="0">
                <ns1:pos x="T54" y="T55"/>
              </ns1:cxn>
              <ns1:cxn ang="0">
                <ns1:pos x="T56" y="T57"/>
              </ns1:cxn>
              <ns1:cxn ang="0">
                <ns1:pos x="T58" y="T59"/>
              </ns1:cxn>
              <ns1:cxn ang="0">
                <ns1:pos x="T60" y="T61"/>
              </ns1:cxn>
              <ns1:cxn ang="0">
                <ns1:pos x="T62" y="T63"/>
              </ns1:cxn>
              <ns1:cxn ang="0">
                <ns1:pos x="T64" y="T65"/>
              </ns1:cxn>
              <ns1:cxn ang="0">
                <ns1:pos x="T66" y="T67"/>
              </ns1:cxn>
              <ns1:cxn ang="0">
                <ns1:pos x="T68" y="T69"/>
              </ns1:cxn>
              <ns1:cxn ang="0">
                <ns1:pos x="T70" y="T71"/>
              </ns1:cxn>
              <ns1:cxn ang="0">
                <ns1:pos x="T72" y="T73"/>
              </ns1:cxn>
              <ns1:cxn ang="0">
                <ns1:pos x="T74" y="T75"/>
              </ns1:cxn>
              <ns1:cxn ang="0">
                <ns1:pos x="T76" y="T77"/>
              </ns1:cxn>
              <ns1:cxn ang="0">
                <ns1:pos x="T78" y="T79"/>
              </ns1:cxn>
              <ns1:cxn ang="0">
                <ns1:pos x="T80" y="T81"/>
              </ns1:cxn>
              <ns1:cxn ang="0">
                <ns1:pos x="T82" y="T83"/>
              </ns1:cxn>
              <ns1:cxn ang="0">
                <ns1:pos x="T84" y="T85"/>
              </ns1:cxn>
              <ns1:cxn ang="0">
                <ns1:pos x="T86" y="T87"/>
              </ns1:cxn>
              <ns1:cxn ang="0">
                <ns1:pos x="T88" y="T89"/>
              </ns1:cxn>
              <ns1:cxn ang="0">
                <ns1:pos x="T90" y="T91"/>
              </ns1:cxn>
              <ns1:cxn ang="0">
                <ns1:pos x="T92" y="T93"/>
              </ns1:cxn>
              <ns1:cxn ang="0">
                <ns1:pos x="T94" y="T95"/>
              </ns1:cxn>
              <ns1:cxn ang="0">
                <ns1:pos x="T96" y="T97"/>
              </ns1:cxn>
              <ns1:cxn ang="0">
                <ns1:pos x="T98" y="T99"/>
              </ns1:cxn>
              <ns1:cxn ang="0">
                <ns1:pos x="T100" y="T101"/>
              </ns1:cxn>
              <ns1:cxn ang="0">
                <ns1:pos x="T102" y="T103"/>
              </ns1:cxn>
              <ns1:cxn ang="0">
                <ns1:pos x="T104" y="T105"/>
              </ns1:cxn>
            </ns1:cxnLst>
            <ns1:rect l="0" t="0" r="r" b="b"/>
            <ns1:pathLst>
              <ns1:path w="176" h="176">
                <ns1:moveTo>
                  <ns1:pt x="176" y="52"/>
                </ns1:moveTo>
                <ns1:cubicBezTo>
                  <ns1:pt x="176" y="51"/>
                  <ns1:pt x="176" y="50"/>
                  <ns1:pt x="175" y="50"/>
                </ns1:cubicBezTo>
                <ns1:cubicBezTo>
                  <ns1:pt x="175" y="50"/>
                  <ns1:pt x="175" y="50"/>
                  <ns1:pt x="175" y="50"/>
                </ns1:cubicBezTo>
                <ns1:cubicBezTo>
                  <ns1:pt x="175" y="49"/>
                  <ns1:pt x="175" y="49"/>
                  <ns1:pt x="175" y="49"/>
                </ns1:cubicBezTo>
                <ns1:cubicBezTo>
                  <ns1:pt x="175" y="49"/>
                  <ns1:pt x="175" y="49"/>
                  <ns1:pt x="175" y="49"/>
                </ns1:cubicBezTo>
                <ns1:cubicBezTo>
                  <ns1:pt x="127" y="2"/>
                  <ns1:pt x="127" y="2"/>
                  <ns1:pt x="127" y="2"/>
                </ns1:cubicBezTo>
                <ns1:cubicBezTo>
                  <ns1:pt x="127" y="2"/>
                  <ns1:pt x="127" y="2"/>
                  <ns1:pt x="127" y="2"/>
                </ns1:cubicBezTo>
                <ns1:cubicBezTo>
                  <ns1:pt x="126" y="1"/>
                  <ns1:pt x="125" y="0"/>
                  <ns1:pt x="124" y="0"/>
                </ns1:cubicBezTo>
                <ns1:cubicBezTo>
                  <ns1:pt x="52" y="0"/>
                  <ns1:pt x="52" y="0"/>
                  <ns1:pt x="52" y="0"/>
                </ns1:cubicBezTo>
                <ns1:cubicBezTo>
                  <ns1:pt x="51" y="0"/>
                  <ns1:pt x="50" y="1"/>
                  <ns1:pt x="49" y="2"/>
                </ns1:cubicBezTo>
                <ns1:cubicBezTo>
                  <ns1:pt x="49" y="2"/>
                  <ns1:pt x="49" y="2"/>
                  <ns1:pt x="49" y="2"/>
                </ns1:cubicBezTo>
                <ns1:cubicBezTo>
                  <ns1:pt x="1" y="49"/>
                  <ns1:pt x="1" y="49"/>
                  <ns1:pt x="1" y="49"/>
                </ns1:cubicBezTo>
                <ns1:cubicBezTo>
                  <ns1:pt x="1" y="49"/>
                  <ns1:pt x="1" y="49"/>
                  <ns1:pt x="1" y="49"/>
                </ns1:cubicBezTo>
                <ns1:cubicBezTo>
                  <ns1:pt x="1" y="50"/>
                  <ns1:pt x="1" y="50"/>
                  <ns1:pt x="1" y="50"/>
                </ns1:cubicBezTo>
                <ns1:cubicBezTo>
                  <ns1:pt x="1" y="50"/>
                  <ns1:pt x="1" y="50"/>
                  <ns1:pt x="1" y="50"/>
                </ns1:cubicBezTo>
                <ns1:cubicBezTo>
                  <ns1:pt x="0" y="50"/>
                  <ns1:pt x="0" y="51"/>
                  <ns1:pt x="0" y="52"/>
                </ns1:cubicBezTo>
                <ns1:cubicBezTo>
                  <ns1:pt x="0" y="53"/>
                  <ns1:pt x="0" y="54"/>
                  <ns1:pt x="1" y="54"/>
                </ns1:cubicBezTo>
                <ns1:cubicBezTo>
                  <ns1:pt x="1" y="55"/>
                  <ns1:pt x="1" y="55"/>
                  <ns1:pt x="1" y="55"/>
                </ns1:cubicBezTo>
                <ns1:cubicBezTo>
                  <ns1:pt x="85" y="175"/>
                  <ns1:pt x="85" y="175"/>
                  <ns1:pt x="85" y="175"/>
                </ns1:cubicBezTo>
                <ns1:cubicBezTo>
                  <ns1:pt x="85" y="174"/>
                  <ns1:pt x="85" y="174"/>
                  <ns1:pt x="85" y="174"/>
                </ns1:cubicBezTo>
                <ns1:cubicBezTo>
                  <ns1:pt x="86" y="175"/>
                  <ns1:pt x="87" y="176"/>
                  <ns1:pt x="88" y="176"/>
                </ns1:cubicBezTo>
                <ns1:cubicBezTo>
                  <ns1:pt x="89" y="176"/>
                  <ns1:pt x="90" y="175"/>
                  <ns1:pt x="91" y="174"/>
                </ns1:cubicBezTo>
                <ns1:cubicBezTo>
                  <ns1:pt x="91" y="175"/>
                  <ns1:pt x="91" y="175"/>
                  <ns1:pt x="91" y="175"/>
                </ns1:cubicBezTo>
                <ns1:cubicBezTo>
                  <ns1:pt x="175" y="55"/>
                  <ns1:pt x="175" y="55"/>
                  <ns1:pt x="175" y="55"/>
                </ns1:cubicBezTo>
                <ns1:cubicBezTo>
                  <ns1:pt x="175" y="54"/>
                  <ns1:pt x="175" y="54"/>
                  <ns1:pt x="175" y="54"/>
                </ns1:cubicBezTo>
                <ns1:cubicBezTo>
                  <ns1:pt x="176" y="54"/>
                  <ns1:pt x="176" y="53"/>
                  <ns1:pt x="176" y="52"/>
                </ns1:cubicBezTo>
                <ns1:moveTo>
                  <ns1:pt x="122" y="8"/>
                </ns1:moveTo>
                <ns1:cubicBezTo>
                  <ns1:pt x="162" y="48"/>
                  <ns1:pt x="162" y="48"/>
                  <ns1:pt x="162" y="48"/>
                </ns1:cubicBezTo>
                <ns1:cubicBezTo>
                  <ns1:pt x="126" y="48"/>
                  <ns1:pt x="126" y="48"/>
                  <ns1:pt x="126" y="48"/>
                </ns1:cubicBezTo>
                <ns1:cubicBezTo>
                  <ns1:pt x="106" y="8"/>
                  <ns1:pt x="106" y="8"/>
                  <ns1:pt x="106" y="8"/>
                </ns1:cubicBezTo>
                <ns1:lnTo>
                  <ns1:pt x="122" y="8"/>
                </ns1:lnTo>
                <ns1:close/>
                <ns1:moveTo>
                  <ns1:pt x="98" y="8"/>
                </ns1:moveTo>
                <ns1:cubicBezTo>
                  <ns1:pt x="118" y="48"/>
                  <ns1:pt x="118" y="48"/>
                  <ns1:pt x="118" y="48"/>
                </ns1:cubicBezTo>
                <ns1:cubicBezTo>
                  <ns1:pt x="58" y="48"/>
                  <ns1:pt x="58" y="48"/>
                  <ns1:pt x="58" y="48"/>
                </ns1:cubicBezTo>
                <ns1:cubicBezTo>
                  <ns1:pt x="78" y="8"/>
                  <ns1:pt x="78" y="8"/>
                  <ns1:pt x="78" y="8"/>
                </ns1:cubicBezTo>
                <ns1:lnTo>
                  <ns1:pt x="98" y="8"/>
                </ns1:lnTo>
                <ns1:close/>
                <ns1:moveTo>
                  <ns1:pt x="54" y="8"/>
                </ns1:moveTo>
                <ns1:cubicBezTo>
                  <ns1:pt x="70" y="8"/>
                  <ns1:pt x="70" y="8"/>
                  <ns1:pt x="70" y="8"/>
                </ns1:cubicBezTo>
                <ns1:cubicBezTo>
                  <ns1:pt x="50" y="48"/>
                  <ns1:pt x="50" y="48"/>
                  <ns1:pt x="50" y="48"/>
                </ns1:cubicBezTo>
                <ns1:cubicBezTo>
                  <ns1:pt x="14" y="48"/>
                  <ns1:pt x="14" y="48"/>
                  <ns1:pt x="14" y="48"/>
                </ns1:cubicBezTo>
                <ns1:lnTo>
                  <ns1:pt x="54" y="8"/>
                </ns1:lnTo>
                <ns1:close/>
                <ns1:moveTo>
                  <ns1:pt x="12" y="56"/>
                </ns1:moveTo>
                <ns1:cubicBezTo>
                  <ns1:pt x="49" y="56"/>
                  <ns1:pt x="49" y="56"/>
                  <ns1:pt x="49" y="56"/>
                </ns1:cubicBezTo>
                <ns1:cubicBezTo>
                  <ns1:pt x="77" y="149"/>
                  <ns1:pt x="77" y="149"/>
                  <ns1:pt x="77" y="149"/>
                </ns1:cubicBezTo>
                <ns1:lnTo>
                  <ns1:pt x="12" y="56"/>
                </ns1:lnTo>
                <ns1:close/>
                <ns1:moveTo>
                  <ns1:pt x="88" y="158"/>
                </ns1:moveTo>
                <ns1:cubicBezTo>
                  <ns1:pt x="57" y="56"/>
                  <ns1:pt x="57" y="56"/>
                  <ns1:pt x="57" y="56"/>
                </ns1:cubicBezTo>
                <ns1:cubicBezTo>
                  <ns1:pt x="119" y="56"/>
                  <ns1:pt x="119" y="56"/>
                  <ns1:pt x="119" y="56"/>
                </ns1:cubicBezTo>
                <ns1:lnTo>
                  <ns1:pt x="88" y="158"/>
                </ns1:lnTo>
                <ns1:close/>
                <ns1:moveTo>
                  <ns1:pt x="99" y="149"/>
                </ns1:moveTo>
                <ns1:cubicBezTo>
                  <ns1:pt x="127" y="56"/>
                  <ns1:pt x="127" y="56"/>
                  <ns1:pt x="127" y="56"/>
                </ns1:cubicBezTo>
                <ns1:cubicBezTo>
                  <ns1:pt x="164" y="56"/>
                  <ns1:pt x="164" y="56"/>
                  <ns1:pt x="164" y="56"/>
                </ns1:cubicBezTo>
                <ns1:lnTo>
                  <ns1:pt x="99" y="149"/>
                </ns1:lnTo>
                <ns1:close/>
              </ns1:path>
            </ns1:pathLst>
          </ns1:custGeom>
          <ns1:solidFill>
            <ns1:schemeClr val="tx1"/>
          </ns1:solidFill>
          <ns1:ln>
            <ns1:noFill/>
          </ns1:ln>
          <ns1:extLst/>
        </ns0:spPr>
        <ns0:txBody>
          <ns1:bodyPr vert="horz" wrap="square" lIns="91440" tIns="45720" rIns="91440" bIns="45720" numCol="1" anchor="t" anchorCtr="0" compatLnSpc="1">
            <ns1:prstTxWarp prst="textNoShape">
              <ns1:avLst/>
            </ns1:prstTxWarp>
          </ns1:bodyPr>
          <ns1:lstStyle/>
          <ns1:p>
            <ns1:endParaRPr lang="en-US" sz="2700"/>
          </ns1:p>
        </ns0:txBody>
      </ns0:sp>
      <ns0:sp>
        <ns0:nvSpPr>
          <ns0:cNvPr id="369" name="Freeform 10">
            <ns1:extLst>
              <ns1:ext uri="{FF2B5EF4-FFF2-40B4-BE49-F238E27FC236}">
                <ns3:creationId id="{44E20BBF-070E-4D0D-8FFE-3A50B83C7FDC}"/>
              </ns1:ext>
            </ns1:extLst>
          </ns0:cNvPr>
          <ns0:cNvSpPr>
            <ns1:spLocks noEditPoints="1"/>
          </ns0:cNvSpPr>
          <ns0:nvPr/>
        </ns0:nvSpPr>
        <ns0:spPr bwMode="auto">
          <ns1:xfrm>
            <ns1:off x="11286116" y="2922731"/>
            <ns1:ext cx="380108" cy="276148"/>
          </ns1:xfrm>
          <ns1:custGeom>
            <ns1:avLst/>
            <ns1:gdLst>
              <ns1:gd name="T0" fmla="*/ 160 w 176"/>
              <ns1:gd name="T1" fmla="*/ 0 h 128"/>
              <ns1:gd name="T2" fmla="*/ 16 w 176"/>
              <ns1:gd name="T3" fmla="*/ 0 h 128"/>
              <ns1:gd name="T4" fmla="*/ 0 w 176"/>
              <ns1:gd name="T5" fmla="*/ 16 h 128"/>
              <ns1:gd name="T6" fmla="*/ 0 w 176"/>
              <ns1:gd name="T7" fmla="*/ 112 h 128"/>
              <ns1:gd name="T8" fmla="*/ 16 w 176"/>
              <ns1:gd name="T9" fmla="*/ 128 h 128"/>
              <ns1:gd name="T10" fmla="*/ 160 w 176"/>
              <ns1:gd name="T11" fmla="*/ 128 h 128"/>
              <ns1:gd name="T12" fmla="*/ 176 w 176"/>
              <ns1:gd name="T13" fmla="*/ 112 h 128"/>
              <ns1:gd name="T14" fmla="*/ 176 w 176"/>
              <ns1:gd name="T15" fmla="*/ 16 h 128"/>
              <ns1:gd name="T16" fmla="*/ 160 w 176"/>
              <ns1:gd name="T17" fmla="*/ 0 h 128"/>
              <ns1:gd name="T18" fmla="*/ 16 w 176"/>
              <ns1:gd name="T19" fmla="*/ 8 h 128"/>
              <ns1:gd name="T20" fmla="*/ 160 w 176"/>
              <ns1:gd name="T21" fmla="*/ 8 h 128"/>
              <ns1:gd name="T22" fmla="*/ 163 w 176"/>
              <ns1:gd name="T23" fmla="*/ 8 h 128"/>
              <ns1:gd name="T24" fmla="*/ 93 w 176"/>
              <ns1:gd name="T25" fmla="*/ 78 h 128"/>
              <ns1:gd name="T26" fmla="*/ 88 w 176"/>
              <ns1:gd name="T27" fmla="*/ 80 h 128"/>
              <ns1:gd name="T28" fmla="*/ 83 w 176"/>
              <ns1:gd name="T29" fmla="*/ 78 h 128"/>
              <ns1:gd name="T30" fmla="*/ 13 w 176"/>
              <ns1:gd name="T31" fmla="*/ 8 h 128"/>
              <ns1:gd name="T32" fmla="*/ 16 w 176"/>
              <ns1:gd name="T33" fmla="*/ 8 h 128"/>
              <ns1:gd name="T34" fmla="*/ 8 w 176"/>
              <ns1:gd name="T35" fmla="*/ 112 h 128"/>
              <ns1:gd name="T36" fmla="*/ 8 w 176"/>
              <ns1:gd name="T37" fmla="*/ 16 h 128"/>
              <ns1:gd name="T38" fmla="*/ 8 w 176"/>
              <ns1:gd name="T39" fmla="*/ 15 h 128"/>
              <ns1:gd name="T40" fmla="*/ 58 w 176"/>
              <ns1:gd name="T41" fmla="*/ 64 h 128"/>
              <ns1:gd name="T42" fmla="*/ 8 w 176"/>
              <ns1:gd name="T43" fmla="*/ 113 h 128"/>
              <ns1:gd name="T44" fmla="*/ 8 w 176"/>
              <ns1:gd name="T45" fmla="*/ 112 h 128"/>
              <ns1:gd name="T46" fmla="*/ 160 w 176"/>
              <ns1:gd name="T47" fmla="*/ 120 h 128"/>
              <ns1:gd name="T48" fmla="*/ 16 w 176"/>
              <ns1:gd name="T49" fmla="*/ 120 h 128"/>
              <ns1:gd name="T50" fmla="*/ 13 w 176"/>
              <ns1:gd name="T51" fmla="*/ 120 h 128"/>
              <ns1:gd name="T52" fmla="*/ 63 w 176"/>
              <ns1:gd name="T53" fmla="*/ 70 h 128"/>
              <ns1:gd name="T54" fmla="*/ 77 w 176"/>
              <ns1:gd name="T55" fmla="*/ 83 h 128"/>
              <ns1:gd name="T56" fmla="*/ 88 w 176"/>
              <ns1:gd name="T57" fmla="*/ 88 h 128"/>
              <ns1:gd name="T58" fmla="*/ 99 w 176"/>
              <ns1:gd name="T59" fmla="*/ 83 h 128"/>
              <ns1:gd name="T60" fmla="*/ 113 w 176"/>
              <ns1:gd name="T61" fmla="*/ 70 h 128"/>
              <ns1:gd name="T62" fmla="*/ 163 w 176"/>
              <ns1:gd name="T63" fmla="*/ 120 h 128"/>
              <ns1:gd name="T64" fmla="*/ 160 w 176"/>
              <ns1:gd name="T65" fmla="*/ 120 h 128"/>
              <ns1:gd name="T66" fmla="*/ 168 w 176"/>
              <ns1:gd name="T67" fmla="*/ 112 h 128"/>
              <ns1:gd name="T68" fmla="*/ 168 w 176"/>
              <ns1:gd name="T69" fmla="*/ 113 h 128"/>
              <ns1:gd name="T70" fmla="*/ 118 w 176"/>
              <ns1:gd name="T71" fmla="*/ 64 h 128"/>
              <ns1:gd name="T72" fmla="*/ 168 w 176"/>
              <ns1:gd name="T73" fmla="*/ 15 h 128"/>
              <ns1:gd name="T74" fmla="*/ 168 w 176"/>
              <ns1:gd name="T75" fmla="*/ 16 h 128"/>
              <ns1:gd name="T76" fmla="*/ 168 w 176"/>
              <ns1:gd name="T77" fmla="*/ 112 h 128"/>
            </ns1:gdLst>
            <ns1:ahLst/>
            <ns1:cxnLst>
              <ns1:cxn ang="0">
                <ns1:pos x="T0" y="T1"/>
              </ns1:cxn>
              <ns1:cxn ang="0">
                <ns1:pos x="T2" y="T3"/>
              </ns1:cxn>
              <ns1:cxn ang="0">
                <ns1:pos x="T4" y="T5"/>
              </ns1:cxn>
              <ns1:cxn ang="0">
                <ns1:pos x="T6" y="T7"/>
              </ns1:cxn>
              <ns1:cxn ang="0">
                <ns1:pos x="T8" y="T9"/>
              </ns1:cxn>
              <ns1:cxn ang="0">
                <ns1:pos x="T10" y="T11"/>
              </ns1:cxn>
              <ns1:cxn ang="0">
                <ns1:pos x="T12" y="T13"/>
              </ns1:cxn>
              <ns1:cxn ang="0">
                <ns1:pos x="T14" y="T15"/>
              </ns1:cxn>
              <ns1:cxn ang="0">
                <ns1:pos x="T16" y="T17"/>
              </ns1:cxn>
              <ns1:cxn ang="0">
                <ns1:pos x="T18" y="T19"/>
              </ns1:cxn>
              <ns1:cxn ang="0">
                <ns1:pos x="T20" y="T21"/>
              </ns1:cxn>
              <ns1:cxn ang="0">
                <ns1:pos x="T22" y="T23"/>
              </ns1:cxn>
              <ns1:cxn ang="0">
                <ns1:pos x="T24" y="T25"/>
              </ns1:cxn>
              <ns1:cxn ang="0">
                <ns1:pos x="T26" y="T27"/>
              </ns1:cxn>
              <ns1:cxn ang="0">
                <ns1:pos x="T28" y="T29"/>
              </ns1:cxn>
              <ns1:cxn ang="0">
                <ns1:pos x="T30" y="T31"/>
              </ns1:cxn>
              <ns1:cxn ang="0">
                <ns1:pos x="T32" y="T33"/>
              </ns1:cxn>
              <ns1:cxn ang="0">
                <ns1:pos x="T34" y="T35"/>
              </ns1:cxn>
              <ns1:cxn ang="0">
                <ns1:pos x="T36" y="T37"/>
              </ns1:cxn>
              <ns1:cxn ang="0">
                <ns1:pos x="T38" y="T39"/>
              </ns1:cxn>
              <ns1:cxn ang="0">
                <ns1:pos x="T40" y="T41"/>
              </ns1:cxn>
              <ns1:cxn ang="0">
                <ns1:pos x="T42" y="T43"/>
              </ns1:cxn>
              <ns1:cxn ang="0">
                <ns1:pos x="T44" y="T45"/>
              </ns1:cxn>
              <ns1:cxn ang="0">
                <ns1:pos x="T46" y="T47"/>
              </ns1:cxn>
              <ns1:cxn ang="0">
                <ns1:pos x="T48" y="T49"/>
              </ns1:cxn>
              <ns1:cxn ang="0">
                <ns1:pos x="T50" y="T51"/>
              </ns1:cxn>
              <ns1:cxn ang="0">
                <ns1:pos x="T52" y="T53"/>
              </ns1:cxn>
              <ns1:cxn ang="0">
                <ns1:pos x="T54" y="T55"/>
              </ns1:cxn>
              <ns1:cxn ang="0">
                <ns1:pos x="T56" y="T57"/>
              </ns1:cxn>
              <ns1:cxn ang="0">
                <ns1:pos x="T58" y="T59"/>
              </ns1:cxn>
              <ns1:cxn ang="0">
                <ns1:pos x="T60" y="T61"/>
              </ns1:cxn>
              <ns1:cxn ang="0">
                <ns1:pos x="T62" y="T63"/>
              </ns1:cxn>
              <ns1:cxn ang="0">
                <ns1:pos x="T64" y="T65"/>
              </ns1:cxn>
              <ns1:cxn ang="0">
                <ns1:pos x="T66" y="T67"/>
              </ns1:cxn>
              <ns1:cxn ang="0">
                <ns1:pos x="T68" y="T69"/>
              </ns1:cxn>
              <ns1:cxn ang="0">
                <ns1:pos x="T70" y="T71"/>
              </ns1:cxn>
              <ns1:cxn ang="0">
                <ns1:pos x="T72" y="T73"/>
              </ns1:cxn>
              <ns1:cxn ang="0">
                <ns1:pos x="T74" y="T75"/>
              </ns1:cxn>
              <ns1:cxn ang="0">
                <ns1:pos x="T76" y="T77"/>
              </ns1:cxn>
            </ns1:cxnLst>
            <ns1:rect l="0" t="0" r="r" b="b"/>
            <ns1:pathLst>
              <ns1:path w="176" h="128">
                <ns1:moveTo>
                  <ns1:pt x="160" y="0"/>
                </ns1:moveTo>
                <ns1:cubicBezTo>
                  <ns1:pt x="16" y="0"/>
                  <ns1:pt x="16" y="0"/>
                  <ns1:pt x="16" y="0"/>
                </ns1:cubicBezTo>
                <ns1:cubicBezTo>
                  <ns1:pt x="7" y="0"/>
                  <ns1:pt x="0" y="7"/>
                  <ns1:pt x="0" y="16"/>
                </ns1:cubicBezTo>
                <ns1:cubicBezTo>
                  <ns1:pt x="0" y="112"/>
                  <ns1:pt x="0" y="112"/>
                  <ns1:pt x="0" y="112"/>
                </ns1:cubicBezTo>
                <ns1:cubicBezTo>
                  <ns1:pt x="0" y="121"/>
                  <ns1:pt x="7" y="128"/>
                  <ns1:pt x="16" y="128"/>
                </ns1:cubicBezTo>
                <ns1:cubicBezTo>
                  <ns1:pt x="160" y="128"/>
                  <ns1:pt x="160" y="128"/>
                  <ns1:pt x="160" y="128"/>
                </ns1:cubicBezTo>
                <ns1:cubicBezTo>
                  <ns1:pt x="169" y="128"/>
                  <ns1:pt x="176" y="121"/>
                  <ns1:pt x="176" y="112"/>
                </ns1:cubicBezTo>
                <ns1:cubicBezTo>
                  <ns1:pt x="176" y="16"/>
                  <ns1:pt x="176" y="16"/>
                  <ns1:pt x="176" y="16"/>
                </ns1:cubicBezTo>
                <ns1:cubicBezTo>
                  <ns1:pt x="176" y="7"/>
                  <ns1:pt x="169" y="0"/>
                  <ns1:pt x="160" y="0"/>
                </ns1:cubicBezTo>
                <ns1:moveTo>
                  <ns1:pt x="16" y="8"/>
                </ns1:moveTo>
                <ns1:cubicBezTo>
                  <ns1:pt x="160" y="8"/>
                  <ns1:pt x="160" y="8"/>
                  <ns1:pt x="160" y="8"/>
                </ns1:cubicBezTo>
                <ns1:cubicBezTo>
                  <ns1:pt x="161" y="8"/>
                  <ns1:pt x="162" y="8"/>
                  <ns1:pt x="163" y="8"/>
                </ns1:cubicBezTo>
                <ns1:cubicBezTo>
                  <ns1:pt x="93" y="78"/>
                  <ns1:pt x="93" y="78"/>
                  <ns1:pt x="93" y="78"/>
                </ns1:cubicBezTo>
                <ns1:cubicBezTo>
                  <ns1:pt x="92" y="79"/>
                  <ns1:pt x="90" y="80"/>
                  <ns1:pt x="88" y="80"/>
                </ns1:cubicBezTo>
                <ns1:cubicBezTo>
                  <ns1:pt x="86" y="80"/>
                  <ns1:pt x="84" y="79"/>
                  <ns1:pt x="83" y="78"/>
                </ns1:cubicBezTo>
                <ns1:cubicBezTo>
                  <ns1:pt x="13" y="8"/>
                  <ns1:pt x="13" y="8"/>
                  <ns1:pt x="13" y="8"/>
                </ns1:cubicBezTo>
                <ns1:cubicBezTo>
                  <ns1:pt x="14" y="8"/>
                  <ns1:pt x="15" y="8"/>
                  <ns1:pt x="16" y="8"/>
                </ns1:cubicBezTo>
                <ns1:moveTo>
                  <ns1:pt x="8" y="112"/>
                </ns1:moveTo>
                <ns1:cubicBezTo>
                  <ns1:pt x="8" y="16"/>
                  <ns1:pt x="8" y="16"/>
                  <ns1:pt x="8" y="16"/>
                </ns1:cubicBezTo>
                <ns1:cubicBezTo>
                  <ns1:pt x="8" y="16"/>
                  <ns1:pt x="8" y="15"/>
                  <ns1:pt x="8" y="15"/>
                </ns1:cubicBezTo>
                <ns1:cubicBezTo>
                  <ns1:pt x="58" y="64"/>
                  <ns1:pt x="58" y="64"/>
                  <ns1:pt x="58" y="64"/>
                </ns1:cubicBezTo>
                <ns1:cubicBezTo>
                  <ns1:pt x="8" y="113"/>
                  <ns1:pt x="8" y="113"/>
                  <ns1:pt x="8" y="113"/>
                </ns1:cubicBezTo>
                <ns1:cubicBezTo>
                  <ns1:pt x="8" y="113"/>
                  <ns1:pt x="8" y="112"/>
                  <ns1:pt x="8" y="112"/>
                </ns1:cubicBezTo>
                <ns1:moveTo>
                  <ns1:pt x="160" y="120"/>
                </ns1:moveTo>
                <ns1:cubicBezTo>
                  <ns1:pt x="16" y="120"/>
                  <ns1:pt x="16" y="120"/>
                  <ns1:pt x="16" y="120"/>
                </ns1:cubicBezTo>
                <ns1:cubicBezTo>
                  <ns1:pt x="15" y="120"/>
                  <ns1:pt x="14" y="120"/>
                  <ns1:pt x="13" y="120"/>
                </ns1:cubicBezTo>
                <ns1:cubicBezTo>
                  <ns1:pt x="63" y="70"/>
                  <ns1:pt x="63" y="70"/>
                  <ns1:pt x="63" y="70"/>
                </ns1:cubicBezTo>
                <ns1:cubicBezTo>
                  <ns1:pt x="77" y="83"/>
                  <ns1:pt x="77" y="83"/>
                  <ns1:pt x="77" y="83"/>
                </ns1:cubicBezTo>
                <ns1:cubicBezTo>
                  <ns1:pt x="80" y="86"/>
                  <ns1:pt x="84" y="88"/>
                  <ns1:pt x="88" y="88"/>
                </ns1:cubicBezTo>
                <ns1:cubicBezTo>
                  <ns1:pt x="92" y="88"/>
                  <ns1:pt x="96" y="86"/>
                  <ns1:pt x="99" y="83"/>
                </ns1:cubicBezTo>
                <ns1:cubicBezTo>
                  <ns1:pt x="113" y="70"/>
                  <ns1:pt x="113" y="70"/>
                  <ns1:pt x="113" y="70"/>
                </ns1:cubicBezTo>
                <ns1:cubicBezTo>
                  <ns1:pt x="163" y="120"/>
                  <ns1:pt x="163" y="120"/>
                  <ns1:pt x="163" y="120"/>
                </ns1:cubicBezTo>
                <ns1:cubicBezTo>
                  <ns1:pt x="162" y="120"/>
                  <ns1:pt x="161" y="120"/>
                  <ns1:pt x="160" y="120"/>
                </ns1:cubicBezTo>
                <ns1:moveTo>
                  <ns1:pt x="168" y="112"/>
                </ns1:moveTo>
                <ns1:cubicBezTo>
                  <ns1:pt x="168" y="112"/>
                  <ns1:pt x="168" y="113"/>
                  <ns1:pt x="168" y="113"/>
                </ns1:cubicBezTo>
                <ns1:cubicBezTo>
                  <ns1:pt x="118" y="64"/>
                  <ns1:pt x="118" y="64"/>
                  <ns1:pt x="118" y="64"/>
                </ns1:cubicBezTo>
                <ns1:cubicBezTo>
                  <ns1:pt x="168" y="15"/>
                  <ns1:pt x="168" y="15"/>
                  <ns1:pt x="168" y="15"/>
                </ns1:cubicBezTo>
                <ns1:cubicBezTo>
                  <ns1:pt x="168" y="15"/>
                  <ns1:pt x="168" y="16"/>
                  <ns1:pt x="168" y="16"/>
                </ns1:cubicBezTo>
                <ns1:lnTo>
                  <ns1:pt x="168" y="112"/>
                </ns1:lnTo>
                <ns1:close/>
              </ns1:path>
            </ns1:pathLst>
          </ns1:custGeom>
          <ns1:solidFill>
            <ns1:schemeClr val="tx1"/>
          </ns1:solidFill>
          <ns1:ln>
            <ns1:noFill/>
          </ns1:ln>
          <ns1:extLst/>
        </ns0:spPr>
        <ns0:txBody>
          <ns1:bodyPr vert="horz" wrap="square" lIns="91440" tIns="45720" rIns="91440" bIns="45720" numCol="1" anchor="t" anchorCtr="0" compatLnSpc="1">
            <ns1:prstTxWarp prst="textNoShape">
              <ns1:avLst/>
            </ns1:prstTxWarp>
          </ns1:bodyPr>
          <ns1:lstStyle/>
          <ns1:p>
            <ns1:endParaRPr lang="en-US"/>
          </ns1:p>
        </ns0:txBody>
      </ns0:sp>
      <ns0:sp>
        <ns0:nvSpPr>
          <ns0:cNvPr id="370" name="Freeform 34">
            <ns1:extLst>
              <ns1:ext uri="{FF2B5EF4-FFF2-40B4-BE49-F238E27FC236}">
                <ns3:creationId id="{1B87A063-44C9-4DAF-8B01-B9AF3E627316}"/>
              </ns1:ext>
            </ns1:extLst>
          </ns0:cNvPr>
          <ns0:cNvSpPr>
            <ns1:spLocks noEditPoints="1"/>
          </ns0:cNvSpPr>
          <ns0:nvPr/>
        </ns0:nvSpPr>
        <ns0:spPr bwMode="auto">
          <ns1:xfrm>
            <ns1:off x="2303394" y="2030366"/>
            <ns1:ext cx="419580" cy="419581"/>
          </ns1:xfrm>
          <ns1:custGeom>
            <ns1:avLst/>
            <ns1:gdLst>
              <ns1:gd name="T0" fmla="*/ 88 w 176"/>
              <ns1:gd name="T1" fmla="*/ 0 h 176"/>
              <ns1:gd name="T2" fmla="*/ 0 w 176"/>
              <ns1:gd name="T3" fmla="*/ 88 h 176"/>
              <ns1:gd name="T4" fmla="*/ 88 w 176"/>
              <ns1:gd name="T5" fmla="*/ 176 h 176"/>
              <ns1:gd name="T6" fmla="*/ 176 w 176"/>
              <ns1:gd name="T7" fmla="*/ 88 h 176"/>
              <ns1:gd name="T8" fmla="*/ 88 w 176"/>
              <ns1:gd name="T9" fmla="*/ 0 h 176"/>
              <ns1:gd name="T10" fmla="*/ 88 w 176"/>
              <ns1:gd name="T11" fmla="*/ 168 h 176"/>
              <ns1:gd name="T12" fmla="*/ 8 w 176"/>
              <ns1:gd name="T13" fmla="*/ 88 h 176"/>
              <ns1:gd name="T14" fmla="*/ 88 w 176"/>
              <ns1:gd name="T15" fmla="*/ 8 h 176"/>
              <ns1:gd name="T16" fmla="*/ 168 w 176"/>
              <ns1:gd name="T17" fmla="*/ 88 h 176"/>
              <ns1:gd name="T18" fmla="*/ 88 w 176"/>
              <ns1:gd name="T19" fmla="*/ 168 h 176"/>
              <ns1:gd name="T20" fmla="*/ 96 w 176"/>
              <ns1:gd name="T21" fmla="*/ 69 h 176"/>
              <ns1:gd name="T22" fmla="*/ 101 w 176"/>
              <ns1:gd name="T23" fmla="*/ 64 h 176"/>
              <ns1:gd name="T24" fmla="*/ 108 w 176"/>
              <ns1:gd name="T25" fmla="*/ 64 h 176"/>
              <ns1:gd name="T26" fmla="*/ 108 w 176"/>
              <ns1:gd name="T27" fmla="*/ 52 h 176"/>
              <ns1:gd name="T28" fmla="*/ 97 w 176"/>
              <ns1:gd name="T29" fmla="*/ 52 h 176"/>
              <ns1:gd name="T30" fmla="*/ 80 w 176"/>
              <ns1:gd name="T31" fmla="*/ 68 h 176"/>
              <ns1:gd name="T32" fmla="*/ 80 w 176"/>
              <ns1:gd name="T33" fmla="*/ 76 h 176"/>
              <ns1:gd name="T34" fmla="*/ 72 w 176"/>
              <ns1:gd name="T35" fmla="*/ 76 h 176"/>
              <ns1:gd name="T36" fmla="*/ 72 w 176"/>
              <ns1:gd name="T37" fmla="*/ 88 h 176"/>
              <ns1:gd name="T38" fmla="*/ 80 w 176"/>
              <ns1:gd name="T39" fmla="*/ 88 h 176"/>
              <ns1:gd name="T40" fmla="*/ 80 w 176"/>
              <ns1:gd name="T41" fmla="*/ 124 h 176"/>
              <ns1:gd name="T42" fmla="*/ 96 w 176"/>
              <ns1:gd name="T43" fmla="*/ 124 h 176"/>
              <ns1:gd name="T44" fmla="*/ 96 w 176"/>
              <ns1:gd name="T45" fmla="*/ 88 h 176"/>
              <ns1:gd name="T46" fmla="*/ 107 w 176"/>
              <ns1:gd name="T47" fmla="*/ 88 h 176"/>
              <ns1:gd name="T48" fmla="*/ 108 w 176"/>
              <ns1:gd name="T49" fmla="*/ 76 h 176"/>
              <ns1:gd name="T50" fmla="*/ 96 w 176"/>
              <ns1:gd name="T51" fmla="*/ 76 h 176"/>
              <ns1:gd name="T52" fmla="*/ 96 w 176"/>
              <ns1:gd name="T53" fmla="*/ 69 h 176"/>
            </ns1:gdLst>
            <ns1:ahLst/>
            <ns1:cxnLst>
              <ns1:cxn ang="0">
                <ns1:pos x="T0" y="T1"/>
              </ns1:cxn>
              <ns1:cxn ang="0">
                <ns1:pos x="T2" y="T3"/>
              </ns1:cxn>
              <ns1:cxn ang="0">
                <ns1:pos x="T4" y="T5"/>
              </ns1:cxn>
              <ns1:cxn ang="0">
                <ns1:pos x="T6" y="T7"/>
              </ns1:cxn>
              <ns1:cxn ang="0">
                <ns1:pos x="T8" y="T9"/>
              </ns1:cxn>
              <ns1:cxn ang="0">
                <ns1:pos x="T10" y="T11"/>
              </ns1:cxn>
              <ns1:cxn ang="0">
                <ns1:pos x="T12" y="T13"/>
              </ns1:cxn>
              <ns1:cxn ang="0">
                <ns1:pos x="T14" y="T15"/>
              </ns1:cxn>
              <ns1:cxn ang="0">
                <ns1:pos x="T16" y="T17"/>
              </ns1:cxn>
              <ns1:cxn ang="0">
                <ns1:pos x="T18" y="T19"/>
              </ns1:cxn>
              <ns1:cxn ang="0">
                <ns1:pos x="T20" y="T21"/>
              </ns1:cxn>
              <ns1:cxn ang="0">
                <ns1:pos x="T22" y="T23"/>
              </ns1:cxn>
              <ns1:cxn ang="0">
                <ns1:pos x="T24" y="T25"/>
              </ns1:cxn>
              <ns1:cxn ang="0">
                <ns1:pos x="T26" y="T27"/>
              </ns1:cxn>
              <ns1:cxn ang="0">
                <ns1:pos x="T28" y="T29"/>
              </ns1:cxn>
              <ns1:cxn ang="0">
                <ns1:pos x="T30" y="T31"/>
              </ns1:cxn>
              <ns1:cxn ang="0">
                <ns1:pos x="T32" y="T33"/>
              </ns1:cxn>
              <ns1:cxn ang="0">
                <ns1:pos x="T34" y="T35"/>
              </ns1:cxn>
              <ns1:cxn ang="0">
                <ns1:pos x="T36" y="T37"/>
              </ns1:cxn>
              <ns1:cxn ang="0">
                <ns1:pos x="T38" y="T39"/>
              </ns1:cxn>
              <ns1:cxn ang="0">
                <ns1:pos x="T40" y="T41"/>
              </ns1:cxn>
              <ns1:cxn ang="0">
                <ns1:pos x="T42" y="T43"/>
              </ns1:cxn>
              <ns1:cxn ang="0">
                <ns1:pos x="T44" y="T45"/>
              </ns1:cxn>
              <ns1:cxn ang="0">
                <ns1:pos x="T46" y="T47"/>
              </ns1:cxn>
              <ns1:cxn ang="0">
                <ns1:pos x="T48" y="T49"/>
              </ns1:cxn>
              <ns1:cxn ang="0">
                <ns1:pos x="T50" y="T51"/>
              </ns1:cxn>
              <ns1:cxn ang="0">
                <ns1:pos x="T52" y="T53"/>
              </ns1:cxn>
            </ns1:cxnLst>
            <ns1:rect l="0" t="0" r="r" b="b"/>
            <ns1:pathLst>
              <ns1:path w="176" h="176">
                <ns1:moveTo>
                  <ns1:pt x="88" y="0"/>
                </ns1:moveTo>
                <ns1:cubicBezTo>
                  <ns1:pt x="39" y="0"/>
                  <ns1:pt x="0" y="39"/>
                  <ns1:pt x="0" y="88"/>
                </ns1:cubicBezTo>
                <ns1:cubicBezTo>
                  <ns1:pt x="0" y="137"/>
                  <ns1:pt x="39" y="176"/>
                  <ns1:pt x="88" y="176"/>
                </ns1:cubicBezTo>
                <ns1:cubicBezTo>
                  <ns1:pt x="137" y="176"/>
                  <ns1:pt x="176" y="137"/>
                  <ns1:pt x="176" y="88"/>
                </ns1:cubicBezTo>
                <ns1:cubicBezTo>
                  <ns1:pt x="176" y="39"/>
                  <ns1:pt x="137" y="0"/>
                  <ns1:pt x="88" y="0"/>
                </ns1:cubicBezTo>
                <ns1:moveTo>
                  <ns1:pt x="88" y="168"/>
                </ns1:moveTo>
                <ns1:cubicBezTo>
                  <ns1:pt x="44" y="168"/>
                  <ns1:pt x="8" y="132"/>
                  <ns1:pt x="8" y="88"/>
                </ns1:cubicBezTo>
                <ns1:cubicBezTo>
                  <ns1:pt x="8" y="44"/>
                  <ns1:pt x="44" y="8"/>
                  <ns1:pt x="88" y="8"/>
                </ns1:cubicBezTo>
                <ns1:cubicBezTo>
                  <ns1:pt x="132" y="8"/>
                  <ns1:pt x="168" y="44"/>
                  <ns1:pt x="168" y="88"/>
                </ns1:cubicBezTo>
                <ns1:cubicBezTo>
                  <ns1:pt x="168" y="132"/>
                  <ns1:pt x="132" y="168"/>
                  <ns1:pt x="88" y="168"/>
                </ns1:cubicBezTo>
                <ns1:moveTo>
                  <ns1:pt x="96" y="69"/>
                </ns1:moveTo>
                <ns1:cubicBezTo>
                  <ns1:pt x="96" y="66"/>
                  <ns1:pt x="96" y="64"/>
                  <ns1:pt x="101" y="64"/>
                </ns1:cubicBezTo>
                <ns1:cubicBezTo>
                  <ns1:pt x="108" y="64"/>
                  <ns1:pt x="108" y="64"/>
                  <ns1:pt x="108" y="64"/>
                </ns1:cubicBezTo>
                <ns1:cubicBezTo>
                  <ns1:pt x="108" y="52"/>
                  <ns1:pt x="108" y="52"/>
                  <ns1:pt x="108" y="52"/>
                </ns1:cubicBezTo>
                <ns1:cubicBezTo>
                  <ns1:pt x="97" y="52"/>
                  <ns1:pt x="97" y="52"/>
                  <ns1:pt x="97" y="52"/>
                </ns1:cubicBezTo>
                <ns1:cubicBezTo>
                  <ns1:pt x="84" y="52"/>
                  <ns1:pt x="80" y="58"/>
                  <ns1:pt x="80" y="68"/>
                </ns1:cubicBezTo>
                <ns1:cubicBezTo>
                  <ns1:pt x="80" y="76"/>
                  <ns1:pt x="80" y="76"/>
                  <ns1:pt x="80" y="76"/>
                </ns1:cubicBezTo>
                <ns1:cubicBezTo>
                  <ns1:pt x="72" y="76"/>
                  <ns1:pt x="72" y="76"/>
                  <ns1:pt x="72" y="76"/>
                </ns1:cubicBezTo>
                <ns1:cubicBezTo>
                  <ns1:pt x="72" y="88"/>
                  <ns1:pt x="72" y="88"/>
                  <ns1:pt x="72" y="88"/>
                </ns1:cubicBezTo>
                <ns1:cubicBezTo>
                  <ns1:pt x="80" y="88"/>
                  <ns1:pt x="80" y="88"/>
                  <ns1:pt x="80" y="88"/>
                </ns1:cubicBezTo>
                <ns1:cubicBezTo>
                  <ns1:pt x="80" y="124"/>
                  <ns1:pt x="80" y="124"/>
                  <ns1:pt x="80" y="124"/>
                </ns1:cubicBezTo>
                <ns1:cubicBezTo>
                  <ns1:pt x="96" y="124"/>
                  <ns1:pt x="96" y="124"/>
                  <ns1:pt x="96" y="124"/>
                </ns1:cubicBezTo>
                <ns1:cubicBezTo>
                  <ns1:pt x="96" y="88"/>
                  <ns1:pt x="96" y="88"/>
                  <ns1:pt x="96" y="88"/>
                </ns1:cubicBezTo>
                <ns1:cubicBezTo>
                  <ns1:pt x="107" y="88"/>
                  <ns1:pt x="107" y="88"/>
                  <ns1:pt x="107" y="88"/>
                </ns1:cubicBezTo>
                <ns1:cubicBezTo>
                  <ns1:pt x="108" y="76"/>
                  <ns1:pt x="108" y="76"/>
                  <ns1:pt x="108" y="76"/>
                </ns1:cubicBezTo>
                <ns1:cubicBezTo>
                  <ns1:pt x="96" y="76"/>
                  <ns1:pt x="96" y="76"/>
                  <ns1:pt x="96" y="76"/>
                </ns1:cubicBezTo>
                <ns1:lnTo>
                  <ns1:pt x="96" y="69"/>
                </ns1:lnTo>
                <ns1:close/>
              </ns1:path>
            </ns1:pathLst>
          </ns1:custGeom>
          <ns1:solidFill>
            <ns1:schemeClr val="tx1"/>
          </ns1:solidFill>
          <ns1:ln>
            <ns1:noFill/>
          </ns1:ln>
          <ns1:extLst/>
        </ns0:spPr>
        <ns0:txBody>
          <ns1:bodyPr vert="horz" wrap="square" lIns="91440" tIns="45720" rIns="91440" bIns="45720" numCol="1" anchor="t" anchorCtr="0" compatLnSpc="1">
            <ns1:prstTxWarp prst="textNoShape">
              <ns1:avLst/>
            </ns1:prstTxWarp>
          </ns1:bodyPr>
          <ns1:lstStyle/>
          <ns1:p>
            <ns1:endParaRPr lang="en-US"/>
          </ns1:p>
        </ns0:txBody>
      </ns0:sp>
      <ns0:sp>
        <ns0:nvSpPr>
          <ns0:cNvPr id="371" name="Freeform 43">
            <ns1:extLst>
              <ns1:ext uri="{FF2B5EF4-FFF2-40B4-BE49-F238E27FC236}">
                <ns3:creationId id="{072DE9DB-62AB-435B-86AF-039D7F3BFF3D}"/>
              </ns1:ext>
            </ns1:extLst>
          </ns0:cNvPr>
          <ns0:cNvSpPr>
            <ns1:spLocks noEditPoints="1"/>
          </ns0:cNvSpPr>
          <ns0:nvPr/>
        </ns0:nvSpPr>
        <ns0:spPr bwMode="auto">
          <ns1:xfrm>
            <ns1:off x="3271104" y="2013647"/>
            <ns1:ext cx="449894" cy="449895"/>
          </ns1:xfrm>
          <ns1:custGeom>
            <ns1:avLst/>
            <ns1:gdLst>
              <ns1:gd name="T0" fmla="*/ 88 w 176"/>
              <ns1:gd name="T1" fmla="*/ 0 h 176"/>
              <ns1:gd name="T2" fmla="*/ 0 w 176"/>
              <ns1:gd name="T3" fmla="*/ 88 h 176"/>
              <ns1:gd name="T4" fmla="*/ 88 w 176"/>
              <ns1:gd name="T5" fmla="*/ 176 h 176"/>
              <ns1:gd name="T6" fmla="*/ 176 w 176"/>
              <ns1:gd name="T7" fmla="*/ 88 h 176"/>
              <ns1:gd name="T8" fmla="*/ 88 w 176"/>
              <ns1:gd name="T9" fmla="*/ 0 h 176"/>
              <ns1:gd name="T10" fmla="*/ 88 w 176"/>
              <ns1:gd name="T11" fmla="*/ 168 h 176"/>
              <ns1:gd name="T12" fmla="*/ 8 w 176"/>
              <ns1:gd name="T13" fmla="*/ 88 h 176"/>
              <ns1:gd name="T14" fmla="*/ 88 w 176"/>
              <ns1:gd name="T15" fmla="*/ 8 h 176"/>
              <ns1:gd name="T16" fmla="*/ 168 w 176"/>
              <ns1:gd name="T17" fmla="*/ 88 h 176"/>
              <ns1:gd name="T18" fmla="*/ 88 w 176"/>
              <ns1:gd name="T19" fmla="*/ 168 h 176"/>
              <ns1:gd name="T20" fmla="*/ 112 w 176"/>
              <ns1:gd name="T21" fmla="*/ 48 h 176"/>
              <ns1:gd name="T22" fmla="*/ 64 w 176"/>
              <ns1:gd name="T23" fmla="*/ 48 h 176"/>
              <ns1:gd name="T24" fmla="*/ 48 w 176"/>
              <ns1:gd name="T25" fmla="*/ 64 h 176"/>
              <ns1:gd name="T26" fmla="*/ 48 w 176"/>
              <ns1:gd name="T27" fmla="*/ 112 h 176"/>
              <ns1:gd name="T28" fmla="*/ 64 w 176"/>
              <ns1:gd name="T29" fmla="*/ 128 h 176"/>
              <ns1:gd name="T30" fmla="*/ 112 w 176"/>
              <ns1:gd name="T31" fmla="*/ 128 h 176"/>
              <ns1:gd name="T32" fmla="*/ 128 w 176"/>
              <ns1:gd name="T33" fmla="*/ 112 h 176"/>
              <ns1:gd name="T34" fmla="*/ 128 w 176"/>
              <ns1:gd name="T35" fmla="*/ 64 h 176"/>
              <ns1:gd name="T36" fmla="*/ 112 w 176"/>
              <ns1:gd name="T37" fmla="*/ 48 h 176"/>
              <ns1:gd name="T38" fmla="*/ 104 w 176"/>
              <ns1:gd name="T39" fmla="*/ 60 h 176"/>
              <ns1:gd name="T40" fmla="*/ 116 w 176"/>
              <ns1:gd name="T41" fmla="*/ 60 h 176"/>
              <ns1:gd name="T42" fmla="*/ 116 w 176"/>
              <ns1:gd name="T43" fmla="*/ 72 h 176"/>
              <ns1:gd name="T44" fmla="*/ 104 w 176"/>
              <ns1:gd name="T45" fmla="*/ 72 h 176"/>
              <ns1:gd name="T46" fmla="*/ 104 w 176"/>
              <ns1:gd name="T47" fmla="*/ 60 h 176"/>
              <ns1:gd name="T48" fmla="*/ 88 w 176"/>
              <ns1:gd name="T49" fmla="*/ 72 h 176"/>
              <ns1:gd name="T50" fmla="*/ 104 w 176"/>
              <ns1:gd name="T51" fmla="*/ 88 h 176"/>
              <ns1:gd name="T52" fmla="*/ 88 w 176"/>
              <ns1:gd name="T53" fmla="*/ 104 h 176"/>
              <ns1:gd name="T54" fmla="*/ 72 w 176"/>
              <ns1:gd name="T55" fmla="*/ 88 h 176"/>
              <ns1:gd name="T56" fmla="*/ 88 w 176"/>
              <ns1:gd name="T57" fmla="*/ 72 h 176"/>
              <ns1:gd name="T58" fmla="*/ 120 w 176"/>
              <ns1:gd name="T59" fmla="*/ 112 h 176"/>
              <ns1:gd name="T60" fmla="*/ 112 w 176"/>
              <ns1:gd name="T61" fmla="*/ 120 h 176"/>
              <ns1:gd name="T62" fmla="*/ 64 w 176"/>
              <ns1:gd name="T63" fmla="*/ 120 h 176"/>
              <ns1:gd name="T64" fmla="*/ 56 w 176"/>
              <ns1:gd name="T65" fmla="*/ 112 h 176"/>
              <ns1:gd name="T66" fmla="*/ 56 w 176"/>
              <ns1:gd name="T67" fmla="*/ 84 h 176"/>
              <ns1:gd name="T68" fmla="*/ 64 w 176"/>
              <ns1:gd name="T69" fmla="*/ 84 h 176"/>
              <ns1:gd name="T70" fmla="*/ 64 w 176"/>
              <ns1:gd name="T71" fmla="*/ 88 h 176"/>
              <ns1:gd name="T72" fmla="*/ 88 w 176"/>
              <ns1:gd name="T73" fmla="*/ 112 h 176"/>
              <ns1:gd name="T74" fmla="*/ 112 w 176"/>
              <ns1:gd name="T75" fmla="*/ 88 h 176"/>
              <ns1:gd name="T76" fmla="*/ 112 w 176"/>
              <ns1:gd name="T77" fmla="*/ 84 h 176"/>
              <ns1:gd name="T78" fmla="*/ 120 w 176"/>
              <ns1:gd name="T79" fmla="*/ 84 h 176"/>
              <ns1:gd name="T80" fmla="*/ 120 w 176"/>
              <ns1:gd name="T81" fmla="*/ 112 h 176"/>
            </ns1:gdLst>
            <ns1:ahLst/>
            <ns1:cxnLst>
              <ns1:cxn ang="0">
                <ns1:pos x="T0" y="T1"/>
              </ns1:cxn>
              <ns1:cxn ang="0">
                <ns1:pos x="T2" y="T3"/>
              </ns1:cxn>
              <ns1:cxn ang="0">
                <ns1:pos x="T4" y="T5"/>
              </ns1:cxn>
              <ns1:cxn ang="0">
                <ns1:pos x="T6" y="T7"/>
              </ns1:cxn>
              <ns1:cxn ang="0">
                <ns1:pos x="T8" y="T9"/>
              </ns1:cxn>
              <ns1:cxn ang="0">
                <ns1:pos x="T10" y="T11"/>
              </ns1:cxn>
              <ns1:cxn ang="0">
                <ns1:pos x="T12" y="T13"/>
              </ns1:cxn>
              <ns1:cxn ang="0">
                <ns1:pos x="T14" y="T15"/>
              </ns1:cxn>
              <ns1:cxn ang="0">
                <ns1:pos x="T16" y="T17"/>
              </ns1:cxn>
              <ns1:cxn ang="0">
                <ns1:pos x="T18" y="T19"/>
              </ns1:cxn>
              <ns1:cxn ang="0">
                <ns1:pos x="T20" y="T21"/>
              </ns1:cxn>
              <ns1:cxn ang="0">
                <ns1:pos x="T22" y="T23"/>
              </ns1:cxn>
              <ns1:cxn ang="0">
                <ns1:pos x="T24" y="T25"/>
              </ns1:cxn>
              <ns1:cxn ang="0">
                <ns1:pos x="T26" y="T27"/>
              </ns1:cxn>
              <ns1:cxn ang="0">
                <ns1:pos x="T28" y="T29"/>
              </ns1:cxn>
              <ns1:cxn ang="0">
                <ns1:pos x="T30" y="T31"/>
              </ns1:cxn>
              <ns1:cxn ang="0">
                <ns1:pos x="T32" y="T33"/>
              </ns1:cxn>
              <ns1:cxn ang="0">
                <ns1:pos x="T34" y="T35"/>
              </ns1:cxn>
              <ns1:cxn ang="0">
                <ns1:pos x="T36" y="T37"/>
              </ns1:cxn>
              <ns1:cxn ang="0">
                <ns1:pos x="T38" y="T39"/>
              </ns1:cxn>
              <ns1:cxn ang="0">
                <ns1:pos x="T40" y="T41"/>
              </ns1:cxn>
              <ns1:cxn ang="0">
                <ns1:pos x="T42" y="T43"/>
              </ns1:cxn>
              <ns1:cxn ang="0">
                <ns1:pos x="T44" y="T45"/>
              </ns1:cxn>
              <ns1:cxn ang="0">
                <ns1:pos x="T46" y="T47"/>
              </ns1:cxn>
              <ns1:cxn ang="0">
                <ns1:pos x="T48" y="T49"/>
              </ns1:cxn>
              <ns1:cxn ang="0">
                <ns1:pos x="T50" y="T51"/>
              </ns1:cxn>
              <ns1:cxn ang="0">
                <ns1:pos x="T52" y="T53"/>
              </ns1:cxn>
              <ns1:cxn ang="0">
                <ns1:pos x="T54" y="T55"/>
              </ns1:cxn>
              <ns1:cxn ang="0">
                <ns1:pos x="T56" y="T57"/>
              </ns1:cxn>
              <ns1:cxn ang="0">
                <ns1:pos x="T58" y="T59"/>
              </ns1:cxn>
              <ns1:cxn ang="0">
                <ns1:pos x="T60" y="T61"/>
              </ns1:cxn>
              <ns1:cxn ang="0">
                <ns1:pos x="T62" y="T63"/>
              </ns1:cxn>
              <ns1:cxn ang="0">
                <ns1:pos x="T64" y="T65"/>
              </ns1:cxn>
              <ns1:cxn ang="0">
                <ns1:pos x="T66" y="T67"/>
              </ns1:cxn>
              <ns1:cxn ang="0">
                <ns1:pos x="T68" y="T69"/>
              </ns1:cxn>
              <ns1:cxn ang="0">
                <ns1:pos x="T70" y="T71"/>
              </ns1:cxn>
              <ns1:cxn ang="0">
                <ns1:pos x="T72" y="T73"/>
              </ns1:cxn>
              <ns1:cxn ang="0">
                <ns1:pos x="T74" y="T75"/>
              </ns1:cxn>
              <ns1:cxn ang="0">
                <ns1:pos x="T76" y="T77"/>
              </ns1:cxn>
              <ns1:cxn ang="0">
                <ns1:pos x="T78" y="T79"/>
              </ns1:cxn>
              <ns1:cxn ang="0">
                <ns1:pos x="T80" y="T81"/>
              </ns1:cxn>
            </ns1:cxnLst>
            <ns1:rect l="0" t="0" r="r" b="b"/>
            <ns1:pathLst>
              <ns1:path w="176" h="176">
                <ns1:moveTo>
                  <ns1:pt x="88" y="0"/>
                </ns1:moveTo>
                <ns1:cubicBezTo>
                  <ns1:pt x="39" y="0"/>
                  <ns1:pt x="0" y="39"/>
                  <ns1:pt x="0" y="88"/>
                </ns1:cubicBezTo>
                <ns1:cubicBezTo>
                  <ns1:pt x="0" y="137"/>
                  <ns1:pt x="39" y="176"/>
                  <ns1:pt x="88" y="176"/>
                </ns1:cubicBezTo>
                <ns1:cubicBezTo>
                  <ns1:pt x="137" y="176"/>
                  <ns1:pt x="176" y="137"/>
                  <ns1:pt x="176" y="88"/>
                </ns1:cubicBezTo>
                <ns1:cubicBezTo>
                  <ns1:pt x="176" y="39"/>
                  <ns1:pt x="137" y="0"/>
                  <ns1:pt x="88" y="0"/>
                </ns1:cubicBezTo>
                <ns1:moveTo>
                  <ns1:pt x="88" y="168"/>
                </ns1:moveTo>
                <ns1:cubicBezTo>
                  <ns1:pt x="44" y="168"/>
                  <ns1:pt x="8" y="132"/>
                  <ns1:pt x="8" y="88"/>
                </ns1:cubicBezTo>
                <ns1:cubicBezTo>
                  <ns1:pt x="8" y="44"/>
                  <ns1:pt x="44" y="8"/>
                  <ns1:pt x="88" y="8"/>
                </ns1:cubicBezTo>
                <ns1:cubicBezTo>
                  <ns1:pt x="132" y="8"/>
                  <ns1:pt x="168" y="44"/>
                  <ns1:pt x="168" y="88"/>
                </ns1:cubicBezTo>
                <ns1:cubicBezTo>
                  <ns1:pt x="168" y="132"/>
                  <ns1:pt x="132" y="168"/>
                  <ns1:pt x="88" y="168"/>
                </ns1:cubicBezTo>
                <ns1:moveTo>
                  <ns1:pt x="112" y="48"/>
                </ns1:moveTo>
                <ns1:cubicBezTo>
                  <ns1:pt x="64" y="48"/>
                  <ns1:pt x="64" y="48"/>
                  <ns1:pt x="64" y="48"/>
                </ns1:cubicBezTo>
                <ns1:cubicBezTo>
                  <ns1:pt x="55" y="48"/>
                  <ns1:pt x="48" y="55"/>
                  <ns1:pt x="48" y="64"/>
                </ns1:cubicBezTo>
                <ns1:cubicBezTo>
                  <ns1:pt x="48" y="112"/>
                  <ns1:pt x="48" y="112"/>
                  <ns1:pt x="48" y="112"/>
                </ns1:cubicBezTo>
                <ns1:cubicBezTo>
                  <ns1:pt x="48" y="121"/>
                  <ns1:pt x="55" y="128"/>
                  <ns1:pt x="64" y="128"/>
                </ns1:cubicBezTo>
                <ns1:cubicBezTo>
                  <ns1:pt x="112" y="128"/>
                  <ns1:pt x="112" y="128"/>
                  <ns1:pt x="112" y="128"/>
                </ns1:cubicBezTo>
                <ns1:cubicBezTo>
                  <ns1:pt x="121" y="128"/>
                  <ns1:pt x="128" y="121"/>
                  <ns1:pt x="128" y="112"/>
                </ns1:cubicBezTo>
                <ns1:cubicBezTo>
                  <ns1:pt x="128" y="64"/>
                  <ns1:pt x="128" y="64"/>
                  <ns1:pt x="128" y="64"/>
                </ns1:cubicBezTo>
                <ns1:cubicBezTo>
                  <ns1:pt x="128" y="55"/>
                  <ns1:pt x="121" y="48"/>
                  <ns1:pt x="112" y="48"/>
                </ns1:cubicBezTo>
                <ns1:moveTo>
                  <ns1:pt x="104" y="60"/>
                </ns1:moveTo>
                <ns1:cubicBezTo>
                  <ns1:pt x="116" y="60"/>
                  <ns1:pt x="116" y="60"/>
                  <ns1:pt x="116" y="60"/>
                </ns1:cubicBezTo>
                <ns1:cubicBezTo>
                  <ns1:pt x="116" y="72"/>
                  <ns1:pt x="116" y="72"/>
                  <ns1:pt x="116" y="72"/>
                </ns1:cubicBezTo>
                <ns1:cubicBezTo>
                  <ns1:pt x="104" y="72"/>
                  <ns1:pt x="104" y="72"/>
                  <ns1:pt x="104" y="72"/>
                </ns1:cubicBezTo>
                <ns1:lnTo>
                  <ns1:pt x="104" y="60"/>
                </ns1:lnTo>
                <ns1:close/>
                <ns1:moveTo>
                  <ns1:pt x="88" y="72"/>
                </ns1:moveTo>
                <ns1:cubicBezTo>
                  <ns1:pt x="97" y="72"/>
                  <ns1:pt x="104" y="79"/>
                  <ns1:pt x="104" y="88"/>
                </ns1:cubicBezTo>
                <ns1:cubicBezTo>
                  <ns1:pt x="104" y="97"/>
                  <ns1:pt x="97" y="104"/>
                  <ns1:pt x="88" y="104"/>
                </ns1:cubicBezTo>
                <ns1:cubicBezTo>
                  <ns1:pt x="79" y="104"/>
                  <ns1:pt x="72" y="97"/>
                  <ns1:pt x="72" y="88"/>
                </ns1:cubicBezTo>
                <ns1:cubicBezTo>
                  <ns1:pt x="72" y="79"/>
                  <ns1:pt x="79" y="72"/>
                  <ns1:pt x="88" y="72"/>
                </ns1:cubicBezTo>
                <ns1:moveTo>
                  <ns1:pt x="120" y="112"/>
                </ns1:moveTo>
                <ns1:cubicBezTo>
                  <ns1:pt x="120" y="116"/>
                  <ns1:pt x="116" y="120"/>
                  <ns1:pt x="112" y="120"/>
                </ns1:cubicBezTo>
                <ns1:cubicBezTo>
                  <ns1:pt x="64" y="120"/>
                  <ns1:pt x="64" y="120"/>
                  <ns1:pt x="64" y="120"/>
                </ns1:cubicBezTo>
                <ns1:cubicBezTo>
                  <ns1:pt x="60" y="120"/>
                  <ns1:pt x="56" y="116"/>
                  <ns1:pt x="56" y="112"/>
                </ns1:cubicBezTo>
                <ns1:cubicBezTo>
                  <ns1:pt x="56" y="84"/>
                  <ns1:pt x="56" y="84"/>
                  <ns1:pt x="56" y="84"/>
                </ns1:cubicBezTo>
                <ns1:cubicBezTo>
                  <ns1:pt x="64" y="84"/>
                  <ns1:pt x="64" y="84"/>
                  <ns1:pt x="64" y="84"/>
                </ns1:cubicBezTo>
                <ns1:cubicBezTo>
                  <ns1:pt x="64" y="85"/>
                  <ns1:pt x="64" y="87"/>
                  <ns1:pt x="64" y="88"/>
                </ns1:cubicBezTo>
                <ns1:cubicBezTo>
                  <ns1:pt x="64" y="101"/>
                  <ns1:pt x="75" y="112"/>
                  <ns1:pt x="88" y="112"/>
                </ns1:cubicBezTo>
                <ns1:cubicBezTo>
                  <ns1:pt x="101" y="112"/>
                  <ns1:pt x="112" y="101"/>
                  <ns1:pt x="112" y="88"/>
                </ns1:cubicBezTo>
                <ns1:cubicBezTo>
                  <ns1:pt x="112" y="87"/>
                  <ns1:pt x="112" y="85"/>
                  <ns1:pt x="112" y="84"/>
                </ns1:cubicBezTo>
                <ns1:cubicBezTo>
                  <ns1:pt x="120" y="84"/>
                  <ns1:pt x="120" y="84"/>
                  <ns1:pt x="120" y="84"/>
                </ns1:cubicBezTo>
                <ns1:lnTo>
                  <ns1:pt x="120" y="112"/>
                </ns1:lnTo>
                <ns1:close/>
              </ns1:path>
            </ns1:pathLst>
          </ns1:custGeom>
          <ns1:solidFill>
            <ns1:schemeClr val="tx1"/>
          </ns1:solidFill>
          <ns1:ln>
            <ns1:noFill/>
          </ns1:ln>
          <ns1:extLst/>
        </ns0:spPr>
        <ns0:txBody>
          <ns1:bodyPr vert="horz" wrap="square" lIns="91440" tIns="45720" rIns="91440" bIns="45720" numCol="1" anchor="t" anchorCtr="0" compatLnSpc="1">
            <ns1:prstTxWarp prst="textNoShape">
              <ns1:avLst/>
            </ns1:prstTxWarp>
          </ns1:bodyPr>
          <ns1:lstStyle/>
          <ns1:p>
            <ns1:endParaRPr lang="en-US"/>
          </ns1:p>
        </ns0:txBody>
      </ns0:sp>
    </ns0:spTree>
    <ns0:extLst>
      <ns0:ext uri="{BB962C8B-B14F-4D97-AF65-F5344CB8AC3E}">
        <ns4:creationId val="982771070"/>
      </ns0:ext>
    </ns0:extLst>
  </ns0:cSld>
  <ns0:clrMapOvr>
    <ns1:masterClrMapping/>
  </ns0:clrMapOvr>
</ns0:sld>
</file>

<file path=ppt/slides/slide35.xml><?xml version="1.0" encoding="utf-8"?>
<ns0:sld xmlns:ns0="http://schemas.openxmlformats.org/presentationml/2006/main" xmlns:ns1="http://schemas.openxmlformats.org/drawingml/2006/main" xmlns:ns2="http://schemas.microsoft.com/office/drawing/2010/main" xmlns:ns3="http://schemas.microsoft.com/office/powerpoint/2010/main">
  <ns0:cSld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grpSp>
        <ns0:nvGrpSpPr>
          <ns0:cNvPr id="4" name="Group 3"/>
          <ns0:cNvGrpSpPr/>
          <ns0:nvPr/>
        </ns0:nvGrpSpPr>
        <ns0:grpSpPr>
          <ns1:xfrm>
            <ns1:off x="2328669" y="1205092"/>
            <ns1:ext cx="292968" cy="421057"/>
            <ns1:chOff x="9132888" y="2062163"/>
            <ns1:chExt cx="341312" cy="490537"/>
          </ns1:xfrm>
          <ns1:solidFill>
            <ns1:schemeClr val="tx1"/>
          </ns1:solidFill>
        </ns0:grpSpPr>
        <ns0:sp>
          <ns0:nvSpPr>
            <ns0:cNvPr id="5" name="Freeform 326"/>
            <ns0:cNvSpPr>
              <ns1:spLocks noEditPoints="1"/>
            </ns0:cNvSpPr>
            <ns0:nvPr/>
          </ns0:nvSpPr>
          <ns0:spPr bwMode="auto">
            <ns1:xfrm>
              <ns1:off x="9132888" y="2062163"/>
              <ns1:ext cx="341312" cy="490537"/>
            </ns1:xfrm>
            <ns1:custGeom>
              <ns1:avLst/>
              <ns1:gdLst>
                <ns1:gd name="T0" fmla="*/ 44 w 88"/>
                <ns1:gd name="T1" fmla="*/ 0 h 128"/>
                <ns1:gd name="T2" fmla="*/ 0 w 88"/>
                <ns1:gd name="T3" fmla="*/ 44 h 128"/>
                <ns1:gd name="T4" fmla="*/ 20 w 88"/>
                <ns1:gd name="T5" fmla="*/ 92 h 128"/>
                <ns1:gd name="T6" fmla="*/ 44 w 88"/>
                <ns1:gd name="T7" fmla="*/ 128 h 128"/>
                <ns1:gd name="T8" fmla="*/ 68 w 88"/>
                <ns1:gd name="T9" fmla="*/ 92 h 128"/>
                <ns1:gd name="T10" fmla="*/ 88 w 88"/>
                <ns1:gd name="T11" fmla="*/ 44 h 128"/>
                <ns1:gd name="T12" fmla="*/ 44 w 88"/>
                <ns1:gd name="T13" fmla="*/ 0 h 128"/>
                <ns1:gd name="T14" fmla="*/ 54 w 88"/>
                <ns1:gd name="T15" fmla="*/ 109 h 128"/>
                <ns1:gd name="T16" fmla="*/ 35 w 88"/>
                <ns1:gd name="T17" fmla="*/ 111 h 128"/>
                <ns1:gd name="T18" fmla="*/ 32 w 88"/>
                <ns1:gd name="T19" fmla="*/ 104 h 128"/>
                <ns1:gd name="T20" fmla="*/ 32 w 88"/>
                <ns1:gd name="T21" fmla="*/ 103 h 128"/>
                <ns1:gd name="T22" fmla="*/ 57 w 88"/>
                <ns1:gd name="T23" fmla="*/ 100 h 128"/>
                <ns1:gd name="T24" fmla="*/ 56 w 88"/>
                <ns1:gd name="T25" fmla="*/ 104 h 128"/>
                <ns1:gd name="T26" fmla="*/ 54 w 88"/>
                <ns1:gd name="T27" fmla="*/ 109 h 128"/>
                <ns1:gd name="T28" fmla="*/ 31 w 88"/>
                <ns1:gd name="T29" fmla="*/ 100 h 128"/>
                <ns1:gd name="T30" fmla="*/ 28 w 88"/>
                <ns1:gd name="T31" fmla="*/ 92 h 128"/>
                <ns1:gd name="T32" fmla="*/ 60 w 88"/>
                <ns1:gd name="T33" fmla="*/ 92 h 128"/>
                <ns1:gd name="T34" fmla="*/ 58 w 88"/>
                <ns1:gd name="T35" fmla="*/ 96 h 128"/>
                <ns1:gd name="T36" fmla="*/ 31 w 88"/>
                <ns1:gd name="T37" fmla="*/ 100 h 128"/>
                <ns1:gd name="T38" fmla="*/ 44 w 88"/>
                <ns1:gd name="T39" fmla="*/ 120 h 128"/>
                <ns1:gd name="T40" fmla="*/ 36 w 88"/>
                <ns1:gd name="T41" fmla="*/ 115 h 128"/>
                <ns1:gd name="T42" fmla="*/ 53 w 88"/>
                <ns1:gd name="T43" fmla="*/ 113 h 128"/>
                <ns1:gd name="T44" fmla="*/ 44 w 88"/>
                <ns1:gd name="T45" fmla="*/ 120 h 128"/>
                <ns1:gd name="T46" fmla="*/ 63 w 88"/>
                <ns1:gd name="T47" fmla="*/ 84 h 128"/>
                <ns1:gd name="T48" fmla="*/ 25 w 88"/>
                <ns1:gd name="T49" fmla="*/ 84 h 128"/>
                <ns1:gd name="T50" fmla="*/ 19 w 88"/>
                <ns1:gd name="T51" fmla="*/ 71 h 128"/>
                <ns1:gd name="T52" fmla="*/ 8 w 88"/>
                <ns1:gd name="T53" fmla="*/ 44 h 128"/>
                <ns1:gd name="T54" fmla="*/ 44 w 88"/>
                <ns1:gd name="T55" fmla="*/ 8 h 128"/>
                <ns1:gd name="T56" fmla="*/ 80 w 88"/>
                <ns1:gd name="T57" fmla="*/ 44 h 128"/>
                <ns1:gd name="T58" fmla="*/ 69 w 88"/>
                <ns1:gd name="T59" fmla="*/ 71 h 128"/>
                <ns1:gd name="T60" fmla="*/ 63 w 88"/>
                <ns1:gd name="T61" fmla="*/ 84 h 128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  <ns1:cxn ang="0">
                  <ns1:pos x="T14" y="T15"/>
                </ns1:cxn>
                <ns1:cxn ang="0">
                  <ns1:pos x="T16" y="T17"/>
                </ns1:cxn>
                <ns1:cxn ang="0">
                  <ns1:pos x="T18" y="T19"/>
                </ns1:cxn>
                <ns1:cxn ang="0">
                  <ns1:pos x="T20" y="T21"/>
                </ns1:cxn>
                <ns1:cxn ang="0">
                  <ns1:pos x="T22" y="T23"/>
                </ns1:cxn>
                <ns1:cxn ang="0">
                  <ns1:pos x="T24" y="T25"/>
                </ns1:cxn>
                <ns1:cxn ang="0">
                  <ns1:pos x="T26" y="T27"/>
                </ns1:cxn>
                <ns1:cxn ang="0">
                  <ns1:pos x="T28" y="T29"/>
                </ns1:cxn>
                <ns1:cxn ang="0">
                  <ns1:pos x="T30" y="T31"/>
                </ns1:cxn>
                <ns1:cxn ang="0">
                  <ns1:pos x="T32" y="T33"/>
                </ns1:cxn>
                <ns1:cxn ang="0">
                  <ns1:pos x="T34" y="T35"/>
                </ns1:cxn>
                <ns1:cxn ang="0">
                  <ns1:pos x="T36" y="T37"/>
                </ns1:cxn>
                <ns1:cxn ang="0">
                  <ns1:pos x="T38" y="T39"/>
                </ns1:cxn>
                <ns1:cxn ang="0">
                  <ns1:pos x="T40" y="T41"/>
                </ns1:cxn>
                <ns1:cxn ang="0">
                  <ns1:pos x="T42" y="T43"/>
                </ns1:cxn>
                <ns1:cxn ang="0">
                  <ns1:pos x="T44" y="T45"/>
                </ns1:cxn>
                <ns1:cxn ang="0">
                  <ns1:pos x="T46" y="T47"/>
                </ns1:cxn>
                <ns1:cxn ang="0">
                  <ns1:pos x="T48" y="T49"/>
                </ns1:cxn>
                <ns1:cxn ang="0">
                  <ns1:pos x="T50" y="T51"/>
                </ns1:cxn>
                <ns1:cxn ang="0">
                  <ns1:pos x="T52" y="T53"/>
                </ns1:cxn>
                <ns1:cxn ang="0">
                  <ns1:pos x="T54" y="T55"/>
                </ns1:cxn>
                <ns1:cxn ang="0">
                  <ns1:pos x="T56" y="T57"/>
                </ns1:cxn>
                <ns1:cxn ang="0">
                  <ns1:pos x="T58" y="T59"/>
                </ns1:cxn>
                <ns1:cxn ang="0">
                  <ns1:pos x="T60" y="T61"/>
                </ns1:cxn>
              </ns1:cxnLst>
              <ns1:rect l="0" t="0" r="r" b="b"/>
              <ns1:pathLst>
                <ns1:path w="88" h="128">
                  <ns1:moveTo>
                    <ns1:pt x="44" y="0"/>
                  </ns1:moveTo>
                  <ns1:cubicBezTo>
                    <ns1:pt x="20" y="0"/>
                    <ns1:pt x="0" y="20"/>
                    <ns1:pt x="0" y="44"/>
                  </ns1:cubicBezTo>
                  <ns1:cubicBezTo>
                    <ns1:pt x="0" y="60"/>
                    <ns1:pt x="15" y="77"/>
                    <ns1:pt x="20" y="92"/>
                  </ns1:cubicBezTo>
                  <ns1:cubicBezTo>
                    <ns1:pt x="28" y="115"/>
                    <ns1:pt x="27" y="128"/>
                    <ns1:pt x="44" y="128"/>
                  </ns1:cubicBezTo>
                  <ns1:cubicBezTo>
                    <ns1:pt x="61" y="128"/>
                    <ns1:pt x="60" y="115"/>
                    <ns1:pt x="68" y="92"/>
                  </ns1:cubicBezTo>
                  <ns1:cubicBezTo>
                    <ns1:pt x="73" y="77"/>
                    <ns1:pt x="88" y="60"/>
                    <ns1:pt x="88" y="44"/>
                  </ns1:cubicBezTo>
                  <ns1:cubicBezTo>
                    <ns1:pt x="88" y="20"/>
                    <ns1:pt x="68" y="0"/>
                    <ns1:pt x="44" y="0"/>
                  </ns1:cubicBezTo>
                  <ns1:close/>
                  <ns1:moveTo>
                    <ns1:pt x="54" y="109"/>
                  </ns1:moveTo>
                  <ns1:cubicBezTo>
                    <ns1:pt x="35" y="111"/>
                    <ns1:pt x="35" y="111"/>
                    <ns1:pt x="35" y="111"/>
                  </ns1:cubicBezTo>
                  <ns1:cubicBezTo>
                    <ns1:pt x="34" y="109"/>
                    <ns1:pt x="33" y="107"/>
                    <ns1:pt x="32" y="104"/>
                  </ns1:cubicBezTo>
                  <ns1:cubicBezTo>
                    <ns1:pt x="32" y="104"/>
                    <ns1:pt x="32" y="104"/>
                    <ns1:pt x="32" y="103"/>
                  </ns1:cubicBezTo>
                  <ns1:cubicBezTo>
                    <ns1:pt x="57" y="100"/>
                    <ns1:pt x="57" y="100"/>
                    <ns1:pt x="57" y="100"/>
                  </ns1:cubicBezTo>
                  <ns1:cubicBezTo>
                    <ns1:pt x="57" y="102"/>
                    <ns1:pt x="56" y="103"/>
                    <ns1:pt x="56" y="104"/>
                  </ns1:cubicBezTo>
                  <ns1:cubicBezTo>
                    <ns1:pt x="55" y="106"/>
                    <ns1:pt x="55" y="107"/>
                    <ns1:pt x="54" y="109"/>
                  </ns1:cubicBezTo>
                  <ns1:close/>
                  <ns1:moveTo>
                    <ns1:pt x="31" y="100"/>
                  </ns1:moveTo>
                  <ns1:cubicBezTo>
                    <ns1:pt x="30" y="97"/>
                    <ns1:pt x="29" y="95"/>
                    <ns1:pt x="28" y="92"/>
                  </ns1:cubicBezTo>
                  <ns1:cubicBezTo>
                    <ns1:pt x="60" y="92"/>
                    <ns1:pt x="60" y="92"/>
                    <ns1:pt x="60" y="92"/>
                  </ns1:cubicBezTo>
                  <ns1:cubicBezTo>
                    <ns1:pt x="59" y="93"/>
                    <ns1:pt x="59" y="95"/>
                    <ns1:pt x="58" y="96"/>
                  </ns1:cubicBezTo>
                  <ns1:lnTo>
                    <ns1:pt x="31" y="100"/>
                  </ns1:lnTo>
                  <ns1:close/>
                  <ns1:moveTo>
                    <ns1:pt x="44" y="120"/>
                  </ns1:moveTo>
                  <ns1:cubicBezTo>
                    <ns1:pt x="40" y="120"/>
                    <ns1:pt x="38" y="120"/>
                    <ns1:pt x="36" y="115"/>
                  </ns1:cubicBezTo>
                  <ns1:cubicBezTo>
                    <ns1:pt x="53" y="113"/>
                    <ns1:pt x="53" y="113"/>
                    <ns1:pt x="53" y="113"/>
                  </ns1:cubicBezTo>
                  <ns1:cubicBezTo>
                    <ns1:pt x="51" y="119"/>
                    <ns1:pt x="49" y="120"/>
                    <ns1:pt x="44" y="120"/>
                  </ns1:cubicBezTo>
                  <ns1:close/>
                  <ns1:moveTo>
                    <ns1:pt x="63" y="84"/>
                  </ns1:moveTo>
                  <ns1:cubicBezTo>
                    <ns1:pt x="25" y="84"/>
                    <ns1:pt x="25" y="84"/>
                    <ns1:pt x="25" y="84"/>
                  </ns1:cubicBezTo>
                  <ns1:cubicBezTo>
                    <ns1:pt x="23" y="80"/>
                    <ns1:pt x="21" y="75"/>
                    <ns1:pt x="19" y="71"/>
                  </ns1:cubicBezTo>
                  <ns1:cubicBezTo>
                    <ns1:pt x="13" y="62"/>
                    <ns1:pt x="8" y="52"/>
                    <ns1:pt x="8" y="44"/>
                  </ns1:cubicBezTo>
                  <ns1:cubicBezTo>
                    <ns1:pt x="8" y="24"/>
                    <ns1:pt x="24" y="8"/>
                    <ns1:pt x="44" y="8"/>
                  </ns1:cubicBezTo>
                  <ns1:cubicBezTo>
                    <ns1:pt x="64" y="8"/>
                    <ns1:pt x="80" y="24"/>
                    <ns1:pt x="80" y="44"/>
                  </ns1:cubicBezTo>
                  <ns1:cubicBezTo>
                    <ns1:pt x="80" y="52"/>
                    <ns1:pt x="75" y="62"/>
                    <ns1:pt x="69" y="71"/>
                  </ns1:cubicBezTo>
                  <ns1:cubicBezTo>
                    <ns1:pt x="67" y="75"/>
                    <ns1:pt x="65" y="80"/>
                    <ns1:pt x="63" y="84"/>
                  </ns1:cubicBezTo>
                  <ns1:close/>
                </ns1:path>
              </ns1:pathLst>
            </ns1:custGeom>
            <ns1:grpFill/>
            <ns1:ln>
              <ns1:noFill/>
            </ns1:ln>
            <ns1:extLst>
              <ns1:ext uri="{91240B29-F687-4F45-9708-019B960494DF}">
                <ns2:hiddenLine w="9525">
                  <ns1:solidFill>
                    <ns1:srgbClr val="000000"/>
                  </ns1:solidFill>
                  <ns1:round/>
                  <ns1:headEnd/>
                  <ns1:tailEnd/>
                </ns2:hiddenLine>
              </ns1:ext>
            </ns1:extLst>
          </ns0:spPr>
          <ns0:txBody>
            <ns1:bodyPr vert="horz" wrap="square" lIns="91440" tIns="45720" rIns="91440" bIns="45720" numCol="1" anchor="t" anchorCtr="0" compatLnSpc="1">
              <ns1:prstTxWarp prst="textNoShape">
                <ns1:avLst/>
              </ns1:prstTxWarp>
            </ns1:bodyPr>
            <ns1:lstStyle/>
            <ns1:p>
              <ns1:endParaRPr lang="id-ID" sz="2700"/>
            </ns1:p>
          </ns0:txBody>
        </ns0:sp>
        <ns0:sp>
          <ns0:nvSpPr>
            <ns0:cNvPr id="6" name="Freeform 327"/>
            <ns0:cNvSpPr>
              <ns1:spLocks/>
            </ns0:cNvSpPr>
            <ns0:nvPr/>
          </ns0:nvSpPr>
          <ns0:spPr bwMode="auto">
            <ns1:xfrm>
              <ns1:off x="9209088" y="2138363"/>
              <ns1:ext cx="101600" cy="100012"/>
            </ns1:xfrm>
            <ns1:custGeom>
              <ns1:avLst/>
              <ns1:gdLst>
                <ns1:gd name="T0" fmla="*/ 24 w 26"/>
                <ns1:gd name="T1" fmla="*/ 0 h 26"/>
                <ns1:gd name="T2" fmla="*/ 0 w 26"/>
                <ns1:gd name="T3" fmla="*/ 24 h 26"/>
                <ns1:gd name="T4" fmla="*/ 2 w 26"/>
                <ns1:gd name="T5" fmla="*/ 26 h 26"/>
                <ns1:gd name="T6" fmla="*/ 4 w 26"/>
                <ns1:gd name="T7" fmla="*/ 24 h 26"/>
                <ns1:gd name="T8" fmla="*/ 24 w 26"/>
                <ns1:gd name="T9" fmla="*/ 4 h 26"/>
                <ns1:gd name="T10" fmla="*/ 26 w 26"/>
                <ns1:gd name="T11" fmla="*/ 2 h 26"/>
                <ns1:gd name="T12" fmla="*/ 24 w 26"/>
                <ns1:gd name="T13" fmla="*/ 0 h 26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</ns1:cxnLst>
              <ns1:rect l="0" t="0" r="r" b="b"/>
              <ns1:pathLst>
                <ns1:path w="26" h="26">
                  <ns1:moveTo>
                    <ns1:pt x="24" y="0"/>
                  </ns1:moveTo>
                  <ns1:cubicBezTo>
                    <ns1:pt x="11" y="0"/>
                    <ns1:pt x="0" y="11"/>
                    <ns1:pt x="0" y="24"/>
                  </ns1:cubicBezTo>
                  <ns1:cubicBezTo>
                    <ns1:pt x="0" y="25"/>
                    <ns1:pt x="1" y="26"/>
                    <ns1:pt x="2" y="26"/>
                  </ns1:cubicBezTo>
                  <ns1:cubicBezTo>
                    <ns1:pt x="3" y="26"/>
                    <ns1:pt x="4" y="25"/>
                    <ns1:pt x="4" y="24"/>
                  </ns1:cubicBezTo>
                  <ns1:cubicBezTo>
                    <ns1:pt x="4" y="13"/>
                    <ns1:pt x="13" y="4"/>
                    <ns1:pt x="24" y="4"/>
                  </ns1:cubicBezTo>
                  <ns1:cubicBezTo>
                    <ns1:pt x="25" y="4"/>
                    <ns1:pt x="26" y="3"/>
                    <ns1:pt x="26" y="2"/>
                  </ns1:cubicBezTo>
                  <ns1:cubicBezTo>
                    <ns1:pt x="26" y="1"/>
                    <ns1:pt x="25" y="0"/>
                    <ns1:pt x="24" y="0"/>
                  </ns1:cubicBezTo>
                  <ns1:close/>
                </ns1:path>
              </ns1:pathLst>
            </ns1:custGeom>
            <ns1:grpFill/>
            <ns1:ln>
              <ns1:noFill/>
            </ns1:ln>
            <ns1:extLst>
              <ns1:ext uri="{91240B29-F687-4F45-9708-019B960494DF}">
                <ns2:hiddenLine w="9525">
                  <ns1:solidFill>
                    <ns1:srgbClr val="000000"/>
                  </ns1:solidFill>
                  <ns1:round/>
                  <ns1:headEnd/>
                  <ns1:tailEnd/>
                </ns2:hiddenLine>
              </ns1:ext>
            </ns1:extLst>
          </ns0:spPr>
          <ns0:txBody>
            <ns1:bodyPr vert="horz" wrap="square" lIns="91440" tIns="45720" rIns="91440" bIns="45720" numCol="1" anchor="t" anchorCtr="0" compatLnSpc="1">
              <ns1:prstTxWarp prst="textNoShape">
                <ns1:avLst/>
              </ns1:prstTxWarp>
            </ns1:bodyPr>
            <ns1:lstStyle/>
            <ns1:p>
              <ns1:endParaRPr lang="id-ID" sz="2700"/>
            </ns1:p>
          </ns0:txBody>
        </ns0:sp>
      </ns0:grpSp>
      <ns0:grpSp>
        <ns0:nvGrpSpPr>
          <ns0:cNvPr id="7" name="Group 6"/>
          <ns0:cNvGrpSpPr/>
          <ns0:nvPr/>
        </ns0:nvGrpSpPr>
        <ns0:grpSpPr>
          <ns1:xfrm>
            <ns1:off x="9555151" y="329254"/>
            <ns1:ext cx="346075" cy="482600"/>
            <ns1:chOff x="6924675" y="5064125"/>
            <ns1:chExt cx="346075" cy="482600"/>
          </ns1:xfrm>
          <ns1:solidFill>
            <ns1:schemeClr val="tx1"/>
          </ns1:solidFill>
        </ns0:grpSpPr>
        <ns0:sp>
          <ns0:nvSpPr>
            <ns0:cNvPr id="8" name="Freeform 331"/>
            <ns0:cNvSpPr>
              <ns1:spLocks noEditPoints="1"/>
            </ns0:cNvSpPr>
            <ns0:nvPr/>
          </ns0:nvSpPr>
          <ns0:spPr bwMode="auto">
            <ns1:xfrm>
              <ns1:off x="6924675" y="5064125"/>
              <ns1:ext cx="346075" cy="482600"/>
            </ns1:xfrm>
            <ns1:custGeom>
              <ns1:avLst/>
              <ns1:gdLst>
                <ns1:gd name="T0" fmla="*/ 68 w 92"/>
                <ns1:gd name="T1" fmla="*/ 36 h 128"/>
                <ns1:gd name="T2" fmla="*/ 60 w 92"/>
                <ns1:gd name="T3" fmla="*/ 56 h 128"/>
                <ns1:gd name="T4" fmla="*/ 44 w 92"/>
                <ns1:gd name="T5" fmla="*/ 20 h 128"/>
                <ns1:gd name="T6" fmla="*/ 36 w 92"/>
                <ns1:gd name="T7" fmla="*/ 44 h 128"/>
                <ns1:gd name="T8" fmla="*/ 4 w 92"/>
                <ns1:gd name="T9" fmla="*/ 0 h 128"/>
                <ns1:gd name="T10" fmla="*/ 0 w 92"/>
                <ns1:gd name="T11" fmla="*/ 92 h 128"/>
                <ns1:gd name="T12" fmla="*/ 40 w 92"/>
                <ns1:gd name="T13" fmla="*/ 128 h 128"/>
                <ns1:gd name="T14" fmla="*/ 86 w 92"/>
                <ns1:gd name="T15" fmla="*/ 100 h 128"/>
                <ns1:gd name="T16" fmla="*/ 68 w 92"/>
                <ns1:gd name="T17" fmla="*/ 36 h 128"/>
                <ns1:gd name="T18" fmla="*/ 79 w 92"/>
                <ns1:gd name="T19" fmla="*/ 98 h 128"/>
                <ns1:gd name="T20" fmla="*/ 40 w 92"/>
                <ns1:gd name="T21" fmla="*/ 120 h 128"/>
                <ns1:gd name="T22" fmla="*/ 8 w 92"/>
                <ns1:gd name="T23" fmla="*/ 92 h 128"/>
                <ns1:gd name="T24" fmla="*/ 12 w 92"/>
                <ns1:gd name="T25" fmla="*/ 63 h 128"/>
                <ns1:gd name="T26" fmla="*/ 16 w 92"/>
                <ns1:gd name="T27" fmla="*/ 23 h 128"/>
                <ns1:gd name="T28" fmla="*/ 33 w 92"/>
                <ns1:gd name="T29" fmla="*/ 63 h 128"/>
                <ns1:gd name="T30" fmla="*/ 47 w 92"/>
                <ns1:gd name="T31" fmla="*/ 39 h 128"/>
                <ns1:gd name="T32" fmla="*/ 52 w 92"/>
                <ns1:gd name="T33" fmla="*/ 76 h 128"/>
                <ns1:gd name="T34" fmla="*/ 71 w 92"/>
                <ns1:gd name="T35" fmla="*/ 54 h 128"/>
                <ns1:gd name="T36" fmla="*/ 79 w 92"/>
                <ns1:gd name="T37" fmla="*/ 98 h 128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  <ns1:cxn ang="0">
                  <ns1:pos x="T14" y="T15"/>
                </ns1:cxn>
                <ns1:cxn ang="0">
                  <ns1:pos x="T16" y="T17"/>
                </ns1:cxn>
                <ns1:cxn ang="0">
                  <ns1:pos x="T18" y="T19"/>
                </ns1:cxn>
                <ns1:cxn ang="0">
                  <ns1:pos x="T20" y="T21"/>
                </ns1:cxn>
                <ns1:cxn ang="0">
                  <ns1:pos x="T22" y="T23"/>
                </ns1:cxn>
                <ns1:cxn ang="0">
                  <ns1:pos x="T24" y="T25"/>
                </ns1:cxn>
                <ns1:cxn ang="0">
                  <ns1:pos x="T26" y="T27"/>
                </ns1:cxn>
                <ns1:cxn ang="0">
                  <ns1:pos x="T28" y="T29"/>
                </ns1:cxn>
                <ns1:cxn ang="0">
                  <ns1:pos x="T30" y="T31"/>
                </ns1:cxn>
                <ns1:cxn ang="0">
                  <ns1:pos x="T32" y="T33"/>
                </ns1:cxn>
                <ns1:cxn ang="0">
                  <ns1:pos x="T34" y="T35"/>
                </ns1:cxn>
                <ns1:cxn ang="0">
                  <ns1:pos x="T36" y="T37"/>
                </ns1:cxn>
              </ns1:cxnLst>
              <ns1:rect l="0" t="0" r="r" b="b"/>
              <ns1:pathLst>
                <ns1:path w="92" h="128">
                  <ns1:moveTo>
                    <ns1:pt x="68" y="36"/>
                  </ns1:moveTo>
                  <ns1:cubicBezTo>
                    <ns1:pt x="68" y="47"/>
                    <ns1:pt x="60" y="56"/>
                    <ns1:pt x="60" y="56"/>
                  </ns1:cubicBezTo>
                  <ns1:cubicBezTo>
                    <ns1:pt x="60" y="36"/>
                    <ns1:pt x="44" y="20"/>
                    <ns1:pt x="44" y="20"/>
                  </ns1:cubicBezTo>
                  <ns1:cubicBezTo>
                    <ns1:pt x="44" y="20"/>
                    <ns1:pt x="44" y="32"/>
                    <ns1:pt x="36" y="44"/>
                  </ns1:cubicBezTo>
                  <ns1:cubicBezTo>
                    <ns1:pt x="28" y="16"/>
                    <ns1:pt x="4" y="0"/>
                    <ns1:pt x="4" y="0"/>
                  </ns1:cubicBezTo>
                  <ns1:cubicBezTo>
                    <ns1:pt x="16" y="44"/>
                    <ns1:pt x="0" y="60"/>
                    <ns1:pt x="0" y="92"/>
                  </ns1:cubicBezTo>
                  <ns1:cubicBezTo>
                    <ns1:pt x="0" y="110"/>
                    <ns1:pt x="16" y="128"/>
                    <ns1:pt x="40" y="128"/>
                  </ns1:cubicBezTo>
                  <ns1:cubicBezTo>
                    <ns1:pt x="76" y="128"/>
                    <ns1:pt x="83" y="115"/>
                    <ns1:pt x="86" y="100"/>
                  </ns1:cubicBezTo>
                  <ns1:cubicBezTo>
                    <ns1:pt x="92" y="80"/>
                    <ns1:pt x="84" y="56"/>
                    <ns1:pt x="68" y="36"/>
                  </ns1:cubicBezTo>
                  <ns1:close/>
                  <ns1:moveTo>
                    <ns1:pt x="79" y="98"/>
                  </ns1:moveTo>
                  <ns1:cubicBezTo>
                    <ns1:pt x="76" y="108"/>
                    <ns1:pt x="73" y="120"/>
                    <ns1:pt x="40" y="120"/>
                  </ns1:cubicBezTo>
                  <ns1:cubicBezTo>
                    <ns1:pt x="20" y="120"/>
                    <ns1:pt x="8" y="106"/>
                    <ns1:pt x="8" y="92"/>
                  </ns1:cubicBezTo>
                  <ns1:cubicBezTo>
                    <ns1:pt x="8" y="81"/>
                    <ns1:pt x="10" y="72"/>
                    <ns1:pt x="12" y="63"/>
                  </ns1:cubicBezTo>
                  <ns1:cubicBezTo>
                    <ns1:pt x="15" y="51"/>
                    <ns1:pt x="17" y="39"/>
                    <ns1:pt x="16" y="23"/>
                  </ns1:cubicBezTo>
                  <ns1:cubicBezTo>
                    <ns1:pt x="29" y="40"/>
                    <ns1:pt x="33" y="63"/>
                    <ns1:pt x="33" y="63"/>
                  </ns1:cubicBezTo>
                  <ns1:cubicBezTo>
                    <ns1:pt x="33" y="63"/>
                    <ns1:pt x="44" y="47"/>
                    <ns1:pt x="47" y="39"/>
                  </ns1:cubicBezTo>
                  <ns1:cubicBezTo>
                    <ns1:pt x="50" y="44"/>
                    <ns1:pt x="52" y="60"/>
                    <ns1:pt x="52" y="76"/>
                  </ns1:cubicBezTo>
                  <ns1:cubicBezTo>
                    <ns1:pt x="52" y="76"/>
                    <ns1:pt x="63" y="67"/>
                    <ns1:pt x="71" y="54"/>
                  </ns1:cubicBezTo>
                  <ns1:cubicBezTo>
                    <ns1:pt x="79" y="69"/>
                    <ns1:pt x="82" y="85"/>
                    <ns1:pt x="79" y="98"/>
                  </ns1:cubicBezTo>
                  <ns1:close/>
                </ns1:path>
              </ns1:pathLst>
            </ns1:custGeom>
            <ns1:grpFill/>
            <ns1:ln>
              <ns1:noFill/>
            </ns1:ln>
            <ns1:extLst>
              <ns1:ext uri="{91240B29-F687-4F45-9708-019B960494DF}">
                <ns2:hiddenLine w="9525">
                  <ns1:solidFill>
                    <ns1:srgbClr val="000000"/>
                  </ns1:solidFill>
                  <ns1:round/>
                  <ns1:headEnd/>
                  <ns1:tailEnd/>
                </ns2:hiddenLine>
              </ns1:ext>
            </ns1:extLst>
          </ns0:spPr>
          <ns0:txBody>
            <ns1:bodyPr vert="horz" wrap="square" lIns="91440" tIns="45720" rIns="91440" bIns="45720" numCol="1" anchor="t" anchorCtr="0" compatLnSpc="1">
              <ns1:prstTxWarp prst="textNoShape">
                <ns1:avLst/>
              </ns1:prstTxWarp>
            </ns1:bodyPr>
            <ns1:lstStyle/>
            <ns1:p>
              <ns1:endParaRPr lang="id-ID" sz="2700"/>
            </ns1:p>
          </ns0:txBody>
        </ns0:sp>
        <ns0:sp>
          <ns0:nvSpPr>
            <ns0:cNvPr id="9" name="Freeform 332"/>
            <ns0:cNvSpPr>
              <ns1:spLocks/>
            </ns0:cNvSpPr>
            <ns0:nvPr/>
          </ns0:nvSpPr>
          <ns0:spPr bwMode="auto">
            <ns1:xfrm>
              <ns1:off x="6981825" y="5272088"/>
              <ns1:ext cx="214313" cy="173038"/>
            </ns1:xfrm>
            <ns1:custGeom>
              <ns1:avLst/>
              <ns1:gdLst>
                <ns1:gd name="T0" fmla="*/ 55 w 57"/>
                <ns1:gd name="T1" fmla="*/ 12 h 46"/>
                <ns1:gd name="T2" fmla="*/ 51 w 57"/>
                <ns1:gd name="T3" fmla="*/ 16 h 46"/>
                <ns1:gd name="T4" fmla="*/ 32 w 57"/>
                <ns1:gd name="T5" fmla="*/ 31 h 46"/>
                <ns1:gd name="T6" fmla="*/ 30 w 57"/>
                <ns1:gd name="T7" fmla="*/ 14 h 46"/>
                <ns1:gd name="T8" fmla="*/ 30 w 57"/>
                <ns1:gd name="T9" fmla="*/ 7 h 46"/>
                <ns1:gd name="T10" fmla="*/ 24 w 57"/>
                <ns1:gd name="T11" fmla="*/ 16 h 46"/>
                <ns1:gd name="T12" fmla="*/ 17 w 57"/>
                <ns1:gd name="T13" fmla="*/ 26 h 46"/>
                <ns1:gd name="T14" fmla="*/ 9 w 57"/>
                <ns1:gd name="T15" fmla="*/ 5 h 46"/>
                <ns1:gd name="T16" fmla="*/ 7 w 57"/>
                <ns1:gd name="T17" fmla="*/ 0 h 46"/>
                <ns1:gd name="T18" fmla="*/ 5 w 57"/>
                <ns1:gd name="T19" fmla="*/ 6 h 46"/>
                <ns1:gd name="T20" fmla="*/ 0 w 57"/>
                <ns1:gd name="T21" fmla="*/ 40 h 46"/>
                <ns1:gd name="T22" fmla="*/ 2 w 57"/>
                <ns1:gd name="T23" fmla="*/ 42 h 46"/>
                <ns1:gd name="T24" fmla="*/ 4 w 57"/>
                <ns1:gd name="T25" fmla="*/ 40 h 46"/>
                <ns1:gd name="T26" fmla="*/ 7 w 57"/>
                <ns1:gd name="T27" fmla="*/ 12 h 46"/>
                <ns1:gd name="T28" fmla="*/ 15 w 57"/>
                <ns1:gd name="T29" fmla="*/ 31 h 46"/>
                <ns1:gd name="T30" fmla="*/ 16 w 57"/>
                <ns1:gd name="T31" fmla="*/ 34 h 46"/>
                <ns1:gd name="T32" fmla="*/ 18 w 57"/>
                <ns1:gd name="T33" fmla="*/ 31 h 46"/>
                <ns1:gd name="T34" fmla="*/ 26 w 57"/>
                <ns1:gd name="T35" fmla="*/ 20 h 46"/>
                <ns1:gd name="T36" fmla="*/ 29 w 57"/>
                <ns1:gd name="T37" fmla="*/ 34 h 46"/>
                <ns1:gd name="T38" fmla="*/ 30 w 57"/>
                <ns1:gd name="T39" fmla="*/ 37 h 46"/>
                <ns1:gd name="T40" fmla="*/ 32 w 57"/>
                <ns1:gd name="T41" fmla="*/ 36 h 46"/>
                <ns1:gd name="T42" fmla="*/ 52 w 57"/>
                <ns1:gd name="T43" fmla="*/ 21 h 46"/>
                <ns1:gd name="T44" fmla="*/ 49 w 57"/>
                <ns1:gd name="T45" fmla="*/ 43 h 46"/>
                <ns1:gd name="T46" fmla="*/ 51 w 57"/>
                <ns1:gd name="T47" fmla="*/ 45 h 46"/>
                <ns1:gd name="T48" fmla="*/ 51 w 57"/>
                <ns1:gd name="T49" fmla="*/ 46 h 46"/>
                <ns1:gd name="T50" fmla="*/ 53 w 57"/>
                <ns1:gd name="T51" fmla="*/ 44 h 46"/>
                <ns1:gd name="T52" fmla="*/ 55 w 57"/>
                <ns1:gd name="T53" fmla="*/ 16 h 46"/>
                <ns1:gd name="T54" fmla="*/ 55 w 57"/>
                <ns1:gd name="T55" fmla="*/ 12 h 46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  <ns1:cxn ang="0">
                  <ns1:pos x="T14" y="T15"/>
                </ns1:cxn>
                <ns1:cxn ang="0">
                  <ns1:pos x="T16" y="T17"/>
                </ns1:cxn>
                <ns1:cxn ang="0">
                  <ns1:pos x="T18" y="T19"/>
                </ns1:cxn>
                <ns1:cxn ang="0">
                  <ns1:pos x="T20" y="T21"/>
                </ns1:cxn>
                <ns1:cxn ang="0">
                  <ns1:pos x="T22" y="T23"/>
                </ns1:cxn>
                <ns1:cxn ang="0">
                  <ns1:pos x="T24" y="T25"/>
                </ns1:cxn>
                <ns1:cxn ang="0">
                  <ns1:pos x="T26" y="T27"/>
                </ns1:cxn>
                <ns1:cxn ang="0">
                  <ns1:pos x="T28" y="T29"/>
                </ns1:cxn>
                <ns1:cxn ang="0">
                  <ns1:pos x="T30" y="T31"/>
                </ns1:cxn>
                <ns1:cxn ang="0">
                  <ns1:pos x="T32" y="T33"/>
                </ns1:cxn>
                <ns1:cxn ang="0">
                  <ns1:pos x="T34" y="T35"/>
                </ns1:cxn>
                <ns1:cxn ang="0">
                  <ns1:pos x="T36" y="T37"/>
                </ns1:cxn>
                <ns1:cxn ang="0">
                  <ns1:pos x="T38" y="T39"/>
                </ns1:cxn>
                <ns1:cxn ang="0">
                  <ns1:pos x="T40" y="T41"/>
                </ns1:cxn>
                <ns1:cxn ang="0">
                  <ns1:pos x="T42" y="T43"/>
                </ns1:cxn>
                <ns1:cxn ang="0">
                  <ns1:pos x="T44" y="T45"/>
                </ns1:cxn>
                <ns1:cxn ang="0">
                  <ns1:pos x="T46" y="T47"/>
                </ns1:cxn>
                <ns1:cxn ang="0">
                  <ns1:pos x="T48" y="T49"/>
                </ns1:cxn>
                <ns1:cxn ang="0">
                  <ns1:pos x="T50" y="T51"/>
                </ns1:cxn>
                <ns1:cxn ang="0">
                  <ns1:pos x="T52" y="T53"/>
                </ns1:cxn>
                <ns1:cxn ang="0">
                  <ns1:pos x="T54" y="T55"/>
                </ns1:cxn>
              </ns1:cxnLst>
              <ns1:rect l="0" t="0" r="r" b="b"/>
              <ns1:pathLst>
                <ns1:path w="57" h="46">
                  <ns1:moveTo>
                    <ns1:pt x="55" y="12"/>
                  </ns1:moveTo>
                  <ns1:cubicBezTo>
                    <ns1:pt x="51" y="16"/>
                    <ns1:pt x="51" y="16"/>
                    <ns1:pt x="51" y="16"/>
                  </ns1:cubicBezTo>
                  <ns1:cubicBezTo>
                    <ns1:pt x="47" y="21"/>
                    <ns1:pt x="43" y="26"/>
                    <ns1:pt x="32" y="31"/>
                  </ns1:cubicBezTo>
                  <ns1:cubicBezTo>
                    <ns1:pt x="31" y="26"/>
                    <ns1:pt x="30" y="21"/>
                    <ns1:pt x="30" y="14"/>
                  </ns1:cubicBezTo>
                  <ns1:cubicBezTo>
                    <ns1:pt x="30" y="7"/>
                    <ns1:pt x="30" y="7"/>
                    <ns1:pt x="30" y="7"/>
                  </ns1:cubicBezTo>
                  <ns1:cubicBezTo>
                    <ns1:pt x="24" y="16"/>
                    <ns1:pt x="24" y="16"/>
                    <ns1:pt x="24" y="16"/>
                  </ns1:cubicBezTo>
                  <ns1:cubicBezTo>
                    <ns1:pt x="21" y="20"/>
                    <ns1:pt x="20" y="22"/>
                    <ns1:pt x="17" y="26"/>
                  </ns1:cubicBezTo>
                  <ns1:cubicBezTo>
                    <ns1:pt x="13" y="17"/>
                    <ns1:pt x="11" y="11"/>
                    <ns1:pt x="9" y="5"/>
                  </ns1:cubicBezTo>
                  <ns1:cubicBezTo>
                    <ns1:pt x="7" y="0"/>
                    <ns1:pt x="7" y="0"/>
                    <ns1:pt x="7" y="0"/>
                  </ns1:cubicBezTo>
                  <ns1:cubicBezTo>
                    <ns1:pt x="5" y="6"/>
                    <ns1:pt x="5" y="6"/>
                    <ns1:pt x="5" y="6"/>
                  </ns1:cubicBezTo>
                  <ns1:cubicBezTo>
                    <ns1:pt x="2" y="13"/>
                    <ns1:pt x="0" y="21"/>
                    <ns1:pt x="0" y="40"/>
                  </ns1:cubicBezTo>
                  <ns1:cubicBezTo>
                    <ns1:pt x="0" y="41"/>
                    <ns1:pt x="0" y="42"/>
                    <ns1:pt x="2" y="42"/>
                  </ns1:cubicBezTo>
                  <ns1:cubicBezTo>
                    <ns1:pt x="3" y="42"/>
                    <ns1:pt x="4" y="41"/>
                    <ns1:pt x="4" y="40"/>
                  </ns1:cubicBezTo>
                  <ns1:cubicBezTo>
                    <ns1:pt x="4" y="25"/>
                    <ns1:pt x="5" y="18"/>
                    <ns1:pt x="7" y="12"/>
                  </ns1:cubicBezTo>
                  <ns1:cubicBezTo>
                    <ns1:pt x="9" y="17"/>
                    <ns1:pt x="12" y="23"/>
                    <ns1:pt x="15" y="31"/>
                  </ns1:cubicBezTo>
                  <ns1:cubicBezTo>
                    <ns1:pt x="16" y="34"/>
                    <ns1:pt x="16" y="34"/>
                    <ns1:pt x="16" y="34"/>
                  </ns1:cubicBezTo>
                  <ns1:cubicBezTo>
                    <ns1:pt x="18" y="31"/>
                    <ns1:pt x="18" y="31"/>
                    <ns1:pt x="18" y="31"/>
                  </ns1:cubicBezTo>
                  <ns1:cubicBezTo>
                    <ns1:pt x="22" y="27"/>
                    <ns1:pt x="24" y="24"/>
                    <ns1:pt x="26" y="20"/>
                  </ns1:cubicBezTo>
                  <ns1:cubicBezTo>
                    <ns1:pt x="27" y="26"/>
                    <ns1:pt x="28" y="30"/>
                    <ns1:pt x="29" y="34"/>
                  </ns1:cubicBezTo>
                  <ns1:cubicBezTo>
                    <ns1:pt x="30" y="37"/>
                    <ns1:pt x="30" y="37"/>
                    <ns1:pt x="30" y="37"/>
                  </ns1:cubicBezTo>
                  <ns1:cubicBezTo>
                    <ns1:pt x="32" y="36"/>
                    <ns1:pt x="32" y="36"/>
                    <ns1:pt x="32" y="36"/>
                  </ns1:cubicBezTo>
                  <ns1:cubicBezTo>
                    <ns1:pt x="43" y="31"/>
                    <ns1:pt x="48" y="26"/>
                    <ns1:pt x="52" y="21"/>
                  </ns1:cubicBezTo>
                  <ns1:cubicBezTo>
                    <ns1:pt x="53" y="29"/>
                    <ns1:pt x="52" y="37"/>
                    <ns1:pt x="49" y="43"/>
                  </ns1:cubicBezTo>
                  <ns1:cubicBezTo>
                    <ns1:pt x="49" y="44"/>
                    <ns1:pt x="49" y="45"/>
                    <ns1:pt x="51" y="45"/>
                  </ns1:cubicBezTo>
                  <ns1:cubicBezTo>
                    <ns1:pt x="51" y="45"/>
                    <ns1:pt x="51" y="46"/>
                    <ns1:pt x="51" y="46"/>
                  </ns1:cubicBezTo>
                  <ns1:cubicBezTo>
                    <ns1:pt x="52" y="46"/>
                    <ns1:pt x="53" y="45"/>
                    <ns1:pt x="53" y="44"/>
                  </ns1:cubicBezTo>
                  <ns1:cubicBezTo>
                    <ns1:pt x="56" y="37"/>
                    <ns1:pt x="57" y="26"/>
                    <ns1:pt x="55" y="16"/>
                  </ns1:cubicBezTo>
                  <ns1:lnTo>
                    <ns1:pt x="55" y="12"/>
                  </ns1:lnTo>
                  <ns1:close/>
                </ns1:path>
              </ns1:pathLst>
            </ns1:custGeom>
            <ns1:grpFill/>
            <ns1:ln>
              <ns1:noFill/>
            </ns1:ln>
            <ns1:extLst>
              <ns1:ext uri="{91240B29-F687-4F45-9708-019B960494DF}">
                <ns2:hiddenLine w="9525">
                  <ns1:solidFill>
                    <ns1:srgbClr val="000000"/>
                  </ns1:solidFill>
                  <ns1:round/>
                  <ns1:headEnd/>
                  <ns1:tailEnd/>
                </ns2:hiddenLine>
              </ns1:ext>
            </ns1:extLst>
          </ns0:spPr>
          <ns0:txBody>
            <ns1:bodyPr vert="horz" wrap="square" lIns="91440" tIns="45720" rIns="91440" bIns="45720" numCol="1" anchor="t" anchorCtr="0" compatLnSpc="1">
              <ns1:prstTxWarp prst="textNoShape">
                <ns1:avLst/>
              </ns1:prstTxWarp>
            </ns1:bodyPr>
            <ns1:lstStyle/>
            <ns1:p>
              <ns1:endParaRPr lang="id-ID" sz="2700"/>
            </ns1:p>
          </ns0:txBody>
        </ns0:sp>
      </ns0:grpSp>
      <ns0:grpSp>
        <ns0:nvGrpSpPr>
          <ns0:cNvPr id="10" name="Group 9"/>
          <ns0:cNvGrpSpPr/>
          <ns0:nvPr/>
        </ns0:nvGrpSpPr>
        <ns0:grpSpPr>
          <ns1:xfrm>
            <ns1:off x="6395453" y="329255"/>
            <ns1:ext cx="484188" cy="482601"/>
            <ns1:chOff x="3959225" y="5064125"/>
            <ns1:chExt cx="484188" cy="482601"/>
          </ns1:xfrm>
          <ns1:solidFill>
            <ns1:schemeClr val="tx1"/>
          </ns1:solidFill>
        </ns0:grpSpPr>
        <ns0:sp>
          <ns0:nvSpPr>
            <ns0:cNvPr id="11" name="Freeform 333"/>
            <ns0:cNvSpPr>
              <ns1:spLocks noEditPoints="1"/>
            </ns0:cNvSpPr>
            <ns0:nvPr/>
          </ns0:nvSpPr>
          <ns0:spPr bwMode="auto">
            <ns1:xfrm>
              <ns1:off x="3959225" y="5110163"/>
              <ns1:ext cx="442913" cy="436563"/>
            </ns1:xfrm>
            <ns1:custGeom>
              <ns1:avLst/>
              <ns1:gdLst>
                <ns1:gd name="T0" fmla="*/ 84 w 118"/>
                <ns1:gd name="T1" fmla="*/ 3 h 116"/>
                <ns1:gd name="T2" fmla="*/ 77 w 118"/>
                <ns1:gd name="T3" fmla="*/ 0 h 116"/>
                <ns1:gd name="T4" fmla="*/ 70 w 118"/>
                <ns1:gd name="T5" fmla="*/ 3 h 116"/>
                <ns1:gd name="T6" fmla="*/ 64 w 118"/>
                <ns1:gd name="T7" fmla="*/ 9 h 116"/>
                <ns1:gd name="T8" fmla="*/ 61 w 118"/>
                <ns1:gd name="T9" fmla="*/ 16 h 116"/>
                <ns1:gd name="T10" fmla="*/ 62 w 118"/>
                <ns1:gd name="T11" fmla="*/ 21 h 116"/>
                <ns1:gd name="T12" fmla="*/ 8 w 118"/>
                <ns1:gd name="T13" fmla="*/ 43 h 116"/>
                <ns1:gd name="T14" fmla="*/ 1 w 118"/>
                <ns1:gd name="T15" fmla="*/ 51 h 116"/>
                <ns1:gd name="T16" fmla="*/ 5 w 118"/>
                <ns1:gd name="T17" fmla="*/ 62 h 116"/>
                <ns1:gd name="T18" fmla="*/ 55 w 118"/>
                <ns1:gd name="T19" fmla="*/ 112 h 116"/>
                <ns1:gd name="T20" fmla="*/ 64 w 118"/>
                <ns1:gd name="T21" fmla="*/ 116 h 116"/>
                <ns1:gd name="T22" fmla="*/ 64 w 118"/>
                <ns1:gd name="T23" fmla="*/ 116 h 116"/>
                <ns1:gd name="T24" fmla="*/ 66 w 118"/>
                <ns1:gd name="T25" fmla="*/ 116 h 116"/>
                <ns1:gd name="T26" fmla="*/ 75 w 118"/>
                <ns1:gd name="T27" fmla="*/ 108 h 116"/>
                <ns1:gd name="T28" fmla="*/ 96 w 118"/>
                <ns1:gd name="T29" fmla="*/ 55 h 116"/>
                <ns1:gd name="T30" fmla="*/ 102 w 118"/>
                <ns1:gd name="T31" fmla="*/ 57 h 116"/>
                <ns1:gd name="T32" fmla="*/ 109 w 118"/>
                <ns1:gd name="T33" fmla="*/ 54 h 116"/>
                <ns1:gd name="T34" fmla="*/ 115 w 118"/>
                <ns1:gd name="T35" fmla="*/ 48 h 116"/>
                <ns1:gd name="T36" fmla="*/ 118 w 118"/>
                <ns1:gd name="T37" fmla="*/ 41 h 116"/>
                <ns1:gd name="T38" fmla="*/ 115 w 118"/>
                <ns1:gd name="T39" fmla="*/ 34 h 116"/>
                <ns1:gd name="T40" fmla="*/ 84 w 118"/>
                <ns1:gd name="T41" fmla="*/ 3 h 116"/>
                <ns1:gd name="T42" fmla="*/ 68 w 118"/>
                <ns1:gd name="T43" fmla="*/ 105 h 116"/>
                <ns1:gd name="T44" fmla="*/ 65 w 118"/>
                <ns1:gd name="T45" fmla="*/ 108 h 116"/>
                <ns1:gd name="T46" fmla="*/ 64 w 118"/>
                <ns1:gd name="T47" fmla="*/ 108 h 116"/>
                <ns1:gd name="T48" fmla="*/ 61 w 118"/>
                <ns1:gd name="T49" fmla="*/ 107 h 116"/>
                <ns1:gd name="T50" fmla="*/ 10 w 118"/>
                <ns1:gd name="T51" fmla="*/ 56 h 116"/>
                <ns1:gd name="T52" fmla="*/ 9 w 118"/>
                <ns1:gd name="T53" fmla="*/ 53 h 116"/>
                <ns1:gd name="T54" fmla="*/ 11 w 118"/>
                <ns1:gd name="T55" fmla="*/ 50 h 116"/>
                <ns1:gd name="T56" fmla="*/ 36 w 118"/>
                <ns1:gd name="T57" fmla="*/ 40 h 116"/>
                <ns1:gd name="T58" fmla="*/ 87 w 118"/>
                <ns1:gd name="T59" fmla="*/ 58 h 116"/>
                <ns1:gd name="T60" fmla="*/ 68 w 118"/>
                <ns1:gd name="T61" fmla="*/ 105 h 116"/>
                <ns1:gd name="T62" fmla="*/ 109 w 118"/>
                <ns1:gd name="T63" fmla="*/ 42 h 116"/>
                <ns1:gd name="T64" fmla="*/ 103 w 118"/>
                <ns1:gd name="T65" fmla="*/ 48 h 116"/>
                <ns1:gd name="T66" fmla="*/ 100 w 118"/>
                <ns1:gd name="T67" fmla="*/ 48 h 116"/>
                <ns1:gd name="T68" fmla="*/ 93 w 118"/>
                <ns1:gd name="T69" fmla="*/ 41 h 116"/>
                <ns1:gd name="T70" fmla="*/ 88 w 118"/>
                <ns1:gd name="T71" fmla="*/ 55 h 116"/>
                <ns1:gd name="T72" fmla="*/ 88 w 118"/>
                <ns1:gd name="T73" fmla="*/ 54 h 116"/>
                <ns1:gd name="T74" fmla="*/ 53 w 118"/>
                <ns1:gd name="T75" fmla="*/ 39 h 116"/>
                <ns1:gd name="T76" fmla="*/ 42 w 118"/>
                <ns1:gd name="T77" fmla="*/ 38 h 116"/>
                <ns1:gd name="T78" fmla="*/ 76 w 118"/>
                <ns1:gd name="T79" fmla="*/ 24 h 116"/>
                <ns1:gd name="T80" fmla="*/ 70 w 118"/>
                <ns1:gd name="T81" fmla="*/ 17 h 116"/>
                <ns1:gd name="T82" fmla="*/ 70 w 118"/>
                <ns1:gd name="T83" fmla="*/ 14 h 116"/>
                <ns1:gd name="T84" fmla="*/ 75 w 118"/>
                <ns1:gd name="T85" fmla="*/ 9 h 116"/>
                <ns1:gd name="T86" fmla="*/ 78 w 118"/>
                <ns1:gd name="T87" fmla="*/ 9 h 116"/>
                <ns1:gd name="T88" fmla="*/ 109 w 118"/>
                <ns1:gd name="T89" fmla="*/ 39 h 116"/>
                <ns1:gd name="T90" fmla="*/ 109 w 118"/>
                <ns1:gd name="T91" fmla="*/ 42 h 116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  <ns1:cxn ang="0">
                  <ns1:pos x="T14" y="T15"/>
                </ns1:cxn>
                <ns1:cxn ang="0">
                  <ns1:pos x="T16" y="T17"/>
                </ns1:cxn>
                <ns1:cxn ang="0">
                  <ns1:pos x="T18" y="T19"/>
                </ns1:cxn>
                <ns1:cxn ang="0">
                  <ns1:pos x="T20" y="T21"/>
                </ns1:cxn>
                <ns1:cxn ang="0">
                  <ns1:pos x="T22" y="T23"/>
                </ns1:cxn>
                <ns1:cxn ang="0">
                  <ns1:pos x="T24" y="T25"/>
                </ns1:cxn>
                <ns1:cxn ang="0">
                  <ns1:pos x="T26" y="T27"/>
                </ns1:cxn>
                <ns1:cxn ang="0">
                  <ns1:pos x="T28" y="T29"/>
                </ns1:cxn>
                <ns1:cxn ang="0">
                  <ns1:pos x="T30" y="T31"/>
                </ns1:cxn>
                <ns1:cxn ang="0">
                  <ns1:pos x="T32" y="T33"/>
                </ns1:cxn>
                <ns1:cxn ang="0">
                  <ns1:pos x="T34" y="T35"/>
                </ns1:cxn>
                <ns1:cxn ang="0">
                  <ns1:pos x="T36" y="T37"/>
                </ns1:cxn>
                <ns1:cxn ang="0">
                  <ns1:pos x="T38" y="T39"/>
                </ns1:cxn>
                <ns1:cxn ang="0">
                  <ns1:pos x="T40" y="T41"/>
                </ns1:cxn>
                <ns1:cxn ang="0">
                  <ns1:pos x="T42" y="T43"/>
                </ns1:cxn>
                <ns1:cxn ang="0">
                  <ns1:pos x="T44" y="T45"/>
                </ns1:cxn>
                <ns1:cxn ang="0">
                  <ns1:pos x="T46" y="T47"/>
                </ns1:cxn>
                <ns1:cxn ang="0">
                  <ns1:pos x="T48" y="T49"/>
                </ns1:cxn>
                <ns1:cxn ang="0">
                  <ns1:pos x="T50" y="T51"/>
                </ns1:cxn>
                <ns1:cxn ang="0">
                  <ns1:pos x="T52" y="T53"/>
                </ns1:cxn>
                <ns1:cxn ang="0">
                  <ns1:pos x="T54" y="T55"/>
                </ns1:cxn>
                <ns1:cxn ang="0">
                  <ns1:pos x="T56" y="T57"/>
                </ns1:cxn>
                <ns1:cxn ang="0">
                  <ns1:pos x="T58" y="T59"/>
                </ns1:cxn>
                <ns1:cxn ang="0">
                  <ns1:pos x="T60" y="T61"/>
                </ns1:cxn>
                <ns1:cxn ang="0">
                  <ns1:pos x="T62" y="T63"/>
                </ns1:cxn>
                <ns1:cxn ang="0">
                  <ns1:pos x="T64" y="T65"/>
                </ns1:cxn>
                <ns1:cxn ang="0">
                  <ns1:pos x="T66" y="T67"/>
                </ns1:cxn>
                <ns1:cxn ang="0">
                  <ns1:pos x="T68" y="T69"/>
                </ns1:cxn>
                <ns1:cxn ang="0">
                  <ns1:pos x="T70" y="T71"/>
                </ns1:cxn>
                <ns1:cxn ang="0">
                  <ns1:pos x="T72" y="T73"/>
                </ns1:cxn>
                <ns1:cxn ang="0">
                  <ns1:pos x="T74" y="T75"/>
                </ns1:cxn>
                <ns1:cxn ang="0">
                  <ns1:pos x="T76" y="T77"/>
                </ns1:cxn>
                <ns1:cxn ang="0">
                  <ns1:pos x="T78" y="T79"/>
                </ns1:cxn>
                <ns1:cxn ang="0">
                  <ns1:pos x="T80" y="T81"/>
                </ns1:cxn>
                <ns1:cxn ang="0">
                  <ns1:pos x="T82" y="T83"/>
                </ns1:cxn>
                <ns1:cxn ang="0">
                  <ns1:pos x="T84" y="T85"/>
                </ns1:cxn>
                <ns1:cxn ang="0">
                  <ns1:pos x="T86" y="T87"/>
                </ns1:cxn>
                <ns1:cxn ang="0">
                  <ns1:pos x="T88" y="T89"/>
                </ns1:cxn>
                <ns1:cxn ang="0">
                  <ns1:pos x="T90" y="T91"/>
                </ns1:cxn>
              </ns1:cxnLst>
              <ns1:rect l="0" t="0" r="r" b="b"/>
              <ns1:pathLst>
                <ns1:path w="118" h="116">
                  <ns1:moveTo>
                    <ns1:pt x="84" y="3"/>
                  </ns1:moveTo>
                  <ns1:cubicBezTo>
                    <ns1:pt x="82" y="1"/>
                    <ns1:pt x="79" y="0"/>
                    <ns1:pt x="77" y="0"/>
                  </ns1:cubicBezTo>
                  <ns1:cubicBezTo>
                    <ns1:pt x="74" y="0"/>
                    <ns1:pt x="71" y="1"/>
                    <ns1:pt x="70" y="3"/>
                  </ns1:cubicBezTo>
                  <ns1:cubicBezTo>
                    <ns1:pt x="64" y="9"/>
                    <ns1:pt x="64" y="9"/>
                    <ns1:pt x="64" y="9"/>
                  </ns1:cubicBezTo>
                  <ns1:cubicBezTo>
                    <ns1:pt x="62" y="10"/>
                    <ns1:pt x="61" y="13"/>
                    <ns1:pt x="61" y="16"/>
                  </ns1:cubicBezTo>
                  <ns1:cubicBezTo>
                    <ns1:pt x="61" y="18"/>
                    <ns1:pt x="62" y="19"/>
                    <ns1:pt x="62" y="21"/>
                  </ns1:cubicBezTo>
                  <ns1:cubicBezTo>
                    <ns1:pt x="8" y="43"/>
                    <ns1:pt x="8" y="43"/>
                    <ns1:pt x="8" y="43"/>
                  </ns1:cubicBezTo>
                  <ns1:cubicBezTo>
                    <ns1:pt x="5" y="44"/>
                    <ns1:pt x="2" y="48"/>
                    <ns1:pt x="1" y="51"/>
                  </ns1:cubicBezTo>
                  <ns1:cubicBezTo>
                    <ns1:pt x="0" y="55"/>
                    <ns1:pt x="2" y="59"/>
                    <ns1:pt x="5" y="62"/>
                  </ns1:cubicBezTo>
                  <ns1:cubicBezTo>
                    <ns1:pt x="55" y="112"/>
                    <ns1:pt x="55" y="112"/>
                    <ns1:pt x="55" y="112"/>
                  </ns1:cubicBezTo>
                  <ns1:cubicBezTo>
                    <ns1:pt x="58" y="115"/>
                    <ns1:pt x="61" y="116"/>
                    <ns1:pt x="64" y="116"/>
                  </ns1:cubicBezTo>
                  <ns1:cubicBezTo>
                    <ns1:pt x="64" y="116"/>
                    <ns1:pt x="64" y="116"/>
                    <ns1:pt x="64" y="116"/>
                  </ns1:cubicBezTo>
                  <ns1:cubicBezTo>
                    <ns1:pt x="65" y="116"/>
                    <ns1:pt x="66" y="116"/>
                    <ns1:pt x="66" y="116"/>
                  </ns1:cubicBezTo>
                  <ns1:cubicBezTo>
                    <ns1:pt x="70" y="115"/>
                    <ns1:pt x="74" y="112"/>
                    <ns1:pt x="75" y="108"/>
                  </ns1:cubicBezTo>
                  <ns1:cubicBezTo>
                    <ns1:pt x="96" y="55"/>
                    <ns1:pt x="96" y="55"/>
                    <ns1:pt x="96" y="55"/>
                  </ns1:cubicBezTo>
                  <ns1:cubicBezTo>
                    <ns1:pt x="98" y="56"/>
                    <ns1:pt x="100" y="57"/>
                    <ns1:pt x="102" y="57"/>
                  </ns1:cubicBezTo>
                  <ns1:cubicBezTo>
                    <ns1:pt x="105" y="57"/>
                    <ns1:pt x="107" y="56"/>
                    <ns1:pt x="109" y="54"/>
                  </ns1:cubicBezTo>
                  <ns1:cubicBezTo>
                    <ns1:pt x="115" y="48"/>
                    <ns1:pt x="115" y="48"/>
                    <ns1:pt x="115" y="48"/>
                  </ns1:cubicBezTo>
                  <ns1:cubicBezTo>
                    <ns1:pt x="117" y="46"/>
                    <ns1:pt x="118" y="44"/>
                    <ns1:pt x="118" y="41"/>
                  </ns1:cubicBezTo>
                  <ns1:cubicBezTo>
                    <ns1:pt x="118" y="38"/>
                    <ns1:pt x="117" y="36"/>
                    <ns1:pt x="115" y="34"/>
                  </ns1:cubicBezTo>
                  <ns1:lnTo>
                    <ns1:pt x="84" y="3"/>
                  </ns1:lnTo>
                  <ns1:close/>
                  <ns1:moveTo>
                    <ns1:pt x="68" y="105"/>
                  </ns1:moveTo>
                  <ns1:cubicBezTo>
                    <ns1:pt x="67" y="107"/>
                    <ns1:pt x="66" y="108"/>
                    <ns1:pt x="65" y="108"/>
                  </ns1:cubicBezTo>
                  <ns1:cubicBezTo>
                    <ns1:pt x="64" y="108"/>
                    <ns1:pt x="64" y="108"/>
                    <ns1:pt x="64" y="108"/>
                  </ns1:cubicBezTo>
                  <ns1:cubicBezTo>
                    <ns1:pt x="63" y="108"/>
                    <ns1:pt x="62" y="108"/>
                    <ns1:pt x="61" y="107"/>
                  </ns1:cubicBezTo>
                  <ns1:cubicBezTo>
                    <ns1:pt x="10" y="56"/>
                    <ns1:pt x="10" y="56"/>
                    <ns1:pt x="10" y="56"/>
                  </ns1:cubicBezTo>
                  <ns1:cubicBezTo>
                    <ns1:pt x="9" y="56"/>
                    <ns1:pt x="9" y="54"/>
                    <ns1:pt x="9" y="53"/>
                  </ns1:cubicBezTo>
                  <ns1:cubicBezTo>
                    <ns1:pt x="9" y="52"/>
                    <ns1:pt x="10" y="51"/>
                    <ns1:pt x="11" y="50"/>
                  </ns1:cubicBezTo>
                  <ns1:cubicBezTo>
                    <ns1:pt x="36" y="40"/>
                    <ns1:pt x="36" y="40"/>
                    <ns1:pt x="36" y="40"/>
                  </ns1:cubicBezTo>
                  <ns1:cubicBezTo>
                    <ns1:pt x="53" y="46"/>
                    <ns1:pt x="70" y="40"/>
                    <ns1:pt x="87" y="58"/>
                  </ns1:cubicBezTo>
                  <ns1:lnTo>
                    <ns1:pt x="68" y="105"/>
                  </ns1:lnTo>
                  <ns1:close/>
                  <ns1:moveTo>
                    <ns1:pt x="109" y="42"/>
                  </ns1:moveTo>
                  <ns1:cubicBezTo>
                    <ns1:pt x="103" y="48"/>
                    <ns1:pt x="103" y="48"/>
                    <ns1:pt x="103" y="48"/>
                  </ns1:cubicBezTo>
                  <ns1:cubicBezTo>
                    <ns1:pt x="103" y="49"/>
                    <ns1:pt x="101" y="49"/>
                    <ns1:pt x="100" y="48"/>
                  </ns1:cubicBezTo>
                  <ns1:cubicBezTo>
                    <ns1:pt x="93" y="41"/>
                    <ns1:pt x="93" y="41"/>
                    <ns1:pt x="93" y="41"/>
                  </ns1:cubicBezTo>
                  <ns1:cubicBezTo>
                    <ns1:pt x="88" y="55"/>
                    <ns1:pt x="88" y="55"/>
                    <ns1:pt x="88" y="55"/>
                  </ns1:cubicBezTo>
                  <ns1:cubicBezTo>
                    <ns1:pt x="88" y="54"/>
                    <ns1:pt x="88" y="54"/>
                    <ns1:pt x="88" y="54"/>
                  </ns1:cubicBezTo>
                  <ns1:cubicBezTo>
                    <ns1:pt x="76" y="42"/>
                    <ns1:pt x="64" y="41"/>
                    <ns1:pt x="53" y="39"/>
                  </ns1:cubicBezTo>
                  <ns1:cubicBezTo>
                    <ns1:pt x="49" y="39"/>
                    <ns1:pt x="46" y="38"/>
                    <ns1:pt x="42" y="38"/>
                  </ns1:cubicBezTo>
                  <ns1:cubicBezTo>
                    <ns1:pt x="76" y="24"/>
                    <ns1:pt x="76" y="24"/>
                    <ns1:pt x="76" y="24"/>
                  </ns1:cubicBezTo>
                  <ns1:cubicBezTo>
                    <ns1:pt x="70" y="17"/>
                    <ns1:pt x="70" y="17"/>
                    <ns1:pt x="70" y="17"/>
                  </ns1:cubicBezTo>
                  <ns1:cubicBezTo>
                    <ns1:pt x="69" y="16"/>
                    <ns1:pt x="69" y="15"/>
                    <ns1:pt x="70" y="14"/>
                  </ns1:cubicBezTo>
                  <ns1:cubicBezTo>
                    <ns1:pt x="75" y="9"/>
                    <ns1:pt x="75" y="9"/>
                    <ns1:pt x="75" y="9"/>
                  </ns1:cubicBezTo>
                  <ns1:cubicBezTo>
                    <ns1:pt x="76" y="8"/>
                    <ns1:pt x="77" y="8"/>
                    <ns1:pt x="78" y="9"/>
                  </ns1:cubicBezTo>
                  <ns1:cubicBezTo>
                    <ns1:pt x="109" y="39"/>
                    <ns1:pt x="109" y="39"/>
                    <ns1:pt x="109" y="39"/>
                  </ns1:cubicBezTo>
                  <ns1:cubicBezTo>
                    <ns1:pt x="110" y="40"/>
                    <ns1:pt x="110" y="42"/>
                    <ns1:pt x="109" y="42"/>
                  </ns1:cubicBezTo>
                  <ns1:close/>
                </ns1:path>
              </ns1:pathLst>
            </ns1:custGeom>
            <ns1:grpFill/>
            <ns1:ln>
              <ns1:noFill/>
            </ns1:ln>
            <ns1:extLst>
              <ns1:ext uri="{91240B29-F687-4F45-9708-019B960494DF}">
                <ns2:hiddenLine w="9525">
                  <ns1:solidFill>
                    <ns1:srgbClr val="000000"/>
                  </ns1:solidFill>
                  <ns1:round/>
                  <ns1:headEnd/>
                  <ns1:tailEnd/>
                </ns2:hiddenLine>
              </ns1:ext>
            </ns1:extLst>
          </ns0:spPr>
          <ns0:txBody>
            <ns1:bodyPr vert="horz" wrap="square" lIns="91440" tIns="45720" rIns="91440" bIns="45720" numCol="1" anchor="t" anchorCtr="0" compatLnSpc="1">
              <ns1:prstTxWarp prst="textNoShape">
                <ns1:avLst/>
              </ns1:prstTxWarp>
            </ns1:bodyPr>
            <ns1:lstStyle/>
            <ns1:p>
              <ns1:endParaRPr lang="id-ID" sz="2700"/>
            </ns1:p>
          </ns0:txBody>
        </ns0:sp>
        <ns0:sp>
          <ns0:nvSpPr>
            <ns0:cNvPr id="12" name="Freeform 334"/>
            <ns0:cNvSpPr>
              <ns1:spLocks noEditPoints="1"/>
            </ns0:cNvSpPr>
            <ns0:nvPr/>
          </ns0:nvSpPr>
          <ns0:spPr bwMode="auto">
            <ns1:xfrm>
              <ns1:off x="4173538" y="5305425"/>
              <ns1:ext cx="74613" cy="74613"/>
            </ns1:xfrm>
            <ns1:custGeom>
              <ns1:avLst/>
              <ns1:gdLst>
                <ns1:gd name="T0" fmla="*/ 10 w 20"/>
                <ns1:gd name="T1" fmla="*/ 20 h 20"/>
                <ns1:gd name="T2" fmla="*/ 20 w 20"/>
                <ns1:gd name="T3" fmla="*/ 10 h 20"/>
                <ns1:gd name="T4" fmla="*/ 10 w 20"/>
                <ns1:gd name="T5" fmla="*/ 0 h 20"/>
                <ns1:gd name="T6" fmla="*/ 0 w 20"/>
                <ns1:gd name="T7" fmla="*/ 10 h 20"/>
                <ns1:gd name="T8" fmla="*/ 10 w 20"/>
                <ns1:gd name="T9" fmla="*/ 20 h 20"/>
                <ns1:gd name="T10" fmla="*/ 10 w 20"/>
                <ns1:gd name="T11" fmla="*/ 4 h 20"/>
                <ns1:gd name="T12" fmla="*/ 16 w 20"/>
                <ns1:gd name="T13" fmla="*/ 10 h 20"/>
                <ns1:gd name="T14" fmla="*/ 10 w 20"/>
                <ns1:gd name="T15" fmla="*/ 16 h 20"/>
                <ns1:gd name="T16" fmla="*/ 4 w 20"/>
                <ns1:gd name="T17" fmla="*/ 10 h 20"/>
                <ns1:gd name="T18" fmla="*/ 10 w 20"/>
                <ns1:gd name="T19" fmla="*/ 4 h 20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  <ns1:cxn ang="0">
                  <ns1:pos x="T14" y="T15"/>
                </ns1:cxn>
                <ns1:cxn ang="0">
                  <ns1:pos x="T16" y="T17"/>
                </ns1:cxn>
                <ns1:cxn ang="0">
                  <ns1:pos x="T18" y="T19"/>
                </ns1:cxn>
              </ns1:cxnLst>
              <ns1:rect l="0" t="0" r="r" b="b"/>
              <ns1:pathLst>
                <ns1:path w="20" h="20">
                  <ns1:moveTo>
                    <ns1:pt x="10" y="20"/>
                  </ns1:moveTo>
                  <ns1:cubicBezTo>
                    <ns1:pt x="16" y="20"/>
                    <ns1:pt x="20" y="16"/>
                    <ns1:pt x="20" y="10"/>
                  </ns1:cubicBezTo>
                  <ns1:cubicBezTo>
                    <ns1:pt x="20" y="4"/>
                    <ns1:pt x="16" y="0"/>
                    <ns1:pt x="10" y="0"/>
                  </ns1:cubicBezTo>
                  <ns1:cubicBezTo>
                    <ns1:pt x="4" y="0"/>
                    <ns1:pt x="0" y="4"/>
                    <ns1:pt x="0" y="10"/>
                  </ns1:cubicBezTo>
                  <ns1:cubicBezTo>
                    <ns1:pt x="0" y="16"/>
                    <ns1:pt x="4" y="20"/>
                    <ns1:pt x="10" y="20"/>
                  </ns1:cubicBezTo>
                  <ns1:close/>
                  <ns1:moveTo>
                    <ns1:pt x="10" y="4"/>
                  </ns1:moveTo>
                  <ns1:cubicBezTo>
                    <ns1:pt x="13" y="4"/>
                    <ns1:pt x="16" y="7"/>
                    <ns1:pt x="16" y="10"/>
                  </ns1:cubicBezTo>
                  <ns1:cubicBezTo>
                    <ns1:pt x="16" y="13"/>
                    <ns1:pt x="13" y="16"/>
                    <ns1:pt x="10" y="16"/>
                  </ns1:cubicBezTo>
                  <ns1:cubicBezTo>
                    <ns1:pt x="7" y="16"/>
                    <ns1:pt x="4" y="13"/>
                    <ns1:pt x="4" y="10"/>
                  </ns1:cubicBezTo>
                  <ns1:cubicBezTo>
                    <ns1:pt x="4" y="7"/>
                    <ns1:pt x="7" y="4"/>
                    <ns1:pt x="10" y="4"/>
                  </ns1:cubicBezTo>
                  <ns1:close/>
                </ns1:path>
              </ns1:pathLst>
            </ns1:custGeom>
            <ns1:grpFill/>
            <ns1:ln>
              <ns1:noFill/>
            </ns1:ln>
            <ns1:extLst>
              <ns1:ext uri="{91240B29-F687-4F45-9708-019B960494DF}">
                <ns2:hiddenLine w="9525">
                  <ns1:solidFill>
                    <ns1:srgbClr val="000000"/>
                  </ns1:solidFill>
                  <ns1:round/>
                  <ns1:headEnd/>
                  <ns1:tailEnd/>
                </ns2:hiddenLine>
              </ns1:ext>
            </ns1:extLst>
          </ns0:spPr>
          <ns0:txBody>
            <ns1:bodyPr vert="horz" wrap="square" lIns="91440" tIns="45720" rIns="91440" bIns="45720" numCol="1" anchor="t" anchorCtr="0" compatLnSpc="1">
              <ns1:prstTxWarp prst="textNoShape">
                <ns1:avLst/>
              </ns1:prstTxWarp>
            </ns1:bodyPr>
            <ns1:lstStyle/>
            <ns1:p>
              <ns1:endParaRPr lang="id-ID" sz="2700"/>
            </ns1:p>
          </ns0:txBody>
        </ns0:sp>
        <ns0:sp>
          <ns0:nvSpPr>
            <ns0:cNvPr id="13" name="Freeform 335"/>
            <ns0:cNvSpPr>
              <ns1:spLocks noEditPoints="1"/>
            </ns0:cNvSpPr>
            <ns0:nvPr/>
          </ns0:nvSpPr>
          <ns0:spPr bwMode="auto">
            <ns1:xfrm>
              <ns1:off x="4368800" y="5064125"/>
              <ns1:ext cx="74613" cy="76200"/>
            </ns1:xfrm>
            <ns1:custGeom>
              <ns1:avLst/>
              <ns1:gdLst>
                <ns1:gd name="T0" fmla="*/ 10 w 20"/>
                <ns1:gd name="T1" fmla="*/ 0 h 20"/>
                <ns1:gd name="T2" fmla="*/ 0 w 20"/>
                <ns1:gd name="T3" fmla="*/ 10 h 20"/>
                <ns1:gd name="T4" fmla="*/ 10 w 20"/>
                <ns1:gd name="T5" fmla="*/ 20 h 20"/>
                <ns1:gd name="T6" fmla="*/ 20 w 20"/>
                <ns1:gd name="T7" fmla="*/ 10 h 20"/>
                <ns1:gd name="T8" fmla="*/ 10 w 20"/>
                <ns1:gd name="T9" fmla="*/ 0 h 20"/>
                <ns1:gd name="T10" fmla="*/ 10 w 20"/>
                <ns1:gd name="T11" fmla="*/ 16 h 20"/>
                <ns1:gd name="T12" fmla="*/ 4 w 20"/>
                <ns1:gd name="T13" fmla="*/ 10 h 20"/>
                <ns1:gd name="T14" fmla="*/ 10 w 20"/>
                <ns1:gd name="T15" fmla="*/ 4 h 20"/>
                <ns1:gd name="T16" fmla="*/ 16 w 20"/>
                <ns1:gd name="T17" fmla="*/ 10 h 20"/>
                <ns1:gd name="T18" fmla="*/ 10 w 20"/>
                <ns1:gd name="T19" fmla="*/ 16 h 20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  <ns1:cxn ang="0">
                  <ns1:pos x="T14" y="T15"/>
                </ns1:cxn>
                <ns1:cxn ang="0">
                  <ns1:pos x="T16" y="T17"/>
                </ns1:cxn>
                <ns1:cxn ang="0">
                  <ns1:pos x="T18" y="T19"/>
                </ns1:cxn>
              </ns1:cxnLst>
              <ns1:rect l="0" t="0" r="r" b="b"/>
              <ns1:pathLst>
                <ns1:path w="20" h="20">
                  <ns1:moveTo>
                    <ns1:pt x="10" y="0"/>
                  </ns1:moveTo>
                  <ns1:cubicBezTo>
                    <ns1:pt x="4" y="0"/>
                    <ns1:pt x="0" y="4"/>
                    <ns1:pt x="0" y="10"/>
                  </ns1:cubicBezTo>
                  <ns1:cubicBezTo>
                    <ns1:pt x="0" y="16"/>
                    <ns1:pt x="4" y="20"/>
                    <ns1:pt x="10" y="20"/>
                  </ns1:cubicBezTo>
                  <ns1:cubicBezTo>
                    <ns1:pt x="16" y="20"/>
                    <ns1:pt x="20" y="16"/>
                    <ns1:pt x="20" y="10"/>
                  </ns1:cubicBezTo>
                  <ns1:cubicBezTo>
                    <ns1:pt x="20" y="4"/>
                    <ns1:pt x="16" y="0"/>
                    <ns1:pt x="10" y="0"/>
                  </ns1:cubicBezTo>
                  <ns1:close/>
                  <ns1:moveTo>
                    <ns1:pt x="10" y="16"/>
                  </ns1:moveTo>
                  <ns1:cubicBezTo>
                    <ns1:pt x="7" y="16"/>
                    <ns1:pt x="4" y="13"/>
                    <ns1:pt x="4" y="10"/>
                  </ns1:cubicBezTo>
                  <ns1:cubicBezTo>
                    <ns1:pt x="4" y="7"/>
                    <ns1:pt x="7" y="4"/>
                    <ns1:pt x="10" y="4"/>
                  </ns1:cubicBezTo>
                  <ns1:cubicBezTo>
                    <ns1:pt x="13" y="4"/>
                    <ns1:pt x="16" y="7"/>
                    <ns1:pt x="16" y="10"/>
                  </ns1:cubicBezTo>
                  <ns1:cubicBezTo>
                    <ns1:pt x="16" y="13"/>
                    <ns1:pt x="13" y="16"/>
                    <ns1:pt x="10" y="16"/>
                  </ns1:cubicBezTo>
                  <ns1:close/>
                </ns1:path>
              </ns1:pathLst>
            </ns1:custGeom>
            <ns1:grpFill/>
            <ns1:ln>
              <ns1:noFill/>
            </ns1:ln>
            <ns1:extLst>
              <ns1:ext uri="{91240B29-F687-4F45-9708-019B960494DF}">
                <ns2:hiddenLine w="9525">
                  <ns1:solidFill>
                    <ns1:srgbClr val="000000"/>
                  </ns1:solidFill>
                  <ns1:round/>
                  <ns1:headEnd/>
                  <ns1:tailEnd/>
                </ns2:hiddenLine>
              </ns1:ext>
            </ns1:extLst>
          </ns0:spPr>
          <ns0:txBody>
            <ns1:bodyPr vert="horz" wrap="square" lIns="91440" tIns="45720" rIns="91440" bIns="45720" numCol="1" anchor="t" anchorCtr="0" compatLnSpc="1">
              <ns1:prstTxWarp prst="textNoShape">
                <ns1:avLst/>
              </ns1:prstTxWarp>
            </ns1:bodyPr>
            <ns1:lstStyle/>
            <ns1:p>
              <ns1:endParaRPr lang="id-ID" sz="2700"/>
            </ns1:p>
          </ns0:txBody>
        </ns0:sp>
        <ns0:sp>
          <ns0:nvSpPr>
            <ns0:cNvPr id="14" name="Freeform 336"/>
            <ns0:cNvSpPr>
              <ns1:spLocks noEditPoints="1"/>
            </ns0:cNvSpPr>
            <ns0:nvPr/>
          </ns0:nvSpPr>
          <ns0:spPr bwMode="auto">
            <ns1:xfrm>
              <ns1:off x="4083050" y="5289550"/>
              <ns1:ext cx="60325" cy="60325"/>
            </ns1:xfrm>
            <ns1:custGeom>
              <ns1:avLst/>
              <ns1:gdLst>
                <ns1:gd name="T0" fmla="*/ 0 w 16"/>
                <ns1:gd name="T1" fmla="*/ 8 h 16"/>
                <ns1:gd name="T2" fmla="*/ 8 w 16"/>
                <ns1:gd name="T3" fmla="*/ 16 h 16"/>
                <ns1:gd name="T4" fmla="*/ 16 w 16"/>
                <ns1:gd name="T5" fmla="*/ 8 h 16"/>
                <ns1:gd name="T6" fmla="*/ 8 w 16"/>
                <ns1:gd name="T7" fmla="*/ 0 h 16"/>
                <ns1:gd name="T8" fmla="*/ 0 w 16"/>
                <ns1:gd name="T9" fmla="*/ 8 h 16"/>
                <ns1:gd name="T10" fmla="*/ 8 w 16"/>
                <ns1:gd name="T11" fmla="*/ 4 h 16"/>
                <ns1:gd name="T12" fmla="*/ 12 w 16"/>
                <ns1:gd name="T13" fmla="*/ 8 h 16"/>
                <ns1:gd name="T14" fmla="*/ 8 w 16"/>
                <ns1:gd name="T15" fmla="*/ 12 h 16"/>
                <ns1:gd name="T16" fmla="*/ 4 w 16"/>
                <ns1:gd name="T17" fmla="*/ 8 h 16"/>
                <ns1:gd name="T18" fmla="*/ 8 w 16"/>
                <ns1:gd name="T19" fmla="*/ 4 h 16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  <ns1:cxn ang="0">
                  <ns1:pos x="T14" y="T15"/>
                </ns1:cxn>
                <ns1:cxn ang="0">
                  <ns1:pos x="T16" y="T17"/>
                </ns1:cxn>
                <ns1:cxn ang="0">
                  <ns1:pos x="T18" y="T19"/>
                </ns1:cxn>
              </ns1:cxnLst>
              <ns1:rect l="0" t="0" r="r" b="b"/>
              <ns1:pathLst>
                <ns1:path w="16" h="16">
                  <ns1:moveTo>
                    <ns1:pt x="0" y="8"/>
                  </ns1:moveTo>
                  <ns1:cubicBezTo>
                    <ns1:pt x="0" y="12"/>
                    <ns1:pt x="4" y="16"/>
                    <ns1:pt x="8" y="16"/>
                  </ns1:cubicBezTo>
                  <ns1:cubicBezTo>
                    <ns1:pt x="12" y="16"/>
                    <ns1:pt x="16" y="12"/>
                    <ns1:pt x="16" y="8"/>
                  </ns1:cubicBezTo>
                  <ns1:cubicBezTo>
                    <ns1:pt x="16" y="4"/>
                    <ns1:pt x="12" y="0"/>
                    <ns1:pt x="8" y="0"/>
                  </ns1:cubicBezTo>
                  <ns1:cubicBezTo>
                    <ns1:pt x="4" y="0"/>
                    <ns1:pt x="0" y="4"/>
                    <ns1:pt x="0" y="8"/>
                  </ns1:cubicBezTo>
                  <ns1:close/>
                  <ns1:moveTo>
                    <ns1:pt x="8" y="4"/>
                  </ns1:moveTo>
                  <ns1:cubicBezTo>
                    <ns1:pt x="10" y="4"/>
                    <ns1:pt x="12" y="6"/>
                    <ns1:pt x="12" y="8"/>
                  </ns1:cubicBezTo>
                  <ns1:cubicBezTo>
                    <ns1:pt x="12" y="10"/>
                    <ns1:pt x="10" y="12"/>
                    <ns1:pt x="8" y="12"/>
                  </ns1:cubicBezTo>
                  <ns1:cubicBezTo>
                    <ns1:pt x="6" y="12"/>
                    <ns1:pt x="4" y="10"/>
                    <ns1:pt x="4" y="8"/>
                  </ns1:cubicBezTo>
                  <ns1:cubicBezTo>
                    <ns1:pt x="4" y="6"/>
                    <ns1:pt x="6" y="4"/>
                    <ns1:pt x="8" y="4"/>
                  </ns1:cubicBezTo>
                  <ns1:close/>
                </ns1:path>
              </ns1:pathLst>
            </ns1:custGeom>
            <ns1:grpFill/>
            <ns1:ln>
              <ns1:noFill/>
            </ns1:ln>
            <ns1:extLst>
              <ns1:ext uri="{91240B29-F687-4F45-9708-019B960494DF}">
                <ns2:hiddenLine w="9525">
                  <ns1:solidFill>
                    <ns1:srgbClr val="000000"/>
                  </ns1:solidFill>
                  <ns1:round/>
                  <ns1:headEnd/>
                  <ns1:tailEnd/>
                </ns2:hiddenLine>
              </ns1:ext>
            </ns1:extLst>
          </ns0:spPr>
          <ns0:txBody>
            <ns1:bodyPr vert="horz" wrap="square" lIns="91440" tIns="45720" rIns="91440" bIns="45720" numCol="1" anchor="t" anchorCtr="0" compatLnSpc="1">
              <ns1:prstTxWarp prst="textNoShape">
                <ns1:avLst/>
              </ns1:prstTxWarp>
            </ns1:bodyPr>
            <ns1:lstStyle/>
            <ns1:p>
              <ns1:endParaRPr lang="id-ID" sz="2700"/>
            </ns1:p>
          </ns0:txBody>
        </ns0:sp>
        <ns0:sp>
          <ns0:nvSpPr>
            <ns0:cNvPr id="15" name="Oval 337"/>
            <ns0:cNvSpPr>
              <ns1:spLocks noChangeArrowheads="1"/>
            </ns0:cNvSpPr>
            <ns0:nvPr/>
          </ns0:nvSpPr>
          <ns0:spPr bwMode="auto">
            <ns1:xfrm>
              <ns1:off x="4143375" y="5395913"/>
              <ns1:ext cx="30163" cy="30163"/>
            </ns1:xfrm>
            <ns1:prstGeom prst="ellipse">
              <ns1:avLst/>
            </ns1:prstGeom>
            <ns1:grpFill/>
            <ns1:ln>
              <ns1:noFill/>
            </ns1:ln>
            <ns1:extLst>
              <ns1:ext uri="{91240B29-F687-4F45-9708-019B960494DF}">
                <ns2:hiddenLine w="9525">
                  <ns1:solidFill>
                    <ns1:srgbClr val="000000"/>
                  </ns1:solidFill>
                  <ns1:round/>
                  <ns1:headEnd/>
                  <ns1:tailEnd/>
                </ns2:hiddenLine>
              </ns1:ext>
            </ns1:extLst>
          </ns0:spPr>
          <ns0:txBody>
            <ns1:bodyPr vert="horz" wrap="square" lIns="91440" tIns="45720" rIns="91440" bIns="45720" numCol="1" anchor="t" anchorCtr="0" compatLnSpc="1">
              <ns1:prstTxWarp prst="textNoShape">
                <ns1:avLst/>
              </ns1:prstTxWarp>
            </ns1:bodyPr>
            <ns1:lstStyle/>
            <ns1:p>
              <ns1:endParaRPr lang="id-ID" sz="2700"/>
            </ns1:p>
          </ns0:txBody>
        </ns0:sp>
        <ns0:sp>
          <ns0:nvSpPr>
            <ns0:cNvPr id="16" name="Oval 338"/>
            <ns0:cNvSpPr>
              <ns1:spLocks noChangeArrowheads="1"/>
            </ns0:cNvSpPr>
            <ns0:nvPr/>
          </ns0:nvSpPr>
          <ns0:spPr bwMode="auto">
            <ns1:xfrm>
              <ns1:off x="4384675" y="5170488"/>
              <ns1:ext cx="30163" cy="30163"/>
            </ns1:xfrm>
            <ns1:prstGeom prst="ellipse">
              <ns1:avLst/>
            </ns1:prstGeom>
            <ns1:grpFill/>
            <ns1:ln>
              <ns1:noFill/>
            </ns1:ln>
            <ns1:extLst>
              <ns1:ext uri="{91240B29-F687-4F45-9708-019B960494DF}">
                <ns2:hiddenLine w="9525">
                  <ns1:solidFill>
                    <ns1:srgbClr val="000000"/>
                  </ns1:solidFill>
                  <ns1:round/>
                  <ns1:headEnd/>
                  <ns1:tailEnd/>
                </ns2:hiddenLine>
              </ns1:ext>
            </ns1:extLst>
          </ns0:spPr>
          <ns0:txBody>
            <ns1:bodyPr vert="horz" wrap="square" lIns="91440" tIns="45720" rIns="91440" bIns="45720" numCol="1" anchor="t" anchorCtr="0" compatLnSpc="1">
              <ns1:prstTxWarp prst="textNoShape">
                <ns1:avLst/>
              </ns1:prstTxWarp>
            </ns1:bodyPr>
            <ns1:lstStyle/>
            <ns1:p>
              <ns1:endParaRPr lang="id-ID" sz="2700"/>
            </ns1:p>
          </ns0:txBody>
        </ns0:sp>
      </ns0:grpSp>
      <ns0:grpSp>
        <ns0:nvGrpSpPr>
          <ns0:cNvPr id="17" name="Group 16"/>
          <ns0:cNvGrpSpPr/>
          <ns0:nvPr/>
        </ns0:nvGrpSpPr>
        <ns0:grpSpPr>
          <ns1:xfrm>
            <ns1:off x="6472447" y="1175114"/>
            <ns1:ext cx="330200" cy="481013"/>
            <ns1:chOff x="7902575" y="3140075"/>
            <ns1:chExt cx="330200" cy="481013"/>
          </ns1:xfrm>
          <ns1:solidFill>
            <ns1:schemeClr val="tx1"/>
          </ns1:solidFill>
        </ns0:grpSpPr>
        <ns0:sp>
          <ns0:nvSpPr>
            <ns0:cNvPr id="18" name="Oval 339"/>
            <ns0:cNvSpPr>
              <ns1:spLocks noChangeArrowheads="1"/>
            </ns0:cNvSpPr>
            <ns0:nvPr/>
          </ns0:nvSpPr>
          <ns0:spPr bwMode="auto">
            <ns1:xfrm>
              <ns1:off x="8037513" y="3275013"/>
              <ns1:ext cx="30163" cy="30163"/>
            </ns1:xfrm>
            <ns1:prstGeom prst="ellipse">
              <ns1:avLst/>
            </ns1:prstGeom>
            <ns1:grpFill/>
            <ns1:ln>
              <ns1:noFill/>
            </ns1:ln>
            <ns1:extLst>
              <ns1:ext uri="{91240B29-F687-4F45-9708-019B960494DF}">
                <ns2:hiddenLine w="9525">
                  <ns1:solidFill>
                    <ns1:srgbClr val="000000"/>
                  </ns1:solidFill>
                  <ns1:round/>
                  <ns1:headEnd/>
                  <ns1:tailEnd/>
                </ns2:hiddenLine>
              </ns1:ext>
            </ns1:extLst>
          </ns0:spPr>
          <ns0:txBody>
            <ns1:bodyPr vert="horz" wrap="square" lIns="91440" tIns="45720" rIns="91440" bIns="45720" numCol="1" anchor="t" anchorCtr="0" compatLnSpc="1">
              <ns1:prstTxWarp prst="textNoShape">
                <ns1:avLst/>
              </ns1:prstTxWarp>
            </ns1:bodyPr>
            <ns1:lstStyle/>
            <ns1:p>
              <ns1:endParaRPr lang="id-ID" sz="2700"/>
            </ns1:p>
          </ns0:txBody>
        </ns0:sp>
        <ns0:sp>
          <ns0:nvSpPr>
            <ns0:cNvPr id="19" name="Oval 340"/>
            <ns0:cNvSpPr>
              <ns1:spLocks noChangeArrowheads="1"/>
            </ns0:cNvSpPr>
            <ns0:nvPr/>
          </ns0:nvSpPr>
          <ns0:spPr bwMode="auto">
            <ns1:xfrm>
              <ns1:off x="8037513" y="3454400"/>
              <ns1:ext cx="30163" cy="30163"/>
            </ns1:xfrm>
            <ns1:prstGeom prst="ellipse">
              <ns1:avLst/>
            </ns1:prstGeom>
            <ns1:grpFill/>
            <ns1:ln>
              <ns1:noFill/>
            </ns1:ln>
            <ns1:extLst>
              <ns1:ext uri="{91240B29-F687-4F45-9708-019B960494DF}">
                <ns2:hiddenLine w="9525">
                  <ns1:solidFill>
                    <ns1:srgbClr val="000000"/>
                  </ns1:solidFill>
                  <ns1:round/>
                  <ns1:headEnd/>
                  <ns1:tailEnd/>
                </ns2:hiddenLine>
              </ns1:ext>
            </ns1:extLst>
          </ns0:spPr>
          <ns0:txBody>
            <ns1:bodyPr vert="horz" wrap="square" lIns="91440" tIns="45720" rIns="91440" bIns="45720" numCol="1" anchor="t" anchorCtr="0" compatLnSpc="1">
              <ns1:prstTxWarp prst="textNoShape">
                <ns1:avLst/>
              </ns1:prstTxWarp>
            </ns1:bodyPr>
            <ns1:lstStyle/>
            <ns1:p>
              <ns1:endParaRPr lang="id-ID" sz="2700"/>
            </ns1:p>
          </ns0:txBody>
        </ns0:sp>
        <ns0:sp>
          <ns0:nvSpPr>
            <ns0:cNvPr id="20" name="Oval 341"/>
            <ns0:cNvSpPr>
              <ns1:spLocks noChangeArrowheads="1"/>
            </ns0:cNvSpPr>
            <ns0:nvPr/>
          </ns0:nvSpPr>
          <ns0:spPr bwMode="auto">
            <ns1:xfrm>
              <ns1:off x="7947025" y="3365500"/>
              <ns1:ext cx="30163" cy="30163"/>
            </ns1:xfrm>
            <ns1:prstGeom prst="ellipse">
              <ns1:avLst/>
            </ns1:prstGeom>
            <ns1:grpFill/>
            <ns1:ln>
              <ns1:noFill/>
            </ns1:ln>
            <ns1:extLst>
              <ns1:ext uri="{91240B29-F687-4F45-9708-019B960494DF}">
                <ns2:hiddenLine w="9525">
                  <ns1:solidFill>
                    <ns1:srgbClr val="000000"/>
                  </ns1:solidFill>
                  <ns1:round/>
                  <ns1:headEnd/>
                  <ns1:tailEnd/>
                </ns2:hiddenLine>
              </ns1:ext>
            </ns1:extLst>
          </ns0:spPr>
          <ns0:txBody>
            <ns1:bodyPr vert="horz" wrap="square" lIns="91440" tIns="45720" rIns="91440" bIns="45720" numCol="1" anchor="t" anchorCtr="0" compatLnSpc="1">
              <ns1:prstTxWarp prst="textNoShape">
                <ns1:avLst/>
              </ns1:prstTxWarp>
            </ns1:bodyPr>
            <ns1:lstStyle/>
            <ns1:p>
              <ns1:endParaRPr lang="id-ID" sz="2700"/>
            </ns1:p>
          </ns0:txBody>
        </ns0:sp>
        <ns0:sp>
          <ns0:nvSpPr>
            <ns0:cNvPr id="21" name="Oval 342"/>
            <ns0:cNvSpPr>
              <ns1:spLocks noChangeArrowheads="1"/>
            </ns0:cNvSpPr>
            <ns0:nvPr/>
          </ns0:nvSpPr>
          <ns0:spPr bwMode="auto">
            <ns1:xfrm>
              <ns1:off x="8128000" y="3365500"/>
              <ns1:ext cx="30163" cy="30163"/>
            </ns1:xfrm>
            <ns1:prstGeom prst="ellipse">
              <ns1:avLst/>
            </ns1:prstGeom>
            <ns1:grpFill/>
            <ns1:ln>
              <ns1:noFill/>
            </ns1:ln>
            <ns1:extLst>
              <ns1:ext uri="{91240B29-F687-4F45-9708-019B960494DF}">
                <ns2:hiddenLine w="9525">
                  <ns1:solidFill>
                    <ns1:srgbClr val="000000"/>
                  </ns1:solidFill>
                  <ns1:round/>
                  <ns1:headEnd/>
                  <ns1:tailEnd/>
                </ns2:hiddenLine>
              </ns1:ext>
            </ns1:extLst>
          </ns0:spPr>
          <ns0:txBody>
            <ns1:bodyPr vert="horz" wrap="square" lIns="91440" tIns="45720" rIns="91440" bIns="45720" numCol="1" anchor="t" anchorCtr="0" compatLnSpc="1">
              <ns1:prstTxWarp prst="textNoShape">
                <ns1:avLst/>
              </ns1:prstTxWarp>
            </ns1:bodyPr>
            <ns1:lstStyle/>
            <ns1:p>
              <ns1:endParaRPr lang="id-ID" sz="2700"/>
            </ns1:p>
          </ns0:txBody>
        </ns0:sp>
        <ns0:sp>
          <ns0:nvSpPr>
            <ns0:cNvPr id="22" name="Freeform 343"/>
            <ns0:cNvSpPr>
              <ns1:spLocks/>
            </ns0:cNvSpPr>
            <ns0:nvPr/>
          </ns0:nvSpPr>
          <ns0:spPr bwMode="auto">
            <ns1:xfrm>
              <ns1:off x="7974013" y="3429000"/>
              <ns1:ext cx="30163" cy="30163"/>
            </ns1:xfrm>
            <ns1:custGeom>
              <ns1:avLst/>
              <ns1:gdLst>
                <ns1:gd name="T0" fmla="*/ 1 w 8"/>
                <ns1:gd name="T1" fmla="*/ 1 h 8"/>
                <ns1:gd name="T2" fmla="*/ 1 w 8"/>
                <ns1:gd name="T3" fmla="*/ 7 h 8"/>
                <ns1:gd name="T4" fmla="*/ 7 w 8"/>
                <ns1:gd name="T5" fmla="*/ 7 h 8"/>
                <ns1:gd name="T6" fmla="*/ 7 w 8"/>
                <ns1:gd name="T7" fmla="*/ 1 h 8"/>
                <ns1:gd name="T8" fmla="*/ 1 w 8"/>
                <ns1:gd name="T9" fmla="*/ 1 h 8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</ns1:cxnLst>
              <ns1:rect l="0" t="0" r="r" b="b"/>
              <ns1:pathLst>
                <ns1:path w="8" h="8">
                  <ns1:moveTo>
                    <ns1:pt x="1" y="1"/>
                  </ns1:moveTo>
                  <ns1:cubicBezTo>
                    <ns1:pt x="0" y="3"/>
                    <ns1:pt x="0" y="5"/>
                    <ns1:pt x="1" y="7"/>
                  </ns1:cubicBezTo>
                  <ns1:cubicBezTo>
                    <ns1:pt x="3" y="8"/>
                    <ns1:pt x="5" y="8"/>
                    <ns1:pt x="7" y="7"/>
                  </ns1:cubicBezTo>
                  <ns1:cubicBezTo>
                    <ns1:pt x="8" y="5"/>
                    <ns1:pt x="8" y="3"/>
                    <ns1:pt x="7" y="1"/>
                  </ns1:cubicBezTo>
                  <ns1:cubicBezTo>
                    <ns1:pt x="5" y="0"/>
                    <ns1:pt x="3" y="0"/>
                    <ns1:pt x="1" y="1"/>
                  </ns1:cubicBezTo>
                  <ns1:close/>
                </ns1:path>
              </ns1:pathLst>
            </ns1:custGeom>
            <ns1:grpFill/>
            <ns1:ln>
              <ns1:noFill/>
            </ns1:ln>
            <ns1:extLst>
              <ns1:ext uri="{91240B29-F687-4F45-9708-019B960494DF}">
                <ns2:hiddenLine w="9525">
                  <ns1:solidFill>
                    <ns1:srgbClr val="000000"/>
                  </ns1:solidFill>
                  <ns1:round/>
                  <ns1:headEnd/>
                  <ns1:tailEnd/>
                </ns2:hiddenLine>
              </ns1:ext>
            </ns1:extLst>
          </ns0:spPr>
          <ns0:txBody>
            <ns1:bodyPr vert="horz" wrap="square" lIns="91440" tIns="45720" rIns="91440" bIns="45720" numCol="1" anchor="t" anchorCtr="0" compatLnSpc="1">
              <ns1:prstTxWarp prst="textNoShape">
                <ns1:avLst/>
              </ns1:prstTxWarp>
            </ns1:bodyPr>
            <ns1:lstStyle/>
            <ns1:p>
              <ns1:endParaRPr lang="id-ID" sz="2700"/>
            </ns1:p>
          </ns0:txBody>
        </ns0:sp>
        <ns0:sp>
          <ns0:nvSpPr>
            <ns0:cNvPr id="23" name="Freeform 344"/>
            <ns0:cNvSpPr>
              <ns1:spLocks/>
            </ns0:cNvSpPr>
            <ns0:nvPr/>
          </ns0:nvSpPr>
          <ns0:spPr bwMode="auto">
            <ns1:xfrm>
              <ns1:off x="7974013" y="3300413"/>
              <ns1:ext cx="30163" cy="30163"/>
            </ns1:xfrm>
            <ns1:custGeom>
              <ns1:avLst/>
              <ns1:gdLst>
                <ns1:gd name="T0" fmla="*/ 1 w 8"/>
                <ns1:gd name="T1" fmla="*/ 1 h 8"/>
                <ns1:gd name="T2" fmla="*/ 1 w 8"/>
                <ns1:gd name="T3" fmla="*/ 7 h 8"/>
                <ns1:gd name="T4" fmla="*/ 7 w 8"/>
                <ns1:gd name="T5" fmla="*/ 7 h 8"/>
                <ns1:gd name="T6" fmla="*/ 7 w 8"/>
                <ns1:gd name="T7" fmla="*/ 1 h 8"/>
                <ns1:gd name="T8" fmla="*/ 1 w 8"/>
                <ns1:gd name="T9" fmla="*/ 1 h 8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</ns1:cxnLst>
              <ns1:rect l="0" t="0" r="r" b="b"/>
              <ns1:pathLst>
                <ns1:path w="8" h="8">
                  <ns1:moveTo>
                    <ns1:pt x="1" y="1"/>
                  </ns1:moveTo>
                  <ns1:cubicBezTo>
                    <ns1:pt x="0" y="3"/>
                    <ns1:pt x="0" y="5"/>
                    <ns1:pt x="1" y="7"/>
                  </ns1:cubicBezTo>
                  <ns1:cubicBezTo>
                    <ns1:pt x="3" y="8"/>
                    <ns1:pt x="5" y="8"/>
                    <ns1:pt x="7" y="7"/>
                  </ns1:cubicBezTo>
                  <ns1:cubicBezTo>
                    <ns1:pt x="8" y="5"/>
                    <ns1:pt x="8" y="3"/>
                    <ns1:pt x="7" y="1"/>
                  </ns1:cubicBezTo>
                  <ns1:cubicBezTo>
                    <ns1:pt x="5" y="0"/>
                    <ns1:pt x="3" y="0"/>
                    <ns1:pt x="1" y="1"/>
                  </ns1:cubicBezTo>
                  <ns1:close/>
                </ns1:path>
              </ns1:pathLst>
            </ns1:custGeom>
            <ns1:grpFill/>
            <ns1:ln>
              <ns1:noFill/>
            </ns1:ln>
            <ns1:extLst>
              <ns1:ext uri="{91240B29-F687-4F45-9708-019B960494DF}">
                <ns2:hiddenLine w="9525">
                  <ns1:solidFill>
                    <ns1:srgbClr val="000000"/>
                  </ns1:solidFill>
                  <ns1:round/>
                  <ns1:headEnd/>
                  <ns1:tailEnd/>
                </ns2:hiddenLine>
              </ns1:ext>
            </ns1:extLst>
          </ns0:spPr>
          <ns0:txBody>
            <ns1:bodyPr vert="horz" wrap="square" lIns="91440" tIns="45720" rIns="91440" bIns="45720" numCol="1" anchor="t" anchorCtr="0" compatLnSpc="1">
              <ns1:prstTxWarp prst="textNoShape">
                <ns1:avLst/>
              </ns1:prstTxWarp>
            </ns1:bodyPr>
            <ns1:lstStyle/>
            <ns1:p>
              <ns1:endParaRPr lang="id-ID" sz="2700"/>
            </ns1:p>
          </ns0:txBody>
        </ns0:sp>
        <ns0:sp>
          <ns0:nvSpPr>
            <ns0:cNvPr id="24" name="Freeform 345"/>
            <ns0:cNvSpPr>
              <ns1:spLocks/>
            </ns0:cNvSpPr>
            <ns0:nvPr/>
          </ns0:nvSpPr>
          <ns0:spPr bwMode="auto">
            <ns1:xfrm>
              <ns1:off x="8101013" y="3429000"/>
              <ns1:ext cx="30163" cy="30163"/>
            </ns1:xfrm>
            <ns1:custGeom>
              <ns1:avLst/>
              <ns1:gdLst>
                <ns1:gd name="T0" fmla="*/ 1 w 8"/>
                <ns1:gd name="T1" fmla="*/ 1 h 8"/>
                <ns1:gd name="T2" fmla="*/ 1 w 8"/>
                <ns1:gd name="T3" fmla="*/ 7 h 8"/>
                <ns1:gd name="T4" fmla="*/ 7 w 8"/>
                <ns1:gd name="T5" fmla="*/ 7 h 8"/>
                <ns1:gd name="T6" fmla="*/ 7 w 8"/>
                <ns1:gd name="T7" fmla="*/ 1 h 8"/>
                <ns1:gd name="T8" fmla="*/ 1 w 8"/>
                <ns1:gd name="T9" fmla="*/ 1 h 8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</ns1:cxnLst>
              <ns1:rect l="0" t="0" r="r" b="b"/>
              <ns1:pathLst>
                <ns1:path w="8" h="8">
                  <ns1:moveTo>
                    <ns1:pt x="1" y="1"/>
                  </ns1:moveTo>
                  <ns1:cubicBezTo>
                    <ns1:pt x="0" y="3"/>
                    <ns1:pt x="0" y="5"/>
                    <ns1:pt x="1" y="7"/>
                  </ns1:cubicBezTo>
                  <ns1:cubicBezTo>
                    <ns1:pt x="3" y="8"/>
                    <ns1:pt x="5" y="8"/>
                    <ns1:pt x="7" y="7"/>
                  </ns1:cubicBezTo>
                  <ns1:cubicBezTo>
                    <ns1:pt x="8" y="5"/>
                    <ns1:pt x="8" y="3"/>
                    <ns1:pt x="7" y="1"/>
                  </ns1:cubicBezTo>
                  <ns1:cubicBezTo>
                    <ns1:pt x="5" y="0"/>
                    <ns1:pt x="3" y="0"/>
                    <ns1:pt x="1" y="1"/>
                  </ns1:cubicBezTo>
                  <ns1:close/>
                </ns1:path>
              </ns1:pathLst>
            </ns1:custGeom>
            <ns1:grpFill/>
            <ns1:ln>
              <ns1:noFill/>
            </ns1:ln>
            <ns1:extLst>
              <ns1:ext uri="{91240B29-F687-4F45-9708-019B960494DF}">
                <ns2:hiddenLine w="9525">
                  <ns1:solidFill>
                    <ns1:srgbClr val="000000"/>
                  </ns1:solidFill>
                  <ns1:round/>
                  <ns1:headEnd/>
                  <ns1:tailEnd/>
                </ns2:hiddenLine>
              </ns1:ext>
            </ns1:extLst>
          </ns0:spPr>
          <ns0:txBody>
            <ns1:bodyPr vert="horz" wrap="square" lIns="91440" tIns="45720" rIns="91440" bIns="45720" numCol="1" anchor="t" anchorCtr="0" compatLnSpc="1">
              <ns1:prstTxWarp prst="textNoShape">
                <ns1:avLst/>
              </ns1:prstTxWarp>
            </ns1:bodyPr>
            <ns1:lstStyle/>
            <ns1:p>
              <ns1:endParaRPr lang="id-ID" sz="2700"/>
            </ns1:p>
          </ns0:txBody>
        </ns0:sp>
        <ns0:sp>
          <ns0:nvSpPr>
            <ns0:cNvPr id="25" name="Freeform 346"/>
            <ns0:cNvSpPr>
              <ns1:spLocks noEditPoints="1"/>
            </ns0:cNvSpPr>
            <ns0:nvPr/>
          </ns0:nvSpPr>
          <ns0:spPr bwMode="auto">
            <ns1:xfrm>
              <ns1:off x="7902575" y="3140075"/>
              <ns1:ext cx="330200" cy="481013"/>
            </ns1:xfrm>
            <ns1:custGeom>
              <ns1:avLst/>
              <ns1:gdLst>
                <ns1:gd name="T0" fmla="*/ 80 w 88"/>
                <ns1:gd name="T1" fmla="*/ 56 h 128"/>
                <ns1:gd name="T2" fmla="*/ 79 w 88"/>
                <ns1:gd name="T3" fmla="*/ 56 h 128"/>
                <ns1:gd name="T4" fmla="*/ 70 w 88"/>
                <ns1:gd name="T5" fmla="*/ 38 h 128"/>
                <ns1:gd name="T6" fmla="*/ 64 w 88"/>
                <ns1:gd name="T7" fmla="*/ 7 h 128"/>
                <ns1:gd name="T8" fmla="*/ 56 w 88"/>
                <ns1:gd name="T9" fmla="*/ 0 h 128"/>
                <ns1:gd name="T10" fmla="*/ 24 w 88"/>
                <ns1:gd name="T11" fmla="*/ 0 h 128"/>
                <ns1:gd name="T12" fmla="*/ 17 w 88"/>
                <ns1:gd name="T13" fmla="*/ 7 h 128"/>
                <ns1:gd name="T14" fmla="*/ 11 w 88"/>
                <ns1:gd name="T15" fmla="*/ 37 h 128"/>
                <ns1:gd name="T16" fmla="*/ 0 w 88"/>
                <ns1:gd name="T17" fmla="*/ 64 h 128"/>
                <ns1:gd name="T18" fmla="*/ 10 w 88"/>
                <ns1:gd name="T19" fmla="*/ 91 h 128"/>
                <ns1:gd name="T20" fmla="*/ 16 w 88"/>
                <ns1:gd name="T21" fmla="*/ 121 h 128"/>
                <ns1:gd name="T22" fmla="*/ 24 w 88"/>
                <ns1:gd name="T23" fmla="*/ 128 h 128"/>
                <ns1:gd name="T24" fmla="*/ 56 w 88"/>
                <ns1:gd name="T25" fmla="*/ 128 h 128"/>
                <ns1:gd name="T26" fmla="*/ 64 w 88"/>
                <ns1:gd name="T27" fmla="*/ 121 h 128"/>
                <ns1:gd name="T28" fmla="*/ 70 w 88"/>
                <ns1:gd name="T29" fmla="*/ 91 h 128"/>
                <ns1:gd name="T30" fmla="*/ 79 w 88"/>
                <ns1:gd name="T31" fmla="*/ 72 h 128"/>
                <ns1:gd name="T32" fmla="*/ 80 w 88"/>
                <ns1:gd name="T33" fmla="*/ 72 h 128"/>
                <ns1:gd name="T34" fmla="*/ 88 w 88"/>
                <ns1:gd name="T35" fmla="*/ 64 h 128"/>
                <ns1:gd name="T36" fmla="*/ 80 w 88"/>
                <ns1:gd name="T37" fmla="*/ 56 h 128"/>
                <ns1:gd name="T38" fmla="*/ 24 w 88"/>
                <ns1:gd name="T39" fmla="*/ 8 h 128"/>
                <ns1:gd name="T40" fmla="*/ 56 w 88"/>
                <ns1:gd name="T41" fmla="*/ 8 h 128"/>
                <ns1:gd name="T42" fmla="*/ 60 w 88"/>
                <ns1:gd name="T43" fmla="*/ 30 h 128"/>
                <ns1:gd name="T44" fmla="*/ 40 w 88"/>
                <ns1:gd name="T45" fmla="*/ 24 h 128"/>
                <ns1:gd name="T46" fmla="*/ 20 w 88"/>
                <ns1:gd name="T47" fmla="*/ 30 h 128"/>
                <ns1:gd name="T48" fmla="*/ 24 w 88"/>
                <ns1:gd name="T49" fmla="*/ 8 h 128"/>
                <ns1:gd name="T50" fmla="*/ 56 w 88"/>
                <ns1:gd name="T51" fmla="*/ 120 h 128"/>
                <ns1:gd name="T52" fmla="*/ 24 w 88"/>
                <ns1:gd name="T53" fmla="*/ 120 h 128"/>
                <ns1:gd name="T54" fmla="*/ 20 w 88"/>
                <ns1:gd name="T55" fmla="*/ 98 h 128"/>
                <ns1:gd name="T56" fmla="*/ 40 w 88"/>
                <ns1:gd name="T57" fmla="*/ 104 h 128"/>
                <ns1:gd name="T58" fmla="*/ 60 w 88"/>
                <ns1:gd name="T59" fmla="*/ 98 h 128"/>
                <ns1:gd name="T60" fmla="*/ 56 w 88"/>
                <ns1:gd name="T61" fmla="*/ 120 h 128"/>
                <ns1:gd name="T62" fmla="*/ 40 w 88"/>
                <ns1:gd name="T63" fmla="*/ 96 h 128"/>
                <ns1:gd name="T64" fmla="*/ 8 w 88"/>
                <ns1:gd name="T65" fmla="*/ 64 h 128"/>
                <ns1:gd name="T66" fmla="*/ 40 w 88"/>
                <ns1:gd name="T67" fmla="*/ 32 h 128"/>
                <ns1:gd name="T68" fmla="*/ 72 w 88"/>
                <ns1:gd name="T69" fmla="*/ 64 h 128"/>
                <ns1:gd name="T70" fmla="*/ 40 w 88"/>
                <ns1:gd name="T71" fmla="*/ 96 h 128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  <ns1:cxn ang="0">
                  <ns1:pos x="T14" y="T15"/>
                </ns1:cxn>
                <ns1:cxn ang="0">
                  <ns1:pos x="T16" y="T17"/>
                </ns1:cxn>
                <ns1:cxn ang="0">
                  <ns1:pos x="T18" y="T19"/>
                </ns1:cxn>
                <ns1:cxn ang="0">
                  <ns1:pos x="T20" y="T21"/>
                </ns1:cxn>
                <ns1:cxn ang="0">
                  <ns1:pos x="T22" y="T23"/>
                </ns1:cxn>
                <ns1:cxn ang="0">
                  <ns1:pos x="T24" y="T25"/>
                </ns1:cxn>
                <ns1:cxn ang="0">
                  <ns1:pos x="T26" y="T27"/>
                </ns1:cxn>
                <ns1:cxn ang="0">
                  <ns1:pos x="T28" y="T29"/>
                </ns1:cxn>
                <ns1:cxn ang="0">
                  <ns1:pos x="T30" y="T31"/>
                </ns1:cxn>
                <ns1:cxn ang="0">
                  <ns1:pos x="T32" y="T33"/>
                </ns1:cxn>
                <ns1:cxn ang="0">
                  <ns1:pos x="T34" y="T35"/>
                </ns1:cxn>
                <ns1:cxn ang="0">
                  <ns1:pos x="T36" y="T37"/>
                </ns1:cxn>
                <ns1:cxn ang="0">
                  <ns1:pos x="T38" y="T39"/>
                </ns1:cxn>
                <ns1:cxn ang="0">
                  <ns1:pos x="T40" y="T41"/>
                </ns1:cxn>
                <ns1:cxn ang="0">
                  <ns1:pos x="T42" y="T43"/>
                </ns1:cxn>
                <ns1:cxn ang="0">
                  <ns1:pos x="T44" y="T45"/>
                </ns1:cxn>
                <ns1:cxn ang="0">
                  <ns1:pos x="T46" y="T47"/>
                </ns1:cxn>
                <ns1:cxn ang="0">
                  <ns1:pos x="T48" y="T49"/>
                </ns1:cxn>
                <ns1:cxn ang="0">
                  <ns1:pos x="T50" y="T51"/>
                </ns1:cxn>
                <ns1:cxn ang="0">
                  <ns1:pos x="T52" y="T53"/>
                </ns1:cxn>
                <ns1:cxn ang="0">
                  <ns1:pos x="T54" y="T55"/>
                </ns1:cxn>
                <ns1:cxn ang="0">
                  <ns1:pos x="T56" y="T57"/>
                </ns1:cxn>
                <ns1:cxn ang="0">
                  <ns1:pos x="T58" y="T59"/>
                </ns1:cxn>
                <ns1:cxn ang="0">
                  <ns1:pos x="T60" y="T61"/>
                </ns1:cxn>
                <ns1:cxn ang="0">
                  <ns1:pos x="T62" y="T63"/>
                </ns1:cxn>
                <ns1:cxn ang="0">
                  <ns1:pos x="T64" y="T65"/>
                </ns1:cxn>
                <ns1:cxn ang="0">
                  <ns1:pos x="T66" y="T67"/>
                </ns1:cxn>
                <ns1:cxn ang="0">
                  <ns1:pos x="T68" y="T69"/>
                </ns1:cxn>
                <ns1:cxn ang="0">
                  <ns1:pos x="T70" y="T71"/>
                </ns1:cxn>
              </ns1:cxnLst>
              <ns1:rect l="0" t="0" r="r" b="b"/>
              <ns1:pathLst>
                <ns1:path w="88" h="128">
                  <ns1:moveTo>
                    <ns1:pt x="80" y="56"/>
                  </ns1:moveTo>
                  <ns1:cubicBezTo>
                    <ns1:pt x="80" y="56"/>
                    <ns1:pt x="79" y="56"/>
                    <ns1:pt x="79" y="56"/>
                  </ns1:cubicBezTo>
                  <ns1:cubicBezTo>
                    <ns1:pt x="78" y="49"/>
                    <ns1:pt x="75" y="43"/>
                    <ns1:pt x="70" y="38"/>
                  </ns1:cubicBezTo>
                  <ns1:cubicBezTo>
                    <ns1:pt x="64" y="7"/>
                    <ns1:pt x="64" y="7"/>
                    <ns1:pt x="64" y="7"/>
                  </ns1:cubicBezTo>
                  <ns1:cubicBezTo>
                    <ns1:pt x="64" y="3"/>
                    <ns1:pt x="60" y="0"/>
                    <ns1:pt x="56" y="0"/>
                  </ns1:cubicBezTo>
                  <ns1:cubicBezTo>
                    <ns1:pt x="24" y="0"/>
                    <ns1:pt x="24" y="0"/>
                    <ns1:pt x="24" y="0"/>
                  </ns1:cubicBezTo>
                  <ns1:cubicBezTo>
                    <ns1:pt x="21" y="0"/>
                    <ns1:pt x="17" y="3"/>
                    <ns1:pt x="17" y="7"/>
                  </ns1:cubicBezTo>
                  <ns1:cubicBezTo>
                    <ns1:pt x="11" y="37"/>
                    <ns1:pt x="11" y="37"/>
                    <ns1:pt x="11" y="37"/>
                  </ns1:cubicBezTo>
                  <ns1:cubicBezTo>
                    <ns1:pt x="4" y="44"/>
                    <ns1:pt x="0" y="53"/>
                    <ns1:pt x="0" y="64"/>
                  </ns1:cubicBezTo>
                  <ns1:cubicBezTo>
                    <ns1:pt x="0" y="74"/>
                    <ns1:pt x="4" y="84"/>
                    <ns1:pt x="10" y="91"/>
                  </ns1:cubicBezTo>
                  <ns1:cubicBezTo>
                    <ns1:pt x="16" y="121"/>
                    <ns1:pt x="16" y="121"/>
                    <ns1:pt x="16" y="121"/>
                  </ns1:cubicBezTo>
                  <ns1:cubicBezTo>
                    <ns1:pt x="17" y="125"/>
                    <ns1:pt x="20" y="128"/>
                    <ns1:pt x="24" y="128"/>
                  </ns1:cubicBezTo>
                  <ns1:cubicBezTo>
                    <ns1:pt x="56" y="128"/>
                    <ns1:pt x="56" y="128"/>
                    <ns1:pt x="56" y="128"/>
                  </ns1:cubicBezTo>
                  <ns1:cubicBezTo>
                    <ns1:pt x="60" y="128"/>
                    <ns1:pt x="63" y="125"/>
                    <ns1:pt x="64" y="121"/>
                  </ns1:cubicBezTo>
                  <ns1:cubicBezTo>
                    <ns1:pt x="70" y="91"/>
                    <ns1:pt x="70" y="91"/>
                    <ns1:pt x="70" y="91"/>
                  </ns1:cubicBezTo>
                  <ns1:cubicBezTo>
                    <ns1:pt x="74" y="85"/>
                    <ns1:pt x="78" y="79"/>
                    <ns1:pt x="79" y="72"/>
                  </ns1:cubicBezTo>
                  <ns1:cubicBezTo>
                    <ns1:pt x="79" y="72"/>
                    <ns1:pt x="80" y="72"/>
                    <ns1:pt x="80" y="72"/>
                  </ns1:cubicBezTo>
                  <ns1:cubicBezTo>
                    <ns1:pt x="84" y="72"/>
                    <ns1:pt x="88" y="68"/>
                    <ns1:pt x="88" y="64"/>
                  </ns1:cubicBezTo>
                  <ns1:cubicBezTo>
                    <ns1:pt x="88" y="60"/>
                    <ns1:pt x="84" y="56"/>
                    <ns1:pt x="80" y="56"/>
                  </ns1:cubicBezTo>
                  <ns1:close/>
                  <ns1:moveTo>
                    <ns1:pt x="24" y="8"/>
                  </ns1:moveTo>
                  <ns1:cubicBezTo>
                    <ns1:pt x="56" y="8"/>
                    <ns1:pt x="56" y="8"/>
                    <ns1:pt x="56" y="8"/>
                  </ns1:cubicBezTo>
                  <ns1:cubicBezTo>
                    <ns1:pt x="60" y="30"/>
                    <ns1:pt x="60" y="30"/>
                    <ns1:pt x="60" y="30"/>
                  </ns1:cubicBezTo>
                  <ns1:cubicBezTo>
                    <ns1:pt x="55" y="26"/>
                    <ns1:pt x="48" y="24"/>
                    <ns1:pt x="40" y="24"/>
                  </ns1:cubicBezTo>
                  <ns1:cubicBezTo>
                    <ns1:pt x="33" y="24"/>
                    <ns1:pt x="26" y="26"/>
                    <ns1:pt x="20" y="30"/>
                  </ns1:cubicBezTo>
                  <ns1:lnTo>
                    <ns1:pt x="24" y="8"/>
                  </ns1:lnTo>
                  <ns1:close/>
                  <ns1:moveTo>
                    <ns1:pt x="56" y="120"/>
                  </ns1:moveTo>
                  <ns1:cubicBezTo>
                    <ns1:pt x="24" y="120"/>
                    <ns1:pt x="24" y="120"/>
                    <ns1:pt x="24" y="120"/>
                  </ns1:cubicBezTo>
                  <ns1:cubicBezTo>
                    <ns1:pt x="20" y="98"/>
                    <ns1:pt x="20" y="98"/>
                    <ns1:pt x="20" y="98"/>
                  </ns1:cubicBezTo>
                  <ns1:cubicBezTo>
                    <ns1:pt x="26" y="102"/>
                    <ns1:pt x="33" y="104"/>
                    <ns1:pt x="40" y="104"/>
                  </ns1:cubicBezTo>
                  <ns1:cubicBezTo>
                    <ns1:pt x="47" y="104"/>
                    <ns1:pt x="54" y="102"/>
                    <ns1:pt x="60" y="98"/>
                  </ns1:cubicBezTo>
                  <ns1:lnTo>
                    <ns1:pt x="56" y="120"/>
                  </ns1:lnTo>
                  <ns1:close/>
                  <ns1:moveTo>
                    <ns1:pt x="40" y="96"/>
                  </ns1:moveTo>
                  <ns1:cubicBezTo>
                    <ns1:pt x="22" y="96"/>
                    <ns1:pt x="8" y="82"/>
                    <ns1:pt x="8" y="64"/>
                  </ns1:cubicBezTo>
                  <ns1:cubicBezTo>
                    <ns1:pt x="8" y="46"/>
                    <ns1:pt x="22" y="32"/>
                    <ns1:pt x="40" y="32"/>
                  </ns1:cubicBezTo>
                  <ns1:cubicBezTo>
                    <ns1:pt x="58" y="32"/>
                    <ns1:pt x="72" y="46"/>
                    <ns1:pt x="72" y="64"/>
                  </ns1:cubicBezTo>
                  <ns1:cubicBezTo>
                    <ns1:pt x="72" y="82"/>
                    <ns1:pt x="58" y="96"/>
                    <ns1:pt x="40" y="96"/>
                  </ns1:cubicBezTo>
                  <ns1:close/>
                </ns1:path>
              </ns1:pathLst>
            </ns1:custGeom>
            <ns1:grpFill/>
            <ns1:ln>
              <ns1:noFill/>
            </ns1:ln>
            <ns1:extLst>
              <ns1:ext uri="{91240B29-F687-4F45-9708-019B960494DF}">
                <ns2:hiddenLine w="9525">
                  <ns1:solidFill>
                    <ns1:srgbClr val="000000"/>
                  </ns1:solidFill>
                  <ns1:round/>
                  <ns1:headEnd/>
                  <ns1:tailEnd/>
                </ns2:hiddenLine>
              </ns1:ext>
            </ns1:extLst>
          </ns0:spPr>
          <ns0:txBody>
            <ns1:bodyPr vert="horz" wrap="square" lIns="91440" tIns="45720" rIns="91440" bIns="45720" numCol="1" anchor="t" anchorCtr="0" compatLnSpc="1">
              <ns1:prstTxWarp prst="textNoShape">
                <ns1:avLst/>
              </ns1:prstTxWarp>
            </ns1:bodyPr>
            <ns1:lstStyle/>
            <ns1:p>
              <ns1:endParaRPr lang="id-ID" sz="2700"/>
            </ns1:p>
          </ns0:txBody>
        </ns0:sp>
        <ns0:sp>
          <ns0:nvSpPr>
            <ns0:cNvPr id="26" name="Freeform 347"/>
            <ns0:cNvSpPr>
              <ns1:spLocks/>
            </ns0:cNvSpPr>
            <ns0:nvPr/>
          </ns0:nvSpPr>
          <ns0:spPr bwMode="auto">
            <ns1:xfrm>
              <ns1:off x="8037513" y="3305175"/>
              <ns1:ext cx="90488" cy="90488"/>
            </ns1:xfrm>
            <ns1:custGeom>
              <ns1:avLst/>
              <ns1:gdLst>
                <ns1:gd name="T0" fmla="*/ 24 w 24"/>
                <ns1:gd name="T1" fmla="*/ 0 h 24"/>
                <ns1:gd name="T2" fmla="*/ 22 w 24"/>
                <ns1:gd name="T3" fmla="*/ 0 h 24"/>
                <ns1:gd name="T4" fmla="*/ 1 w 24"/>
                <ns1:gd name="T5" fmla="*/ 17 h 24"/>
                <ns1:gd name="T6" fmla="*/ 0 w 24"/>
                <ns1:gd name="T7" fmla="*/ 20 h 24"/>
                <ns1:gd name="T8" fmla="*/ 1 w 24"/>
                <ns1:gd name="T9" fmla="*/ 23 h 24"/>
                <ns1:gd name="T10" fmla="*/ 4 w 24"/>
                <ns1:gd name="T11" fmla="*/ 24 h 24"/>
                <ns1:gd name="T12" fmla="*/ 7 w 24"/>
                <ns1:gd name="T13" fmla="*/ 23 h 24"/>
                <ns1:gd name="T14" fmla="*/ 14 w 24"/>
                <ns1:gd name="T15" fmla="*/ 14 h 24"/>
                <ns1:gd name="T16" fmla="*/ 24 w 24"/>
                <ns1:gd name="T17" fmla="*/ 2 h 24"/>
                <ns1:gd name="T18" fmla="*/ 24 w 24"/>
                <ns1:gd name="T19" fmla="*/ 0 h 24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  <ns1:cxn ang="0">
                  <ns1:pos x="T14" y="T15"/>
                </ns1:cxn>
                <ns1:cxn ang="0">
                  <ns1:pos x="T16" y="T17"/>
                </ns1:cxn>
                <ns1:cxn ang="0">
                  <ns1:pos x="T18" y="T19"/>
                </ns1:cxn>
              </ns1:cxnLst>
              <ns1:rect l="0" t="0" r="r" b="b"/>
              <ns1:pathLst>
                <ns1:path w="24" h="24">
                  <ns1:moveTo>
                    <ns1:pt x="24" y="0"/>
                  </ns1:moveTo>
                  <ns1:cubicBezTo>
                    <ns1:pt x="23" y="0"/>
                    <ns1:pt x="23" y="0"/>
                    <ns1:pt x="22" y="0"/>
                  </ns1:cubicBezTo>
                  <ns1:cubicBezTo>
                    <ns1:pt x="1" y="17"/>
                    <ns1:pt x="1" y="17"/>
                    <ns1:pt x="1" y="17"/>
                  </ns1:cubicBezTo>
                  <ns1:cubicBezTo>
                    <ns1:pt x="0" y="18"/>
                    <ns1:pt x="0" y="19"/>
                    <ns1:pt x="0" y="20"/>
                  </ns1:cubicBezTo>
                  <ns1:cubicBezTo>
                    <ns1:pt x="0" y="21"/>
                    <ns1:pt x="0" y="22"/>
                    <ns1:pt x="1" y="23"/>
                  </ns1:cubicBezTo>
                  <ns1:cubicBezTo>
                    <ns1:pt x="2" y="24"/>
                    <ns1:pt x="3" y="24"/>
                    <ns1:pt x="4" y="24"/>
                  </ns1:cubicBezTo>
                  <ns1:cubicBezTo>
                    <ns1:pt x="5" y="24"/>
                    <ns1:pt x="6" y="24"/>
                    <ns1:pt x="7" y="23"/>
                  </ns1:cubicBezTo>
                  <ns1:cubicBezTo>
                    <ns1:pt x="14" y="14"/>
                    <ns1:pt x="14" y="14"/>
                    <ns1:pt x="14" y="14"/>
                  </ns1:cubicBezTo>
                  <ns1:cubicBezTo>
                    <ns1:pt x="24" y="2"/>
                    <ns1:pt x="24" y="2"/>
                    <ns1:pt x="24" y="2"/>
                  </ns1:cubicBezTo>
                  <ns1:cubicBezTo>
                    <ns1:pt x="24" y="1"/>
                    <ns1:pt x="24" y="1"/>
                    <ns1:pt x="24" y="0"/>
                  </ns1:cubicBezTo>
                  <ns1:close/>
                </ns1:path>
              </ns1:pathLst>
            </ns1:custGeom>
            <ns1:grpFill/>
            <ns1:ln>
              <ns1:noFill/>
            </ns1:ln>
            <ns1:extLst>
              <ns1:ext uri="{91240B29-F687-4F45-9708-019B960494DF}">
                <ns2:hiddenLine w="9525">
                  <ns1:solidFill>
                    <ns1:srgbClr val="000000"/>
                  </ns1:solidFill>
                  <ns1:round/>
                  <ns1:headEnd/>
                  <ns1:tailEnd/>
                </ns2:hiddenLine>
              </ns1:ext>
            </ns1:extLst>
          </ns0:spPr>
          <ns0:txBody>
            <ns1:bodyPr vert="horz" wrap="square" lIns="91440" tIns="45720" rIns="91440" bIns="45720" numCol="1" anchor="t" anchorCtr="0" compatLnSpc="1">
              <ns1:prstTxWarp prst="textNoShape">
                <ns1:avLst/>
              </ns1:prstTxWarp>
            </ns1:bodyPr>
            <ns1:lstStyle/>
            <ns1:p>
              <ns1:endParaRPr lang="id-ID" sz="2700"/>
            </ns1:p>
          </ns0:txBody>
        </ns0:sp>
      </ns0:grpSp>
      <ns0:grpSp>
        <ns0:nvGrpSpPr>
          <ns0:cNvPr id="27" name="Group 26"/>
          <ns0:cNvGrpSpPr/>
          <ns0:nvPr/>
        </ns0:nvGrpSpPr>
        <ns0:grpSpPr>
          <ns1:xfrm>
            <ns1:off x="5433105" y="1226168"/>
            <ns1:ext cx="378905" cy="378905"/>
            <ns1:chOff x="4926013" y="3140075"/>
            <ns1:chExt cx="481013" cy="481013"/>
          </ns1:xfrm>
          <ns1:solidFill>
            <ns1:schemeClr val="tx1"/>
          </ns1:solidFill>
        </ns0:grpSpPr>
        <ns0:sp>
          <ns0:nvSpPr>
            <ns0:cNvPr id="28" name="Freeform 348"/>
            <ns0:cNvSpPr>
              <ns1:spLocks noEditPoints="1"/>
            </ns0:cNvSpPr>
            <ns0:nvPr/>
          </ns0:nvSpPr>
          <ns0:spPr bwMode="auto">
            <ns1:xfrm>
              <ns1:off x="4926013" y="3140075"/>
              <ns1:ext cx="481013" cy="481013"/>
            </ns1:xfrm>
            <ns1:custGeom>
              <ns1:avLst/>
              <ns1:gdLst>
                <ns1:gd name="T0" fmla="*/ 83 w 128"/>
                <ns1:gd name="T1" fmla="*/ 40 h 128"/>
                <ns1:gd name="T2" fmla="*/ 64 w 128"/>
                <ns1:gd name="T3" fmla="*/ 0 h 128"/>
                <ns1:gd name="T4" fmla="*/ 36 w 128"/>
                <ns1:gd name="T5" fmla="*/ 41 h 128"/>
                <ns1:gd name="T6" fmla="*/ 32 w 128"/>
                <ns1:gd name="T7" fmla="*/ 43 h 128"/>
                <ns1:gd name="T8" fmla="*/ 12 w 128"/>
                <ns1:gd name="T9" fmla="*/ 40 h 128"/>
                <ns1:gd name="T10" fmla="*/ 0 w 128"/>
                <ns1:gd name="T11" fmla="*/ 116 h 128"/>
                <ns1:gd name="T12" fmla="*/ 24 w 128"/>
                <ns1:gd name="T13" fmla="*/ 128 h 128"/>
                <ns1:gd name="T14" fmla="*/ 35 w 128"/>
                <ns1:gd name="T15" fmla="*/ 121 h 128"/>
                <ns1:gd name="T16" fmla="*/ 36 w 128"/>
                <ns1:gd name="T17" fmla="*/ 121 h 128"/>
                <ns1:gd name="T18" fmla="*/ 76 w 128"/>
                <ns1:gd name="T19" fmla="*/ 128 h 128"/>
                <ns1:gd name="T20" fmla="*/ 112 w 128"/>
                <ns1:gd name="T21" fmla="*/ 120 h 128"/>
                <ns1:gd name="T22" fmla="*/ 114 w 128"/>
                <ns1:gd name="T23" fmla="*/ 109 h 128"/>
                <ns1:gd name="T24" fmla="*/ 121 w 128"/>
                <ns1:gd name="T25" fmla="*/ 88 h 128"/>
                <ns1:gd name="T26" fmla="*/ 124 w 128"/>
                <ns1:gd name="T27" fmla="*/ 67 h 128"/>
                <ns1:gd name="T28" fmla="*/ 128 w 128"/>
                <ns1:gd name="T29" fmla="*/ 58 h 128"/>
                <ns1:gd name="T30" fmla="*/ 117 w 128"/>
                <ns1:gd name="T31" fmla="*/ 42 h 128"/>
                <ns1:gd name="T32" fmla="*/ 24 w 128"/>
                <ns1:gd name="T33" fmla="*/ 120 h 128"/>
                <ns1:gd name="T34" fmla="*/ 8 w 128"/>
                <ns1:gd name="T35" fmla="*/ 116 h 128"/>
                <ns1:gd name="T36" fmla="*/ 12 w 128"/>
                <ns1:gd name="T37" fmla="*/ 48 h 128"/>
                <ns1:gd name="T38" fmla="*/ 28 w 128"/>
                <ns1:gd name="T39" fmla="*/ 52 h 128"/>
                <ns1:gd name="T40" fmla="*/ 120 w 128"/>
                <ns1:gd name="T41" fmla="*/ 58 h 128"/>
                <ns1:gd name="T42" fmla="*/ 104 w 128"/>
                <ns1:gd name="T43" fmla="*/ 64 h 128"/>
                <ns1:gd name="T44" fmla="*/ 104 w 128"/>
                <ns1:gd name="T45" fmla="*/ 68 h 128"/>
                <ns1:gd name="T46" fmla="*/ 118 w 128"/>
                <ns1:gd name="T47" fmla="*/ 75 h 128"/>
                <ns1:gd name="T48" fmla="*/ 100 w 128"/>
                <ns1:gd name="T49" fmla="*/ 84 h 128"/>
                <ns1:gd name="T50" fmla="*/ 100 w 128"/>
                <ns1:gd name="T51" fmla="*/ 88 h 128"/>
                <ns1:gd name="T52" fmla="*/ 113 w 128"/>
                <ns1:gd name="T53" fmla="*/ 96 h 128"/>
                <ns1:gd name="T54" fmla="*/ 96 w 128"/>
                <ns1:gd name="T55" fmla="*/ 104 h 128"/>
                <ns1:gd name="T56" fmla="*/ 96 w 128"/>
                <ns1:gd name="T57" fmla="*/ 108 h 128"/>
                <ns1:gd name="T58" fmla="*/ 106 w 128"/>
                <ns1:gd name="T59" fmla="*/ 114 h 128"/>
                <ns1:gd name="T60" fmla="*/ 98 w 128"/>
                <ns1:gd name="T61" fmla="*/ 120 h 128"/>
                <ns1:gd name="T62" fmla="*/ 54 w 128"/>
                <ns1:gd name="T63" fmla="*/ 117 h 128"/>
                <ns1:gd name="T64" fmla="*/ 32 w 128"/>
                <ns1:gd name="T65" fmla="*/ 110 h 128"/>
                <ns1:gd name="T66" fmla="*/ 35 w 128"/>
                <ns1:gd name="T67" fmla="*/ 50 h 128"/>
                <ns1:gd name="T68" fmla="*/ 60 w 128"/>
                <ns1:gd name="T69" fmla="*/ 12 h 128"/>
                <ns1:gd name="T70" fmla="*/ 76 w 128"/>
                <ns1:gd name="T71" fmla="*/ 27 h 128"/>
                <ns1:gd name="T72" fmla="*/ 115 w 128"/>
                <ns1:gd name="T73" fmla="*/ 50 h 128"/>
                <ns1:gd name="T74" fmla="*/ 120 w 128"/>
                <ns1:gd name="T75" fmla="*/ 58 h 128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  <ns1:cxn ang="0">
                  <ns1:pos x="T14" y="T15"/>
                </ns1:cxn>
                <ns1:cxn ang="0">
                  <ns1:pos x="T16" y="T17"/>
                </ns1:cxn>
                <ns1:cxn ang="0">
                  <ns1:pos x="T18" y="T19"/>
                </ns1:cxn>
                <ns1:cxn ang="0">
                  <ns1:pos x="T20" y="T21"/>
                </ns1:cxn>
                <ns1:cxn ang="0">
                  <ns1:pos x="T22" y="T23"/>
                </ns1:cxn>
                <ns1:cxn ang="0">
                  <ns1:pos x="T24" y="T25"/>
                </ns1:cxn>
                <ns1:cxn ang="0">
                  <ns1:pos x="T26" y="T27"/>
                </ns1:cxn>
                <ns1:cxn ang="0">
                  <ns1:pos x="T28" y="T29"/>
                </ns1:cxn>
                <ns1:cxn ang="0">
                  <ns1:pos x="T30" y="T31"/>
                </ns1:cxn>
                <ns1:cxn ang="0">
                  <ns1:pos x="T32" y="T33"/>
                </ns1:cxn>
                <ns1:cxn ang="0">
                  <ns1:pos x="T34" y="T35"/>
                </ns1:cxn>
                <ns1:cxn ang="0">
                  <ns1:pos x="T36" y="T37"/>
                </ns1:cxn>
                <ns1:cxn ang="0">
                  <ns1:pos x="T38" y="T39"/>
                </ns1:cxn>
                <ns1:cxn ang="0">
                  <ns1:pos x="T40" y="T41"/>
                </ns1:cxn>
                <ns1:cxn ang="0">
                  <ns1:pos x="T42" y="T43"/>
                </ns1:cxn>
                <ns1:cxn ang="0">
                  <ns1:pos x="T44" y="T45"/>
                </ns1:cxn>
                <ns1:cxn ang="0">
                  <ns1:pos x="T46" y="T47"/>
                </ns1:cxn>
                <ns1:cxn ang="0">
                  <ns1:pos x="T48" y="T49"/>
                </ns1:cxn>
                <ns1:cxn ang="0">
                  <ns1:pos x="T50" y="T51"/>
                </ns1:cxn>
                <ns1:cxn ang="0">
                  <ns1:pos x="T52" y="T53"/>
                </ns1:cxn>
                <ns1:cxn ang="0">
                  <ns1:pos x="T54" y="T55"/>
                </ns1:cxn>
                <ns1:cxn ang="0">
                  <ns1:pos x="T56" y="T57"/>
                </ns1:cxn>
                <ns1:cxn ang="0">
                  <ns1:pos x="T58" y="T59"/>
                </ns1:cxn>
                <ns1:cxn ang="0">
                  <ns1:pos x="T60" y="T61"/>
                </ns1:cxn>
                <ns1:cxn ang="0">
                  <ns1:pos x="T62" y="T63"/>
                </ns1:cxn>
                <ns1:cxn ang="0">
                  <ns1:pos x="T64" y="T65"/>
                </ns1:cxn>
                <ns1:cxn ang="0">
                  <ns1:pos x="T66" y="T67"/>
                </ns1:cxn>
                <ns1:cxn ang="0">
                  <ns1:pos x="T68" y="T69"/>
                </ns1:cxn>
                <ns1:cxn ang="0">
                  <ns1:pos x="T70" y="T71"/>
                </ns1:cxn>
                <ns1:cxn ang="0">
                  <ns1:pos x="T72" y="T73"/>
                </ns1:cxn>
                <ns1:cxn ang="0">
                  <ns1:pos x="T74" y="T75"/>
                </ns1:cxn>
              </ns1:cxnLst>
              <ns1:rect l="0" t="0" r="r" b="b"/>
              <ns1:pathLst>
                <ns1:path w="128" h="128">
                  <ns1:moveTo>
                    <ns1:pt x="117" y="42"/>
                  </ns1:moveTo>
                  <ns1:cubicBezTo>
                    <ns1:pt x="112" y="41"/>
                    <ns1:pt x="100" y="41"/>
                    <ns1:pt x="83" y="40"/>
                  </ns1:cubicBezTo>
                  <ns1:cubicBezTo>
                    <ns1:pt x="84" y="36"/>
                    <ns1:pt x="84" y="33"/>
                    <ns1:pt x="84" y="27"/>
                  </ns1:cubicBezTo>
                  <ns1:cubicBezTo>
                    <ns1:pt x="84" y="13"/>
                    <ns1:pt x="73" y="0"/>
                    <ns1:pt x="64" y="0"/>
                  </ns1:cubicBezTo>
                  <ns1:cubicBezTo>
                    <ns1:pt x="57" y="0"/>
                    <ns1:pt x="52" y="5"/>
                    <ns1:pt x="52" y="12"/>
                  </ns1:cubicBezTo>
                  <ns1:cubicBezTo>
                    <ns1:pt x="52" y="20"/>
                    <ns1:pt x="49" y="34"/>
                    <ns1:pt x="36" y="41"/>
                  </ns1:cubicBezTo>
                  <ns1:cubicBezTo>
                    <ns1:pt x="35" y="41"/>
                    <ns1:pt x="32" y="43"/>
                    <ns1:pt x="32" y="43"/>
                  </ns1:cubicBezTo>
                  <ns1:cubicBezTo>
                    <ns1:pt x="32" y="43"/>
                    <ns1:pt x="32" y="43"/>
                    <ns1:pt x="32" y="43"/>
                  </ns1:cubicBezTo>
                  <ns1:cubicBezTo>
                    <ns1:pt x="30" y="41"/>
                    <ns1:pt x="27" y="40"/>
                    <ns1:pt x="24" y="40"/>
                  </ns1:cubicBezTo>
                  <ns1:cubicBezTo>
                    <ns1:pt x="12" y="40"/>
                    <ns1:pt x="12" y="40"/>
                    <ns1:pt x="12" y="40"/>
                  </ns1:cubicBezTo>
                  <ns1:cubicBezTo>
                    <ns1:pt x="5" y="40"/>
                    <ns1:pt x="0" y="45"/>
                    <ns1:pt x="0" y="52"/>
                  </ns1:cubicBezTo>
                  <ns1:cubicBezTo>
                    <ns1:pt x="0" y="116"/>
                    <ns1:pt x="0" y="116"/>
                    <ns1:pt x="0" y="116"/>
                  </ns1:cubicBezTo>
                  <ns1:cubicBezTo>
                    <ns1:pt x="0" y="123"/>
                    <ns1:pt x="5" y="128"/>
                    <ns1:pt x="12" y="128"/>
                  </ns1:cubicBezTo>
                  <ns1:cubicBezTo>
                    <ns1:pt x="24" y="128"/>
                    <ns1:pt x="24" y="128"/>
                    <ns1:pt x="24" y="128"/>
                  </ns1:cubicBezTo>
                  <ns1:cubicBezTo>
                    <ns1:pt x="29" y="128"/>
                    <ns1:pt x="33" y="125"/>
                    <ns1:pt x="35" y="121"/>
                  </ns1:cubicBezTo>
                  <ns1:cubicBezTo>
                    <ns1:pt x="35" y="121"/>
                    <ns1:pt x="35" y="121"/>
                    <ns1:pt x="35" y="121"/>
                  </ns1:cubicBezTo>
                  <ns1:cubicBezTo>
                    <ns1:pt x="35" y="121"/>
                    <ns1:pt x="35" y="121"/>
                    <ns1:pt x="36" y="121"/>
                  </ns1:cubicBezTo>
                  <ns1:cubicBezTo>
                    <ns1:pt x="36" y="121"/>
                    <ns1:pt x="36" y="121"/>
                    <ns1:pt x="36" y="121"/>
                  </ns1:cubicBezTo>
                  <ns1:cubicBezTo>
                    <ns1:pt x="38" y="122"/>
                    <ns1:pt x="43" y="123"/>
                    <ns1:pt x="52" y="125"/>
                  </ns1:cubicBezTo>
                  <ns1:cubicBezTo>
                    <ns1:pt x="54" y="126"/>
                    <ns1:pt x="65" y="128"/>
                    <ns1:pt x="76" y="128"/>
                  </ns1:cubicBezTo>
                  <ns1:cubicBezTo>
                    <ns1:pt x="98" y="128"/>
                    <ns1:pt x="98" y="128"/>
                    <ns1:pt x="98" y="128"/>
                  </ns1:cubicBezTo>
                  <ns1:cubicBezTo>
                    <ns1:pt x="105" y="128"/>
                    <ns1:pt x="109" y="125"/>
                    <ns1:pt x="112" y="120"/>
                  </ns1:cubicBezTo>
                  <ns1:cubicBezTo>
                    <ns1:pt x="112" y="120"/>
                    <ns1:pt x="113" y="118"/>
                    <ns1:pt x="114" y="116"/>
                  </ns1:cubicBezTo>
                  <ns1:cubicBezTo>
                    <ns1:pt x="115" y="114"/>
                    <ns1:pt x="115" y="112"/>
                    <ns1:pt x="114" y="109"/>
                  </ns1:cubicBezTo>
                  <ns1:cubicBezTo>
                    <ns1:pt x="118" y="106"/>
                    <ns1:pt x="120" y="102"/>
                    <ns1:pt x="121" y="99"/>
                  </ns1:cubicBezTo>
                  <ns1:cubicBezTo>
                    <ns1:pt x="122" y="94"/>
                    <ns1:pt x="122" y="90"/>
                    <ns1:pt x="121" y="88"/>
                  </ns1:cubicBezTo>
                  <ns1:cubicBezTo>
                    <ns1:pt x="123" y="85"/>
                    <ns1:pt x="125" y="82"/>
                    <ns1:pt x="126" y="77"/>
                  </ns1:cubicBezTo>
                  <ns1:cubicBezTo>
                    <ns1:pt x="127" y="73"/>
                    <ns1:pt x="126" y="70"/>
                    <ns1:pt x="124" y="67"/>
                  </ns1:cubicBezTo>
                  <ns1:cubicBezTo>
                    <ns1:pt x="127" y="65"/>
                    <ns1:pt x="128" y="61"/>
                    <ns1:pt x="128" y="58"/>
                  </ns1:cubicBezTo>
                  <ns1:cubicBezTo>
                    <ns1:pt x="128" y="58"/>
                    <ns1:pt x="128" y="58"/>
                    <ns1:pt x="128" y="58"/>
                  </ns1:cubicBezTo>
                  <ns1:cubicBezTo>
                    <ns1:pt x="128" y="57"/>
                    <ns1:pt x="128" y="57"/>
                    <ns1:pt x="128" y="56"/>
                  </ns1:cubicBezTo>
                  <ns1:cubicBezTo>
                    <ns1:pt x="128" y="51"/>
                    <ns1:pt x="125" y="44"/>
                    <ns1:pt x="117" y="42"/>
                  </ns1:cubicBezTo>
                  <ns1:close/>
                  <ns1:moveTo>
                    <ns1:pt x="28" y="116"/>
                  </ns1:moveTo>
                  <ns1:cubicBezTo>
                    <ns1:pt x="28" y="118"/>
                    <ns1:pt x="26" y="120"/>
                    <ns1:pt x="24" y="120"/>
                  </ns1:cubicBezTo>
                  <ns1:cubicBezTo>
                    <ns1:pt x="12" y="120"/>
                    <ns1:pt x="12" y="120"/>
                    <ns1:pt x="12" y="120"/>
                  </ns1:cubicBezTo>
                  <ns1:cubicBezTo>
                    <ns1:pt x="10" y="120"/>
                    <ns1:pt x="8" y="118"/>
                    <ns1:pt x="8" y="116"/>
                  </ns1:cubicBezTo>
                  <ns1:cubicBezTo>
                    <ns1:pt x="8" y="52"/>
                    <ns1:pt x="8" y="52"/>
                    <ns1:pt x="8" y="52"/>
                  </ns1:cubicBezTo>
                  <ns1:cubicBezTo>
                    <ns1:pt x="8" y="50"/>
                    <ns1:pt x="10" y="48"/>
                    <ns1:pt x="12" y="48"/>
                  </ns1:cubicBezTo>
                  <ns1:cubicBezTo>
                    <ns1:pt x="24" y="48"/>
                    <ns1:pt x="24" y="48"/>
                    <ns1:pt x="24" y="48"/>
                  </ns1:cubicBezTo>
                  <ns1:cubicBezTo>
                    <ns1:pt x="26" y="48"/>
                    <ns1:pt x="28" y="50"/>
                    <ns1:pt x="28" y="52"/>
                  </ns1:cubicBezTo>
                  <ns1:lnTo>
                    <ns1:pt x="28" y="116"/>
                  </ns1:lnTo>
                  <ns1:close/>
                  <ns1:moveTo>
                    <ns1:pt x="120" y="58"/>
                  </ns1:moveTo>
                  <ns1:cubicBezTo>
                    <ns1:pt x="120" y="60"/>
                    <ns1:pt x="119" y="64"/>
                    <ns1:pt x="112" y="64"/>
                  </ns1:cubicBezTo>
                  <ns1:cubicBezTo>
                    <ns1:pt x="106" y="64"/>
                    <ns1:pt x="104" y="64"/>
                    <ns1:pt x="104" y="64"/>
                  </ns1:cubicBezTo>
                  <ns1:cubicBezTo>
                    <ns1:pt x="103" y="64"/>
                    <ns1:pt x="102" y="65"/>
                    <ns1:pt x="102" y="66"/>
                  </ns1:cubicBezTo>
                  <ns1:cubicBezTo>
                    <ns1:pt x="102" y="67"/>
                    <ns1:pt x="103" y="68"/>
                    <ns1:pt x="104" y="68"/>
                  </ns1:cubicBezTo>
                  <ns1:cubicBezTo>
                    <ns1:pt x="104" y="68"/>
                    <ns1:pt x="106" y="68"/>
                    <ns1:pt x="112" y="68"/>
                  </ns1:cubicBezTo>
                  <ns1:cubicBezTo>
                    <ns1:pt x="118" y="68"/>
                    <ns1:pt x="119" y="73"/>
                    <ns1:pt x="118" y="75"/>
                  </ns1:cubicBezTo>
                  <ns1:cubicBezTo>
                    <ns1:pt x="118" y="78"/>
                    <ns1:pt x="116" y="84"/>
                    <ns1:pt x="110" y="84"/>
                  </ns1:cubicBezTo>
                  <ns1:cubicBezTo>
                    <ns1:pt x="103" y="84"/>
                    <ns1:pt x="100" y="84"/>
                    <ns1:pt x="100" y="84"/>
                  </ns1:cubicBezTo>
                  <ns1:cubicBezTo>
                    <ns1:pt x="99" y="84"/>
                    <ns1:pt x="98" y="85"/>
                    <ns1:pt x="98" y="86"/>
                  </ns1:cubicBezTo>
                  <ns1:cubicBezTo>
                    <ns1:pt x="98" y="87"/>
                    <ns1:pt x="99" y="88"/>
                    <ns1:pt x="100" y="88"/>
                  </ns1:cubicBezTo>
                  <ns1:cubicBezTo>
                    <ns1:pt x="100" y="88"/>
                    <ns1:pt x="105" y="88"/>
                    <ns1:pt x="108" y="88"/>
                  </ns1:cubicBezTo>
                  <ns1:cubicBezTo>
                    <ns1:pt x="115" y="88"/>
                    <ns1:pt x="114" y="93"/>
                    <ns1:pt x="113" y="96"/>
                  </ns1:cubicBezTo>
                  <ns1:cubicBezTo>
                    <ns1:pt x="112" y="100"/>
                    <ns1:pt x="111" y="104"/>
                    <ns1:pt x="103" y="104"/>
                  </ns1:cubicBezTo>
                  <ns1:cubicBezTo>
                    <ns1:pt x="100" y="104"/>
                    <ns1:pt x="96" y="104"/>
                    <ns1:pt x="96" y="104"/>
                  </ns1:cubicBezTo>
                  <ns1:cubicBezTo>
                    <ns1:pt x="95" y="104"/>
                    <ns1:pt x="94" y="105"/>
                    <ns1:pt x="94" y="106"/>
                  </ns1:cubicBezTo>
                  <ns1:cubicBezTo>
                    <ns1:pt x="94" y="107"/>
                    <ns1:pt x="95" y="108"/>
                    <ns1:pt x="96" y="108"/>
                  </ns1:cubicBezTo>
                  <ns1:cubicBezTo>
                    <ns1:pt x="96" y="108"/>
                    <ns1:pt x="99" y="108"/>
                    <ns1:pt x="102" y="108"/>
                  </ns1:cubicBezTo>
                  <ns1:cubicBezTo>
                    <ns1:pt x="107" y="108"/>
                    <ns1:pt x="107" y="112"/>
                    <ns1:pt x="106" y="114"/>
                  </ns1:cubicBezTo>
                  <ns1:cubicBezTo>
                    <ns1:pt x="106" y="115"/>
                    <ns1:pt x="105" y="116"/>
                    <ns1:pt x="105" y="117"/>
                  </ns1:cubicBezTo>
                  <ns1:cubicBezTo>
                    <ns1:pt x="104" y="119"/>
                    <ns1:pt x="102" y="120"/>
                    <ns1:pt x="98" y="120"/>
                  </ns1:cubicBezTo>
                  <ns1:cubicBezTo>
                    <ns1:pt x="76" y="120"/>
                    <ns1:pt x="76" y="120"/>
                    <ns1:pt x="76" y="120"/>
                  </ns1:cubicBezTo>
                  <ns1:cubicBezTo>
                    <ns1:pt x="65" y="120"/>
                    <ns1:pt x="54" y="118"/>
                    <ns1:pt x="54" y="117"/>
                  </ns1:cubicBezTo>
                  <ns1:cubicBezTo>
                    <ns1:pt x="37" y="114"/>
                    <ns1:pt x="36" y="113"/>
                    <ns1:pt x="35" y="113"/>
                  </ns1:cubicBezTo>
                  <ns1:cubicBezTo>
                    <ns1:pt x="35" y="113"/>
                    <ns1:pt x="32" y="112"/>
                    <ns1:pt x="32" y="110"/>
                  </ns1:cubicBezTo>
                  <ns1:cubicBezTo>
                    <ns1:pt x="32" y="54"/>
                    <ns1:pt x="32" y="54"/>
                    <ns1:pt x="32" y="54"/>
                  </ns1:cubicBezTo>
                  <ns1:cubicBezTo>
                    <ns1:pt x="32" y="52"/>
                    <ns1:pt x="33" y="51"/>
                    <ns1:pt x="35" y="50"/>
                  </ns1:cubicBezTo>
                  <ns1:cubicBezTo>
                    <ns1:pt x="35" y="50"/>
                    <ns1:pt x="36" y="50"/>
                    <ns1:pt x="36" y="50"/>
                  </ns1:cubicBezTo>
                  <ns1:cubicBezTo>
                    <ns1:pt x="54" y="42"/>
                    <ns1:pt x="60" y="26"/>
                    <ns1:pt x="60" y="12"/>
                  </ns1:cubicBezTo>
                  <ns1:cubicBezTo>
                    <ns1:pt x="60" y="10"/>
                    <ns1:pt x="62" y="8"/>
                    <ns1:pt x="64" y="8"/>
                  </ns1:cubicBezTo>
                  <ns1:cubicBezTo>
                    <ns1:pt x="68" y="8"/>
                    <ns1:pt x="76" y="16"/>
                    <ns1:pt x="76" y="27"/>
                  </ns1:cubicBezTo>
                  <ns1:cubicBezTo>
                    <ns1:pt x="76" y="36"/>
                    <ns1:pt x="75" y="38"/>
                    <ns1:pt x="72" y="48"/>
                  </ns1:cubicBezTo>
                  <ns1:cubicBezTo>
                    <ns1:pt x="112" y="48"/>
                    <ns1:pt x="112" y="49"/>
                    <ns1:pt x="115" y="50"/>
                  </ns1:cubicBezTo>
                  <ns1:cubicBezTo>
                    <ns1:pt x="120" y="51"/>
                    <ns1:pt x="120" y="54"/>
                    <ns1:pt x="120" y="56"/>
                  </ns1:cubicBezTo>
                  <ns1:cubicBezTo>
                    <ns1:pt x="120" y="57"/>
                    <ns1:pt x="120" y="57"/>
                    <ns1:pt x="120" y="58"/>
                  </ns1:cubicBezTo>
                  <ns1:close/>
                </ns1:path>
              </ns1:pathLst>
            </ns1:custGeom>
            <ns1:grpFill/>
            <ns1:ln>
              <ns1:noFill/>
            </ns1:ln>
            <ns1:extLst>
              <ns1:ext uri="{91240B29-F687-4F45-9708-019B960494DF}">
                <ns2:hiddenLine w="9525">
                  <ns1:solidFill>
                    <ns1:srgbClr val="000000"/>
                  </ns1:solidFill>
                  <ns1:round/>
                  <ns1:headEnd/>
                  <ns1:tailEnd/>
                </ns2:hiddenLine>
              </ns1:ext>
            </ns1:extLst>
          </ns0:spPr>
          <ns0:txBody>
            <ns1:bodyPr vert="horz" wrap="square" lIns="91440" tIns="45720" rIns="91440" bIns="45720" numCol="1" anchor="t" anchorCtr="0" compatLnSpc="1">
              <ns1:prstTxWarp prst="textNoShape">
                <ns1:avLst/>
              </ns1:prstTxWarp>
            </ns1:bodyPr>
            <ns1:lstStyle/>
            <ns1:p>
              <ns1:endParaRPr lang="id-ID" sz="2700"/>
            </ns1:p>
          </ns0:txBody>
        </ns0:sp>
        <ns0:sp>
          <ns0:nvSpPr>
            <ns0:cNvPr id="29" name="Freeform 349"/>
            <ns0:cNvSpPr>
              <ns1:spLocks noEditPoints="1"/>
            </ns0:cNvSpPr>
            <ns0:nvPr/>
          </ns0:nvSpPr>
          <ns0:spPr bwMode="auto">
            <ns1:xfrm>
              <ns1:off x="4970463" y="3530600"/>
              <ns1:ext cx="44450" cy="44450"/>
            </ns1:xfrm>
            <ns1:custGeom>
              <ns1:avLst/>
              <ns1:gdLst>
                <ns1:gd name="T0" fmla="*/ 6 w 12"/>
                <ns1:gd name="T1" fmla="*/ 0 h 12"/>
                <ns1:gd name="T2" fmla="*/ 0 w 12"/>
                <ns1:gd name="T3" fmla="*/ 6 h 12"/>
                <ns1:gd name="T4" fmla="*/ 6 w 12"/>
                <ns1:gd name="T5" fmla="*/ 12 h 12"/>
                <ns1:gd name="T6" fmla="*/ 12 w 12"/>
                <ns1:gd name="T7" fmla="*/ 6 h 12"/>
                <ns1:gd name="T8" fmla="*/ 6 w 12"/>
                <ns1:gd name="T9" fmla="*/ 0 h 12"/>
                <ns1:gd name="T10" fmla="*/ 6 w 12"/>
                <ns1:gd name="T11" fmla="*/ 8 h 12"/>
                <ns1:gd name="T12" fmla="*/ 4 w 12"/>
                <ns1:gd name="T13" fmla="*/ 6 h 12"/>
                <ns1:gd name="T14" fmla="*/ 6 w 12"/>
                <ns1:gd name="T15" fmla="*/ 4 h 12"/>
                <ns1:gd name="T16" fmla="*/ 8 w 12"/>
                <ns1:gd name="T17" fmla="*/ 6 h 12"/>
                <ns1:gd name="T18" fmla="*/ 6 w 12"/>
                <ns1:gd name="T19" fmla="*/ 8 h 12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  <ns1:cxn ang="0">
                  <ns1:pos x="T14" y="T15"/>
                </ns1:cxn>
                <ns1:cxn ang="0">
                  <ns1:pos x="T16" y="T17"/>
                </ns1:cxn>
                <ns1:cxn ang="0">
                  <ns1:pos x="T18" y="T19"/>
                </ns1:cxn>
              </ns1:cxnLst>
              <ns1:rect l="0" t="0" r="r" b="b"/>
              <ns1:pathLst>
                <ns1:path w="12" h="12">
                  <ns1:moveTo>
                    <ns1:pt x="6" y="0"/>
                  </ns1:moveTo>
                  <ns1:cubicBezTo>
                    <ns1:pt x="3" y="0"/>
                    <ns1:pt x="0" y="3"/>
                    <ns1:pt x="0" y="6"/>
                  </ns1:cubicBezTo>
                  <ns1:cubicBezTo>
                    <ns1:pt x="0" y="9"/>
                    <ns1:pt x="3" y="12"/>
                    <ns1:pt x="6" y="12"/>
                  </ns1:cubicBezTo>
                  <ns1:cubicBezTo>
                    <ns1:pt x="9" y="12"/>
                    <ns1:pt x="12" y="9"/>
                    <ns1:pt x="12" y="6"/>
                  </ns1:cubicBezTo>
                  <ns1:cubicBezTo>
                    <ns1:pt x="12" y="3"/>
                    <ns1:pt x="9" y="0"/>
                    <ns1:pt x="6" y="0"/>
                  </ns1:cubicBezTo>
                  <ns1:close/>
                  <ns1:moveTo>
                    <ns1:pt x="6" y="8"/>
                  </ns1:moveTo>
                  <ns1:cubicBezTo>
                    <ns1:pt x="5" y="8"/>
                    <ns1:pt x="4" y="7"/>
                    <ns1:pt x="4" y="6"/>
                  </ns1:cubicBezTo>
                  <ns1:cubicBezTo>
                    <ns1:pt x="4" y="5"/>
                    <ns1:pt x="5" y="4"/>
                    <ns1:pt x="6" y="4"/>
                  </ns1:cubicBezTo>
                  <ns1:cubicBezTo>
                    <ns1:pt x="7" y="4"/>
                    <ns1:pt x="8" y="5"/>
                    <ns1:pt x="8" y="6"/>
                  </ns1:cubicBezTo>
                  <ns1:cubicBezTo>
                    <ns1:pt x="8" y="7"/>
                    <ns1:pt x="7" y="8"/>
                    <ns1:pt x="6" y="8"/>
                  </ns1:cubicBezTo>
                  <ns1:close/>
                </ns1:path>
              </ns1:pathLst>
            </ns1:custGeom>
            <ns1:grpFill/>
            <ns1:ln>
              <ns1:noFill/>
            </ns1:ln>
            <ns1:extLst>
              <ns1:ext uri="{91240B29-F687-4F45-9708-019B960494DF}">
                <ns2:hiddenLine w="9525">
                  <ns1:solidFill>
                    <ns1:srgbClr val="000000"/>
                  </ns1:solidFill>
                  <ns1:round/>
                  <ns1:headEnd/>
                  <ns1:tailEnd/>
                </ns2:hiddenLine>
              </ns1:ext>
            </ns1:extLst>
          </ns0:spPr>
          <ns0:txBody>
            <ns1:bodyPr vert="horz" wrap="square" lIns="91440" tIns="45720" rIns="91440" bIns="45720" numCol="1" anchor="t" anchorCtr="0" compatLnSpc="1">
              <ns1:prstTxWarp prst="textNoShape">
                <ns1:avLst/>
              </ns1:prstTxWarp>
            </ns1:bodyPr>
            <ns1:lstStyle/>
            <ns1:p>
              <ns1:endParaRPr lang="id-ID" sz="2700"/>
            </ns1:p>
          </ns0:txBody>
        </ns0:sp>
      </ns0:grpSp>
      <ns0:sp>
        <ns0:nvSpPr>
          <ns0:cNvPr id="30" name="Freeform 350"/>
          <ns0:cNvSpPr>
            <ns1:spLocks noEditPoints="1"/>
          </ns0:cNvSpPr>
          <ns0:nvPr/>
        </ns0:nvSpPr>
        <ns0:spPr bwMode="auto">
          <ns1:xfrm>
            <ns1:off x="7466616" y="390374"/>
            <ns1:ext cx="481013" cy="360363"/>
          </ns1:xfrm>
          <ns1:custGeom>
            <ns1:avLst/>
            <ns1:gdLst>
              <ns1:gd name="T0" fmla="*/ 105 w 128"/>
              <ns1:gd name="T1" fmla="*/ 2 h 96"/>
              <ns1:gd name="T2" fmla="*/ 28 w 128"/>
              <ns1:gd name="T3" fmla="*/ 0 h 96"/>
              <ns1:gd name="T4" fmla="*/ 2 w 128"/>
              <ns1:gd name="T5" fmla="*/ 23 h 96"/>
              <ns1:gd name="T6" fmla="*/ 2 w 128"/>
              <ns1:gd name="T7" fmla="*/ 34 h 96"/>
              <ns1:gd name="T8" fmla="*/ 64 w 128"/>
              <ns1:gd name="T9" fmla="*/ 96 h 96"/>
              <ns1:gd name="T10" fmla="*/ 126 w 128"/>
              <ns1:gd name="T11" fmla="*/ 34 h 96"/>
              <ns1:gd name="T12" fmla="*/ 126 w 128"/>
              <ns1:gd name="T13" fmla="*/ 23 h 96"/>
              <ns1:gd name="T14" fmla="*/ 55 w 128"/>
              <ns1:gd name="T15" fmla="*/ 28 h 96"/>
              <ns1:gd name="T16" fmla="*/ 73 w 128"/>
              <ns1:gd name="T17" fmla="*/ 28 h 96"/>
              <ns1:gd name="T18" fmla="*/ 78 w 128"/>
              <ns1:gd name="T19" fmla="*/ 9 h 96"/>
              <ns1:gd name="T20" fmla="*/ 76 w 128"/>
              <ns1:gd name="T21" fmla="*/ 25 h 96"/>
              <ns1:gd name="T22" fmla="*/ 52 w 128"/>
              <ns1:gd name="T23" fmla="*/ 25 h 96"/>
              <ns1:gd name="T24" fmla="*/ 50 w 128"/>
              <ns1:gd name="T25" fmla="*/ 9 h 96"/>
              <ns1:gd name="T26" fmla="*/ 52 w 128"/>
              <ns1:gd name="T27" fmla="*/ 25 h 96"/>
              <ns1:gd name="T28" fmla="*/ 64 w 128"/>
              <ns1:gd name="T29" fmla="*/ 82 h 96"/>
              <ns1:gd name="T30" fmla="*/ 74 w 128"/>
              <ns1:gd name="T31" fmla="*/ 32 h 96"/>
              <ns1:gd name="T32" fmla="*/ 98 w 128"/>
              <ns1:gd name="T33" fmla="*/ 32 h 96"/>
              <ns1:gd name="T34" fmla="*/ 78 w 128"/>
              <ns1:gd name="T35" fmla="*/ 32 h 96"/>
              <ns1:gd name="T36" fmla="*/ 89 w 128"/>
              <ns1:gd name="T37" fmla="*/ 20 h 96"/>
              <ns1:gd name="T38" fmla="*/ 79 w 128"/>
              <ns1:gd name="T39" fmla="*/ 28 h 96"/>
              <ns1:gd name="T40" fmla="*/ 97 w 128"/>
              <ns1:gd name="T41" fmla="*/ 8 h 96"/>
              <ns1:gd name="T42" fmla="*/ 83 w 128"/>
              <ns1:gd name="T43" fmla="*/ 8 h 96"/>
              <ns1:gd name="T44" fmla="*/ 55 w 128"/>
              <ns1:gd name="T45" fmla="*/ 8 h 96"/>
              <ns1:gd name="T46" fmla="*/ 64 w 128"/>
              <ns1:gd name="T47" fmla="*/ 15 h 96"/>
              <ns1:gd name="T48" fmla="*/ 31 w 128"/>
              <ns1:gd name="T49" fmla="*/ 8 h 96"/>
              <ns1:gd name="T50" fmla="*/ 39 w 128"/>
              <ns1:gd name="T51" fmla="*/ 14 h 96"/>
              <ns1:gd name="T52" fmla="*/ 49 w 128"/>
              <ns1:gd name="T53" fmla="*/ 28 h 96"/>
              <ns1:gd name="T54" fmla="*/ 39 w 128"/>
              <ns1:gd name="T55" fmla="*/ 20 h 96"/>
              <ns1:gd name="T56" fmla="*/ 60 w 128"/>
              <ns1:gd name="T57" fmla="*/ 81 h 96"/>
              <ns1:gd name="T58" fmla="*/ 50 w 128"/>
              <ns1:gd name="T59" fmla="*/ 32 h 96"/>
              <ns1:gd name="T60" fmla="*/ 11 w 128"/>
              <ns1:gd name="T61" fmla="*/ 32 h 96"/>
              <ns1:gd name="T62" fmla="*/ 51 w 128"/>
              <ns1:gd name="T63" fmla="*/ 74 h 96"/>
              <ns1:gd name="T64" fmla="*/ 117 w 128"/>
              <ns1:gd name="T65" fmla="*/ 32 h 96"/>
              <ns1:gd name="T66" fmla="*/ 102 w 128"/>
              <ns1:gd name="T67" fmla="*/ 32 h 96"/>
              <ns1:gd name="T68" fmla="*/ 92 w 128"/>
              <ns1:gd name="T69" fmla="*/ 17 h 96"/>
              <ns1:gd name="T70" fmla="*/ 120 w 128"/>
              <ns1:gd name="T71" fmla="*/ 28 h 96"/>
              <ns1:gd name="T72" fmla="*/ 27 w 128"/>
              <ns1:gd name="T73" fmla="*/ 10 h 96"/>
              <ns1:gd name="T74" fmla="*/ 25 w 128"/>
              <ns1:gd name="T75" fmla="*/ 28 h 96"/>
              <ns1:gd name="T76" fmla="*/ 27 w 128"/>
              <ns1:gd name="T77" fmla="*/ 10 h 96"/>
            </ns1:gdLst>
            <ns1:ahLst/>
            <ns1:cxnLst>
              <ns1:cxn ang="0">
                <ns1:pos x="T0" y="T1"/>
              </ns1:cxn>
              <ns1:cxn ang="0">
                <ns1:pos x="T2" y="T3"/>
              </ns1:cxn>
              <ns1:cxn ang="0">
                <ns1:pos x="T4" y="T5"/>
              </ns1:cxn>
              <ns1:cxn ang="0">
                <ns1:pos x="T6" y="T7"/>
              </ns1:cxn>
              <ns1:cxn ang="0">
                <ns1:pos x="T8" y="T9"/>
              </ns1:cxn>
              <ns1:cxn ang="0">
                <ns1:pos x="T10" y="T11"/>
              </ns1:cxn>
              <ns1:cxn ang="0">
                <ns1:pos x="T12" y="T13"/>
              </ns1:cxn>
              <ns1:cxn ang="0">
                <ns1:pos x="T14" y="T15"/>
              </ns1:cxn>
              <ns1:cxn ang="0">
                <ns1:pos x="T16" y="T17"/>
              </ns1:cxn>
              <ns1:cxn ang="0">
                <ns1:pos x="T18" y="T19"/>
              </ns1:cxn>
              <ns1:cxn ang="0">
                <ns1:pos x="T20" y="T21"/>
              </ns1:cxn>
              <ns1:cxn ang="0">
                <ns1:pos x="T22" y="T23"/>
              </ns1:cxn>
              <ns1:cxn ang="0">
                <ns1:pos x="T24" y="T25"/>
              </ns1:cxn>
              <ns1:cxn ang="0">
                <ns1:pos x="T26" y="T27"/>
              </ns1:cxn>
              <ns1:cxn ang="0">
                <ns1:pos x="T28" y="T29"/>
              </ns1:cxn>
              <ns1:cxn ang="0">
                <ns1:pos x="T30" y="T31"/>
              </ns1:cxn>
              <ns1:cxn ang="0">
                <ns1:pos x="T32" y="T33"/>
              </ns1:cxn>
              <ns1:cxn ang="0">
                <ns1:pos x="T34" y="T35"/>
              </ns1:cxn>
              <ns1:cxn ang="0">
                <ns1:pos x="T36" y="T37"/>
              </ns1:cxn>
              <ns1:cxn ang="0">
                <ns1:pos x="T38" y="T39"/>
              </ns1:cxn>
              <ns1:cxn ang="0">
                <ns1:pos x="T40" y="T41"/>
              </ns1:cxn>
              <ns1:cxn ang="0">
                <ns1:pos x="T42" y="T43"/>
              </ns1:cxn>
              <ns1:cxn ang="0">
                <ns1:pos x="T44" y="T45"/>
              </ns1:cxn>
              <ns1:cxn ang="0">
                <ns1:pos x="T46" y="T47"/>
              </ns1:cxn>
              <ns1:cxn ang="0">
                <ns1:pos x="T48" y="T49"/>
              </ns1:cxn>
              <ns1:cxn ang="0">
                <ns1:pos x="T50" y="T51"/>
              </ns1:cxn>
              <ns1:cxn ang="0">
                <ns1:pos x="T52" y="T53"/>
              </ns1:cxn>
              <ns1:cxn ang="0">
                <ns1:pos x="T54" y="T55"/>
              </ns1:cxn>
              <ns1:cxn ang="0">
                <ns1:pos x="T56" y="T57"/>
              </ns1:cxn>
              <ns1:cxn ang="0">
                <ns1:pos x="T58" y="T59"/>
              </ns1:cxn>
              <ns1:cxn ang="0">
                <ns1:pos x="T60" y="T61"/>
              </ns1:cxn>
              <ns1:cxn ang="0">
                <ns1:pos x="T62" y="T63"/>
              </ns1:cxn>
              <ns1:cxn ang="0">
                <ns1:pos x="T64" y="T65"/>
              </ns1:cxn>
              <ns1:cxn ang="0">
                <ns1:pos x="T66" y="T67"/>
              </ns1:cxn>
              <ns1:cxn ang="0">
                <ns1:pos x="T68" y="T69"/>
              </ns1:cxn>
              <ns1:cxn ang="0">
                <ns1:pos x="T70" y="T71"/>
              </ns1:cxn>
              <ns1:cxn ang="0">
                <ns1:pos x="T72" y="T73"/>
              </ns1:cxn>
              <ns1:cxn ang="0">
                <ns1:pos x="T74" y="T75"/>
              </ns1:cxn>
              <ns1:cxn ang="0">
                <ns1:pos x="T76" y="T77"/>
              </ns1:cxn>
            </ns1:cxnLst>
            <ns1:rect l="0" t="0" r="r" b="b"/>
            <ns1:pathLst>
              <ns1:path w="128" h="96">
                <ns1:moveTo>
                  <ns1:pt x="126" y="23"/>
                </ns1:moveTo>
                <ns1:cubicBezTo>
                  <ns1:pt x="105" y="2"/>
                  <ns1:pt x="105" y="2"/>
                  <ns1:pt x="105" y="2"/>
                </ns1:cubicBezTo>
                <ns1:cubicBezTo>
                  <ns1:pt x="104" y="1"/>
                  <ns1:pt x="102" y="0"/>
                  <ns1:pt x="100" y="0"/>
                </ns1:cubicBezTo>
                <ns1:cubicBezTo>
                  <ns1:pt x="28" y="0"/>
                  <ns1:pt x="28" y="0"/>
                  <ns1:pt x="28" y="0"/>
                </ns1:cubicBezTo>
                <ns1:cubicBezTo>
                  <ns1:pt x="26" y="0"/>
                  <ns1:pt x="24" y="1"/>
                  <ns1:pt x="23" y="2"/>
                </ns1:cubicBezTo>
                <ns1:cubicBezTo>
                  <ns1:pt x="2" y="23"/>
                  <ns1:pt x="2" y="23"/>
                  <ns1:pt x="2" y="23"/>
                </ns1:cubicBezTo>
                <ns1:cubicBezTo>
                  <ns1:pt x="1" y="24"/>
                  <ns1:pt x="0" y="26"/>
                  <ns1:pt x="0" y="28"/>
                </ns1:cubicBezTo>
                <ns1:cubicBezTo>
                  <ns1:pt x="0" y="30"/>
                  <ns1:pt x="1" y="32"/>
                  <ns1:pt x="2" y="34"/>
                </ns1:cubicBezTo>
                <ns1:cubicBezTo>
                  <ns1:pt x="58" y="93"/>
                  <ns1:pt x="58" y="93"/>
                  <ns1:pt x="58" y="93"/>
                </ns1:cubicBezTo>
                <ns1:cubicBezTo>
                  <ns1:pt x="60" y="95"/>
                  <ns1:pt x="62" y="96"/>
                  <ns1:pt x="64" y="96"/>
                </ns1:cubicBezTo>
                <ns1:cubicBezTo>
                  <ns1:pt x="66" y="96"/>
                  <ns1:pt x="68" y="95"/>
                  <ns1:pt x="70" y="93"/>
                </ns1:cubicBezTo>
                <ns1:cubicBezTo>
                  <ns1:pt x="126" y="34"/>
                  <ns1:pt x="126" y="34"/>
                  <ns1:pt x="126" y="34"/>
                </ns1:cubicBezTo>
                <ns1:cubicBezTo>
                  <ns1:pt x="127" y="32"/>
                  <ns1:pt x="128" y="30"/>
                  <ns1:pt x="128" y="28"/>
                </ns1:cubicBezTo>
                <ns1:cubicBezTo>
                  <ns1:pt x="128" y="26"/>
                  <ns1:pt x="127" y="24"/>
                  <ns1:pt x="126" y="23"/>
                </ns1:cubicBezTo>
                <ns1:close/>
                <ns1:moveTo>
                  <ns1:pt x="73" y="28"/>
                </ns1:moveTo>
                <ns1:cubicBezTo>
                  <ns1:pt x="55" y="28"/>
                  <ns1:pt x="55" y="28"/>
                  <ns1:pt x="55" y="28"/>
                </ns1:cubicBezTo>
                <ns1:cubicBezTo>
                  <ns1:pt x="64" y="21"/>
                  <ns1:pt x="64" y="21"/>
                  <ns1:pt x="64" y="21"/>
                </ns1:cubicBezTo>
                <ns1:lnTo>
                  <ns1:pt x="73" y="28"/>
                </ns1:lnTo>
                <ns1:close/>
                <ns1:moveTo>
                  <ns1:pt x="67" y="18"/>
                </ns1:moveTo>
                <ns1:cubicBezTo>
                  <ns1:pt x="78" y="9"/>
                  <ns1:pt x="78" y="9"/>
                  <ns1:pt x="78" y="9"/>
                </ns1:cubicBezTo>
                <ns1:cubicBezTo>
                  <ns1:pt x="86" y="17"/>
                  <ns1:pt x="86" y="17"/>
                  <ns1:pt x="86" y="17"/>
                </ns1:cubicBezTo>
                <ns1:cubicBezTo>
                  <ns1:pt x="76" y="25"/>
                  <ns1:pt x="76" y="25"/>
                  <ns1:pt x="76" y="25"/>
                </ns1:cubicBezTo>
                <ns1:lnTo>
                  <ns1:pt x="67" y="18"/>
                </ns1:lnTo>
                <ns1:close/>
                <ns1:moveTo>
                  <ns1:pt x="52" y="25"/>
                </ns1:moveTo>
                <ns1:cubicBezTo>
                  <ns1:pt x="42" y="17"/>
                  <ns1:pt x="42" y="17"/>
                  <ns1:pt x="42" y="17"/>
                </ns1:cubicBezTo>
                <ns1:cubicBezTo>
                  <ns1:pt x="50" y="9"/>
                  <ns1:pt x="50" y="9"/>
                  <ns1:pt x="50" y="9"/>
                </ns1:cubicBezTo>
                <ns1:cubicBezTo>
                  <ns1:pt x="61" y="18"/>
                  <ns1:pt x="61" y="18"/>
                  <ns1:pt x="61" y="18"/>
                </ns1:cubicBezTo>
                <ns1:lnTo>
                  <ns1:pt x="52" y="25"/>
                </ns1:lnTo>
                <ns1:close/>
                <ns1:moveTo>
                  <ns1:pt x="74" y="32"/>
                </ns1:moveTo>
                <ns1:cubicBezTo>
                  <ns1:pt x="64" y="82"/>
                  <ns1:pt x="64" y="82"/>
                  <ns1:pt x="64" y="82"/>
                </ns1:cubicBezTo>
                <ns1:cubicBezTo>
                  <ns1:pt x="54" y="32"/>
                  <ns1:pt x="54" y="32"/>
                  <ns1:pt x="54" y="32"/>
                </ns1:cubicBezTo>
                <ns1:lnTo>
                  <ns1:pt x="74" y="32"/>
                </ns1:lnTo>
                <ns1:close/>
                <ns1:moveTo>
                  <ns1:pt x="78" y="32"/>
                </ns1:moveTo>
                <ns1:cubicBezTo>
                  <ns1:pt x="98" y="32"/>
                  <ns1:pt x="98" y="32"/>
                  <ns1:pt x="98" y="32"/>
                </ns1:cubicBezTo>
                <ns1:cubicBezTo>
                  <ns1:pt x="68" y="81"/>
                  <ns1:pt x="68" y="81"/>
                  <ns1:pt x="68" y="81"/>
                </ns1:cubicBezTo>
                <ns1:lnTo>
                  <ns1:pt x="78" y="32"/>
                </ns1:lnTo>
                <ns1:close/>
                <ns1:moveTo>
                  <ns1:pt x="79" y="28"/>
                </ns1:moveTo>
                <ns1:cubicBezTo>
                  <ns1:pt x="89" y="20"/>
                  <ns1:pt x="89" y="20"/>
                  <ns1:pt x="89" y="20"/>
                </ns1:cubicBezTo>
                <ns1:cubicBezTo>
                  <ns1:pt x="97" y="28"/>
                  <ns1:pt x="97" y="28"/>
                  <ns1:pt x="97" y="28"/>
                </ns1:cubicBezTo>
                <ns1:lnTo>
                  <ns1:pt x="79" y="28"/>
                </ns1:lnTo>
                <ns1:close/>
                <ns1:moveTo>
                  <ns1:pt x="83" y="8"/>
                </ns1:moveTo>
                <ns1:cubicBezTo>
                  <ns1:pt x="97" y="8"/>
                  <ns1:pt x="97" y="8"/>
                  <ns1:pt x="97" y="8"/>
                </ns1:cubicBezTo>
                <ns1:cubicBezTo>
                  <ns1:pt x="89" y="14"/>
                  <ns1:pt x="89" y="14"/>
                  <ns1:pt x="89" y="14"/>
                </ns1:cubicBezTo>
                <ns1:lnTo>
                  <ns1:pt x="83" y="8"/>
                </ns1:lnTo>
                <ns1:close/>
                <ns1:moveTo>
                  <ns1:pt x="64" y="15"/>
                </ns1:moveTo>
                <ns1:cubicBezTo>
                  <ns1:pt x="55" y="8"/>
                  <ns1:pt x="55" y="8"/>
                  <ns1:pt x="55" y="8"/>
                </ns1:cubicBezTo>
                <ns1:cubicBezTo>
                  <ns1:pt x="73" y="8"/>
                  <ns1:pt x="73" y="8"/>
                  <ns1:pt x="73" y="8"/>
                </ns1:cubicBezTo>
                <ns1:lnTo>
                  <ns1:pt x="64" y="15"/>
                </ns1:lnTo>
                <ns1:close/>
                <ns1:moveTo>
                  <ns1:pt x="39" y="14"/>
                </ns1:moveTo>
                <ns1:cubicBezTo>
                  <ns1:pt x="31" y="8"/>
                  <ns1:pt x="31" y="8"/>
                  <ns1:pt x="31" y="8"/>
                </ns1:cubicBezTo>
                <ns1:cubicBezTo>
                  <ns1:pt x="45" y="8"/>
                  <ns1:pt x="45" y="8"/>
                  <ns1:pt x="45" y="8"/>
                </ns1:cubicBezTo>
                <ns1:lnTo>
                  <ns1:pt x="39" y="14"/>
                </ns1:lnTo>
                <ns1:close/>
                <ns1:moveTo>
                  <ns1:pt x="39" y="20"/>
                </ns1:moveTo>
                <ns1:cubicBezTo>
                  <ns1:pt x="49" y="28"/>
                  <ns1:pt x="49" y="28"/>
                  <ns1:pt x="49" y="28"/>
                </ns1:cubicBezTo>
                <ns1:cubicBezTo>
                  <ns1:pt x="31" y="28"/>
                  <ns1:pt x="31" y="28"/>
                  <ns1:pt x="31" y="28"/>
                </ns1:cubicBezTo>
                <ns1:lnTo>
                  <ns1:pt x="39" y="20"/>
                </ns1:lnTo>
                <ns1:close/>
                <ns1:moveTo>
                  <ns1:pt x="50" y="32"/>
                </ns1:moveTo>
                <ns1:cubicBezTo>
                  <ns1:pt x="60" y="81"/>
                  <ns1:pt x="60" y="81"/>
                  <ns1:pt x="60" y="81"/>
                </ns1:cubicBezTo>
                <ns1:cubicBezTo>
                  <ns1:pt x="30" y="32"/>
                  <ns1:pt x="30" y="32"/>
                  <ns1:pt x="30" y="32"/>
                </ns1:cubicBezTo>
                <ns1:lnTo>
                  <ns1:pt x="50" y="32"/>
                </ns1:lnTo>
                <ns1:close/>
                <ns1:moveTo>
                  <ns1:pt x="51" y="74"/>
                </ns1:moveTo>
                <ns1:cubicBezTo>
                  <ns1:pt x="11" y="32"/>
                  <ns1:pt x="11" y="32"/>
                  <ns1:pt x="11" y="32"/>
                </ns1:cubicBezTo>
                <ns1:cubicBezTo>
                  <ns1:pt x="26" y="32"/>
                  <ns1:pt x="26" y="32"/>
                  <ns1:pt x="26" y="32"/>
                </ns1:cubicBezTo>
                <ns1:lnTo>
                  <ns1:pt x="51" y="74"/>
                </ns1:lnTo>
                <ns1:close/>
                <ns1:moveTo>
                  <ns1:pt x="102" y="32"/>
                </ns1:moveTo>
                <ns1:cubicBezTo>
                  <ns1:pt x="117" y="32"/>
                  <ns1:pt x="117" y="32"/>
                  <ns1:pt x="117" y="32"/>
                </ns1:cubicBezTo>
                <ns1:cubicBezTo>
                  <ns1:pt x="77" y="74"/>
                  <ns1:pt x="77" y="74"/>
                  <ns1:pt x="77" y="74"/>
                </ns1:cubicBezTo>
                <ns1:lnTo>
                  <ns1:pt x="102" y="32"/>
                </ns1:lnTo>
                <ns1:close/>
                <ns1:moveTo>
                  <ns1:pt x="103" y="28"/>
                </ns1:moveTo>
                <ns1:cubicBezTo>
                  <ns1:pt x="92" y="17"/>
                  <ns1:pt x="92" y="17"/>
                  <ns1:pt x="92" y="17"/>
                </ns1:cubicBezTo>
                <ns1:cubicBezTo>
                  <ns1:pt x="101" y="10"/>
                  <ns1:pt x="101" y="10"/>
                  <ns1:pt x="101" y="10"/>
                </ns1:cubicBezTo>
                <ns1:cubicBezTo>
                  <ns1:pt x="120" y="28"/>
                  <ns1:pt x="120" y="28"/>
                  <ns1:pt x="120" y="28"/>
                </ns1:cubicBezTo>
                <ns1:lnTo>
                  <ns1:pt x="103" y="28"/>
                </ns1:lnTo>
                <ns1:close/>
                <ns1:moveTo>
                  <ns1:pt x="27" y="10"/>
                </ns1:moveTo>
                <ns1:cubicBezTo>
                  <ns1:pt x="36" y="17"/>
                  <ns1:pt x="36" y="17"/>
                  <ns1:pt x="36" y="17"/>
                </ns1:cubicBezTo>
                <ns1:cubicBezTo>
                  <ns1:pt x="25" y="28"/>
                  <ns1:pt x="25" y="28"/>
                  <ns1:pt x="25" y="28"/>
                </ns1:cubicBezTo>
                <ns1:cubicBezTo>
                  <ns1:pt x="8" y="28"/>
                  <ns1:pt x="8" y="28"/>
                  <ns1:pt x="8" y="28"/>
                </ns1:cubicBezTo>
                <ns1:lnTo>
                  <ns1:pt x="27" y="10"/>
                </ns1:lnTo>
                <ns1:close/>
              </ns1:path>
            </ns1:pathLst>
          </ns1:custGeom>
          <ns1:solidFill>
            <ns1:schemeClr val="tx1"/>
          </ns1:solidFill>
          <ns1:ln>
            <ns1:noFill/>
          </ns1:ln>
        </ns0:spPr>
        <ns0:txBody>
          <ns1:bodyPr vert="horz" wrap="square" lIns="91440" tIns="45720" rIns="91440" bIns="45720" numCol="1" anchor="t" anchorCtr="0" compatLnSpc="1">
            <ns1:prstTxWarp prst="textNoShape">
              <ns1:avLst/>
            </ns1:prstTxWarp>
          </ns1:bodyPr>
          <ns1:lstStyle/>
          <ns1:p>
            <ns1:endParaRPr lang="id-ID" sz="2700"/>
          </ns1:p>
        </ns0:txBody>
      </ns0:sp>
      <ns0:grpSp>
        <ns0:nvGrpSpPr>
          <ns0:cNvPr id="31" name="Group 30"/>
          <ns0:cNvGrpSpPr/>
          <ns0:nvPr/>
        </ns0:nvGrpSpPr>
        <ns0:grpSpPr>
          <ns1:xfrm>
            <ns1:off x="3305303" y="360210"/>
            <ns1:ext cx="484188" cy="420688"/>
            <ns1:chOff x="2303444" y="6030256"/>
            <ns1:chExt cx="484188" cy="420688"/>
          </ns1:xfrm>
          <ns1:solidFill>
            <ns1:schemeClr val="tx1"/>
          </ns1:solidFill>
        </ns0:grpSpPr>
        <ns0:sp>
          <ns0:nvSpPr>
            <ns0:cNvPr id="32" name="Freeform 354"/>
            <ns0:cNvSpPr>
              <ns1:spLocks noEditPoints="1"/>
            </ns0:cNvSpPr>
            <ns0:nvPr/>
          </ns0:nvSpPr>
          <ns0:spPr bwMode="auto">
            <ns1:xfrm>
              <ns1:off x="2303444" y="6030256"/>
              <ns1:ext cx="484188" cy="346075"/>
            </ns1:xfrm>
            <ns1:custGeom>
              <ns1:avLst/>
              <ns1:gdLst>
                <ns1:gd name="T0" fmla="*/ 128 w 128"/>
                <ns1:gd name="T1" fmla="*/ 24 h 92"/>
                <ns1:gd name="T2" fmla="*/ 119 w 128"/>
                <ns1:gd name="T3" fmla="*/ 12 h 92"/>
                <ns1:gd name="T4" fmla="*/ 67 w 128"/>
                <ns1:gd name="T5" fmla="*/ 0 h 92"/>
                <ns1:gd name="T6" fmla="*/ 64 w 128"/>
                <ns1:gd name="T7" fmla="*/ 0 h 92"/>
                <ns1:gd name="T8" fmla="*/ 61 w 128"/>
                <ns1:gd name="T9" fmla="*/ 0 h 92"/>
                <ns1:gd name="T10" fmla="*/ 9 w 128"/>
                <ns1:gd name="T11" fmla="*/ 12 h 92"/>
                <ns1:gd name="T12" fmla="*/ 0 w 128"/>
                <ns1:gd name="T13" fmla="*/ 24 h 92"/>
                <ns1:gd name="T14" fmla="*/ 9 w 128"/>
                <ns1:gd name="T15" fmla="*/ 36 h 92"/>
                <ns1:gd name="T16" fmla="*/ 20 w 128"/>
                <ns1:gd name="T17" fmla="*/ 38 h 92"/>
                <ns1:gd name="T18" fmla="*/ 20 w 128"/>
                <ns1:gd name="T19" fmla="*/ 72 h 92"/>
                <ns1:gd name="T20" fmla="*/ 64 w 128"/>
                <ns1:gd name="T21" fmla="*/ 92 h 92"/>
                <ns1:gd name="T22" fmla="*/ 108 w 128"/>
                <ns1:gd name="T23" fmla="*/ 72 h 92"/>
                <ns1:gd name="T24" fmla="*/ 108 w 128"/>
                <ns1:gd name="T25" fmla="*/ 38 h 92"/>
                <ns1:gd name="T26" fmla="*/ 119 w 128"/>
                <ns1:gd name="T27" fmla="*/ 36 h 92"/>
                <ns1:gd name="T28" fmla="*/ 128 w 128"/>
                <ns1:gd name="T29" fmla="*/ 24 h 92"/>
                <ns1:gd name="T30" fmla="*/ 100 w 128"/>
                <ns1:gd name="T31" fmla="*/ 72 h 92"/>
                <ns1:gd name="T32" fmla="*/ 64 w 128"/>
                <ns1:gd name="T33" fmla="*/ 84 h 92"/>
                <ns1:gd name="T34" fmla="*/ 28 w 128"/>
                <ns1:gd name="T35" fmla="*/ 72 h 92"/>
                <ns1:gd name="T36" fmla="*/ 28 w 128"/>
                <ns1:gd name="T37" fmla="*/ 40 h 92"/>
                <ns1:gd name="T38" fmla="*/ 61 w 128"/>
                <ns1:gd name="T39" fmla="*/ 48 h 92"/>
                <ns1:gd name="T40" fmla="*/ 64 w 128"/>
                <ns1:gd name="T41" fmla="*/ 48 h 92"/>
                <ns1:gd name="T42" fmla="*/ 67 w 128"/>
                <ns1:gd name="T43" fmla="*/ 48 h 92"/>
                <ns1:gd name="T44" fmla="*/ 100 w 128"/>
                <ns1:gd name="T45" fmla="*/ 40 h 92"/>
                <ns1:gd name="T46" fmla="*/ 100 w 128"/>
                <ns1:gd name="T47" fmla="*/ 72 h 92"/>
                <ns1:gd name="T48" fmla="*/ 65 w 128"/>
                <ns1:gd name="T49" fmla="*/ 40 h 92"/>
                <ns1:gd name="T50" fmla="*/ 64 w 128"/>
                <ns1:gd name="T51" fmla="*/ 40 h 92"/>
                <ns1:gd name="T52" fmla="*/ 63 w 128"/>
                <ns1:gd name="T53" fmla="*/ 40 h 92"/>
                <ns1:gd name="T54" fmla="*/ 11 w 128"/>
                <ns1:gd name="T55" fmla="*/ 28 h 92"/>
                <ns1:gd name="T56" fmla="*/ 8 w 128"/>
                <ns1:gd name="T57" fmla="*/ 24 h 92"/>
                <ns1:gd name="T58" fmla="*/ 11 w 128"/>
                <ns1:gd name="T59" fmla="*/ 20 h 92"/>
                <ns1:gd name="T60" fmla="*/ 63 w 128"/>
                <ns1:gd name="T61" fmla="*/ 8 h 92"/>
                <ns1:gd name="T62" fmla="*/ 64 w 128"/>
                <ns1:gd name="T63" fmla="*/ 8 h 92"/>
                <ns1:gd name="T64" fmla="*/ 65 w 128"/>
                <ns1:gd name="T65" fmla="*/ 8 h 92"/>
                <ns1:gd name="T66" fmla="*/ 117 w 128"/>
                <ns1:gd name="T67" fmla="*/ 20 h 92"/>
                <ns1:gd name="T68" fmla="*/ 120 w 128"/>
                <ns1:gd name="T69" fmla="*/ 24 h 92"/>
                <ns1:gd name="T70" fmla="*/ 117 w 128"/>
                <ns1:gd name="T71" fmla="*/ 28 h 92"/>
                <ns1:gd name="T72" fmla="*/ 65 w 128"/>
                <ns1:gd name="T73" fmla="*/ 40 h 92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  <ns1:cxn ang="0">
                  <ns1:pos x="T14" y="T15"/>
                </ns1:cxn>
                <ns1:cxn ang="0">
                  <ns1:pos x="T16" y="T17"/>
                </ns1:cxn>
                <ns1:cxn ang="0">
                  <ns1:pos x="T18" y="T19"/>
                </ns1:cxn>
                <ns1:cxn ang="0">
                  <ns1:pos x="T20" y="T21"/>
                </ns1:cxn>
                <ns1:cxn ang="0">
                  <ns1:pos x="T22" y="T23"/>
                </ns1:cxn>
                <ns1:cxn ang="0">
                  <ns1:pos x="T24" y="T25"/>
                </ns1:cxn>
                <ns1:cxn ang="0">
                  <ns1:pos x="T26" y="T27"/>
                </ns1:cxn>
                <ns1:cxn ang="0">
                  <ns1:pos x="T28" y="T29"/>
                </ns1:cxn>
                <ns1:cxn ang="0">
                  <ns1:pos x="T30" y="T31"/>
                </ns1:cxn>
                <ns1:cxn ang="0">
                  <ns1:pos x="T32" y="T33"/>
                </ns1:cxn>
                <ns1:cxn ang="0">
                  <ns1:pos x="T34" y="T35"/>
                </ns1:cxn>
                <ns1:cxn ang="0">
                  <ns1:pos x="T36" y="T37"/>
                </ns1:cxn>
                <ns1:cxn ang="0">
                  <ns1:pos x="T38" y="T39"/>
                </ns1:cxn>
                <ns1:cxn ang="0">
                  <ns1:pos x="T40" y="T41"/>
                </ns1:cxn>
                <ns1:cxn ang="0">
                  <ns1:pos x="T42" y="T43"/>
                </ns1:cxn>
                <ns1:cxn ang="0">
                  <ns1:pos x="T44" y="T45"/>
                </ns1:cxn>
                <ns1:cxn ang="0">
                  <ns1:pos x="T46" y="T47"/>
                </ns1:cxn>
                <ns1:cxn ang="0">
                  <ns1:pos x="T48" y="T49"/>
                </ns1:cxn>
                <ns1:cxn ang="0">
                  <ns1:pos x="T50" y="T51"/>
                </ns1:cxn>
                <ns1:cxn ang="0">
                  <ns1:pos x="T52" y="T53"/>
                </ns1:cxn>
                <ns1:cxn ang="0">
                  <ns1:pos x="T54" y="T55"/>
                </ns1:cxn>
                <ns1:cxn ang="0">
                  <ns1:pos x="T56" y="T57"/>
                </ns1:cxn>
                <ns1:cxn ang="0">
                  <ns1:pos x="T58" y="T59"/>
                </ns1:cxn>
                <ns1:cxn ang="0">
                  <ns1:pos x="T60" y="T61"/>
                </ns1:cxn>
                <ns1:cxn ang="0">
                  <ns1:pos x="T62" y="T63"/>
                </ns1:cxn>
                <ns1:cxn ang="0">
                  <ns1:pos x="T64" y="T65"/>
                </ns1:cxn>
                <ns1:cxn ang="0">
                  <ns1:pos x="T66" y="T67"/>
                </ns1:cxn>
                <ns1:cxn ang="0">
                  <ns1:pos x="T68" y="T69"/>
                </ns1:cxn>
                <ns1:cxn ang="0">
                  <ns1:pos x="T70" y="T71"/>
                </ns1:cxn>
                <ns1:cxn ang="0">
                  <ns1:pos x="T72" y="T73"/>
                </ns1:cxn>
              </ns1:cxnLst>
              <ns1:rect l="0" t="0" r="r" b="b"/>
              <ns1:pathLst>
                <ns1:path w="128" h="92">
                  <ns1:moveTo>
                    <ns1:pt x="128" y="24"/>
                  </ns1:moveTo>
                  <ns1:cubicBezTo>
                    <ns1:pt x="128" y="18"/>
                    <ns1:pt x="124" y="14"/>
                    <ns1:pt x="119" y="12"/>
                  </ns1:cubicBezTo>
                  <ns1:cubicBezTo>
                    <ns1:pt x="67" y="0"/>
                    <ns1:pt x="67" y="0"/>
                    <ns1:pt x="67" y="0"/>
                  </ns1:cubicBezTo>
                  <ns1:cubicBezTo>
                    <ns1:pt x="66" y="0"/>
                    <ns1:pt x="65" y="0"/>
                    <ns1:pt x="64" y="0"/>
                  </ns1:cubicBezTo>
                  <ns1:cubicBezTo>
                    <ns1:pt x="63" y="0"/>
                    <ns1:pt x="62" y="0"/>
                    <ns1:pt x="61" y="0"/>
                  </ns1:cubicBezTo>
                  <ns1:cubicBezTo>
                    <ns1:pt x="9" y="12"/>
                    <ns1:pt x="9" y="12"/>
                    <ns1:pt x="9" y="12"/>
                  </ns1:cubicBezTo>
                  <ns1:cubicBezTo>
                    <ns1:pt x="4" y="14"/>
                    <ns1:pt x="0" y="18"/>
                    <ns1:pt x="0" y="24"/>
                  </ns1:cubicBezTo>
                  <ns1:cubicBezTo>
                    <ns1:pt x="0" y="30"/>
                    <ns1:pt x="4" y="34"/>
                    <ns1:pt x="9" y="36"/>
                  </ns1:cubicBezTo>
                  <ns1:cubicBezTo>
                    <ns1:pt x="20" y="38"/>
                    <ns1:pt x="20" y="38"/>
                    <ns1:pt x="20" y="38"/>
                  </ns1:cubicBezTo>
                  <ns1:cubicBezTo>
                    <ns1:pt x="20" y="72"/>
                    <ns1:pt x="20" y="72"/>
                    <ns1:pt x="20" y="72"/>
                  </ns1:cubicBezTo>
                  <ns1:cubicBezTo>
                    <ns1:pt x="20" y="83"/>
                    <ns1:pt x="32" y="92"/>
                    <ns1:pt x="64" y="92"/>
                  </ns1:cubicBezTo>
                  <ns1:cubicBezTo>
                    <ns1:pt x="96" y="92"/>
                    <ns1:pt x="108" y="83"/>
                    <ns1:pt x="108" y="72"/>
                  </ns1:cubicBezTo>
                  <ns1:cubicBezTo>
                    <ns1:pt x="108" y="38"/>
                    <ns1:pt x="108" y="38"/>
                    <ns1:pt x="108" y="38"/>
                  </ns1:cubicBezTo>
                  <ns1:cubicBezTo>
                    <ns1:pt x="119" y="36"/>
                    <ns1:pt x="119" y="36"/>
                    <ns1:pt x="119" y="36"/>
                  </ns1:cubicBezTo>
                  <ns1:cubicBezTo>
                    <ns1:pt x="124" y="34"/>
                    <ns1:pt x="128" y="30"/>
                    <ns1:pt x="128" y="24"/>
                  </ns1:cubicBezTo>
                  <ns1:close/>
                  <ns1:moveTo>
                    <ns1:pt x="100" y="72"/>
                  </ns1:moveTo>
                  <ns1:cubicBezTo>
                    <ns1:pt x="100" y="76"/>
                    <ns1:pt x="88" y="84"/>
                    <ns1:pt x="64" y="84"/>
                  </ns1:cubicBezTo>
                  <ns1:cubicBezTo>
                    <ns1:pt x="40" y="84"/>
                    <ns1:pt x="28" y="76"/>
                    <ns1:pt x="28" y="72"/>
                  </ns1:cubicBezTo>
                  <ns1:cubicBezTo>
                    <ns1:pt x="28" y="40"/>
                    <ns1:pt x="28" y="40"/>
                    <ns1:pt x="28" y="40"/>
                  </ns1:cubicBezTo>
                  <ns1:cubicBezTo>
                    <ns1:pt x="61" y="48"/>
                    <ns1:pt x="61" y="48"/>
                    <ns1:pt x="61" y="48"/>
                  </ns1:cubicBezTo>
                  <ns1:cubicBezTo>
                    <ns1:pt x="62" y="48"/>
                    <ns1:pt x="63" y="48"/>
                    <ns1:pt x="64" y="48"/>
                  </ns1:cubicBezTo>
                  <ns1:cubicBezTo>
                    <ns1:pt x="65" y="48"/>
                    <ns1:pt x="66" y="48"/>
                    <ns1:pt x="67" y="48"/>
                  </ns1:cubicBezTo>
                  <ns1:cubicBezTo>
                    <ns1:pt x="100" y="40"/>
                    <ns1:pt x="100" y="40"/>
                    <ns1:pt x="100" y="40"/>
                  </ns1:cubicBezTo>
                  <ns1:lnTo>
                    <ns1:pt x="100" y="72"/>
                  </ns1:lnTo>
                  <ns1:close/>
                  <ns1:moveTo>
                    <ns1:pt x="65" y="40"/>
                  </ns1:moveTo>
                  <ns1:cubicBezTo>
                    <ns1:pt x="65" y="40"/>
                    <ns1:pt x="64" y="40"/>
                    <ns1:pt x="64" y="40"/>
                  </ns1:cubicBezTo>
                  <ns1:cubicBezTo>
                    <ns1:pt x="64" y="40"/>
                    <ns1:pt x="63" y="40"/>
                    <ns1:pt x="63" y="40"/>
                  </ns1:cubicBezTo>
                  <ns1:cubicBezTo>
                    <ns1:pt x="11" y="28"/>
                    <ns1:pt x="11" y="28"/>
                    <ns1:pt x="11" y="28"/>
                  </ns1:cubicBezTo>
                  <ns1:cubicBezTo>
                    <ns1:pt x="9" y="27"/>
                    <ns1:pt x="8" y="26"/>
                    <ns1:pt x="8" y="24"/>
                  </ns1:cubicBezTo>
                  <ns1:cubicBezTo>
                    <ns1:pt x="8" y="22"/>
                    <ns1:pt x="9" y="21"/>
                    <ns1:pt x="11" y="20"/>
                  </ns1:cubicBezTo>
                  <ns1:cubicBezTo>
                    <ns1:pt x="63" y="8"/>
                    <ns1:pt x="63" y="8"/>
                    <ns1:pt x="63" y="8"/>
                  </ns1:cubicBezTo>
                  <ns1:cubicBezTo>
                    <ns1:pt x="63" y="8"/>
                    <ns1:pt x="64" y="8"/>
                    <ns1:pt x="64" y="8"/>
                  </ns1:cubicBezTo>
                  <ns1:cubicBezTo>
                    <ns1:pt x="64" y="8"/>
                    <ns1:pt x="65" y="8"/>
                    <ns1:pt x="65" y="8"/>
                  </ns1:cubicBezTo>
                  <ns1:cubicBezTo>
                    <ns1:pt x="117" y="20"/>
                    <ns1:pt x="117" y="20"/>
                    <ns1:pt x="117" y="20"/>
                  </ns1:cubicBezTo>
                  <ns1:cubicBezTo>
                    <ns1:pt x="119" y="21"/>
                    <ns1:pt x="120" y="22"/>
                    <ns1:pt x="120" y="24"/>
                  </ns1:cubicBezTo>
                  <ns1:cubicBezTo>
                    <ns1:pt x="120" y="26"/>
                    <ns1:pt x="119" y="27"/>
                    <ns1:pt x="117" y="28"/>
                  </ns1:cubicBezTo>
                  <ns1:lnTo>
                    <ns1:pt x="65" y="40"/>
                  </ns1:lnTo>
                  <ns1:close/>
                </ns1:path>
              </ns1:pathLst>
            </ns1:custGeom>
            <ns1:grpFill/>
            <ns1:ln>
              <ns1:noFill/>
            </ns1:ln>
            <ns1:extLst>
              <ns1:ext uri="{91240B29-F687-4F45-9708-019B960494DF}">
                <ns2:hiddenLine w="9525">
                  <ns1:solidFill>
                    <ns1:srgbClr val="000000"/>
                  </ns1:solidFill>
                  <ns1:round/>
                  <ns1:headEnd/>
                  <ns1:tailEnd/>
                </ns2:hiddenLine>
              </ns1:ext>
            </ns1:extLst>
          </ns0:spPr>
          <ns0:txBody>
            <ns1:bodyPr vert="horz" wrap="square" lIns="91440" tIns="45720" rIns="91440" bIns="45720" numCol="1" anchor="t" anchorCtr="0" compatLnSpc="1">
              <ns1:prstTxWarp prst="textNoShape">
                <ns1:avLst/>
              </ns1:prstTxWarp>
            </ns1:bodyPr>
            <ns1:lstStyle/>
            <ns1:p>
              <ns1:endParaRPr lang="id-ID" sz="2700"/>
            </ns1:p>
          </ns0:txBody>
        </ns0:sp>
        <ns0:sp>
          <ns0:nvSpPr>
            <ns0:cNvPr id="33" name="Freeform 355"/>
            <ns0:cNvSpPr>
              <ns1:spLocks/>
            </ns0:cNvSpPr>
            <ns0:nvPr/>
          </ns0:nvSpPr>
          <ns0:spPr bwMode="auto">
            <ns1:xfrm>
              <ns1:off x="2741594" y="6181068"/>
              <ns1:ext cx="30163" cy="165100"/>
            </ns1:xfrm>
            <ns1:custGeom>
              <ns1:avLst/>
              <ns1:gdLst>
                <ns1:gd name="T0" fmla="*/ 0 w 8"/>
                <ns1:gd name="T1" fmla="*/ 4 h 44"/>
                <ns1:gd name="T2" fmla="*/ 0 w 8"/>
                <ns1:gd name="T3" fmla="*/ 40 h 44"/>
                <ns1:gd name="T4" fmla="*/ 4 w 8"/>
                <ns1:gd name="T5" fmla="*/ 44 h 44"/>
                <ns1:gd name="T6" fmla="*/ 8 w 8"/>
                <ns1:gd name="T7" fmla="*/ 40 h 44"/>
                <ns1:gd name="T8" fmla="*/ 8 w 8"/>
                <ns1:gd name="T9" fmla="*/ 4 h 44"/>
                <ns1:gd name="T10" fmla="*/ 4 w 8"/>
                <ns1:gd name="T11" fmla="*/ 0 h 44"/>
                <ns1:gd name="T12" fmla="*/ 0 w 8"/>
                <ns1:gd name="T13" fmla="*/ 4 h 44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</ns1:cxnLst>
              <ns1:rect l="0" t="0" r="r" b="b"/>
              <ns1:pathLst>
                <ns1:path w="8" h="44">
                  <ns1:moveTo>
                    <ns1:pt x="0" y="4"/>
                  </ns1:moveTo>
                  <ns1:cubicBezTo>
                    <ns1:pt x="0" y="40"/>
                    <ns1:pt x="0" y="40"/>
                    <ns1:pt x="0" y="40"/>
                  </ns1:cubicBezTo>
                  <ns1:cubicBezTo>
                    <ns1:pt x="0" y="42"/>
                    <ns1:pt x="2" y="44"/>
                    <ns1:pt x="4" y="44"/>
                  </ns1:cubicBezTo>
                  <ns1:cubicBezTo>
                    <ns1:pt x="6" y="44"/>
                    <ns1:pt x="8" y="42"/>
                    <ns1:pt x="8" y="40"/>
                  </ns1:cubicBezTo>
                  <ns1:cubicBezTo>
                    <ns1:pt x="8" y="4"/>
                    <ns1:pt x="8" y="4"/>
                    <ns1:pt x="8" y="4"/>
                  </ns1:cubicBezTo>
                  <ns1:cubicBezTo>
                    <ns1:pt x="8" y="2"/>
                    <ns1:pt x="6" y="0"/>
                    <ns1:pt x="4" y="0"/>
                  </ns1:cubicBezTo>
                  <ns1:cubicBezTo>
                    <ns1:pt x="2" y="0"/>
                    <ns1:pt x="0" y="2"/>
                    <ns1:pt x="0" y="4"/>
                  </ns1:cubicBezTo>
                  <ns1:close/>
                </ns1:path>
              </ns1:pathLst>
            </ns1:custGeom>
            <ns1:grpFill/>
            <ns1:ln>
              <ns1:noFill/>
            </ns1:ln>
            <ns1:extLst>
              <ns1:ext uri="{91240B29-F687-4F45-9708-019B960494DF}">
                <ns2:hiddenLine w="9525">
                  <ns1:solidFill>
                    <ns1:srgbClr val="000000"/>
                  </ns1:solidFill>
                  <ns1:round/>
                  <ns1:headEnd/>
                  <ns1:tailEnd/>
                </ns2:hiddenLine>
              </ns1:ext>
            </ns1:extLst>
          </ns0:spPr>
          <ns0:txBody>
            <ns1:bodyPr vert="horz" wrap="square" lIns="91440" tIns="45720" rIns="91440" bIns="45720" numCol="1" anchor="t" anchorCtr="0" compatLnSpc="1">
              <ns1:prstTxWarp prst="textNoShape">
                <ns1:avLst/>
              </ns1:prstTxWarp>
            </ns1:bodyPr>
            <ns1:lstStyle/>
            <ns1:p>
              <ns1:endParaRPr lang="id-ID" sz="2700"/>
            </ns1:p>
          </ns0:txBody>
        </ns0:sp>
        <ns0:sp>
          <ns0:nvSpPr>
            <ns0:cNvPr id="34" name="Oval 356"/>
            <ns0:cNvSpPr>
              <ns1:spLocks noChangeArrowheads="1"/>
            </ns0:cNvSpPr>
            <ns0:nvPr/>
          </ns0:nvSpPr>
          <ns0:spPr bwMode="auto">
            <ns1:xfrm>
              <ns1:off x="2727307" y="6360456"/>
              <ns1:ext cx="60325" cy="90488"/>
            </ns1:xfrm>
            <ns1:prstGeom prst="ellipse">
              <ns1:avLst/>
            </ns1:prstGeom>
            <ns1:grpFill/>
            <ns1:ln>
              <ns1:noFill/>
            </ns1:ln>
            <ns1:extLst>
              <ns1:ext uri="{91240B29-F687-4F45-9708-019B960494DF}">
                <ns2:hiddenLine w="9525">
                  <ns1:solidFill>
                    <ns1:srgbClr val="000000"/>
                  </ns1:solidFill>
                  <ns1:round/>
                  <ns1:headEnd/>
                  <ns1:tailEnd/>
                </ns2:hiddenLine>
              </ns1:ext>
            </ns1:extLst>
          </ns0:spPr>
          <ns0:txBody>
            <ns1:bodyPr vert="horz" wrap="square" lIns="91440" tIns="45720" rIns="91440" bIns="45720" numCol="1" anchor="t" anchorCtr="0" compatLnSpc="1">
              <ns1:prstTxWarp prst="textNoShape">
                <ns1:avLst/>
              </ns1:prstTxWarp>
            </ns1:bodyPr>
            <ns1:lstStyle/>
            <ns1:p>
              <ns1:endParaRPr lang="id-ID" sz="2700"/>
            </ns1:p>
          </ns0:txBody>
        </ns0:sp>
      </ns0:grpSp>
      <ns0:grpSp>
        <ns0:nvGrpSpPr>
          <ns0:cNvPr id="35" name="Group 34"/>
          <ns0:cNvGrpSpPr/>
          <ns0:nvPr/>
        </ns0:nvGrpSpPr>
        <ns0:grpSpPr>
          <ns1:xfrm>
            <ns1:off x="4363312" y="2035552"/>
            <ns1:ext cx="484188" cy="301625"/>
            <ns1:chOff x="8308975" y="-595313"/>
            <ns1:chExt cx="484188" cy="301625"/>
          </ns1:xfrm>
          <ns1:solidFill>
            <ns1:schemeClr val="tx1"/>
          </ns1:solidFill>
        </ns0:grpSpPr>
        <ns0:sp>
          <ns0:nvSpPr>
            <ns0:cNvPr id="36" name="Freeform 10"/>
            <ns0:cNvSpPr>
              <ns1:spLocks noEditPoints="1"/>
            </ns0:cNvSpPr>
            <ns0:nvPr/>
          </ns0:nvSpPr>
          <ns0:spPr bwMode="auto">
            <ns1:xfrm>
              <ns1:off x="8308975" y="-595313"/>
              <ns1:ext cx="484188" cy="301625"/>
            </ns1:xfrm>
            <ns1:custGeom>
              <ns1:avLst/>
              <ns1:gdLst>
                <ns1:gd name="T0" fmla="*/ 128 w 128"/>
                <ns1:gd name="T1" fmla="*/ 39 h 80"/>
                <ns1:gd name="T2" fmla="*/ 128 w 128"/>
                <ns1:gd name="T3" fmla="*/ 39 h 80"/>
                <ns1:gd name="T4" fmla="*/ 127 w 128"/>
                <ns1:gd name="T5" fmla="*/ 38 h 80"/>
                <ns1:gd name="T6" fmla="*/ 127 w 128"/>
                <ns1:gd name="T7" fmla="*/ 38 h 80"/>
                <ns1:gd name="T8" fmla="*/ 64 w 128"/>
                <ns1:gd name="T9" fmla="*/ 0 h 80"/>
                <ns1:gd name="T10" fmla="*/ 0 w 128"/>
                <ns1:gd name="T11" fmla="*/ 38 h 80"/>
                <ns1:gd name="T12" fmla="*/ 0 w 128"/>
                <ns1:gd name="T13" fmla="*/ 38 h 80"/>
                <ns1:gd name="T14" fmla="*/ 0 w 128"/>
                <ns1:gd name="T15" fmla="*/ 39 h 80"/>
                <ns1:gd name="T16" fmla="*/ 0 w 128"/>
                <ns1:gd name="T17" fmla="*/ 39 h 80"/>
                <ns1:gd name="T18" fmla="*/ 0 w 128"/>
                <ns1:gd name="T19" fmla="*/ 40 h 80"/>
                <ns1:gd name="T20" fmla="*/ 0 w 128"/>
                <ns1:gd name="T21" fmla="*/ 41 h 80"/>
                <ns1:gd name="T22" fmla="*/ 0 w 128"/>
                <ns1:gd name="T23" fmla="*/ 41 h 80"/>
                <ns1:gd name="T24" fmla="*/ 0 w 128"/>
                <ns1:gd name="T25" fmla="*/ 42 h 80"/>
                <ns1:gd name="T26" fmla="*/ 0 w 128"/>
                <ns1:gd name="T27" fmla="*/ 42 h 80"/>
                <ns1:gd name="T28" fmla="*/ 64 w 128"/>
                <ns1:gd name="T29" fmla="*/ 80 h 80"/>
                <ns1:gd name="T30" fmla="*/ 127 w 128"/>
                <ns1:gd name="T31" fmla="*/ 42 h 80"/>
                <ns1:gd name="T32" fmla="*/ 127 w 128"/>
                <ns1:gd name="T33" fmla="*/ 42 h 80"/>
                <ns1:gd name="T34" fmla="*/ 128 w 128"/>
                <ns1:gd name="T35" fmla="*/ 41 h 80"/>
                <ns1:gd name="T36" fmla="*/ 128 w 128"/>
                <ns1:gd name="T37" fmla="*/ 41 h 80"/>
                <ns1:gd name="T38" fmla="*/ 128 w 128"/>
                <ns1:gd name="T39" fmla="*/ 40 h 80"/>
                <ns1:gd name="T40" fmla="*/ 128 w 128"/>
                <ns1:gd name="T41" fmla="*/ 39 h 80"/>
                <ns1:gd name="T42" fmla="*/ 64 w 128"/>
                <ns1:gd name="T43" fmla="*/ 72 h 80"/>
                <ns1:gd name="T44" fmla="*/ 9 w 128"/>
                <ns1:gd name="T45" fmla="*/ 40 h 80"/>
                <ns1:gd name="T46" fmla="*/ 64 w 128"/>
                <ns1:gd name="T47" fmla="*/ 8 h 80"/>
                <ns1:gd name="T48" fmla="*/ 119 w 128"/>
                <ns1:gd name="T49" fmla="*/ 40 h 80"/>
                <ns1:gd name="T50" fmla="*/ 64 w 128"/>
                <ns1:gd name="T51" fmla="*/ 72 h 80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  <ns1:cxn ang="0">
                  <ns1:pos x="T14" y="T15"/>
                </ns1:cxn>
                <ns1:cxn ang="0">
                  <ns1:pos x="T16" y="T17"/>
                </ns1:cxn>
                <ns1:cxn ang="0">
                  <ns1:pos x="T18" y="T19"/>
                </ns1:cxn>
                <ns1:cxn ang="0">
                  <ns1:pos x="T20" y="T21"/>
                </ns1:cxn>
                <ns1:cxn ang="0">
                  <ns1:pos x="T22" y="T23"/>
                </ns1:cxn>
                <ns1:cxn ang="0">
                  <ns1:pos x="T24" y="T25"/>
                </ns1:cxn>
                <ns1:cxn ang="0">
                  <ns1:pos x="T26" y="T27"/>
                </ns1:cxn>
                <ns1:cxn ang="0">
                  <ns1:pos x="T28" y="T29"/>
                </ns1:cxn>
                <ns1:cxn ang="0">
                  <ns1:pos x="T30" y="T31"/>
                </ns1:cxn>
                <ns1:cxn ang="0">
                  <ns1:pos x="T32" y="T33"/>
                </ns1:cxn>
                <ns1:cxn ang="0">
                  <ns1:pos x="T34" y="T35"/>
                </ns1:cxn>
                <ns1:cxn ang="0">
                  <ns1:pos x="T36" y="T37"/>
                </ns1:cxn>
                <ns1:cxn ang="0">
                  <ns1:pos x="T38" y="T39"/>
                </ns1:cxn>
                <ns1:cxn ang="0">
                  <ns1:pos x="T40" y="T41"/>
                </ns1:cxn>
                <ns1:cxn ang="0">
                  <ns1:pos x="T42" y="T43"/>
                </ns1:cxn>
                <ns1:cxn ang="0">
                  <ns1:pos x="T44" y="T45"/>
                </ns1:cxn>
                <ns1:cxn ang="0">
                  <ns1:pos x="T46" y="T47"/>
                </ns1:cxn>
                <ns1:cxn ang="0">
                  <ns1:pos x="T48" y="T49"/>
                </ns1:cxn>
                <ns1:cxn ang="0">
                  <ns1:pos x="T50" y="T51"/>
                </ns1:cxn>
              </ns1:cxnLst>
              <ns1:rect l="0" t="0" r="r" b="b"/>
              <ns1:pathLst>
                <ns1:path w="128" h="80">
                  <ns1:moveTo>
                    <ns1:pt x="128" y="39"/>
                  </ns1:moveTo>
                  <ns1:cubicBezTo>
                    <ns1:pt x="128" y="39"/>
                    <ns1:pt x="128" y="39"/>
                    <ns1:pt x="128" y="39"/>
                  </ns1:cubicBezTo>
                  <ns1:cubicBezTo>
                    <ns1:pt x="128" y="39"/>
                    <ns1:pt x="128" y="38"/>
                    <ns1:pt x="127" y="38"/>
                  </ns1:cubicBezTo>
                  <ns1:cubicBezTo>
                    <ns1:pt x="127" y="38"/>
                    <ns1:pt x="127" y="38"/>
                    <ns1:pt x="127" y="38"/>
                  </ns1:cubicBezTo>
                  <ns1:cubicBezTo>
                    <ns1:pt x="116" y="16"/>
                    <ns1:pt x="91" y="0"/>
                    <ns1:pt x="64" y="0"/>
                  </ns1:cubicBezTo>
                  <ns1:cubicBezTo>
                    <ns1:pt x="37" y="0"/>
                    <ns1:pt x="12" y="16"/>
                    <ns1:pt x="0" y="38"/>
                  </ns1:cubicBezTo>
                  <ns1:cubicBezTo>
                    <ns1:pt x="0" y="38"/>
                    <ns1:pt x="0" y="38"/>
                    <ns1:pt x="0" y="38"/>
                  </ns1:cubicBezTo>
                  <ns1:cubicBezTo>
                    <ns1:pt x="0" y="38"/>
                    <ns1:pt x="0" y="38"/>
                    <ns1:pt x="0" y="39"/>
                  </ns1:cubicBezTo>
                  <ns1:cubicBezTo>
                    <ns1:pt x="0" y="39"/>
                    <ns1:pt x="0" y="39"/>
                    <ns1:pt x="0" y="39"/>
                  </ns1:cubicBezTo>
                  <ns1:cubicBezTo>
                    <ns1:pt x="0" y="39"/>
                    <ns1:pt x="0" y="40"/>
                    <ns1:pt x="0" y="40"/>
                  </ns1:cubicBezTo>
                  <ns1:cubicBezTo>
                    <ns1:pt x="0" y="40"/>
                    <ns1:pt x="0" y="41"/>
                    <ns1:pt x="0" y="41"/>
                  </ns1:cubicBezTo>
                  <ns1:cubicBezTo>
                    <ns1:pt x="0" y="41"/>
                    <ns1:pt x="0" y="41"/>
                    <ns1:pt x="0" y="41"/>
                  </ns1:cubicBezTo>
                  <ns1:cubicBezTo>
                    <ns1:pt x="0" y="41"/>
                    <ns1:pt x="0" y="41"/>
                    <ns1:pt x="0" y="42"/>
                  </ns1:cubicBezTo>
                  <ns1:cubicBezTo>
                    <ns1:pt x="0" y="42"/>
                    <ns1:pt x="0" y="42"/>
                    <ns1:pt x="0" y="42"/>
                  </ns1:cubicBezTo>
                  <ns1:cubicBezTo>
                    <ns1:pt x="12" y="64"/>
                    <ns1:pt x="37" y="80"/>
                    <ns1:pt x="64" y="80"/>
                  </ns1:cubicBezTo>
                  <ns1:cubicBezTo>
                    <ns1:pt x="91" y="80"/>
                    <ns1:pt x="116" y="64"/>
                    <ns1:pt x="127" y="42"/>
                  </ns1:cubicBezTo>
                  <ns1:cubicBezTo>
                    <ns1:pt x="127" y="42"/>
                    <ns1:pt x="127" y="42"/>
                    <ns1:pt x="127" y="42"/>
                  </ns1:cubicBezTo>
                  <ns1:cubicBezTo>
                    <ns1:pt x="128" y="41"/>
                    <ns1:pt x="128" y="41"/>
                    <ns1:pt x="128" y="41"/>
                  </ns1:cubicBezTo>
                  <ns1:cubicBezTo>
                    <ns1:pt x="128" y="41"/>
                    <ns1:pt x="128" y="41"/>
                    <ns1:pt x="128" y="41"/>
                  </ns1:cubicBezTo>
                  <ns1:cubicBezTo>
                    <ns1:pt x="128" y="41"/>
                    <ns1:pt x="128" y="40"/>
                    <ns1:pt x="128" y="40"/>
                  </ns1:cubicBezTo>
                  <ns1:cubicBezTo>
                    <ns1:pt x="128" y="40"/>
                    <ns1:pt x="128" y="39"/>
                    <ns1:pt x="128" y="39"/>
                  </ns1:cubicBezTo>
                  <ns1:close/>
                  <ns1:moveTo>
                    <ns1:pt x="64" y="72"/>
                  </ns1:moveTo>
                  <ns1:cubicBezTo>
                    <ns1:pt x="41" y="72"/>
                    <ns1:pt x="19" y="59"/>
                    <ns1:pt x="9" y="40"/>
                  </ns1:cubicBezTo>
                  <ns1:cubicBezTo>
                    <ns1:pt x="20" y="21"/>
                    <ns1:pt x="41" y="8"/>
                    <ns1:pt x="64" y="8"/>
                  </ns1:cubicBezTo>
                  <ns1:cubicBezTo>
                    <ns1:pt x="86" y="8"/>
                    <ns1:pt x="108" y="21"/>
                    <ns1:pt x="119" y="40"/>
                  </ns1:cubicBezTo>
                  <ns1:cubicBezTo>
                    <ns1:pt x="108" y="59"/>
                    <ns1:pt x="86" y="72"/>
                    <ns1:pt x="64" y="72"/>
                  </ns1:cubicBezTo>
                  <ns1:close/>
                </ns1:path>
              </ns1:pathLst>
            </ns1:custGeom>
            <ns1:grpFill/>
            <ns1:ln>
              <ns1:noFill/>
            </ns1:ln>
            <ns1:extLst>
              <ns1:ext uri="{91240B29-F687-4F45-9708-019B960494DF}">
                <ns2:hiddenLine w="9525">
                  <ns1:solidFill>
                    <ns1:srgbClr val="000000"/>
                  </ns1:solidFill>
                  <ns1:round/>
                  <ns1:headEnd/>
                  <ns1:tailEnd/>
                </ns2:hiddenLine>
              </ns1:ext>
            </ns1:extLst>
          </ns0:spPr>
          <ns0:txBody>
            <ns1:bodyPr vert="horz" wrap="square" lIns="91440" tIns="45720" rIns="91440" bIns="45720" numCol="1" anchor="t" anchorCtr="0" compatLnSpc="1">
              <ns1:prstTxWarp prst="textNoShape">
                <ns1:avLst/>
              </ns1:prstTxWarp>
            </ns1:bodyPr>
            <ns1:lstStyle/>
            <ns1:p>
              <ns1:endParaRPr lang="id-ID" sz="2700"/>
            </ns1:p>
          </ns0:txBody>
        </ns0:sp>
        <ns0:sp>
          <ns0:nvSpPr>
            <ns0:cNvPr id="37" name="Freeform 11"/>
            <ns0:cNvSpPr>
              <ns1:spLocks/>
            </ns0:cNvSpPr>
            <ns0:nvPr/>
          </ns0:nvSpPr>
          <ns0:spPr bwMode="auto">
            <ns1:xfrm>
              <ns1:off x="8491538" y="-504825"/>
              <ns1:ext cx="68263" cy="68263"/>
            </ns1:xfrm>
            <ns1:custGeom>
              <ns1:avLst/>
              <ns1:gdLst>
                <ns1:gd name="T0" fmla="*/ 16 w 18"/>
                <ns1:gd name="T1" fmla="*/ 0 h 18"/>
                <ns1:gd name="T2" fmla="*/ 16 w 18"/>
                <ns1:gd name="T3" fmla="*/ 0 h 18"/>
                <ns1:gd name="T4" fmla="*/ 0 w 18"/>
                <ns1:gd name="T5" fmla="*/ 16 h 18"/>
                <ns1:gd name="T6" fmla="*/ 2 w 18"/>
                <ns1:gd name="T7" fmla="*/ 18 h 18"/>
                <ns1:gd name="T8" fmla="*/ 4 w 18"/>
                <ns1:gd name="T9" fmla="*/ 16 h 18"/>
                <ns1:gd name="T10" fmla="*/ 16 w 18"/>
                <ns1:gd name="T11" fmla="*/ 4 h 18"/>
                <ns1:gd name="T12" fmla="*/ 16 w 18"/>
                <ns1:gd name="T13" fmla="*/ 4 h 18"/>
                <ns1:gd name="T14" fmla="*/ 18 w 18"/>
                <ns1:gd name="T15" fmla="*/ 2 h 18"/>
                <ns1:gd name="T16" fmla="*/ 16 w 18"/>
                <ns1:gd name="T17" fmla="*/ 0 h 18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  <ns1:cxn ang="0">
                  <ns1:pos x="T14" y="T15"/>
                </ns1:cxn>
                <ns1:cxn ang="0">
                  <ns1:pos x="T16" y="T17"/>
                </ns1:cxn>
              </ns1:cxnLst>
              <ns1:rect l="0" t="0" r="r" b="b"/>
              <ns1:pathLst>
                <ns1:path w="18" h="18">
                  <ns1:moveTo>
                    <ns1:pt x="16" y="0"/>
                  </ns1:moveTo>
                  <ns1:cubicBezTo>
                    <ns1:pt x="16" y="0"/>
                    <ns1:pt x="16" y="0"/>
                    <ns1:pt x="16" y="0"/>
                  </ns1:cubicBezTo>
                  <ns1:cubicBezTo>
                    <ns1:pt x="7" y="0"/>
                    <ns1:pt x="0" y="7"/>
                    <ns1:pt x="0" y="16"/>
                  </ns1:cubicBezTo>
                  <ns1:cubicBezTo>
                    <ns1:pt x="0" y="17"/>
                    <ns1:pt x="1" y="18"/>
                    <ns1:pt x="2" y="18"/>
                  </ns1:cubicBezTo>
                  <ns1:cubicBezTo>
                    <ns1:pt x="3" y="18"/>
                    <ns1:pt x="4" y="17"/>
                    <ns1:pt x="4" y="16"/>
                  </ns1:cubicBezTo>
                  <ns1:cubicBezTo>
                    <ns1:pt x="4" y="9"/>
                    <ns1:pt x="9" y="4"/>
                    <ns1:pt x="16" y="4"/>
                  </ns1:cubicBezTo>
                  <ns1:cubicBezTo>
                    <ns1:pt x="16" y="4"/>
                    <ns1:pt x="16" y="4"/>
                    <ns1:pt x="16" y="4"/>
                  </ns1:cubicBezTo>
                  <ns1:cubicBezTo>
                    <ns1:pt x="17" y="4"/>
                    <ns1:pt x="18" y="3"/>
                    <ns1:pt x="18" y="2"/>
                  </ns1:cubicBezTo>
                  <ns1:cubicBezTo>
                    <ns1:pt x="18" y="1"/>
                    <ns1:pt x="17" y="0"/>
                    <ns1:pt x="16" y="0"/>
                  </ns1:cubicBezTo>
                  <ns1:close/>
                </ns1:path>
              </ns1:pathLst>
            </ns1:custGeom>
            <ns1:grpFill/>
            <ns1:ln>
              <ns1:noFill/>
            </ns1:ln>
            <ns1:extLst>
              <ns1:ext uri="{91240B29-F687-4F45-9708-019B960494DF}">
                <ns2:hiddenLine w="9525">
                  <ns1:solidFill>
                    <ns1:srgbClr val="000000"/>
                  </ns1:solidFill>
                  <ns1:round/>
                  <ns1:headEnd/>
                  <ns1:tailEnd/>
                </ns2:hiddenLine>
              </ns1:ext>
            </ns1:extLst>
          </ns0:spPr>
          <ns0:txBody>
            <ns1:bodyPr vert="horz" wrap="square" lIns="91440" tIns="45720" rIns="91440" bIns="45720" numCol="1" anchor="t" anchorCtr="0" compatLnSpc="1">
              <ns1:prstTxWarp prst="textNoShape">
                <ns1:avLst/>
              </ns1:prstTxWarp>
            </ns1:bodyPr>
            <ns1:lstStyle/>
            <ns1:p>
              <ns1:endParaRPr lang="id-ID" sz="2700"/>
            </ns1:p>
          </ns0:txBody>
        </ns0:sp>
        <ns0:sp>
          <ns0:nvSpPr>
            <ns0:cNvPr id="38" name="Freeform 12"/>
            <ns0:cNvSpPr>
              <ns1:spLocks noEditPoints="1"/>
            </ns0:cNvSpPr>
            <ns0:nvPr/>
          </ns0:nvSpPr>
          <ns0:spPr bwMode="auto">
            <ns1:xfrm>
              <ns1:off x="8445500" y="-549275"/>
              <ns1:ext cx="211138" cy="209550"/>
            </ns1:xfrm>
            <ns1:custGeom>
              <ns1:avLst/>
              <ns1:gdLst>
                <ns1:gd name="T0" fmla="*/ 28 w 56"/>
                <ns1:gd name="T1" fmla="*/ 0 h 56"/>
                <ns1:gd name="T2" fmla="*/ 0 w 56"/>
                <ns1:gd name="T3" fmla="*/ 28 h 56"/>
                <ns1:gd name="T4" fmla="*/ 28 w 56"/>
                <ns1:gd name="T5" fmla="*/ 56 h 56"/>
                <ns1:gd name="T6" fmla="*/ 56 w 56"/>
                <ns1:gd name="T7" fmla="*/ 28 h 56"/>
                <ns1:gd name="T8" fmla="*/ 28 w 56"/>
                <ns1:gd name="T9" fmla="*/ 0 h 56"/>
                <ns1:gd name="T10" fmla="*/ 28 w 56"/>
                <ns1:gd name="T11" fmla="*/ 52 h 56"/>
                <ns1:gd name="T12" fmla="*/ 4 w 56"/>
                <ns1:gd name="T13" fmla="*/ 28 h 56"/>
                <ns1:gd name="T14" fmla="*/ 28 w 56"/>
                <ns1:gd name="T15" fmla="*/ 4 h 56"/>
                <ns1:gd name="T16" fmla="*/ 52 w 56"/>
                <ns1:gd name="T17" fmla="*/ 28 h 56"/>
                <ns1:gd name="T18" fmla="*/ 28 w 56"/>
                <ns1:gd name="T19" fmla="*/ 52 h 56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  <ns1:cxn ang="0">
                  <ns1:pos x="T14" y="T15"/>
                </ns1:cxn>
                <ns1:cxn ang="0">
                  <ns1:pos x="T16" y="T17"/>
                </ns1:cxn>
                <ns1:cxn ang="0">
                  <ns1:pos x="T18" y="T19"/>
                </ns1:cxn>
              </ns1:cxnLst>
              <ns1:rect l="0" t="0" r="r" b="b"/>
              <ns1:pathLst>
                <ns1:path w="56" h="56">
                  <ns1:moveTo>
                    <ns1:pt x="28" y="0"/>
                  </ns1:moveTo>
                  <ns1:cubicBezTo>
                    <ns1:pt x="12" y="0"/>
                    <ns1:pt x="0" y="13"/>
                    <ns1:pt x="0" y="28"/>
                  </ns1:cubicBezTo>
                  <ns1:cubicBezTo>
                    <ns1:pt x="0" y="43"/>
                    <ns1:pt x="12" y="56"/>
                    <ns1:pt x="28" y="56"/>
                  </ns1:cubicBezTo>
                  <ns1:cubicBezTo>
                    <ns1:pt x="43" y="56"/>
                    <ns1:pt x="56" y="43"/>
                    <ns1:pt x="56" y="28"/>
                  </ns1:cubicBezTo>
                  <ns1:cubicBezTo>
                    <ns1:pt x="56" y="13"/>
                    <ns1:pt x="43" y="0"/>
                    <ns1:pt x="28" y="0"/>
                  </ns1:cubicBezTo>
                  <ns1:close/>
                  <ns1:moveTo>
                    <ns1:pt x="28" y="52"/>
                  </ns1:moveTo>
                  <ns1:cubicBezTo>
                    <ns1:pt x="15" y="52"/>
                    <ns1:pt x="4" y="41"/>
                    <ns1:pt x="4" y="28"/>
                  </ns1:cubicBezTo>
                  <ns1:cubicBezTo>
                    <ns1:pt x="4" y="15"/>
                    <ns1:pt x="15" y="4"/>
                    <ns1:pt x="28" y="4"/>
                  </ns1:cubicBezTo>
                  <ns1:cubicBezTo>
                    <ns1:pt x="41" y="4"/>
                    <ns1:pt x="52" y="15"/>
                    <ns1:pt x="52" y="28"/>
                  </ns1:cubicBezTo>
                  <ns1:cubicBezTo>
                    <ns1:pt x="52" y="41"/>
                    <ns1:pt x="41" y="52"/>
                    <ns1:pt x="28" y="52"/>
                  </ns1:cubicBezTo>
                  <ns1:close/>
                </ns1:path>
              </ns1:pathLst>
            </ns1:custGeom>
            <ns1:grpFill/>
            <ns1:ln>
              <ns1:noFill/>
            </ns1:ln>
            <ns1:extLst>
              <ns1:ext uri="{91240B29-F687-4F45-9708-019B960494DF}">
                <ns2:hiddenLine w="9525">
                  <ns1:solidFill>
                    <ns1:srgbClr val="000000"/>
                  </ns1:solidFill>
                  <ns1:round/>
                  <ns1:headEnd/>
                  <ns1:tailEnd/>
                </ns2:hiddenLine>
              </ns1:ext>
            </ns1:extLst>
          </ns0:spPr>
          <ns0:txBody>
            <ns1:bodyPr vert="horz" wrap="square" lIns="91440" tIns="45720" rIns="91440" bIns="45720" numCol="1" anchor="t" anchorCtr="0" compatLnSpc="1">
              <ns1:prstTxWarp prst="textNoShape">
                <ns1:avLst/>
              </ns1:prstTxWarp>
            </ns1:bodyPr>
            <ns1:lstStyle/>
            <ns1:p>
              <ns1:endParaRPr lang="id-ID" sz="2700"/>
            </ns1:p>
          </ns0:txBody>
        </ns0:sp>
      </ns0:grpSp>
      <ns0:grpSp>
        <ns0:nvGrpSpPr>
          <ns0:cNvPr id="39" name="Group 38"/>
          <ns0:cNvGrpSpPr/>
          <ns0:nvPr/>
        </ns0:nvGrpSpPr>
        <ns0:grpSpPr>
          <ns1:xfrm>
            <ns1:off x="2233402" y="1945436"/>
            <ns1:ext cx="483505" cy="481854"/>
            <ns1:chOff x="8588375" y="100013"/>
            <ns1:chExt cx="930276" cy="927101"/>
          </ns1:xfrm>
          <ns1:solidFill>
            <ns1:schemeClr val="tx1"/>
          </ns1:solidFill>
        </ns0:grpSpPr>
        <ns0:sp>
          <ns0:nvSpPr>
            <ns0:cNvPr id="40" name="Freeform 16"/>
            <ns0:cNvSpPr>
              <ns1:spLocks/>
            </ns0:cNvSpPr>
            <ns0:nvPr/>
          </ns0:nvSpPr>
          <ns0:spPr bwMode="auto">
            <ns1:xfrm>
              <ns1:off x="8921750" y="187326"/>
              <ns1:ext cx="509588" cy="504825"/>
            </ns1:xfrm>
            <ns1:custGeom>
              <ns1:avLst/>
              <ns1:gdLst>
                <ns1:gd name="T0" fmla="*/ 7 w 134"/>
                <ns1:gd name="T1" fmla="*/ 133 h 133"/>
                <ns1:gd name="T2" fmla="*/ 3 w 134"/>
                <ns1:gd name="T3" fmla="*/ 131 h 133"/>
                <ns1:gd name="T4" fmla="*/ 3 w 134"/>
                <ns1:gd name="T5" fmla="*/ 123 h 133"/>
                <ns1:gd name="T6" fmla="*/ 123 w 134"/>
                <ns1:gd name="T7" fmla="*/ 3 h 133"/>
                <ns1:gd name="T8" fmla="*/ 131 w 134"/>
                <ns1:gd name="T9" fmla="*/ 3 h 133"/>
                <ns1:gd name="T10" fmla="*/ 131 w 134"/>
                <ns1:gd name="T11" fmla="*/ 11 h 133"/>
                <ns1:gd name="T12" fmla="*/ 11 w 134"/>
                <ns1:gd name="T13" fmla="*/ 131 h 133"/>
                <ns1:gd name="T14" fmla="*/ 7 w 134"/>
                <ns1:gd name="T15" fmla="*/ 133 h 133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  <ns1:cxn ang="0">
                  <ns1:pos x="T14" y="T15"/>
                </ns1:cxn>
              </ns1:cxnLst>
              <ns1:rect l="0" t="0" r="r" b="b"/>
              <ns1:pathLst>
                <ns1:path w="134" h="133">
                  <ns1:moveTo>
                    <ns1:pt x="7" y="133"/>
                  </ns1:moveTo>
                  <ns1:cubicBezTo>
                    <ns1:pt x="5" y="133"/>
                    <ns1:pt x="4" y="132"/>
                    <ns1:pt x="3" y="131"/>
                  </ns1:cubicBezTo>
                  <ns1:cubicBezTo>
                    <ns1:pt x="0" y="129"/>
                    <ns1:pt x="0" y="125"/>
                    <ns1:pt x="3" y="123"/>
                  </ns1:cubicBezTo>
                  <ns1:cubicBezTo>
                    <ns1:pt x="123" y="3"/>
                    <ns1:pt x="123" y="3"/>
                    <ns1:pt x="123" y="3"/>
                  </ns1:cubicBezTo>
                  <ns1:cubicBezTo>
                    <ns1:pt x="125" y="0"/>
                    <ns1:pt x="129" y="0"/>
                    <ns1:pt x="131" y="3"/>
                  </ns1:cubicBezTo>
                  <ns1:cubicBezTo>
                    <ns1:pt x="134" y="5"/>
                    <ns1:pt x="134" y="9"/>
                    <ns1:pt x="131" y="11"/>
                  </ns1:cubicBezTo>
                  <ns1:cubicBezTo>
                    <ns1:pt x="11" y="131"/>
                    <ns1:pt x="11" y="131"/>
                    <ns1:pt x="11" y="131"/>
                  </ns1:cubicBezTo>
                  <ns1:cubicBezTo>
                    <ns1:pt x="10" y="132"/>
                    <ns1:pt x="9" y="133"/>
                    <ns1:pt x="7" y="133"/>
                  </ns1:cubicBezTo>
                  <ns1:close/>
                </ns1:path>
              </ns1:pathLst>
            </ns1:custGeom>
            <ns1:grpFill/>
            <ns1:ln>
              <ns1:noFill/>
            </ns1:ln>
            <ns1:extLst>
              <ns1:ext uri="{91240B29-F687-4F45-9708-019B960494DF}">
                <ns2:hiddenLine w="9525">
                  <ns1:solidFill>
                    <ns1:srgbClr val="000000"/>
                  </ns1:solidFill>
                  <ns1:round/>
                  <ns1:headEnd/>
                  <ns1:tailEnd/>
                </ns2:hiddenLine>
              </ns1:ext>
            </ns1:extLst>
          </ns0:spPr>
          <ns0:txBody>
            <ns1:bodyPr vert="horz" wrap="square" lIns="91440" tIns="45720" rIns="91440" bIns="45720" numCol="1" anchor="t" anchorCtr="0" compatLnSpc="1">
              <ns1:prstTxWarp prst="textNoShape">
                <ns1:avLst/>
              </ns1:prstTxWarp>
            </ns1:bodyPr>
            <ns1:lstStyle/>
            <ns1:p>
              <ns1:endParaRPr lang="id-ID" sz="2700"/>
            </ns1:p>
          </ns0:txBody>
        </ns0:sp>
        <ns0:sp>
          <ns0:nvSpPr>
            <ns0:cNvPr id="41" name="Freeform 17"/>
            <ns0:cNvSpPr>
              <ns1:spLocks noEditPoints="1"/>
            </ns0:cNvSpPr>
            <ns0:nvPr/>
          </ns0:nvSpPr>
          <ns0:spPr bwMode="auto">
            <ns1:xfrm>
              <ns1:off x="9164638" y="100013"/>
              <ns1:ext cx="354013" cy="346075"/>
            </ns1:xfrm>
            <ns1:custGeom>
              <ns1:avLst/>
              <ns1:gdLst>
                <ns1:gd name="T0" fmla="*/ 41 w 93"/>
                <ns1:gd name="T1" fmla="*/ 91 h 91"/>
                <ns1:gd name="T2" fmla="*/ 15 w 93"/>
                <ns1:gd name="T3" fmla="*/ 78 h 91"/>
                <ns1:gd name="T4" fmla="*/ 3 w 93"/>
                <ns1:gd name="T5" fmla="*/ 46 h 91"/>
                <ns1:gd name="T6" fmla="*/ 61 w 93"/>
                <ns1:gd name="T7" fmla="*/ 0 h 91"/>
                <ns1:gd name="T8" fmla="*/ 67 w 93"/>
                <ns1:gd name="T9" fmla="*/ 1 h 91"/>
                <ns1:gd name="T10" fmla="*/ 69 w 93"/>
                <ns1:gd name="T11" fmla="*/ 6 h 91"/>
                <ns1:gd name="T12" fmla="*/ 69 w 93"/>
                <ns1:gd name="T13" fmla="*/ 24 h 91"/>
                <ns1:gd name="T14" fmla="*/ 87 w 93"/>
                <ns1:gd name="T15" fmla="*/ 24 h 91"/>
                <ns1:gd name="T16" fmla="*/ 92 w 93"/>
                <ns1:gd name="T17" fmla="*/ 26 h 91"/>
                <ns1:gd name="T18" fmla="*/ 93 w 93"/>
                <ns1:gd name="T19" fmla="*/ 32 h 91"/>
                <ns1:gd name="T20" fmla="*/ 41 w 93"/>
                <ns1:gd name="T21" fmla="*/ 91 h 91"/>
                <ns1:gd name="T22" fmla="*/ 57 w 93"/>
                <ns1:gd name="T23" fmla="*/ 15 h 91"/>
                <ns1:gd name="T24" fmla="*/ 15 w 93"/>
                <ns1:gd name="T25" fmla="*/ 48 h 91"/>
                <ns1:gd name="T26" fmla="*/ 23 w 93"/>
                <ns1:gd name="T27" fmla="*/ 70 h 91"/>
                <ns1:gd name="T28" fmla="*/ 41 w 93"/>
                <ns1:gd name="T29" fmla="*/ 79 h 91"/>
                <ns1:gd name="T30" fmla="*/ 78 w 93"/>
                <ns1:gd name="T31" fmla="*/ 36 h 91"/>
                <ns1:gd name="T32" fmla="*/ 63 w 93"/>
                <ns1:gd name="T33" fmla="*/ 36 h 91"/>
                <ns1:gd name="T34" fmla="*/ 57 w 93"/>
                <ns1:gd name="T35" fmla="*/ 30 h 91"/>
                <ns1:gd name="T36" fmla="*/ 57 w 93"/>
                <ns1:gd name="T37" fmla="*/ 15 h 91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  <ns1:cxn ang="0">
                  <ns1:pos x="T14" y="T15"/>
                </ns1:cxn>
                <ns1:cxn ang="0">
                  <ns1:pos x="T16" y="T17"/>
                </ns1:cxn>
                <ns1:cxn ang="0">
                  <ns1:pos x="T18" y="T19"/>
                </ns1:cxn>
                <ns1:cxn ang="0">
                  <ns1:pos x="T20" y="T21"/>
                </ns1:cxn>
                <ns1:cxn ang="0">
                  <ns1:pos x="T22" y="T23"/>
                </ns1:cxn>
                <ns1:cxn ang="0">
                  <ns1:pos x="T24" y="T25"/>
                </ns1:cxn>
                <ns1:cxn ang="0">
                  <ns1:pos x="T26" y="T27"/>
                </ns1:cxn>
                <ns1:cxn ang="0">
                  <ns1:pos x="T28" y="T29"/>
                </ns1:cxn>
                <ns1:cxn ang="0">
                  <ns1:pos x="T30" y="T31"/>
                </ns1:cxn>
                <ns1:cxn ang="0">
                  <ns1:pos x="T32" y="T33"/>
                </ns1:cxn>
                <ns1:cxn ang="0">
                  <ns1:pos x="T34" y="T35"/>
                </ns1:cxn>
                <ns1:cxn ang="0">
                  <ns1:pos x="T36" y="T37"/>
                </ns1:cxn>
              </ns1:cxnLst>
              <ns1:rect l="0" t="0" r="r" b="b"/>
              <ns1:pathLst>
                <ns1:path w="93" h="91">
                  <ns1:moveTo>
                    <ns1:pt x="41" y="91"/>
                  </ns1:moveTo>
                  <ns1:cubicBezTo>
                    <ns1:pt x="32" y="91"/>
                    <ns1:pt x="23" y="87"/>
                    <ns1:pt x="15" y="78"/>
                  </ns1:cubicBezTo>
                  <ns1:cubicBezTo>
                    <ns1:pt x="4" y="68"/>
                    <ns1:pt x="0" y="57"/>
                    <ns1:pt x="3" y="46"/>
                  </ns1:cubicBezTo>
                  <ns1:cubicBezTo>
                    <ns1:pt x="9" y="18"/>
                    <ns1:pt x="56" y="2"/>
                    <ns1:pt x="61" y="0"/>
                  </ns1:cubicBezTo>
                  <ns1:cubicBezTo>
                    <ns1:pt x="63" y="0"/>
                    <ns1:pt x="65" y="0"/>
                    <ns1:pt x="67" y="1"/>
                  </ns1:cubicBezTo>
                  <ns1:cubicBezTo>
                    <ns1:pt x="68" y="2"/>
                    <ns1:pt x="69" y="4"/>
                    <ns1:pt x="69" y="6"/>
                  </ns1:cubicBezTo>
                  <ns1:cubicBezTo>
                    <ns1:pt x="69" y="24"/>
                    <ns1:pt x="69" y="24"/>
                    <ns1:pt x="69" y="24"/>
                  </ns1:cubicBezTo>
                  <ns1:cubicBezTo>
                    <ns1:pt x="87" y="24"/>
                    <ns1:pt x="87" y="24"/>
                    <ns1:pt x="87" y="24"/>
                  </ns1:cubicBezTo>
                  <ns1:cubicBezTo>
                    <ns1:pt x="89" y="24"/>
                    <ns1:pt x="91" y="25"/>
                    <ns1:pt x="92" y="26"/>
                  </ns1:cubicBezTo>
                  <ns1:cubicBezTo>
                    <ns1:pt x="93" y="28"/>
                    <ns1:pt x="93" y="30"/>
                    <ns1:pt x="93" y="32"/>
                  </ns1:cubicBezTo>
                  <ns1:cubicBezTo>
                    <ns1:pt x="91" y="38"/>
                    <ns1:pt x="72" y="91"/>
                    <ns1:pt x="41" y="91"/>
                  </ns1:cubicBezTo>
                  <ns1:close/>
                  <ns1:moveTo>
                    <ns1:pt x="57" y="15"/>
                  </ns1:moveTo>
                  <ns1:cubicBezTo>
                    <ns1:pt x="42" y="21"/>
                    <ns1:pt x="18" y="33"/>
                    <ns1:pt x="15" y="48"/>
                  </ns1:cubicBezTo>
                  <ns1:cubicBezTo>
                    <ns1:pt x="13" y="55"/>
                    <ns1:pt x="16" y="62"/>
                    <ns1:pt x="23" y="70"/>
                  </ns1:cubicBezTo>
                  <ns1:cubicBezTo>
                    <ns1:pt x="29" y="76"/>
                    <ns1:pt x="35" y="79"/>
                    <ns1:pt x="41" y="79"/>
                  </ns1:cubicBezTo>
                  <ns1:cubicBezTo>
                    <ns1:pt x="57" y="79"/>
                    <ns1:pt x="72" y="53"/>
                    <ns1:pt x="78" y="36"/>
                  </ns1:cubicBezTo>
                  <ns1:cubicBezTo>
                    <ns1:pt x="63" y="36"/>
                    <ns1:pt x="63" y="36"/>
                    <ns1:pt x="63" y="36"/>
                  </ns1:cubicBezTo>
                  <ns1:cubicBezTo>
                    <ns1:pt x="60" y="36"/>
                    <ns1:pt x="57" y="33"/>
                    <ns1:pt x="57" y="30"/>
                  </ns1:cubicBezTo>
                  <ns1:lnTo>
                    <ns1:pt x="57" y="15"/>
                  </ns1:lnTo>
                  <ns1:close/>
                </ns1:path>
              </ns1:pathLst>
            </ns1:custGeom>
            <ns1:grpFill/>
            <ns1:ln>
              <ns1:noFill/>
            </ns1:ln>
            <ns1:extLst>
              <ns1:ext uri="{91240B29-F687-4F45-9708-019B960494DF}">
                <ns2:hiddenLine w="9525">
                  <ns1:solidFill>
                    <ns1:srgbClr val="000000"/>
                  </ns1:solidFill>
                  <ns1:round/>
                  <ns1:headEnd/>
                  <ns1:tailEnd/>
                </ns2:hiddenLine>
              </ns1:ext>
            </ns1:extLst>
          </ns0:spPr>
          <ns0:txBody>
            <ns1:bodyPr vert="horz" wrap="square" lIns="91440" tIns="45720" rIns="91440" bIns="45720" numCol="1" anchor="t" anchorCtr="0" compatLnSpc="1">
              <ns1:prstTxWarp prst="textNoShape">
                <ns1:avLst/>
              </ns1:prstTxWarp>
            </ns1:bodyPr>
            <ns1:lstStyle/>
            <ns1:p>
              <ns1:endParaRPr lang="id-ID" sz="2700"/>
            </ns1:p>
          </ns0:txBody>
        </ns0:sp>
        <ns0:sp>
          <ns0:nvSpPr>
            <ns0:cNvPr id="42" name="Freeform 18"/>
            <ns0:cNvSpPr>
              <ns1:spLocks/>
            </ns0:cNvSpPr>
            <ns0:nvPr/>
          </ns0:nvSpPr>
          <ns0:spPr bwMode="auto">
            <ns1:xfrm>
              <ns1:off x="9290050" y="142876"/>
              <ns1:ext cx="46038" cy="185738"/>
            </ns1:xfrm>
            <ns1:custGeom>
              <ns1:avLst/>
              <ns1:gdLst>
                <ns1:gd name="T0" fmla="*/ 6 w 12"/>
                <ns1:gd name="T1" fmla="*/ 49 h 49"/>
                <ns1:gd name="T2" fmla="*/ 0 w 12"/>
                <ns1:gd name="T3" fmla="*/ 43 h 49"/>
                <ns1:gd name="T4" fmla="*/ 0 w 12"/>
                <ns1:gd name="T5" fmla="*/ 6 h 49"/>
                <ns1:gd name="T6" fmla="*/ 6 w 12"/>
                <ns1:gd name="T7" fmla="*/ 0 h 49"/>
                <ns1:gd name="T8" fmla="*/ 12 w 12"/>
                <ns1:gd name="T9" fmla="*/ 6 h 49"/>
                <ns1:gd name="T10" fmla="*/ 12 w 12"/>
                <ns1:gd name="T11" fmla="*/ 43 h 49"/>
                <ns1:gd name="T12" fmla="*/ 6 w 12"/>
                <ns1:gd name="T13" fmla="*/ 49 h 49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</ns1:cxnLst>
              <ns1:rect l="0" t="0" r="r" b="b"/>
              <ns1:pathLst>
                <ns1:path w="12" h="49">
                  <ns1:moveTo>
                    <ns1:pt x="6" y="49"/>
                  </ns1:moveTo>
                  <ns1:cubicBezTo>
                    <ns1:pt x="3" y="49"/>
                    <ns1:pt x="0" y="46"/>
                    <ns1:pt x="0" y="43"/>
                  </ns1:cubicBezTo>
                  <ns1:cubicBezTo>
                    <ns1:pt x="0" y="6"/>
                    <ns1:pt x="0" y="6"/>
                    <ns1:pt x="0" y="6"/>
                  </ns1:cubicBezTo>
                  <ns1:cubicBezTo>
                    <ns1:pt x="0" y="2"/>
                    <ns1:pt x="3" y="0"/>
                    <ns1:pt x="6" y="0"/>
                  </ns1:cubicBezTo>
                  <ns1:cubicBezTo>
                    <ns1:pt x="9" y="0"/>
                    <ns1:pt x="12" y="2"/>
                    <ns1:pt x="12" y="6"/>
                  </ns1:cubicBezTo>
                  <ns1:cubicBezTo>
                    <ns1:pt x="12" y="43"/>
                    <ns1:pt x="12" y="43"/>
                    <ns1:pt x="12" y="43"/>
                  </ns1:cubicBezTo>
                  <ns1:cubicBezTo>
                    <ns1:pt x="12" y="46"/>
                    <ns1:pt x="9" y="49"/>
                    <ns1:pt x="6" y="49"/>
                  </ns1:cubicBezTo>
                  <ns1:close/>
                </ns1:path>
              </ns1:pathLst>
            </ns1:custGeom>
            <ns1:grpFill/>
            <ns1:ln>
              <ns1:noFill/>
            </ns1:ln>
            <ns1:extLst>
              <ns1:ext uri="{91240B29-F687-4F45-9708-019B960494DF}">
                <ns2:hiddenLine w="9525">
                  <ns1:solidFill>
                    <ns1:srgbClr val="000000"/>
                  </ns1:solidFill>
                  <ns1:round/>
                  <ns1:headEnd/>
                  <ns1:tailEnd/>
                </ns2:hiddenLine>
              </ns1:ext>
            </ns1:extLst>
          </ns0:spPr>
          <ns0:txBody>
            <ns1:bodyPr vert="horz" wrap="square" lIns="91440" tIns="45720" rIns="91440" bIns="45720" numCol="1" anchor="t" anchorCtr="0" compatLnSpc="1">
              <ns1:prstTxWarp prst="textNoShape">
                <ns1:avLst/>
              </ns1:prstTxWarp>
            </ns1:bodyPr>
            <ns1:lstStyle/>
            <ns1:p>
              <ns1:endParaRPr lang="id-ID" sz="2700"/>
            </ns1:p>
          </ns0:txBody>
        </ns0:sp>
        <ns0:sp>
          <ns0:nvSpPr>
            <ns0:cNvPr id="43" name="Freeform 19"/>
            <ns0:cNvSpPr>
              <ns1:spLocks/>
            </ns0:cNvSpPr>
            <ns0:nvPr/>
          </ns0:nvSpPr>
          <ns0:spPr bwMode="auto">
            <ns1:xfrm>
              <ns1:off x="8588375" y="882651"/>
              <ns1:ext cx="147638" cy="144463"/>
            </ns1:xfrm>
            <ns1:custGeom>
              <ns1:avLst/>
              <ns1:gdLst>
                <ns1:gd name="T0" fmla="*/ 7 w 39"/>
                <ns1:gd name="T1" fmla="*/ 38 h 38"/>
                <ns1:gd name="T2" fmla="*/ 3 w 39"/>
                <ns1:gd name="T3" fmla="*/ 36 h 38"/>
                <ns1:gd name="T4" fmla="*/ 3 w 39"/>
                <ns1:gd name="T5" fmla="*/ 28 h 38"/>
                <ns1:gd name="T6" fmla="*/ 29 w 39"/>
                <ns1:gd name="T7" fmla="*/ 2 h 38"/>
                <ns1:gd name="T8" fmla="*/ 37 w 39"/>
                <ns1:gd name="T9" fmla="*/ 2 h 38"/>
                <ns1:gd name="T10" fmla="*/ 37 w 39"/>
                <ns1:gd name="T11" fmla="*/ 10 h 38"/>
                <ns1:gd name="T12" fmla="*/ 11 w 39"/>
                <ns1:gd name="T13" fmla="*/ 36 h 38"/>
                <ns1:gd name="T14" fmla="*/ 7 w 39"/>
                <ns1:gd name="T15" fmla="*/ 38 h 38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  <ns1:cxn ang="0">
                  <ns1:pos x="T14" y="T15"/>
                </ns1:cxn>
              </ns1:cxnLst>
              <ns1:rect l="0" t="0" r="r" b="b"/>
              <ns1:pathLst>
                <ns1:path w="39" h="38">
                  <ns1:moveTo>
                    <ns1:pt x="7" y="38"/>
                  </ns1:moveTo>
                  <ns1:cubicBezTo>
                    <ns1:pt x="5" y="38"/>
                    <ns1:pt x="4" y="37"/>
                    <ns1:pt x="3" y="36"/>
                  </ns1:cubicBezTo>
                  <ns1:cubicBezTo>
                    <ns1:pt x="0" y="34"/>
                    <ns1:pt x="0" y="30"/>
                    <ns1:pt x="3" y="28"/>
                  </ns1:cubicBezTo>
                  <ns1:cubicBezTo>
                    <ns1:pt x="29" y="2"/>
                    <ns1:pt x="29" y="2"/>
                    <ns1:pt x="29" y="2"/>
                  </ns1:cubicBezTo>
                  <ns1:cubicBezTo>
                    <ns1:pt x="31" y="0"/>
                    <ns1:pt x="35" y="0"/>
                    <ns1:pt x="37" y="2"/>
                  </ns1:cubicBezTo>
                  <ns1:cubicBezTo>
                    <ns1:pt x="39" y="4"/>
                    <ns1:pt x="39" y="8"/>
                    <ns1:pt x="37" y="10"/>
                  </ns1:cubicBezTo>
                  <ns1:cubicBezTo>
                    <ns1:pt x="11" y="36"/>
                    <ns1:pt x="11" y="36"/>
                    <ns1:pt x="11" y="36"/>
                  </ns1:cubicBezTo>
                  <ns1:cubicBezTo>
                    <ns1:pt x="10" y="37"/>
                    <ns1:pt x="9" y="38"/>
                    <ns1:pt x="7" y="38"/>
                  </ns1:cubicBezTo>
                  <ns1:close/>
                </ns1:path>
              </ns1:pathLst>
            </ns1:custGeom>
            <ns1:grpFill/>
            <ns1:ln>
              <ns1:noFill/>
            </ns1:ln>
            <ns1:extLst>
              <ns1:ext uri="{91240B29-F687-4F45-9708-019B960494DF}">
                <ns2:hiddenLine w="9525">
                  <ns1:solidFill>
                    <ns1:srgbClr val="000000"/>
                  </ns1:solidFill>
                  <ns1:round/>
                  <ns1:headEnd/>
                  <ns1:tailEnd/>
                </ns2:hiddenLine>
              </ns1:ext>
            </ns1:extLst>
          </ns0:spPr>
          <ns0:txBody>
            <ns1:bodyPr vert="horz" wrap="square" lIns="91440" tIns="45720" rIns="91440" bIns="45720" numCol="1" anchor="t" anchorCtr="0" compatLnSpc="1">
              <ns1:prstTxWarp prst="textNoShape">
                <ns1:avLst/>
              </ns1:prstTxWarp>
            </ns1:bodyPr>
            <ns1:lstStyle/>
            <ns1:p>
              <ns1:endParaRPr lang="id-ID" sz="2700"/>
            </ns1:p>
          </ns0:txBody>
        </ns0:sp>
        <ns0:sp>
          <ns0:nvSpPr>
            <ns0:cNvPr id="44" name="Freeform 20"/>
            <ns0:cNvSpPr>
              <ns1:spLocks/>
            </ns0:cNvSpPr>
            <ns0:nvPr/>
          </ns0:nvSpPr>
          <ns0:spPr bwMode="auto">
            <ns1:xfrm>
              <ns1:off x="9161463" y="882651"/>
              <ns1:ext cx="147638" cy="144463"/>
            </ns1:xfrm>
            <ns1:custGeom>
              <ns1:avLst/>
              <ns1:gdLst>
                <ns1:gd name="T0" fmla="*/ 32 w 39"/>
                <ns1:gd name="T1" fmla="*/ 38 h 38"/>
                <ns1:gd name="T2" fmla="*/ 28 w 39"/>
                <ns1:gd name="T3" fmla="*/ 36 h 38"/>
                <ns1:gd name="T4" fmla="*/ 2 w 39"/>
                <ns1:gd name="T5" fmla="*/ 10 h 38"/>
                <ns1:gd name="T6" fmla="*/ 2 w 39"/>
                <ns1:gd name="T7" fmla="*/ 2 h 38"/>
                <ns1:gd name="T8" fmla="*/ 10 w 39"/>
                <ns1:gd name="T9" fmla="*/ 2 h 38"/>
                <ns1:gd name="T10" fmla="*/ 36 w 39"/>
                <ns1:gd name="T11" fmla="*/ 28 h 38"/>
                <ns1:gd name="T12" fmla="*/ 36 w 39"/>
                <ns1:gd name="T13" fmla="*/ 36 h 38"/>
                <ns1:gd name="T14" fmla="*/ 32 w 39"/>
                <ns1:gd name="T15" fmla="*/ 38 h 38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  <ns1:cxn ang="0">
                  <ns1:pos x="T14" y="T15"/>
                </ns1:cxn>
              </ns1:cxnLst>
              <ns1:rect l="0" t="0" r="r" b="b"/>
              <ns1:pathLst>
                <ns1:path w="39" h="38">
                  <ns1:moveTo>
                    <ns1:pt x="32" y="38"/>
                  </ns1:moveTo>
                  <ns1:cubicBezTo>
                    <ns1:pt x="30" y="38"/>
                    <ns1:pt x="29" y="37"/>
                    <ns1:pt x="28" y="36"/>
                  </ns1:cubicBezTo>
                  <ns1:cubicBezTo>
                    <ns1:pt x="2" y="10"/>
                    <ns1:pt x="2" y="10"/>
                    <ns1:pt x="2" y="10"/>
                  </ns1:cubicBezTo>
                  <ns1:cubicBezTo>
                    <ns1:pt x="0" y="8"/>
                    <ns1:pt x="0" y="4"/>
                    <ns1:pt x="2" y="2"/>
                  </ns1:cubicBezTo>
                  <ns1:cubicBezTo>
                    <ns1:pt x="4" y="0"/>
                    <ns1:pt x="8" y="0"/>
                    <ns1:pt x="10" y="2"/>
                  </ns1:cubicBezTo>
                  <ns1:cubicBezTo>
                    <ns1:pt x="36" y="28"/>
                    <ns1:pt x="36" y="28"/>
                    <ns1:pt x="36" y="28"/>
                  </ns1:cubicBezTo>
                  <ns1:cubicBezTo>
                    <ns1:pt x="39" y="30"/>
                    <ns1:pt x="39" y="34"/>
                    <ns1:pt x="36" y="36"/>
                  </ns1:cubicBezTo>
                  <ns1:cubicBezTo>
                    <ns1:pt x="35" y="37"/>
                    <ns1:pt x="34" y="38"/>
                    <ns1:pt x="32" y="38"/>
                  </ns1:cubicBezTo>
                  <ns1:close/>
                </ns1:path>
              </ns1:pathLst>
            </ns1:custGeom>
            <ns1:grpFill/>
            <ns1:ln>
              <ns1:noFill/>
            </ns1:ln>
            <ns1:extLst>
              <ns1:ext uri="{91240B29-F687-4F45-9708-019B960494DF}">
                <ns2:hiddenLine w="9525">
                  <ns1:solidFill>
                    <ns1:srgbClr val="000000"/>
                  </ns1:solidFill>
                  <ns1:round/>
                  <ns1:headEnd/>
                  <ns1:tailEnd/>
                </ns2:hiddenLine>
              </ns1:ext>
            </ns1:extLst>
          </ns0:spPr>
          <ns0:txBody>
            <ns1:bodyPr vert="horz" wrap="square" lIns="91440" tIns="45720" rIns="91440" bIns="45720" numCol="1" anchor="t" anchorCtr="0" compatLnSpc="1">
              <ns1:prstTxWarp prst="textNoShape">
                <ns1:avLst/>
              </ns1:prstTxWarp>
            </ns1:bodyPr>
            <ns1:lstStyle/>
            <ns1:p>
              <ns1:endParaRPr lang="id-ID" sz="2700"/>
            </ns1:p>
          </ns0:txBody>
        </ns0:sp>
        <ns0:sp>
          <ns0:nvSpPr>
            <ns0:cNvPr id="45" name="Freeform 21"/>
            <ns0:cNvSpPr>
              <ns1:spLocks noEditPoints="1"/>
            </ns0:cNvSpPr>
            <ns0:nvPr/>
          </ns0:nvSpPr>
          <ns0:spPr bwMode="auto">
            <ns1:xfrm>
              <ns1:off x="8591550" y="312738"/>
              <ns1:ext cx="714375" cy="714375"/>
            </ns1:xfrm>
            <ns1:custGeom>
              <ns1:avLst/>
              <ns1:gdLst>
                <ns1:gd name="T0" fmla="*/ 94 w 188"/>
                <ns1:gd name="T1" fmla="*/ 188 h 188"/>
                <ns1:gd name="T2" fmla="*/ 0 w 188"/>
                <ns1:gd name="T3" fmla="*/ 94 h 188"/>
                <ns1:gd name="T4" fmla="*/ 94 w 188"/>
                <ns1:gd name="T5" fmla="*/ 0 h 188"/>
                <ns1:gd name="T6" fmla="*/ 188 w 188"/>
                <ns1:gd name="T7" fmla="*/ 94 h 188"/>
                <ns1:gd name="T8" fmla="*/ 94 w 188"/>
                <ns1:gd name="T9" fmla="*/ 188 h 188"/>
                <ns1:gd name="T10" fmla="*/ 94 w 188"/>
                <ns1:gd name="T11" fmla="*/ 12 h 188"/>
                <ns1:gd name="T12" fmla="*/ 12 w 188"/>
                <ns1:gd name="T13" fmla="*/ 94 h 188"/>
                <ns1:gd name="T14" fmla="*/ 94 w 188"/>
                <ns1:gd name="T15" fmla="*/ 176 h 188"/>
                <ns1:gd name="T16" fmla="*/ 176 w 188"/>
                <ns1:gd name="T17" fmla="*/ 94 h 188"/>
                <ns1:gd name="T18" fmla="*/ 94 w 188"/>
                <ns1:gd name="T19" fmla="*/ 12 h 188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  <ns1:cxn ang="0">
                  <ns1:pos x="T14" y="T15"/>
                </ns1:cxn>
                <ns1:cxn ang="0">
                  <ns1:pos x="T16" y="T17"/>
                </ns1:cxn>
                <ns1:cxn ang="0">
                  <ns1:pos x="T18" y="T19"/>
                </ns1:cxn>
              </ns1:cxnLst>
              <ns1:rect l="0" t="0" r="r" b="b"/>
              <ns1:pathLst>
                <ns1:path w="188" h="188">
                  <ns1:moveTo>
                    <ns1:pt x="94" y="188"/>
                  </ns1:moveTo>
                  <ns1:cubicBezTo>
                    <ns1:pt x="42" y="188"/>
                    <ns1:pt x="0" y="146"/>
                    <ns1:pt x="0" y="94"/>
                  </ns1:cubicBezTo>
                  <ns1:cubicBezTo>
                    <ns1:pt x="0" y="42"/>
                    <ns1:pt x="42" y="0"/>
                    <ns1:pt x="94" y="0"/>
                  </ns1:cubicBezTo>
                  <ns1:cubicBezTo>
                    <ns1:pt x="146" y="0"/>
                    <ns1:pt x="188" y="42"/>
                    <ns1:pt x="188" y="94"/>
                  </ns1:cubicBezTo>
                  <ns1:cubicBezTo>
                    <ns1:pt x="188" y="146"/>
                    <ns1:pt x="146" y="188"/>
                    <ns1:pt x="94" y="188"/>
                  </ns1:cubicBezTo>
                  <ns1:close/>
                  <ns1:moveTo>
                    <ns1:pt x="94" y="12"/>
                  </ns1:moveTo>
                  <ns1:cubicBezTo>
                    <ns1:pt x="49" y="12"/>
                    <ns1:pt x="12" y="49"/>
                    <ns1:pt x="12" y="94"/>
                  </ns1:cubicBezTo>
                  <ns1:cubicBezTo>
                    <ns1:pt x="12" y="139"/>
                    <ns1:pt x="49" y="176"/>
                    <ns1:pt x="94" y="176"/>
                  </ns1:cubicBezTo>
                  <ns1:cubicBezTo>
                    <ns1:pt x="139" y="176"/>
                    <ns1:pt x="176" y="139"/>
                    <ns1:pt x="176" y="94"/>
                  </ns1:cubicBezTo>
                  <ns1:cubicBezTo>
                    <ns1:pt x="176" y="49"/>
                    <ns1:pt x="139" y="12"/>
                    <ns1:pt x="94" y="12"/>
                  </ns1:cubicBezTo>
                  <ns1:close/>
                </ns1:path>
              </ns1:pathLst>
            </ns1:custGeom>
            <ns1:grpFill/>
            <ns1:ln>
              <ns1:noFill/>
            </ns1:ln>
            <ns1:extLst>
              <ns1:ext uri="{91240B29-F687-4F45-9708-019B960494DF}">
                <ns2:hiddenLine w="9525">
                  <ns1:solidFill>
                    <ns1:srgbClr val="000000"/>
                  </ns1:solidFill>
                  <ns1:round/>
                  <ns1:headEnd/>
                  <ns1:tailEnd/>
                </ns2:hiddenLine>
              </ns1:ext>
            </ns1:extLst>
          </ns0:spPr>
          <ns0:txBody>
            <ns1:bodyPr vert="horz" wrap="square" lIns="91440" tIns="45720" rIns="91440" bIns="45720" numCol="1" anchor="t" anchorCtr="0" compatLnSpc="1">
              <ns1:prstTxWarp prst="textNoShape">
                <ns1:avLst/>
              </ns1:prstTxWarp>
            </ns1:bodyPr>
            <ns1:lstStyle/>
            <ns1:p>
              <ns1:endParaRPr lang="id-ID" sz="2700"/>
            </ns1:p>
          </ns0:txBody>
        </ns0:sp>
        <ns0:sp>
          <ns0:nvSpPr>
            <ns0:cNvPr id="46" name="Freeform 22"/>
            <ns0:cNvSpPr>
              <ns1:spLocks noEditPoints="1"/>
            </ns0:cNvSpPr>
            <ns0:nvPr/>
          </ns0:nvSpPr>
          <ns0:spPr bwMode="auto">
            <ns1:xfrm>
              <ns1:off x="8713788" y="434976"/>
              <ns1:ext cx="469900" cy="469900"/>
            </ns1:xfrm>
            <ns1:custGeom>
              <ns1:avLst/>
              <ns1:gdLst>
                <ns1:gd name="T0" fmla="*/ 62 w 124"/>
                <ns1:gd name="T1" fmla="*/ 124 h 124"/>
                <ns1:gd name="T2" fmla="*/ 0 w 124"/>
                <ns1:gd name="T3" fmla="*/ 62 h 124"/>
                <ns1:gd name="T4" fmla="*/ 62 w 124"/>
                <ns1:gd name="T5" fmla="*/ 0 h 124"/>
                <ns1:gd name="T6" fmla="*/ 124 w 124"/>
                <ns1:gd name="T7" fmla="*/ 62 h 124"/>
                <ns1:gd name="T8" fmla="*/ 62 w 124"/>
                <ns1:gd name="T9" fmla="*/ 124 h 124"/>
                <ns1:gd name="T10" fmla="*/ 62 w 124"/>
                <ns1:gd name="T11" fmla="*/ 12 h 124"/>
                <ns1:gd name="T12" fmla="*/ 12 w 124"/>
                <ns1:gd name="T13" fmla="*/ 62 h 124"/>
                <ns1:gd name="T14" fmla="*/ 62 w 124"/>
                <ns1:gd name="T15" fmla="*/ 112 h 124"/>
                <ns1:gd name="T16" fmla="*/ 112 w 124"/>
                <ns1:gd name="T17" fmla="*/ 62 h 124"/>
                <ns1:gd name="T18" fmla="*/ 62 w 124"/>
                <ns1:gd name="T19" fmla="*/ 12 h 124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  <ns1:cxn ang="0">
                  <ns1:pos x="T14" y="T15"/>
                </ns1:cxn>
                <ns1:cxn ang="0">
                  <ns1:pos x="T16" y="T17"/>
                </ns1:cxn>
                <ns1:cxn ang="0">
                  <ns1:pos x="T18" y="T19"/>
                </ns1:cxn>
              </ns1:cxnLst>
              <ns1:rect l="0" t="0" r="r" b="b"/>
              <ns1:pathLst>
                <ns1:path w="124" h="124">
                  <ns1:moveTo>
                    <ns1:pt x="62" y="124"/>
                  </ns1:moveTo>
                  <ns1:cubicBezTo>
                    <ns1:pt x="28" y="124"/>
                    <ns1:pt x="0" y="96"/>
                    <ns1:pt x="0" y="62"/>
                  </ns1:cubicBezTo>
                  <ns1:cubicBezTo>
                    <ns1:pt x="0" y="28"/>
                    <ns1:pt x="28" y="0"/>
                    <ns1:pt x="62" y="0"/>
                  </ns1:cubicBezTo>
                  <ns1:cubicBezTo>
                    <ns1:pt x="96" y="0"/>
                    <ns1:pt x="124" y="28"/>
                    <ns1:pt x="124" y="62"/>
                  </ns1:cubicBezTo>
                  <ns1:cubicBezTo>
                    <ns1:pt x="124" y="96"/>
                    <ns1:pt x="96" y="124"/>
                    <ns1:pt x="62" y="124"/>
                  </ns1:cubicBezTo>
                  <ns1:close/>
                  <ns1:moveTo>
                    <ns1:pt x="62" y="12"/>
                  </ns1:moveTo>
                  <ns1:cubicBezTo>
                    <ns1:pt x="34" y="12"/>
                    <ns1:pt x="12" y="34"/>
                    <ns1:pt x="12" y="62"/>
                  </ns1:cubicBezTo>
                  <ns1:cubicBezTo>
                    <ns1:pt x="12" y="90"/>
                    <ns1:pt x="34" y="112"/>
                    <ns1:pt x="62" y="112"/>
                  </ns1:cubicBezTo>
                  <ns1:cubicBezTo>
                    <ns1:pt x="90" y="112"/>
                    <ns1:pt x="112" y="90"/>
                    <ns1:pt x="112" y="62"/>
                  </ns1:cubicBezTo>
                  <ns1:cubicBezTo>
                    <ns1:pt x="112" y="34"/>
                    <ns1:pt x="90" y="12"/>
                    <ns1:pt x="62" y="12"/>
                  </ns1:cubicBezTo>
                  <ns1:close/>
                </ns1:path>
              </ns1:pathLst>
            </ns1:custGeom>
            <ns1:grpFill/>
            <ns1:ln>
              <ns1:noFill/>
            </ns1:ln>
            <ns1:extLst>
              <ns1:ext uri="{91240B29-F687-4F45-9708-019B960494DF}">
                <ns2:hiddenLine w="9525">
                  <ns1:solidFill>
                    <ns1:srgbClr val="000000"/>
                  </ns1:solidFill>
                  <ns1:round/>
                  <ns1:headEnd/>
                  <ns1:tailEnd/>
                </ns2:hiddenLine>
              </ns1:ext>
            </ns1:extLst>
          </ns0:spPr>
          <ns0:txBody>
            <ns1:bodyPr vert="horz" wrap="square" lIns="91440" tIns="45720" rIns="91440" bIns="45720" numCol="1" anchor="t" anchorCtr="0" compatLnSpc="1">
              <ns1:prstTxWarp prst="textNoShape">
                <ns1:avLst/>
              </ns1:prstTxWarp>
            </ns1:bodyPr>
            <ns1:lstStyle/>
            <ns1:p>
              <ns1:endParaRPr lang="id-ID" sz="2700"/>
            </ns1:p>
          </ns0:txBody>
        </ns0:sp>
        <ns0:sp>
          <ns0:nvSpPr>
            <ns0:cNvPr id="47" name="Freeform 23"/>
            <ns0:cNvSpPr>
              <ns1:spLocks noEditPoints="1"/>
            </ns0:cNvSpPr>
            <ns0:nvPr/>
          </ns0:nvSpPr>
          <ns0:spPr bwMode="auto">
            <ns1:xfrm>
              <ns1:off x="8834438" y="555626"/>
              <ns1:ext cx="228600" cy="228600"/>
            </ns1:xfrm>
            <ns1:custGeom>
              <ns1:avLst/>
              <ns1:gdLst>
                <ns1:gd name="T0" fmla="*/ 30 w 60"/>
                <ns1:gd name="T1" fmla="*/ 60 h 60"/>
                <ns1:gd name="T2" fmla="*/ 0 w 60"/>
                <ns1:gd name="T3" fmla="*/ 30 h 60"/>
                <ns1:gd name="T4" fmla="*/ 30 w 60"/>
                <ns1:gd name="T5" fmla="*/ 0 h 60"/>
                <ns1:gd name="T6" fmla="*/ 60 w 60"/>
                <ns1:gd name="T7" fmla="*/ 30 h 60"/>
                <ns1:gd name="T8" fmla="*/ 30 w 60"/>
                <ns1:gd name="T9" fmla="*/ 60 h 60"/>
                <ns1:gd name="T10" fmla="*/ 30 w 60"/>
                <ns1:gd name="T11" fmla="*/ 12 h 60"/>
                <ns1:gd name="T12" fmla="*/ 12 w 60"/>
                <ns1:gd name="T13" fmla="*/ 30 h 60"/>
                <ns1:gd name="T14" fmla="*/ 30 w 60"/>
                <ns1:gd name="T15" fmla="*/ 48 h 60"/>
                <ns1:gd name="T16" fmla="*/ 48 w 60"/>
                <ns1:gd name="T17" fmla="*/ 30 h 60"/>
                <ns1:gd name="T18" fmla="*/ 30 w 60"/>
                <ns1:gd name="T19" fmla="*/ 12 h 60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  <ns1:cxn ang="0">
                  <ns1:pos x="T14" y="T15"/>
                </ns1:cxn>
                <ns1:cxn ang="0">
                  <ns1:pos x="T16" y="T17"/>
                </ns1:cxn>
                <ns1:cxn ang="0">
                  <ns1:pos x="T18" y="T19"/>
                </ns1:cxn>
              </ns1:cxnLst>
              <ns1:rect l="0" t="0" r="r" b="b"/>
              <ns1:pathLst>
                <ns1:path w="60" h="60">
                  <ns1:moveTo>
                    <ns1:pt x="30" y="60"/>
                  </ns1:moveTo>
                  <ns1:cubicBezTo>
                    <ns1:pt x="13" y="60"/>
                    <ns1:pt x="0" y="47"/>
                    <ns1:pt x="0" y="30"/>
                  </ns1:cubicBezTo>
                  <ns1:cubicBezTo>
                    <ns1:pt x="0" y="13"/>
                    <ns1:pt x="13" y="0"/>
                    <ns1:pt x="30" y="0"/>
                  </ns1:cubicBezTo>
                  <ns1:cubicBezTo>
                    <ns1:pt x="47" y="0"/>
                    <ns1:pt x="60" y="13"/>
                    <ns1:pt x="60" y="30"/>
                  </ns1:cubicBezTo>
                  <ns1:cubicBezTo>
                    <ns1:pt x="60" y="47"/>
                    <ns1:pt x="47" y="60"/>
                    <ns1:pt x="30" y="60"/>
                  </ns1:cubicBezTo>
                  <ns1:close/>
                  <ns1:moveTo>
                    <ns1:pt x="30" y="12"/>
                  </ns1:moveTo>
                  <ns1:cubicBezTo>
                    <ns1:pt x="20" y="12"/>
                    <ns1:pt x="12" y="20"/>
                    <ns1:pt x="12" y="30"/>
                  </ns1:cubicBezTo>
                  <ns1:cubicBezTo>
                    <ns1:pt x="12" y="40"/>
                    <ns1:pt x="20" y="48"/>
                    <ns1:pt x="30" y="48"/>
                  </ns1:cubicBezTo>
                  <ns1:cubicBezTo>
                    <ns1:pt x="40" y="48"/>
                    <ns1:pt x="48" y="40"/>
                    <ns1:pt x="48" y="30"/>
                  </ns1:cubicBezTo>
                  <ns1:cubicBezTo>
                    <ns1:pt x="48" y="20"/>
                    <ns1:pt x="40" y="12"/>
                    <ns1:pt x="30" y="12"/>
                  </ns1:cubicBezTo>
                  <ns1:close/>
                </ns1:path>
              </ns1:pathLst>
            </ns1:custGeom>
            <ns1:grpFill/>
            <ns1:ln>
              <ns1:noFill/>
            </ns1:ln>
            <ns1:extLst>
              <ns1:ext uri="{91240B29-F687-4F45-9708-019B960494DF}">
                <ns2:hiddenLine w="9525">
                  <ns1:solidFill>
                    <ns1:srgbClr val="000000"/>
                  </ns1:solidFill>
                  <ns1:round/>
                  <ns1:headEnd/>
                  <ns1:tailEnd/>
                </ns2:hiddenLine>
              </ns1:ext>
            </ns1:extLst>
          </ns0:spPr>
          <ns0:txBody>
            <ns1:bodyPr vert="horz" wrap="square" lIns="91440" tIns="45720" rIns="91440" bIns="45720" numCol="1" anchor="t" anchorCtr="0" compatLnSpc="1">
              <ns1:prstTxWarp prst="textNoShape">
                <ns1:avLst/>
              </ns1:prstTxWarp>
            </ns1:bodyPr>
            <ns1:lstStyle/>
            <ns1:p>
              <ns1:endParaRPr lang="id-ID" sz="2700"/>
            </ns1:p>
          </ns0:txBody>
        </ns0:sp>
        <ns0:sp>
          <ns0:nvSpPr>
            <ns0:cNvPr id="48" name="Freeform 24"/>
            <ns0:cNvSpPr>
              <ns1:spLocks noEditPoints="1"/>
            </ns0:cNvSpPr>
            <ns0:nvPr/>
          </ns0:nvSpPr>
          <ns0:spPr bwMode="auto">
            <ns1:xfrm>
              <ns1:off x="8910638" y="631826"/>
              <ns1:ext cx="76200" cy="76200"/>
            </ns1:xfrm>
            <ns1:custGeom>
              <ns1:avLst/>
              <ns1:gdLst>
                <ns1:gd name="T0" fmla="*/ 10 w 20"/>
                <ns1:gd name="T1" fmla="*/ 20 h 20"/>
                <ns1:gd name="T2" fmla="*/ 0 w 20"/>
                <ns1:gd name="T3" fmla="*/ 10 h 20"/>
                <ns1:gd name="T4" fmla="*/ 10 w 20"/>
                <ns1:gd name="T5" fmla="*/ 0 h 20"/>
                <ns1:gd name="T6" fmla="*/ 20 w 20"/>
                <ns1:gd name="T7" fmla="*/ 10 h 20"/>
                <ns1:gd name="T8" fmla="*/ 10 w 20"/>
                <ns1:gd name="T9" fmla="*/ 20 h 20"/>
                <ns1:gd name="T10" fmla="*/ 10 w 20"/>
                <ns1:gd name="T11" fmla="*/ 8 h 20"/>
                <ns1:gd name="T12" fmla="*/ 8 w 20"/>
                <ns1:gd name="T13" fmla="*/ 10 h 20"/>
                <ns1:gd name="T14" fmla="*/ 10 w 20"/>
                <ns1:gd name="T15" fmla="*/ 12 h 20"/>
                <ns1:gd name="T16" fmla="*/ 12 w 20"/>
                <ns1:gd name="T17" fmla="*/ 10 h 20"/>
                <ns1:gd name="T18" fmla="*/ 10 w 20"/>
                <ns1:gd name="T19" fmla="*/ 8 h 20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  <ns1:cxn ang="0">
                  <ns1:pos x="T14" y="T15"/>
                </ns1:cxn>
                <ns1:cxn ang="0">
                  <ns1:pos x="T16" y="T17"/>
                </ns1:cxn>
                <ns1:cxn ang="0">
                  <ns1:pos x="T18" y="T19"/>
                </ns1:cxn>
              </ns1:cxnLst>
              <ns1:rect l="0" t="0" r="r" b="b"/>
              <ns1:pathLst>
                <ns1:path w="20" h="20">
                  <ns1:moveTo>
                    <ns1:pt x="10" y="20"/>
                  </ns1:moveTo>
                  <ns1:cubicBezTo>
                    <ns1:pt x="4" y="20"/>
                    <ns1:pt x="0" y="16"/>
                    <ns1:pt x="0" y="10"/>
                  </ns1:cubicBezTo>
                  <ns1:cubicBezTo>
                    <ns1:pt x="0" y="4"/>
                    <ns1:pt x="4" y="0"/>
                    <ns1:pt x="10" y="0"/>
                  </ns1:cubicBezTo>
                  <ns1:cubicBezTo>
                    <ns1:pt x="16" y="0"/>
                    <ns1:pt x="20" y="4"/>
                    <ns1:pt x="20" y="10"/>
                  </ns1:cubicBezTo>
                  <ns1:cubicBezTo>
                    <ns1:pt x="20" y="16"/>
                    <ns1:pt x="16" y="20"/>
                    <ns1:pt x="10" y="20"/>
                  </ns1:cubicBezTo>
                  <ns1:close/>
                  <ns1:moveTo>
                    <ns1:pt x="10" y="8"/>
                  </ns1:moveTo>
                  <ns1:cubicBezTo>
                    <ns1:pt x="9" y="8"/>
                    <ns1:pt x="8" y="9"/>
                    <ns1:pt x="8" y="10"/>
                  </ns1:cubicBezTo>
                  <ns1:cubicBezTo>
                    <ns1:pt x="8" y="11"/>
                    <ns1:pt x="9" y="12"/>
                    <ns1:pt x="10" y="12"/>
                  </ns1:cubicBezTo>
                  <ns1:cubicBezTo>
                    <ns1:pt x="11" y="12"/>
                    <ns1:pt x="12" y="11"/>
                    <ns1:pt x="12" y="10"/>
                  </ns1:cubicBezTo>
                  <ns1:cubicBezTo>
                    <ns1:pt x="12" y="9"/>
                    <ns1:pt x="11" y="8"/>
                    <ns1:pt x="10" y="8"/>
                  </ns1:cubicBezTo>
                  <ns1:close/>
                </ns1:path>
              </ns1:pathLst>
            </ns1:custGeom>
            <ns1:grpFill/>
            <ns1:ln>
              <ns1:noFill/>
            </ns1:ln>
            <ns1:extLst>
              <ns1:ext uri="{91240B29-F687-4F45-9708-019B960494DF}">
                <ns2:hiddenLine w="9525">
                  <ns1:solidFill>
                    <ns1:srgbClr val="000000"/>
                  </ns1:solidFill>
                  <ns1:round/>
                  <ns1:headEnd/>
                  <ns1:tailEnd/>
                </ns2:hiddenLine>
              </ns1:ext>
            </ns1:extLst>
          </ns0:spPr>
          <ns0:txBody>
            <ns1:bodyPr vert="horz" wrap="square" lIns="91440" tIns="45720" rIns="91440" bIns="45720" numCol="1" anchor="t" anchorCtr="0" compatLnSpc="1">
              <ns1:prstTxWarp prst="textNoShape">
                <ns1:avLst/>
              </ns1:prstTxWarp>
            </ns1:bodyPr>
            <ns1:lstStyle/>
            <ns1:p>
              <ns1:endParaRPr lang="id-ID" sz="2700"/>
            </ns1:p>
          </ns0:txBody>
        </ns0:sp>
      </ns0:grpSp>
      <ns0:sp>
        <ns0:nvSpPr>
          <ns0:cNvPr id="49" name="Freeform 5"/>
          <ns0:cNvSpPr>
            <ns1:spLocks noEditPoints="1"/>
          </ns0:cNvSpPr>
          <ns0:nvPr/>
        </ns0:nvSpPr>
        <ns0:spPr bwMode="auto">
          <ns1:xfrm>
            <ns1:off x="5421232" y="1986592"/>
            <ns1:ext cx="402650" cy="399545"/>
          </ns1:xfrm>
          <ns1:custGeom>
            <ns1:avLst/>
            <ns1:gdLst>
              <ns1:gd name="T0" fmla="*/ 56 w 162"/>
              <ns1:gd name="T1" fmla="*/ 161 h 161"/>
              <ns1:gd name="T2" fmla="*/ 56 w 162"/>
              <ns1:gd name="T3" fmla="*/ 161 h 161"/>
              <ns1:gd name="T4" fmla="*/ 50 w 162"/>
              <ns1:gd name="T5" fmla="*/ 158 h 161"/>
              <ns1:gd name="T6" fmla="*/ 30 w 162"/>
              <ns1:gd name="T7" fmla="*/ 131 h 161"/>
              <ns1:gd name="T8" fmla="*/ 3 w 162"/>
              <ns1:gd name="T9" fmla="*/ 111 h 161"/>
              <ns1:gd name="T10" fmla="*/ 0 w 162"/>
              <ns1:gd name="T11" fmla="*/ 105 h 161"/>
              <ns1:gd name="T12" fmla="*/ 2 w 162"/>
              <ns1:gd name="T13" fmla="*/ 100 h 161"/>
              <ns1:gd name="T14" fmla="*/ 13 w 162"/>
              <ns1:gd name="T15" fmla="*/ 89 h 161"/>
              <ns1:gd name="T16" fmla="*/ 18 w 162"/>
              <ns1:gd name="T17" fmla="*/ 87 h 161"/>
              <ns1:gd name="T18" fmla="*/ 20 w 162"/>
              <ns1:gd name="T19" fmla="*/ 87 h 161"/>
              <ns1:gd name="T20" fmla="*/ 39 w 162"/>
              <ns1:gd name="T21" fmla="*/ 92 h 161"/>
              <ns1:gd name="T22" fmla="*/ 62 w 162"/>
              <ns1:gd name="T23" fmla="*/ 69 h 161"/>
              <ns1:gd name="T24" fmla="*/ 11 w 162"/>
              <ns1:gd name="T25" fmla="*/ 41 h 161"/>
              <ns1:gd name="T26" fmla="*/ 7 w 162"/>
              <ns1:gd name="T27" fmla="*/ 36 h 161"/>
              <ns1:gd name="T28" fmla="*/ 9 w 162"/>
              <ns1:gd name="T29" fmla="*/ 29 h 161"/>
              <ns1:gd name="T30" fmla="*/ 23 w 162"/>
              <ns1:gd name="T31" fmla="*/ 15 h 161"/>
              <ns1:gd name="T32" fmla="*/ 30 w 162"/>
              <ns1:gd name="T33" fmla="*/ 13 h 161"/>
              <ns1:gd name="T34" fmla="*/ 101 w 162"/>
              <ns1:gd name="T35" fmla="*/ 30 h 161"/>
              <ns1:gd name="T36" fmla="*/ 116 w 162"/>
              <ns1:gd name="T37" fmla="*/ 14 h 161"/>
              <ns1:gd name="T38" fmla="*/ 146 w 162"/>
              <ns1:gd name="T39" fmla="*/ 0 h 161"/>
              <ns1:gd name="T40" fmla="*/ 157 w 162"/>
              <ns1:gd name="T41" fmla="*/ 4 h 161"/>
              <ns1:gd name="T42" fmla="*/ 159 w 162"/>
              <ns1:gd name="T43" fmla="*/ 24 h 161"/>
              <ns1:gd name="T44" fmla="*/ 147 w 162"/>
              <ns1:gd name="T45" fmla="*/ 44 h 161"/>
              <ns1:gd name="T46" fmla="*/ 131 w 162"/>
              <ns1:gd name="T47" fmla="*/ 61 h 161"/>
              <ns1:gd name="T48" fmla="*/ 148 w 162"/>
              <ns1:gd name="T49" fmla="*/ 134 h 161"/>
              <ns1:gd name="T50" fmla="*/ 145 w 162"/>
              <ns1:gd name="T51" fmla="*/ 142 h 161"/>
              <ns1:gd name="T52" fmla="*/ 131 w 162"/>
              <ns1:gd name="T53" fmla="*/ 153 h 161"/>
              <ns1:gd name="T54" fmla="*/ 126 w 162"/>
              <ns1:gd name="T55" fmla="*/ 154 h 161"/>
              <ns1:gd name="T56" fmla="*/ 124 w 162"/>
              <ns1:gd name="T57" fmla="*/ 154 h 161"/>
              <ns1:gd name="T58" fmla="*/ 120 w 162"/>
              <ns1:gd name="T59" fmla="*/ 150 h 161"/>
              <ns1:gd name="T60" fmla="*/ 92 w 162"/>
              <ns1:gd name="T61" fmla="*/ 99 h 161"/>
              <ns1:gd name="T62" fmla="*/ 69 w 162"/>
              <ns1:gd name="T63" fmla="*/ 122 h 161"/>
              <ns1:gd name="T64" fmla="*/ 74 w 162"/>
              <ns1:gd name="T65" fmla="*/ 141 h 161"/>
              <ns1:gd name="T66" fmla="*/ 72 w 162"/>
              <ns1:gd name="T67" fmla="*/ 148 h 161"/>
              <ns1:gd name="T68" fmla="*/ 62 w 162"/>
              <ns1:gd name="T69" fmla="*/ 159 h 161"/>
              <ns1:gd name="T70" fmla="*/ 56 w 162"/>
              <ns1:gd name="T71" fmla="*/ 161 h 161"/>
              <ns1:gd name="T72" fmla="*/ 8 w 162"/>
              <ns1:gd name="T73" fmla="*/ 105 h 161"/>
              <ns1:gd name="T74" fmla="*/ 36 w 162"/>
              <ns1:gd name="T75" fmla="*/ 126 h 161"/>
              <ns1:gd name="T76" fmla="*/ 56 w 162"/>
              <ns1:gd name="T77" fmla="*/ 153 h 161"/>
              <ns1:gd name="T78" fmla="*/ 66 w 162"/>
              <ns1:gd name="T79" fmla="*/ 143 h 161"/>
              <ns1:gd name="T80" fmla="*/ 60 w 162"/>
              <ns1:gd name="T81" fmla="*/ 120 h 161"/>
              <ns1:gd name="T82" fmla="*/ 94 w 162"/>
              <ns1:gd name="T83" fmla="*/ 86 h 161"/>
              <ns1:gd name="T84" fmla="*/ 126 w 162"/>
              <ns1:gd name="T85" fmla="*/ 146 h 161"/>
              <ns1:gd name="T86" fmla="*/ 140 w 162"/>
              <ns1:gd name="T87" fmla="*/ 136 h 161"/>
              <ns1:gd name="T88" fmla="*/ 122 w 162"/>
              <ns1:gd name="T89" fmla="*/ 58 h 161"/>
              <ns1:gd name="T90" fmla="*/ 141 w 162"/>
              <ns1:gd name="T91" fmla="*/ 39 h 161"/>
              <ns1:gd name="T92" fmla="*/ 152 w 162"/>
              <ns1:gd name="T93" fmla="*/ 22 h 161"/>
              <ns1:gd name="T94" fmla="*/ 151 w 162"/>
              <ns1:gd name="T95" fmla="*/ 10 h 161"/>
              <ns1:gd name="T96" fmla="*/ 146 w 162"/>
              <ns1:gd name="T97" fmla="*/ 8 h 161"/>
              <ns1:gd name="T98" fmla="*/ 122 w 162"/>
              <ns1:gd name="T99" fmla="*/ 20 h 161"/>
              <ns1:gd name="T100" fmla="*/ 103 w 162"/>
              <ns1:gd name="T101" fmla="*/ 39 h 161"/>
              <ns1:gd name="T102" fmla="*/ 28 w 162"/>
              <ns1:gd name="T103" fmla="*/ 21 h 161"/>
              <ns1:gd name="T104" fmla="*/ 15 w 162"/>
              <ns1:gd name="T105" fmla="*/ 35 h 161"/>
              <ns1:gd name="T106" fmla="*/ 75 w 162"/>
              <ns1:gd name="T107" fmla="*/ 67 h 161"/>
              <ns1:gd name="T108" fmla="*/ 41 w 162"/>
              <ns1:gd name="T109" fmla="*/ 101 h 161"/>
              <ns1:gd name="T110" fmla="*/ 18 w 162"/>
              <ns1:gd name="T111" fmla="*/ 95 h 161"/>
              <ns1:gd name="T112" fmla="*/ 8 w 162"/>
              <ns1:gd name="T113" fmla="*/ 105 h 161"/>
            </ns1:gdLst>
            <ns1:ahLst/>
            <ns1:cxnLst>
              <ns1:cxn ang="0">
                <ns1:pos x="T0" y="T1"/>
              </ns1:cxn>
              <ns1:cxn ang="0">
                <ns1:pos x="T2" y="T3"/>
              </ns1:cxn>
              <ns1:cxn ang="0">
                <ns1:pos x="T4" y="T5"/>
              </ns1:cxn>
              <ns1:cxn ang="0">
                <ns1:pos x="T6" y="T7"/>
              </ns1:cxn>
              <ns1:cxn ang="0">
                <ns1:pos x="T8" y="T9"/>
              </ns1:cxn>
              <ns1:cxn ang="0">
                <ns1:pos x="T10" y="T11"/>
              </ns1:cxn>
              <ns1:cxn ang="0">
                <ns1:pos x="T12" y="T13"/>
              </ns1:cxn>
              <ns1:cxn ang="0">
                <ns1:pos x="T14" y="T15"/>
              </ns1:cxn>
              <ns1:cxn ang="0">
                <ns1:pos x="T16" y="T17"/>
              </ns1:cxn>
              <ns1:cxn ang="0">
                <ns1:pos x="T18" y="T19"/>
              </ns1:cxn>
              <ns1:cxn ang="0">
                <ns1:pos x="T20" y="T21"/>
              </ns1:cxn>
              <ns1:cxn ang="0">
                <ns1:pos x="T22" y="T23"/>
              </ns1:cxn>
              <ns1:cxn ang="0">
                <ns1:pos x="T24" y="T25"/>
              </ns1:cxn>
              <ns1:cxn ang="0">
                <ns1:pos x="T26" y="T27"/>
              </ns1:cxn>
              <ns1:cxn ang="0">
                <ns1:pos x="T28" y="T29"/>
              </ns1:cxn>
              <ns1:cxn ang="0">
                <ns1:pos x="T30" y="T31"/>
              </ns1:cxn>
              <ns1:cxn ang="0">
                <ns1:pos x="T32" y="T33"/>
              </ns1:cxn>
              <ns1:cxn ang="0">
                <ns1:pos x="T34" y="T35"/>
              </ns1:cxn>
              <ns1:cxn ang="0">
                <ns1:pos x="T36" y="T37"/>
              </ns1:cxn>
              <ns1:cxn ang="0">
                <ns1:pos x="T38" y="T39"/>
              </ns1:cxn>
              <ns1:cxn ang="0">
                <ns1:pos x="T40" y="T41"/>
              </ns1:cxn>
              <ns1:cxn ang="0">
                <ns1:pos x="T42" y="T43"/>
              </ns1:cxn>
              <ns1:cxn ang="0">
                <ns1:pos x="T44" y="T45"/>
              </ns1:cxn>
              <ns1:cxn ang="0">
                <ns1:pos x="T46" y="T47"/>
              </ns1:cxn>
              <ns1:cxn ang="0">
                <ns1:pos x="T48" y="T49"/>
              </ns1:cxn>
              <ns1:cxn ang="0">
                <ns1:pos x="T50" y="T51"/>
              </ns1:cxn>
              <ns1:cxn ang="0">
                <ns1:pos x="T52" y="T53"/>
              </ns1:cxn>
              <ns1:cxn ang="0">
                <ns1:pos x="T54" y="T55"/>
              </ns1:cxn>
              <ns1:cxn ang="0">
                <ns1:pos x="T56" y="T57"/>
              </ns1:cxn>
              <ns1:cxn ang="0">
                <ns1:pos x="T58" y="T59"/>
              </ns1:cxn>
              <ns1:cxn ang="0">
                <ns1:pos x="T60" y="T61"/>
              </ns1:cxn>
              <ns1:cxn ang="0">
                <ns1:pos x="T62" y="T63"/>
              </ns1:cxn>
              <ns1:cxn ang="0">
                <ns1:pos x="T64" y="T65"/>
              </ns1:cxn>
              <ns1:cxn ang="0">
                <ns1:pos x="T66" y="T67"/>
              </ns1:cxn>
              <ns1:cxn ang="0">
                <ns1:pos x="T68" y="T69"/>
              </ns1:cxn>
              <ns1:cxn ang="0">
                <ns1:pos x="T70" y="T71"/>
              </ns1:cxn>
              <ns1:cxn ang="0">
                <ns1:pos x="T72" y="T73"/>
              </ns1:cxn>
              <ns1:cxn ang="0">
                <ns1:pos x="T74" y="T75"/>
              </ns1:cxn>
              <ns1:cxn ang="0">
                <ns1:pos x="T76" y="T77"/>
              </ns1:cxn>
              <ns1:cxn ang="0">
                <ns1:pos x="T78" y="T79"/>
              </ns1:cxn>
              <ns1:cxn ang="0">
                <ns1:pos x="T80" y="T81"/>
              </ns1:cxn>
              <ns1:cxn ang="0">
                <ns1:pos x="T82" y="T83"/>
              </ns1:cxn>
              <ns1:cxn ang="0">
                <ns1:pos x="T84" y="T85"/>
              </ns1:cxn>
              <ns1:cxn ang="0">
                <ns1:pos x="T86" y="T87"/>
              </ns1:cxn>
              <ns1:cxn ang="0">
                <ns1:pos x="T88" y="T89"/>
              </ns1:cxn>
              <ns1:cxn ang="0">
                <ns1:pos x="T90" y="T91"/>
              </ns1:cxn>
              <ns1:cxn ang="0">
                <ns1:pos x="T92" y="T93"/>
              </ns1:cxn>
              <ns1:cxn ang="0">
                <ns1:pos x="T94" y="T95"/>
              </ns1:cxn>
              <ns1:cxn ang="0">
                <ns1:pos x="T96" y="T97"/>
              </ns1:cxn>
              <ns1:cxn ang="0">
                <ns1:pos x="T98" y="T99"/>
              </ns1:cxn>
              <ns1:cxn ang="0">
                <ns1:pos x="T100" y="T101"/>
              </ns1:cxn>
              <ns1:cxn ang="0">
                <ns1:pos x="T102" y="T103"/>
              </ns1:cxn>
              <ns1:cxn ang="0">
                <ns1:pos x="T104" y="T105"/>
              </ns1:cxn>
              <ns1:cxn ang="0">
                <ns1:pos x="T106" y="T107"/>
              </ns1:cxn>
              <ns1:cxn ang="0">
                <ns1:pos x="T108" y="T109"/>
              </ns1:cxn>
              <ns1:cxn ang="0">
                <ns1:pos x="T110" y="T111"/>
              </ns1:cxn>
              <ns1:cxn ang="0">
                <ns1:pos x="T112" y="T113"/>
              </ns1:cxn>
            </ns1:cxnLst>
            <ns1:rect l="0" t="0" r="r" b="b"/>
            <ns1:pathLst>
              <ns1:path w="162" h="161">
                <ns1:moveTo>
                  <ns1:pt x="56" y="161"/>
                </ns1:moveTo>
                <ns1:cubicBezTo>
                  <ns1:pt x="56" y="161"/>
                  <ns1:pt x="56" y="161"/>
                  <ns1:pt x="56" y="161"/>
                </ns1:cubicBezTo>
                <ns1:cubicBezTo>
                  <ns1:pt x="53" y="161"/>
                  <ns1:pt x="52" y="160"/>
                  <ns1:pt x="50" y="158"/>
                </ns1:cubicBezTo>
                <ns1:cubicBezTo>
                  <ns1:pt x="30" y="131"/>
                  <ns1:pt x="30" y="131"/>
                  <ns1:pt x="30" y="131"/>
                </ns1:cubicBezTo>
                <ns1:cubicBezTo>
                  <ns1:pt x="3" y="111"/>
                  <ns1:pt x="3" y="111"/>
                  <ns1:pt x="3" y="111"/>
                </ns1:cubicBezTo>
                <ns1:cubicBezTo>
                  <ns1:pt x="1" y="110"/>
                  <ns1:pt x="0" y="108"/>
                  <ns1:pt x="0" y="105"/>
                </ns1:cubicBezTo>
                <ns1:cubicBezTo>
                  <ns1:pt x="0" y="103"/>
                  <ns1:pt x="0" y="101"/>
                  <ns1:pt x="2" y="100"/>
                </ns1:cubicBezTo>
                <ns1:cubicBezTo>
                  <ns1:pt x="13" y="89"/>
                  <ns1:pt x="13" y="89"/>
                  <ns1:pt x="13" y="89"/>
                </ns1:cubicBezTo>
                <ns1:cubicBezTo>
                  <ns1:pt x="14" y="87"/>
                  <ns1:pt x="16" y="87"/>
                  <ns1:pt x="18" y="87"/>
                </ns1:cubicBezTo>
                <ns1:cubicBezTo>
                  <ns1:pt x="18" y="87"/>
                  <ns1:pt x="19" y="87"/>
                  <ns1:pt x="20" y="87"/>
                </ns1:cubicBezTo>
                <ns1:cubicBezTo>
                  <ns1:pt x="39" y="92"/>
                  <ns1:pt x="39" y="92"/>
                  <ns1:pt x="39" y="92"/>
                </ns1:cubicBezTo>
                <ns1:cubicBezTo>
                  <ns1:pt x="62" y="69"/>
                  <ns1:pt x="62" y="69"/>
                  <ns1:pt x="62" y="69"/>
                </ns1:cubicBezTo>
                <ns1:cubicBezTo>
                  <ns1:pt x="11" y="41"/>
                  <ns1:pt x="11" y="41"/>
                  <ns1:pt x="11" y="41"/>
                </ns1:cubicBezTo>
                <ns1:cubicBezTo>
                  <ns1:pt x="9" y="40"/>
                  <ns1:pt x="7" y="38"/>
                  <ns1:pt x="7" y="36"/>
                </ns1:cubicBezTo>
                <ns1:cubicBezTo>
                  <ns1:pt x="7" y="33"/>
                  <ns1:pt x="7" y="31"/>
                  <ns1:pt x="9" y="29"/>
                </ns1:cubicBezTo>
                <ns1:cubicBezTo>
                  <ns1:pt x="23" y="15"/>
                  <ns1:pt x="23" y="15"/>
                  <ns1:pt x="23" y="15"/>
                </ns1:cubicBezTo>
                <ns1:cubicBezTo>
                  <ns1:pt x="25" y="13"/>
                  <ns1:pt x="28" y="13"/>
                  <ns1:pt x="30" y="13"/>
                </ns1:cubicBezTo>
                <ns1:cubicBezTo>
                  <ns1:pt x="101" y="30"/>
                  <ns1:pt x="101" y="30"/>
                  <ns1:pt x="101" y="30"/>
                </ns1:cubicBezTo>
                <ns1:cubicBezTo>
                  <ns1:pt x="116" y="14"/>
                  <ns1:pt x="116" y="14"/>
                  <ns1:pt x="116" y="14"/>
                </ns1:cubicBezTo>
                <ns1:cubicBezTo>
                  <ns1:pt x="125" y="6"/>
                  <ns1:pt x="137" y="0"/>
                  <ns1:pt x="146" y="0"/>
                </ns1:cubicBezTo>
                <ns1:cubicBezTo>
                  <ns1:pt x="151" y="0"/>
                  <ns1:pt x="154" y="1"/>
                  <ns1:pt x="157" y="4"/>
                </ns1:cubicBezTo>
                <ns1:cubicBezTo>
                  <ns1:pt x="161" y="8"/>
                  <ns1:pt x="162" y="15"/>
                  <ns1:pt x="159" y="24"/>
                </ns1:cubicBezTo>
                <ns1:cubicBezTo>
                  <ns1:pt x="157" y="31"/>
                  <ns1:pt x="152" y="39"/>
                  <ns1:pt x="147" y="44"/>
                </ns1:cubicBezTo>
                <ns1:cubicBezTo>
                  <ns1:pt x="131" y="61"/>
                  <ns1:pt x="131" y="61"/>
                  <ns1:pt x="131" y="61"/>
                </ns1:cubicBezTo>
                <ns1:cubicBezTo>
                  <ns1:pt x="148" y="134"/>
                  <ns1:pt x="148" y="134"/>
                  <ns1:pt x="148" y="134"/>
                </ns1:cubicBezTo>
                <ns1:cubicBezTo>
                  <ns1:pt x="148" y="137"/>
                  <ns1:pt x="147" y="140"/>
                  <ns1:pt x="145" y="142"/>
                </ns1:cubicBezTo>
                <ns1:cubicBezTo>
                  <ns1:pt x="131" y="153"/>
                  <ns1:pt x="131" y="153"/>
                  <ns1:pt x="131" y="153"/>
                </ns1:cubicBezTo>
                <ns1:cubicBezTo>
                  <ns1:pt x="130" y="154"/>
                  <ns1:pt x="128" y="154"/>
                  <ns1:pt x="126" y="154"/>
                </ns1:cubicBezTo>
                <ns1:cubicBezTo>
                  <ns1:pt x="126" y="154"/>
                  <ns1:pt x="125" y="154"/>
                  <ns1:pt x="124" y="154"/>
                </ns1:cubicBezTo>
                <ns1:cubicBezTo>
                  <ns1:pt x="122" y="153"/>
                  <ns1:pt x="120" y="152"/>
                  <ns1:pt x="120" y="150"/>
                </ns1:cubicBezTo>
                <ns1:cubicBezTo>
                  <ns1:pt x="92" y="99"/>
                  <ns1:pt x="92" y="99"/>
                  <ns1:pt x="92" y="99"/>
                </ns1:cubicBezTo>
                <ns1:cubicBezTo>
                  <ns1:pt x="69" y="122"/>
                  <ns1:pt x="69" y="122"/>
                  <ns1:pt x="69" y="122"/>
                </ns1:cubicBezTo>
                <ns1:cubicBezTo>
                  <ns1:pt x="74" y="141"/>
                  <ns1:pt x="74" y="141"/>
                  <ns1:pt x="74" y="141"/>
                </ns1:cubicBezTo>
                <ns1:cubicBezTo>
                  <ns1:pt x="75" y="144"/>
                  <ns1:pt x="74" y="146"/>
                  <ns1:pt x="72" y="148"/>
                </ns1:cubicBezTo>
                <ns1:cubicBezTo>
                  <ns1:pt x="62" y="159"/>
                  <ns1:pt x="62" y="159"/>
                  <ns1:pt x="62" y="159"/>
                </ns1:cubicBezTo>
                <ns1:cubicBezTo>
                  <ns1:pt x="60" y="160"/>
                  <ns1:pt x="58" y="161"/>
                  <ns1:pt x="56" y="161"/>
                </ns1:cubicBezTo>
                <ns1:close/>
                <ns1:moveTo>
                  <ns1:pt x="8" y="105"/>
                </ns1:moveTo>
                <ns1:cubicBezTo>
                  <ns1:pt x="36" y="126"/>
                  <ns1:pt x="36" y="126"/>
                  <ns1:pt x="36" y="126"/>
                </ns1:cubicBezTo>
                <ns1:cubicBezTo>
                  <ns1:pt x="56" y="153"/>
                  <ns1:pt x="56" y="153"/>
                  <ns1:pt x="56" y="153"/>
                </ns1:cubicBezTo>
                <ns1:cubicBezTo>
                  <ns1:pt x="66" y="143"/>
                  <ns1:pt x="66" y="143"/>
                  <ns1:pt x="66" y="143"/>
                </ns1:cubicBezTo>
                <ns1:cubicBezTo>
                  <ns1:pt x="60" y="120"/>
                  <ns1:pt x="60" y="120"/>
                  <ns1:pt x="60" y="120"/>
                </ns1:cubicBezTo>
                <ns1:cubicBezTo>
                  <ns1:pt x="94" y="86"/>
                  <ns1:pt x="94" y="86"/>
                  <ns1:pt x="94" y="86"/>
                </ns1:cubicBezTo>
                <ns1:cubicBezTo>
                  <ns1:pt x="126" y="146"/>
                  <ns1:pt x="126" y="146"/>
                  <ns1:pt x="126" y="146"/>
                </ns1:cubicBezTo>
                <ns1:cubicBezTo>
                  <ns1:pt x="140" y="136"/>
                  <ns1:pt x="140" y="136"/>
                  <ns1:pt x="140" y="136"/>
                </ns1:cubicBezTo>
                <ns1:cubicBezTo>
                  <ns1:pt x="122" y="58"/>
                  <ns1:pt x="122" y="58"/>
                  <ns1:pt x="122" y="58"/>
                </ns1:cubicBezTo>
                <ns1:cubicBezTo>
                  <ns1:pt x="141" y="39"/>
                  <ns1:pt x="141" y="39"/>
                  <ns1:pt x="141" y="39"/>
                </ns1:cubicBezTo>
                <ns1:cubicBezTo>
                  <ns1:pt x="146" y="34"/>
                  <ns1:pt x="150" y="28"/>
                  <ns1:pt x="152" y="22"/>
                </ns1:cubicBezTo>
                <ns1:cubicBezTo>
                  <ns1:pt x="154" y="16"/>
                  <ns1:pt x="153" y="12"/>
                  <ns1:pt x="151" y="10"/>
                </ns1:cubicBezTo>
                <ns1:cubicBezTo>
                  <ns1:pt x="150" y="8"/>
                  <ns1:pt x="149" y="8"/>
                  <ns1:pt x="146" y="8"/>
                </ns1:cubicBezTo>
                <ns1:cubicBezTo>
                  <ns1:pt x="139" y="8"/>
                  <ns1:pt x="129" y="13"/>
                  <ns1:pt x="122" y="20"/>
                </ns1:cubicBezTo>
                <ns1:cubicBezTo>
                  <ns1:pt x="103" y="39"/>
                  <ns1:pt x="103" y="39"/>
                  <ns1:pt x="103" y="39"/>
                </ns1:cubicBezTo>
                <ns1:cubicBezTo>
                  <ns1:pt x="28" y="21"/>
                  <ns1:pt x="28" y="21"/>
                  <ns1:pt x="28" y="21"/>
                </ns1:cubicBezTo>
                <ns1:cubicBezTo>
                  <ns1:pt x="15" y="35"/>
                  <ns1:pt x="15" y="35"/>
                  <ns1:pt x="15" y="35"/>
                </ns1:cubicBezTo>
                <ns1:cubicBezTo>
                  <ns1:pt x="75" y="67"/>
                  <ns1:pt x="75" y="67"/>
                  <ns1:pt x="75" y="67"/>
                </ns1:cubicBezTo>
                <ns1:cubicBezTo>
                  <ns1:pt x="41" y="101"/>
                  <ns1:pt x="41" y="101"/>
                  <ns1:pt x="41" y="101"/>
                </ns1:cubicBezTo>
                <ns1:cubicBezTo>
                  <ns1:pt x="18" y="95"/>
                  <ns1:pt x="18" y="95"/>
                  <ns1:pt x="18" y="95"/>
                </ns1:cubicBezTo>
                <ns1:lnTo>
                  <ns1:pt x="8" y="105"/>
                </ns1:lnTo>
                <ns1:close/>
              </ns1:path>
            </ns1:pathLst>
          </ns1:custGeom>
          <ns1:solidFill>
            <ns1:schemeClr val="tx1"/>
          </ns1:solidFill>
          <ns1:ln>
            <ns1:noFill/>
          </ns1:ln>
        </ns0:spPr>
        <ns0:txBody>
          <ns1:bodyPr vert="horz" wrap="square" lIns="91440" tIns="45720" rIns="91440" bIns="45720" numCol="1" anchor="t" anchorCtr="0" compatLnSpc="1">
            <ns1:prstTxWarp prst="textNoShape">
              <ns1:avLst/>
            </ns1:prstTxWarp>
          </ns1:bodyPr>
          <ns1:lstStyle/>
          <ns1:p>
            <ns1:endParaRPr lang="id-ID" sz="2700"/>
          </ns1:p>
        </ns0:txBody>
      </ns0:sp>
      <ns0:grpSp>
        <ns0:nvGrpSpPr>
          <ns0:cNvPr id="50" name="Group 49"/>
          <ns0:cNvGrpSpPr/>
          <ns0:nvPr/>
        </ns0:nvGrpSpPr>
        <ns0:grpSpPr>
          <ns1:xfrm>
            <ns1:off x="3315820" y="3624428"/>
            <ns1:ext cx="463157" cy="380886"/>
            <ns1:chOff x="3573463" y="252413"/>
            <ns1:chExt cx="241300" cy="198438"/>
          </ns1:xfrm>
          <ns1:solidFill>
            <ns1:schemeClr val="tx1"/>
          </ns1:solidFill>
        </ns0:grpSpPr>
        <ns0:sp>
          <ns0:nvSpPr>
            <ns0:cNvPr id="51" name="Freeform 12"/>
            <ns0:cNvSpPr>
              <ns1:spLocks noEditPoints="1"/>
            </ns0:cNvSpPr>
            <ns0:nvPr/>
          </ns0:nvSpPr>
          <ns0:spPr bwMode="auto">
            <ns1:xfrm>
              <ns1:off x="3573463" y="252413"/>
              <ns1:ext cx="241300" cy="198438"/>
            </ns1:xfrm>
            <ns1:custGeom>
              <ns1:avLst/>
              <ns1:gdLst>
                <ns1:gd name="T0" fmla="*/ 0 w 64"/>
                <ns1:gd name="T1" fmla="*/ 23 h 53"/>
                <ns1:gd name="T2" fmla="*/ 0 w 64"/>
                <ns1:gd name="T3" fmla="*/ 25 h 53"/>
                <ns1:gd name="T4" fmla="*/ 64 w 64"/>
                <ns1:gd name="T5" fmla="*/ 30 h 53"/>
                <ns1:gd name="T6" fmla="*/ 64 w 64"/>
                <ns1:gd name="T7" fmla="*/ 28 h 53"/>
                <ns1:gd name="T8" fmla="*/ 0 w 64"/>
                <ns1:gd name="T9" fmla="*/ 23 h 53"/>
                <ns1:gd name="T10" fmla="*/ 32 w 64"/>
                <ns1:gd name="T11" fmla="*/ 41 h 53"/>
                <ns1:gd name="T12" fmla="*/ 18 w 64"/>
                <ns1:gd name="T13" fmla="*/ 25 h 53"/>
                <ns1:gd name="T14" fmla="*/ 34 w 64"/>
                <ns1:gd name="T15" fmla="*/ 12 h 53"/>
                <ns1:gd name="T16" fmla="*/ 47 w 64"/>
                <ns1:gd name="T17" fmla="*/ 28 h 53"/>
                <ns1:gd name="T18" fmla="*/ 32 w 64"/>
                <ns1:gd name="T19" fmla="*/ 41 h 53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  <ns1:cxn ang="0">
                  <ns1:pos x="T14" y="T15"/>
                </ns1:cxn>
                <ns1:cxn ang="0">
                  <ns1:pos x="T16" y="T17"/>
                </ns1:cxn>
                <ns1:cxn ang="0">
                  <ns1:pos x="T18" y="T19"/>
                </ns1:cxn>
              </ns1:cxnLst>
              <ns1:rect l="0" t="0" r="r" b="b"/>
              <ns1:pathLst>
                <ns1:path w="64" h="53">
                  <ns1:moveTo>
                    <ns1:pt x="0" y="23"/>
                  </ns1:moveTo>
                  <ns1:cubicBezTo>
                    <ns1:pt x="0" y="25"/>
                    <ns1:pt x="0" y="25"/>
                    <ns1:pt x="0" y="25"/>
                  </ns1:cubicBezTo>
                  <ns1:cubicBezTo>
                    <ns1:pt x="13" y="51"/>
                    <ns1:pt x="48" y="53"/>
                    <ns1:pt x="64" y="30"/>
                  </ns1:cubicBezTo>
                  <ns1:cubicBezTo>
                    <ns1:pt x="64" y="28"/>
                    <ns1:pt x="64" y="28"/>
                    <ns1:pt x="64" y="28"/>
                  </ns1:cubicBezTo>
                  <ns1:cubicBezTo>
                    <ns1:pt x="52" y="3"/>
                    <ns1:pt x="17" y="0"/>
                    <ns1:pt x="0" y="23"/>
                  </ns1:cubicBezTo>
                  <ns1:close/>
                  <ns1:moveTo>
                    <ns1:pt x="32" y="41"/>
                  </ns1:moveTo>
                  <ns1:cubicBezTo>
                    <ns1:pt x="24" y="40"/>
                    <ns1:pt x="18" y="33"/>
                    <ns1:pt x="18" y="25"/>
                  </ns1:cubicBezTo>
                  <ns1:cubicBezTo>
                    <ns1:pt x="19" y="17"/>
                    <ns1:pt x="26" y="11"/>
                    <ns1:pt x="34" y="12"/>
                  </ns1:cubicBezTo>
                  <ns1:cubicBezTo>
                    <ns1:pt x="42" y="13"/>
                    <ns1:pt x="48" y="20"/>
                    <ns1:pt x="47" y="28"/>
                  </ns1:cubicBezTo>
                  <ns1:cubicBezTo>
                    <ns1:pt x="47" y="36"/>
                    <ns1:pt x="40" y="42"/>
                    <ns1:pt x="32" y="41"/>
                  </ns1:cubicBezTo>
                  <ns1:close/>
                </ns1:path>
              </ns1:pathLst>
            </ns1:custGeom>
            <ns1:grpFill/>
            <ns1:ln>
              <ns1:noFill/>
            </ns1:ln>
            <ns1:extLst>
              <ns1:ext uri="{91240B29-F687-4F45-9708-019B960494DF}">
                <ns2:hiddenLine w="9525">
                  <ns1:solidFill>
                    <ns1:srgbClr val="000000"/>
                  </ns1:solidFill>
                  <ns1:round/>
                  <ns1:headEnd/>
                  <ns1:tailEnd/>
                </ns2:hiddenLine>
              </ns1:ext>
            </ns1:extLst>
          </ns0:spPr>
          <ns0:txBody>
            <ns1:bodyPr vert="horz" wrap="square" lIns="91440" tIns="45720" rIns="91440" bIns="45720" numCol="1" anchor="t" anchorCtr="0" compatLnSpc="1">
              <ns1:prstTxWarp prst="textNoShape">
                <ns1:avLst/>
              </ns1:prstTxWarp>
            </ns1:bodyPr>
            <ns1:lstStyle/>
            <ns1:p>
              <ns1:endParaRPr lang="id-ID" sz="2700"/>
            </ns1:p>
          </ns0:txBody>
        </ns0:sp>
        <ns0:sp>
          <ns0:nvSpPr>
            <ns0:cNvPr id="52" name="Oval 13"/>
            <ns0:cNvSpPr>
              <ns1:spLocks noChangeArrowheads="1"/>
            </ns0:cNvSpPr>
            <ns0:nvPr/>
          </ns0:nvSpPr>
          <ns0:spPr bwMode="auto">
            <ns1:xfrm>
              <ns1:off x="3667126" y="323851"/>
              <ns1:ext cx="57150" cy="55563"/>
            </ns1:xfrm>
            <ns1:prstGeom prst="ellipse">
              <ns1:avLst/>
            </ns1:prstGeom>
            <ns1:grpFill/>
            <ns1:ln>
              <ns1:noFill/>
            </ns1:ln>
            <ns1:extLst>
              <ns1:ext uri="{91240B29-F687-4F45-9708-019B960494DF}">
                <ns2:hiddenLine w="9525">
                  <ns1:solidFill>
                    <ns1:srgbClr val="000000"/>
                  </ns1:solidFill>
                  <ns1:round/>
                  <ns1:headEnd/>
                  <ns1:tailEnd/>
                </ns2:hiddenLine>
              </ns1:ext>
            </ns1:extLst>
          </ns0:spPr>
          <ns0:txBody>
            <ns1:bodyPr vert="horz" wrap="square" lIns="91440" tIns="45720" rIns="91440" bIns="45720" numCol="1" anchor="t" anchorCtr="0" compatLnSpc="1">
              <ns1:prstTxWarp prst="textNoShape">
                <ns1:avLst/>
              </ns1:prstTxWarp>
            </ns1:bodyPr>
            <ns1:lstStyle/>
            <ns1:p>
              <ns1:endParaRPr lang="id-ID" sz="2700"/>
            </ns1:p>
          </ns0:txBody>
        </ns0:sp>
      </ns0:grpSp>
      <ns0:grpSp>
        <ns0:nvGrpSpPr>
          <ns0:cNvPr id="53" name="Group 52"/>
          <ns0:cNvGrpSpPr/>
          <ns0:nvPr/>
        </ns0:nvGrpSpPr>
        <ns0:grpSpPr>
          <ns1:xfrm>
            <ns1:off x="11480131" y="417850"/>
            <ns1:ext cx="307484" cy="359518"/>
            <ns1:chOff x="4535488" y="1625601"/>
            <ns1:chExt cx="206376" cy="241300"/>
          </ns1:xfrm>
          <ns1:solidFill>
            <ns1:schemeClr val="tx1"/>
          </ns1:solidFill>
        </ns0:grpSpPr>
        <ns0:sp>
          <ns0:nvSpPr>
            <ns0:cNvPr id="54" name="Freeform 68"/>
            <ns0:cNvSpPr>
              <ns1:spLocks/>
            </ns0:cNvSpPr>
            <ns0:nvPr/>
          </ns0:nvSpPr>
          <ns0:spPr bwMode="auto">
            <ns1:xfrm>
              <ns1:off x="4543426" y="1625601"/>
              <ns1:ext cx="198438" cy="188913"/>
            </ns1:xfrm>
            <ns1:custGeom>
              <ns1:avLst/>
              <ns1:gdLst>
                <ns1:gd name="T0" fmla="*/ 49 w 53"/>
                <ns1:gd name="T1" fmla="*/ 8 h 50"/>
                <ns1:gd name="T2" fmla="*/ 53 w 53"/>
                <ns1:gd name="T3" fmla="*/ 4 h 50"/>
                <ns1:gd name="T4" fmla="*/ 49 w 53"/>
                <ns1:gd name="T5" fmla="*/ 0 h 50"/>
                <ns1:gd name="T6" fmla="*/ 45 w 53"/>
                <ns1:gd name="T7" fmla="*/ 4 h 50"/>
                <ns1:gd name="T8" fmla="*/ 45 w 53"/>
                <ns1:gd name="T9" fmla="*/ 6 h 50"/>
                <ns1:gd name="T10" fmla="*/ 25 w 53"/>
                <ns1:gd name="T11" fmla="*/ 20 h 50"/>
                <ns1:gd name="T12" fmla="*/ 7 w 53"/>
                <ns1:gd name="T13" fmla="*/ 2 h 50"/>
                <ns1:gd name="T14" fmla="*/ 3 w 53"/>
                <ns1:gd name="T15" fmla="*/ 1 h 50"/>
                <ns1:gd name="T16" fmla="*/ 0 w 53"/>
                <ns1:gd name="T17" fmla="*/ 4 h 50"/>
                <ns1:gd name="T18" fmla="*/ 14 w 53"/>
                <ns1:gd name="T19" fmla="*/ 37 h 50"/>
                <ns1:gd name="T20" fmla="*/ 46 w 53"/>
                <ns1:gd name="T21" fmla="*/ 50 h 50"/>
                <ns1:gd name="T22" fmla="*/ 50 w 53"/>
                <ns1:gd name="T23" fmla="*/ 48 h 50"/>
                <ns1:gd name="T24" fmla="*/ 49 w 53"/>
                <ns1:gd name="T25" fmla="*/ 43 h 50"/>
                <ns1:gd name="T26" fmla="*/ 33 w 53"/>
                <ns1:gd name="T27" fmla="*/ 27 h 50"/>
                <ns1:gd name="T28" fmla="*/ 46 w 53"/>
                <ns1:gd name="T29" fmla="*/ 7 h 50"/>
                <ns1:gd name="T30" fmla="*/ 49 w 53"/>
                <ns1:gd name="T31" fmla="*/ 8 h 50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  <ns1:cxn ang="0">
                  <ns1:pos x="T14" y="T15"/>
                </ns1:cxn>
                <ns1:cxn ang="0">
                  <ns1:pos x="T16" y="T17"/>
                </ns1:cxn>
                <ns1:cxn ang="0">
                  <ns1:pos x="T18" y="T19"/>
                </ns1:cxn>
                <ns1:cxn ang="0">
                  <ns1:pos x="T20" y="T21"/>
                </ns1:cxn>
                <ns1:cxn ang="0">
                  <ns1:pos x="T22" y="T23"/>
                </ns1:cxn>
                <ns1:cxn ang="0">
                  <ns1:pos x="T24" y="T25"/>
                </ns1:cxn>
                <ns1:cxn ang="0">
                  <ns1:pos x="T26" y="T27"/>
                </ns1:cxn>
                <ns1:cxn ang="0">
                  <ns1:pos x="T28" y="T29"/>
                </ns1:cxn>
                <ns1:cxn ang="0">
                  <ns1:pos x="T30" y="T31"/>
                </ns1:cxn>
              </ns1:cxnLst>
              <ns1:rect l="0" t="0" r="r" b="b"/>
              <ns1:pathLst>
                <ns1:path w="53" h="50">
                  <ns1:moveTo>
                    <ns1:pt x="49" y="8"/>
                  </ns1:moveTo>
                  <ns1:cubicBezTo>
                    <ns1:pt x="51" y="8"/>
                    <ns1:pt x="53" y="6"/>
                    <ns1:pt x="53" y="4"/>
                  </ns1:cubicBezTo>
                  <ns1:cubicBezTo>
                    <ns1:pt x="53" y="2"/>
                    <ns1:pt x="51" y="0"/>
                    <ns1:pt x="49" y="0"/>
                  </ns1:cubicBezTo>
                  <ns1:cubicBezTo>
                    <ns1:pt x="46" y="0"/>
                    <ns1:pt x="45" y="2"/>
                    <ns1:pt x="45" y="4"/>
                  </ns1:cubicBezTo>
                  <ns1:cubicBezTo>
                    <ns1:pt x="45" y="5"/>
                    <ns1:pt x="45" y="6"/>
                    <ns1:pt x="45" y="6"/>
                  </ns1:cubicBezTo>
                  <ns1:cubicBezTo>
                    <ns1:pt x="25" y="20"/>
                    <ns1:pt x="25" y="20"/>
                    <ns1:pt x="25" y="20"/>
                  </ns1:cubicBezTo>
                  <ns1:cubicBezTo>
                    <ns1:pt x="7" y="2"/>
                    <ns1:pt x="7" y="2"/>
                    <ns1:pt x="7" y="2"/>
                  </ns1:cubicBezTo>
                  <ns1:cubicBezTo>
                    <ns1:pt x="6" y="0"/>
                    <ns1:pt x="4" y="0"/>
                    <ns1:pt x="3" y="1"/>
                  </ns1:cubicBezTo>
                  <ns1:cubicBezTo>
                    <ns1:pt x="1" y="1"/>
                    <ns1:pt x="0" y="3"/>
                    <ns1:pt x="0" y="4"/>
                  </ns1:cubicBezTo>
                  <ns1:cubicBezTo>
                    <ns1:pt x="0" y="16"/>
                    <ns1:pt x="5" y="28"/>
                    <ns1:pt x="14" y="37"/>
                  </ns1:cubicBezTo>
                  <ns1:cubicBezTo>
                    <ns1:pt x="22" y="46"/>
                    <ns1:pt x="34" y="50"/>
                    <ns1:pt x="46" y="50"/>
                  </ns1:cubicBezTo>
                  <ns1:cubicBezTo>
                    <ns1:pt x="48" y="50"/>
                    <ns1:pt x="49" y="49"/>
                    <ns1:pt x="50" y="48"/>
                  </ns1:cubicBezTo>
                  <ns1:cubicBezTo>
                    <ns1:pt x="51" y="46"/>
                    <ns1:pt x="50" y="44"/>
                    <ns1:pt x="49" y="43"/>
                  </ns1:cubicBezTo>
                  <ns1:cubicBezTo>
                    <ns1:pt x="33" y="27"/>
                    <ns1:pt x="33" y="27"/>
                    <ns1:pt x="33" y="27"/>
                  </ns1:cubicBezTo>
                  <ns1:cubicBezTo>
                    <ns1:pt x="46" y="7"/>
                    <ns1:pt x="46" y="7"/>
                    <ns1:pt x="46" y="7"/>
                  </ns1:cubicBezTo>
                  <ns1:cubicBezTo>
                    <ns1:pt x="47" y="8"/>
                    <ns1:pt x="48" y="8"/>
                    <ns1:pt x="49" y="8"/>
                  </ns1:cubicBezTo>
                  <ns1:close/>
                </ns1:path>
              </ns1:pathLst>
            </ns1:custGeom>
            <ns1:grpFill/>
            <ns1:ln>
              <ns1:noFill/>
            </ns1:ln>
            <ns1:extLst>
              <ns1:ext uri="{91240B29-F687-4F45-9708-019B960494DF}">
                <ns2:hiddenLine w="9525">
                  <ns1:solidFill>
                    <ns1:srgbClr val="000000"/>
                  </ns1:solidFill>
                  <ns1:round/>
                  <ns1:headEnd/>
                  <ns1:tailEnd/>
                </ns2:hiddenLine>
              </ns1:ext>
            </ns1:extLst>
          </ns0:spPr>
          <ns0:txBody>
            <ns1:bodyPr vert="horz" wrap="square" lIns="91440" tIns="45720" rIns="91440" bIns="45720" numCol="1" anchor="t" anchorCtr="0" compatLnSpc="1">
              <ns1:prstTxWarp prst="textNoShape">
                <ns1:avLst/>
              </ns1:prstTxWarp>
            </ns1:bodyPr>
            <ns1:lstStyle/>
            <ns1:p>
              <ns1:endParaRPr lang="id-ID" sz="2700"/>
            </ns1:p>
          </ns0:txBody>
        </ns0:sp>
        <ns0:sp>
          <ns0:nvSpPr>
            <ns0:cNvPr id="55" name="Freeform 69"/>
            <ns0:cNvSpPr>
              <ns1:spLocks/>
            </ns0:cNvSpPr>
            <ns0:nvPr/>
          </ns0:nvSpPr>
          <ns0:spPr bwMode="auto">
            <ns1:xfrm>
              <ns1:off x="4535488" y="1779588"/>
              <ns1:ext cx="96838" cy="87313"/>
            </ns1:xfrm>
            <ns1:custGeom>
              <ns1:avLst/>
              <ns1:gdLst>
                <ns1:gd name="T0" fmla="*/ 23 w 26"/>
                <ns1:gd name="T1" fmla="*/ 9 h 23"/>
                <ns1:gd name="T2" fmla="*/ 22 w 26"/>
                <ns1:gd name="T3" fmla="*/ 8 h 23"/>
                <ns1:gd name="T4" fmla="*/ 12 w 26"/>
                <ns1:gd name="T5" fmla="*/ 0 h 23"/>
                <ns1:gd name="T6" fmla="*/ 11 w 26"/>
                <ns1:gd name="T7" fmla="*/ 0 h 23"/>
                <ns1:gd name="T8" fmla="*/ 11 w 26"/>
                <ns1:gd name="T9" fmla="*/ 0 h 23"/>
                <ns1:gd name="T10" fmla="*/ 0 w 26"/>
                <ns1:gd name="T11" fmla="*/ 20 h 23"/>
                <ns1:gd name="T12" fmla="*/ 0 w 26"/>
                <ns1:gd name="T13" fmla="*/ 22 h 23"/>
                <ns1:gd name="T14" fmla="*/ 2 w 26"/>
                <ns1:gd name="T15" fmla="*/ 23 h 23"/>
                <ns1:gd name="T16" fmla="*/ 24 w 26"/>
                <ns1:gd name="T17" fmla="*/ 23 h 23"/>
                <ns1:gd name="T18" fmla="*/ 26 w 26"/>
                <ns1:gd name="T19" fmla="*/ 22 h 23"/>
                <ns1:gd name="T20" fmla="*/ 26 w 26"/>
                <ns1:gd name="T21" fmla="*/ 20 h 23"/>
                <ns1:gd name="T22" fmla="*/ 23 w 26"/>
                <ns1:gd name="T23" fmla="*/ 9 h 23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  <ns1:cxn ang="0">
                  <ns1:pos x="T14" y="T15"/>
                </ns1:cxn>
                <ns1:cxn ang="0">
                  <ns1:pos x="T16" y="T17"/>
                </ns1:cxn>
                <ns1:cxn ang="0">
                  <ns1:pos x="T18" y="T19"/>
                </ns1:cxn>
                <ns1:cxn ang="0">
                  <ns1:pos x="T20" y="T21"/>
                </ns1:cxn>
                <ns1:cxn ang="0">
                  <ns1:pos x="T22" y="T23"/>
                </ns1:cxn>
              </ns1:cxnLst>
              <ns1:rect l="0" t="0" r="r" b="b"/>
              <ns1:pathLst>
                <ns1:path w="26" h="23">
                  <ns1:moveTo>
                    <ns1:pt x="23" y="9"/>
                  </ns1:moveTo>
                  <ns1:cubicBezTo>
                    <ns1:pt x="22" y="8"/>
                    <ns1:pt x="22" y="8"/>
                    <ns1:pt x="22" y="8"/>
                  </ns1:cubicBezTo>
                  <ns1:cubicBezTo>
                    <ns1:pt x="18" y="6"/>
                    <ns1:pt x="15" y="3"/>
                    <ns1:pt x="12" y="0"/>
                  </ns1:cubicBezTo>
                  <ns1:cubicBezTo>
                    <ns1:pt x="11" y="0"/>
                    <ns1:pt x="11" y="0"/>
                    <ns1:pt x="11" y="0"/>
                  </ns1:cubicBezTo>
                  <ns1:cubicBezTo>
                    <ns1:pt x="11" y="0"/>
                    <ns1:pt x="11" y="0"/>
                    <ns1:pt x="11" y="0"/>
                  </ns1:cubicBezTo>
                  <ns1:cubicBezTo>
                    <ns1:pt x="0" y="20"/>
                    <ns1:pt x="0" y="20"/>
                    <ns1:pt x="0" y="20"/>
                  </ns1:cubicBezTo>
                  <ns1:cubicBezTo>
                    <ns1:pt x="0" y="21"/>
                    <ns1:pt x="0" y="21"/>
                    <ns1:pt x="0" y="22"/>
                  </ns1:cubicBezTo>
                  <ns1:cubicBezTo>
                    <ns1:pt x="1" y="23"/>
                    <ns1:pt x="1" y="23"/>
                    <ns1:pt x="2" y="23"/>
                  </ns1:cubicBezTo>
                  <ns1:cubicBezTo>
                    <ns1:pt x="24" y="23"/>
                    <ns1:pt x="24" y="23"/>
                    <ns1:pt x="24" y="23"/>
                  </ns1:cubicBezTo>
                  <ns1:cubicBezTo>
                    <ns1:pt x="25" y="23"/>
                    <ns1:pt x="25" y="23"/>
                    <ns1:pt x="26" y="22"/>
                  </ns1:cubicBezTo>
                  <ns1:cubicBezTo>
                    <ns1:pt x="26" y="22"/>
                    <ns1:pt x="26" y="21"/>
                    <ns1:pt x="26" y="20"/>
                  </ns1:cubicBezTo>
                  <ns1:lnTo>
                    <ns1:pt x="23" y="9"/>
                  </ns1:lnTo>
                  <ns1:close/>
                </ns1:path>
              </ns1:pathLst>
            </ns1:custGeom>
            <ns1:grpFill/>
            <ns1:ln>
              <ns1:noFill/>
            </ns1:ln>
            <ns1:extLst>
              <ns1:ext uri="{91240B29-F687-4F45-9708-019B960494DF}">
                <ns2:hiddenLine w="9525">
                  <ns1:solidFill>
                    <ns1:srgbClr val="000000"/>
                  </ns1:solidFill>
                  <ns1:round/>
                  <ns1:headEnd/>
                  <ns1:tailEnd/>
                </ns2:hiddenLine>
              </ns1:ext>
            </ns1:extLst>
          </ns0:spPr>
          <ns0:txBody>
            <ns1:bodyPr vert="horz" wrap="square" lIns="91440" tIns="45720" rIns="91440" bIns="45720" numCol="1" anchor="t" anchorCtr="0" compatLnSpc="1">
              <ns1:prstTxWarp prst="textNoShape">
                <ns1:avLst/>
              </ns1:prstTxWarp>
            </ns1:bodyPr>
            <ns1:lstStyle/>
            <ns1:p>
              <ns1:endParaRPr lang="id-ID" sz="2700"/>
            </ns1:p>
          </ns0:txBody>
        </ns0:sp>
      </ns0:grpSp>
      <ns0:grpSp>
        <ns0:nvGrpSpPr>
          <ns0:cNvPr id="56" name="Group 55"/>
          <ns0:cNvGrpSpPr/>
          <ns0:nvPr/>
        </ns0:nvGrpSpPr>
        <ns0:grpSpPr>
          <ns1:xfrm>
            <ns1:off x="10543680" y="3668966"/>
            <ns1:ext cx="313920" cy="291813"/>
            <ns1:chOff x="5992813" y="695326"/>
            <ns1:chExt cx="225425" cy="209550"/>
          </ns1:xfrm>
          <ns1:solidFill>
            <ns1:schemeClr val="tx1"/>
          </ns1:solidFill>
        </ns0:grpSpPr>
        <ns0:sp>
          <ns0:nvSpPr>
            <ns0:cNvPr id="57" name="Freeform 29"/>
            <ns0:cNvSpPr>
              <ns1:spLocks/>
            </ns0:cNvSpPr>
            <ns0:nvPr/>
          </ns0:nvSpPr>
          <ns0:spPr bwMode="auto">
            <ns1:xfrm>
              <ns1:off x="6022976" y="874713"/>
              <ns1:ext cx="165100" cy="30163"/>
            </ns1:xfrm>
            <ns1:custGeom>
              <ns1:avLst/>
              <ns1:gdLst>
                <ns1:gd name="T0" fmla="*/ 43 w 44"/>
                <ns1:gd name="T1" fmla="*/ 0 h 8"/>
                <ns1:gd name="T2" fmla="*/ 1 w 44"/>
                <ns1:gd name="T3" fmla="*/ 0 h 8"/>
                <ns1:gd name="T4" fmla="*/ 0 w 44"/>
                <ns1:gd name="T5" fmla="*/ 1 h 8"/>
                <ns1:gd name="T6" fmla="*/ 0 w 44"/>
                <ns1:gd name="T7" fmla="*/ 7 h 8"/>
                <ns1:gd name="T8" fmla="*/ 1 w 44"/>
                <ns1:gd name="T9" fmla="*/ 8 h 8"/>
                <ns1:gd name="T10" fmla="*/ 43 w 44"/>
                <ns1:gd name="T11" fmla="*/ 8 h 8"/>
                <ns1:gd name="T12" fmla="*/ 44 w 44"/>
                <ns1:gd name="T13" fmla="*/ 7 h 8"/>
                <ns1:gd name="T14" fmla="*/ 44 w 44"/>
                <ns1:gd name="T15" fmla="*/ 1 h 8"/>
                <ns1:gd name="T16" fmla="*/ 43 w 44"/>
                <ns1:gd name="T17" fmla="*/ 0 h 8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  <ns1:cxn ang="0">
                  <ns1:pos x="T14" y="T15"/>
                </ns1:cxn>
                <ns1:cxn ang="0">
                  <ns1:pos x="T16" y="T17"/>
                </ns1:cxn>
              </ns1:cxnLst>
              <ns1:rect l="0" t="0" r="r" b="b"/>
              <ns1:pathLst>
                <ns1:path w="44" h="8">
                  <ns1:moveTo>
                    <ns1:pt x="43" y="0"/>
                  </ns1:moveTo>
                  <ns1:cubicBezTo>
                    <ns1:pt x="1" y="0"/>
                    <ns1:pt x="1" y="0"/>
                    <ns1:pt x="1" y="0"/>
                  </ns1:cubicBezTo>
                  <ns1:cubicBezTo>
                    <ns1:pt x="0" y="0"/>
                    <ns1:pt x="0" y="0"/>
                    <ns1:pt x="0" y="1"/>
                  </ns1:cubicBezTo>
                  <ns1:cubicBezTo>
                    <ns1:pt x="0" y="7"/>
                    <ns1:pt x="0" y="7"/>
                    <ns1:pt x="0" y="7"/>
                  </ns1:cubicBezTo>
                  <ns1:cubicBezTo>
                    <ns1:pt x="0" y="8"/>
                    <ns1:pt x="0" y="8"/>
                    <ns1:pt x="1" y="8"/>
                  </ns1:cubicBezTo>
                  <ns1:cubicBezTo>
                    <ns1:pt x="43" y="8"/>
                    <ns1:pt x="43" y="8"/>
                    <ns1:pt x="43" y="8"/>
                  </ns1:cubicBezTo>
                  <ns1:cubicBezTo>
                    <ns1:pt x="44" y="8"/>
                    <ns1:pt x="44" y="8"/>
                    <ns1:pt x="44" y="7"/>
                  </ns1:cubicBezTo>
                  <ns1:cubicBezTo>
                    <ns1:pt x="44" y="1"/>
                    <ns1:pt x="44" y="1"/>
                    <ns1:pt x="44" y="1"/>
                  </ns1:cubicBezTo>
                  <ns1:cubicBezTo>
                    <ns1:pt x="44" y="0"/>
                    <ns1:pt x="44" y="0"/>
                    <ns1:pt x="43" y="0"/>
                  </ns1:cubicBezTo>
                  <ns1:close/>
                </ns1:path>
              </ns1:pathLst>
            </ns1:custGeom>
            <ns1:grpFill/>
            <ns1:ln>
              <ns1:noFill/>
            </ns1:ln>
            <ns1:extLst>
              <ns1:ext uri="{91240B29-F687-4F45-9708-019B960494DF}">
                <ns2:hiddenLine w="9525">
                  <ns1:solidFill>
                    <ns1:srgbClr val="000000"/>
                  </ns1:solidFill>
                  <ns1:round/>
                  <ns1:headEnd/>
                  <ns1:tailEnd/>
                </ns2:hiddenLine>
              </ns1:ext>
            </ns1:extLst>
          </ns0:spPr>
          <ns0:txBody>
            <ns1:bodyPr vert="horz" wrap="square" lIns="91440" tIns="45720" rIns="91440" bIns="45720" numCol="1" anchor="t" anchorCtr="0" compatLnSpc="1">
              <ns1:prstTxWarp prst="textNoShape">
                <ns1:avLst/>
              </ns1:prstTxWarp>
            </ns1:bodyPr>
            <ns1:lstStyle/>
            <ns1:p>
              <ns1:endParaRPr lang="id-ID" sz="2700"/>
            </ns1:p>
          </ns0:txBody>
        </ns0:sp>
        <ns0:sp>
          <ns0:nvSpPr>
            <ns0:cNvPr id="58" name="Freeform 30"/>
            <ns0:cNvSpPr>
              <ns1:spLocks/>
            </ns0:cNvSpPr>
            <ns0:nvPr/>
          </ns0:nvSpPr>
          <ns0:spPr bwMode="auto">
            <ns1:xfrm>
              <ns1:off x="5992813" y="695326"/>
              <ns1:ext cx="225425" cy="165100"/>
            </ns1:xfrm>
            <ns1:custGeom>
              <ns1:avLst/>
              <ns1:gdLst>
                <ns1:gd name="T0" fmla="*/ 60 w 60"/>
                <ns1:gd name="T1" fmla="*/ 6 h 44"/>
                <ns1:gd name="T2" fmla="*/ 54 w 60"/>
                <ns1:gd name="T3" fmla="*/ 0 h 44"/>
                <ns1:gd name="T4" fmla="*/ 48 w 60"/>
                <ns1:gd name="T5" fmla="*/ 6 h 44"/>
                <ns1:gd name="T6" fmla="*/ 51 w 60"/>
                <ns1:gd name="T7" fmla="*/ 11 h 44"/>
                <ns1:gd name="T8" fmla="*/ 40 w 60"/>
                <ns1:gd name="T9" fmla="*/ 32 h 44"/>
                <ns1:gd name="T10" fmla="*/ 33 w 60"/>
                <ns1:gd name="T11" fmla="*/ 11 h 44"/>
                <ns1:gd name="T12" fmla="*/ 36 w 60"/>
                <ns1:gd name="T13" fmla="*/ 6 h 44"/>
                <ns1:gd name="T14" fmla="*/ 30 w 60"/>
                <ns1:gd name="T15" fmla="*/ 0 h 44"/>
                <ns1:gd name="T16" fmla="*/ 24 w 60"/>
                <ns1:gd name="T17" fmla="*/ 6 h 44"/>
                <ns1:gd name="T18" fmla="*/ 27 w 60"/>
                <ns1:gd name="T19" fmla="*/ 11 h 44"/>
                <ns1:gd name="T20" fmla="*/ 20 w 60"/>
                <ns1:gd name="T21" fmla="*/ 32 h 44"/>
                <ns1:gd name="T22" fmla="*/ 9 w 60"/>
                <ns1:gd name="T23" fmla="*/ 11 h 44"/>
                <ns1:gd name="T24" fmla="*/ 12 w 60"/>
                <ns1:gd name="T25" fmla="*/ 6 h 44"/>
                <ns1:gd name="T26" fmla="*/ 6 w 60"/>
                <ns1:gd name="T27" fmla="*/ 0 h 44"/>
                <ns1:gd name="T28" fmla="*/ 0 w 60"/>
                <ns1:gd name="T29" fmla="*/ 6 h 44"/>
                <ns1:gd name="T30" fmla="*/ 4 w 60"/>
                <ns1:gd name="T31" fmla="*/ 12 h 44"/>
                <ns1:gd name="T32" fmla="*/ 8 w 60"/>
                <ns1:gd name="T33" fmla="*/ 44 h 44"/>
                <ns1:gd name="T34" fmla="*/ 52 w 60"/>
                <ns1:gd name="T35" fmla="*/ 44 h 44"/>
                <ns1:gd name="T36" fmla="*/ 56 w 60"/>
                <ns1:gd name="T37" fmla="*/ 12 h 44"/>
                <ns1:gd name="T38" fmla="*/ 60 w 60"/>
                <ns1:gd name="T39" fmla="*/ 6 h 44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  <ns1:cxn ang="0">
                  <ns1:pos x="T14" y="T15"/>
                </ns1:cxn>
                <ns1:cxn ang="0">
                  <ns1:pos x="T16" y="T17"/>
                </ns1:cxn>
                <ns1:cxn ang="0">
                  <ns1:pos x="T18" y="T19"/>
                </ns1:cxn>
                <ns1:cxn ang="0">
                  <ns1:pos x="T20" y="T21"/>
                </ns1:cxn>
                <ns1:cxn ang="0">
                  <ns1:pos x="T22" y="T23"/>
                </ns1:cxn>
                <ns1:cxn ang="0">
                  <ns1:pos x="T24" y="T25"/>
                </ns1:cxn>
                <ns1:cxn ang="0">
                  <ns1:pos x="T26" y="T27"/>
                </ns1:cxn>
                <ns1:cxn ang="0">
                  <ns1:pos x="T28" y="T29"/>
                </ns1:cxn>
                <ns1:cxn ang="0">
                  <ns1:pos x="T30" y="T31"/>
                </ns1:cxn>
                <ns1:cxn ang="0">
                  <ns1:pos x="T32" y="T33"/>
                </ns1:cxn>
                <ns1:cxn ang="0">
                  <ns1:pos x="T34" y="T35"/>
                </ns1:cxn>
                <ns1:cxn ang="0">
                  <ns1:pos x="T36" y="T37"/>
                </ns1:cxn>
                <ns1:cxn ang="0">
                  <ns1:pos x="T38" y="T39"/>
                </ns1:cxn>
              </ns1:cxnLst>
              <ns1:rect l="0" t="0" r="r" b="b"/>
              <ns1:pathLst>
                <ns1:path w="60" h="44">
                  <ns1:moveTo>
                    <ns1:pt x="60" y="6"/>
                  </ns1:moveTo>
                  <ns1:cubicBezTo>
                    <ns1:pt x="60" y="3"/>
                    <ns1:pt x="57" y="0"/>
                    <ns1:pt x="54" y="0"/>
                  </ns1:cubicBezTo>
                  <ns1:cubicBezTo>
                    <ns1:pt x="51" y="0"/>
                    <ns1:pt x="48" y="3"/>
                    <ns1:pt x="48" y="6"/>
                  </ns1:cubicBezTo>
                  <ns1:cubicBezTo>
                    <ns1:pt x="48" y="8"/>
                    <ns1:pt x="49" y="10"/>
                    <ns1:pt x="51" y="11"/>
                  </ns1:cubicBezTo>
                  <ns1:cubicBezTo>
                    <ns1:pt x="40" y="32"/>
                    <ns1:pt x="40" y="32"/>
                    <ns1:pt x="40" y="32"/>
                  </ns1:cubicBezTo>
                  <ns1:cubicBezTo>
                    <ns1:pt x="33" y="11"/>
                    <ns1:pt x="33" y="11"/>
                    <ns1:pt x="33" y="11"/>
                  </ns1:cubicBezTo>
                  <ns1:cubicBezTo>
                    <ns1:pt x="35" y="10"/>
                    <ns1:pt x="36" y="8"/>
                    <ns1:pt x="36" y="6"/>
                  </ns1:cubicBezTo>
                  <ns1:cubicBezTo>
                    <ns1:pt x="36" y="3"/>
                    <ns1:pt x="33" y="0"/>
                    <ns1:pt x="30" y="0"/>
                  </ns1:cubicBezTo>
                  <ns1:cubicBezTo>
                    <ns1:pt x="27" y="0"/>
                    <ns1:pt x="24" y="3"/>
                    <ns1:pt x="24" y="6"/>
                  </ns1:cubicBezTo>
                  <ns1:cubicBezTo>
                    <ns1:pt x="24" y="8"/>
                    <ns1:pt x="25" y="10"/>
                    <ns1:pt x="27" y="11"/>
                  </ns1:cubicBezTo>
                  <ns1:cubicBezTo>
                    <ns1:pt x="20" y="32"/>
                    <ns1:pt x="20" y="32"/>
                    <ns1:pt x="20" y="32"/>
                  </ns1:cubicBezTo>
                  <ns1:cubicBezTo>
                    <ns1:pt x="9" y="11"/>
                    <ns1:pt x="9" y="11"/>
                    <ns1:pt x="9" y="11"/>
                  </ns1:cubicBezTo>
                  <ns1:cubicBezTo>
                    <ns1:pt x="11" y="10"/>
                    <ns1:pt x="12" y="8"/>
                    <ns1:pt x="12" y="6"/>
                  </ns1:cubicBezTo>
                  <ns1:cubicBezTo>
                    <ns1:pt x="12" y="3"/>
                    <ns1:pt x="9" y="0"/>
                    <ns1:pt x="6" y="0"/>
                  </ns1:cubicBezTo>
                  <ns1:cubicBezTo>
                    <ns1:pt x="3" y="0"/>
                    <ns1:pt x="0" y="3"/>
                    <ns1:pt x="0" y="6"/>
                  </ns1:cubicBezTo>
                  <ns1:cubicBezTo>
                    <ns1:pt x="0" y="9"/>
                    <ns1:pt x="2" y="11"/>
                    <ns1:pt x="4" y="12"/>
                  </ns1:cubicBezTo>
                  <ns1:cubicBezTo>
                    <ns1:pt x="8" y="44"/>
                    <ns1:pt x="8" y="44"/>
                    <ns1:pt x="8" y="44"/>
                  </ns1:cubicBezTo>
                  <ns1:cubicBezTo>
                    <ns1:pt x="52" y="44"/>
                    <ns1:pt x="52" y="44"/>
                    <ns1:pt x="52" y="44"/>
                  </ns1:cubicBezTo>
                  <ns1:cubicBezTo>
                    <ns1:pt x="56" y="12"/>
                    <ns1:pt x="56" y="12"/>
                    <ns1:pt x="56" y="12"/>
                  </ns1:cubicBezTo>
                  <ns1:cubicBezTo>
                    <ns1:pt x="58" y="11"/>
                    <ns1:pt x="60" y="9"/>
                    <ns1:pt x="60" y="6"/>
                  </ns1:cubicBezTo>
                  <ns1:close/>
                </ns1:path>
              </ns1:pathLst>
            </ns1:custGeom>
            <ns1:grpFill/>
            <ns1:ln>
              <ns1:noFill/>
            </ns1:ln>
            <ns1:extLst>
              <ns1:ext uri="{91240B29-F687-4F45-9708-019B960494DF}">
                <ns2:hiddenLine w="9525">
                  <ns1:solidFill>
                    <ns1:srgbClr val="000000"/>
                  </ns1:solidFill>
                  <ns1:round/>
                  <ns1:headEnd/>
                  <ns1:tailEnd/>
                </ns2:hiddenLine>
              </ns1:ext>
            </ns1:extLst>
          </ns0:spPr>
          <ns0:txBody>
            <ns1:bodyPr vert="horz" wrap="square" lIns="91440" tIns="45720" rIns="91440" bIns="45720" numCol="1" anchor="t" anchorCtr="0" compatLnSpc="1">
              <ns1:prstTxWarp prst="textNoShape">
                <ns1:avLst/>
              </ns1:prstTxWarp>
            </ns1:bodyPr>
            <ns1:lstStyle/>
            <ns1:p>
              <ns1:endParaRPr lang="id-ID" sz="2700"/>
            </ns1:p>
          </ns0:txBody>
        </ns0:sp>
      </ns0:grpSp>
      <ns0:grpSp>
        <ns0:nvGrpSpPr>
          <ns0:cNvPr id="59" name="Group 58"/>
          <ns0:cNvGrpSpPr/>
          <ns0:nvPr/>
        </ns0:nvGrpSpPr>
        <ns0:grpSpPr>
          <ns1:xfrm>
            <ns1:off x="11368999" y="2053311"/>
            <ns1:ext cx="529751" cy="266107"/>
            <ns1:chOff x="5567364" y="4362450"/>
            <ns1:chExt cx="341313" cy="171450"/>
          </ns1:xfrm>
          <ns1:solidFill>
            <ns1:schemeClr val="tx1"/>
          </ns1:solidFill>
        </ns0:grpSpPr>
        <ns0:sp>
          <ns0:nvSpPr>
            <ns0:cNvPr id="60" name="Freeform 201"/>
            <ns0:cNvSpPr>
              <ns1:spLocks noEditPoints="1"/>
            </ns0:cNvSpPr>
            <ns0:nvPr/>
          </ns0:nvSpPr>
          <ns0:spPr bwMode="auto">
            <ns1:xfrm>
              <ns1:off x="5567364" y="4362450"/>
              <ns1:ext cx="341313" cy="171450"/>
            </ns1:xfrm>
            <ns1:custGeom>
              <ns1:avLst/>
              <ns1:gdLst>
                <ns1:gd name="T0" fmla="*/ 98 w 128"/>
                <ns1:gd name="T1" fmla="*/ 0 h 64"/>
                <ns1:gd name="T2" fmla="*/ 30 w 128"/>
                <ns1:gd name="T3" fmla="*/ 0 h 64"/>
                <ns1:gd name="T4" fmla="*/ 0 w 128"/>
                <ns1:gd name="T5" fmla="*/ 32 h 64"/>
                <ns1:gd name="T6" fmla="*/ 30 w 128"/>
                <ns1:gd name="T7" fmla="*/ 64 h 64"/>
                <ns1:gd name="T8" fmla="*/ 98 w 128"/>
                <ns1:gd name="T9" fmla="*/ 64 h 64"/>
                <ns1:gd name="T10" fmla="*/ 128 w 128"/>
                <ns1:gd name="T11" fmla="*/ 32 h 64"/>
                <ns1:gd name="T12" fmla="*/ 98 w 128"/>
                <ns1:gd name="T13" fmla="*/ 0 h 64"/>
                <ns1:gd name="T14" fmla="*/ 8 w 128"/>
                <ns1:gd name="T15" fmla="*/ 32 h 64"/>
                <ns1:gd name="T16" fmla="*/ 30 w 128"/>
                <ns1:gd name="T17" fmla="*/ 8 h 64"/>
                <ns1:gd name="T18" fmla="*/ 62 w 128"/>
                <ns1:gd name="T19" fmla="*/ 8 h 64"/>
                <ns1:gd name="T20" fmla="*/ 62 w 128"/>
                <ns1:gd name="T21" fmla="*/ 56 h 64"/>
                <ns1:gd name="T22" fmla="*/ 30 w 128"/>
                <ns1:gd name="T23" fmla="*/ 56 h 64"/>
                <ns1:gd name="T24" fmla="*/ 8 w 128"/>
                <ns1:gd name="T25" fmla="*/ 32 h 64"/>
                <ns1:gd name="T26" fmla="*/ 98 w 128"/>
                <ns1:gd name="T27" fmla="*/ 56 h 64"/>
                <ns1:gd name="T28" fmla="*/ 67 w 128"/>
                <ns1:gd name="T29" fmla="*/ 56 h 64"/>
                <ns1:gd name="T30" fmla="*/ 67 w 128"/>
                <ns1:gd name="T31" fmla="*/ 8 h 64"/>
                <ns1:gd name="T32" fmla="*/ 98 w 128"/>
                <ns1:gd name="T33" fmla="*/ 8 h 64"/>
                <ns1:gd name="T34" fmla="*/ 120 w 128"/>
                <ns1:gd name="T35" fmla="*/ 32 h 64"/>
                <ns1:gd name="T36" fmla="*/ 98 w 128"/>
                <ns1:gd name="T37" fmla="*/ 56 h 64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  <ns1:cxn ang="0">
                  <ns1:pos x="T14" y="T15"/>
                </ns1:cxn>
                <ns1:cxn ang="0">
                  <ns1:pos x="T16" y="T17"/>
                </ns1:cxn>
                <ns1:cxn ang="0">
                  <ns1:pos x="T18" y="T19"/>
                </ns1:cxn>
                <ns1:cxn ang="0">
                  <ns1:pos x="T20" y="T21"/>
                </ns1:cxn>
                <ns1:cxn ang="0">
                  <ns1:pos x="T22" y="T23"/>
                </ns1:cxn>
                <ns1:cxn ang="0">
                  <ns1:pos x="T24" y="T25"/>
                </ns1:cxn>
                <ns1:cxn ang="0">
                  <ns1:pos x="T26" y="T27"/>
                </ns1:cxn>
                <ns1:cxn ang="0">
                  <ns1:pos x="T28" y="T29"/>
                </ns1:cxn>
                <ns1:cxn ang="0">
                  <ns1:pos x="T30" y="T31"/>
                </ns1:cxn>
                <ns1:cxn ang="0">
                  <ns1:pos x="T32" y="T33"/>
                </ns1:cxn>
                <ns1:cxn ang="0">
                  <ns1:pos x="T34" y="T35"/>
                </ns1:cxn>
                <ns1:cxn ang="0">
                  <ns1:pos x="T36" y="T37"/>
                </ns1:cxn>
              </ns1:cxnLst>
              <ns1:rect l="0" t="0" r="r" b="b"/>
              <ns1:pathLst>
                <ns1:path w="128" h="64">
                  <ns1:moveTo>
                    <ns1:pt x="98" y="0"/>
                  </ns1:moveTo>
                  <ns1:cubicBezTo>
                    <ns1:pt x="30" y="0"/>
                    <ns1:pt x="30" y="0"/>
                    <ns1:pt x="30" y="0"/>
                  </ns1:cubicBezTo>
                  <ns1:cubicBezTo>
                    <ns1:pt x="14" y="0"/>
                    <ns1:pt x="0" y="14"/>
                    <ns1:pt x="0" y="32"/>
                  </ns1:cubicBezTo>
                  <ns1:cubicBezTo>
                    <ns1:pt x="0" y="50"/>
                    <ns1:pt x="14" y="64"/>
                    <ns1:pt x="30" y="64"/>
                  </ns1:cubicBezTo>
                  <ns1:cubicBezTo>
                    <ns1:pt x="98" y="64"/>
                    <ns1:pt x="98" y="64"/>
                    <ns1:pt x="98" y="64"/>
                  </ns1:cubicBezTo>
                  <ns1:cubicBezTo>
                    <ns1:pt x="114" y="64"/>
                    <ns1:pt x="128" y="50"/>
                    <ns1:pt x="128" y="32"/>
                  </ns1:cubicBezTo>
                  <ns1:cubicBezTo>
                    <ns1:pt x="128" y="14"/>
                    <ns1:pt x="114" y="0"/>
                    <ns1:pt x="98" y="0"/>
                  </ns1:cubicBezTo>
                  <ns1:close/>
                  <ns1:moveTo>
                    <ns1:pt x="8" y="32"/>
                  </ns1:moveTo>
                  <ns1:cubicBezTo>
                    <ns1:pt x="8" y="19"/>
                    <ns1:pt x="18" y="8"/>
                    <ns1:pt x="30" y="8"/>
                  </ns1:cubicBezTo>
                  <ns1:cubicBezTo>
                    <ns1:pt x="62" y="8"/>
                    <ns1:pt x="62" y="8"/>
                    <ns1:pt x="62" y="8"/>
                  </ns1:cubicBezTo>
                  <ns1:cubicBezTo>
                    <ns1:pt x="60" y="21"/>
                    <ns1:pt x="60" y="43"/>
                    <ns1:pt x="62" y="56"/>
                  </ns1:cubicBezTo>
                  <ns1:cubicBezTo>
                    <ns1:pt x="30" y="56"/>
                    <ns1:pt x="30" y="56"/>
                    <ns1:pt x="30" y="56"/>
                  </ns1:cubicBezTo>
                  <ns1:cubicBezTo>
                    <ns1:pt x="18" y="56"/>
                    <ns1:pt x="8" y="45"/>
                    <ns1:pt x="8" y="32"/>
                  </ns1:cubicBezTo>
                  <ns1:close/>
                  <ns1:moveTo>
                    <ns1:pt x="98" y="56"/>
                  </ns1:moveTo>
                  <ns1:cubicBezTo>
                    <ns1:pt x="67" y="56"/>
                    <ns1:pt x="67" y="56"/>
                    <ns1:pt x="67" y="56"/>
                  </ns1:cubicBezTo>
                  <ns1:cubicBezTo>
                    <ns1:pt x="64" y="44"/>
                    <ns1:pt x="64" y="20"/>
                    <ns1:pt x="67" y="8"/>
                  </ns1:cubicBezTo>
                  <ns1:cubicBezTo>
                    <ns1:pt x="98" y="8"/>
                    <ns1:pt x="98" y="8"/>
                    <ns1:pt x="98" y="8"/>
                  </ns1:cubicBezTo>
                  <ns1:cubicBezTo>
                    <ns1:pt x="110" y="8"/>
                    <ns1:pt x="120" y="19"/>
                    <ns1:pt x="120" y="32"/>
                  </ns1:cubicBezTo>
                  <ns1:cubicBezTo>
                    <ns1:pt x="120" y="45"/>
                    <ns1:pt x="110" y="56"/>
                    <ns1:pt x="98" y="56"/>
                  </ns1:cubicBezTo>
                  <ns1:close/>
                </ns1:path>
              </ns1:pathLst>
            </ns1:custGeom>
            <ns1:grpFill/>
            <ns1:ln>
              <ns1:noFill/>
            </ns1:ln>
            <ns1:extLst>
              <ns1:ext uri="{91240B29-F687-4F45-9708-019B960494DF}">
                <ns2:hiddenLine w="9525">
                  <ns1:solidFill>
                    <ns1:srgbClr val="000000"/>
                  </ns1:solidFill>
                  <ns1:round/>
                  <ns1:headEnd/>
                  <ns1:tailEnd/>
                </ns2:hiddenLine>
              </ns1:ext>
            </ns1:extLst>
          </ns0:spPr>
          <ns0:txBody>
            <ns1:bodyPr vert="horz" wrap="square" lIns="91440" tIns="45720" rIns="91440" bIns="45720" numCol="1" anchor="t" anchorCtr="0" compatLnSpc="1">
              <ns1:prstTxWarp prst="textNoShape">
                <ns1:avLst/>
              </ns1:prstTxWarp>
            </ns1:bodyPr>
            <ns1:lstStyle/>
            <ns1:p>
              <ns1:endParaRPr lang="id-ID" sz="2700"/>
            </ns1:p>
          </ns0:txBody>
        </ns0:sp>
        <ns0:sp>
          <ns0:nvSpPr>
            <ns0:cNvPr id="61" name="Freeform 202"/>
            <ns0:cNvSpPr>
              <ns1:spLocks/>
            </ns0:cNvSpPr>
            <ns0:nvPr/>
          </ns0:nvSpPr>
          <ns0:spPr bwMode="auto">
            <ns1:xfrm>
              <ns1:off x="5603876" y="4400550"/>
              <ns1:ext cx="53975" cy="52388"/>
            </ns1:xfrm>
            <ns1:custGeom>
              <ns1:avLst/>
              <ns1:gdLst>
                <ns1:gd name="T0" fmla="*/ 18 w 20"/>
                <ns1:gd name="T1" fmla="*/ 0 h 20"/>
                <ns1:gd name="T2" fmla="*/ 0 w 20"/>
                <ns1:gd name="T3" fmla="*/ 18 h 20"/>
                <ns1:gd name="T4" fmla="*/ 2 w 20"/>
                <ns1:gd name="T5" fmla="*/ 20 h 20"/>
                <ns1:gd name="T6" fmla="*/ 4 w 20"/>
                <ns1:gd name="T7" fmla="*/ 18 h 20"/>
                <ns1:gd name="T8" fmla="*/ 18 w 20"/>
                <ns1:gd name="T9" fmla="*/ 4 h 20"/>
                <ns1:gd name="T10" fmla="*/ 20 w 20"/>
                <ns1:gd name="T11" fmla="*/ 2 h 20"/>
                <ns1:gd name="T12" fmla="*/ 18 w 20"/>
                <ns1:gd name="T13" fmla="*/ 0 h 20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</ns1:cxnLst>
              <ns1:rect l="0" t="0" r="r" b="b"/>
              <ns1:pathLst>
                <ns1:path w="20" h="20">
                  <ns1:moveTo>
                    <ns1:pt x="18" y="0"/>
                  </ns1:moveTo>
                  <ns1:cubicBezTo>
                    <ns1:pt x="8" y="0"/>
                    <ns1:pt x="0" y="8"/>
                    <ns1:pt x="0" y="18"/>
                  </ns1:cubicBezTo>
                  <ns1:cubicBezTo>
                    <ns1:pt x="0" y="19"/>
                    <ns1:pt x="1" y="20"/>
                    <ns1:pt x="2" y="20"/>
                  </ns1:cubicBezTo>
                  <ns1:cubicBezTo>
                    <ns1:pt x="3" y="20"/>
                    <ns1:pt x="4" y="19"/>
                    <ns1:pt x="4" y="18"/>
                  </ns1:cubicBezTo>
                  <ns1:cubicBezTo>
                    <ns1:pt x="4" y="10"/>
                    <ns1:pt x="10" y="4"/>
                    <ns1:pt x="18" y="4"/>
                  </ns1:cubicBezTo>
                  <ns1:cubicBezTo>
                    <ns1:pt x="19" y="4"/>
                    <ns1:pt x="20" y="3"/>
                    <ns1:pt x="20" y="2"/>
                  </ns1:cubicBezTo>
                  <ns1:cubicBezTo>
                    <ns1:pt x="20" y="1"/>
                    <ns1:pt x="19" y="0"/>
                    <ns1:pt x="18" y="0"/>
                  </ns1:cubicBezTo>
                  <ns1:close/>
                </ns1:path>
              </ns1:pathLst>
            </ns1:custGeom>
            <ns1:grpFill/>
            <ns1:ln>
              <ns1:noFill/>
            </ns1:ln>
            <ns1:extLst>
              <ns1:ext uri="{91240B29-F687-4F45-9708-019B960494DF}">
                <ns2:hiddenLine w="9525">
                  <ns1:solidFill>
                    <ns1:srgbClr val="000000"/>
                  </ns1:solidFill>
                  <ns1:round/>
                  <ns1:headEnd/>
                  <ns1:tailEnd/>
                </ns2:hiddenLine>
              </ns1:ext>
            </ns1:extLst>
          </ns0:spPr>
          <ns0:txBody>
            <ns1:bodyPr vert="horz" wrap="square" lIns="91440" tIns="45720" rIns="91440" bIns="45720" numCol="1" anchor="t" anchorCtr="0" compatLnSpc="1">
              <ns1:prstTxWarp prst="textNoShape">
                <ns1:avLst/>
              </ns1:prstTxWarp>
            </ns1:bodyPr>
            <ns1:lstStyle/>
            <ns1:p>
              <ns1:endParaRPr lang="id-ID" sz="2700"/>
            </ns1:p>
          </ns0:txBody>
        </ns0:sp>
        <ns0:sp>
          <ns0:nvSpPr>
            <ns0:cNvPr id="62" name="Freeform 203"/>
            <ns0:cNvSpPr>
              <ns1:spLocks/>
            </ns0:cNvSpPr>
            <ns0:nvPr/>
          </ns0:nvSpPr>
          <ns0:spPr bwMode="auto">
            <ns1:xfrm>
              <ns1:off x="5818189" y="4441825"/>
              <ns1:ext cx="52388" cy="53975"/>
            </ns1:xfrm>
            <ns1:custGeom>
              <ns1:avLst/>
              <ns1:gdLst>
                <ns1:gd name="T0" fmla="*/ 18 w 20"/>
                <ns1:gd name="T1" fmla="*/ 0 h 20"/>
                <ns1:gd name="T2" fmla="*/ 16 w 20"/>
                <ns1:gd name="T3" fmla="*/ 2 h 20"/>
                <ns1:gd name="T4" fmla="*/ 2 w 20"/>
                <ns1:gd name="T5" fmla="*/ 16 h 20"/>
                <ns1:gd name="T6" fmla="*/ 0 w 20"/>
                <ns1:gd name="T7" fmla="*/ 18 h 20"/>
                <ns1:gd name="T8" fmla="*/ 2 w 20"/>
                <ns1:gd name="T9" fmla="*/ 20 h 20"/>
                <ns1:gd name="T10" fmla="*/ 20 w 20"/>
                <ns1:gd name="T11" fmla="*/ 2 h 20"/>
                <ns1:gd name="T12" fmla="*/ 18 w 20"/>
                <ns1:gd name="T13" fmla="*/ 0 h 20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</ns1:cxnLst>
              <ns1:rect l="0" t="0" r="r" b="b"/>
              <ns1:pathLst>
                <ns1:path w="20" h="20">
                  <ns1:moveTo>
                    <ns1:pt x="18" y="0"/>
                  </ns1:moveTo>
                  <ns1:cubicBezTo>
                    <ns1:pt x="17" y="0"/>
                    <ns1:pt x="16" y="1"/>
                    <ns1:pt x="16" y="2"/>
                  </ns1:cubicBezTo>
                  <ns1:cubicBezTo>
                    <ns1:pt x="16" y="10"/>
                    <ns1:pt x="10" y="16"/>
                    <ns1:pt x="2" y="16"/>
                  </ns1:cubicBezTo>
                  <ns1:cubicBezTo>
                    <ns1:pt x="1" y="16"/>
                    <ns1:pt x="0" y="17"/>
                    <ns1:pt x="0" y="18"/>
                  </ns1:cubicBezTo>
                  <ns1:cubicBezTo>
                    <ns1:pt x="0" y="19"/>
                    <ns1:pt x="1" y="20"/>
                    <ns1:pt x="2" y="20"/>
                  </ns1:cubicBezTo>
                  <ns1:cubicBezTo>
                    <ns1:pt x="12" y="20"/>
                    <ns1:pt x="20" y="12"/>
                    <ns1:pt x="20" y="2"/>
                  </ns1:cubicBezTo>
                  <ns1:cubicBezTo>
                    <ns1:pt x="20" y="1"/>
                    <ns1:pt x="19" y="0"/>
                    <ns1:pt x="18" y="0"/>
                  </ns1:cubicBezTo>
                  <ns1:close/>
                </ns1:path>
              </ns1:pathLst>
            </ns1:custGeom>
            <ns1:grpFill/>
            <ns1:ln>
              <ns1:noFill/>
            </ns1:ln>
            <ns1:extLst>
              <ns1:ext uri="{91240B29-F687-4F45-9708-019B960494DF}">
                <ns2:hiddenLine w="9525">
                  <ns1:solidFill>
                    <ns1:srgbClr val="000000"/>
                  </ns1:solidFill>
                  <ns1:round/>
                  <ns1:headEnd/>
                  <ns1:tailEnd/>
                </ns2:hiddenLine>
              </ns1:ext>
            </ns1:extLst>
          </ns0:spPr>
          <ns0:txBody>
            <ns1:bodyPr vert="horz" wrap="square" lIns="91440" tIns="45720" rIns="91440" bIns="45720" numCol="1" anchor="t" anchorCtr="0" compatLnSpc="1">
              <ns1:prstTxWarp prst="textNoShape">
                <ns1:avLst/>
              </ns1:prstTxWarp>
            </ns1:bodyPr>
            <ns1:lstStyle/>
            <ns1:p>
              <ns1:endParaRPr lang="id-ID" sz="2700"/>
            </ns1:p>
          </ns0:txBody>
        </ns0:sp>
      </ns0:grpSp>
      <ns0:sp>
        <ns0:nvSpPr>
          <ns0:cNvPr id="63" name="Freeform 170"/>
          <ns0:cNvSpPr>
            <ns1:spLocks noEditPoints="1"/>
          </ns0:cNvSpPr>
          <ns0:nvPr/>
        </ns0:nvSpPr>
        <ns0:spPr bwMode="auto">
          <ns1:xfrm>
            <ns1:off x="6503834" y="3591650"/>
            <ns1:ext cx="267426" cy="446445"/>
          </ns1:xfrm>
          <ns1:custGeom>
            <ns1:avLst/>
            <ns1:gdLst>
              <ns1:gd name="T0" fmla="*/ 40 w 72"/>
              <ns1:gd name="T1" fmla="*/ 8 h 120"/>
              <ns1:gd name="T2" fmla="*/ 40 w 72"/>
              <ns1:gd name="T3" fmla="*/ 48 h 120"/>
              <ns1:gd name="T4" fmla="*/ 64 w 72"/>
              <ns1:gd name="T5" fmla="*/ 48 h 120"/>
              <ns1:gd name="T6" fmla="*/ 32 w 72"/>
              <ns1:gd name="T7" fmla="*/ 112 h 120"/>
              <ns1:gd name="T8" fmla="*/ 32 w 72"/>
              <ns1:gd name="T9" fmla="*/ 72 h 120"/>
              <ns1:gd name="T10" fmla="*/ 8 w 72"/>
              <ns1:gd name="T11" fmla="*/ 72 h 120"/>
              <ns1:gd name="T12" fmla="*/ 40 w 72"/>
              <ns1:gd name="T13" fmla="*/ 8 h 120"/>
              <ns1:gd name="T14" fmla="*/ 40 w 72"/>
              <ns1:gd name="T15" fmla="*/ 0 h 120"/>
              <ns1:gd name="T16" fmla="*/ 33 w 72"/>
              <ns1:gd name="T17" fmla="*/ 4 h 120"/>
              <ns1:gd name="T18" fmla="*/ 1 w 72"/>
              <ns1:gd name="T19" fmla="*/ 68 h 120"/>
              <ns1:gd name="T20" fmla="*/ 1 w 72"/>
              <ns1:gd name="T21" fmla="*/ 76 h 120"/>
              <ns1:gd name="T22" fmla="*/ 8 w 72"/>
              <ns1:gd name="T23" fmla="*/ 80 h 120"/>
              <ns1:gd name="T24" fmla="*/ 24 w 72"/>
              <ns1:gd name="T25" fmla="*/ 80 h 120"/>
              <ns1:gd name="T26" fmla="*/ 24 w 72"/>
              <ns1:gd name="T27" fmla="*/ 112 h 120"/>
              <ns1:gd name="T28" fmla="*/ 30 w 72"/>
              <ns1:gd name="T29" fmla="*/ 120 h 120"/>
              <ns1:gd name="T30" fmla="*/ 32 w 72"/>
              <ns1:gd name="T31" fmla="*/ 120 h 120"/>
              <ns1:gd name="T32" fmla="*/ 39 w 72"/>
              <ns1:gd name="T33" fmla="*/ 116 h 120"/>
              <ns1:gd name="T34" fmla="*/ 71 w 72"/>
              <ns1:gd name="T35" fmla="*/ 52 h 120"/>
              <ns1:gd name="T36" fmla="*/ 71 w 72"/>
              <ns1:gd name="T37" fmla="*/ 44 h 120"/>
              <ns1:gd name="T38" fmla="*/ 64 w 72"/>
              <ns1:gd name="T39" fmla="*/ 40 h 120"/>
              <ns1:gd name="T40" fmla="*/ 48 w 72"/>
              <ns1:gd name="T41" fmla="*/ 40 h 120"/>
              <ns1:gd name="T42" fmla="*/ 48 w 72"/>
              <ns1:gd name="T43" fmla="*/ 8 h 120"/>
              <ns1:gd name="T44" fmla="*/ 42 w 72"/>
              <ns1:gd name="T45" fmla="*/ 0 h 120"/>
              <ns1:gd name="T46" fmla="*/ 40 w 72"/>
              <ns1:gd name="T47" fmla="*/ 0 h 120"/>
            </ns1:gdLst>
            <ns1:ahLst/>
            <ns1:cxnLst>
              <ns1:cxn ang="0">
                <ns1:pos x="T0" y="T1"/>
              </ns1:cxn>
              <ns1:cxn ang="0">
                <ns1:pos x="T2" y="T3"/>
              </ns1:cxn>
              <ns1:cxn ang="0">
                <ns1:pos x="T4" y="T5"/>
              </ns1:cxn>
              <ns1:cxn ang="0">
                <ns1:pos x="T6" y="T7"/>
              </ns1:cxn>
              <ns1:cxn ang="0">
                <ns1:pos x="T8" y="T9"/>
              </ns1:cxn>
              <ns1:cxn ang="0">
                <ns1:pos x="T10" y="T11"/>
              </ns1:cxn>
              <ns1:cxn ang="0">
                <ns1:pos x="T12" y="T13"/>
              </ns1:cxn>
              <ns1:cxn ang="0">
                <ns1:pos x="T14" y="T15"/>
              </ns1:cxn>
              <ns1:cxn ang="0">
                <ns1:pos x="T16" y="T17"/>
              </ns1:cxn>
              <ns1:cxn ang="0">
                <ns1:pos x="T18" y="T19"/>
              </ns1:cxn>
              <ns1:cxn ang="0">
                <ns1:pos x="T20" y="T21"/>
              </ns1:cxn>
              <ns1:cxn ang="0">
                <ns1:pos x="T22" y="T23"/>
              </ns1:cxn>
              <ns1:cxn ang="0">
                <ns1:pos x="T24" y="T25"/>
              </ns1:cxn>
              <ns1:cxn ang="0">
                <ns1:pos x="T26" y="T27"/>
              </ns1:cxn>
              <ns1:cxn ang="0">
                <ns1:pos x="T28" y="T29"/>
              </ns1:cxn>
              <ns1:cxn ang="0">
                <ns1:pos x="T30" y="T31"/>
              </ns1:cxn>
              <ns1:cxn ang="0">
                <ns1:pos x="T32" y="T33"/>
              </ns1:cxn>
              <ns1:cxn ang="0">
                <ns1:pos x="T34" y="T35"/>
              </ns1:cxn>
              <ns1:cxn ang="0">
                <ns1:pos x="T36" y="T37"/>
              </ns1:cxn>
              <ns1:cxn ang="0">
                <ns1:pos x="T38" y="T39"/>
              </ns1:cxn>
              <ns1:cxn ang="0">
                <ns1:pos x="T40" y="T41"/>
              </ns1:cxn>
              <ns1:cxn ang="0">
                <ns1:pos x="T42" y="T43"/>
              </ns1:cxn>
              <ns1:cxn ang="0">
                <ns1:pos x="T44" y="T45"/>
              </ns1:cxn>
              <ns1:cxn ang="0">
                <ns1:pos x="T46" y="T47"/>
              </ns1:cxn>
            </ns1:cxnLst>
            <ns1:rect l="0" t="0" r="r" b="b"/>
            <ns1:pathLst>
              <ns1:path w="72" h="120">
                <ns1:moveTo>
                  <ns1:pt x="40" y="8"/>
                </ns1:moveTo>
                <ns1:cubicBezTo>
                  <ns1:pt x="40" y="48"/>
                  <ns1:pt x="40" y="48"/>
                  <ns1:pt x="40" y="48"/>
                </ns1:cubicBezTo>
                <ns1:cubicBezTo>
                  <ns1:pt x="64" y="48"/>
                  <ns1:pt x="64" y="48"/>
                  <ns1:pt x="64" y="48"/>
                </ns1:cubicBezTo>
                <ns1:cubicBezTo>
                  <ns1:pt x="32" y="112"/>
                  <ns1:pt x="32" y="112"/>
                  <ns1:pt x="32" y="112"/>
                </ns1:cubicBezTo>
                <ns1:cubicBezTo>
                  <ns1:pt x="32" y="72"/>
                  <ns1:pt x="32" y="72"/>
                  <ns1:pt x="32" y="72"/>
                </ns1:cubicBezTo>
                <ns1:cubicBezTo>
                  <ns1:pt x="8" y="72"/>
                  <ns1:pt x="8" y="72"/>
                  <ns1:pt x="8" y="72"/>
                </ns1:cubicBezTo>
                <ns1:cubicBezTo>
                  <ns1:pt x="40" y="8"/>
                  <ns1:pt x="40" y="8"/>
                  <ns1:pt x="40" y="8"/>
                </ns1:cubicBezTo>
                <ns1:moveTo>
                  <ns1:pt x="40" y="0"/>
                </ns1:moveTo>
                <ns1:cubicBezTo>
                  <ns1:pt x="37" y="0"/>
                  <ns1:pt x="34" y="2"/>
                  <ns1:pt x="33" y="4"/>
                </ns1:cubicBezTo>
                <ns1:cubicBezTo>
                  <ns1:pt x="1" y="68"/>
                  <ns1:pt x="1" y="68"/>
                  <ns1:pt x="1" y="68"/>
                </ns1:cubicBezTo>
                <ns1:cubicBezTo>
                  <ns1:pt x="0" y="71"/>
                  <ns1:pt x="0" y="74"/>
                  <ns1:pt x="1" y="76"/>
                </ns1:cubicBezTo>
                <ns1:cubicBezTo>
                  <ns1:pt x="3" y="79"/>
                  <ns1:pt x="5" y="80"/>
                  <ns1:pt x="8" y="80"/>
                </ns1:cubicBezTo>
                <ns1:cubicBezTo>
                  <ns1:pt x="24" y="80"/>
                  <ns1:pt x="24" y="80"/>
                  <ns1:pt x="24" y="80"/>
                </ns1:cubicBezTo>
                <ns1:cubicBezTo>
                  <ns1:pt x="24" y="112"/>
                  <ns1:pt x="24" y="112"/>
                  <ns1:pt x="24" y="112"/>
                </ns1:cubicBezTo>
                <ns1:cubicBezTo>
                  <ns1:pt x="24" y="116"/>
                  <ns1:pt x="27" y="119"/>
                  <ns1:pt x="30" y="120"/>
                </ns1:cubicBezTo>
                <ns1:cubicBezTo>
                  <ns1:pt x="31" y="120"/>
                  <ns1:pt x="31" y="120"/>
                  <ns1:pt x="32" y="120"/>
                </ns1:cubicBezTo>
                <ns1:cubicBezTo>
                  <ns1:pt x="35" y="120"/>
                  <ns1:pt x="38" y="118"/>
                  <ns1:pt x="39" y="116"/>
                </ns1:cubicBezTo>
                <ns1:cubicBezTo>
                  <ns1:pt x="71" y="52"/>
                  <ns1:pt x="71" y="52"/>
                  <ns1:pt x="71" y="52"/>
                </ns1:cubicBezTo>
                <ns1:cubicBezTo>
                  <ns1:pt x="72" y="49"/>
                  <ns1:pt x="72" y="46"/>
                  <ns1:pt x="71" y="44"/>
                </ns1:cubicBezTo>
                <ns1:cubicBezTo>
                  <ns1:pt x="69" y="41"/>
                  <ns1:pt x="67" y="40"/>
                  <ns1:pt x="64" y="40"/>
                </ns1:cubicBezTo>
                <ns1:cubicBezTo>
                  <ns1:pt x="48" y="40"/>
                  <ns1:pt x="48" y="40"/>
                  <ns1:pt x="48" y="40"/>
                </ns1:cubicBezTo>
                <ns1:cubicBezTo>
                  <ns1:pt x="48" y="8"/>
                  <ns1:pt x="48" y="8"/>
                  <ns1:pt x="48" y="8"/>
                </ns1:cubicBezTo>
                <ns1:cubicBezTo>
                  <ns1:pt x="48" y="4"/>
                  <ns1:pt x="45" y="1"/>
                  <ns1:pt x="42" y="0"/>
                </ns1:cubicBezTo>
                <ns1:cubicBezTo>
                  <ns1:pt x="41" y="0"/>
                  <ns1:pt x="41" y="0"/>
                  <ns1:pt x="40" y="0"/>
                </ns1:cubicBezTo>
                <ns1:close/>
              </ns1:path>
            </ns1:pathLst>
          </ns1:custGeom>
          <ns1:solidFill>
            <ns1:schemeClr val="tx1"/>
          </ns1:solidFill>
          <ns1:ln>
            <ns1:noFill/>
          </ns1:ln>
          <ns1:extLst/>
        </ns0:spPr>
        <ns0:txBody>
          <ns1:bodyPr vert="horz" wrap="square" lIns="91440" tIns="45720" rIns="91440" bIns="45720" numCol="1" anchor="t" anchorCtr="0" compatLnSpc="1">
            <ns1:prstTxWarp prst="textNoShape">
              <ns1:avLst/>
            </ns1:prstTxWarp>
          </ns1:bodyPr>
          <ns1:lstStyle/>
          <ns1:p>
            <ns1:endParaRPr lang="id-ID" sz="2700"/>
          </ns1:p>
        </ns0:txBody>
      </ns0:sp>
      <ns0:grpSp>
        <ns0:nvGrpSpPr>
          <ns0:cNvPr id="64" name="Group 63"/>
          <ns0:cNvGrpSpPr/>
          <ns0:nvPr/>
        </ns0:nvGrpSpPr>
        <ns0:grpSpPr>
          <ns1:xfrm>
            <ns1:off x="11384520" y="1306449"/>
            <ns1:ext cx="498709" cy="218340"/>
            <ns1:chOff x="1482726" y="5056188"/>
            <ns1:chExt cx="319088" cy="139700"/>
          </ns1:xfrm>
          <ns1:solidFill>
            <ns1:schemeClr val="tx1"/>
          </ns1:solidFill>
        </ns0:grpSpPr>
        <ns0:sp>
          <ns0:nvSpPr>
            <ns0:cNvPr id="65" name="Freeform 259"/>
            <ns0:cNvSpPr>
              <ns1:spLocks noEditPoints="1"/>
            </ns0:cNvSpPr>
            <ns0:nvPr/>
          </ns0:nvSpPr>
          <ns0:spPr bwMode="auto">
            <ns1:xfrm>
              <ns1:off x="1482726" y="5056188"/>
              <ns1:ext cx="319088" cy="139700"/>
            </ns1:xfrm>
            <ns1:custGeom>
              <ns1:avLst/>
              <ns1:gdLst>
                <ns1:gd name="T0" fmla="*/ 94 w 120"/>
                <ns1:gd name="T1" fmla="*/ 0 h 52"/>
                <ns1:gd name="T2" fmla="*/ 70 w 120"/>
                <ns1:gd name="T3" fmla="*/ 15 h 52"/>
                <ns1:gd name="T4" fmla="*/ 60 w 120"/>
                <ns1:gd name="T5" fmla="*/ 12 h 52"/>
                <ns1:gd name="T6" fmla="*/ 50 w 120"/>
                <ns1:gd name="T7" fmla="*/ 15 h 52"/>
                <ns1:gd name="T8" fmla="*/ 26 w 120"/>
                <ns1:gd name="T9" fmla="*/ 0 h 52"/>
                <ns1:gd name="T10" fmla="*/ 0 w 120"/>
                <ns1:gd name="T11" fmla="*/ 26 h 52"/>
                <ns1:gd name="T12" fmla="*/ 26 w 120"/>
                <ns1:gd name="T13" fmla="*/ 52 h 52"/>
                <ns1:gd name="T14" fmla="*/ 52 w 120"/>
                <ns1:gd name="T15" fmla="*/ 26 h 52"/>
                <ns1:gd name="T16" fmla="*/ 51 w 120"/>
                <ns1:gd name="T17" fmla="*/ 19 h 52"/>
                <ns1:gd name="T18" fmla="*/ 60 w 120"/>
                <ns1:gd name="T19" fmla="*/ 16 h 52"/>
                <ns1:gd name="T20" fmla="*/ 69 w 120"/>
                <ns1:gd name="T21" fmla="*/ 19 h 52"/>
                <ns1:gd name="T22" fmla="*/ 68 w 120"/>
                <ns1:gd name="T23" fmla="*/ 26 h 52"/>
                <ns1:gd name="T24" fmla="*/ 94 w 120"/>
                <ns1:gd name="T25" fmla="*/ 52 h 52"/>
                <ns1:gd name="T26" fmla="*/ 120 w 120"/>
                <ns1:gd name="T27" fmla="*/ 26 h 52"/>
                <ns1:gd name="T28" fmla="*/ 94 w 120"/>
                <ns1:gd name="T29" fmla="*/ 0 h 52"/>
                <ns1:gd name="T30" fmla="*/ 26 w 120"/>
                <ns1:gd name="T31" fmla="*/ 44 h 52"/>
                <ns1:gd name="T32" fmla="*/ 8 w 120"/>
                <ns1:gd name="T33" fmla="*/ 26 h 52"/>
                <ns1:gd name="T34" fmla="*/ 26 w 120"/>
                <ns1:gd name="T35" fmla="*/ 8 h 52"/>
                <ns1:gd name="T36" fmla="*/ 44 w 120"/>
                <ns1:gd name="T37" fmla="*/ 26 h 52"/>
                <ns1:gd name="T38" fmla="*/ 26 w 120"/>
                <ns1:gd name="T39" fmla="*/ 44 h 52"/>
                <ns1:gd name="T40" fmla="*/ 94 w 120"/>
                <ns1:gd name="T41" fmla="*/ 44 h 52"/>
                <ns1:gd name="T42" fmla="*/ 76 w 120"/>
                <ns1:gd name="T43" fmla="*/ 26 h 52"/>
                <ns1:gd name="T44" fmla="*/ 94 w 120"/>
                <ns1:gd name="T45" fmla="*/ 8 h 52"/>
                <ns1:gd name="T46" fmla="*/ 112 w 120"/>
                <ns1:gd name="T47" fmla="*/ 26 h 52"/>
                <ns1:gd name="T48" fmla="*/ 94 w 120"/>
                <ns1:gd name="T49" fmla="*/ 44 h 52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  <ns1:cxn ang="0">
                  <ns1:pos x="T14" y="T15"/>
                </ns1:cxn>
                <ns1:cxn ang="0">
                  <ns1:pos x="T16" y="T17"/>
                </ns1:cxn>
                <ns1:cxn ang="0">
                  <ns1:pos x="T18" y="T19"/>
                </ns1:cxn>
                <ns1:cxn ang="0">
                  <ns1:pos x="T20" y="T21"/>
                </ns1:cxn>
                <ns1:cxn ang="0">
                  <ns1:pos x="T22" y="T23"/>
                </ns1:cxn>
                <ns1:cxn ang="0">
                  <ns1:pos x="T24" y="T25"/>
                </ns1:cxn>
                <ns1:cxn ang="0">
                  <ns1:pos x="T26" y="T27"/>
                </ns1:cxn>
                <ns1:cxn ang="0">
                  <ns1:pos x="T28" y="T29"/>
                </ns1:cxn>
                <ns1:cxn ang="0">
                  <ns1:pos x="T30" y="T31"/>
                </ns1:cxn>
                <ns1:cxn ang="0">
                  <ns1:pos x="T32" y="T33"/>
                </ns1:cxn>
                <ns1:cxn ang="0">
                  <ns1:pos x="T34" y="T35"/>
                </ns1:cxn>
                <ns1:cxn ang="0">
                  <ns1:pos x="T36" y="T37"/>
                </ns1:cxn>
                <ns1:cxn ang="0">
                  <ns1:pos x="T38" y="T39"/>
                </ns1:cxn>
                <ns1:cxn ang="0">
                  <ns1:pos x="T40" y="T41"/>
                </ns1:cxn>
                <ns1:cxn ang="0">
                  <ns1:pos x="T42" y="T43"/>
                </ns1:cxn>
                <ns1:cxn ang="0">
                  <ns1:pos x="T44" y="T45"/>
                </ns1:cxn>
                <ns1:cxn ang="0">
                  <ns1:pos x="T46" y="T47"/>
                </ns1:cxn>
                <ns1:cxn ang="0">
                  <ns1:pos x="T48" y="T49"/>
                </ns1:cxn>
              </ns1:cxnLst>
              <ns1:rect l="0" t="0" r="r" b="b"/>
              <ns1:pathLst>
                <ns1:path w="120" h="52">
                  <ns1:moveTo>
                    <ns1:pt x="94" y="0"/>
                  </ns1:moveTo>
                  <ns1:cubicBezTo>
                    <ns1:pt x="84" y="0"/>
                    <ns1:pt x="75" y="6"/>
                    <ns1:pt x="70" y="15"/>
                  </ns1:cubicBezTo>
                  <ns1:cubicBezTo>
                    <ns1:pt x="68" y="13"/>
                    <ns1:pt x="64" y="12"/>
                    <ns1:pt x="60" y="12"/>
                  </ns1:cubicBezTo>
                  <ns1:cubicBezTo>
                    <ns1:pt x="56" y="12"/>
                    <ns1:pt x="52" y="13"/>
                    <ns1:pt x="50" y="15"/>
                  </ns1:cubicBezTo>
                  <ns1:cubicBezTo>
                    <ns1:pt x="45" y="6"/>
                    <ns1:pt x="36" y="0"/>
                    <ns1:pt x="26" y="0"/>
                  </ns1:cubicBezTo>
                  <ns1:cubicBezTo>
                    <ns1:pt x="12" y="0"/>
                    <ns1:pt x="0" y="12"/>
                    <ns1:pt x="0" y="26"/>
                  </ns1:cubicBezTo>
                  <ns1:cubicBezTo>
                    <ns1:pt x="0" y="40"/>
                    <ns1:pt x="12" y="52"/>
                    <ns1:pt x="26" y="52"/>
                  </ns1:cubicBezTo>
                  <ns1:cubicBezTo>
                    <ns1:pt x="40" y="52"/>
                    <ns1:pt x="52" y="40"/>
                    <ns1:pt x="52" y="26"/>
                  </ns1:cubicBezTo>
                  <ns1:cubicBezTo>
                    <ns1:pt x="52" y="24"/>
                    <ns1:pt x="52" y="21"/>
                    <ns1:pt x="51" y="19"/>
                  </ns1:cubicBezTo>
                  <ns1:cubicBezTo>
                    <ns1:pt x="53" y="17"/>
                    <ns1:pt x="56" y="16"/>
                    <ns1:pt x="60" y="16"/>
                  </ns1:cubicBezTo>
                  <ns1:cubicBezTo>
                    <ns1:pt x="64" y="16"/>
                    <ns1:pt x="67" y="17"/>
                    <ns1:pt x="69" y="19"/>
                  </ns1:cubicBezTo>
                  <ns1:cubicBezTo>
                    <ns1:pt x="68" y="21"/>
                    <ns1:pt x="68" y="24"/>
                    <ns1:pt x="68" y="26"/>
                  </ns1:cubicBezTo>
                  <ns1:cubicBezTo>
                    <ns1:pt x="68" y="40"/>
                    <ns1:pt x="80" y="52"/>
                    <ns1:pt x="94" y="52"/>
                  </ns1:cubicBezTo>
                  <ns1:cubicBezTo>
                    <ns1:pt x="108" y="52"/>
                    <ns1:pt x="120" y="40"/>
                    <ns1:pt x="120" y="26"/>
                  </ns1:cubicBezTo>
                  <ns1:cubicBezTo>
                    <ns1:pt x="120" y="12"/>
                    <ns1:pt x="108" y="0"/>
                    <ns1:pt x="94" y="0"/>
                  </ns1:cubicBezTo>
                  <ns1:close/>
                  <ns1:moveTo>
                    <ns1:pt x="26" y="44"/>
                  </ns1:moveTo>
                  <ns1:cubicBezTo>
                    <ns1:pt x="16" y="44"/>
                    <ns1:pt x="8" y="36"/>
                    <ns1:pt x="8" y="26"/>
                  </ns1:cubicBezTo>
                  <ns1:cubicBezTo>
                    <ns1:pt x="8" y="16"/>
                    <ns1:pt x="16" y="8"/>
                    <ns1:pt x="26" y="8"/>
                  </ns1:cubicBezTo>
                  <ns1:cubicBezTo>
                    <ns1:pt x="36" y="8"/>
                    <ns1:pt x="44" y="16"/>
                    <ns1:pt x="44" y="26"/>
                  </ns1:cubicBezTo>
                  <ns1:cubicBezTo>
                    <ns1:pt x="44" y="36"/>
                    <ns1:pt x="36" y="44"/>
                    <ns1:pt x="26" y="44"/>
                  </ns1:cubicBezTo>
                  <ns1:close/>
                  <ns1:moveTo>
                    <ns1:pt x="94" y="44"/>
                  </ns1:moveTo>
                  <ns1:cubicBezTo>
                    <ns1:pt x="84" y="44"/>
                    <ns1:pt x="76" y="36"/>
                    <ns1:pt x="76" y="26"/>
                  </ns1:cubicBezTo>
                  <ns1:cubicBezTo>
                    <ns1:pt x="76" y="16"/>
                    <ns1:pt x="84" y="8"/>
                    <ns1:pt x="94" y="8"/>
                  </ns1:cubicBezTo>
                  <ns1:cubicBezTo>
                    <ns1:pt x="104" y="8"/>
                    <ns1:pt x="112" y="16"/>
                    <ns1:pt x="112" y="26"/>
                  </ns1:cubicBezTo>
                  <ns1:cubicBezTo>
                    <ns1:pt x="112" y="36"/>
                    <ns1:pt x="104" y="44"/>
                    <ns1:pt x="94" y="44"/>
                  </ns1:cubicBezTo>
                  <ns1:close/>
                </ns1:path>
              </ns1:pathLst>
            </ns1:custGeom>
            <ns1:grpFill/>
            <ns1:ln>
              <ns1:noFill/>
            </ns1:ln>
            <ns1:extLst>
              <ns1:ext uri="{91240B29-F687-4F45-9708-019B960494DF}">
                <ns2:hiddenLine w="9525">
                  <ns1:solidFill>
                    <ns1:srgbClr val="000000"/>
                  </ns1:solidFill>
                  <ns1:round/>
                  <ns1:headEnd/>
                  <ns1:tailEnd/>
                </ns2:hiddenLine>
              </ns1:ext>
            </ns1:extLst>
          </ns0:spPr>
          <ns0:txBody>
            <ns1:bodyPr vert="horz" wrap="square" lIns="91440" tIns="45720" rIns="91440" bIns="45720" numCol="1" anchor="t" anchorCtr="0" compatLnSpc="1">
              <ns1:prstTxWarp prst="textNoShape">
                <ns1:avLst/>
              </ns1:prstTxWarp>
            </ns1:bodyPr>
            <ns1:lstStyle/>
            <ns1:p>
              <ns1:endParaRPr lang="id-ID" sz="2700"/>
            </ns1:p>
          </ns0:txBody>
        </ns0:sp>
        <ns0:sp>
          <ns0:nvSpPr>
            <ns0:cNvPr id="66" name="Freeform 260"/>
            <ns0:cNvSpPr>
              <ns1:spLocks/>
            </ns0:cNvSpPr>
            <ns0:nvPr/>
          </ns0:nvSpPr>
          <ns0:spPr bwMode="auto">
            <ns1:xfrm>
              <ns1:off x="1519238" y="5094288"/>
              <ns1:ext cx="42863" cy="42863"/>
            </ns1:xfrm>
            <ns1:custGeom>
              <ns1:avLst/>
              <ns1:gdLst>
                <ns1:gd name="T0" fmla="*/ 14 w 16"/>
                <ns1:gd name="T1" fmla="*/ 0 h 16"/>
                <ns1:gd name="T2" fmla="*/ 12 w 16"/>
                <ns1:gd name="T3" fmla="*/ 0 h 16"/>
                <ns1:gd name="T4" fmla="*/ 0 w 16"/>
                <ns1:gd name="T5" fmla="*/ 12 h 16"/>
                <ns1:gd name="T6" fmla="*/ 0 w 16"/>
                <ns1:gd name="T7" fmla="*/ 14 h 16"/>
                <ns1:gd name="T8" fmla="*/ 2 w 16"/>
                <ns1:gd name="T9" fmla="*/ 16 h 16"/>
                <ns1:gd name="T10" fmla="*/ 3 w 16"/>
                <ns1:gd name="T11" fmla="*/ 16 h 16"/>
                <ns1:gd name="T12" fmla="*/ 4 w 16"/>
                <ns1:gd name="T13" fmla="*/ 14 h 16"/>
                <ns1:gd name="T14" fmla="*/ 4 w 16"/>
                <ns1:gd name="T15" fmla="*/ 12 h 16"/>
                <ns1:gd name="T16" fmla="*/ 12 w 16"/>
                <ns1:gd name="T17" fmla="*/ 4 h 16"/>
                <ns1:gd name="T18" fmla="*/ 14 w 16"/>
                <ns1:gd name="T19" fmla="*/ 4 h 16"/>
                <ns1:gd name="T20" fmla="*/ 16 w 16"/>
                <ns1:gd name="T21" fmla="*/ 3 h 16"/>
                <ns1:gd name="T22" fmla="*/ 14 w 16"/>
                <ns1:gd name="T23" fmla="*/ 0 h 16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  <ns1:cxn ang="0">
                  <ns1:pos x="T14" y="T15"/>
                </ns1:cxn>
                <ns1:cxn ang="0">
                  <ns1:pos x="T16" y="T17"/>
                </ns1:cxn>
                <ns1:cxn ang="0">
                  <ns1:pos x="T18" y="T19"/>
                </ns1:cxn>
                <ns1:cxn ang="0">
                  <ns1:pos x="T20" y="T21"/>
                </ns1:cxn>
                <ns1:cxn ang="0">
                  <ns1:pos x="T22" y="T23"/>
                </ns1:cxn>
              </ns1:cxnLst>
              <ns1:rect l="0" t="0" r="r" b="b"/>
              <ns1:pathLst>
                <ns1:path w="16" h="16">
                  <ns1:moveTo>
                    <ns1:pt x="14" y="0"/>
                  </ns1:moveTo>
                  <ns1:cubicBezTo>
                    <ns1:pt x="14" y="0"/>
                    <ns1:pt x="13" y="0"/>
                    <ns1:pt x="12" y="0"/>
                  </ns1:cubicBezTo>
                  <ns1:cubicBezTo>
                    <ns1:pt x="5" y="0"/>
                    <ns1:pt x="0" y="5"/>
                    <ns1:pt x="0" y="12"/>
                  </ns1:cubicBezTo>
                  <ns1:cubicBezTo>
                    <ns1:pt x="0" y="13"/>
                    <ns1:pt x="0" y="14"/>
                    <ns1:pt x="0" y="14"/>
                  </ns1:cubicBezTo>
                  <ns1:cubicBezTo>
                    <ns1:pt x="0" y="15"/>
                    <ns1:pt x="1" y="16"/>
                    <ns1:pt x="2" y="16"/>
                  </ns1:cubicBezTo>
                  <ns1:cubicBezTo>
                    <ns1:pt x="2" y="16"/>
                    <ns1:pt x="2" y="16"/>
                    <ns1:pt x="3" y="16"/>
                  </ns1:cubicBezTo>
                  <ns1:cubicBezTo>
                    <ns1:pt x="4" y="16"/>
                    <ns1:pt x="4" y="15"/>
                    <ns1:pt x="4" y="14"/>
                  </ns1:cubicBezTo>
                  <ns1:cubicBezTo>
                    <ns1:pt x="4" y="13"/>
                    <ns1:pt x="4" y="13"/>
                    <ns1:pt x="4" y="12"/>
                  </ns1:cubicBezTo>
                  <ns1:cubicBezTo>
                    <ns1:pt x="4" y="8"/>
                    <ns1:pt x="8" y="4"/>
                    <ns1:pt x="12" y="4"/>
                  </ns1:cubicBezTo>
                  <ns1:cubicBezTo>
                    <ns1:pt x="13" y="4"/>
                    <ns1:pt x="13" y="4"/>
                    <ns1:pt x="14" y="4"/>
                  </ns1:cubicBezTo>
                  <ns1:cubicBezTo>
                    <ns1:pt x="15" y="4"/>
                    <ns1:pt x="16" y="4"/>
                    <ns1:pt x="16" y="3"/>
                  </ns1:cubicBezTo>
                  <ns1:cubicBezTo>
                    <ns1:pt x="16" y="2"/>
                    <ns1:pt x="15" y="0"/>
                    <ns1:pt x="14" y="0"/>
                  </ns1:cubicBezTo>
                  <ns1:close/>
                </ns1:path>
              </ns1:pathLst>
            </ns1:custGeom>
            <ns1:grpFill/>
            <ns1:ln>
              <ns1:noFill/>
            </ns1:ln>
            <ns1:extLst>
              <ns1:ext uri="{91240B29-F687-4F45-9708-019B960494DF}">
                <ns2:hiddenLine w="9525">
                  <ns1:solidFill>
                    <ns1:srgbClr val="000000"/>
                  </ns1:solidFill>
                  <ns1:round/>
                  <ns1:headEnd/>
                  <ns1:tailEnd/>
                </ns2:hiddenLine>
              </ns1:ext>
            </ns1:extLst>
          </ns0:spPr>
          <ns0:txBody>
            <ns1:bodyPr vert="horz" wrap="square" lIns="91440" tIns="45720" rIns="91440" bIns="45720" numCol="1" anchor="t" anchorCtr="0" compatLnSpc="1">
              <ns1:prstTxWarp prst="textNoShape">
                <ns1:avLst/>
              </ns1:prstTxWarp>
            </ns1:bodyPr>
            <ns1:lstStyle/>
            <ns1:p>
              <ns1:endParaRPr lang="id-ID" sz="2700"/>
            </ns1:p>
          </ns0:txBody>
        </ns0:sp>
        <ns0:sp>
          <ns0:nvSpPr>
            <ns0:cNvPr id="67" name="Freeform 261"/>
            <ns0:cNvSpPr>
              <ns1:spLocks/>
            </ns0:cNvSpPr>
            <ns0:nvPr/>
          </ns0:nvSpPr>
          <ns0:spPr bwMode="auto">
            <ns1:xfrm>
              <ns1:off x="1701801" y="5094288"/>
              <ns1:ext cx="41275" cy="42863"/>
            </ns1:xfrm>
            <ns1:custGeom>
              <ns1:avLst/>
              <ns1:gdLst>
                <ns1:gd name="T0" fmla="*/ 14 w 16"/>
                <ns1:gd name="T1" fmla="*/ 0 h 16"/>
                <ns1:gd name="T2" fmla="*/ 12 w 16"/>
                <ns1:gd name="T3" fmla="*/ 0 h 16"/>
                <ns1:gd name="T4" fmla="*/ 0 w 16"/>
                <ns1:gd name="T5" fmla="*/ 12 h 16"/>
                <ns1:gd name="T6" fmla="*/ 0 w 16"/>
                <ns1:gd name="T7" fmla="*/ 14 h 16"/>
                <ns1:gd name="T8" fmla="*/ 2 w 16"/>
                <ns1:gd name="T9" fmla="*/ 16 h 16"/>
                <ns1:gd name="T10" fmla="*/ 3 w 16"/>
                <ns1:gd name="T11" fmla="*/ 16 h 16"/>
                <ns1:gd name="T12" fmla="*/ 4 w 16"/>
                <ns1:gd name="T13" fmla="*/ 14 h 16"/>
                <ns1:gd name="T14" fmla="*/ 4 w 16"/>
                <ns1:gd name="T15" fmla="*/ 12 h 16"/>
                <ns1:gd name="T16" fmla="*/ 12 w 16"/>
                <ns1:gd name="T17" fmla="*/ 4 h 16"/>
                <ns1:gd name="T18" fmla="*/ 14 w 16"/>
                <ns1:gd name="T19" fmla="*/ 4 h 16"/>
                <ns1:gd name="T20" fmla="*/ 16 w 16"/>
                <ns1:gd name="T21" fmla="*/ 3 h 16"/>
                <ns1:gd name="T22" fmla="*/ 14 w 16"/>
                <ns1:gd name="T23" fmla="*/ 0 h 16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  <ns1:cxn ang="0">
                  <ns1:pos x="T14" y="T15"/>
                </ns1:cxn>
                <ns1:cxn ang="0">
                  <ns1:pos x="T16" y="T17"/>
                </ns1:cxn>
                <ns1:cxn ang="0">
                  <ns1:pos x="T18" y="T19"/>
                </ns1:cxn>
                <ns1:cxn ang="0">
                  <ns1:pos x="T20" y="T21"/>
                </ns1:cxn>
                <ns1:cxn ang="0">
                  <ns1:pos x="T22" y="T23"/>
                </ns1:cxn>
              </ns1:cxnLst>
              <ns1:rect l="0" t="0" r="r" b="b"/>
              <ns1:pathLst>
                <ns1:path w="16" h="16">
                  <ns1:moveTo>
                    <ns1:pt x="14" y="0"/>
                  </ns1:moveTo>
                  <ns1:cubicBezTo>
                    <ns1:pt x="14" y="0"/>
                    <ns1:pt x="13" y="0"/>
                    <ns1:pt x="12" y="0"/>
                  </ns1:cubicBezTo>
                  <ns1:cubicBezTo>
                    <ns1:pt x="5" y="0"/>
                    <ns1:pt x="0" y="5"/>
                    <ns1:pt x="0" y="12"/>
                  </ns1:cubicBezTo>
                  <ns1:cubicBezTo>
                    <ns1:pt x="0" y="13"/>
                    <ns1:pt x="0" y="14"/>
                    <ns1:pt x="0" y="14"/>
                  </ns1:cubicBezTo>
                  <ns1:cubicBezTo>
                    <ns1:pt x="0" y="15"/>
                    <ns1:pt x="1" y="16"/>
                    <ns1:pt x="2" y="16"/>
                  </ns1:cubicBezTo>
                  <ns1:cubicBezTo>
                    <ns1:pt x="2" y="16"/>
                    <ns1:pt x="2" y="16"/>
                    <ns1:pt x="3" y="16"/>
                  </ns1:cubicBezTo>
                  <ns1:cubicBezTo>
                    <ns1:pt x="4" y="16"/>
                    <ns1:pt x="4" y="15"/>
                    <ns1:pt x="4" y="14"/>
                  </ns1:cubicBezTo>
                  <ns1:cubicBezTo>
                    <ns1:pt x="4" y="13"/>
                    <ns1:pt x="4" y="13"/>
                    <ns1:pt x="4" y="12"/>
                  </ns1:cubicBezTo>
                  <ns1:cubicBezTo>
                    <ns1:pt x="4" y="8"/>
                    <ns1:pt x="8" y="4"/>
                    <ns1:pt x="12" y="4"/>
                  </ns1:cubicBezTo>
                  <ns1:cubicBezTo>
                    <ns1:pt x="13" y="4"/>
                    <ns1:pt x="13" y="4"/>
                    <ns1:pt x="14" y="4"/>
                  </ns1:cubicBezTo>
                  <ns1:cubicBezTo>
                    <ns1:pt x="15" y="4"/>
                    <ns1:pt x="16" y="4"/>
                    <ns1:pt x="16" y="3"/>
                  </ns1:cubicBezTo>
                  <ns1:cubicBezTo>
                    <ns1:pt x="16" y="2"/>
                    <ns1:pt x="15" y="0"/>
                    <ns1:pt x="14" y="0"/>
                  </ns1:cubicBezTo>
                  <ns1:close/>
                </ns1:path>
              </ns1:pathLst>
            </ns1:custGeom>
            <ns1:grpFill/>
            <ns1:ln>
              <ns1:noFill/>
            </ns1:ln>
            <ns1:extLst>
              <ns1:ext uri="{91240B29-F687-4F45-9708-019B960494DF}">
                <ns2:hiddenLine w="9525">
                  <ns1:solidFill>
                    <ns1:srgbClr val="000000"/>
                  </ns1:solidFill>
                  <ns1:round/>
                  <ns1:headEnd/>
                  <ns1:tailEnd/>
                </ns2:hiddenLine>
              </ns1:ext>
            </ns1:extLst>
          </ns0:spPr>
          <ns0:txBody>
            <ns1:bodyPr vert="horz" wrap="square" lIns="91440" tIns="45720" rIns="91440" bIns="45720" numCol="1" anchor="t" anchorCtr="0" compatLnSpc="1">
              <ns1:prstTxWarp prst="textNoShape">
                <ns1:avLst/>
              </ns1:prstTxWarp>
            </ns1:bodyPr>
            <ns1:lstStyle/>
            <ns1:p>
              <ns1:endParaRPr lang="id-ID" sz="2700"/>
            </ns1:p>
          </ns0:txBody>
        </ns0:sp>
      </ns0:grpSp>
      <ns0:grpSp>
        <ns0:nvGrpSpPr>
          <ns0:cNvPr id="68" name="Group 67"/>
          <ns0:cNvGrpSpPr/>
          <ns0:nvPr/>
        </ns0:nvGrpSpPr>
        <ns0:grpSpPr>
          <ns1:xfrm>
            <ns1:off x="345084" y="4401548"/>
            <ns1:ext cx="369802" cy="358989"/>
            <ns1:chOff x="8337551" y="5000625"/>
            <ns1:chExt cx="271463" cy="263525"/>
          </ns1:xfrm>
          <ns1:solidFill>
            <ns1:schemeClr val="tx1"/>
          </ns1:solidFill>
        </ns0:grpSpPr>
        <ns0:sp>
          <ns0:nvSpPr>
            <ns0:cNvPr id="69" name="Freeform 298"/>
            <ns0:cNvSpPr>
              <ns1:spLocks noEditPoints="1"/>
            </ns0:cNvSpPr>
            <ns0:nvPr/>
          </ns0:nvSpPr>
          <ns0:spPr bwMode="auto">
            <ns1:xfrm>
              <ns1:off x="8337551" y="5000625"/>
              <ns1:ext cx="271463" cy="263525"/>
            </ns1:xfrm>
            <ns1:custGeom>
              <ns1:avLst/>
              <ns1:gdLst>
                <ns1:gd name="T0" fmla="*/ 88 w 102"/>
                <ns1:gd name="T1" fmla="*/ 10 h 99"/>
                <ns1:gd name="T2" fmla="*/ 64 w 102"/>
                <ns1:gd name="T3" fmla="*/ 0 h 99"/>
                <ns1:gd name="T4" fmla="*/ 40 w 102"/>
                <ns1:gd name="T5" fmla="*/ 10 h 99"/>
                <ns1:gd name="T6" fmla="*/ 32 w 102"/>
                <ns1:gd name="T7" fmla="*/ 46 h 99"/>
                <ns1:gd name="T8" fmla="*/ 5 w 102"/>
                <ns1:gd name="T9" fmla="*/ 73 h 99"/>
                <ns1:gd name="T10" fmla="*/ 0 w 102"/>
                <ns1:gd name="T11" fmla="*/ 86 h 99"/>
                <ns1:gd name="T12" fmla="*/ 6 w 102"/>
                <ns1:gd name="T13" fmla="*/ 97 h 99"/>
                <ns1:gd name="T14" fmla="*/ 8 w 102"/>
                <ns1:gd name="T15" fmla="*/ 99 h 99"/>
                <ns1:gd name="T16" fmla="*/ 12 w 102"/>
                <ns1:gd name="T17" fmla="*/ 98 h 99"/>
                <ns1:gd name="T18" fmla="*/ 31 w 102"/>
                <ns1:gd name="T19" fmla="*/ 95 h 99"/>
                <ns1:gd name="T20" fmla="*/ 38 w 102"/>
                <ns1:gd name="T21" fmla="*/ 94 h 99"/>
                <ns1:gd name="T22" fmla="*/ 38 w 102"/>
                <ns1:gd name="T23" fmla="*/ 87 h 99"/>
                <ns1:gd name="T24" fmla="*/ 38 w 102"/>
                <ns1:gd name="T25" fmla="*/ 84 h 99"/>
                <ns1:gd name="T26" fmla="*/ 42 w 102"/>
                <ns1:gd name="T27" fmla="*/ 84 h 99"/>
                <ns1:gd name="T28" fmla="*/ 47 w 102"/>
                <ns1:gd name="T29" fmla="*/ 84 h 99"/>
                <ns1:gd name="T30" fmla="*/ 49 w 102"/>
                <ns1:gd name="T31" fmla="*/ 79 h 99"/>
                <ns1:gd name="T32" fmla="*/ 53 w 102"/>
                <ns1:gd name="T33" fmla="*/ 66 h 99"/>
                <ns1:gd name="T34" fmla="*/ 64 w 102"/>
                <ns1:gd name="T35" fmla="*/ 68 h 99"/>
                <ns1:gd name="T36" fmla="*/ 88 w 102"/>
                <ns1:gd name="T37" fmla="*/ 58 h 99"/>
                <ns1:gd name="T38" fmla="*/ 88 w 102"/>
                <ns1:gd name="T39" fmla="*/ 10 h 99"/>
                <ns1:gd name="T40" fmla="*/ 83 w 102"/>
                <ns1:gd name="T41" fmla="*/ 52 h 99"/>
                <ns1:gd name="T42" fmla="*/ 64 w 102"/>
                <ns1:gd name="T43" fmla="*/ 60 h 99"/>
                <ns1:gd name="T44" fmla="*/ 51 w 102"/>
                <ns1:gd name="T45" fmla="*/ 56 h 99"/>
                <ns1:gd name="T46" fmla="*/ 47 w 102"/>
                <ns1:gd name="T47" fmla="*/ 59 h 99"/>
                <ns1:gd name="T48" fmla="*/ 42 w 102"/>
                <ns1:gd name="T49" fmla="*/ 76 h 99"/>
                <ns1:gd name="T50" fmla="*/ 30 w 102"/>
                <ns1:gd name="T51" fmla="*/ 76 h 99"/>
                <ns1:gd name="T52" fmla="*/ 30 w 102"/>
                <ns1:gd name="T53" fmla="*/ 87 h 99"/>
                <ns1:gd name="T54" fmla="*/ 11 w 102"/>
                <ns1:gd name="T55" fmla="*/ 90 h 99"/>
                <ns1:gd name="T56" fmla="*/ 11 w 102"/>
                <ns1:gd name="T57" fmla="*/ 79 h 99"/>
                <ns1:gd name="T58" fmla="*/ 42 w 102"/>
                <ns1:gd name="T59" fmla="*/ 47 h 99"/>
                <ns1:gd name="T60" fmla="*/ 46 w 102"/>
                <ns1:gd name="T61" fmla="*/ 15 h 99"/>
                <ns1:gd name="T62" fmla="*/ 64 w 102"/>
                <ns1:gd name="T63" fmla="*/ 8 h 99"/>
                <ns1:gd name="T64" fmla="*/ 83 w 102"/>
                <ns1:gd name="T65" fmla="*/ 15 h 99"/>
                <ns1:gd name="T66" fmla="*/ 83 w 102"/>
                <ns1:gd name="T67" fmla="*/ 52 h 99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  <ns1:cxn ang="0">
                  <ns1:pos x="T14" y="T15"/>
                </ns1:cxn>
                <ns1:cxn ang="0">
                  <ns1:pos x="T16" y="T17"/>
                </ns1:cxn>
                <ns1:cxn ang="0">
                  <ns1:pos x="T18" y="T19"/>
                </ns1:cxn>
                <ns1:cxn ang="0">
                  <ns1:pos x="T20" y="T21"/>
                </ns1:cxn>
                <ns1:cxn ang="0">
                  <ns1:pos x="T22" y="T23"/>
                </ns1:cxn>
                <ns1:cxn ang="0">
                  <ns1:pos x="T24" y="T25"/>
                </ns1:cxn>
                <ns1:cxn ang="0">
                  <ns1:pos x="T26" y="T27"/>
                </ns1:cxn>
                <ns1:cxn ang="0">
                  <ns1:pos x="T28" y="T29"/>
                </ns1:cxn>
                <ns1:cxn ang="0">
                  <ns1:pos x="T30" y="T31"/>
                </ns1:cxn>
                <ns1:cxn ang="0">
                  <ns1:pos x="T32" y="T33"/>
                </ns1:cxn>
                <ns1:cxn ang="0">
                  <ns1:pos x="T34" y="T35"/>
                </ns1:cxn>
                <ns1:cxn ang="0">
                  <ns1:pos x="T36" y="T37"/>
                </ns1:cxn>
                <ns1:cxn ang="0">
                  <ns1:pos x="T38" y="T39"/>
                </ns1:cxn>
                <ns1:cxn ang="0">
                  <ns1:pos x="T40" y="T41"/>
                </ns1:cxn>
                <ns1:cxn ang="0">
                  <ns1:pos x="T42" y="T43"/>
                </ns1:cxn>
                <ns1:cxn ang="0">
                  <ns1:pos x="T44" y="T45"/>
                </ns1:cxn>
                <ns1:cxn ang="0">
                  <ns1:pos x="T46" y="T47"/>
                </ns1:cxn>
                <ns1:cxn ang="0">
                  <ns1:pos x="T48" y="T49"/>
                </ns1:cxn>
                <ns1:cxn ang="0">
                  <ns1:pos x="T50" y="T51"/>
                </ns1:cxn>
                <ns1:cxn ang="0">
                  <ns1:pos x="T52" y="T53"/>
                </ns1:cxn>
                <ns1:cxn ang="0">
                  <ns1:pos x="T54" y="T55"/>
                </ns1:cxn>
                <ns1:cxn ang="0">
                  <ns1:pos x="T56" y="T57"/>
                </ns1:cxn>
                <ns1:cxn ang="0">
                  <ns1:pos x="T58" y="T59"/>
                </ns1:cxn>
                <ns1:cxn ang="0">
                  <ns1:pos x="T60" y="T61"/>
                </ns1:cxn>
                <ns1:cxn ang="0">
                  <ns1:pos x="T62" y="T63"/>
                </ns1:cxn>
                <ns1:cxn ang="0">
                  <ns1:pos x="T64" y="T65"/>
                </ns1:cxn>
                <ns1:cxn ang="0">
                  <ns1:pos x="T66" y="T67"/>
                </ns1:cxn>
              </ns1:cxnLst>
              <ns1:rect l="0" t="0" r="r" b="b"/>
              <ns1:pathLst>
                <ns1:path w="102" h="99">
                  <ns1:moveTo>
                    <ns1:pt x="88" y="10"/>
                  </ns1:moveTo>
                  <ns1:cubicBezTo>
                    <ns1:pt x="82" y="3"/>
                    <ns1:pt x="73" y="0"/>
                    <ns1:pt x="64" y="0"/>
                  </ns1:cubicBezTo>
                  <ns1:cubicBezTo>
                    <ns1:pt x="55" y="0"/>
                    <ns1:pt x="47" y="3"/>
                    <ns1:pt x="40" y="10"/>
                  </ns1:cubicBezTo>
                  <ns1:cubicBezTo>
                    <ns1:pt x="31" y="19"/>
                    <ns1:pt x="28" y="33"/>
                    <ns1:pt x="32" y="46"/>
                  </ns1:cubicBezTo>
                  <ns1:cubicBezTo>
                    <ns1:pt x="5" y="73"/>
                    <ns1:pt x="5" y="73"/>
                    <ns1:pt x="5" y="73"/>
                  </ns1:cubicBezTo>
                  <ns1:cubicBezTo>
                    <ns1:pt x="0" y="78"/>
                    <ns1:pt x="0" y="83"/>
                    <ns1:pt x="0" y="86"/>
                  </ns1:cubicBezTo>
                  <ns1:cubicBezTo>
                    <ns1:pt x="0" y="92"/>
                    <ns1:pt x="5" y="96"/>
                    <ns1:pt x="6" y="97"/>
                  </ns1:cubicBezTo>
                  <ns1:cubicBezTo>
                    <ns1:pt x="8" y="99"/>
                    <ns1:pt x="8" y="99"/>
                    <ns1:pt x="8" y="99"/>
                  </ns1:cubicBezTo>
                  <ns1:cubicBezTo>
                    <ns1:pt x="12" y="98"/>
                    <ns1:pt x="12" y="98"/>
                    <ns1:pt x="12" y="98"/>
                  </ns1:cubicBezTo>
                  <ns1:cubicBezTo>
                    <ns1:pt x="31" y="95"/>
                    <ns1:pt x="31" y="95"/>
                    <ns1:pt x="31" y="95"/>
                  </ns1:cubicBezTo>
                  <ns1:cubicBezTo>
                    <ns1:pt x="38" y="94"/>
                    <ns1:pt x="38" y="94"/>
                    <ns1:pt x="38" y="94"/>
                  </ns1:cubicBezTo>
                  <ns1:cubicBezTo>
                    <ns1:pt x="38" y="87"/>
                    <ns1:pt x="38" y="87"/>
                    <ns1:pt x="38" y="87"/>
                  </ns1:cubicBezTo>
                  <ns1:cubicBezTo>
                    <ns1:pt x="38" y="84"/>
                    <ns1:pt x="38" y="84"/>
                    <ns1:pt x="38" y="84"/>
                  </ns1:cubicBezTo>
                  <ns1:cubicBezTo>
                    <ns1:pt x="42" y="84"/>
                    <ns1:pt x="42" y="84"/>
                    <ns1:pt x="42" y="84"/>
                  </ns1:cubicBezTo>
                  <ns1:cubicBezTo>
                    <ns1:pt x="47" y="84"/>
                    <ns1:pt x="47" y="84"/>
                    <ns1:pt x="47" y="84"/>
                  </ns1:cubicBezTo>
                  <ns1:cubicBezTo>
                    <ns1:pt x="49" y="79"/>
                    <ns1:pt x="49" y="79"/>
                    <ns1:pt x="49" y="79"/>
                  </ns1:cubicBezTo>
                  <ns1:cubicBezTo>
                    <ns1:pt x="53" y="66"/>
                    <ns1:pt x="53" y="66"/>
                    <ns1:pt x="53" y="66"/>
                  </ns1:cubicBezTo>
                  <ns1:cubicBezTo>
                    <ns1:pt x="57" y="67"/>
                    <ns1:pt x="61" y="68"/>
                    <ns1:pt x="64" y="68"/>
                  </ns1:cubicBezTo>
                  <ns1:cubicBezTo>
                    <ns1:pt x="73" y="68"/>
                    <ns1:pt x="82" y="64"/>
                    <ns1:pt x="88" y="58"/>
                  </ns1:cubicBezTo>
                  <ns1:cubicBezTo>
                    <ns1:pt x="102" y="45"/>
                    <ns1:pt x="102" y="23"/>
                    <ns1:pt x="88" y="10"/>
                  </ns1:cubicBezTo>
                  <ns1:close/>
                  <ns1:moveTo>
                    <ns1:pt x="83" y="52"/>
                  </ns1:moveTo>
                  <ns1:cubicBezTo>
                    <ns1:pt x="78" y="57"/>
                    <ns1:pt x="71" y="60"/>
                    <ns1:pt x="64" y="60"/>
                  </ns1:cubicBezTo>
                  <ns1:cubicBezTo>
                    <ns1:pt x="60" y="60"/>
                    <ns1:pt x="55" y="58"/>
                    <ns1:pt x="51" y="56"/>
                  </ns1:cubicBezTo>
                  <ns1:cubicBezTo>
                    <ns1:pt x="47" y="59"/>
                    <ns1:pt x="47" y="59"/>
                    <ns1:pt x="47" y="59"/>
                  </ns1:cubicBezTo>
                  <ns1:cubicBezTo>
                    <ns1:pt x="42" y="76"/>
                    <ns1:pt x="42" y="76"/>
                    <ns1:pt x="42" y="76"/>
                  </ns1:cubicBezTo>
                  <ns1:cubicBezTo>
                    <ns1:pt x="30" y="76"/>
                    <ns1:pt x="30" y="76"/>
                    <ns1:pt x="30" y="76"/>
                  </ns1:cubicBezTo>
                  <ns1:cubicBezTo>
                    <ns1:pt x="30" y="87"/>
                    <ns1:pt x="30" y="87"/>
                    <ns1:pt x="30" y="87"/>
                  </ns1:cubicBezTo>
                  <ns1:cubicBezTo>
                    <ns1:pt x="11" y="90"/>
                    <ns1:pt x="11" y="90"/>
                    <ns1:pt x="11" y="90"/>
                  </ns1:cubicBezTo>
                  <ns1:cubicBezTo>
                    <ns1:pt x="11" y="90"/>
                    <ns1:pt x="4" y="85"/>
                    <ns1:pt x="11" y="79"/>
                  </ns1:cubicBezTo>
                  <ns1:cubicBezTo>
                    <ns1:pt x="16" y="74"/>
                    <ns1:pt x="35" y="54"/>
                    <ns1:pt x="42" y="47"/>
                  </ns1:cubicBezTo>
                  <ns1:cubicBezTo>
                    <ns1:pt x="36" y="37"/>
                    <ns1:pt x="37" y="24"/>
                    <ns1:pt x="46" y="15"/>
                  </ns1:cubicBezTo>
                  <ns1:cubicBezTo>
                    <ns1:pt x="51" y="10"/>
                    <ns1:pt x="58" y="8"/>
                    <ns1:pt x="64" y="8"/>
                  </ns1:cubicBezTo>
                  <ns1:cubicBezTo>
                    <ns1:pt x="71" y="8"/>
                    <ns1:pt x="78" y="10"/>
                    <ns1:pt x="83" y="15"/>
                  </ns1:cubicBezTo>
                  <ns1:cubicBezTo>
                    <ns1:pt x="93" y="25"/>
                    <ns1:pt x="93" y="42"/>
                    <ns1:pt x="83" y="52"/>
                  </ns1:cubicBezTo>
                  <ns1:close/>
                </ns1:path>
              </ns1:pathLst>
            </ns1:custGeom>
            <ns1:grpFill/>
            <ns1:ln>
              <ns1:noFill/>
            </ns1:ln>
            <ns1:extLst>
              <ns1:ext uri="{91240B29-F687-4F45-9708-019B960494DF}">
                <ns2:hiddenLine w="9525">
                  <ns1:solidFill>
                    <ns1:srgbClr val="000000"/>
                  </ns1:solidFill>
                  <ns1:round/>
                  <ns1:headEnd/>
                  <ns1:tailEnd/>
                </ns2:hiddenLine>
              </ns1:ext>
            </ns1:extLst>
          </ns0:spPr>
          <ns0:txBody>
            <ns1:bodyPr vert="horz" wrap="square" lIns="91440" tIns="45720" rIns="91440" bIns="45720" numCol="1" anchor="t" anchorCtr="0" compatLnSpc="1">
              <ns1:prstTxWarp prst="textNoShape">
                <ns1:avLst/>
              </ns1:prstTxWarp>
            </ns1:bodyPr>
            <ns1:lstStyle/>
            <ns1:p>
              <ns1:endParaRPr lang="id-ID" sz="2700"/>
            </ns1:p>
          </ns0:txBody>
        </ns0:sp>
        <ns0:sp>
          <ns0:nvSpPr>
            <ns0:cNvPr id="70" name="Freeform 299"/>
            <ns0:cNvSpPr>
              <ns1:spLocks noEditPoints="1"/>
            </ns0:cNvSpPr>
            <ns0:nvPr/>
          </ns0:nvSpPr>
          <ns0:spPr bwMode="auto">
            <ns1:xfrm>
              <ns1:off x="8480426" y="5048250"/>
              <ns1:ext cx="69850" cy="66675"/>
            </ns1:xfrm>
            <ns1:custGeom>
              <ns1:avLst/>
              <ns1:gdLst>
                <ns1:gd name="T0" fmla="*/ 4 w 26"/>
                <ns1:gd name="T1" fmla="*/ 5 h 25"/>
                <ns1:gd name="T2" fmla="*/ 4 w 26"/>
                <ns1:gd name="T3" fmla="*/ 21 h 25"/>
                <ns1:gd name="T4" fmla="*/ 13 w 26"/>
                <ns1:gd name="T5" fmla="*/ 25 h 25"/>
                <ns1:gd name="T6" fmla="*/ 21 w 26"/>
                <ns1:gd name="T7" fmla="*/ 21 h 25"/>
                <ns1:gd name="T8" fmla="*/ 21 w 26"/>
                <ns1:gd name="T9" fmla="*/ 5 h 25"/>
                <ns1:gd name="T10" fmla="*/ 4 w 26"/>
                <ns1:gd name="T11" fmla="*/ 5 h 25"/>
                <ns1:gd name="T12" fmla="*/ 19 w 26"/>
                <ns1:gd name="T13" fmla="*/ 19 h 25"/>
                <ns1:gd name="T14" fmla="*/ 7 w 26"/>
                <ns1:gd name="T15" fmla="*/ 19 h 25"/>
                <ns1:gd name="T16" fmla="*/ 7 w 26"/>
                <ns1:gd name="T17" fmla="*/ 7 h 25"/>
                <ns1:gd name="T18" fmla="*/ 13 w 26"/>
                <ns1:gd name="T19" fmla="*/ 5 h 25"/>
                <ns1:gd name="T20" fmla="*/ 19 w 26"/>
                <ns1:gd name="T21" fmla="*/ 7 h 25"/>
                <ns1:gd name="T22" fmla="*/ 19 w 26"/>
                <ns1:gd name="T23" fmla="*/ 19 h 25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  <ns1:cxn ang="0">
                  <ns1:pos x="T14" y="T15"/>
                </ns1:cxn>
                <ns1:cxn ang="0">
                  <ns1:pos x="T16" y="T17"/>
                </ns1:cxn>
                <ns1:cxn ang="0">
                  <ns1:pos x="T18" y="T19"/>
                </ns1:cxn>
                <ns1:cxn ang="0">
                  <ns1:pos x="T20" y="T21"/>
                </ns1:cxn>
                <ns1:cxn ang="0">
                  <ns1:pos x="T22" y="T23"/>
                </ns1:cxn>
              </ns1:cxnLst>
              <ns1:rect l="0" t="0" r="r" b="b"/>
              <ns1:pathLst>
                <ns1:path w="26" h="25">
                  <ns1:moveTo>
                    <ns1:pt x="4" y="5"/>
                  </ns1:moveTo>
                  <ns1:cubicBezTo>
                    <ns1:pt x="0" y="9"/>
                    <ns1:pt x="0" y="17"/>
                    <ns1:pt x="4" y="21"/>
                  </ns1:cubicBezTo>
                  <ns1:cubicBezTo>
                    <ns1:pt x="7" y="24"/>
                    <ns1:pt x="10" y="25"/>
                    <ns1:pt x="13" y="25"/>
                  </ns1:cubicBezTo>
                  <ns1:cubicBezTo>
                    <ns1:pt x="16" y="25"/>
                    <ns1:pt x="19" y="24"/>
                    <ns1:pt x="21" y="21"/>
                  </ns1:cubicBezTo>
                  <ns1:cubicBezTo>
                    <ns1:pt x="26" y="17"/>
                    <ns1:pt x="26" y="9"/>
                    <ns1:pt x="21" y="5"/>
                  </ns1:cubicBezTo>
                  <ns1:cubicBezTo>
                    <ns1:pt x="17" y="0"/>
                    <ns1:pt x="9" y="0"/>
                    <ns1:pt x="4" y="5"/>
                  </ns1:cubicBezTo>
                  <ns1:close/>
                  <ns1:moveTo>
                    <ns1:pt x="19" y="19"/>
                  </ns1:moveTo>
                  <ns1:cubicBezTo>
                    <ns1:pt x="16" y="22"/>
                    <ns1:pt x="10" y="22"/>
                    <ns1:pt x="7" y="19"/>
                  </ns1:cubicBezTo>
                  <ns1:cubicBezTo>
                    <ns1:pt x="4" y="16"/>
                    <ns1:pt x="4" y="10"/>
                    <ns1:pt x="7" y="7"/>
                  </ns1:cubicBezTo>
                  <ns1:cubicBezTo>
                    <ns1:pt x="9" y="6"/>
                    <ns1:pt x="11" y="5"/>
                    <ns1:pt x="13" y="5"/>
                  </ns1:cubicBezTo>
                  <ns1:cubicBezTo>
                    <ns1:pt x="15" y="5"/>
                    <ns1:pt x="17" y="6"/>
                    <ns1:pt x="19" y="7"/>
                  </ns1:cubicBezTo>
                  <ns1:cubicBezTo>
                    <ns1:pt x="22" y="10"/>
                    <ns1:pt x="22" y="16"/>
                    <ns1:pt x="19" y="19"/>
                  </ns1:cubicBezTo>
                  <ns1:close/>
                </ns1:path>
              </ns1:pathLst>
            </ns1:custGeom>
            <ns1:grpFill/>
            <ns1:ln>
              <ns1:noFill/>
            </ns1:ln>
            <ns1:extLst>
              <ns1:ext uri="{91240B29-F687-4F45-9708-019B960494DF}">
                <ns2:hiddenLine w="9525">
                  <ns1:solidFill>
                    <ns1:srgbClr val="000000"/>
                  </ns1:solidFill>
                  <ns1:round/>
                  <ns1:headEnd/>
                  <ns1:tailEnd/>
                </ns2:hiddenLine>
              </ns1:ext>
            </ns1:extLst>
          </ns0:spPr>
          <ns0:txBody>
            <ns1:bodyPr vert="horz" wrap="square" lIns="91440" tIns="45720" rIns="91440" bIns="45720" numCol="1" anchor="t" anchorCtr="0" compatLnSpc="1">
              <ns1:prstTxWarp prst="textNoShape">
                <ns1:avLst/>
              </ns1:prstTxWarp>
            </ns1:bodyPr>
            <ns1:lstStyle/>
            <ns1:p>
              <ns1:endParaRPr lang="id-ID" sz="2700"/>
            </ns1:p>
          </ns0:txBody>
        </ns0:sp>
      </ns0:grpSp>
      <ns0:grpSp>
        <ns0:nvGrpSpPr>
          <ns0:cNvPr id="71" name="Group 70"/>
          <ns0:cNvGrpSpPr/>
          <ns0:nvPr/>
        </ns0:nvGrpSpPr>
        <ns0:grpSpPr>
          <ns1:xfrm>
            <ns1:off x="2252804" y="376182"/>
            <ns1:ext cx="444701" cy="388746"/>
            <ns1:chOff x="4054476" y="5502276"/>
            <ns1:chExt cx="239712" cy="209550"/>
          </ns1:xfrm>
          <ns1:solidFill>
            <ns1:schemeClr val="tx1"/>
          </ns1:solidFill>
        </ns0:grpSpPr>
        <ns0:sp>
          <ns0:nvSpPr>
            <ns0:cNvPr id="72" name="Freeform 323"/>
            <ns0:cNvSpPr>
              <ns1:spLocks/>
            </ns0:cNvSpPr>
            <ns0:nvPr/>
          </ns0:nvSpPr>
          <ns0:spPr bwMode="auto">
            <ns1:xfrm>
              <ns1:off x="4054476" y="5546726"/>
              <ns1:ext cx="30163" cy="165100"/>
            </ns1:xfrm>
            <ns1:custGeom>
              <ns1:avLst/>
              <ns1:gdLst>
                <ns1:gd name="T0" fmla="*/ 0 w 8"/>
                <ns1:gd name="T1" fmla="*/ 8 h 44"/>
                <ns1:gd name="T2" fmla="*/ 0 w 8"/>
                <ns1:gd name="T3" fmla="*/ 36 h 44"/>
                <ns1:gd name="T4" fmla="*/ 8 w 8"/>
                <ns1:gd name="T5" fmla="*/ 44 h 44"/>
                <ns1:gd name="T6" fmla="*/ 8 w 8"/>
                <ns1:gd name="T7" fmla="*/ 0 h 44"/>
                <ns1:gd name="T8" fmla="*/ 0 w 8"/>
                <ns1:gd name="T9" fmla="*/ 8 h 44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</ns1:cxnLst>
              <ns1:rect l="0" t="0" r="r" b="b"/>
              <ns1:pathLst>
                <ns1:path w="8" h="44">
                  <ns1:moveTo>
                    <ns1:pt x="0" y="8"/>
                  </ns1:moveTo>
                  <ns1:cubicBezTo>
                    <ns1:pt x="0" y="36"/>
                    <ns1:pt x="0" y="36"/>
                    <ns1:pt x="0" y="36"/>
                  </ns1:cubicBezTo>
                  <ns1:cubicBezTo>
                    <ns1:pt x="0" y="40"/>
                    <ns1:pt x="4" y="44"/>
                    <ns1:pt x="8" y="44"/>
                  </ns1:cubicBezTo>
                  <ns1:cubicBezTo>
                    <ns1:pt x="8" y="0"/>
                    <ns1:pt x="8" y="0"/>
                    <ns1:pt x="8" y="0"/>
                  </ns1:cubicBezTo>
                  <ns1:cubicBezTo>
                    <ns1:pt x="4" y="0"/>
                    <ns1:pt x="0" y="4"/>
                    <ns1:pt x="0" y="8"/>
                  </ns1:cubicBezTo>
                  <ns1:close/>
                </ns1:path>
              </ns1:pathLst>
            </ns1:custGeom>
            <ns1:grpFill/>
            <ns1:ln>
              <ns1:noFill/>
            </ns1:ln>
            <ns1:extLst>
              <ns1:ext uri="{91240B29-F687-4F45-9708-019B960494DF}">
                <ns2:hiddenLine w="9525">
                  <ns1:solidFill>
                    <ns1:srgbClr val="000000"/>
                  </ns1:solidFill>
                  <ns1:round/>
                  <ns1:headEnd/>
                  <ns1:tailEnd/>
                </ns2:hiddenLine>
              </ns1:ext>
            </ns1:extLst>
          </ns0:spPr>
          <ns0:txBody>
            <ns1:bodyPr vert="horz" wrap="square" lIns="91440" tIns="45720" rIns="91440" bIns="45720" numCol="1" anchor="t" anchorCtr="0" compatLnSpc="1">
              <ns1:prstTxWarp prst="textNoShape">
                <ns1:avLst/>
              </ns1:prstTxWarp>
            </ns1:bodyPr>
            <ns1:lstStyle/>
            <ns1:p>
              <ns1:endParaRPr lang="id-ID" sz="2700"/>
            </ns1:p>
          </ns0:txBody>
        </ns0:sp>
        <ns0:sp>
          <ns0:nvSpPr>
            <ns0:cNvPr id="73" name="Freeform 324"/>
            <ns0:cNvSpPr>
              <ns1:spLocks noEditPoints="1"/>
            </ns0:cNvSpPr>
            <ns0:nvPr/>
          </ns0:nvSpPr>
          <ns0:spPr bwMode="auto">
            <ns1:xfrm>
              <ns1:off x="4098926" y="5502276"/>
              <ns1:ext cx="150813" cy="209550"/>
            </ns1:xfrm>
            <ns1:custGeom>
              <ns1:avLst/>
              <ns1:gdLst>
                <ns1:gd name="T0" fmla="*/ 32 w 40"/>
                <ns1:gd name="T1" fmla="*/ 4 h 56"/>
                <ns1:gd name="T2" fmla="*/ 28 w 40"/>
                <ns1:gd name="T3" fmla="*/ 0 h 56"/>
                <ns1:gd name="T4" fmla="*/ 12 w 40"/>
                <ns1:gd name="T5" fmla="*/ 0 h 56"/>
                <ns1:gd name="T6" fmla="*/ 8 w 40"/>
                <ns1:gd name="T7" fmla="*/ 4 h 56"/>
                <ns1:gd name="T8" fmla="*/ 8 w 40"/>
                <ns1:gd name="T9" fmla="*/ 12 h 56"/>
                <ns1:gd name="T10" fmla="*/ 0 w 40"/>
                <ns1:gd name="T11" fmla="*/ 12 h 56"/>
                <ns1:gd name="T12" fmla="*/ 0 w 40"/>
                <ns1:gd name="T13" fmla="*/ 56 h 56"/>
                <ns1:gd name="T14" fmla="*/ 40 w 40"/>
                <ns1:gd name="T15" fmla="*/ 56 h 56"/>
                <ns1:gd name="T16" fmla="*/ 40 w 40"/>
                <ns1:gd name="T17" fmla="*/ 12 h 56"/>
                <ns1:gd name="T18" fmla="*/ 32 w 40"/>
                <ns1:gd name="T19" fmla="*/ 12 h 56"/>
                <ns1:gd name="T20" fmla="*/ 32 w 40"/>
                <ns1:gd name="T21" fmla="*/ 4 h 56"/>
                <ns1:gd name="T22" fmla="*/ 28 w 40"/>
                <ns1:gd name="T23" fmla="*/ 12 h 56"/>
                <ns1:gd name="T24" fmla="*/ 12 w 40"/>
                <ns1:gd name="T25" fmla="*/ 12 h 56"/>
                <ns1:gd name="T26" fmla="*/ 12 w 40"/>
                <ns1:gd name="T27" fmla="*/ 4 h 56"/>
                <ns1:gd name="T28" fmla="*/ 28 w 40"/>
                <ns1:gd name="T29" fmla="*/ 4 h 56"/>
                <ns1:gd name="T30" fmla="*/ 28 w 40"/>
                <ns1:gd name="T31" fmla="*/ 12 h 56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  <ns1:cxn ang="0">
                  <ns1:pos x="T14" y="T15"/>
                </ns1:cxn>
                <ns1:cxn ang="0">
                  <ns1:pos x="T16" y="T17"/>
                </ns1:cxn>
                <ns1:cxn ang="0">
                  <ns1:pos x="T18" y="T19"/>
                </ns1:cxn>
                <ns1:cxn ang="0">
                  <ns1:pos x="T20" y="T21"/>
                </ns1:cxn>
                <ns1:cxn ang="0">
                  <ns1:pos x="T22" y="T23"/>
                </ns1:cxn>
                <ns1:cxn ang="0">
                  <ns1:pos x="T24" y="T25"/>
                </ns1:cxn>
                <ns1:cxn ang="0">
                  <ns1:pos x="T26" y="T27"/>
                </ns1:cxn>
                <ns1:cxn ang="0">
                  <ns1:pos x="T28" y="T29"/>
                </ns1:cxn>
                <ns1:cxn ang="0">
                  <ns1:pos x="T30" y="T31"/>
                </ns1:cxn>
              </ns1:cxnLst>
              <ns1:rect l="0" t="0" r="r" b="b"/>
              <ns1:pathLst>
                <ns1:path w="40" h="56">
                  <ns1:moveTo>
                    <ns1:pt x="32" y="4"/>
                  </ns1:moveTo>
                  <ns1:cubicBezTo>
                    <ns1:pt x="32" y="2"/>
                    <ns1:pt x="30" y="0"/>
                    <ns1:pt x="28" y="0"/>
                  </ns1:cubicBezTo>
                  <ns1:cubicBezTo>
                    <ns1:pt x="12" y="0"/>
                    <ns1:pt x="12" y="0"/>
                    <ns1:pt x="12" y="0"/>
                  </ns1:cubicBezTo>
                  <ns1:cubicBezTo>
                    <ns1:pt x="10" y="0"/>
                    <ns1:pt x="8" y="2"/>
                    <ns1:pt x="8" y="4"/>
                  </ns1:cubicBezTo>
                  <ns1:cubicBezTo>
                    <ns1:pt x="8" y="12"/>
                    <ns1:pt x="8" y="12"/>
                    <ns1:pt x="8" y="12"/>
                  </ns1:cubicBezTo>
                  <ns1:cubicBezTo>
                    <ns1:pt x="0" y="12"/>
                    <ns1:pt x="0" y="12"/>
                    <ns1:pt x="0" y="12"/>
                  </ns1:cubicBezTo>
                  <ns1:cubicBezTo>
                    <ns1:pt x="0" y="56"/>
                    <ns1:pt x="0" y="56"/>
                    <ns1:pt x="0" y="56"/>
                  </ns1:cubicBezTo>
                  <ns1:cubicBezTo>
                    <ns1:pt x="40" y="56"/>
                    <ns1:pt x="40" y="56"/>
                    <ns1:pt x="40" y="56"/>
                  </ns1:cubicBezTo>
                  <ns1:cubicBezTo>
                    <ns1:pt x="40" y="12"/>
                    <ns1:pt x="40" y="12"/>
                    <ns1:pt x="40" y="12"/>
                  </ns1:cubicBezTo>
                  <ns1:cubicBezTo>
                    <ns1:pt x="32" y="12"/>
                    <ns1:pt x="32" y="12"/>
                    <ns1:pt x="32" y="12"/>
                  </ns1:cubicBezTo>
                  <ns1:lnTo>
                    <ns1:pt x="32" y="4"/>
                  </ns1:lnTo>
                  <ns1:close/>
                  <ns1:moveTo>
                    <ns1:pt x="28" y="12"/>
                  </ns1:moveTo>
                  <ns1:cubicBezTo>
                    <ns1:pt x="12" y="12"/>
                    <ns1:pt x="12" y="12"/>
                    <ns1:pt x="12" y="12"/>
                  </ns1:cubicBezTo>
                  <ns1:cubicBezTo>
                    <ns1:pt x="12" y="4"/>
                    <ns1:pt x="12" y="4"/>
                    <ns1:pt x="12" y="4"/>
                  </ns1:cubicBezTo>
                  <ns1:cubicBezTo>
                    <ns1:pt x="28" y="4"/>
                    <ns1:pt x="28" y="4"/>
                    <ns1:pt x="28" y="4"/>
                  </ns1:cubicBezTo>
                  <ns1:lnTo>
                    <ns1:pt x="28" y="12"/>
                  </ns1:lnTo>
                  <ns1:close/>
                </ns1:path>
              </ns1:pathLst>
            </ns1:custGeom>
            <ns1:grpFill/>
            <ns1:ln>
              <ns1:noFill/>
            </ns1:ln>
            <ns1:extLst>
              <ns1:ext uri="{91240B29-F687-4F45-9708-019B960494DF}">
                <ns2:hiddenLine w="9525">
                  <ns1:solidFill>
                    <ns1:srgbClr val="000000"/>
                  </ns1:solidFill>
                  <ns1:round/>
                  <ns1:headEnd/>
                  <ns1:tailEnd/>
                </ns2:hiddenLine>
              </ns1:ext>
            </ns1:extLst>
          </ns0:spPr>
          <ns0:txBody>
            <ns1:bodyPr vert="horz" wrap="square" lIns="91440" tIns="45720" rIns="91440" bIns="45720" numCol="1" anchor="t" anchorCtr="0" compatLnSpc="1">
              <ns1:prstTxWarp prst="textNoShape">
                <ns1:avLst/>
              </ns1:prstTxWarp>
            </ns1:bodyPr>
            <ns1:lstStyle/>
            <ns1:p>
              <ns1:endParaRPr lang="id-ID" sz="2700"/>
            </ns1:p>
          </ns0:txBody>
        </ns0:sp>
        <ns0:sp>
          <ns0:nvSpPr>
            <ns0:cNvPr id="74" name="Freeform 325"/>
            <ns0:cNvSpPr>
              <ns1:spLocks/>
            </ns0:cNvSpPr>
            <ns0:nvPr/>
          </ns0:nvSpPr>
          <ns0:spPr bwMode="auto">
            <ns1:xfrm>
              <ns1:off x="4265613" y="5546726"/>
              <ns1:ext cx="28575" cy="165100"/>
            </ns1:xfrm>
            <ns1:custGeom>
              <ns1:avLst/>
              <ns1:gdLst>
                <ns1:gd name="T0" fmla="*/ 0 w 8"/>
                <ns1:gd name="T1" fmla="*/ 0 h 44"/>
                <ns1:gd name="T2" fmla="*/ 0 w 8"/>
                <ns1:gd name="T3" fmla="*/ 44 h 44"/>
                <ns1:gd name="T4" fmla="*/ 8 w 8"/>
                <ns1:gd name="T5" fmla="*/ 36 h 44"/>
                <ns1:gd name="T6" fmla="*/ 8 w 8"/>
                <ns1:gd name="T7" fmla="*/ 8 h 44"/>
                <ns1:gd name="T8" fmla="*/ 0 w 8"/>
                <ns1:gd name="T9" fmla="*/ 0 h 44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</ns1:cxnLst>
              <ns1:rect l="0" t="0" r="r" b="b"/>
              <ns1:pathLst>
                <ns1:path w="8" h="44">
                  <ns1:moveTo>
                    <ns1:pt x="0" y="0"/>
                  </ns1:moveTo>
                  <ns1:cubicBezTo>
                    <ns1:pt x="0" y="44"/>
                    <ns1:pt x="0" y="44"/>
                    <ns1:pt x="0" y="44"/>
                  </ns1:cubicBezTo>
                  <ns1:cubicBezTo>
                    <ns1:pt x="4" y="44"/>
                    <ns1:pt x="8" y="40"/>
                    <ns1:pt x="8" y="36"/>
                  </ns1:cubicBezTo>
                  <ns1:cubicBezTo>
                    <ns1:pt x="8" y="8"/>
                    <ns1:pt x="8" y="8"/>
                    <ns1:pt x="8" y="8"/>
                  </ns1:cubicBezTo>
                  <ns1:cubicBezTo>
                    <ns1:pt x="8" y="4"/>
                    <ns1:pt x="4" y="0"/>
                    <ns1:pt x="0" y="0"/>
                  </ns1:cubicBezTo>
                  <ns1:close/>
                </ns1:path>
              </ns1:pathLst>
            </ns1:custGeom>
            <ns1:grpFill/>
            <ns1:ln>
              <ns1:noFill/>
            </ns1:ln>
            <ns1:extLst>
              <ns1:ext uri="{91240B29-F687-4F45-9708-019B960494DF}">
                <ns2:hiddenLine w="9525">
                  <ns1:solidFill>
                    <ns1:srgbClr val="000000"/>
                  </ns1:solidFill>
                  <ns1:round/>
                  <ns1:headEnd/>
                  <ns1:tailEnd/>
                </ns2:hiddenLine>
              </ns1:ext>
            </ns1:extLst>
          </ns0:spPr>
          <ns0:txBody>
            <ns1:bodyPr vert="horz" wrap="square" lIns="91440" tIns="45720" rIns="91440" bIns="45720" numCol="1" anchor="t" anchorCtr="0" compatLnSpc="1">
              <ns1:prstTxWarp prst="textNoShape">
                <ns1:avLst/>
              </ns1:prstTxWarp>
            </ns1:bodyPr>
            <ns1:lstStyle/>
            <ns1:p>
              <ns1:endParaRPr lang="id-ID" sz="2700"/>
            </ns1:p>
          </ns0:txBody>
        </ns0:sp>
      </ns0:grpSp>
      <ns0:grpSp>
        <ns0:nvGrpSpPr>
          <ns0:cNvPr id="75" name="Group 74"/>
          <ns0:cNvGrpSpPr/>
          <ns0:nvPr/>
        </ns0:nvGrpSpPr>
        <ns0:grpSpPr>
          <ns1:xfrm>
            <ns1:off x="3255465" y="1123687"/>
            <ns1:ext cx="583867" cy="583867"/>
            <ns1:chOff x="5978526" y="4030663"/>
            <ns1:chExt cx="239713" cy="239713"/>
          </ns1:xfrm>
          <ns1:solidFill>
            <ns1:schemeClr val="tx1"/>
          </ns1:solidFill>
        </ns0:grpSpPr>
        <ns0:sp>
          <ns0:nvSpPr>
            <ns0:cNvPr id="76" name="Freeform 424"/>
            <ns0:cNvSpPr>
              <ns1:spLocks/>
            </ns0:cNvSpPr>
            <ns0:nvPr/>
          </ns0:nvSpPr>
          <ns0:spPr bwMode="auto">
            <ns1:xfrm>
              <ns1:off x="6015038" y="4056063"/>
              <ns1:ext cx="26988" cy="26988"/>
            </ns1:xfrm>
            <ns1:custGeom>
              <ns1:avLst/>
              <ns1:gdLst>
                <ns1:gd name="T0" fmla="*/ 6 w 7"/>
                <ns1:gd name="T1" fmla="*/ 4 h 7"/>
                <ns1:gd name="T2" fmla="*/ 4 w 7"/>
                <ns1:gd name="T3" fmla="*/ 1 h 7"/>
                <ns1:gd name="T4" fmla="*/ 1 w 7"/>
                <ns1:gd name="T5" fmla="*/ 1 h 7"/>
                <ns1:gd name="T6" fmla="*/ 1 w 7"/>
                <ns1:gd name="T7" fmla="*/ 4 h 7"/>
                <ns1:gd name="T8" fmla="*/ 4 w 7"/>
                <ns1:gd name="T9" fmla="*/ 7 h 7"/>
                <ns1:gd name="T10" fmla="*/ 6 w 7"/>
                <ns1:gd name="T11" fmla="*/ 7 h 7"/>
                <ns1:gd name="T12" fmla="*/ 6 w 7"/>
                <ns1:gd name="T13" fmla="*/ 4 h 7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</ns1:cxnLst>
              <ns1:rect l="0" t="0" r="r" b="b"/>
              <ns1:pathLst>
                <ns1:path w="7" h="7">
                  <ns1:moveTo>
                    <ns1:pt x="6" y="4"/>
                  </ns1:moveTo>
                  <ns1:cubicBezTo>
                    <ns1:pt x="4" y="1"/>
                    <ns1:pt x="4" y="1"/>
                    <ns1:pt x="4" y="1"/>
                  </ns1:cubicBezTo>
                  <ns1:cubicBezTo>
                    <ns1:pt x="3" y="0"/>
                    <ns1:pt x="2" y="0"/>
                    <ns1:pt x="1" y="1"/>
                  </ns1:cubicBezTo>
                  <ns1:cubicBezTo>
                    <ns1:pt x="0" y="2"/>
                    <ns1:pt x="0" y="3"/>
                    <ns1:pt x="1" y="4"/>
                  </ns1:cubicBezTo>
                  <ns1:cubicBezTo>
                    <ns1:pt x="4" y="7"/>
                    <ns1:pt x="4" y="7"/>
                    <ns1:pt x="4" y="7"/>
                  </ns1:cubicBezTo>
                  <ns1:cubicBezTo>
                    <ns1:pt x="4" y="7"/>
                    <ns1:pt x="6" y="7"/>
                    <ns1:pt x="6" y="7"/>
                  </ns1:cubicBezTo>
                  <ns1:cubicBezTo>
                    <ns1:pt x="7" y="6"/>
                    <ns1:pt x="7" y="5"/>
                    <ns1:pt x="6" y="4"/>
                  </ns1:cubicBezTo>
                  <ns1:close/>
                </ns1:path>
              </ns1:pathLst>
            </ns1:custGeom>
            <ns1:grpFill/>
            <ns1:ln>
              <ns1:noFill/>
            </ns1:ln>
            <ns1:extLst>
              <ns1:ext uri="{91240B29-F687-4F45-9708-019B960494DF}">
                <ns2:hiddenLine w="9525">
                  <ns1:solidFill>
                    <ns1:srgbClr val="000000"/>
                  </ns1:solidFill>
                  <ns1:round/>
                  <ns1:headEnd/>
                  <ns1:tailEnd/>
                </ns2:hiddenLine>
              </ns1:ext>
            </ns1:extLst>
          </ns0:spPr>
          <ns0:txBody>
            <ns1:bodyPr vert="horz" wrap="square" lIns="91440" tIns="45720" rIns="91440" bIns="45720" numCol="1" anchor="t" anchorCtr="0" compatLnSpc="1">
              <ns1:prstTxWarp prst="textNoShape">
                <ns1:avLst/>
              </ns1:prstTxWarp>
            </ns1:bodyPr>
            <ns1:lstStyle/>
            <ns1:p>
              <ns1:endParaRPr lang="id-ID" sz="2700"/>
            </ns1:p>
          </ns0:txBody>
        </ns0:sp>
        <ns0:sp>
          <ns0:nvSpPr>
            <ns0:cNvPr id="77" name="Freeform 425"/>
            <ns0:cNvSpPr>
              <ns1:spLocks/>
            </ns0:cNvSpPr>
            <ns0:nvPr/>
          </ns0:nvSpPr>
          <ns0:spPr bwMode="auto">
            <ns1:xfrm>
              <ns1:off x="5978526" y="4135438"/>
              <ns1:ext cx="28575" cy="14288"/>
            </ns1:xfrm>
            <ns1:custGeom>
              <ns1:avLst/>
              <ns1:gdLst>
                <ns1:gd name="T0" fmla="*/ 6 w 8"/>
                <ns1:gd name="T1" fmla="*/ 0 h 4"/>
                <ns1:gd name="T2" fmla="*/ 2 w 8"/>
                <ns1:gd name="T3" fmla="*/ 0 h 4"/>
                <ns1:gd name="T4" fmla="*/ 0 w 8"/>
                <ns1:gd name="T5" fmla="*/ 2 h 4"/>
                <ns1:gd name="T6" fmla="*/ 2 w 8"/>
                <ns1:gd name="T7" fmla="*/ 4 h 4"/>
                <ns1:gd name="T8" fmla="*/ 6 w 8"/>
                <ns1:gd name="T9" fmla="*/ 4 h 4"/>
                <ns1:gd name="T10" fmla="*/ 8 w 8"/>
                <ns1:gd name="T11" fmla="*/ 2 h 4"/>
                <ns1:gd name="T12" fmla="*/ 6 w 8"/>
                <ns1:gd name="T13" fmla="*/ 0 h 4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</ns1:cxnLst>
              <ns1:rect l="0" t="0" r="r" b="b"/>
              <ns1:pathLst>
                <ns1:path w="8" h="4">
                  <ns1:moveTo>
                    <ns1:pt x="6" y="0"/>
                  </ns1:moveTo>
                  <ns1:cubicBezTo>
                    <ns1:pt x="2" y="0"/>
                    <ns1:pt x="2" y="0"/>
                    <ns1:pt x="2" y="0"/>
                  </ns1:cubicBezTo>
                  <ns1:cubicBezTo>
                    <ns1:pt x="1" y="0"/>
                    <ns1:pt x="0" y="1"/>
                    <ns1:pt x="0" y="2"/>
                  </ns1:cubicBezTo>
                  <ns1:cubicBezTo>
                    <ns1:pt x="0" y="3"/>
                    <ns1:pt x="1" y="4"/>
                    <ns1:pt x="2" y="4"/>
                  </ns1:cubicBezTo>
                  <ns1:cubicBezTo>
                    <ns1:pt x="6" y="4"/>
                    <ns1:pt x="6" y="4"/>
                    <ns1:pt x="6" y="4"/>
                  </ns1:cubicBezTo>
                  <ns1:cubicBezTo>
                    <ns1:pt x="7" y="4"/>
                    <ns1:pt x="8" y="3"/>
                    <ns1:pt x="8" y="2"/>
                  </ns1:cubicBezTo>
                  <ns1:cubicBezTo>
                    <ns1:pt x="8" y="1"/>
                    <ns1:pt x="7" y="0"/>
                    <ns1:pt x="6" y="0"/>
                  </ns1:cubicBezTo>
                  <ns1:close/>
                </ns1:path>
              </ns1:pathLst>
            </ns1:custGeom>
            <ns1:grpFill/>
            <ns1:ln>
              <ns1:noFill/>
            </ns1:ln>
            <ns1:extLst>
              <ns1:ext uri="{91240B29-F687-4F45-9708-019B960494DF}">
                <ns2:hiddenLine w="9525">
                  <ns1:solidFill>
                    <ns1:srgbClr val="000000"/>
                  </ns1:solidFill>
                  <ns1:round/>
                  <ns1:headEnd/>
                  <ns1:tailEnd/>
                </ns2:hiddenLine>
              </ns1:ext>
            </ns1:extLst>
          </ns0:spPr>
          <ns0:txBody>
            <ns1:bodyPr vert="horz" wrap="square" lIns="91440" tIns="45720" rIns="91440" bIns="45720" numCol="1" anchor="t" anchorCtr="0" compatLnSpc="1">
              <ns1:prstTxWarp prst="textNoShape">
                <ns1:avLst/>
              </ns1:prstTxWarp>
            </ns1:bodyPr>
            <ns1:lstStyle/>
            <ns1:p>
              <ns1:endParaRPr lang="id-ID" sz="2700"/>
            </ns1:p>
          </ns0:txBody>
        </ns0:sp>
        <ns0:sp>
          <ns0:nvSpPr>
            <ns0:cNvPr id="78" name="Freeform 426"/>
            <ns0:cNvSpPr>
              <ns1:spLocks/>
            </ns0:cNvSpPr>
            <ns0:nvPr/>
          </ns0:nvSpPr>
          <ns0:spPr bwMode="auto">
            <ns1:xfrm>
              <ns1:off x="6188076" y="4149725"/>
              <ns1:ext cx="30163" cy="15875"/>
            </ns1:xfrm>
            <ns1:custGeom>
              <ns1:avLst/>
              <ns1:gdLst>
                <ns1:gd name="T0" fmla="*/ 6 w 8"/>
                <ns1:gd name="T1" fmla="*/ 0 h 4"/>
                <ns1:gd name="T2" fmla="*/ 2 w 8"/>
                <ns1:gd name="T3" fmla="*/ 0 h 4"/>
                <ns1:gd name="T4" fmla="*/ 0 w 8"/>
                <ns1:gd name="T5" fmla="*/ 2 h 4"/>
                <ns1:gd name="T6" fmla="*/ 2 w 8"/>
                <ns1:gd name="T7" fmla="*/ 4 h 4"/>
                <ns1:gd name="T8" fmla="*/ 6 w 8"/>
                <ns1:gd name="T9" fmla="*/ 4 h 4"/>
                <ns1:gd name="T10" fmla="*/ 8 w 8"/>
                <ns1:gd name="T11" fmla="*/ 2 h 4"/>
                <ns1:gd name="T12" fmla="*/ 6 w 8"/>
                <ns1:gd name="T13" fmla="*/ 0 h 4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</ns1:cxnLst>
              <ns1:rect l="0" t="0" r="r" b="b"/>
              <ns1:pathLst>
                <ns1:path w="8" h="4">
                  <ns1:moveTo>
                    <ns1:pt x="6" y="0"/>
                  </ns1:moveTo>
                  <ns1:cubicBezTo>
                    <ns1:pt x="2" y="0"/>
                    <ns1:pt x="2" y="0"/>
                    <ns1:pt x="2" y="0"/>
                  </ns1:cubicBezTo>
                  <ns1:cubicBezTo>
                    <ns1:pt x="1" y="0"/>
                    <ns1:pt x="0" y="1"/>
                    <ns1:pt x="0" y="2"/>
                  </ns1:cubicBezTo>
                  <ns1:cubicBezTo>
                    <ns1:pt x="0" y="3"/>
                    <ns1:pt x="1" y="4"/>
                    <ns1:pt x="2" y="4"/>
                  </ns1:cubicBezTo>
                  <ns1:cubicBezTo>
                    <ns1:pt x="6" y="4"/>
                    <ns1:pt x="6" y="4"/>
                    <ns1:pt x="6" y="4"/>
                  </ns1:cubicBezTo>
                  <ns1:cubicBezTo>
                    <ns1:pt x="7" y="4"/>
                    <ns1:pt x="8" y="3"/>
                    <ns1:pt x="8" y="2"/>
                  </ns1:cubicBezTo>
                  <ns1:cubicBezTo>
                    <ns1:pt x="8" y="1"/>
                    <ns1:pt x="7" y="0"/>
                    <ns1:pt x="6" y="0"/>
                  </ns1:cubicBezTo>
                  <ns1:close/>
                </ns1:path>
              </ns1:pathLst>
            </ns1:custGeom>
            <ns1:grpFill/>
            <ns1:ln>
              <ns1:noFill/>
            </ns1:ln>
            <ns1:extLst>
              <ns1:ext uri="{91240B29-F687-4F45-9708-019B960494DF}">
                <ns2:hiddenLine w="9525">
                  <ns1:solidFill>
                    <ns1:srgbClr val="000000"/>
                  </ns1:solidFill>
                  <ns1:round/>
                  <ns1:headEnd/>
                  <ns1:tailEnd/>
                </ns2:hiddenLine>
              </ns1:ext>
            </ns1:extLst>
          </ns0:spPr>
          <ns0:txBody>
            <ns1:bodyPr vert="horz" wrap="square" lIns="91440" tIns="45720" rIns="91440" bIns="45720" numCol="1" anchor="t" anchorCtr="0" compatLnSpc="1">
              <ns1:prstTxWarp prst="textNoShape">
                <ns1:avLst/>
              </ns1:prstTxWarp>
            </ns1:bodyPr>
            <ns1:lstStyle/>
            <ns1:p>
              <ns1:endParaRPr lang="id-ID" sz="2700"/>
            </ns1:p>
          </ns0:txBody>
        </ns0:sp>
        <ns0:sp>
          <ns0:nvSpPr>
            <ns0:cNvPr id="79" name="Freeform 427"/>
            <ns0:cNvSpPr>
              <ns1:spLocks/>
            </ns0:cNvSpPr>
            <ns0:nvPr/>
          </ns0:nvSpPr>
          <ns0:spPr bwMode="auto">
            <ns1:xfrm>
              <ns1:off x="6165851" y="4067175"/>
              <ns1:ext cx="25400" cy="26988"/>
            </ns1:xfrm>
            <ns1:custGeom>
              <ns1:avLst/>
              <ns1:gdLst>
                <ns1:gd name="T0" fmla="*/ 6 w 7"/>
                <ns1:gd name="T1" fmla="*/ 1 h 7"/>
                <ns1:gd name="T2" fmla="*/ 3 w 7"/>
                <ns1:gd name="T3" fmla="*/ 1 h 7"/>
                <ns1:gd name="T4" fmla="*/ 0 w 7"/>
                <ns1:gd name="T5" fmla="*/ 4 h 7"/>
                <ns1:gd name="T6" fmla="*/ 0 w 7"/>
                <ns1:gd name="T7" fmla="*/ 6 h 7"/>
                <ns1:gd name="T8" fmla="*/ 3 w 7"/>
                <ns1:gd name="T9" fmla="*/ 6 h 7"/>
                <ns1:gd name="T10" fmla="*/ 6 w 7"/>
                <ns1:gd name="T11" fmla="*/ 4 h 7"/>
                <ns1:gd name="T12" fmla="*/ 6 w 7"/>
                <ns1:gd name="T13" fmla="*/ 1 h 7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</ns1:cxnLst>
              <ns1:rect l="0" t="0" r="r" b="b"/>
              <ns1:pathLst>
                <ns1:path w="7" h="7">
                  <ns1:moveTo>
                    <ns1:pt x="6" y="1"/>
                  </ns1:moveTo>
                  <ns1:cubicBezTo>
                    <ns1:pt x="5" y="0"/>
                    <ns1:pt x="4" y="0"/>
                    <ns1:pt x="3" y="1"/>
                  </ns1:cubicBezTo>
                  <ns1:cubicBezTo>
                    <ns1:pt x="0" y="4"/>
                    <ns1:pt x="0" y="4"/>
                    <ns1:pt x="0" y="4"/>
                  </ns1:cubicBezTo>
                  <ns1:cubicBezTo>
                    <ns1:pt x="0" y="4"/>
                    <ns1:pt x="0" y="6"/>
                    <ns1:pt x="0" y="6"/>
                  </ns1:cubicBezTo>
                  <ns1:cubicBezTo>
                    <ns1:pt x="1" y="7"/>
                    <ns1:pt x="2" y="7"/>
                    <ns1:pt x="3" y="6"/>
                  </ns1:cubicBezTo>
                  <ns1:cubicBezTo>
                    <ns1:pt x="6" y="4"/>
                    <ns1:pt x="6" y="4"/>
                    <ns1:pt x="6" y="4"/>
                  </ns1:cubicBezTo>
                  <ns1:cubicBezTo>
                    <ns1:pt x="7" y="3"/>
                    <ns1:pt x="7" y="2"/>
                    <ns1:pt x="6" y="1"/>
                  </ns1:cubicBezTo>
                  <ns1:close/>
                </ns1:path>
              </ns1:pathLst>
            </ns1:custGeom>
            <ns1:grpFill/>
            <ns1:ln>
              <ns1:noFill/>
            </ns1:ln>
            <ns1:extLst>
              <ns1:ext uri="{91240B29-F687-4F45-9708-019B960494DF}">
                <ns2:hiddenLine w="9525">
                  <ns1:solidFill>
                    <ns1:srgbClr val="000000"/>
                  </ns1:solidFill>
                  <ns1:round/>
                  <ns1:headEnd/>
                  <ns1:tailEnd/>
                </ns2:hiddenLine>
              </ns1:ext>
            </ns1:extLst>
          </ns0:spPr>
          <ns0:txBody>
            <ns1:bodyPr vert="horz" wrap="square" lIns="91440" tIns="45720" rIns="91440" bIns="45720" numCol="1" anchor="t" anchorCtr="0" compatLnSpc="1">
              <ns1:prstTxWarp prst="textNoShape">
                <ns1:avLst/>
              </ns1:prstTxWarp>
            </ns1:bodyPr>
            <ns1:lstStyle/>
            <ns1:p>
              <ns1:endParaRPr lang="id-ID" sz="2700"/>
            </ns1:p>
          </ns0:txBody>
        </ns0:sp>
        <ns0:sp>
          <ns0:nvSpPr>
            <ns0:cNvPr id="80" name="Freeform 428"/>
            <ns0:cNvSpPr>
              <ns1:spLocks/>
            </ns0:cNvSpPr>
            <ns0:nvPr/>
          </ns0:nvSpPr>
          <ns0:spPr bwMode="auto">
            <ns1:xfrm>
              <ns1:off x="6097588" y="4030663"/>
              <ns1:ext cx="15875" cy="28575"/>
            </ns1:xfrm>
            <ns1:custGeom>
              <ns1:avLst/>
              <ns1:gdLst>
                <ns1:gd name="T0" fmla="*/ 2 w 4"/>
                <ns1:gd name="T1" fmla="*/ 8 h 8"/>
                <ns1:gd name="T2" fmla="*/ 3 w 4"/>
                <ns1:gd name="T3" fmla="*/ 7 h 8"/>
                <ns1:gd name="T4" fmla="*/ 4 w 4"/>
                <ns1:gd name="T5" fmla="*/ 6 h 8"/>
                <ns1:gd name="T6" fmla="*/ 4 w 4"/>
                <ns1:gd name="T7" fmla="*/ 2 h 8"/>
                <ns1:gd name="T8" fmla="*/ 2 w 4"/>
                <ns1:gd name="T9" fmla="*/ 0 h 8"/>
                <ns1:gd name="T10" fmla="*/ 0 w 4"/>
                <ns1:gd name="T11" fmla="*/ 1 h 8"/>
                <ns1:gd name="T12" fmla="*/ 0 w 4"/>
                <ns1:gd name="T13" fmla="*/ 2 h 8"/>
                <ns1:gd name="T14" fmla="*/ 0 w 4"/>
                <ns1:gd name="T15" fmla="*/ 6 h 8"/>
                <ns1:gd name="T16" fmla="*/ 2 w 4"/>
                <ns1:gd name="T17" fmla="*/ 8 h 8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  <ns1:cxn ang="0">
                  <ns1:pos x="T14" y="T15"/>
                </ns1:cxn>
                <ns1:cxn ang="0">
                  <ns1:pos x="T16" y="T17"/>
                </ns1:cxn>
              </ns1:cxnLst>
              <ns1:rect l="0" t="0" r="r" b="b"/>
              <ns1:pathLst>
                <ns1:path w="4" h="8">
                  <ns1:moveTo>
                    <ns1:pt x="2" y="8"/>
                  </ns1:moveTo>
                  <ns1:cubicBezTo>
                    <ns1:pt x="3" y="8"/>
                    <ns1:pt x="3" y="8"/>
                    <ns1:pt x="3" y="7"/>
                  </ns1:cubicBezTo>
                  <ns1:cubicBezTo>
                    <ns1:pt x="4" y="7"/>
                    <ns1:pt x="4" y="7"/>
                    <ns1:pt x="4" y="6"/>
                  </ns1:cubicBezTo>
                  <ns1:cubicBezTo>
                    <ns1:pt x="4" y="2"/>
                    <ns1:pt x="4" y="2"/>
                    <ns1:pt x="4" y="2"/>
                  </ns1:cubicBezTo>
                  <ns1:cubicBezTo>
                    <ns1:pt x="4" y="1"/>
                    <ns1:pt x="3" y="0"/>
                    <ns1:pt x="2" y="0"/>
                  </ns1:cubicBezTo>
                  <ns1:cubicBezTo>
                    <ns1:pt x="1" y="0"/>
                    <ns1:pt x="0" y="1"/>
                    <ns1:pt x="0" y="1"/>
                  </ns1:cubicBezTo>
                  <ns1:cubicBezTo>
                    <ns1:pt x="0" y="2"/>
                    <ns1:pt x="0" y="2"/>
                    <ns1:pt x="0" y="2"/>
                  </ns1:cubicBezTo>
                  <ns1:cubicBezTo>
                    <ns1:pt x="0" y="6"/>
                    <ns1:pt x="0" y="6"/>
                    <ns1:pt x="0" y="6"/>
                  </ns1:cubicBezTo>
                  <ns1:cubicBezTo>
                    <ns1:pt x="0" y="7"/>
                    <ns1:pt x="1" y="8"/>
                    <ns1:pt x="2" y="8"/>
                  </ns1:cubicBezTo>
                  <ns1:close/>
                </ns1:path>
              </ns1:pathLst>
            </ns1:custGeom>
            <ns1:grpFill/>
            <ns1:ln>
              <ns1:noFill/>
            </ns1:ln>
            <ns1:extLst>
              <ns1:ext uri="{91240B29-F687-4F45-9708-019B960494DF}">
                <ns2:hiddenLine w="9525">
                  <ns1:solidFill>
                    <ns1:srgbClr val="000000"/>
                  </ns1:solidFill>
                  <ns1:round/>
                  <ns1:headEnd/>
                  <ns1:tailEnd/>
                </ns2:hiddenLine>
              </ns1:ext>
            </ns1:extLst>
          </ns0:spPr>
          <ns0:txBody>
            <ns1:bodyPr vert="horz" wrap="square" lIns="91440" tIns="45720" rIns="91440" bIns="45720" numCol="1" anchor="t" anchorCtr="0" compatLnSpc="1">
              <ns1:prstTxWarp prst="textNoShape">
                <ns1:avLst/>
              </ns1:prstTxWarp>
            </ns1:bodyPr>
            <ns1:lstStyle/>
            <ns1:p>
              <ns1:endParaRPr lang="id-ID" sz="2700"/>
            </ns1:p>
          </ns0:txBody>
        </ns0:sp>
        <ns0:sp>
          <ns0:nvSpPr>
            <ns0:cNvPr id="81" name="Freeform 429"/>
            <ns0:cNvSpPr>
              <ns1:spLocks noEditPoints="1"/>
            </ns0:cNvSpPr>
            <ns0:nvPr/>
          </ns0:nvSpPr>
          <ns0:spPr bwMode="auto">
            <ns1:xfrm>
              <ns1:off x="6037263" y="4089400"/>
              <ns1:ext cx="120650" cy="136525"/>
            </ns1:xfrm>
            <ns1:custGeom>
              <ns1:avLst/>
              <ns1:gdLst>
                <ns1:gd name="T0" fmla="*/ 16 w 32"/>
                <ns1:gd name="T1" fmla="*/ 0 h 36"/>
                <ns1:gd name="T2" fmla="*/ 0 w 32"/>
                <ns1:gd name="T3" fmla="*/ 16 h 36"/>
                <ns1:gd name="T4" fmla="*/ 8 w 32"/>
                <ns1:gd name="T5" fmla="*/ 30 h 36"/>
                <ns1:gd name="T6" fmla="*/ 8 w 32"/>
                <ns1:gd name="T7" fmla="*/ 36 h 36"/>
                <ns1:gd name="T8" fmla="*/ 24 w 32"/>
                <ns1:gd name="T9" fmla="*/ 36 h 36"/>
                <ns1:gd name="T10" fmla="*/ 24 w 32"/>
                <ns1:gd name="T11" fmla="*/ 30 h 36"/>
                <ns1:gd name="T12" fmla="*/ 32 w 32"/>
                <ns1:gd name="T13" fmla="*/ 16 h 36"/>
                <ns1:gd name="T14" fmla="*/ 16 w 32"/>
                <ns1:gd name="T15" fmla="*/ 0 h 36"/>
                <ns1:gd name="T16" fmla="*/ 22 w 32"/>
                <ns1:gd name="T17" fmla="*/ 26 h 36"/>
                <ns1:gd name="T18" fmla="*/ 20 w 32"/>
                <ns1:gd name="T19" fmla="*/ 27 h 36"/>
                <ns1:gd name="T20" fmla="*/ 20 w 32"/>
                <ns1:gd name="T21" fmla="*/ 30 h 36"/>
                <ns1:gd name="T22" fmla="*/ 20 w 32"/>
                <ns1:gd name="T23" fmla="*/ 32 h 36"/>
                <ns1:gd name="T24" fmla="*/ 12 w 32"/>
                <ns1:gd name="T25" fmla="*/ 32 h 36"/>
                <ns1:gd name="T26" fmla="*/ 12 w 32"/>
                <ns1:gd name="T27" fmla="*/ 30 h 36"/>
                <ns1:gd name="T28" fmla="*/ 12 w 32"/>
                <ns1:gd name="T29" fmla="*/ 27 h 36"/>
                <ns1:gd name="T30" fmla="*/ 10 w 32"/>
                <ns1:gd name="T31" fmla="*/ 26 h 36"/>
                <ns1:gd name="T32" fmla="*/ 4 w 32"/>
                <ns1:gd name="T33" fmla="*/ 16 h 36"/>
                <ns1:gd name="T34" fmla="*/ 16 w 32"/>
                <ns1:gd name="T35" fmla="*/ 4 h 36"/>
                <ns1:gd name="T36" fmla="*/ 28 w 32"/>
                <ns1:gd name="T37" fmla="*/ 16 h 36"/>
                <ns1:gd name="T38" fmla="*/ 22 w 32"/>
                <ns1:gd name="T39" fmla="*/ 26 h 36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  <ns1:cxn ang="0">
                  <ns1:pos x="T14" y="T15"/>
                </ns1:cxn>
                <ns1:cxn ang="0">
                  <ns1:pos x="T16" y="T17"/>
                </ns1:cxn>
                <ns1:cxn ang="0">
                  <ns1:pos x="T18" y="T19"/>
                </ns1:cxn>
                <ns1:cxn ang="0">
                  <ns1:pos x="T20" y="T21"/>
                </ns1:cxn>
                <ns1:cxn ang="0">
                  <ns1:pos x="T22" y="T23"/>
                </ns1:cxn>
                <ns1:cxn ang="0">
                  <ns1:pos x="T24" y="T25"/>
                </ns1:cxn>
                <ns1:cxn ang="0">
                  <ns1:pos x="T26" y="T27"/>
                </ns1:cxn>
                <ns1:cxn ang="0">
                  <ns1:pos x="T28" y="T29"/>
                </ns1:cxn>
                <ns1:cxn ang="0">
                  <ns1:pos x="T30" y="T31"/>
                </ns1:cxn>
                <ns1:cxn ang="0">
                  <ns1:pos x="T32" y="T33"/>
                </ns1:cxn>
                <ns1:cxn ang="0">
                  <ns1:pos x="T34" y="T35"/>
                </ns1:cxn>
                <ns1:cxn ang="0">
                  <ns1:pos x="T36" y="T37"/>
                </ns1:cxn>
                <ns1:cxn ang="0">
                  <ns1:pos x="T38" y="T39"/>
                </ns1:cxn>
              </ns1:cxnLst>
              <ns1:rect l="0" t="0" r="r" b="b"/>
              <ns1:pathLst>
                <ns1:path w="32" h="36">
                  <ns1:moveTo>
                    <ns1:pt x="16" y="0"/>
                  </ns1:moveTo>
                  <ns1:cubicBezTo>
                    <ns1:pt x="7" y="0"/>
                    <ns1:pt x="0" y="7"/>
                    <ns1:pt x="0" y="16"/>
                  </ns1:cubicBezTo>
                  <ns1:cubicBezTo>
                    <ns1:pt x="0" y="22"/>
                    <ns1:pt x="3" y="27"/>
                    <ns1:pt x="8" y="30"/>
                  </ns1:cubicBezTo>
                  <ns1:cubicBezTo>
                    <ns1:pt x="8" y="36"/>
                    <ns1:pt x="8" y="36"/>
                    <ns1:pt x="8" y="36"/>
                  </ns1:cubicBezTo>
                  <ns1:cubicBezTo>
                    <ns1:pt x="24" y="36"/>
                    <ns1:pt x="24" y="36"/>
                    <ns1:pt x="24" y="36"/>
                  </ns1:cubicBezTo>
                  <ns1:cubicBezTo>
                    <ns1:pt x="24" y="30"/>
                    <ns1:pt x="24" y="30"/>
                    <ns1:pt x="24" y="30"/>
                  </ns1:cubicBezTo>
                  <ns1:cubicBezTo>
                    <ns1:pt x="29" y="27"/>
                    <ns1:pt x="32" y="22"/>
                    <ns1:pt x="32" y="16"/>
                  </ns1:cubicBezTo>
                  <ns1:cubicBezTo>
                    <ns1:pt x="32" y="7"/>
                    <ns1:pt x="25" y="0"/>
                    <ns1:pt x="16" y="0"/>
                  </ns1:cubicBezTo>
                  <ns1:close/>
                  <ns1:moveTo>
                    <ns1:pt x="22" y="26"/>
                  </ns1:moveTo>
                  <ns1:cubicBezTo>
                    <ns1:pt x="20" y="27"/>
                    <ns1:pt x="20" y="27"/>
                    <ns1:pt x="20" y="27"/>
                  </ns1:cubicBezTo>
                  <ns1:cubicBezTo>
                    <ns1:pt x="20" y="30"/>
                    <ns1:pt x="20" y="30"/>
                    <ns1:pt x="20" y="30"/>
                  </ns1:cubicBezTo>
                  <ns1:cubicBezTo>
                    <ns1:pt x="20" y="32"/>
                    <ns1:pt x="20" y="32"/>
                    <ns1:pt x="20" y="32"/>
                  </ns1:cubicBezTo>
                  <ns1:cubicBezTo>
                    <ns1:pt x="12" y="32"/>
                    <ns1:pt x="12" y="32"/>
                    <ns1:pt x="12" y="32"/>
                  </ns1:cubicBezTo>
                  <ns1:cubicBezTo>
                    <ns1:pt x="12" y="30"/>
                    <ns1:pt x="12" y="30"/>
                    <ns1:pt x="12" y="30"/>
                  </ns1:cubicBezTo>
                  <ns1:cubicBezTo>
                    <ns1:pt x="12" y="27"/>
                    <ns1:pt x="12" y="27"/>
                    <ns1:pt x="12" y="27"/>
                  </ns1:cubicBezTo>
                  <ns1:cubicBezTo>
                    <ns1:pt x="10" y="26"/>
                    <ns1:pt x="10" y="26"/>
                    <ns1:pt x="10" y="26"/>
                  </ns1:cubicBezTo>
                  <ns1:cubicBezTo>
                    <ns1:pt x="6" y="24"/>
                    <ns1:pt x="4" y="20"/>
                    <ns1:pt x="4" y="16"/>
                  </ns1:cubicBezTo>
                  <ns1:cubicBezTo>
                    <ns1:pt x="4" y="9"/>
                    <ns1:pt x="9" y="4"/>
                    <ns1:pt x="16" y="4"/>
                  </ns1:cubicBezTo>
                  <ns1:cubicBezTo>
                    <ns1:pt x="23" y="4"/>
                    <ns1:pt x="28" y="9"/>
                    <ns1:pt x="28" y="16"/>
                  </ns1:cubicBezTo>
                  <ns1:cubicBezTo>
                    <ns1:pt x="28" y="20"/>
                    <ns1:pt x="26" y="24"/>
                    <ns1:pt x="22" y="26"/>
                  </ns1:cubicBezTo>
                  <ns1:close/>
                </ns1:path>
              </ns1:pathLst>
            </ns1:custGeom>
            <ns1:grpFill/>
            <ns1:ln>
              <ns1:noFill/>
            </ns1:ln>
            <ns1:extLst>
              <ns1:ext uri="{91240B29-F687-4F45-9708-019B960494DF}">
                <ns2:hiddenLine w="9525">
                  <ns1:solidFill>
                    <ns1:srgbClr val="000000"/>
                  </ns1:solidFill>
                  <ns1:round/>
                  <ns1:headEnd/>
                  <ns1:tailEnd/>
                </ns2:hiddenLine>
              </ns1:ext>
            </ns1:extLst>
          </ns0:spPr>
          <ns0:txBody>
            <ns1:bodyPr vert="horz" wrap="square" lIns="91440" tIns="45720" rIns="91440" bIns="45720" numCol="1" anchor="t" anchorCtr="0" compatLnSpc="1">
              <ns1:prstTxWarp prst="textNoShape">
                <ns1:avLst/>
              </ns1:prstTxWarp>
            </ns1:bodyPr>
            <ns1:lstStyle/>
            <ns1:p>
              <ns1:endParaRPr lang="id-ID" sz="2700"/>
            </ns1:p>
          </ns0:txBody>
        </ns0:sp>
        <ns0:sp>
          <ns0:nvSpPr>
            <ns0:cNvPr id="82" name="Freeform 430"/>
            <ns0:cNvSpPr>
              <ns1:spLocks/>
            </ns0:cNvSpPr>
            <ns0:nvPr/>
          </ns0:nvSpPr>
          <ns0:spPr bwMode="auto">
            <ns1:xfrm>
              <ns1:off x="6067426" y="4240213"/>
              <ns1:ext cx="60325" cy="30163"/>
            </ns1:xfrm>
            <ns1:custGeom>
              <ns1:avLst/>
              <ns1:gdLst>
                <ns1:gd name="T0" fmla="*/ 0 w 16"/>
                <ns1:gd name="T1" fmla="*/ 4 h 8"/>
                <ns1:gd name="T2" fmla="*/ 4 w 16"/>
                <ns1:gd name="T3" fmla="*/ 4 h 8"/>
                <ns1:gd name="T4" fmla="*/ 4 w 16"/>
                <ns1:gd name="T5" fmla="*/ 4 h 8"/>
                <ns1:gd name="T6" fmla="*/ 8 w 16"/>
                <ns1:gd name="T7" fmla="*/ 8 h 8"/>
                <ns1:gd name="T8" fmla="*/ 12 w 16"/>
                <ns1:gd name="T9" fmla="*/ 4 h 8"/>
                <ns1:gd name="T10" fmla="*/ 12 w 16"/>
                <ns1:gd name="T11" fmla="*/ 4 h 8"/>
                <ns1:gd name="T12" fmla="*/ 16 w 16"/>
                <ns1:gd name="T13" fmla="*/ 4 h 8"/>
                <ns1:gd name="T14" fmla="*/ 16 w 16"/>
                <ns1:gd name="T15" fmla="*/ 0 h 8"/>
                <ns1:gd name="T16" fmla="*/ 0 w 16"/>
                <ns1:gd name="T17" fmla="*/ 0 h 8"/>
                <ns1:gd name="T18" fmla="*/ 0 w 16"/>
                <ns1:gd name="T19" fmla="*/ 4 h 8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  <ns1:cxn ang="0">
                  <ns1:pos x="T14" y="T15"/>
                </ns1:cxn>
                <ns1:cxn ang="0">
                  <ns1:pos x="T16" y="T17"/>
                </ns1:cxn>
                <ns1:cxn ang="0">
                  <ns1:pos x="T18" y="T19"/>
                </ns1:cxn>
              </ns1:cxnLst>
              <ns1:rect l="0" t="0" r="r" b="b"/>
              <ns1:pathLst>
                <ns1:path w="16" h="8">
                  <ns1:moveTo>
                    <ns1:pt x="0" y="4"/>
                  </ns1:moveTo>
                  <ns1:cubicBezTo>
                    <ns1:pt x="4" y="4"/>
                    <ns1:pt x="4" y="4"/>
                    <ns1:pt x="4" y="4"/>
                  </ns1:cubicBezTo>
                  <ns1:cubicBezTo>
                    <ns1:pt x="4" y="4"/>
                    <ns1:pt x="4" y="4"/>
                    <ns1:pt x="4" y="4"/>
                  </ns1:cubicBezTo>
                  <ns1:cubicBezTo>
                    <ns1:pt x="4" y="6"/>
                    <ns1:pt x="6" y="8"/>
                    <ns1:pt x="8" y="8"/>
                  </ns1:cubicBezTo>
                  <ns1:cubicBezTo>
                    <ns1:pt x="10" y="8"/>
                    <ns1:pt x="12" y="6"/>
                    <ns1:pt x="12" y="4"/>
                  </ns1:cubicBezTo>
                  <ns1:cubicBezTo>
                    <ns1:pt x="12" y="4"/>
                    <ns1:pt x="12" y="4"/>
                    <ns1:pt x="12" y="4"/>
                  </ns1:cubicBezTo>
                  <ns1:cubicBezTo>
                    <ns1:pt x="16" y="4"/>
                    <ns1:pt x="16" y="4"/>
                    <ns1:pt x="16" y="4"/>
                  </ns1:cubicBezTo>
                  <ns1:cubicBezTo>
                    <ns1:pt x="16" y="0"/>
                    <ns1:pt x="16" y="0"/>
                    <ns1:pt x="16" y="0"/>
                  </ns1:cubicBezTo>
                  <ns1:cubicBezTo>
                    <ns1:pt x="0" y="0"/>
                    <ns1:pt x="0" y="0"/>
                    <ns1:pt x="0" y="0"/>
                  </ns1:cubicBezTo>
                  <ns1:lnTo>
                    <ns1:pt x="0" y="4"/>
                  </ns1:lnTo>
                  <ns1:close/>
                </ns1:path>
              </ns1:pathLst>
            </ns1:custGeom>
            <ns1:grpFill/>
            <ns1:ln>
              <ns1:noFill/>
            </ns1:ln>
            <ns1:extLst>
              <ns1:ext uri="{91240B29-F687-4F45-9708-019B960494DF}">
                <ns2:hiddenLine w="9525">
                  <ns1:solidFill>
                    <ns1:srgbClr val="000000"/>
                  </ns1:solidFill>
                  <ns1:round/>
                  <ns1:headEnd/>
                  <ns1:tailEnd/>
                </ns2:hiddenLine>
              </ns1:ext>
            </ns1:extLst>
          </ns0:spPr>
          <ns0:txBody>
            <ns1:bodyPr vert="horz" wrap="square" lIns="91440" tIns="45720" rIns="91440" bIns="45720" numCol="1" anchor="t" anchorCtr="0" compatLnSpc="1">
              <ns1:prstTxWarp prst="textNoShape">
                <ns1:avLst/>
              </ns1:prstTxWarp>
            </ns1:bodyPr>
            <ns1:lstStyle/>
            <ns1:p>
              <ns1:endParaRPr lang="id-ID" sz="2700"/>
            </ns1:p>
          </ns0:txBody>
        </ns0:sp>
      </ns0:grpSp>
      <ns0:grpSp>
        <ns0:nvGrpSpPr>
          <ns0:cNvPr id="83" name="Group 82"/>
          <ns0:cNvGrpSpPr/>
          <ns0:nvPr/>
        </ns0:nvGrpSpPr>
        <ns0:grpSpPr>
          <ns1:xfrm>
            <ns1:off x="9499002" y="1957178"/>
            <ns1:ext cx="458373" cy="458373"/>
            <ns1:chOff x="5492751" y="2584451"/>
            <ns1:chExt cx="244475" cy="244475"/>
          </ns1:xfrm>
          <ns1:solidFill>
            <ns1:schemeClr val="tx1"/>
          </ns1:solidFill>
        </ns0:grpSpPr>
        <ns0:sp>
          <ns0:nvSpPr>
            <ns0:cNvPr id="84" name="Freeform 167"/>
            <ns0:cNvSpPr>
              <ns1:spLocks/>
            </ns0:cNvSpPr>
            <ns0:nvPr/>
          </ns0:nvSpPr>
          <ns0:spPr bwMode="auto">
            <ns1:xfrm>
              <ns1:off x="5519738" y="2700338"/>
              <ns1:ext cx="217488" cy="128588"/>
            </ns1:xfrm>
            <ns1:custGeom>
              <ns1:avLst/>
              <ns1:gdLst>
                <ns1:gd name="T0" fmla="*/ 39 w 58"/>
                <ns1:gd name="T1" fmla="*/ 23 h 34"/>
                <ns1:gd name="T2" fmla="*/ 25 w 58"/>
                <ns1:gd name="T3" fmla="*/ 0 h 34"/>
                <ns1:gd name="T4" fmla="*/ 17 w 58"/>
                <ns1:gd name="T5" fmla="*/ 0 h 34"/>
                <ns1:gd name="T6" fmla="*/ 29 w 58"/>
                <ns1:gd name="T7" fmla="*/ 22 h 34"/>
                <ns1:gd name="T8" fmla="*/ 0 w 58"/>
                <ns1:gd name="T9" fmla="*/ 34 h 34"/>
                <ns1:gd name="T10" fmla="*/ 58 w 58"/>
                <ns1:gd name="T11" fmla="*/ 34 h 34"/>
                <ns1:gd name="T12" fmla="*/ 39 w 58"/>
                <ns1:gd name="T13" fmla="*/ 23 h 34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</ns1:cxnLst>
              <ns1:rect l="0" t="0" r="r" b="b"/>
              <ns1:pathLst>
                <ns1:path w="58" h="34">
                  <ns1:moveTo>
                    <ns1:pt x="39" y="23"/>
                  </ns1:moveTo>
                  <ns1:cubicBezTo>
                    <ns1:pt x="37" y="18"/>
                    <ns1:pt x="31" y="8"/>
                    <ns1:pt x="25" y="0"/>
                  </ns1:cubicBezTo>
                  <ns1:cubicBezTo>
                    <ns1:pt x="25" y="0"/>
                    <ns1:pt x="17" y="0"/>
                    <ns1:pt x="17" y="0"/>
                  </ns1:cubicBezTo>
                  <ns1:cubicBezTo>
                    <ns1:pt x="22" y="6"/>
                    <ns1:pt x="27" y="15"/>
                    <ns1:pt x="29" y="22"/>
                  </ns1:cubicBezTo>
                  <ns1:cubicBezTo>
                    <ns1:pt x="16" y="23"/>
                    <ns1:pt x="5" y="27"/>
                    <ns1:pt x="0" y="34"/>
                  </ns1:cubicBezTo>
                  <ns1:cubicBezTo>
                    <ns1:pt x="58" y="34"/>
                    <ns1:pt x="58" y="34"/>
                    <ns1:pt x="58" y="34"/>
                  </ns1:cubicBezTo>
                  <ns1:cubicBezTo>
                    <ns1:pt x="54" y="28"/>
                    <ns1:pt x="48" y="24"/>
                    <ns1:pt x="39" y="23"/>
                  </ns1:cubicBezTo>
                  <ns1:close/>
                </ns1:path>
              </ns1:pathLst>
            </ns1:custGeom>
            <ns1:grpFill/>
            <ns1:ln>
              <ns1:noFill/>
            </ns1:ln>
            <ns1:extLst>
              <ns1:ext uri="{91240B29-F687-4F45-9708-019B960494DF}">
                <ns2:hiddenLine w="9525">
                  <ns1:solidFill>
                    <ns1:srgbClr val="000000"/>
                  </ns1:solidFill>
                  <ns1:round/>
                  <ns1:headEnd/>
                  <ns1:tailEnd/>
                </ns2:hiddenLine>
              </ns1:ext>
            </ns1:extLst>
          </ns0:spPr>
          <ns0:txBody>
            <ns1:bodyPr vert="horz" wrap="square" lIns="91440" tIns="45720" rIns="91440" bIns="45720" numCol="1" anchor="t" anchorCtr="0" compatLnSpc="1">
              <ns1:prstTxWarp prst="textNoShape">
                <ns1:avLst/>
              </ns1:prstTxWarp>
            </ns1:bodyPr>
            <ns1:lstStyle/>
            <ns1:p>
              <ns1:endParaRPr lang="id-ID" sz="2700"/>
            </ns1:p>
          </ns0:txBody>
        </ns0:sp>
        <ns0:sp>
          <ns0:nvSpPr>
            <ns0:cNvPr id="85" name="Freeform 168"/>
            <ns0:cNvSpPr>
              <ns1:spLocks/>
            </ns0:cNvSpPr>
            <ns0:nvPr/>
          </ns0:nvSpPr>
          <ns0:spPr bwMode="auto">
            <ns1:xfrm>
              <ns1:off x="5492751" y="2584451"/>
              <ns1:ext cx="165100" cy="168275"/>
            </ns1:xfrm>
            <ns1:custGeom>
              <ns1:avLst/>
              <ns1:gdLst>
                <ns1:gd name="T0" fmla="*/ 11 w 44"/>
                <ns1:gd name="T1" fmla="*/ 21 h 45"/>
                <ns1:gd name="T2" fmla="*/ 12 w 44"/>
                <ns1:gd name="T3" fmla="*/ 45 h 45"/>
                <ns1:gd name="T4" fmla="*/ 20 w 44"/>
                <ns1:gd name="T5" fmla="*/ 25 h 45"/>
                <ns1:gd name="T6" fmla="*/ 28 w 44"/>
                <ns1:gd name="T7" fmla="*/ 29 h 45"/>
                <ns1:gd name="T8" fmla="*/ 26 w 44"/>
                <ns1:gd name="T9" fmla="*/ 20 h 45"/>
                <ns1:gd name="T10" fmla="*/ 44 w 44"/>
                <ns1:gd name="T11" fmla="*/ 29 h 45"/>
                <ns1:gd name="T12" fmla="*/ 28 w 44"/>
                <ns1:gd name="T13" fmla="*/ 13 h 45"/>
                <ns1:gd name="T14" fmla="*/ 40 w 44"/>
                <ns1:gd name="T15" fmla="*/ 9 h 45"/>
                <ns1:gd name="T16" fmla="*/ 17 w 44"/>
                <ns1:gd name="T17" fmla="*/ 11 h 45"/>
                <ns1:gd name="T18" fmla="*/ 16 w 44"/>
                <ns1:gd name="T19" fmla="*/ 1 h 45"/>
                <ns1:gd name="T20" fmla="*/ 11 w 44"/>
                <ns1:gd name="T21" fmla="*/ 10 h 45"/>
                <ns1:gd name="T22" fmla="*/ 1 w 44"/>
                <ns1:gd name="T23" fmla="*/ 5 h 45"/>
                <ns1:gd name="T24" fmla="*/ 7 w 44"/>
                <ns1:gd name="T25" fmla="*/ 14 h 45"/>
                <ns1:gd name="T26" fmla="*/ 1 w 44"/>
                <ns1:gd name="T27" fmla="*/ 33 h 45"/>
                <ns1:gd name="T28" fmla="*/ 11 w 44"/>
                <ns1:gd name="T29" fmla="*/ 21 h 45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  <ns1:cxn ang="0">
                  <ns1:pos x="T14" y="T15"/>
                </ns1:cxn>
                <ns1:cxn ang="0">
                  <ns1:pos x="T16" y="T17"/>
                </ns1:cxn>
                <ns1:cxn ang="0">
                  <ns1:pos x="T18" y="T19"/>
                </ns1:cxn>
                <ns1:cxn ang="0">
                  <ns1:pos x="T20" y="T21"/>
                </ns1:cxn>
                <ns1:cxn ang="0">
                  <ns1:pos x="T22" y="T23"/>
                </ns1:cxn>
                <ns1:cxn ang="0">
                  <ns1:pos x="T24" y="T25"/>
                </ns1:cxn>
                <ns1:cxn ang="0">
                  <ns1:pos x="T26" y="T27"/>
                </ns1:cxn>
                <ns1:cxn ang="0">
                  <ns1:pos x="T28" y="T29"/>
                </ns1:cxn>
              </ns1:cxnLst>
              <ns1:rect l="0" t="0" r="r" b="b"/>
              <ns1:pathLst>
                <ns1:path w="44" h="45">
                  <ns1:moveTo>
                    <ns1:pt x="11" y="21"/>
                  </ns1:moveTo>
                  <ns1:cubicBezTo>
                    <ns1:pt x="8" y="26"/>
                    <ns1:pt x="7" y="32"/>
                    <ns1:pt x="12" y="45"/>
                  </ns1:cubicBezTo>
                  <ns1:cubicBezTo>
                    <ns1:pt x="12" y="38"/>
                    <ns1:pt x="17" y="28"/>
                    <ns1:pt x="20" y="25"/>
                  </ns1:cubicBezTo>
                  <ns1:cubicBezTo>
                    <ns1:pt x="24" y="25"/>
                    <ns1:pt x="28" y="29"/>
                    <ns1:pt x="28" y="29"/>
                  </ns1:cubicBezTo>
                  <ns1:cubicBezTo>
                    <ns1:pt x="28" y="25"/>
                    <ns1:pt x="27" y="23"/>
                    <ns1:pt x="26" y="20"/>
                  </ns1:cubicBezTo>
                  <ns1:cubicBezTo>
                    <ns1:pt x="32" y="20"/>
                    <ns1:pt x="41" y="21"/>
                    <ns1:pt x="44" y="29"/>
                  </ns1:cubicBezTo>
                  <ns1:cubicBezTo>
                    <ns1:pt x="40" y="17"/>
                    <ns1:pt x="32" y="13"/>
                    <ns1:pt x="28" y="13"/>
                  </ns1:cubicBezTo>
                  <ns1:cubicBezTo>
                    <ns1:pt x="32" y="9"/>
                    <ns1:pt x="32" y="9"/>
                    <ns1:pt x="40" y="9"/>
                  </ns1:cubicBezTo>
                  <ns1:cubicBezTo>
                    <ns1:pt x="28" y="0"/>
                    <ns1:pt x="20" y="7"/>
                    <ns1:pt x="17" y="11"/>
                  </ns1:cubicBezTo>
                  <ns1:cubicBezTo>
                    <ns1:pt x="16" y="8"/>
                    <ns1:pt x="16" y="4"/>
                    <ns1:pt x="16" y="1"/>
                  </ns1:cubicBezTo>
                  <ns1:cubicBezTo>
                    <ns1:pt x="16" y="1"/>
                    <ns1:pt x="12" y="5"/>
                    <ns1:pt x="11" y="10"/>
                  </ns1:cubicBezTo>
                  <ns1:cubicBezTo>
                    <ns1:pt x="6" y="9"/>
                    <ns1:pt x="1" y="5"/>
                    <ns1:pt x="1" y="5"/>
                  </ns1:cubicBezTo>
                  <ns1:cubicBezTo>
                    <ns1:pt x="3" y="7"/>
                    <ns1:pt x="5" y="13"/>
                    <ns1:pt x="7" y="14"/>
                  </ns1:cubicBezTo>
                  <ns1:cubicBezTo>
                    <ns1:pt x="0" y="19"/>
                    <ns1:pt x="1" y="33"/>
                    <ns1:pt x="1" y="33"/>
                  </ns1:cubicBezTo>
                  <ns1:cubicBezTo>
                    <ns1:pt x="5" y="26"/>
                    <ns1:pt x="7" y="22"/>
                    <ns1:pt x="11" y="21"/>
                  </ns1:cubicBezTo>
                  <ns1:close/>
                </ns1:path>
              </ns1:pathLst>
            </ns1:custGeom>
            <ns1:grpFill/>
            <ns1:ln>
              <ns1:noFill/>
            </ns1:ln>
            <ns1:extLst>
              <ns1:ext uri="{91240B29-F687-4F45-9708-019B960494DF}">
                <ns2:hiddenLine w="9525">
                  <ns1:solidFill>
                    <ns1:srgbClr val="000000"/>
                  </ns1:solidFill>
                  <ns1:round/>
                  <ns1:headEnd/>
                  <ns1:tailEnd/>
                </ns2:hiddenLine>
              </ns1:ext>
            </ns1:extLst>
          </ns0:spPr>
          <ns0:txBody>
            <ns1:bodyPr vert="horz" wrap="square" lIns="91440" tIns="45720" rIns="91440" bIns="45720" numCol="1" anchor="t" anchorCtr="0" compatLnSpc="1">
              <ns1:prstTxWarp prst="textNoShape">
                <ns1:avLst/>
              </ns1:prstTxWarp>
            </ns1:bodyPr>
            <ns1:lstStyle/>
            <ns1:p>
              <ns1:endParaRPr lang="id-ID" sz="2700"/>
            </ns1:p>
          </ns0:txBody>
        </ns0:sp>
      </ns0:grpSp>
      <ns0:grpSp>
        <ns0:nvGrpSpPr>
          <ns0:cNvPr id="86" name="Group 85"/>
          <ns0:cNvGrpSpPr/>
          <ns0:nvPr/>
        </ns0:nvGrpSpPr>
        <ns0:grpSpPr>
          <ns1:xfrm>
            <ns1:off x="7464422" y="1978871"/>
            <ns1:ext cx="485398" cy="414987"/>
            <ns1:chOff x="3255944" y="243818"/>
            <ns1:chExt cx="514350" cy="439738"/>
          </ns1:xfrm>
          <ns1:solidFill>
            <ns1:schemeClr val="tx1"/>
          </ns1:solidFill>
        </ns0:grpSpPr>
        <ns0:sp>
          <ns0:nvSpPr>
            <ns0:cNvPr id="87" name="Freeform 357"/>
            <ns0:cNvSpPr>
              <ns1:spLocks noEditPoints="1"/>
            </ns0:cNvSpPr>
            <ns0:nvPr/>
          </ns0:nvSpPr>
          <ns0:spPr bwMode="auto">
            <ns1:xfrm>
              <ns1:off x="3255944" y="243818"/>
              <ns1:ext cx="514350" cy="439738"/>
            </ns1:xfrm>
            <ns1:custGeom>
              <ns1:avLst/>
              <ns1:gdLst>
                <ns1:gd name="T0" fmla="*/ 121 w 136"/>
                <ns1:gd name="T1" fmla="*/ 15 h 117"/>
                <ns1:gd name="T2" fmla="*/ 68 w 136"/>
                <ns1:gd name="T3" fmla="*/ 14 h 117"/>
                <ns1:gd name="T4" fmla="*/ 15 w 136"/>
                <ns1:gd name="T5" fmla="*/ 15 h 117"/>
                <ns1:gd name="T6" fmla="*/ 15 w 136"/>
                <ns1:gd name="T7" fmla="*/ 69 h 117"/>
                <ns1:gd name="T8" fmla="*/ 59 w 136"/>
                <ns1:gd name="T9" fmla="*/ 112 h 117"/>
                <ns1:gd name="T10" fmla="*/ 77 w 136"/>
                <ns1:gd name="T11" fmla="*/ 112 h 117"/>
                <ns1:gd name="T12" fmla="*/ 121 w 136"/>
                <ns1:gd name="T13" fmla="*/ 69 h 117"/>
                <ns1:gd name="T14" fmla="*/ 121 w 136"/>
                <ns1:gd name="T15" fmla="*/ 15 h 117"/>
                <ns1:gd name="T16" fmla="*/ 115 w 136"/>
                <ns1:gd name="T17" fmla="*/ 63 h 117"/>
                <ns1:gd name="T18" fmla="*/ 71 w 136"/>
                <ns1:gd name="T19" fmla="*/ 107 h 117"/>
                <ns1:gd name="T20" fmla="*/ 65 w 136"/>
                <ns1:gd name="T21" fmla="*/ 107 h 117"/>
                <ns1:gd name="T22" fmla="*/ 21 w 136"/>
                <ns1:gd name="T23" fmla="*/ 63 h 117"/>
                <ns1:gd name="T24" fmla="*/ 21 w 136"/>
                <ns1:gd name="T25" fmla="*/ 21 h 117"/>
                <ns1:gd name="T26" fmla="*/ 63 w 136"/>
                <ns1:gd name="T27" fmla="*/ 20 h 117"/>
                <ns1:gd name="T28" fmla="*/ 68 w 136"/>
                <ns1:gd name="T29" fmla="*/ 25 h 117"/>
                <ns1:gd name="T30" fmla="*/ 73 w 136"/>
                <ns1:gd name="T31" fmla="*/ 20 h 117"/>
                <ns1:gd name="T32" fmla="*/ 115 w 136"/>
                <ns1:gd name="T33" fmla="*/ 21 h 117"/>
                <ns1:gd name="T34" fmla="*/ 115 w 136"/>
                <ns1:gd name="T35" fmla="*/ 63 h 117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  <ns1:cxn ang="0">
                  <ns1:pos x="T14" y="T15"/>
                </ns1:cxn>
                <ns1:cxn ang="0">
                  <ns1:pos x="T16" y="T17"/>
                </ns1:cxn>
                <ns1:cxn ang="0">
                  <ns1:pos x="T18" y="T19"/>
                </ns1:cxn>
                <ns1:cxn ang="0">
                  <ns1:pos x="T20" y="T21"/>
                </ns1:cxn>
                <ns1:cxn ang="0">
                  <ns1:pos x="T22" y="T23"/>
                </ns1:cxn>
                <ns1:cxn ang="0">
                  <ns1:pos x="T24" y="T25"/>
                </ns1:cxn>
                <ns1:cxn ang="0">
                  <ns1:pos x="T26" y="T27"/>
                </ns1:cxn>
                <ns1:cxn ang="0">
                  <ns1:pos x="T28" y="T29"/>
                </ns1:cxn>
                <ns1:cxn ang="0">
                  <ns1:pos x="T30" y="T31"/>
                </ns1:cxn>
                <ns1:cxn ang="0">
                  <ns1:pos x="T32" y="T33"/>
                </ns1:cxn>
                <ns1:cxn ang="0">
                  <ns1:pos x="T34" y="T35"/>
                </ns1:cxn>
              </ns1:cxnLst>
              <ns1:rect l="0" t="0" r="r" b="b"/>
              <ns1:pathLst>
                <ns1:path w="136" h="117">
                  <ns1:moveTo>
                    <ns1:pt x="121" y="15"/>
                  </ns1:moveTo>
                  <ns1:cubicBezTo>
                    <ns1:pt x="106" y="1"/>
                    <ns1:pt x="83" y="0"/>
                    <ns1:pt x="68" y="14"/>
                  </ns1:cubicBezTo>
                  <ns1:cubicBezTo>
                    <ns1:pt x="53" y="0"/>
                    <ns1:pt x="30" y="1"/>
                    <ns1:pt x="15" y="15"/>
                  </ns1:cubicBezTo>
                  <ns1:cubicBezTo>
                    <ns1:pt x="0" y="30"/>
                    <ns1:pt x="0" y="54"/>
                    <ns1:pt x="15" y="69"/>
                  </ns1:cubicBezTo>
                  <ns1:cubicBezTo>
                    <ns1:pt x="20" y="73"/>
                    <ns1:pt x="59" y="112"/>
                    <ns1:pt x="59" y="112"/>
                  </ns1:cubicBezTo>
                  <ns1:cubicBezTo>
                    <ns1:pt x="64" y="117"/>
                    <ns1:pt x="72" y="117"/>
                    <ns1:pt x="77" y="112"/>
                  </ns1:cubicBezTo>
                  <ns1:cubicBezTo>
                    <ns1:pt x="77" y="112"/>
                    <ns1:pt x="120" y="69"/>
                    <ns1:pt x="121" y="69"/>
                  </ns1:cubicBezTo>
                  <ns1:cubicBezTo>
                    <ns1:pt x="136" y="54"/>
                    <ns1:pt x="136" y="30"/>
                    <ns1:pt x="121" y="15"/>
                  </ns1:cubicBezTo>
                  <ns1:close/>
                  <ns1:moveTo>
                    <ns1:pt x="115" y="63"/>
                  </ns1:moveTo>
                  <ns1:cubicBezTo>
                    <ns1:pt x="71" y="107"/>
                    <ns1:pt x="71" y="107"/>
                    <ns1:pt x="71" y="107"/>
                  </ns1:cubicBezTo>
                  <ns1:cubicBezTo>
                    <ns1:pt x="69" y="108"/>
                    <ns1:pt x="67" y="108"/>
                    <ns1:pt x="65" y="107"/>
                  </ns1:cubicBezTo>
                  <ns1:cubicBezTo>
                    <ns1:pt x="21" y="63"/>
                    <ns1:pt x="21" y="63"/>
                    <ns1:pt x="21" y="63"/>
                  </ns1:cubicBezTo>
                  <ns1:cubicBezTo>
                    <ns1:pt x="9" y="51"/>
                    <ns1:pt x="9" y="32"/>
                    <ns1:pt x="21" y="21"/>
                  </ns1:cubicBezTo>
                  <ns1:cubicBezTo>
                    <ns1:pt x="32" y="9"/>
                    <ns1:pt x="51" y="9"/>
                    <ns1:pt x="63" y="20"/>
                  </ns1:cubicBezTo>
                  <ns1:cubicBezTo>
                    <ns1:pt x="68" y="25"/>
                    <ns1:pt x="68" y="25"/>
                    <ns1:pt x="68" y="25"/>
                  </ns1:cubicBezTo>
                  <ns1:cubicBezTo>
                    <ns1:pt x="73" y="20"/>
                    <ns1:pt x="73" y="20"/>
                    <ns1:pt x="73" y="20"/>
                  </ns1:cubicBezTo>
                  <ns1:cubicBezTo>
                    <ns1:pt x="85" y="9"/>
                    <ns1:pt x="104" y="9"/>
                    <ns1:pt x="115" y="21"/>
                  </ns1:cubicBezTo>
                  <ns1:cubicBezTo>
                    <ns1:pt x="127" y="32"/>
                    <ns1:pt x="127" y="51"/>
                    <ns1:pt x="115" y="63"/>
                  </ns1:cubicBezTo>
                  <ns1:close/>
                </ns1:path>
              </ns1:pathLst>
            </ns1:custGeom>
            <ns1:grpFill/>
            <ns1:ln>
              <ns1:noFill/>
            </ns1:ln>
            <ns1:extLst>
              <ns1:ext uri="{91240B29-F687-4F45-9708-019B960494DF}">
                <ns2:hiddenLine w="9525">
                  <ns1:solidFill>
                    <ns1:srgbClr val="000000"/>
                  </ns1:solidFill>
                  <ns1:round/>
                  <ns1:headEnd/>
                  <ns1:tailEnd/>
                </ns2:hiddenLine>
              </ns1:ext>
            </ns1:extLst>
          </ns0:spPr>
          <ns0:txBody>
            <ns1:bodyPr vert="horz" wrap="square" lIns="91440" tIns="45720" rIns="91440" bIns="45720" numCol="1" anchor="t" anchorCtr="0" compatLnSpc="1">
              <ns1:prstTxWarp prst="textNoShape">
                <ns1:avLst/>
              </ns1:prstTxWarp>
            </ns1:bodyPr>
            <ns1:lstStyle/>
            <ns1:p>
              <ns1:endParaRPr lang="id-ID" sz="2700"/>
            </ns1:p>
          </ns0:txBody>
        </ns0:sp>
        <ns0:sp>
          <ns0:nvSpPr>
            <ns0:cNvPr id="88" name="Freeform 358"/>
            <ns0:cNvSpPr>
              <ns1:spLocks/>
            </ns0:cNvSpPr>
            <ns0:nvPr/>
          </ns0:nvSpPr>
          <ns0:spPr bwMode="auto">
            <ns1:xfrm>
              <ns1:off x="3346432" y="334306"/>
              <ns1:ext cx="71438" cy="71438"/>
            </ns1:xfrm>
            <ns1:custGeom>
              <ns1:avLst/>
              <ns1:gdLst>
                <ns1:gd name="T0" fmla="*/ 17 w 19"/>
                <ns1:gd name="T1" fmla="*/ 0 h 19"/>
                <ns1:gd name="T2" fmla="*/ 17 w 19"/>
                <ns1:gd name="T3" fmla="*/ 0 h 19"/>
                <ns1:gd name="T4" fmla="*/ 0 w 19"/>
                <ns1:gd name="T5" fmla="*/ 17 h 19"/>
                <ns1:gd name="T6" fmla="*/ 0 w 19"/>
                <ns1:gd name="T7" fmla="*/ 17 h 19"/>
                <ns1:gd name="T8" fmla="*/ 2 w 19"/>
                <ns1:gd name="T9" fmla="*/ 19 h 19"/>
                <ns1:gd name="T10" fmla="*/ 4 w 19"/>
                <ns1:gd name="T11" fmla="*/ 17 h 19"/>
                <ns1:gd name="T12" fmla="*/ 4 w 19"/>
                <ns1:gd name="T13" fmla="*/ 17 h 19"/>
                <ns1:gd name="T14" fmla="*/ 17 w 19"/>
                <ns1:gd name="T15" fmla="*/ 4 h 19"/>
                <ns1:gd name="T16" fmla="*/ 17 w 19"/>
                <ns1:gd name="T17" fmla="*/ 4 h 19"/>
                <ns1:gd name="T18" fmla="*/ 19 w 19"/>
                <ns1:gd name="T19" fmla="*/ 2 h 19"/>
                <ns1:gd name="T20" fmla="*/ 17 w 19"/>
                <ns1:gd name="T21" fmla="*/ 0 h 19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  <ns1:cxn ang="0">
                  <ns1:pos x="T14" y="T15"/>
                </ns1:cxn>
                <ns1:cxn ang="0">
                  <ns1:pos x="T16" y="T17"/>
                </ns1:cxn>
                <ns1:cxn ang="0">
                  <ns1:pos x="T18" y="T19"/>
                </ns1:cxn>
                <ns1:cxn ang="0">
                  <ns1:pos x="T20" y="T21"/>
                </ns1:cxn>
              </ns1:cxnLst>
              <ns1:rect l="0" t="0" r="r" b="b"/>
              <ns1:pathLst>
                <ns1:path w="19" h="19">
                  <ns1:moveTo>
                    <ns1:pt x="17" y="0"/>
                  </ns1:moveTo>
                  <ns1:cubicBezTo>
                    <ns1:pt x="17" y="0"/>
                    <ns1:pt x="17" y="0"/>
                    <ns1:pt x="17" y="0"/>
                  </ns1:cubicBezTo>
                  <ns1:cubicBezTo>
                    <ns1:pt x="8" y="0"/>
                    <ns1:pt x="0" y="8"/>
                    <ns1:pt x="0" y="17"/>
                  </ns1:cubicBezTo>
                  <ns1:cubicBezTo>
                    <ns1:pt x="0" y="17"/>
                    <ns1:pt x="0" y="17"/>
                    <ns1:pt x="0" y="17"/>
                  </ns1:cubicBezTo>
                  <ns1:cubicBezTo>
                    <ns1:pt x="0" y="18"/>
                    <ns1:pt x="1" y="19"/>
                    <ns1:pt x="2" y="19"/>
                  </ns1:cubicBezTo>
                  <ns1:cubicBezTo>
                    <ns1:pt x="3" y="19"/>
                    <ns1:pt x="4" y="18"/>
                    <ns1:pt x="4" y="17"/>
                  </ns1:cubicBezTo>
                  <ns1:cubicBezTo>
                    <ns1:pt x="4" y="17"/>
                    <ns1:pt x="4" y="17"/>
                    <ns1:pt x="4" y="17"/>
                  </ns1:cubicBezTo>
                  <ns1:cubicBezTo>
                    <ns1:pt x="4" y="10"/>
                    <ns1:pt x="10" y="4"/>
                    <ns1:pt x="17" y="4"/>
                  </ns1:cubicBezTo>
                  <ns1:cubicBezTo>
                    <ns1:pt x="17" y="4"/>
                    <ns1:pt x="17" y="4"/>
                    <ns1:pt x="17" y="4"/>
                  </ns1:cubicBezTo>
                  <ns1:cubicBezTo>
                    <ns1:pt x="18" y="4"/>
                    <ns1:pt x="19" y="3"/>
                    <ns1:pt x="19" y="2"/>
                  </ns1:cubicBezTo>
                  <ns1:cubicBezTo>
                    <ns1:pt x="19" y="1"/>
                    <ns1:pt x="18" y="0"/>
                    <ns1:pt x="17" y="0"/>
                  </ns1:cubicBezTo>
                  <ns1:close/>
                </ns1:path>
              </ns1:pathLst>
            </ns1:custGeom>
            <ns1:grpFill/>
            <ns1:ln>
              <ns1:noFill/>
            </ns1:ln>
            <ns1:extLst>
              <ns1:ext uri="{91240B29-F687-4F45-9708-019B960494DF}">
                <ns2:hiddenLine w="9525">
                  <ns1:solidFill>
                    <ns1:srgbClr val="000000"/>
                  </ns1:solidFill>
                  <ns1:round/>
                  <ns1:headEnd/>
                  <ns1:tailEnd/>
                </ns2:hiddenLine>
              </ns1:ext>
            </ns1:extLst>
          </ns0:spPr>
          <ns0:txBody>
            <ns1:bodyPr vert="horz" wrap="square" lIns="91440" tIns="45720" rIns="91440" bIns="45720" numCol="1" anchor="t" anchorCtr="0" compatLnSpc="1">
              <ns1:prstTxWarp prst="textNoShape">
                <ns1:avLst/>
              </ns1:prstTxWarp>
            </ns1:bodyPr>
            <ns1:lstStyle/>
            <ns1:p>
              <ns1:endParaRPr lang="id-ID" sz="2700"/>
            </ns1:p>
          </ns0:txBody>
        </ns0:sp>
      </ns0:grpSp>
      <ns0:sp>
        <ns0:nvSpPr>
          <ns0:cNvPr id="89" name="Freeform 5"/>
          <ns0:cNvSpPr>
            <ns1:spLocks noEditPoints="1"/>
          </ns0:cNvSpPr>
          <ns0:nvPr/>
        </ns0:nvSpPr>
        <ns0:spPr bwMode="auto">
          <ns1:xfrm>
            <ns1:off x="8564138" y="3621460"/>
            <ns1:ext cx="386822" cy="386822"/>
          </ns1:xfrm>
          <ns1:custGeom>
            <ns1:avLst/>
            <ns1:gdLst>
              <ns1:gd name="T0" fmla="*/ 0 w 124"/>
              <ns1:gd name="T1" fmla="*/ 62 h 124"/>
              <ns1:gd name="T2" fmla="*/ 124 w 124"/>
              <ns1:gd name="T3" fmla="*/ 62 h 124"/>
              <ns1:gd name="T4" fmla="*/ 116 w 124"/>
              <ns1:gd name="T5" fmla="*/ 60 h 124"/>
              <ns1:gd name="T6" fmla="*/ 87 w 124"/>
              <ns1:gd name="T7" fmla="*/ 35 h 124"/>
              <ns1:gd name="T8" fmla="*/ 116 w 124"/>
              <ns1:gd name="T9" fmla="*/ 60 h 124"/>
              <ns1:gd name="T10" fmla="*/ 43 w 124"/>
              <ns1:gd name="T11" fmla="*/ 95 h 124"/>
              <ns1:gd name="T12" fmla="*/ 60 w 124"/>
              <ns1:gd name="T13" fmla="*/ 116 h 124"/>
              <ns1:gd name="T14" fmla="*/ 64 w 124"/>
              <ns1:gd name="T15" fmla="*/ 8 h 124"/>
              <ns1:gd name="T16" fmla="*/ 64 w 124"/>
              <ns1:gd name="T17" fmla="*/ 36 h 124"/>
              <ns1:gd name="T18" fmla="*/ 64 w 124"/>
              <ns1:gd name="T19" fmla="*/ 8 h 124"/>
              <ns1:gd name="T20" fmla="*/ 100 w 124"/>
              <ns1:gd name="T21" fmla="*/ 23 h 124"/>
              <ns1:gd name="T22" fmla="*/ 71 w 124"/>
              <ns1:gd name="T23" fmla="*/ 9 h 124"/>
              <ns1:gd name="T24" fmla="*/ 60 w 124"/>
              <ns1:gd name="T25" fmla="*/ 36 h 124"/>
              <ns1:gd name="T26" fmla="*/ 60 w 124"/>
              <ns1:gd name="T27" fmla="*/ 8 h 124"/>
              <ns1:gd name="T28" fmla="*/ 38 w 124"/>
              <ns1:gd name="T29" fmla="*/ 31 h 124"/>
              <ns1:gd name="T30" fmla="*/ 53 w 124"/>
              <ns1:gd name="T31" fmla="*/ 9 h 124"/>
              <ns1:gd name="T32" fmla="*/ 40 w 124"/>
              <ns1:gd name="T33" fmla="*/ 36 h 124"/>
              <ns1:gd name="T34" fmla="*/ 60 w 124"/>
              <ns1:gd name="T35" fmla="*/ 60 h 124"/>
              <ns1:gd name="T36" fmla="*/ 40 w 124"/>
              <ns1:gd name="T37" fmla="*/ 36 h 124"/>
              <ns1:gd name="T38" fmla="*/ 60 w 124"/>
              <ns1:gd name="T39" fmla="*/ 88 h 124"/>
              <ns1:gd name="T40" fmla="*/ 36 w 124"/>
              <ns1:gd name="T41" fmla="*/ 64 h 124"/>
              <ns1:gd name="T42" fmla="*/ 53 w 124"/>
              <ns1:gd name="T43" fmla="*/ 115 h 124"/>
              <ns1:gd name="T44" fmla="*/ 40 w 124"/>
              <ns1:gd name="T45" fmla="*/ 96 h 124"/>
              <ns1:gd name="T46" fmla="*/ 64 w 124"/>
              <ns1:gd name="T47" fmla="*/ 116 h 124"/>
              <ns1:gd name="T48" fmla="*/ 81 w 124"/>
              <ns1:gd name="T49" fmla="*/ 95 h 124"/>
              <ns1:gd name="T50" fmla="*/ 64 w 124"/>
              <ns1:gd name="T51" fmla="*/ 116 h 124"/>
              <ns1:gd name="T52" fmla="*/ 97 w 124"/>
              <ns1:gd name="T53" fmla="*/ 103 h 124"/>
              <ns1:gd name="T54" fmla="*/ 84 w 124"/>
              <ns1:gd name="T55" fmla="*/ 96 h 124"/>
              <ns1:gd name="T56" fmla="*/ 64 w 124"/>
              <ns1:gd name="T57" fmla="*/ 88 h 124"/>
              <ns1:gd name="T58" fmla="*/ 88 w 124"/>
              <ns1:gd name="T59" fmla="*/ 64 h 124"/>
              <ns1:gd name="T60" fmla="*/ 64 w 124"/>
              <ns1:gd name="T61" fmla="*/ 60 h 124"/>
              <ns1:gd name="T62" fmla="*/ 84 w 124"/>
              <ns1:gd name="T63" fmla="*/ 36 h 124"/>
              <ns1:gd name="T64" fmla="*/ 64 w 124"/>
              <ns1:gd name="T65" fmla="*/ 60 h 124"/>
              <ns1:gd name="T66" fmla="*/ 37 w 124"/>
              <ns1:gd name="T67" fmla="*/ 35 h 124"/>
              <ns1:gd name="T68" fmla="*/ 8 w 124"/>
              <ns1:gd name="T69" fmla="*/ 60 h 124"/>
              <ns1:gd name="T70" fmla="*/ 8 w 124"/>
              <ns1:gd name="T71" fmla="*/ 64 h 124"/>
              <ns1:gd name="T72" fmla="*/ 38 w 124"/>
              <ns1:gd name="T73" fmla="*/ 93 h 124"/>
              <ns1:gd name="T74" fmla="*/ 8 w 124"/>
              <ns1:gd name="T75" fmla="*/ 64 h 124"/>
              <ns1:gd name="T76" fmla="*/ 86 w 124"/>
              <ns1:gd name="T77" fmla="*/ 93 h 124"/>
              <ns1:gd name="T78" fmla="*/ 116 w 124"/>
              <ns1:gd name="T79" fmla="*/ 64 h 124"/>
            </ns1:gdLst>
            <ns1:ahLst/>
            <ns1:cxnLst>
              <ns1:cxn ang="0">
                <ns1:pos x="T0" y="T1"/>
              </ns1:cxn>
              <ns1:cxn ang="0">
                <ns1:pos x="T2" y="T3"/>
              </ns1:cxn>
              <ns1:cxn ang="0">
                <ns1:pos x="T4" y="T5"/>
              </ns1:cxn>
              <ns1:cxn ang="0">
                <ns1:pos x="T6" y="T7"/>
              </ns1:cxn>
              <ns1:cxn ang="0">
                <ns1:pos x="T8" y="T9"/>
              </ns1:cxn>
              <ns1:cxn ang="0">
                <ns1:pos x="T10" y="T11"/>
              </ns1:cxn>
              <ns1:cxn ang="0">
                <ns1:pos x="T12" y="T13"/>
              </ns1:cxn>
              <ns1:cxn ang="0">
                <ns1:pos x="T14" y="T15"/>
              </ns1:cxn>
              <ns1:cxn ang="0">
                <ns1:pos x="T16" y="T17"/>
              </ns1:cxn>
              <ns1:cxn ang="0">
                <ns1:pos x="T18" y="T19"/>
              </ns1:cxn>
              <ns1:cxn ang="0">
                <ns1:pos x="T20" y="T21"/>
              </ns1:cxn>
              <ns1:cxn ang="0">
                <ns1:pos x="T22" y="T23"/>
              </ns1:cxn>
              <ns1:cxn ang="0">
                <ns1:pos x="T24" y="T25"/>
              </ns1:cxn>
              <ns1:cxn ang="0">
                <ns1:pos x="T26" y="T27"/>
              </ns1:cxn>
              <ns1:cxn ang="0">
                <ns1:pos x="T28" y="T29"/>
              </ns1:cxn>
              <ns1:cxn ang="0">
                <ns1:pos x="T30" y="T31"/>
              </ns1:cxn>
              <ns1:cxn ang="0">
                <ns1:pos x="T32" y="T33"/>
              </ns1:cxn>
              <ns1:cxn ang="0">
                <ns1:pos x="T34" y="T35"/>
              </ns1:cxn>
              <ns1:cxn ang="0">
                <ns1:pos x="T36" y="T37"/>
              </ns1:cxn>
              <ns1:cxn ang="0">
                <ns1:pos x="T38" y="T39"/>
              </ns1:cxn>
              <ns1:cxn ang="0">
                <ns1:pos x="T40" y="T41"/>
              </ns1:cxn>
              <ns1:cxn ang="0">
                <ns1:pos x="T42" y="T43"/>
              </ns1:cxn>
              <ns1:cxn ang="0">
                <ns1:pos x="T44" y="T45"/>
              </ns1:cxn>
              <ns1:cxn ang="0">
                <ns1:pos x="T46" y="T47"/>
              </ns1:cxn>
              <ns1:cxn ang="0">
                <ns1:pos x="T48" y="T49"/>
              </ns1:cxn>
              <ns1:cxn ang="0">
                <ns1:pos x="T50" y="T51"/>
              </ns1:cxn>
              <ns1:cxn ang="0">
                <ns1:pos x="T52" y="T53"/>
              </ns1:cxn>
              <ns1:cxn ang="0">
                <ns1:pos x="T54" y="T55"/>
              </ns1:cxn>
              <ns1:cxn ang="0">
                <ns1:pos x="T56" y="T57"/>
              </ns1:cxn>
              <ns1:cxn ang="0">
                <ns1:pos x="T58" y="T59"/>
              </ns1:cxn>
              <ns1:cxn ang="0">
                <ns1:pos x="T60" y="T61"/>
              </ns1:cxn>
              <ns1:cxn ang="0">
                <ns1:pos x="T62" y="T63"/>
              </ns1:cxn>
              <ns1:cxn ang="0">
                <ns1:pos x="T64" y="T65"/>
              </ns1:cxn>
              <ns1:cxn ang="0">
                <ns1:pos x="T66" y="T67"/>
              </ns1:cxn>
              <ns1:cxn ang="0">
                <ns1:pos x="T68" y="T69"/>
              </ns1:cxn>
              <ns1:cxn ang="0">
                <ns1:pos x="T70" y="T71"/>
              </ns1:cxn>
              <ns1:cxn ang="0">
                <ns1:pos x="T72" y="T73"/>
              </ns1:cxn>
              <ns1:cxn ang="0">
                <ns1:pos x="T74" y="T75"/>
              </ns1:cxn>
              <ns1:cxn ang="0">
                <ns1:pos x="T76" y="T77"/>
              </ns1:cxn>
              <ns1:cxn ang="0">
                <ns1:pos x="T78" y="T79"/>
              </ns1:cxn>
            </ns1:cxnLst>
            <ns1:rect l="0" t="0" r="r" b="b"/>
            <ns1:pathLst>
              <ns1:path w="124" h="124">
                <ns1:moveTo>
                  <ns1:pt x="62" y="0"/>
                </ns1:moveTo>
                <ns1:cubicBezTo>
                  <ns1:pt x="28" y="0"/>
                  <ns1:pt x="0" y="28"/>
                  <ns1:pt x="0" y="62"/>
                </ns1:cubicBezTo>
                <ns1:cubicBezTo>
                  <ns1:pt x="0" y="96"/>
                  <ns1:pt x="28" y="124"/>
                  <ns1:pt x="62" y="124"/>
                </ns1:cubicBezTo>
                <ns1:cubicBezTo>
                  <ns1:pt x="96" y="124"/>
                  <ns1:pt x="124" y="96"/>
                  <ns1:pt x="124" y="62"/>
                </ns1:cubicBezTo>
                <ns1:cubicBezTo>
                  <ns1:pt x="124" y="28"/>
                  <ns1:pt x="96" y="0"/>
                  <ns1:pt x="62" y="0"/>
                </ns1:cubicBezTo>
                <ns1:close/>
                <ns1:moveTo>
                  <ns1:pt x="116" y="60"/>
                </ns1:moveTo>
                <ns1:cubicBezTo>
                  <ns1:pt x="92" y="60"/>
                  <ns1:pt x="92" y="60"/>
                  <ns1:pt x="92" y="60"/>
                </ns1:cubicBezTo>
                <ns1:cubicBezTo>
                  <ns1:pt x="92" y="51"/>
                  <ns1:pt x="90" y="43"/>
                  <ns1:pt x="87" y="35"/>
                </ns1:cubicBezTo>
                <ns1:cubicBezTo>
                  <ns1:pt x="93" y="33"/>
                  <ns1:pt x="98" y="30"/>
                  <ns1:pt x="102" y="26"/>
                </ns1:cubicBezTo>
                <ns1:cubicBezTo>
                  <ns1:pt x="110" y="35"/>
                  <ns1:pt x="115" y="47"/>
                  <ns1:pt x="116" y="60"/>
                </ns1:cubicBezTo>
                <ns1:close/>
                <ns1:moveTo>
                  <ns1:pt x="60" y="116"/>
                </ns1:moveTo>
                <ns1:cubicBezTo>
                  <ns1:pt x="53" y="110"/>
                  <ns1:pt x="48" y="103"/>
                  <ns1:pt x="43" y="95"/>
                </ns1:cubicBezTo>
                <ns1:cubicBezTo>
                  <ns1:pt x="49" y="93"/>
                  <ns1:pt x="54" y="92"/>
                  <ns1:pt x="60" y="92"/>
                </ns1:cubicBezTo>
                <ns1:cubicBezTo>
                  <ns1:pt x="60" y="116"/>
                  <ns1:pt x="60" y="116"/>
                  <ns1:pt x="60" y="116"/>
                </ns1:cubicBezTo>
                <ns1:cubicBezTo>
                  <ns1:pt x="60" y="116"/>
                  <ns1:pt x="60" y="116"/>
                  <ns1:pt x="60" y="116"/>
                </ns1:cubicBezTo>
                <ns1:close/>
                <ns1:moveTo>
                  <ns1:pt x="64" y="8"/>
                </ns1:moveTo>
                <ns1:cubicBezTo>
                  <ns1:pt x="72" y="14"/>
                  <ns1:pt x="78" y="23"/>
                  <ns1:pt x="82" y="33"/>
                </ns1:cubicBezTo>
                <ns1:cubicBezTo>
                  <ns1:pt x="76" y="35"/>
                  <ns1:pt x="70" y="36"/>
                  <ns1:pt x="64" y="36"/>
                </ns1:cubicBezTo>
                <ns1:cubicBezTo>
                  <ns1:pt x="64" y="8"/>
                  <ns1:pt x="64" y="8"/>
                  <ns1:pt x="64" y="8"/>
                </ns1:cubicBezTo>
                <ns1:cubicBezTo>
                  <ns1:pt x="64" y="8"/>
                  <ns1:pt x="64" y="8"/>
                  <ns1:pt x="64" y="8"/>
                </ns1:cubicBezTo>
                <ns1:close/>
                <ns1:moveTo>
                  <ns1:pt x="71" y="9"/>
                </ns1:moveTo>
                <ns1:cubicBezTo>
                  <ns1:pt x="82" y="11"/>
                  <ns1:pt x="92" y="16"/>
                  <ns1:pt x="100" y="23"/>
                </ns1:cubicBezTo>
                <ns1:cubicBezTo>
                  <ns1:pt x="95" y="26"/>
                  <ns1:pt x="91" y="29"/>
                  <ns1:pt x="86" y="31"/>
                </ns1:cubicBezTo>
                <ns1:cubicBezTo>
                  <ns1:pt x="82" y="23"/>
                  <ns1:pt x="77" y="15"/>
                  <ns1:pt x="71" y="9"/>
                </ns1:cubicBezTo>
                <ns1:close/>
                <ns1:moveTo>
                  <ns1:pt x="60" y="8"/>
                </ns1:moveTo>
                <ns1:cubicBezTo>
                  <ns1:pt x="60" y="36"/>
                  <ns1:pt x="60" y="36"/>
                  <ns1:pt x="60" y="36"/>
                </ns1:cubicBezTo>
                <ns1:cubicBezTo>
                  <ns1:pt x="54" y="36"/>
                  <ns1:pt x="48" y="35"/>
                  <ns1:pt x="42" y="33"/>
                </ns1:cubicBezTo>
                <ns1:cubicBezTo>
                  <ns1:pt x="46" y="23"/>
                  <ns1:pt x="52" y="14"/>
                  <ns1:pt x="60" y="8"/>
                </ns1:cubicBezTo>
                <ns1:cubicBezTo>
                  <ns1:pt x="60" y="8"/>
                  <ns1:pt x="60" y="8"/>
                  <ns1:pt x="60" y="8"/>
                </ns1:cubicBezTo>
                <ns1:close/>
                <ns1:moveTo>
                  <ns1:pt x="38" y="31"/>
                </ns1:moveTo>
                <ns1:cubicBezTo>
                  <ns1:pt x="33" y="29"/>
                  <ns1:pt x="29" y="26"/>
                  <ns1:pt x="24" y="23"/>
                </ns1:cubicBezTo>
                <ns1:cubicBezTo>
                  <ns1:pt x="32" y="16"/>
                  <ns1:pt x="42" y="11"/>
                  <ns1:pt x="53" y="9"/>
                </ns1:cubicBezTo>
                <ns1:cubicBezTo>
                  <ns1:pt x="47" y="15"/>
                  <ns1:pt x="42" y="23"/>
                  <ns1:pt x="38" y="31"/>
                </ns1:cubicBezTo>
                <ns1:close/>
                <ns1:moveTo>
                  <ns1:pt x="40" y="36"/>
                </ns1:moveTo>
                <ns1:cubicBezTo>
                  <ns1:pt x="47" y="38"/>
                  <ns1:pt x="53" y="40"/>
                  <ns1:pt x="60" y="40"/>
                </ns1:cubicBezTo>
                <ns1:cubicBezTo>
                  <ns1:pt x="60" y="60"/>
                  <ns1:pt x="60" y="60"/>
                  <ns1:pt x="60" y="60"/>
                </ns1:cubicBezTo>
                <ns1:cubicBezTo>
                  <ns1:pt x="36" y="60"/>
                  <ns1:pt x="36" y="60"/>
                  <ns1:pt x="36" y="60"/>
                </ns1:cubicBezTo>
                <ns1:cubicBezTo>
                  <ns1:pt x="36" y="52"/>
                  <ns1:pt x="38" y="44"/>
                  <ns1:pt x="40" y="36"/>
                </ns1:cubicBezTo>
                <ns1:close/>
                <ns1:moveTo>
                  <ns1:pt x="60" y="64"/>
                </ns1:moveTo>
                <ns1:cubicBezTo>
                  <ns1:pt x="60" y="88"/>
                  <ns1:pt x="60" y="88"/>
                  <ns1:pt x="60" y="88"/>
                </ns1:cubicBezTo>
                <ns1:cubicBezTo>
                  <ns1:pt x="54" y="88"/>
                  <ns1:pt x="48" y="89"/>
                  <ns1:pt x="42" y="91"/>
                </ns1:cubicBezTo>
                <ns1:cubicBezTo>
                  <ns1:pt x="38" y="83"/>
                  <ns1:pt x="36" y="74"/>
                  <ns1:pt x="36" y="64"/>
                </ns1:cubicBezTo>
                <ns1:lnTo>
                  <ns1:pt x="60" y="64"/>
                </ns1:lnTo>
                <ns1:close/>
                <ns1:moveTo>
                  <ns1:pt x="53" y="115"/>
                </ns1:moveTo>
                <ns1:cubicBezTo>
                  <ns1:pt x="43" y="114"/>
                  <ns1:pt x="34" y="109"/>
                  <ns1:pt x="27" y="103"/>
                </ns1:cubicBezTo>
                <ns1:cubicBezTo>
                  <ns1:pt x="31" y="100"/>
                  <ns1:pt x="35" y="98"/>
                  <ns1:pt x="40" y="96"/>
                </ns1:cubicBezTo>
                <ns1:cubicBezTo>
                  <ns1:pt x="43" y="103"/>
                  <ns1:pt x="48" y="110"/>
                  <ns1:pt x="53" y="115"/>
                </ns1:cubicBezTo>
                <ns1:close/>
                <ns1:moveTo>
                  <ns1:pt x="64" y="116"/>
                </ns1:moveTo>
                <ns1:cubicBezTo>
                  <ns1:pt x="64" y="92"/>
                  <ns1:pt x="64" y="92"/>
                  <ns1:pt x="64" y="92"/>
                </ns1:cubicBezTo>
                <ns1:cubicBezTo>
                  <ns1:pt x="70" y="92"/>
                  <ns1:pt x="75" y="93"/>
                  <ns1:pt x="81" y="95"/>
                </ns1:cubicBezTo>
                <ns1:cubicBezTo>
                  <ns1:pt x="76" y="103"/>
                  <ns1:pt x="71" y="110"/>
                  <ns1:pt x="64" y="116"/>
                </ns1:cubicBezTo>
                <ns1:cubicBezTo>
                  <ns1:pt x="64" y="116"/>
                  <ns1:pt x="64" y="116"/>
                  <ns1:pt x="64" y="116"/>
                </ns1:cubicBezTo>
                <ns1:close/>
                <ns1:moveTo>
                  <ns1:pt x="84" y="96"/>
                </ns1:moveTo>
                <ns1:cubicBezTo>
                  <ns1:pt x="89" y="98"/>
                  <ns1:pt x="93" y="100"/>
                  <ns1:pt x="97" y="103"/>
                </ns1:cubicBezTo>
                <ns1:cubicBezTo>
                  <ns1:pt x="90" y="109"/>
                  <ns1:pt x="81" y="114"/>
                  <ns1:pt x="71" y="115"/>
                </ns1:cubicBezTo>
                <ns1:cubicBezTo>
                  <ns1:pt x="76" y="110"/>
                  <ns1:pt x="81" y="103"/>
                  <ns1:pt x="84" y="96"/>
                </ns1:cubicBezTo>
                <ns1:close/>
                <ns1:moveTo>
                  <ns1:pt x="82" y="91"/>
                </ns1:moveTo>
                <ns1:cubicBezTo>
                  <ns1:pt x="76" y="89"/>
                  <ns1:pt x="70" y="88"/>
                  <ns1:pt x="64" y="88"/>
                </ns1:cubicBezTo>
                <ns1:cubicBezTo>
                  <ns1:pt x="64" y="64"/>
                  <ns1:pt x="64" y="64"/>
                  <ns1:pt x="64" y="64"/>
                </ns1:cubicBezTo>
                <ns1:cubicBezTo>
                  <ns1:pt x="88" y="64"/>
                  <ns1:pt x="88" y="64"/>
                  <ns1:pt x="88" y="64"/>
                </ns1:cubicBezTo>
                <ns1:cubicBezTo>
                  <ns1:pt x="88" y="74"/>
                  <ns1:pt x="86" y="83"/>
                  <ns1:pt x="82" y="91"/>
                </ns1:cubicBezTo>
                <ns1:close/>
                <ns1:moveTo>
                  <ns1:pt x="64" y="60"/>
                </ns1:moveTo>
                <ns1:cubicBezTo>
                  <ns1:pt x="64" y="40"/>
                  <ns1:pt x="64" y="40"/>
                  <ns1:pt x="64" y="40"/>
                </ns1:cubicBezTo>
                <ns1:cubicBezTo>
                  <ns1:pt x="71" y="40"/>
                  <ns1:pt x="77" y="38"/>
                  <ns1:pt x="84" y="36"/>
                </ns1:cubicBezTo>
                <ns1:cubicBezTo>
                  <ns1:pt x="86" y="44"/>
                  <ns1:pt x="88" y="52"/>
                  <ns1:pt x="88" y="60"/>
                </ns1:cubicBezTo>
                <ns1:lnTo>
                  <ns1:pt x="64" y="60"/>
                </ns1:lnTo>
                <ns1:close/>
                <ns1:moveTo>
                  <ns1:pt x="22" y="26"/>
                </ns1:moveTo>
                <ns1:cubicBezTo>
                  <ns1:pt x="26" y="30"/>
                  <ns1:pt x="31" y="33"/>
                  <ns1:pt x="37" y="35"/>
                </ns1:cubicBezTo>
                <ns1:cubicBezTo>
                  <ns1:pt x="34" y="43"/>
                  <ns1:pt x="32" y="51"/>
                  <ns1:pt x="32" y="60"/>
                </ns1:cubicBezTo>
                <ns1:cubicBezTo>
                  <ns1:pt x="8" y="60"/>
                  <ns1:pt x="8" y="60"/>
                  <ns1:pt x="8" y="60"/>
                </ns1:cubicBezTo>
                <ns1:cubicBezTo>
                  <ns1:pt x="9" y="47"/>
                  <ns1:pt x="14" y="35"/>
                  <ns1:pt x="22" y="26"/>
                </ns1:cubicBezTo>
                <ns1:close/>
                <ns1:moveTo>
                  <ns1:pt x="8" y="64"/>
                </ns1:moveTo>
                <ns1:cubicBezTo>
                  <ns1:pt x="32" y="64"/>
                  <ns1:pt x="32" y="64"/>
                  <ns1:pt x="32" y="64"/>
                </ns1:cubicBezTo>
                <ns1:cubicBezTo>
                  <ns1:pt x="32" y="74"/>
                  <ns1:pt x="34" y="84"/>
                  <ns1:pt x="38" y="93"/>
                </ns1:cubicBezTo>
                <ns1:cubicBezTo>
                  <ns1:pt x="33" y="95"/>
                  <ns1:pt x="28" y="97"/>
                  <ns1:pt x="24" y="100"/>
                </ns1:cubicBezTo>
                <ns1:cubicBezTo>
                  <ns1:pt x="15" y="91"/>
                  <ns1:pt x="9" y="78"/>
                  <ns1:pt x="8" y="64"/>
                </ns1:cubicBezTo>
                <ns1:close/>
                <ns1:moveTo>
                  <ns1:pt x="100" y="100"/>
                </ns1:moveTo>
                <ns1:cubicBezTo>
                  <ns1:pt x="96" y="97"/>
                  <ns1:pt x="91" y="95"/>
                  <ns1:pt x="86" y="93"/>
                </ns1:cubicBezTo>
                <ns1:cubicBezTo>
                  <ns1:pt x="90" y="84"/>
                  <ns1:pt x="92" y="74"/>
                  <ns1:pt x="92" y="64"/>
                </ns1:cubicBezTo>
                <ns1:cubicBezTo>
                  <ns1:pt x="116" y="64"/>
                  <ns1:pt x="116" y="64"/>
                  <ns1:pt x="116" y="64"/>
                </ns1:cubicBezTo>
                <ns1:cubicBezTo>
                  <ns1:pt x="115" y="78"/>
                  <ns1:pt x="109" y="91"/>
                  <ns1:pt x="100" y="100"/>
                </ns1:cubicBezTo>
                <ns1:close/>
              </ns1:path>
            </ns1:pathLst>
          </ns1:custGeom>
          <ns1:solidFill>
            <ns1:schemeClr val="tx1"/>
          </ns1:solidFill>
          <ns1:ln>
            <ns1:noFill/>
          </ns1:ln>
          <ns1:extLst/>
        </ns0:spPr>
        <ns0:txBody>
          <ns1:bodyPr vert="horz" wrap="square" lIns="91440" tIns="45720" rIns="91440" bIns="45720" numCol="1" anchor="t" anchorCtr="0" compatLnSpc="1">
            <ns1:prstTxWarp prst="textNoShape">
              <ns1:avLst/>
            </ns1:prstTxWarp>
          </ns1:bodyPr>
          <ns1:lstStyle/>
          <ns1:p>
            <ns1:endParaRPr lang="id-ID" sz="2700"/>
          </ns1:p>
        </ns0:txBody>
      </ns0:sp>
      <ns0:grpSp>
        <ns0:nvGrpSpPr>
          <ns0:cNvPr id="90" name="Group 89"/>
          <ns0:cNvGrpSpPr/>
          <ns0:nvPr/>
        </ns0:nvGrpSpPr>
        <ns0:grpSpPr>
          <ns1:xfrm>
            <ns1:off x="7550684" y="3625396"/>
            <ns1:ext cx="312877" cy="378950"/>
            <ns1:chOff x="10387014" y="2925763"/>
            <ns1:chExt cx="255588" cy="309563"/>
          </ns1:xfrm>
          <ns1:solidFill>
            <ns1:schemeClr val="tx1"/>
          </ns1:solidFill>
        </ns0:grpSpPr>
        <ns0:sp>
          <ns0:nvSpPr>
            <ns0:cNvPr id="91" name="Freeform 134"/>
            <ns0:cNvSpPr>
              <ns1:spLocks noEditPoints="1"/>
            </ns0:cNvSpPr>
            <ns0:nvPr/>
          </ns0:nvSpPr>
          <ns0:spPr bwMode="auto">
            <ns1:xfrm>
              <ns1:off x="10387014" y="2925763"/>
              <ns1:ext cx="255588" cy="309563"/>
            </ns1:xfrm>
            <ns1:custGeom>
              <ns1:avLst/>
              <ns1:gdLst>
                <ns1:gd name="T0" fmla="*/ 84 w 96"/>
                <ns1:gd name="T1" fmla="*/ 44 h 116"/>
                <ns1:gd name="T2" fmla="*/ 72 w 96"/>
                <ns1:gd name="T3" fmla="*/ 44 h 116"/>
                <ns1:gd name="T4" fmla="*/ 72 w 96"/>
                <ns1:gd name="T5" fmla="*/ 25 h 116"/>
                <ns1:gd name="T6" fmla="*/ 48 w 96"/>
                <ns1:gd name="T7" fmla="*/ 0 h 116"/>
                <ns1:gd name="T8" fmla="*/ 24 w 96"/>
                <ns1:gd name="T9" fmla="*/ 25 h 116"/>
                <ns1:gd name="T10" fmla="*/ 24 w 96"/>
                <ns1:gd name="T11" fmla="*/ 44 h 116"/>
                <ns1:gd name="T12" fmla="*/ 12 w 96"/>
                <ns1:gd name="T13" fmla="*/ 44 h 116"/>
                <ns1:gd name="T14" fmla="*/ 0 w 96"/>
                <ns1:gd name="T15" fmla="*/ 56 h 116"/>
                <ns1:gd name="T16" fmla="*/ 0 w 96"/>
                <ns1:gd name="T17" fmla="*/ 104 h 116"/>
                <ns1:gd name="T18" fmla="*/ 12 w 96"/>
                <ns1:gd name="T19" fmla="*/ 116 h 116"/>
                <ns1:gd name="T20" fmla="*/ 84 w 96"/>
                <ns1:gd name="T21" fmla="*/ 116 h 116"/>
                <ns1:gd name="T22" fmla="*/ 96 w 96"/>
                <ns1:gd name="T23" fmla="*/ 104 h 116"/>
                <ns1:gd name="T24" fmla="*/ 96 w 96"/>
                <ns1:gd name="T25" fmla="*/ 56 h 116"/>
                <ns1:gd name="T26" fmla="*/ 84 w 96"/>
                <ns1:gd name="T27" fmla="*/ 44 h 116"/>
                <ns1:gd name="T28" fmla="*/ 32 w 96"/>
                <ns1:gd name="T29" fmla="*/ 25 h 116"/>
                <ns1:gd name="T30" fmla="*/ 48 w 96"/>
                <ns1:gd name="T31" fmla="*/ 8 h 116"/>
                <ns1:gd name="T32" fmla="*/ 64 w 96"/>
                <ns1:gd name="T33" fmla="*/ 25 h 116"/>
                <ns1:gd name="T34" fmla="*/ 64 w 96"/>
                <ns1:gd name="T35" fmla="*/ 44 h 116"/>
                <ns1:gd name="T36" fmla="*/ 32 w 96"/>
                <ns1:gd name="T37" fmla="*/ 44 h 116"/>
                <ns1:gd name="T38" fmla="*/ 32 w 96"/>
                <ns1:gd name="T39" fmla="*/ 25 h 116"/>
                <ns1:gd name="T40" fmla="*/ 88 w 96"/>
                <ns1:gd name="T41" fmla="*/ 104 h 116"/>
                <ns1:gd name="T42" fmla="*/ 84 w 96"/>
                <ns1:gd name="T43" fmla="*/ 108 h 116"/>
                <ns1:gd name="T44" fmla="*/ 12 w 96"/>
                <ns1:gd name="T45" fmla="*/ 108 h 116"/>
                <ns1:gd name="T46" fmla="*/ 8 w 96"/>
                <ns1:gd name="T47" fmla="*/ 104 h 116"/>
                <ns1:gd name="T48" fmla="*/ 8 w 96"/>
                <ns1:gd name="T49" fmla="*/ 56 h 116"/>
                <ns1:gd name="T50" fmla="*/ 12 w 96"/>
                <ns1:gd name="T51" fmla="*/ 52 h 116"/>
                <ns1:gd name="T52" fmla="*/ 84 w 96"/>
                <ns1:gd name="T53" fmla="*/ 52 h 116"/>
                <ns1:gd name="T54" fmla="*/ 88 w 96"/>
                <ns1:gd name="T55" fmla="*/ 56 h 116"/>
                <ns1:gd name="T56" fmla="*/ 88 w 96"/>
                <ns1:gd name="T57" fmla="*/ 104 h 116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  <ns1:cxn ang="0">
                  <ns1:pos x="T14" y="T15"/>
                </ns1:cxn>
                <ns1:cxn ang="0">
                  <ns1:pos x="T16" y="T17"/>
                </ns1:cxn>
                <ns1:cxn ang="0">
                  <ns1:pos x="T18" y="T19"/>
                </ns1:cxn>
                <ns1:cxn ang="0">
                  <ns1:pos x="T20" y="T21"/>
                </ns1:cxn>
                <ns1:cxn ang="0">
                  <ns1:pos x="T22" y="T23"/>
                </ns1:cxn>
                <ns1:cxn ang="0">
                  <ns1:pos x="T24" y="T25"/>
                </ns1:cxn>
                <ns1:cxn ang="0">
                  <ns1:pos x="T26" y="T27"/>
                </ns1:cxn>
                <ns1:cxn ang="0">
                  <ns1:pos x="T28" y="T29"/>
                </ns1:cxn>
                <ns1:cxn ang="0">
                  <ns1:pos x="T30" y="T31"/>
                </ns1:cxn>
                <ns1:cxn ang="0">
                  <ns1:pos x="T32" y="T33"/>
                </ns1:cxn>
                <ns1:cxn ang="0">
                  <ns1:pos x="T34" y="T35"/>
                </ns1:cxn>
                <ns1:cxn ang="0">
                  <ns1:pos x="T36" y="T37"/>
                </ns1:cxn>
                <ns1:cxn ang="0">
                  <ns1:pos x="T38" y="T39"/>
                </ns1:cxn>
                <ns1:cxn ang="0">
                  <ns1:pos x="T40" y="T41"/>
                </ns1:cxn>
                <ns1:cxn ang="0">
                  <ns1:pos x="T42" y="T43"/>
                </ns1:cxn>
                <ns1:cxn ang="0">
                  <ns1:pos x="T44" y="T45"/>
                </ns1:cxn>
                <ns1:cxn ang="0">
                  <ns1:pos x="T46" y="T47"/>
                </ns1:cxn>
                <ns1:cxn ang="0">
                  <ns1:pos x="T48" y="T49"/>
                </ns1:cxn>
                <ns1:cxn ang="0">
                  <ns1:pos x="T50" y="T51"/>
                </ns1:cxn>
                <ns1:cxn ang="0">
                  <ns1:pos x="T52" y="T53"/>
                </ns1:cxn>
                <ns1:cxn ang="0">
                  <ns1:pos x="T54" y="T55"/>
                </ns1:cxn>
                <ns1:cxn ang="0">
                  <ns1:pos x="T56" y="T57"/>
                </ns1:cxn>
              </ns1:cxnLst>
              <ns1:rect l="0" t="0" r="r" b="b"/>
              <ns1:pathLst>
                <ns1:path w="96" h="116">
                  <ns1:moveTo>
                    <ns1:pt x="84" y="44"/>
                  </ns1:moveTo>
                  <ns1:cubicBezTo>
                    <ns1:pt x="72" y="44"/>
                    <ns1:pt x="72" y="44"/>
                    <ns1:pt x="72" y="44"/>
                  </ns1:cubicBezTo>
                  <ns1:cubicBezTo>
                    <ns1:pt x="72" y="25"/>
                    <ns1:pt x="72" y="25"/>
                    <ns1:pt x="72" y="25"/>
                  </ns1:cubicBezTo>
                  <ns1:cubicBezTo>
                    <ns1:pt x="72" y="11"/>
                    <ns1:pt x="61" y="0"/>
                    <ns1:pt x="48" y="0"/>
                  </ns1:cubicBezTo>
                  <ns1:cubicBezTo>
                    <ns1:pt x="35" y="0"/>
                    <ns1:pt x="24" y="11"/>
                    <ns1:pt x="24" y="25"/>
                  </ns1:cubicBezTo>
                  <ns1:cubicBezTo>
                    <ns1:pt x="24" y="44"/>
                    <ns1:pt x="24" y="44"/>
                    <ns1:pt x="24" y="44"/>
                  </ns1:cubicBezTo>
                  <ns1:cubicBezTo>
                    <ns1:pt x="12" y="44"/>
                    <ns1:pt x="12" y="44"/>
                    <ns1:pt x="12" y="44"/>
                  </ns1:cubicBezTo>
                  <ns1:cubicBezTo>
                    <ns1:pt x="5" y="44"/>
                    <ns1:pt x="0" y="49"/>
                    <ns1:pt x="0" y="56"/>
                  </ns1:cubicBezTo>
                  <ns1:cubicBezTo>
                    <ns1:pt x="0" y="104"/>
                    <ns1:pt x="0" y="104"/>
                    <ns1:pt x="0" y="104"/>
                  </ns1:cubicBezTo>
                  <ns1:cubicBezTo>
                    <ns1:pt x="0" y="111"/>
                    <ns1:pt x="5" y="116"/>
                    <ns1:pt x="12" y="116"/>
                  </ns1:cubicBezTo>
                  <ns1:cubicBezTo>
                    <ns1:pt x="84" y="116"/>
                    <ns1:pt x="84" y="116"/>
                    <ns1:pt x="84" y="116"/>
                  </ns1:cubicBezTo>
                  <ns1:cubicBezTo>
                    <ns1:pt x="91" y="116"/>
                    <ns1:pt x="96" y="111"/>
                    <ns1:pt x="96" y="104"/>
                  </ns1:cubicBezTo>
                  <ns1:cubicBezTo>
                    <ns1:pt x="96" y="56"/>
                    <ns1:pt x="96" y="56"/>
                    <ns1:pt x="96" y="56"/>
                  </ns1:cubicBezTo>
                  <ns1:cubicBezTo>
                    <ns1:pt x="96" y="49"/>
                    <ns1:pt x="91" y="44"/>
                    <ns1:pt x="84" y="44"/>
                  </ns1:cubicBezTo>
                  <ns1:close/>
                  <ns1:moveTo>
                    <ns1:pt x="32" y="25"/>
                  </ns1:moveTo>
                  <ns1:cubicBezTo>
                    <ns1:pt x="32" y="15"/>
                    <ns1:pt x="39" y="8"/>
                    <ns1:pt x="48" y="8"/>
                  </ns1:cubicBezTo>
                  <ns1:cubicBezTo>
                    <ns1:pt x="57" y="8"/>
                    <ns1:pt x="64" y="15"/>
                    <ns1:pt x="64" y="25"/>
                  </ns1:cubicBezTo>
                  <ns1:cubicBezTo>
                    <ns1:pt x="64" y="44"/>
                    <ns1:pt x="64" y="44"/>
                    <ns1:pt x="64" y="44"/>
                  </ns1:cubicBezTo>
                  <ns1:cubicBezTo>
                    <ns1:pt x="32" y="44"/>
                    <ns1:pt x="32" y="44"/>
                    <ns1:pt x="32" y="44"/>
                  </ns1:cubicBezTo>
                  <ns1:lnTo>
                    <ns1:pt x="32" y="25"/>
                  </ns1:lnTo>
                  <ns1:close/>
                  <ns1:moveTo>
                    <ns1:pt x="88" y="104"/>
                  </ns1:moveTo>
                  <ns1:cubicBezTo>
                    <ns1:pt x="88" y="106"/>
                    <ns1:pt x="86" y="108"/>
                    <ns1:pt x="84" y="108"/>
                  </ns1:cubicBezTo>
                  <ns1:cubicBezTo>
                    <ns1:pt x="12" y="108"/>
                    <ns1:pt x="12" y="108"/>
                    <ns1:pt x="12" y="108"/>
                  </ns1:cubicBezTo>
                  <ns1:cubicBezTo>
                    <ns1:pt x="10" y="108"/>
                    <ns1:pt x="8" y="106"/>
                    <ns1:pt x="8" y="104"/>
                  </ns1:cubicBezTo>
                  <ns1:cubicBezTo>
                    <ns1:pt x="8" y="56"/>
                    <ns1:pt x="8" y="56"/>
                    <ns1:pt x="8" y="56"/>
                  </ns1:cubicBezTo>
                  <ns1:cubicBezTo>
                    <ns1:pt x="8" y="54"/>
                    <ns1:pt x="10" y="52"/>
                    <ns1:pt x="12" y="52"/>
                  </ns1:cubicBezTo>
                  <ns1:cubicBezTo>
                    <ns1:pt x="84" y="52"/>
                    <ns1:pt x="84" y="52"/>
                    <ns1:pt x="84" y="52"/>
                  </ns1:cubicBezTo>
                  <ns1:cubicBezTo>
                    <ns1:pt x="86" y="52"/>
                    <ns1:pt x="88" y="54"/>
                    <ns1:pt x="88" y="56"/>
                  </ns1:cubicBezTo>
                  <ns1:lnTo>
                    <ns1:pt x="88" y="104"/>
                  </ns1:lnTo>
                  <ns1:close/>
                </ns1:path>
              </ns1:pathLst>
            </ns1:custGeom>
            <ns1:grpFill/>
            <ns1:ln>
              <ns1:noFill/>
            </ns1:ln>
            <ns1:extLst>
              <ns1:ext uri="{91240B29-F687-4F45-9708-019B960494DF}">
                <ns2:hiddenLine w="9525">
                  <ns1:solidFill>
                    <ns1:srgbClr val="000000"/>
                  </ns1:solidFill>
                  <ns1:round/>
                  <ns1:headEnd/>
                  <ns1:tailEnd/>
                </ns2:hiddenLine>
              </ns1:ext>
            </ns1:extLst>
          </ns0:spPr>
          <ns0:txBody>
            <ns1:bodyPr vert="horz" wrap="square" lIns="91440" tIns="45720" rIns="91440" bIns="45720" numCol="1" anchor="t" anchorCtr="0" compatLnSpc="1">
              <ns1:prstTxWarp prst="textNoShape">
                <ns1:avLst/>
              </ns1:prstTxWarp>
            </ns1:bodyPr>
            <ns1:lstStyle/>
            <ns1:p>
              <ns1:endParaRPr lang="id-ID" sz="2700"/>
            </ns1:p>
          </ns0:txBody>
        </ns0:sp>
        <ns0:sp>
          <ns0:nvSpPr>
            <ns0:cNvPr id="92" name="Freeform 135"/>
            <ns0:cNvSpPr>
              <ns1:spLocks noEditPoints="1"/>
            </ns0:cNvSpPr>
            <ns0:nvPr/>
          </ns0:nvSpPr>
          <ns0:spPr bwMode="auto">
            <ns1:xfrm>
              <ns1:off x="10488614" y="3100388"/>
              <ns1:ext cx="52388" cy="79375"/>
            </ns1:xfrm>
            <ns1:custGeom>
              <ns1:avLst/>
              <ns1:gdLst>
                <ns1:gd name="T0" fmla="*/ 10 w 20"/>
                <ns1:gd name="T1" fmla="*/ 0 h 30"/>
                <ns1:gd name="T2" fmla="*/ 0 w 20"/>
                <ns1:gd name="T3" fmla="*/ 10 h 30"/>
                <ns1:gd name="T4" fmla="*/ 4 w 20"/>
                <ns1:gd name="T5" fmla="*/ 18 h 30"/>
                <ns1:gd name="T6" fmla="*/ 4 w 20"/>
                <ns1:gd name="T7" fmla="*/ 24 h 30"/>
                <ns1:gd name="T8" fmla="*/ 10 w 20"/>
                <ns1:gd name="T9" fmla="*/ 30 h 30"/>
                <ns1:gd name="T10" fmla="*/ 16 w 20"/>
                <ns1:gd name="T11" fmla="*/ 24 h 30"/>
                <ns1:gd name="T12" fmla="*/ 16 w 20"/>
                <ns1:gd name="T13" fmla="*/ 18 h 30"/>
                <ns1:gd name="T14" fmla="*/ 20 w 20"/>
                <ns1:gd name="T15" fmla="*/ 10 h 30"/>
                <ns1:gd name="T16" fmla="*/ 10 w 20"/>
                <ns1:gd name="T17" fmla="*/ 0 h 30"/>
                <ns1:gd name="T18" fmla="*/ 12 w 20"/>
                <ns1:gd name="T19" fmla="*/ 16 h 30"/>
                <ns1:gd name="T20" fmla="*/ 12 w 20"/>
                <ns1:gd name="T21" fmla="*/ 24 h 30"/>
                <ns1:gd name="T22" fmla="*/ 10 w 20"/>
                <ns1:gd name="T23" fmla="*/ 26 h 30"/>
                <ns1:gd name="T24" fmla="*/ 8 w 20"/>
                <ns1:gd name="T25" fmla="*/ 24 h 30"/>
                <ns1:gd name="T26" fmla="*/ 8 w 20"/>
                <ns1:gd name="T27" fmla="*/ 16 h 30"/>
                <ns1:gd name="T28" fmla="*/ 4 w 20"/>
                <ns1:gd name="T29" fmla="*/ 10 h 30"/>
                <ns1:gd name="T30" fmla="*/ 10 w 20"/>
                <ns1:gd name="T31" fmla="*/ 4 h 30"/>
                <ns1:gd name="T32" fmla="*/ 16 w 20"/>
                <ns1:gd name="T33" fmla="*/ 10 h 30"/>
                <ns1:gd name="T34" fmla="*/ 12 w 20"/>
                <ns1:gd name="T35" fmla="*/ 16 h 30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  <ns1:cxn ang="0">
                  <ns1:pos x="T14" y="T15"/>
                </ns1:cxn>
                <ns1:cxn ang="0">
                  <ns1:pos x="T16" y="T17"/>
                </ns1:cxn>
                <ns1:cxn ang="0">
                  <ns1:pos x="T18" y="T19"/>
                </ns1:cxn>
                <ns1:cxn ang="0">
                  <ns1:pos x="T20" y="T21"/>
                </ns1:cxn>
                <ns1:cxn ang="0">
                  <ns1:pos x="T22" y="T23"/>
                </ns1:cxn>
                <ns1:cxn ang="0">
                  <ns1:pos x="T24" y="T25"/>
                </ns1:cxn>
                <ns1:cxn ang="0">
                  <ns1:pos x="T26" y="T27"/>
                </ns1:cxn>
                <ns1:cxn ang="0">
                  <ns1:pos x="T28" y="T29"/>
                </ns1:cxn>
                <ns1:cxn ang="0">
                  <ns1:pos x="T30" y="T31"/>
                </ns1:cxn>
                <ns1:cxn ang="0">
                  <ns1:pos x="T32" y="T33"/>
                </ns1:cxn>
                <ns1:cxn ang="0">
                  <ns1:pos x="T34" y="T35"/>
                </ns1:cxn>
              </ns1:cxnLst>
              <ns1:rect l="0" t="0" r="r" b="b"/>
              <ns1:pathLst>
                <ns1:path w="20" h="30">
                  <ns1:moveTo>
                    <ns1:pt x="10" y="0"/>
                  </ns1:moveTo>
                  <ns1:cubicBezTo>
                    <ns1:pt x="4" y="0"/>
                    <ns1:pt x="0" y="4"/>
                    <ns1:pt x="0" y="10"/>
                  </ns1:cubicBezTo>
                  <ns1:cubicBezTo>
                    <ns1:pt x="0" y="13"/>
                    <ns1:pt x="2" y="16"/>
                    <ns1:pt x="4" y="18"/>
                  </ns1:cubicBezTo>
                  <ns1:cubicBezTo>
                    <ns1:pt x="4" y="24"/>
                    <ns1:pt x="4" y="24"/>
                    <ns1:pt x="4" y="24"/>
                  </ns1:cubicBezTo>
                  <ns1:cubicBezTo>
                    <ns1:pt x="4" y="27"/>
                    <ns1:pt x="7" y="30"/>
                    <ns1:pt x="10" y="30"/>
                  </ns1:cubicBezTo>
                  <ns1:cubicBezTo>
                    <ns1:pt x="13" y="30"/>
                    <ns1:pt x="16" y="27"/>
                    <ns1:pt x="16" y="24"/>
                  </ns1:cubicBezTo>
                  <ns1:cubicBezTo>
                    <ns1:pt x="16" y="18"/>
                    <ns1:pt x="16" y="18"/>
                    <ns1:pt x="16" y="18"/>
                  </ns1:cubicBezTo>
                  <ns1:cubicBezTo>
                    <ns1:pt x="18" y="16"/>
                    <ns1:pt x="20" y="13"/>
                    <ns1:pt x="20" y="10"/>
                  </ns1:cubicBezTo>
                  <ns1:cubicBezTo>
                    <ns1:pt x="20" y="4"/>
                    <ns1:pt x="16" y="0"/>
                    <ns1:pt x="10" y="0"/>
                  </ns1:cubicBezTo>
                  <ns1:close/>
                  <ns1:moveTo>
                    <ns1:pt x="12" y="16"/>
                  </ns1:moveTo>
                  <ns1:cubicBezTo>
                    <ns1:pt x="12" y="24"/>
                    <ns1:pt x="12" y="24"/>
                    <ns1:pt x="12" y="24"/>
                  </ns1:cubicBezTo>
                  <ns1:cubicBezTo>
                    <ns1:pt x="12" y="25"/>
                    <ns1:pt x="11" y="26"/>
                    <ns1:pt x="10" y="26"/>
                  </ns1:cubicBezTo>
                  <ns1:cubicBezTo>
                    <ns1:pt x="9" y="26"/>
                    <ns1:pt x="8" y="25"/>
                    <ns1:pt x="8" y="24"/>
                  </ns1:cubicBezTo>
                  <ns1:cubicBezTo>
                    <ns1:pt x="8" y="16"/>
                    <ns1:pt x="8" y="16"/>
                    <ns1:pt x="8" y="16"/>
                  </ns1:cubicBezTo>
                  <ns1:cubicBezTo>
                    <ns1:pt x="6" y="15"/>
                    <ns1:pt x="4" y="13"/>
                    <ns1:pt x="4" y="10"/>
                  </ns1:cubicBezTo>
                  <ns1:cubicBezTo>
                    <ns1:pt x="4" y="7"/>
                    <ns1:pt x="7" y="4"/>
                    <ns1:pt x="10" y="4"/>
                  </ns1:cubicBezTo>
                  <ns1:cubicBezTo>
                    <ns1:pt x="13" y="4"/>
                    <ns1:pt x="16" y="7"/>
                    <ns1:pt x="16" y="10"/>
                  </ns1:cubicBezTo>
                  <ns1:cubicBezTo>
                    <ns1:pt x="16" y="13"/>
                    <ns1:pt x="14" y="15"/>
                    <ns1:pt x="12" y="16"/>
                  </ns1:cubicBezTo>
                  <ns1:close/>
                </ns1:path>
              </ns1:pathLst>
            </ns1:custGeom>
            <ns1:grpFill/>
            <ns1:ln>
              <ns1:noFill/>
            </ns1:ln>
            <ns1:extLst>
              <ns1:ext uri="{91240B29-F687-4F45-9708-019B960494DF}">
                <ns2:hiddenLine w="9525">
                  <ns1:solidFill>
                    <ns1:srgbClr val="000000"/>
                  </ns1:solidFill>
                  <ns1:round/>
                  <ns1:headEnd/>
                  <ns1:tailEnd/>
                </ns2:hiddenLine>
              </ns1:ext>
            </ns1:extLst>
          </ns0:spPr>
          <ns0:txBody>
            <ns1:bodyPr vert="horz" wrap="square" lIns="91440" tIns="45720" rIns="91440" bIns="45720" numCol="1" anchor="t" anchorCtr="0" compatLnSpc="1">
              <ns1:prstTxWarp prst="textNoShape">
                <ns1:avLst/>
              </ns1:prstTxWarp>
            </ns1:bodyPr>
            <ns1:lstStyle/>
            <ns1:p>
              <ns1:endParaRPr lang="id-ID" sz="2700"/>
            </ns1:p>
          </ns0:txBody>
        </ns0:sp>
      </ns0:grpSp>
      <ns0:sp>
        <ns0:nvSpPr>
          <ns0:cNvPr id="93" name="Freeform 5"/>
          <ns0:cNvSpPr>
            <ns1:spLocks/>
          </ns0:cNvSpPr>
          <ns0:nvPr/>
        </ns0:nvSpPr>
        <ns0:spPr bwMode="auto">
          <ns1:xfrm>
            <ns1:off x="4382996" y="347008"/>
            <ns1:ext cx="444822" cy="447092"/>
          </ns1:xfrm>
          <ns1:custGeom>
            <ns1:avLst/>
            <ns1:gdLst>
              <ns1:gd name="T0" fmla="*/ 234 w 246"/>
              <ns1:gd name="T1" fmla="*/ 13 h 247"/>
              <ns1:gd name="T2" fmla="*/ 175 w 246"/>
              <ns1:gd name="T3" fmla="*/ 35 h 247"/>
              <ns1:gd name="T4" fmla="*/ 153 w 246"/>
              <ns1:gd name="T5" fmla="*/ 60 h 247"/>
              <ns1:gd name="T6" fmla="*/ 24 w 246"/>
              <ns1:gd name="T7" fmla="*/ 36 h 247"/>
              <ns1:gd name="T8" fmla="*/ 5 w 246"/>
              <ns1:gd name="T9" fmla="*/ 55 h 247"/>
              <ns1:gd name="T10" fmla="*/ 107 w 246"/>
              <ns1:gd name="T11" fmla="*/ 109 h 247"/>
              <ns1:gd name="T12" fmla="*/ 65 w 246"/>
              <ns1:gd name="T13" fmla="*/ 159 h 247"/>
              <ns1:gd name="T14" fmla="*/ 54 w 246"/>
              <ns1:gd name="T15" fmla="*/ 172 h 247"/>
              <ns1:gd name="T16" fmla="*/ 12 w 246"/>
              <ns1:gd name="T17" fmla="*/ 161 h 247"/>
              <ns1:gd name="T18" fmla="*/ 0 w 246"/>
              <ns1:gd name="T19" fmla="*/ 173 h 247"/>
              <ns1:gd name="T20" fmla="*/ 47 w 246"/>
              <ns1:gd name="T21" fmla="*/ 200 h 247"/>
              <ns1:gd name="T22" fmla="*/ 74 w 246"/>
              <ns1:gd name="T23" fmla="*/ 247 h 247"/>
              <ns1:gd name="T24" fmla="*/ 86 w 246"/>
              <ns1:gd name="T25" fmla="*/ 235 h 247"/>
              <ns1:gd name="T26" fmla="*/ 75 w 246"/>
              <ns1:gd name="T27" fmla="*/ 193 h 247"/>
              <ns1:gd name="T28" fmla="*/ 88 w 246"/>
              <ns1:gd name="T29" fmla="*/ 182 h 247"/>
              <ns1:gd name="T30" fmla="*/ 138 w 246"/>
              <ns1:gd name="T31" fmla="*/ 140 h 247"/>
              <ns1:gd name="T32" fmla="*/ 192 w 246"/>
              <ns1:gd name="T33" fmla="*/ 242 h 247"/>
              <ns1:gd name="T34" fmla="*/ 211 w 246"/>
              <ns1:gd name="T35" fmla="*/ 223 h 247"/>
              <ns1:gd name="T36" fmla="*/ 187 w 246"/>
              <ns1:gd name="T37" fmla="*/ 94 h 247"/>
              <ns1:gd name="T38" fmla="*/ 212 w 246"/>
              <ns1:gd name="T39" fmla="*/ 72 h 247"/>
              <ns1:gd name="T40" fmla="*/ 234 w 246"/>
              <ns1:gd name="T41" fmla="*/ 13 h 247"/>
            </ns1:gdLst>
            <ns1:ahLst/>
            <ns1:cxnLst>
              <ns1:cxn ang="0">
                <ns1:pos x="T0" y="T1"/>
              </ns1:cxn>
              <ns1:cxn ang="0">
                <ns1:pos x="T2" y="T3"/>
              </ns1:cxn>
              <ns1:cxn ang="0">
                <ns1:pos x="T4" y="T5"/>
              </ns1:cxn>
              <ns1:cxn ang="0">
                <ns1:pos x="T6" y="T7"/>
              </ns1:cxn>
              <ns1:cxn ang="0">
                <ns1:pos x="T8" y="T9"/>
              </ns1:cxn>
              <ns1:cxn ang="0">
                <ns1:pos x="T10" y="T11"/>
              </ns1:cxn>
              <ns1:cxn ang="0">
                <ns1:pos x="T12" y="T13"/>
              </ns1:cxn>
              <ns1:cxn ang="0">
                <ns1:pos x="T14" y="T15"/>
              </ns1:cxn>
              <ns1:cxn ang="0">
                <ns1:pos x="T16" y="T17"/>
              </ns1:cxn>
              <ns1:cxn ang="0">
                <ns1:pos x="T18" y="T19"/>
              </ns1:cxn>
              <ns1:cxn ang="0">
                <ns1:pos x="T20" y="T21"/>
              </ns1:cxn>
              <ns1:cxn ang="0">
                <ns1:pos x="T22" y="T23"/>
              </ns1:cxn>
              <ns1:cxn ang="0">
                <ns1:pos x="T24" y="T25"/>
              </ns1:cxn>
              <ns1:cxn ang="0">
                <ns1:pos x="T26" y="T27"/>
              </ns1:cxn>
              <ns1:cxn ang="0">
                <ns1:pos x="T28" y="T29"/>
              </ns1:cxn>
              <ns1:cxn ang="0">
                <ns1:pos x="T30" y="T31"/>
              </ns1:cxn>
              <ns1:cxn ang="0">
                <ns1:pos x="T32" y="T33"/>
              </ns1:cxn>
              <ns1:cxn ang="0">
                <ns1:pos x="T34" y="T35"/>
              </ns1:cxn>
              <ns1:cxn ang="0">
                <ns1:pos x="T36" y="T37"/>
              </ns1:cxn>
              <ns1:cxn ang="0">
                <ns1:pos x="T38" y="T39"/>
              </ns1:cxn>
              <ns1:cxn ang="0">
                <ns1:pos x="T40" y="T41"/>
              </ns1:cxn>
            </ns1:cxnLst>
            <ns1:rect l="0" t="0" r="r" b="b"/>
            <ns1:pathLst>
              <ns1:path w="246" h="247">
                <ns1:moveTo>
                  <ns1:pt x="234" y="13"/>
                </ns1:moveTo>
                <ns1:cubicBezTo>
                  <ns1:pt x="221" y="0"/>
                  <ns1:pt x="196" y="11"/>
                  <ns1:pt x="175" y="35"/>
                </ns1:cubicBezTo>
                <ns1:cubicBezTo>
                  <ns1:pt x="153" y="60"/>
                  <ns1:pt x="153" y="60"/>
                  <ns1:pt x="153" y="60"/>
                </ns1:cubicBezTo>
                <ns1:cubicBezTo>
                  <ns1:pt x="24" y="36"/>
                  <ns1:pt x="24" y="36"/>
                  <ns1:pt x="24" y="36"/>
                </ns1:cubicBezTo>
                <ns1:cubicBezTo>
                  <ns1:pt x="5" y="55"/>
                  <ns1:pt x="5" y="55"/>
                  <ns1:pt x="5" y="55"/>
                </ns1:cubicBezTo>
                <ns1:cubicBezTo>
                  <ns1:pt x="107" y="109"/>
                  <ns1:pt x="107" y="109"/>
                  <ns1:pt x="107" y="109"/>
                </ns1:cubicBezTo>
                <ns1:cubicBezTo>
                  <ns1:pt x="65" y="159"/>
                  <ns1:pt x="65" y="159"/>
                  <ns1:pt x="65" y="159"/>
                </ns1:cubicBezTo>
                <ns1:cubicBezTo>
                  <ns1:pt x="61" y="164"/>
                  <ns1:pt x="57" y="168"/>
                  <ns1:pt x="54" y="172"/>
                </ns1:cubicBezTo>
                <ns1:cubicBezTo>
                  <ns1:pt x="12" y="161"/>
                  <ns1:pt x="12" y="161"/>
                  <ns1:pt x="12" y="161"/>
                </ns1:cubicBezTo>
                <ns1:cubicBezTo>
                  <ns1:pt x="0" y="173"/>
                  <ns1:pt x="0" y="173"/>
                  <ns1:pt x="0" y="173"/>
                </ns1:cubicBezTo>
                <ns1:cubicBezTo>
                  <ns1:pt x="47" y="200"/>
                  <ns1:pt x="47" y="200"/>
                  <ns1:pt x="47" y="200"/>
                </ns1:cubicBezTo>
                <ns1:cubicBezTo>
                  <ns1:pt x="74" y="247"/>
                  <ns1:pt x="74" y="247"/>
                  <ns1:pt x="74" y="247"/>
                </ns1:cubicBezTo>
                <ns1:cubicBezTo>
                  <ns1:pt x="86" y="235"/>
                  <ns1:pt x="86" y="235"/>
                  <ns1:pt x="86" y="235"/>
                </ns1:cubicBezTo>
                <ns1:cubicBezTo>
                  <ns1:pt x="75" y="193"/>
                  <ns1:pt x="75" y="193"/>
                  <ns1:pt x="75" y="193"/>
                </ns1:cubicBezTo>
                <ns1:cubicBezTo>
                  <ns1:pt x="79" y="190"/>
                  <ns1:pt x="83" y="186"/>
                  <ns1:pt x="88" y="182"/>
                </ns1:cubicBezTo>
                <ns1:cubicBezTo>
                  <ns1:pt x="138" y="140"/>
                  <ns1:pt x="138" y="140"/>
                  <ns1:pt x="138" y="140"/>
                </ns1:cubicBezTo>
                <ns1:cubicBezTo>
                  <ns1:pt x="192" y="242"/>
                  <ns1:pt x="192" y="242"/>
                  <ns1:pt x="192" y="242"/>
                </ns1:cubicBezTo>
                <ns1:cubicBezTo>
                  <ns1:pt x="211" y="223"/>
                  <ns1:pt x="211" y="223"/>
                  <ns1:pt x="211" y="223"/>
                </ns1:cubicBezTo>
                <ns1:cubicBezTo>
                  <ns1:pt x="187" y="94"/>
                  <ns1:pt x="187" y="94"/>
                  <ns1:pt x="187" y="94"/>
                </ns1:cubicBezTo>
                <ns1:cubicBezTo>
                  <ns1:pt x="212" y="72"/>
                  <ns1:pt x="212" y="72"/>
                  <ns1:pt x="212" y="72"/>
                </ns1:cubicBezTo>
                <ns1:cubicBezTo>
                  <ns1:pt x="236" y="51"/>
                  <ns1:pt x="246" y="25"/>
                  <ns1:pt x="234" y="13"/>
                </ns1:cubicBezTo>
                <ns1:close/>
              </ns1:path>
            </ns1:pathLst>
          </ns1:custGeom>
          <ns1:solidFill>
            <ns1:schemeClr val="tx1"/>
          </ns1:solidFill>
          <ns1:ln>
            <ns1:noFill/>
          </ns1:ln>
        </ns0:spPr>
        <ns0:txBody>
          <ns1:bodyPr vert="horz" wrap="square" lIns="91440" tIns="45720" rIns="91440" bIns="45720" numCol="1" anchor="t" anchorCtr="0" compatLnSpc="1">
            <ns1:prstTxWarp prst="textNoShape">
              <ns1:avLst/>
            </ns1:prstTxWarp>
          </ns1:bodyPr>
          <ns1:lstStyle/>
          <ns1:p>
            <ns1:endParaRPr lang="id-ID" sz="2700"/>
          </ns1:p>
        </ns0:txBody>
      </ns0:sp>
      <ns0:grpSp>
        <ns0:nvGrpSpPr>
          <ns0:cNvPr id="94" name="Group 93"/>
          <ns0:cNvGrpSpPr/>
          <ns0:nvPr/>
        </ns0:nvGrpSpPr>
        <ns0:grpSpPr>
          <ns1:xfrm>
            <ns1:off x="377744" y="1207681"/>
            <ns1:ext cx="304483" cy="415879"/>
            <ns1:chOff x="5772150" y="2981325"/>
            <ns1:chExt cx="650875" cy="889001"/>
          </ns1:xfrm>
          <ns1:solidFill>
            <ns1:schemeClr val="tx1"/>
          </ns1:solidFill>
        </ns0:grpSpPr>
        <ns0:sp>
          <ns0:nvSpPr>
            <ns0:cNvPr id="95" name="Rectangle 9"/>
            <ns0:cNvSpPr>
              <ns1:spLocks noChangeArrowheads="1"/>
            </ns0:cNvSpPr>
            <ns0:nvPr/>
          </ns0:nvSpPr>
          <ns0:spPr bwMode="auto">
            <ns1:xfrm>
              <ns1:off x="5875338" y="3159125"/>
              <ns1:ext cx="146050" cy="46038"/>
            </ns1:xfrm>
            <ns1:prstGeom prst="rect">
              <ns1:avLst/>
            </ns1:prstGeom>
            <ns1:grpFill/>
            <ns1:ln>
              <ns1:noFill/>
            </ns1:ln>
            <ns1:extLst>
              <ns1:ext uri="{91240B29-F687-4F45-9708-019B960494DF}">
                <ns2:hiddenLine w="9525">
                  <ns1:solidFill>
                    <ns1:srgbClr val="000000"/>
                  </ns1:solidFill>
                  <ns1:miter lim="800000"/>
                  <ns1:headEnd/>
                  <ns1:tailEnd/>
                </ns2:hiddenLine>
              </ns1:ext>
            </ns1:extLst>
          </ns0:spPr>
          <ns0:txBody>
            <ns1:bodyPr vert="horz" wrap="square" lIns="91440" tIns="45720" rIns="91440" bIns="45720" numCol="1" anchor="t" anchorCtr="0" compatLnSpc="1">
              <ns1:prstTxWarp prst="textNoShape">
                <ns1:avLst/>
              </ns1:prstTxWarp>
            </ns1:bodyPr>
            <ns1:lstStyle/>
            <ns1:p>
              <ns1:endParaRPr lang="id-ID" sz="2700"/>
            </ns1:p>
          </ns0:txBody>
        </ns0:sp>
        <ns0:sp>
          <ns0:nvSpPr>
            <ns0:cNvPr id="96" name="Rectangle 10"/>
            <ns0:cNvSpPr>
              <ns1:spLocks noChangeArrowheads="1"/>
            </ns0:cNvSpPr>
            <ns0:nvPr/>
          </ns0:nvSpPr>
          <ns0:spPr bwMode="auto">
            <ns1:xfrm>
              <ns1:off x="5875338" y="3375025"/>
              <ns1:ext cx="368300" cy="42863"/>
            </ns1:xfrm>
            <ns1:prstGeom prst="rect">
              <ns1:avLst/>
            </ns1:prstGeom>
            <ns1:grpFill/>
            <ns1:ln>
              <ns1:noFill/>
            </ns1:ln>
            <ns1:extLst>
              <ns1:ext uri="{91240B29-F687-4F45-9708-019B960494DF}">
                <ns2:hiddenLine w="9525">
                  <ns1:solidFill>
                    <ns1:srgbClr val="000000"/>
                  </ns1:solidFill>
                  <ns1:miter lim="800000"/>
                  <ns1:headEnd/>
                  <ns1:tailEnd/>
                </ns2:hiddenLine>
              </ns1:ext>
            </ns1:extLst>
          </ns0:spPr>
          <ns0:txBody>
            <ns1:bodyPr vert="horz" wrap="square" lIns="91440" tIns="45720" rIns="91440" bIns="45720" numCol="1" anchor="t" anchorCtr="0" compatLnSpc="1">
              <ns1:prstTxWarp prst="textNoShape">
                <ns1:avLst/>
              </ns1:prstTxWarp>
            </ns1:bodyPr>
            <ns1:lstStyle/>
            <ns1:p>
              <ns1:endParaRPr lang="id-ID" sz="2700"/>
            </ns1:p>
          </ns0:txBody>
        </ns0:sp>
        <ns0:sp>
          <ns0:nvSpPr>
            <ns0:cNvPr id="97" name="Rectangle 11"/>
            <ns0:cNvSpPr>
              <ns1:spLocks noChangeArrowheads="1"/>
            </ns0:cNvSpPr>
            <ns0:nvPr/>
          </ns0:nvSpPr>
          <ns0:spPr bwMode="auto">
            <ns1:xfrm>
              <ns1:off x="5875338" y="3470275"/>
              <ns1:ext cx="368300" cy="46038"/>
            </ns1:xfrm>
            <ns1:prstGeom prst="rect">
              <ns1:avLst/>
            </ns1:prstGeom>
            <ns1:grpFill/>
            <ns1:ln>
              <ns1:noFill/>
            </ns1:ln>
            <ns1:extLst>
              <ns1:ext uri="{91240B29-F687-4F45-9708-019B960494DF}">
                <ns2:hiddenLine w="9525">
                  <ns1:solidFill>
                    <ns1:srgbClr val="000000"/>
                  </ns1:solidFill>
                  <ns1:miter lim="800000"/>
                  <ns1:headEnd/>
                  <ns1:tailEnd/>
                </ns2:hiddenLine>
              </ns1:ext>
            </ns1:extLst>
          </ns0:spPr>
          <ns0:txBody>
            <ns1:bodyPr vert="horz" wrap="square" lIns="91440" tIns="45720" rIns="91440" bIns="45720" numCol="1" anchor="t" anchorCtr="0" compatLnSpc="1">
              <ns1:prstTxWarp prst="textNoShape">
                <ns1:avLst/>
              </ns1:prstTxWarp>
            </ns1:bodyPr>
            <ns1:lstStyle/>
            <ns1:p>
              <ns1:endParaRPr lang="id-ID" sz="2700"/>
            </ns1:p>
          </ns0:txBody>
        </ns0:sp>
        <ns0:sp>
          <ns0:nvSpPr>
            <ns0:cNvPr id="98" name="Rectangle 12"/>
            <ns0:cNvSpPr>
              <ns1:spLocks noChangeArrowheads="1"/>
            </ns0:cNvSpPr>
            <ns0:nvPr/>
          </ns0:nvSpPr>
          <ns0:spPr bwMode="auto">
            <ns1:xfrm>
              <ns1:off x="5875338" y="3565525"/>
              <ns1:ext cx="206375" cy="46038"/>
            </ns1:xfrm>
            <ns1:prstGeom prst="rect">
              <ns1:avLst/>
            </ns1:prstGeom>
            <ns1:grpFill/>
            <ns1:ln>
              <ns1:noFill/>
            </ns1:ln>
            <ns1:extLst>
              <ns1:ext uri="{91240B29-F687-4F45-9708-019B960494DF}">
                <ns2:hiddenLine w="9525">
                  <ns1:solidFill>
                    <ns1:srgbClr val="000000"/>
                  </ns1:solidFill>
                  <ns1:miter lim="800000"/>
                  <ns1:headEnd/>
                  <ns1:tailEnd/>
                </ns2:hiddenLine>
              </ns1:ext>
            </ns1:extLst>
          </ns0:spPr>
          <ns0:txBody>
            <ns1:bodyPr vert="horz" wrap="square" lIns="91440" tIns="45720" rIns="91440" bIns="45720" numCol="1" anchor="t" anchorCtr="0" compatLnSpc="1">
              <ns1:prstTxWarp prst="textNoShape">
                <ns1:avLst/>
              </ns1:prstTxWarp>
            </ns1:bodyPr>
            <ns1:lstStyle/>
            <ns1:p>
              <ns1:endParaRPr lang="id-ID" sz="2700"/>
            </ns1:p>
          </ns0:txBody>
        </ns0:sp>
        <ns0:sp>
          <ns0:nvSpPr>
            <ns0:cNvPr id="99" name="Freeform 13"/>
            <ns0:cNvSpPr>
              <ns1:spLocks/>
            </ns0:cNvSpPr>
            <ns0:nvPr/>
          </ns0:nvSpPr>
          <ns0:spPr bwMode="auto">
            <ns1:xfrm>
              <ns1:off x="5772150" y="2981325"/>
              <ns1:ext cx="650875" cy="835025"/>
            </ns1:xfrm>
            <ns1:custGeom>
              <ns1:avLst/>
              <ns1:gdLst>
                <ns1:gd name="T0" fmla="*/ 87 w 170"/>
                <ns1:gd name="T1" fmla="*/ 0 h 220"/>
                <ns1:gd name="T2" fmla="*/ 34 w 170"/>
                <ns1:gd name="T3" fmla="*/ 0 h 220"/>
                <ns1:gd name="T4" fmla="*/ 0 w 170"/>
                <ns1:gd name="T5" fmla="*/ 34 h 220"/>
                <ns1:gd name="T6" fmla="*/ 0 w 170"/>
                <ns1:gd name="T7" fmla="*/ 185 h 220"/>
                <ns1:gd name="T8" fmla="*/ 34 w 170"/>
                <ns1:gd name="T9" fmla="*/ 220 h 220"/>
                <ns1:gd name="T10" fmla="*/ 91 w 170"/>
                <ns1:gd name="T11" fmla="*/ 220 h 220"/>
                <ns1:gd name="T12" fmla="*/ 91 w 170"/>
                <ns1:gd name="T13" fmla="*/ 203 h 220"/>
                <ns1:gd name="T14" fmla="*/ 34 w 170"/>
                <ns1:gd name="T15" fmla="*/ 203 h 220"/>
                <ns1:gd name="T16" fmla="*/ 16 w 170"/>
                <ns1:gd name="T17" fmla="*/ 185 h 220"/>
                <ns1:gd name="T18" fmla="*/ 16 w 170"/>
                <ns1:gd name="T19" fmla="*/ 34 h 220"/>
                <ns1:gd name="T20" fmla="*/ 34 w 170"/>
                <ns1:gd name="T21" fmla="*/ 16 h 220"/>
                <ns1:gd name="T22" fmla="*/ 79 w 170"/>
                <ns1:gd name="T23" fmla="*/ 16 h 220"/>
                <ns1:gd name="T24" fmla="*/ 79 w 170"/>
                <ns1:gd name="T25" fmla="*/ 67 h 220"/>
                <ns1:gd name="T26" fmla="*/ 105 w 170"/>
                <ns1:gd name="T27" fmla="*/ 93 h 220"/>
                <ns1:gd name="T28" fmla="*/ 154 w 170"/>
                <ns1:gd name="T29" fmla="*/ 93 h 220"/>
                <ns1:gd name="T30" fmla="*/ 154 w 170"/>
                <ns1:gd name="T31" fmla="*/ 185 h 220"/>
                <ns1:gd name="T32" fmla="*/ 143 w 170"/>
                <ns1:gd name="T33" fmla="*/ 202 h 220"/>
                <ns1:gd name="T34" fmla="*/ 143 w 170"/>
                <ns1:gd name="T35" fmla="*/ 219 h 220"/>
                <ns1:gd name="T36" fmla="*/ 170 w 170"/>
                <ns1:gd name="T37" fmla="*/ 185 h 220"/>
                <ns1:gd name="T38" fmla="*/ 170 w 170"/>
                <ns1:gd name="T39" fmla="*/ 83 h 220"/>
                <ns1:gd name="T40" fmla="*/ 87 w 170"/>
                <ns1:gd name="T41" fmla="*/ 0 h 220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  <ns1:cxn ang="0">
                  <ns1:pos x="T14" y="T15"/>
                </ns1:cxn>
                <ns1:cxn ang="0">
                  <ns1:pos x="T16" y="T17"/>
                </ns1:cxn>
                <ns1:cxn ang="0">
                  <ns1:pos x="T18" y="T19"/>
                </ns1:cxn>
                <ns1:cxn ang="0">
                  <ns1:pos x="T20" y="T21"/>
                </ns1:cxn>
                <ns1:cxn ang="0">
                  <ns1:pos x="T22" y="T23"/>
                </ns1:cxn>
                <ns1:cxn ang="0">
                  <ns1:pos x="T24" y="T25"/>
                </ns1:cxn>
                <ns1:cxn ang="0">
                  <ns1:pos x="T26" y="T27"/>
                </ns1:cxn>
                <ns1:cxn ang="0">
                  <ns1:pos x="T28" y="T29"/>
                </ns1:cxn>
                <ns1:cxn ang="0">
                  <ns1:pos x="T30" y="T31"/>
                </ns1:cxn>
                <ns1:cxn ang="0">
                  <ns1:pos x="T32" y="T33"/>
                </ns1:cxn>
                <ns1:cxn ang="0">
                  <ns1:pos x="T34" y="T35"/>
                </ns1:cxn>
                <ns1:cxn ang="0">
                  <ns1:pos x="T36" y="T37"/>
                </ns1:cxn>
                <ns1:cxn ang="0">
                  <ns1:pos x="T38" y="T39"/>
                </ns1:cxn>
                <ns1:cxn ang="0">
                  <ns1:pos x="T40" y="T41"/>
                </ns1:cxn>
              </ns1:cxnLst>
              <ns1:rect l="0" t="0" r="r" b="b"/>
              <ns1:pathLst>
                <ns1:path w="170" h="220">
                  <ns1:moveTo>
                    <ns1:pt x="87" y="0"/>
                  </ns1:moveTo>
                  <ns1:cubicBezTo>
                    <ns1:pt x="34" y="0"/>
                    <ns1:pt x="34" y="0"/>
                    <ns1:pt x="34" y="0"/>
                  </ns1:cubicBezTo>
                  <ns1:cubicBezTo>
                    <ns1:pt x="15" y="0"/>
                    <ns1:pt x="0" y="15"/>
                    <ns1:pt x="0" y="34"/>
                  </ns1:cubicBezTo>
                  <ns1:cubicBezTo>
                    <ns1:pt x="0" y="185"/>
                    <ns1:pt x="0" y="185"/>
                    <ns1:pt x="0" y="185"/>
                  </ns1:cubicBezTo>
                  <ns1:cubicBezTo>
                    <ns1:pt x="0" y="204"/>
                    <ns1:pt x="15" y="220"/>
                    <ns1:pt x="34" y="220"/>
                  </ns1:cubicBezTo>
                  <ns1:cubicBezTo>
                    <ns1:pt x="91" y="220"/>
                    <ns1:pt x="91" y="220"/>
                    <ns1:pt x="91" y="220"/>
                  </ns1:cubicBezTo>
                  <ns1:cubicBezTo>
                    <ns1:pt x="91" y="203"/>
                    <ns1:pt x="91" y="203"/>
                    <ns1:pt x="91" y="203"/>
                  </ns1:cubicBezTo>
                  <ns1:cubicBezTo>
                    <ns1:pt x="34" y="203"/>
                    <ns1:pt x="34" y="203"/>
                    <ns1:pt x="34" y="203"/>
                  </ns1:cubicBezTo>
                  <ns1:cubicBezTo>
                    <ns1:pt x="24" y="203"/>
                    <ns1:pt x="16" y="195"/>
                    <ns1:pt x="16" y="185"/>
                  </ns1:cubicBezTo>
                  <ns1:cubicBezTo>
                    <ns1:pt x="16" y="34"/>
                    <ns1:pt x="16" y="34"/>
                    <ns1:pt x="16" y="34"/>
                  </ns1:cubicBezTo>
                  <ns1:cubicBezTo>
                    <ns1:pt x="16" y="24"/>
                    <ns1:pt x="24" y="16"/>
                    <ns1:pt x="34" y="16"/>
                  </ns1:cubicBezTo>
                  <ns1:cubicBezTo>
                    <ns1:pt x="79" y="16"/>
                    <ns1:pt x="79" y="16"/>
                    <ns1:pt x="79" y="16"/>
                  </ns1:cubicBezTo>
                  <ns1:cubicBezTo>
                    <ns1:pt x="79" y="67"/>
                    <ns1:pt x="79" y="67"/>
                    <ns1:pt x="79" y="67"/>
                  </ns1:cubicBezTo>
                  <ns1:cubicBezTo>
                    <ns1:pt x="79" y="81"/>
                    <ns1:pt x="90" y="93"/>
                    <ns1:pt x="105" y="93"/>
                  </ns1:cubicBezTo>
                  <ns1:cubicBezTo>
                    <ns1:pt x="154" y="93"/>
                    <ns1:pt x="154" y="93"/>
                    <ns1:pt x="154" y="93"/>
                  </ns1:cubicBezTo>
                  <ns1:cubicBezTo>
                    <ns1:pt x="154" y="185"/>
                    <ns1:pt x="154" y="185"/>
                    <ns1:pt x="154" y="185"/>
                  </ns1:cubicBezTo>
                  <ns1:cubicBezTo>
                    <ns1:pt x="154" y="193"/>
                    <ns1:pt x="149" y="199"/>
                    <ns1:pt x="143" y="202"/>
                  </ns1:cubicBezTo>
                  <ns1:cubicBezTo>
                    <ns1:pt x="143" y="219"/>
                    <ns1:pt x="143" y="219"/>
                    <ns1:pt x="143" y="219"/>
                  </ns1:cubicBezTo>
                  <ns1:cubicBezTo>
                    <ns1:pt x="158" y="216"/>
                    <ns1:pt x="170" y="202"/>
                    <ns1:pt x="170" y="185"/>
                  </ns1:cubicBezTo>
                  <ns1:cubicBezTo>
                    <ns1:pt x="170" y="83"/>
                    <ns1:pt x="170" y="83"/>
                    <ns1:pt x="170" y="83"/>
                  </ns1:cubicBezTo>
                  <ns1:lnTo>
                    <ns1:pt x="87" y="0"/>
                  </ns1:lnTo>
                  <ns1:close/>
                </ns1:path>
              </ns1:pathLst>
            </ns1:custGeom>
            <ns1:grpFill/>
            <ns1:ln>
              <ns1:noFill/>
            </ns1:ln>
            <ns1:extLst>
              <ns1:ext uri="{91240B29-F687-4F45-9708-019B960494DF}">
                <ns2:hiddenLine w="9525">
                  <ns1:solidFill>
                    <ns1:srgbClr val="000000"/>
                  </ns1:solidFill>
                  <ns1:round/>
                  <ns1:headEnd/>
                  <ns1:tailEnd/>
                </ns2:hiddenLine>
              </ns1:ext>
            </ns1:extLst>
          </ns0:spPr>
          <ns0:txBody>
            <ns1:bodyPr vert="horz" wrap="square" lIns="91440" tIns="45720" rIns="91440" bIns="45720" numCol="1" anchor="t" anchorCtr="0" compatLnSpc="1">
              <ns1:prstTxWarp prst="textNoShape">
                <ns1:avLst/>
              </ns1:prstTxWarp>
            </ns1:bodyPr>
            <ns1:lstStyle/>
            <ns1:p>
              <ns1:endParaRPr lang="id-ID" sz="2700"/>
            </ns1:p>
          </ns0:txBody>
        </ns0:sp>
        <ns0:sp>
          <ns0:nvSpPr>
            <ns0:cNvPr id="100" name="Freeform 14"/>
            <ns0:cNvSpPr>
              <ns1:spLocks/>
            </ns0:cNvSpPr>
            <ns0:nvPr/>
          </ns0:nvSpPr>
          <ns0:spPr bwMode="auto">
            <ns1:xfrm>
              <ns1:off x="6154738" y="3744913"/>
              <ns1:ext cx="130175" cy="125413"/>
            </ns1:xfrm>
            <ns1:custGeom>
              <ns1:avLst/>
              <ns1:gdLst>
                <ns1:gd name="T0" fmla="*/ 32 w 34"/>
                <ns1:gd name="T1" fmla="*/ 0 h 33"/>
                <ns1:gd name="T2" fmla="*/ 31 w 34"/>
                <ns1:gd name="T3" fmla="*/ 2 h 33"/>
                <ns1:gd name="T4" fmla="*/ 26 w 34"/>
                <ns1:gd name="T5" fmla="*/ 7 h 33"/>
                <ns1:gd name="T6" fmla="*/ 24 w 34"/>
                <ns1:gd name="T7" fmla="*/ 8 h 33"/>
                <ns1:gd name="T8" fmla="*/ 19 w 34"/>
                <ns1:gd name="T9" fmla="*/ 6 h 33"/>
                <ns1:gd name="T10" fmla="*/ 17 w 34"/>
                <ns1:gd name="T11" fmla="*/ 5 h 33"/>
                <ns1:gd name="T12" fmla="*/ 16 w 34"/>
                <ns1:gd name="T13" fmla="*/ 6 h 33"/>
                <ns1:gd name="T14" fmla="*/ 10 w 34"/>
                <ns1:gd name="T15" fmla="*/ 8 h 33"/>
                <ns1:gd name="T16" fmla="*/ 10 w 34"/>
                <ns1:gd name="T17" fmla="*/ 8 h 33"/>
                <ns1:gd name="T18" fmla="*/ 8 w 34"/>
                <ns1:gd name="T19" fmla="*/ 7 h 33"/>
                <ns1:gd name="T20" fmla="*/ 3 w 34"/>
                <ns1:gd name="T21" fmla="*/ 2 h 33"/>
                <ns1:gd name="T22" fmla="*/ 2 w 34"/>
                <ns1:gd name="T23" fmla="*/ 0 h 33"/>
                <ns1:gd name="T24" fmla="*/ 1 w 34"/>
                <ns1:gd name="T25" fmla="*/ 0 h 33"/>
                <ns1:gd name="T26" fmla="*/ 0 w 34"/>
                <ns1:gd name="T27" fmla="*/ 0 h 33"/>
                <ns1:gd name="T28" fmla="*/ 0 w 34"/>
                <ns1:gd name="T29" fmla="*/ 33 h 33"/>
                <ns1:gd name="T30" fmla="*/ 17 w 34"/>
                <ns1:gd name="T31" fmla="*/ 21 h 33"/>
                <ns1:gd name="T32" fmla="*/ 34 w 34"/>
                <ns1:gd name="T33" fmla="*/ 33 h 33"/>
                <ns1:gd name="T34" fmla="*/ 34 w 34"/>
                <ns1:gd name="T35" fmla="*/ 0 h 33"/>
                <ns1:gd name="T36" fmla="*/ 34 w 34"/>
                <ns1:gd name="T37" fmla="*/ 0 h 33"/>
                <ns1:gd name="T38" fmla="*/ 32 w 34"/>
                <ns1:gd name="T39" fmla="*/ 0 h 33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  <ns1:cxn ang="0">
                  <ns1:pos x="T14" y="T15"/>
                </ns1:cxn>
                <ns1:cxn ang="0">
                  <ns1:pos x="T16" y="T17"/>
                </ns1:cxn>
                <ns1:cxn ang="0">
                  <ns1:pos x="T18" y="T19"/>
                </ns1:cxn>
                <ns1:cxn ang="0">
                  <ns1:pos x="T20" y="T21"/>
                </ns1:cxn>
                <ns1:cxn ang="0">
                  <ns1:pos x="T22" y="T23"/>
                </ns1:cxn>
                <ns1:cxn ang="0">
                  <ns1:pos x="T24" y="T25"/>
                </ns1:cxn>
                <ns1:cxn ang="0">
                  <ns1:pos x="T26" y="T27"/>
                </ns1:cxn>
                <ns1:cxn ang="0">
                  <ns1:pos x="T28" y="T29"/>
                </ns1:cxn>
                <ns1:cxn ang="0">
                  <ns1:pos x="T30" y="T31"/>
                </ns1:cxn>
                <ns1:cxn ang="0">
                  <ns1:pos x="T32" y="T33"/>
                </ns1:cxn>
                <ns1:cxn ang="0">
                  <ns1:pos x="T34" y="T35"/>
                </ns1:cxn>
                <ns1:cxn ang="0">
                  <ns1:pos x="T36" y="T37"/>
                </ns1:cxn>
                <ns1:cxn ang="0">
                  <ns1:pos x="T38" y="T39"/>
                </ns1:cxn>
              </ns1:cxnLst>
              <ns1:rect l="0" t="0" r="r" b="b"/>
              <ns1:pathLst>
                <ns1:path w="34" h="33">
                  <ns1:moveTo>
                    <ns1:pt x="32" y="0"/>
                  </ns1:moveTo>
                  <ns1:cubicBezTo>
                    <ns1:pt x="32" y="1"/>
                    <ns1:pt x="31" y="1"/>
                    <ns1:pt x="31" y="2"/>
                  </ns1:cubicBezTo>
                  <ns1:cubicBezTo>
                    <ns1:pt x="30" y="4"/>
                    <ns1:pt x="29" y="6"/>
                    <ns1:pt x="26" y="7"/>
                  </ns1:cubicBezTo>
                  <ns1:cubicBezTo>
                    <ns1:pt x="25" y="7"/>
                    <ns1:pt x="25" y="8"/>
                    <ns1:pt x="24" y="8"/>
                  </ns1:cubicBezTo>
                  <ns1:cubicBezTo>
                    <ns1:pt x="22" y="8"/>
                    <ns1:pt x="20" y="7"/>
                    <ns1:pt x="19" y="6"/>
                  </ns1:cubicBezTo>
                  <ns1:cubicBezTo>
                    <ns1:pt x="18" y="6"/>
                    <ns1:pt x="17" y="5"/>
                    <ns1:pt x="17" y="5"/>
                  </ns1:cubicBezTo>
                  <ns1:cubicBezTo>
                    <ns1:pt x="17" y="5"/>
                    <ns1:pt x="16" y="6"/>
                    <ns1:pt x="16" y="6"/>
                  </ns1:cubicBezTo>
                  <ns1:cubicBezTo>
                    <ns1:pt x="14" y="7"/>
                    <ns1:pt x="12" y="8"/>
                    <ns1:pt x="10" y="8"/>
                  </ns1:cubicBezTo>
                  <ns1:cubicBezTo>
                    <ns1:pt x="10" y="8"/>
                    <ns1:pt x="10" y="8"/>
                    <ns1:pt x="10" y="8"/>
                  </ns1:cubicBezTo>
                  <ns1:cubicBezTo>
                    <ns1:pt x="9" y="8"/>
                    <ns1:pt x="9" y="7"/>
                    <ns1:pt x="8" y="7"/>
                  </ns1:cubicBezTo>
                  <ns1:cubicBezTo>
                    <ns1:pt x="5" y="6"/>
                    <ns1:pt x="4" y="4"/>
                    <ns1:pt x="3" y="2"/>
                  </ns1:cubicBezTo>
                  <ns1:cubicBezTo>
                    <ns1:pt x="3" y="1"/>
                    <ns1:pt x="2" y="1"/>
                    <ns1:pt x="2" y="0"/>
                  </ns1:cubicBezTo>
                  <ns1:cubicBezTo>
                    <ns1:pt x="2" y="0"/>
                    <ns1:pt x="1" y="0"/>
                    <ns1:pt x="1" y="0"/>
                  </ns1:cubicBezTo>
                  <ns1:cubicBezTo>
                    <ns1:pt x="1" y="0"/>
                    <ns1:pt x="0" y="0"/>
                    <ns1:pt x="0" y="0"/>
                  </ns1:cubicBezTo>
                  <ns1:cubicBezTo>
                    <ns1:pt x="0" y="33"/>
                    <ns1:pt x="0" y="33"/>
                    <ns1:pt x="0" y="33"/>
                  </ns1:cubicBezTo>
                  <ns1:cubicBezTo>
                    <ns1:pt x="17" y="21"/>
                    <ns1:pt x="17" y="21"/>
                    <ns1:pt x="17" y="21"/>
                  </ns1:cubicBezTo>
                  <ns1:cubicBezTo>
                    <ns1:pt x="34" y="33"/>
                    <ns1:pt x="34" y="33"/>
                    <ns1:pt x="34" y="33"/>
                  </ns1:cubicBezTo>
                  <ns1:cubicBezTo>
                    <ns1:pt x="34" y="0"/>
                    <ns1:pt x="34" y="0"/>
                    <ns1:pt x="34" y="0"/>
                  </ns1:cubicBezTo>
                  <ns1:cubicBezTo>
                    <ns1:pt x="34" y="0"/>
                    <ns1:pt x="34" y="0"/>
                    <ns1:pt x="34" y="0"/>
                  </ns1:cubicBezTo>
                  <ns1:cubicBezTo>
                    <ns1:pt x="33" y="0"/>
                    <ns1:pt x="32" y="0"/>
                    <ns1:pt x="32" y="0"/>
                  </ns1:cubicBezTo>
                  <ns1:close/>
                </ns1:path>
              </ns1:pathLst>
            </ns1:custGeom>
            <ns1:grpFill/>
            <ns1:ln>
              <ns1:noFill/>
            </ns1:ln>
            <ns1:extLst>
              <ns1:ext uri="{91240B29-F687-4F45-9708-019B960494DF}">
                <ns2:hiddenLine w="9525">
                  <ns1:solidFill>
                    <ns1:srgbClr val="000000"/>
                  </ns1:solidFill>
                  <ns1:round/>
                  <ns1:headEnd/>
                  <ns1:tailEnd/>
                </ns2:hiddenLine>
              </ns1:ext>
            </ns1:extLst>
          </ns0:spPr>
          <ns0:txBody>
            <ns1:bodyPr vert="horz" wrap="square" lIns="91440" tIns="45720" rIns="91440" bIns="45720" numCol="1" anchor="t" anchorCtr="0" compatLnSpc="1">
              <ns1:prstTxWarp prst="textNoShape">
                <ns1:avLst/>
              </ns1:prstTxWarp>
            </ns1:bodyPr>
            <ns1:lstStyle/>
            <ns1:p>
              <ns1:endParaRPr lang="id-ID" sz="2700"/>
            </ns1:p>
          </ns0:txBody>
        </ns0:sp>
        <ns0:sp>
          <ns0:nvSpPr>
            <ns0:cNvPr id="101" name="Oval 15"/>
            <ns0:cNvSpPr>
              <ns1:spLocks noChangeArrowheads="1"/>
            </ns0:cNvSpPr>
            <ns0:nvPr/>
          </ns0:nvSpPr>
          <ns0:spPr bwMode="auto">
            <ns1:xfrm>
              <ns1:off x="6178550" y="3625850"/>
              <ns1:ext cx="84138" cy="80963"/>
            </ns1:xfrm>
            <ns1:prstGeom prst="ellipse">
              <ns1:avLst/>
            </ns1:prstGeom>
            <ns1:grpFill/>
            <ns1:ln>
              <ns1:noFill/>
            </ns1:ln>
            <ns1:extLst>
              <ns1:ext uri="{91240B29-F687-4F45-9708-019B960494DF}">
                <ns2:hiddenLine w="9525">
                  <ns1:solidFill>
                    <ns1:srgbClr val="000000"/>
                  </ns1:solidFill>
                  <ns1:round/>
                  <ns1:headEnd/>
                  <ns1:tailEnd/>
                </ns2:hiddenLine>
              </ns1:ext>
            </ns1:extLst>
          </ns0:spPr>
          <ns0:txBody>
            <ns1:bodyPr vert="horz" wrap="square" lIns="91440" tIns="45720" rIns="91440" bIns="45720" numCol="1" anchor="t" anchorCtr="0" compatLnSpc="1">
              <ns1:prstTxWarp prst="textNoShape">
                <ns1:avLst/>
              </ns1:prstTxWarp>
            </ns1:bodyPr>
            <ns1:lstStyle/>
            <ns1:p>
              <ns1:endParaRPr lang="id-ID" sz="2700"/>
            </ns1:p>
          </ns0:txBody>
        </ns0:sp>
        <ns0:sp>
          <ns0:nvSpPr>
            <ns0:cNvPr id="102" name="Freeform 16"/>
            <ns0:cNvSpPr>
              <ns1:spLocks noEditPoints="1"/>
            </ns0:cNvSpPr>
            <ns0:nvPr/>
          </ns0:nvSpPr>
          <ns0:spPr bwMode="auto">
            <ns1:xfrm>
              <ns1:off x="6127750" y="3573463"/>
              <ns1:ext cx="187325" cy="185738"/>
            </ns1:xfrm>
            <ns1:custGeom>
              <ns1:avLst/>
              <ns1:gdLst>
                <ns1:gd name="T0" fmla="*/ 44 w 49"/>
                <ns1:gd name="T1" fmla="*/ 18 h 49"/>
                <ns1:gd name="T2" fmla="*/ 44 w 49"/>
                <ns1:gd name="T3" fmla="*/ 10 h 49"/>
                <ns1:gd name="T4" fmla="*/ 36 w 49"/>
                <ns1:gd name="T5" fmla="*/ 7 h 49"/>
                <ns1:gd name="T6" fmla="*/ 32 w 49"/>
                <ns1:gd name="T7" fmla="*/ 1 h 49"/>
                <ns1:gd name="T8" fmla="*/ 24 w 49"/>
                <ns1:gd name="T9" fmla="*/ 3 h 49"/>
                <ns1:gd name="T10" fmla="*/ 16 w 49"/>
                <ns1:gd name="T11" fmla="*/ 1 h 49"/>
                <ns1:gd name="T12" fmla="*/ 12 w 49"/>
                <ns1:gd name="T13" fmla="*/ 7 h 49"/>
                <ns1:gd name="T14" fmla="*/ 4 w 49"/>
                <ns1:gd name="T15" fmla="*/ 10 h 49"/>
                <ns1:gd name="T16" fmla="*/ 4 w 49"/>
                <ns1:gd name="T17" fmla="*/ 18 h 49"/>
                <ns1:gd name="T18" fmla="*/ 0 w 49"/>
                <ns1:gd name="T19" fmla="*/ 24 h 49"/>
                <ns1:gd name="T20" fmla="*/ 4 w 49"/>
                <ns1:gd name="T21" fmla="*/ 31 h 49"/>
                <ns1:gd name="T22" fmla="*/ 4 w 49"/>
                <ns1:gd name="T23" fmla="*/ 39 h 49"/>
                <ns1:gd name="T24" fmla="*/ 12 w 49"/>
                <ns1:gd name="T25" fmla="*/ 41 h 49"/>
                <ns1:gd name="T26" fmla="*/ 16 w 49"/>
                <ns1:gd name="T27" fmla="*/ 48 h 49"/>
                <ns1:gd name="T28" fmla="*/ 24 w 49"/>
                <ns1:gd name="T29" fmla="*/ 45 h 49"/>
                <ns1:gd name="T30" fmla="*/ 32 w 49"/>
                <ns1:gd name="T31" fmla="*/ 48 h 49"/>
                <ns1:gd name="T32" fmla="*/ 36 w 49"/>
                <ns1:gd name="T33" fmla="*/ 41 h 49"/>
                <ns1:gd name="T34" fmla="*/ 44 w 49"/>
                <ns1:gd name="T35" fmla="*/ 39 h 49"/>
                <ns1:gd name="T36" fmla="*/ 44 w 49"/>
                <ns1:gd name="T37" fmla="*/ 31 h 49"/>
                <ns1:gd name="T38" fmla="*/ 49 w 49"/>
                <ns1:gd name="T39" fmla="*/ 24 h 49"/>
                <ns1:gd name="T40" fmla="*/ 44 w 49"/>
                <ns1:gd name="T41" fmla="*/ 18 h 49"/>
                <ns1:gd name="T42" fmla="*/ 24 w 49"/>
                <ns1:gd name="T43" fmla="*/ 37 h 49"/>
                <ns1:gd name="T44" fmla="*/ 11 w 49"/>
                <ns1:gd name="T45" fmla="*/ 24 h 49"/>
                <ns1:gd name="T46" fmla="*/ 24 w 49"/>
                <ns1:gd name="T47" fmla="*/ 12 h 49"/>
                <ns1:gd name="T48" fmla="*/ 37 w 49"/>
                <ns1:gd name="T49" fmla="*/ 24 h 49"/>
                <ns1:gd name="T50" fmla="*/ 24 w 49"/>
                <ns1:gd name="T51" fmla="*/ 37 h 49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  <ns1:cxn ang="0">
                  <ns1:pos x="T14" y="T15"/>
                </ns1:cxn>
                <ns1:cxn ang="0">
                  <ns1:pos x="T16" y="T17"/>
                </ns1:cxn>
                <ns1:cxn ang="0">
                  <ns1:pos x="T18" y="T19"/>
                </ns1:cxn>
                <ns1:cxn ang="0">
                  <ns1:pos x="T20" y="T21"/>
                </ns1:cxn>
                <ns1:cxn ang="0">
                  <ns1:pos x="T22" y="T23"/>
                </ns1:cxn>
                <ns1:cxn ang="0">
                  <ns1:pos x="T24" y="T25"/>
                </ns1:cxn>
                <ns1:cxn ang="0">
                  <ns1:pos x="T26" y="T27"/>
                </ns1:cxn>
                <ns1:cxn ang="0">
                  <ns1:pos x="T28" y="T29"/>
                </ns1:cxn>
                <ns1:cxn ang="0">
                  <ns1:pos x="T30" y="T31"/>
                </ns1:cxn>
                <ns1:cxn ang="0">
                  <ns1:pos x="T32" y="T33"/>
                </ns1:cxn>
                <ns1:cxn ang="0">
                  <ns1:pos x="T34" y="T35"/>
                </ns1:cxn>
                <ns1:cxn ang="0">
                  <ns1:pos x="T36" y="T37"/>
                </ns1:cxn>
                <ns1:cxn ang="0">
                  <ns1:pos x="T38" y="T39"/>
                </ns1:cxn>
                <ns1:cxn ang="0">
                  <ns1:pos x="T40" y="T41"/>
                </ns1:cxn>
                <ns1:cxn ang="0">
                  <ns1:pos x="T42" y="T43"/>
                </ns1:cxn>
                <ns1:cxn ang="0">
                  <ns1:pos x="T44" y="T45"/>
                </ns1:cxn>
                <ns1:cxn ang="0">
                  <ns1:pos x="T46" y="T47"/>
                </ns1:cxn>
                <ns1:cxn ang="0">
                  <ns1:pos x="T48" y="T49"/>
                </ns1:cxn>
                <ns1:cxn ang="0">
                  <ns1:pos x="T50" y="T51"/>
                </ns1:cxn>
              </ns1:cxnLst>
              <ns1:rect l="0" t="0" r="r" b="b"/>
              <ns1:pathLst>
                <ns1:path w="49" h="49">
                  <ns1:moveTo>
                    <ns1:pt x="44" y="18"/>
                  </ns1:moveTo>
                  <ns1:cubicBezTo>
                    <ns1:pt x="43" y="16"/>
                    <ns1:pt x="45" y="12"/>
                    <ns1:pt x="44" y="10"/>
                  </ns1:cubicBezTo>
                  <ns1:cubicBezTo>
                    <ns1:pt x="42" y="8"/>
                    <ns1:pt x="38" y="9"/>
                    <ns1:pt x="36" y="7"/>
                  </ns1:cubicBezTo>
                  <ns1:cubicBezTo>
                    <ns1:pt x="34" y="6"/>
                    <ns1:pt x="34" y="2"/>
                    <ns1:pt x="32" y="1"/>
                  </ns1:cubicBezTo>
                  <ns1:cubicBezTo>
                    <ns1:pt x="29" y="0"/>
                    <ns1:pt x="27" y="3"/>
                    <ns1:pt x="24" y="3"/>
                  </ns1:cubicBezTo>
                  <ns1:cubicBezTo>
                    <ns1:pt x="22" y="3"/>
                    <ns1:pt x="19" y="0"/>
                    <ns1:pt x="16" y="1"/>
                  </ns1:cubicBezTo>
                  <ns1:cubicBezTo>
                    <ns1:pt x="14" y="2"/>
                    <ns1:pt x="14" y="6"/>
                    <ns1:pt x="12" y="7"/>
                  </ns1:cubicBezTo>
                  <ns1:cubicBezTo>
                    <ns1:pt x="10" y="9"/>
                    <ns1:pt x="6" y="8"/>
                    <ns1:pt x="4" y="10"/>
                  </ns1:cubicBezTo>
                  <ns1:cubicBezTo>
                    <ns1:pt x="3" y="12"/>
                    <ns1:pt x="5" y="16"/>
                    <ns1:pt x="4" y="18"/>
                  </ns1:cubicBezTo>
                  <ns1:cubicBezTo>
                    <ns1:pt x="3" y="20"/>
                    <ns1:pt x="0" y="22"/>
                    <ns1:pt x="0" y="24"/>
                  </ns1:cubicBezTo>
                  <ns1:cubicBezTo>
                    <ns1:pt x="0" y="27"/>
                    <ns1:pt x="3" y="29"/>
                    <ns1:pt x="4" y="31"/>
                  </ns1:cubicBezTo>
                  <ns1:cubicBezTo>
                    <ns1:pt x="5" y="33"/>
                    <ns1:pt x="3" y="37"/>
                    <ns1:pt x="4" y="39"/>
                  </ns1:cubicBezTo>
                  <ns1:cubicBezTo>
                    <ns1:pt x="6" y="41"/>
                    <ns1:pt x="10" y="40"/>
                    <ns1:pt x="12" y="41"/>
                  </ns1:cubicBezTo>
                  <ns1:cubicBezTo>
                    <ns1:pt x="14" y="43"/>
                    <ns1:pt x="14" y="47"/>
                    <ns1:pt x="16" y="48"/>
                  </ns1:cubicBezTo>
                  <ns1:cubicBezTo>
                    <ns1:pt x="19" y="49"/>
                    <ns1:pt x="22" y="45"/>
                    <ns1:pt x="24" y="45"/>
                  </ns1:cubicBezTo>
                  <ns1:cubicBezTo>
                    <ns1:pt x="27" y="45"/>
                    <ns1:pt x="29" y="49"/>
                    <ns1:pt x="32" y="48"/>
                  </ns1:cubicBezTo>
                  <ns1:cubicBezTo>
                    <ns1:pt x="34" y="47"/>
                    <ns1:pt x="34" y="43"/>
                    <ns1:pt x="36" y="41"/>
                  </ns1:cubicBezTo>
                  <ns1:cubicBezTo>
                    <ns1:pt x="38" y="40"/>
                    <ns1:pt x="42" y="41"/>
                    <ns1:pt x="44" y="39"/>
                  </ns1:cubicBezTo>
                  <ns1:cubicBezTo>
                    <ns1:pt x="45" y="37"/>
                    <ns1:pt x="43" y="33"/>
                    <ns1:pt x="44" y="31"/>
                  </ns1:cubicBezTo>
                  <ns1:cubicBezTo>
                    <ns1:pt x="45" y="29"/>
                    <ns1:pt x="49" y="27"/>
                    <ns1:pt x="49" y="24"/>
                  </ns1:cubicBezTo>
                  <ns1:cubicBezTo>
                    <ns1:pt x="49" y="22"/>
                    <ns1:pt x="45" y="20"/>
                    <ns1:pt x="44" y="18"/>
                  </ns1:cubicBezTo>
                  <ns1:close/>
                  <ns1:moveTo>
                    <ns1:pt x="24" y="37"/>
                  </ns1:moveTo>
                  <ns1:cubicBezTo>
                    <ns1:pt x="17" y="37"/>
                    <ns1:pt x="11" y="32"/>
                    <ns1:pt x="11" y="24"/>
                  </ns1:cubicBezTo>
                  <ns1:cubicBezTo>
                    <ns1:pt x="11" y="17"/>
                    <ns1:pt x="17" y="12"/>
                    <ns1:pt x="24" y="12"/>
                  </ns1:cubicBezTo>
                  <ns1:cubicBezTo>
                    <ns1:pt x="31" y="12"/>
                    <ns1:pt x="37" y="17"/>
                    <ns1:pt x="37" y="24"/>
                  </ns1:cubicBezTo>
                  <ns1:cubicBezTo>
                    <ns1:pt x="37" y="32"/>
                    <ns1:pt x="31" y="37"/>
                    <ns1:pt x="24" y="37"/>
                  </ns1:cubicBezTo>
                  <ns1:close/>
                </ns1:path>
              </ns1:pathLst>
            </ns1:custGeom>
            <ns1:grpFill/>
            <ns1:ln>
              <ns1:noFill/>
            </ns1:ln>
            <ns1:extLst>
              <ns1:ext uri="{91240B29-F687-4F45-9708-019B960494DF}">
                <ns2:hiddenLine w="9525">
                  <ns1:solidFill>
                    <ns1:srgbClr val="000000"/>
                  </ns1:solidFill>
                  <ns1:round/>
                  <ns1:headEnd/>
                  <ns1:tailEnd/>
                </ns2:hiddenLine>
              </ns1:ext>
            </ns1:extLst>
          </ns0:spPr>
          <ns0:txBody>
            <ns1:bodyPr vert="horz" wrap="square" lIns="91440" tIns="45720" rIns="91440" bIns="45720" numCol="1" anchor="t" anchorCtr="0" compatLnSpc="1">
              <ns1:prstTxWarp prst="textNoShape">
                <ns1:avLst/>
              </ns1:prstTxWarp>
            </ns1:bodyPr>
            <ns1:lstStyle/>
            <ns1:p>
              <ns1:endParaRPr lang="id-ID" sz="2700"/>
            </ns1:p>
          </ns0:txBody>
        </ns0:sp>
      </ns0:grpSp>
      <ns0:sp>
        <ns0:nvSpPr>
          <ns0:cNvPr id="103" name="Freeform 20"/>
          <ns0:cNvSpPr>
            <ns1:spLocks/>
          </ns0:cNvSpPr>
          <ns0:nvPr/>
        </ns0:nvSpPr>
        <ns0:spPr bwMode="auto">
          <ns1:xfrm>
            <ns1:off x="7540365" y="1226961"/>
            <ns1:ext cx="333512" cy="377319"/>
          </ns1:xfrm>
          <ns1:custGeom>
            <ns1:avLst/>
            <ns1:gdLst>
              <ns1:gd name="T0" fmla="*/ 182 w 193"/>
              <ns1:gd name="T1" fmla="*/ 147 h 219"/>
              <ns1:gd name="T2" fmla="*/ 175 w 193"/>
              <ns1:gd name="T3" fmla="*/ 150 h 219"/>
              <ns1:gd name="T4" fmla="*/ 146 w 193"/>
              <ns1:gd name="T5" fmla="*/ 110 h 219"/>
              <ns1:gd name="T6" fmla="*/ 175 w 193"/>
              <ns1:gd name="T7" fmla="*/ 70 h 219"/>
              <ns1:gd name="T8" fmla="*/ 182 w 193"/>
              <ns1:gd name="T9" fmla="*/ 72 h 219"/>
              <ns1:gd name="T10" fmla="*/ 193 w 193"/>
              <ns1:gd name="T11" fmla="*/ 60 h 219"/>
              <ns1:gd name="T12" fmla="*/ 182 w 193"/>
              <ns1:gd name="T13" fmla="*/ 49 h 219"/>
              <ns1:gd name="T14" fmla="*/ 170 w 193"/>
              <ns1:gd name="T15" fmla="*/ 60 h 219"/>
              <ns1:gd name="T16" fmla="*/ 170 w 193"/>
              <ns1:gd name="T17" fmla="*/ 62 h 219"/>
              <ns1:gd name="T18" fmla="*/ 121 w 193"/>
              <ns1:gd name="T19" fmla="*/ 67 h 219"/>
              <ns1:gd name="T20" fmla="*/ 101 w 193"/>
              <ns1:gd name="T21" fmla="*/ 22 h 219"/>
              <ns1:gd name="T22" fmla="*/ 108 w 193"/>
              <ns1:gd name="T23" fmla="*/ 12 h 219"/>
              <ns1:gd name="T24" fmla="*/ 97 w 193"/>
              <ns1:gd name="T25" fmla="*/ 0 h 219"/>
              <ns1:gd name="T26" fmla="*/ 85 w 193"/>
              <ns1:gd name="T27" fmla="*/ 12 h 219"/>
              <ns1:gd name="T28" fmla="*/ 92 w 193"/>
              <ns1:gd name="T29" fmla="*/ 22 h 219"/>
              <ns1:gd name="T30" fmla="*/ 72 w 193"/>
              <ns1:gd name="T31" fmla="*/ 67 h 219"/>
              <ns1:gd name="T32" fmla="*/ 23 w 193"/>
              <ns1:gd name="T33" fmla="*/ 62 h 219"/>
              <ns1:gd name="T34" fmla="*/ 23 w 193"/>
              <ns1:gd name="T35" fmla="*/ 60 h 219"/>
              <ns1:gd name="T36" fmla="*/ 12 w 193"/>
              <ns1:gd name="T37" fmla="*/ 49 h 219"/>
              <ns1:gd name="T38" fmla="*/ 0 w 193"/>
              <ns1:gd name="T39" fmla="*/ 60 h 219"/>
              <ns1:gd name="T40" fmla="*/ 12 w 193"/>
              <ns1:gd name="T41" fmla="*/ 72 h 219"/>
              <ns1:gd name="T42" fmla="*/ 18 w 193"/>
              <ns1:gd name="T43" fmla="*/ 70 h 219"/>
              <ns1:gd name="T44" fmla="*/ 48 w 193"/>
              <ns1:gd name="T45" fmla="*/ 110 h 219"/>
              <ns1:gd name="T46" fmla="*/ 19 w 193"/>
              <ns1:gd name="T47" fmla="*/ 150 h 219"/>
              <ns1:gd name="T48" fmla="*/ 12 w 193"/>
              <ns1:gd name="T49" fmla="*/ 147 h 219"/>
              <ns1:gd name="T50" fmla="*/ 0 w 193"/>
              <ns1:gd name="T51" fmla="*/ 159 h 219"/>
              <ns1:gd name="T52" fmla="*/ 12 w 193"/>
              <ns1:gd name="T53" fmla="*/ 170 h 219"/>
              <ns1:gd name="T54" fmla="*/ 23 w 193"/>
              <ns1:gd name="T55" fmla="*/ 159 h 219"/>
              <ns1:gd name="T56" fmla="*/ 23 w 193"/>
              <ns1:gd name="T57" fmla="*/ 158 h 219"/>
              <ns1:gd name="T58" fmla="*/ 72 w 193"/>
              <ns1:gd name="T59" fmla="*/ 152 h 219"/>
              <ns1:gd name="T60" fmla="*/ 92 w 193"/>
              <ns1:gd name="T61" fmla="*/ 197 h 219"/>
              <ns1:gd name="T62" fmla="*/ 85 w 193"/>
              <ns1:gd name="T63" fmla="*/ 208 h 219"/>
              <ns1:gd name="T64" fmla="*/ 97 w 193"/>
              <ns1:gd name="T65" fmla="*/ 219 h 219"/>
              <ns1:gd name="T66" fmla="*/ 108 w 193"/>
              <ns1:gd name="T67" fmla="*/ 208 h 219"/>
              <ns1:gd name="T68" fmla="*/ 101 w 193"/>
              <ns1:gd name="T69" fmla="*/ 197 h 219"/>
              <ns1:gd name="T70" fmla="*/ 121 w 193"/>
              <ns1:gd name="T71" fmla="*/ 152 h 219"/>
              <ns1:gd name="T72" fmla="*/ 170 w 193"/>
              <ns1:gd name="T73" fmla="*/ 158 h 219"/>
              <ns1:gd name="T74" fmla="*/ 170 w 193"/>
              <ns1:gd name="T75" fmla="*/ 159 h 219"/>
              <ns1:gd name="T76" fmla="*/ 182 w 193"/>
              <ns1:gd name="T77" fmla="*/ 170 h 219"/>
              <ns1:gd name="T78" fmla="*/ 193 w 193"/>
              <ns1:gd name="T79" fmla="*/ 159 h 219"/>
              <ns1:gd name="T80" fmla="*/ 182 w 193"/>
              <ns1:gd name="T81" fmla="*/ 147 h 219"/>
            </ns1:gdLst>
            <ns1:ahLst/>
            <ns1:cxnLst>
              <ns1:cxn ang="0">
                <ns1:pos x="T0" y="T1"/>
              </ns1:cxn>
              <ns1:cxn ang="0">
                <ns1:pos x="T2" y="T3"/>
              </ns1:cxn>
              <ns1:cxn ang="0">
                <ns1:pos x="T4" y="T5"/>
              </ns1:cxn>
              <ns1:cxn ang="0">
                <ns1:pos x="T6" y="T7"/>
              </ns1:cxn>
              <ns1:cxn ang="0">
                <ns1:pos x="T8" y="T9"/>
              </ns1:cxn>
              <ns1:cxn ang="0">
                <ns1:pos x="T10" y="T11"/>
              </ns1:cxn>
              <ns1:cxn ang="0">
                <ns1:pos x="T12" y="T13"/>
              </ns1:cxn>
              <ns1:cxn ang="0">
                <ns1:pos x="T14" y="T15"/>
              </ns1:cxn>
              <ns1:cxn ang="0">
                <ns1:pos x="T16" y="T17"/>
              </ns1:cxn>
              <ns1:cxn ang="0">
                <ns1:pos x="T18" y="T19"/>
              </ns1:cxn>
              <ns1:cxn ang="0">
                <ns1:pos x="T20" y="T21"/>
              </ns1:cxn>
              <ns1:cxn ang="0">
                <ns1:pos x="T22" y="T23"/>
              </ns1:cxn>
              <ns1:cxn ang="0">
                <ns1:pos x="T24" y="T25"/>
              </ns1:cxn>
              <ns1:cxn ang="0">
                <ns1:pos x="T26" y="T27"/>
              </ns1:cxn>
              <ns1:cxn ang="0">
                <ns1:pos x="T28" y="T29"/>
              </ns1:cxn>
              <ns1:cxn ang="0">
                <ns1:pos x="T30" y="T31"/>
              </ns1:cxn>
              <ns1:cxn ang="0">
                <ns1:pos x="T32" y="T33"/>
              </ns1:cxn>
              <ns1:cxn ang="0">
                <ns1:pos x="T34" y="T35"/>
              </ns1:cxn>
              <ns1:cxn ang="0">
                <ns1:pos x="T36" y="T37"/>
              </ns1:cxn>
              <ns1:cxn ang="0">
                <ns1:pos x="T38" y="T39"/>
              </ns1:cxn>
              <ns1:cxn ang="0">
                <ns1:pos x="T40" y="T41"/>
              </ns1:cxn>
              <ns1:cxn ang="0">
                <ns1:pos x="T42" y="T43"/>
              </ns1:cxn>
              <ns1:cxn ang="0">
                <ns1:pos x="T44" y="T45"/>
              </ns1:cxn>
              <ns1:cxn ang="0">
                <ns1:pos x="T46" y="T47"/>
              </ns1:cxn>
              <ns1:cxn ang="0">
                <ns1:pos x="T48" y="T49"/>
              </ns1:cxn>
              <ns1:cxn ang="0">
                <ns1:pos x="T50" y="T51"/>
              </ns1:cxn>
              <ns1:cxn ang="0">
                <ns1:pos x="T52" y="T53"/>
              </ns1:cxn>
              <ns1:cxn ang="0">
                <ns1:pos x="T54" y="T55"/>
              </ns1:cxn>
              <ns1:cxn ang="0">
                <ns1:pos x="T56" y="T57"/>
              </ns1:cxn>
              <ns1:cxn ang="0">
                <ns1:pos x="T58" y="T59"/>
              </ns1:cxn>
              <ns1:cxn ang="0">
                <ns1:pos x="T60" y="T61"/>
              </ns1:cxn>
              <ns1:cxn ang="0">
                <ns1:pos x="T62" y="T63"/>
              </ns1:cxn>
              <ns1:cxn ang="0">
                <ns1:pos x="T64" y="T65"/>
              </ns1:cxn>
              <ns1:cxn ang="0">
                <ns1:pos x="T66" y="T67"/>
              </ns1:cxn>
              <ns1:cxn ang="0">
                <ns1:pos x="T68" y="T69"/>
              </ns1:cxn>
              <ns1:cxn ang="0">
                <ns1:pos x="T70" y="T71"/>
              </ns1:cxn>
              <ns1:cxn ang="0">
                <ns1:pos x="T72" y="T73"/>
              </ns1:cxn>
              <ns1:cxn ang="0">
                <ns1:pos x="T74" y="T75"/>
              </ns1:cxn>
              <ns1:cxn ang="0">
                <ns1:pos x="T76" y="T77"/>
              </ns1:cxn>
              <ns1:cxn ang="0">
                <ns1:pos x="T78" y="T79"/>
              </ns1:cxn>
              <ns1:cxn ang="0">
                <ns1:pos x="T80" y="T81"/>
              </ns1:cxn>
            </ns1:cxnLst>
            <ns1:rect l="0" t="0" r="r" b="b"/>
            <ns1:pathLst>
              <ns1:path w="193" h="219">
                <ns1:moveTo>
                  <ns1:pt x="182" y="147"/>
                </ns1:moveTo>
                <ns1:cubicBezTo>
                  <ns1:pt x="179" y="147"/>
                  <ns1:pt x="177" y="148"/>
                  <ns1:pt x="175" y="150"/>
                </ns1:cubicBezTo>
                <ns1:cubicBezTo>
                  <ns1:pt x="146" y="110"/>
                  <ns1:pt x="146" y="110"/>
                  <ns1:pt x="146" y="110"/>
                </ns1:cubicBezTo>
                <ns1:cubicBezTo>
                  <ns1:pt x="175" y="70"/>
                  <ns1:pt x="175" y="70"/>
                  <ns1:pt x="175" y="70"/>
                </ns1:cubicBezTo>
                <ns1:cubicBezTo>
                  <ns1:pt x="177" y="71"/>
                  <ns1:pt x="179" y="72"/>
                  <ns1:pt x="182" y="72"/>
                </ns1:cubicBezTo>
                <ns1:cubicBezTo>
                  <ns1:pt x="188" y="72"/>
                  <ns1:pt x="193" y="67"/>
                  <ns1:pt x="193" y="60"/>
                </ns1:cubicBezTo>
                <ns1:cubicBezTo>
                  <ns1:pt x="193" y="54"/>
                  <ns1:pt x="188" y="49"/>
                  <ns1:pt x="182" y="49"/>
                </ns1:cubicBezTo>
                <ns1:cubicBezTo>
                  <ns1:pt x="175" y="49"/>
                  <ns1:pt x="170" y="54"/>
                  <ns1:pt x="170" y="60"/>
                </ns1:cubicBezTo>
                <ns1:cubicBezTo>
                  <ns1:pt x="170" y="61"/>
                  <ns1:pt x="170" y="61"/>
                  <ns1:pt x="170" y="62"/>
                </ns1:cubicBezTo>
                <ns1:cubicBezTo>
                  <ns1:pt x="121" y="67"/>
                  <ns1:pt x="121" y="67"/>
                  <ns1:pt x="121" y="67"/>
                </ns1:cubicBezTo>
                <ns1:cubicBezTo>
                  <ns1:pt x="101" y="22"/>
                  <ns1:pt x="101" y="22"/>
                  <ns1:pt x="101" y="22"/>
                </ns1:cubicBezTo>
                <ns1:cubicBezTo>
                  <ns1:pt x="105" y="20"/>
                  <ns1:pt x="108" y="16"/>
                  <ns1:pt x="108" y="12"/>
                </ns1:cubicBezTo>
                <ns1:cubicBezTo>
                  <ns1:pt x="108" y="5"/>
                  <ns1:pt x="103" y="0"/>
                  <ns1:pt x="97" y="0"/>
                </ns1:cubicBezTo>
                <ns1:cubicBezTo>
                  <ns1:pt x="90" y="0"/>
                  <ns1:pt x="85" y="5"/>
                  <ns1:pt x="85" y="12"/>
                </ns1:cubicBezTo>
                <ns1:cubicBezTo>
                  <ns1:pt x="85" y="16"/>
                  <ns1:pt x="88" y="20"/>
                  <ns1:pt x="92" y="22"/>
                </ns1:cubicBezTo>
                <ns1:cubicBezTo>
                  <ns1:pt x="72" y="67"/>
                  <ns1:pt x="72" y="67"/>
                  <ns1:pt x="72" y="67"/>
                </ns1:cubicBezTo>
                <ns1:cubicBezTo>
                  <ns1:pt x="23" y="62"/>
                  <ns1:pt x="23" y="62"/>
                  <ns1:pt x="23" y="62"/>
                </ns1:cubicBezTo>
                <ns1:cubicBezTo>
                  <ns1:pt x="23" y="61"/>
                  <ns1:pt x="23" y="61"/>
                  <ns1:pt x="23" y="60"/>
                </ns1:cubicBezTo>
                <ns1:cubicBezTo>
                  <ns1:pt x="23" y="54"/>
                  <ns1:pt x="18" y="49"/>
                  <ns1:pt x="12" y="49"/>
                </ns1:cubicBezTo>
                <ns1:cubicBezTo>
                  <ns1:pt x="5" y="49"/>
                  <ns1:pt x="0" y="54"/>
                  <ns1:pt x="0" y="60"/>
                </ns1:cubicBezTo>
                <ns1:cubicBezTo>
                  <ns1:pt x="0" y="67"/>
                  <ns1:pt x="5" y="72"/>
                  <ns1:pt x="12" y="72"/>
                </ns1:cubicBezTo>
                <ns1:cubicBezTo>
                  <ns1:pt x="14" y="72"/>
                  <ns1:pt x="16" y="71"/>
                  <ns1:pt x="18" y="70"/>
                </ns1:cubicBezTo>
                <ns1:cubicBezTo>
                  <ns1:pt x="48" y="110"/>
                  <ns1:pt x="48" y="110"/>
                  <ns1:pt x="48" y="110"/>
                </ns1:cubicBezTo>
                <ns1:cubicBezTo>
                  <ns1:pt x="19" y="150"/>
                  <ns1:pt x="19" y="150"/>
                  <ns1:pt x="19" y="150"/>
                </ns1:cubicBezTo>
                <ns1:cubicBezTo>
                  <ns1:pt x="17" y="148"/>
                  <ns1:pt x="14" y="147"/>
                  <ns1:pt x="12" y="147"/>
                </ns1:cubicBezTo>
                <ns1:cubicBezTo>
                  <ns1:pt x="5" y="147"/>
                  <ns1:pt x="0" y="152"/>
                  <ns1:pt x="0" y="159"/>
                </ns1:cubicBezTo>
                <ns1:cubicBezTo>
                  <ns1:pt x="0" y="165"/>
                  <ns1:pt x="5" y="170"/>
                  <ns1:pt x="12" y="170"/>
                </ns1:cubicBezTo>
                <ns1:cubicBezTo>
                  <ns1:pt x="18" y="170"/>
                  <ns1:pt x="23" y="165"/>
                  <ns1:pt x="23" y="159"/>
                </ns1:cubicBezTo>
                <ns1:cubicBezTo>
                  <ns1:pt x="23" y="158"/>
                  <ns1:pt x="23" y="158"/>
                  <ns1:pt x="23" y="158"/>
                </ns1:cubicBezTo>
                <ns1:cubicBezTo>
                  <ns1:pt x="72" y="152"/>
                  <ns1:pt x="72" y="152"/>
                  <ns1:pt x="72" y="152"/>
                </ns1:cubicBezTo>
                <ns1:cubicBezTo>
                  <ns1:pt x="92" y="197"/>
                  <ns1:pt x="92" y="197"/>
                  <ns1:pt x="92" y="197"/>
                </ns1:cubicBezTo>
                <ns1:cubicBezTo>
                  <ns1:pt x="88" y="199"/>
                  <ns1:pt x="85" y="203"/>
                  <ns1:pt x="85" y="208"/>
                </ns1:cubicBezTo>
                <ns1:cubicBezTo>
                  <ns1:pt x="85" y="214"/>
                  <ns1:pt x="90" y="219"/>
                  <ns1:pt x="97" y="219"/>
                </ns1:cubicBezTo>
                <ns1:cubicBezTo>
                  <ns1:pt x="103" y="219"/>
                  <ns1:pt x="108" y="214"/>
                  <ns1:pt x="108" y="208"/>
                </ns1:cubicBezTo>
                <ns1:cubicBezTo>
                  <ns1:pt x="108" y="203"/>
                  <ns1:pt x="105" y="199"/>
                  <ns1:pt x="101" y="197"/>
                </ns1:cubicBezTo>
                <ns1:cubicBezTo>
                  <ns1:pt x="121" y="152"/>
                  <ns1:pt x="121" y="152"/>
                  <ns1:pt x="121" y="152"/>
                </ns1:cubicBezTo>
                <ns1:cubicBezTo>
                  <ns1:pt x="170" y="158"/>
                  <ns1:pt x="170" y="158"/>
                  <ns1:pt x="170" y="158"/>
                </ns1:cubicBezTo>
                <ns1:cubicBezTo>
                  <ns1:pt x="170" y="158"/>
                  <ns1:pt x="170" y="158"/>
                  <ns1:pt x="170" y="159"/>
                </ns1:cubicBezTo>
                <ns1:cubicBezTo>
                  <ns1:pt x="170" y="165"/>
                  <ns1:pt x="175" y="170"/>
                  <ns1:pt x="182" y="170"/>
                </ns1:cubicBezTo>
                <ns1:cubicBezTo>
                  <ns1:pt x="188" y="170"/>
                  <ns1:pt x="193" y="165"/>
                  <ns1:pt x="193" y="159"/>
                </ns1:cubicBezTo>
                <ns1:cubicBezTo>
                  <ns1:pt x="193" y="152"/>
                  <ns1:pt x="188" y="147"/>
                  <ns1:pt x="182" y="147"/>
                </ns1:cubicBezTo>
                <ns1:close/>
              </ns1:path>
            </ns1:pathLst>
          </ns1:custGeom>
          <ns1:solidFill>
            <ns1:schemeClr val="tx1"/>
          </ns1:solidFill>
          <ns1:ln>
            <ns1:noFill/>
          </ns1:ln>
        </ns0:spPr>
        <ns0:txBody>
          <ns1:bodyPr vert="horz" wrap="square" lIns="91440" tIns="45720" rIns="91440" bIns="45720" numCol="1" anchor="t" anchorCtr="0" compatLnSpc="1">
            <ns1:prstTxWarp prst="textNoShape">
              <ns1:avLst/>
            </ns1:prstTxWarp>
          </ns1:bodyPr>
          <ns1:lstStyle/>
          <ns1:p>
            <ns1:endParaRPr lang="id-ID" sz="2700"/>
          </ns1:p>
        </ns0:txBody>
      </ns0:sp>
      <ns0:grpSp>
        <ns0:nvGrpSpPr>
          <ns0:cNvPr id="104" name="Group 103"/>
          <ns0:cNvGrpSpPr/>
          <ns0:nvPr/>
        </ns0:nvGrpSpPr>
        <ns0:grpSpPr>
          <ns1:xfrm>
            <ns1:off x="9542220" y="1239675"/>
            <ns1:ext cx="371937" cy="351888"/>
            <ns1:chOff x="8493125" y="2289175"/>
            <ns1:chExt cx="854075" cy="808038"/>
          </ns1:xfrm>
          <ns1:solidFill>
            <ns1:schemeClr val="tx1"/>
          </ns1:solidFill>
        </ns0:grpSpPr>
        <ns0:sp>
          <ns0:nvSpPr>
            <ns0:cNvPr id="105" name="Freeform 24"/>
            <ns0:cNvSpPr>
              <ns1:spLocks noEditPoints="1"/>
            </ns0:cNvSpPr>
            <ns0:nvPr/>
          </ns0:nvSpPr>
          <ns0:spPr bwMode="auto">
            <ns1:xfrm>
              <ns1:off x="8493125" y="2762250"/>
              <ns1:ext cx="854075" cy="334963"/>
            </ns1:xfrm>
            <ns1:custGeom>
              <ns1:avLst/>
              <ns1:gdLst>
                <ns1:gd name="T0" fmla="*/ 517 w 538"/>
                <ns1:gd name="T1" fmla="*/ 57 h 211"/>
                <ns1:gd name="T2" fmla="*/ 335 w 538"/>
                <ns1:gd name="T3" fmla="*/ 0 h 211"/>
                <ns1:gd name="T4" fmla="*/ 299 w 538"/>
                <ns1:gd name="T5" fmla="*/ 161 h 211"/>
                <ns1:gd name="T6" fmla="*/ 278 w 538"/>
                <ns1:gd name="T7" fmla="*/ 33 h 211"/>
                <ns1:gd name="T8" fmla="*/ 287 w 538"/>
                <ns1:gd name="T9" fmla="*/ 24 h 211"/>
                <ns1:gd name="T10" fmla="*/ 304 w 538"/>
                <ns1:gd name="T11" fmla="*/ 5 h 211"/>
                <ns1:gd name="T12" fmla="*/ 235 w 538"/>
                <ns1:gd name="T13" fmla="*/ 5 h 211"/>
                <ns1:gd name="T14" fmla="*/ 251 w 538"/>
                <ns1:gd name="T15" fmla="*/ 24 h 211"/>
                <ns1:gd name="T16" fmla="*/ 261 w 538"/>
                <ns1:gd name="T17" fmla="*/ 33 h 211"/>
                <ns1:gd name="T18" fmla="*/ 239 w 538"/>
                <ns1:gd name="T19" fmla="*/ 161 h 211"/>
                <ns1:gd name="T20" fmla="*/ 204 w 538"/>
                <ns1:gd name="T21" fmla="*/ 0 h 211"/>
                <ns1:gd name="T22" fmla="*/ 20 w 538"/>
                <ns1:gd name="T23" fmla="*/ 57 h 211"/>
                <ns1:gd name="T24" fmla="*/ 0 w 538"/>
                <ns1:gd name="T25" fmla="*/ 211 h 211"/>
                <ns1:gd name="T26" fmla="*/ 538 w 538"/>
                <ns1:gd name="T27" fmla="*/ 211 h 211"/>
                <ns1:gd name="T28" fmla="*/ 517 w 538"/>
                <ns1:gd name="T29" fmla="*/ 57 h 211"/>
                <ns1:gd name="T30" fmla="*/ 459 w 538"/>
                <ns1:gd name="T31" fmla="*/ 156 h 211"/>
                <ns1:gd name="T32" fmla="*/ 366 w 538"/>
                <ns1:gd name="T33" fmla="*/ 156 h 211"/>
                <ns1:gd name="T34" fmla="*/ 366 w 538"/>
                <ns1:gd name="T35" fmla="*/ 129 h 211"/>
                <ns1:gd name="T36" fmla="*/ 412 w 538"/>
                <ns1:gd name="T37" fmla="*/ 122 h 211"/>
                <ns1:gd name="T38" fmla="*/ 459 w 538"/>
                <ns1:gd name="T39" fmla="*/ 129 h 211"/>
                <ns1:gd name="T40" fmla="*/ 459 w 538"/>
                <ns1:gd name="T41" fmla="*/ 156 h 211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  <ns1:cxn ang="0">
                  <ns1:pos x="T14" y="T15"/>
                </ns1:cxn>
                <ns1:cxn ang="0">
                  <ns1:pos x="T16" y="T17"/>
                </ns1:cxn>
                <ns1:cxn ang="0">
                  <ns1:pos x="T18" y="T19"/>
                </ns1:cxn>
                <ns1:cxn ang="0">
                  <ns1:pos x="T20" y="T21"/>
                </ns1:cxn>
                <ns1:cxn ang="0">
                  <ns1:pos x="T22" y="T23"/>
                </ns1:cxn>
                <ns1:cxn ang="0">
                  <ns1:pos x="T24" y="T25"/>
                </ns1:cxn>
                <ns1:cxn ang="0">
                  <ns1:pos x="T26" y="T27"/>
                </ns1:cxn>
                <ns1:cxn ang="0">
                  <ns1:pos x="T28" y="T29"/>
                </ns1:cxn>
                <ns1:cxn ang="0">
                  <ns1:pos x="T30" y="T31"/>
                </ns1:cxn>
                <ns1:cxn ang="0">
                  <ns1:pos x="T32" y="T33"/>
                </ns1:cxn>
                <ns1:cxn ang="0">
                  <ns1:pos x="T34" y="T35"/>
                </ns1:cxn>
                <ns1:cxn ang="0">
                  <ns1:pos x="T36" y="T37"/>
                </ns1:cxn>
                <ns1:cxn ang="0">
                  <ns1:pos x="T38" y="T39"/>
                </ns1:cxn>
                <ns1:cxn ang="0">
                  <ns1:pos x="T40" y="T41"/>
                </ns1:cxn>
              </ns1:cxnLst>
              <ns1:rect l="0" t="0" r="r" b="b"/>
              <ns1:pathLst>
                <ns1:path w="538" h="211">
                  <ns1:moveTo>
                    <ns1:pt x="517" y="57"/>
                  </ns1:moveTo>
                  <ns1:lnTo>
                    <ns1:pt x="335" y="0"/>
                  </ns1:lnTo>
                  <ns1:lnTo>
                    <ns1:pt x="299" y="161"/>
                  </ns1:lnTo>
                  <ns1:lnTo>
                    <ns1:pt x="278" y="33"/>
                  </ns1:lnTo>
                  <ns1:lnTo>
                    <ns1:pt x="287" y="24"/>
                  </ns1:lnTo>
                  <ns1:lnTo>
                    <ns1:pt x="304" y="5"/>
                  </ns1:lnTo>
                  <ns1:lnTo>
                    <ns1:pt x="235" y="5"/>
                  </ns1:lnTo>
                  <ns1:lnTo>
                    <ns1:pt x="251" y="24"/>
                  </ns1:lnTo>
                  <ns1:lnTo>
                    <ns1:pt x="261" y="33"/>
                  </ns1:lnTo>
                  <ns1:lnTo>
                    <ns1:pt x="239" y="161"/>
                  </ns1:lnTo>
                  <ns1:lnTo>
                    <ns1:pt x="204" y="0"/>
                  </ns1:lnTo>
                  <ns1:lnTo>
                    <ns1:pt x="20" y="57"/>
                  </ns1:lnTo>
                  <ns1:lnTo>
                    <ns1:pt x="0" y="211"/>
                  </ns1:lnTo>
                  <ns1:lnTo>
                    <ns1:pt x="538" y="211"/>
                  </ns1:lnTo>
                  <ns1:lnTo>
                    <ns1:pt x="517" y="57"/>
                  </ns1:lnTo>
                  <ns1:close/>
                  <ns1:moveTo>
                    <ns1:pt x="459" y="156"/>
                  </ns1:moveTo>
                  <ns1:lnTo>
                    <ns1:pt x="366" y="156"/>
                  </ns1:lnTo>
                  <ns1:lnTo>
                    <ns1:pt x="366" y="129"/>
                  </ns1:lnTo>
                  <ns1:lnTo>
                    <ns1:pt x="412" y="122"/>
                  </ns1:lnTo>
                  <ns1:lnTo>
                    <ns1:pt x="459" y="129"/>
                  </ns1:lnTo>
                  <ns1:lnTo>
                    <ns1:pt x="459" y="156"/>
                  </ns1:lnTo>
                  <ns1:close/>
                </ns1:path>
              </ns1:pathLst>
            </ns1:custGeom>
            <ns1:grpFill/>
            <ns1:ln>
              <ns1:noFill/>
            </ns1:ln>
            <ns1:extLst>
              <ns1:ext uri="{91240B29-F687-4F45-9708-019B960494DF}">
                <ns2:hiddenLine w="9525">
                  <ns1:solidFill>
                    <ns1:srgbClr val="000000"/>
                  </ns1:solidFill>
                  <ns1:round/>
                  <ns1:headEnd/>
                  <ns1:tailEnd/>
                </ns2:hiddenLine>
              </ns1:ext>
            </ns1:extLst>
          </ns0:spPr>
          <ns0:txBody>
            <ns1:bodyPr vert="horz" wrap="square" lIns="91440" tIns="45720" rIns="91440" bIns="45720" numCol="1" anchor="t" anchorCtr="0" compatLnSpc="1">
              <ns1:prstTxWarp prst="textNoShape">
                <ns1:avLst/>
              </ns1:prstTxWarp>
            </ns1:bodyPr>
            <ns1:lstStyle/>
            <ns1:p>
              <ns1:endParaRPr lang="id-ID" sz="2700"/>
            </ns1:p>
          </ns0:txBody>
        </ns0:sp>
        <ns0:sp>
          <ns0:nvSpPr>
            <ns0:cNvPr id="106" name="Oval 25"/>
            <ns0:cNvSpPr>
              <ns1:spLocks noChangeArrowheads="1"/>
            </ns0:cNvSpPr>
            <ns0:nvPr/>
          </ns0:nvSpPr>
          <ns0:spPr bwMode="auto">
            <ns1:xfrm>
              <ns1:off x="8729663" y="2289175"/>
              <ns1:ext cx="382588" cy="427038"/>
            </ns1:xfrm>
            <ns1:prstGeom prst="ellipse">
              <ns1:avLst/>
            </ns1:prstGeom>
            <ns1:grpFill/>
            <ns1:ln>
              <ns1:noFill/>
            </ns1:ln>
            <ns1:extLst>
              <ns1:ext uri="{91240B29-F687-4F45-9708-019B960494DF}">
                <ns2:hiddenLine w="9525">
                  <ns1:solidFill>
                    <ns1:srgbClr val="000000"/>
                  </ns1:solidFill>
                  <ns1:round/>
                  <ns1:headEnd/>
                  <ns1:tailEnd/>
                </ns2:hiddenLine>
              </ns1:ext>
            </ns1:extLst>
          </ns0:spPr>
          <ns0:txBody>
            <ns1:bodyPr vert="horz" wrap="square" lIns="91440" tIns="45720" rIns="91440" bIns="45720" numCol="1" anchor="t" anchorCtr="0" compatLnSpc="1">
              <ns1:prstTxWarp prst="textNoShape">
                <ns1:avLst/>
              </ns1:prstTxWarp>
            </ns1:bodyPr>
            <ns1:lstStyle/>
            <ns1:p>
              <ns1:endParaRPr lang="id-ID" sz="2700"/>
            </ns1:p>
          </ns0:txBody>
        </ns0:sp>
      </ns0:grpSp>
      <ns0:grpSp>
        <ns0:nvGrpSpPr>
          <ns0:cNvPr id="107" name="Group 106"/>
          <ns0:cNvGrpSpPr/>
          <ns0:nvPr/>
        </ns0:nvGrpSpPr>
        <ns0:grpSpPr>
          <ns1:xfrm>
            <ns1:off x="10524675" y="2025062"/>
            <ns1:ext cx="351933" cy="322605"/>
            <ns1:chOff x="7816850" y="1350963"/>
            <ns1:chExt cx="895350" cy="820737"/>
          </ns1:xfrm>
          <ns1:solidFill>
            <ns1:schemeClr val="tx1"/>
          </ns1:solidFill>
        </ns0:grpSpPr>
        <ns0:sp>
          <ns0:nvSpPr>
            <ns0:cNvPr id="108" name="Freeform 29"/>
            <ns0:cNvSpPr>
              <ns1:spLocks/>
            </ns0:cNvSpPr>
            <ns0:nvPr/>
          </ns0:nvSpPr>
          <ns0:spPr bwMode="auto">
            <ns1:xfrm>
              <ns1:off x="7850188" y="1792288"/>
              <ns1:ext cx="828675" cy="379412"/>
            </ns1:xfrm>
            <ns1:custGeom>
              <ns1:avLst/>
              <ns1:gdLst>
                <ns1:gd name="T0" fmla="*/ 119 w 218"/>
                <ns1:gd name="T1" fmla="*/ 26 h 100"/>
                <ns1:gd name="T2" fmla="*/ 99 w 218"/>
                <ns1:gd name="T3" fmla="*/ 26 h 100"/>
                <ns1:gd name="T4" fmla="*/ 73 w 218"/>
                <ns1:gd name="T5" fmla="*/ 0 h 100"/>
                <ns1:gd name="T6" fmla="*/ 0 w 218"/>
                <ns1:gd name="T7" fmla="*/ 0 h 100"/>
                <ns1:gd name="T8" fmla="*/ 0 w 218"/>
                <ns1:gd name="T9" fmla="*/ 70 h 100"/>
                <ns1:gd name="T10" fmla="*/ 29 w 218"/>
                <ns1:gd name="T11" fmla="*/ 100 h 100"/>
                <ns1:gd name="T12" fmla="*/ 189 w 218"/>
                <ns1:gd name="T13" fmla="*/ 100 h 100"/>
                <ns1:gd name="T14" fmla="*/ 218 w 218"/>
                <ns1:gd name="T15" fmla="*/ 70 h 100"/>
                <ns1:gd name="T16" fmla="*/ 218 w 218"/>
                <ns1:gd name="T17" fmla="*/ 0 h 100"/>
                <ns1:gd name="T18" fmla="*/ 145 w 218"/>
                <ns1:gd name="T19" fmla="*/ 0 h 100"/>
                <ns1:gd name="T20" fmla="*/ 119 w 218"/>
                <ns1:gd name="T21" fmla="*/ 26 h 100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  <ns1:cxn ang="0">
                  <ns1:pos x="T14" y="T15"/>
                </ns1:cxn>
                <ns1:cxn ang="0">
                  <ns1:pos x="T16" y="T17"/>
                </ns1:cxn>
                <ns1:cxn ang="0">
                  <ns1:pos x="T18" y="T19"/>
                </ns1:cxn>
                <ns1:cxn ang="0">
                  <ns1:pos x="T20" y="T21"/>
                </ns1:cxn>
              </ns1:cxnLst>
              <ns1:rect l="0" t="0" r="r" b="b"/>
              <ns1:pathLst>
                <ns1:path w="218" h="100">
                  <ns1:moveTo>
                    <ns1:pt x="119" y="26"/>
                  </ns1:moveTo>
                  <ns1:cubicBezTo>
                    <ns1:pt x="99" y="26"/>
                    <ns1:pt x="99" y="26"/>
                    <ns1:pt x="99" y="26"/>
                  </ns1:cubicBezTo>
                  <ns1:cubicBezTo>
                    <ns1:pt x="85" y="26"/>
                    <ns1:pt x="73" y="14"/>
                    <ns1:pt x="73" y="0"/>
                  </ns1:cubicBezTo>
                  <ns1:cubicBezTo>
                    <ns1:pt x="0" y="0"/>
                    <ns1:pt x="0" y="0"/>
                    <ns1:pt x="0" y="0"/>
                  </ns1:cubicBezTo>
                  <ns1:cubicBezTo>
                    <ns1:pt x="0" y="70"/>
                    <ns1:pt x="0" y="70"/>
                    <ns1:pt x="0" y="70"/>
                  </ns1:cubicBezTo>
                  <ns1:cubicBezTo>
                    <ns1:pt x="0" y="86"/>
                    <ns1:pt x="13" y="100"/>
                    <ns1:pt x="29" y="100"/>
                  </ns1:cubicBezTo>
                  <ns1:cubicBezTo>
                    <ns1:pt x="189" y="100"/>
                    <ns1:pt x="189" y="100"/>
                    <ns1:pt x="189" y="100"/>
                  </ns1:cubicBezTo>
                  <ns1:cubicBezTo>
                    <ns1:pt x="205" y="100"/>
                    <ns1:pt x="218" y="86"/>
                    <ns1:pt x="218" y="70"/>
                  </ns1:cubicBezTo>
                  <ns1:cubicBezTo>
                    <ns1:pt x="218" y="0"/>
                    <ns1:pt x="218" y="0"/>
                    <ns1:pt x="218" y="0"/>
                  </ns1:cubicBezTo>
                  <ns1:cubicBezTo>
                    <ns1:pt x="145" y="0"/>
                    <ns1:pt x="145" y="0"/>
                    <ns1:pt x="145" y="0"/>
                  </ns1:cubicBezTo>
                  <ns1:cubicBezTo>
                    <ns1:pt x="145" y="14"/>
                    <ns1:pt x="133" y="26"/>
                    <ns1:pt x="119" y="26"/>
                  </ns1:cubicBezTo>
                  <ns1:close/>
                </ns1:path>
              </ns1:pathLst>
            </ns1:custGeom>
            <ns1:grpFill/>
            <ns1:ln>
              <ns1:noFill/>
            </ns1:ln>
            <ns1:extLst>
              <ns1:ext uri="{91240B29-F687-4F45-9708-019B960494DF}">
                <ns2:hiddenLine w="9525">
                  <ns1:solidFill>
                    <ns1:srgbClr val="000000"/>
                  </ns1:solidFill>
                  <ns1:round/>
                  <ns1:headEnd/>
                  <ns1:tailEnd/>
                </ns2:hiddenLine>
              </ns1:ext>
            </ns1:extLst>
          </ns0:spPr>
          <ns0:txBody>
            <ns1:bodyPr vert="horz" wrap="square" lIns="91440" tIns="45720" rIns="91440" bIns="45720" numCol="1" anchor="t" anchorCtr="0" compatLnSpc="1">
              <ns1:prstTxWarp prst="textNoShape">
                <ns1:avLst/>
              </ns1:prstTxWarp>
            </ns1:bodyPr>
            <ns1:lstStyle/>
            <ns1:p>
              <ns1:endParaRPr lang="id-ID" sz="2700"/>
            </ns1:p>
          </ns0:txBody>
        </ns0:sp>
        <ns0:sp>
          <ns0:nvSpPr>
            <ns0:cNvPr id="109" name="Freeform 30"/>
            <ns0:cNvSpPr>
              <ns1:spLocks noEditPoints="1"/>
            </ns0:cNvSpPr>
            <ns0:nvPr/>
          </ns0:nvSpPr>
          <ns0:spPr bwMode="auto">
            <ns1:xfrm>
              <ns1:off x="7816850" y="1350963"/>
              <ns1:ext cx="895350" cy="498475"/>
            </ns1:xfrm>
            <ns1:custGeom>
              <ns1:avLst/>
              <ns1:gdLst>
                <ns1:gd name="T0" fmla="*/ 204 w 236"/>
                <ns1:gd name="T1" fmla="*/ 44 h 131"/>
                <ns1:gd name="T2" fmla="*/ 163 w 236"/>
                <ns1:gd name="T3" fmla="*/ 44 h 131"/>
                <ns1:gd name="T4" fmla="*/ 163 w 236"/>
                <ns1:gd name="T5" fmla="*/ 30 h 131"/>
                <ns1:gd name="T6" fmla="*/ 133 w 236"/>
                <ns1:gd name="T7" fmla="*/ 0 h 131"/>
                <ns1:gd name="T8" fmla="*/ 103 w 236"/>
                <ns1:gd name="T9" fmla="*/ 0 h 131"/>
                <ns1:gd name="T10" fmla="*/ 73 w 236"/>
                <ns1:gd name="T11" fmla="*/ 30 h 131"/>
                <ns1:gd name="T12" fmla="*/ 73 w 236"/>
                <ns1:gd name="T13" fmla="*/ 44 h 131"/>
                <ns1:gd name="T14" fmla="*/ 32 w 236"/>
                <ns1:gd name="T15" fmla="*/ 44 h 131"/>
                <ns1:gd name="T16" fmla="*/ 0 w 236"/>
                <ns1:gd name="T17" fmla="*/ 75 h 131"/>
                <ns1:gd name="T18" fmla="*/ 0 w 236"/>
                <ns1:gd name="T19" fmla="*/ 106 h 131"/>
                <ns1:gd name="T20" fmla="*/ 92 w 236"/>
                <ns1:gd name="T21" fmla="*/ 106 h 131"/>
                <ns1:gd name="T22" fmla="*/ 92 w 236"/>
                <ns1:gd name="T23" fmla="*/ 115 h 131"/>
                <ns1:gd name="T24" fmla="*/ 108 w 236"/>
                <ns1:gd name="T25" fmla="*/ 131 h 131"/>
                <ns1:gd name="T26" fmla="*/ 128 w 236"/>
                <ns1:gd name="T27" fmla="*/ 131 h 131"/>
                <ns1:gd name="T28" fmla="*/ 144 w 236"/>
                <ns1:gd name="T29" fmla="*/ 115 h 131"/>
                <ns1:gd name="T30" fmla="*/ 144 w 236"/>
                <ns1:gd name="T31" fmla="*/ 106 h 131"/>
                <ns1:gd name="T32" fmla="*/ 236 w 236"/>
                <ns1:gd name="T33" fmla="*/ 106 h 131"/>
                <ns1:gd name="T34" fmla="*/ 236 w 236"/>
                <ns1:gd name="T35" fmla="*/ 75 h 131"/>
                <ns1:gd name="T36" fmla="*/ 204 w 236"/>
                <ns1:gd name="T37" fmla="*/ 44 h 131"/>
                <ns1:gd name="T38" fmla="*/ 92 w 236"/>
                <ns1:gd name="T39" fmla="*/ 30 h 131"/>
                <ns1:gd name="T40" fmla="*/ 103 w 236"/>
                <ns1:gd name="T41" fmla="*/ 19 h 131"/>
                <ns1:gd name="T42" fmla="*/ 133 w 236"/>
                <ns1:gd name="T43" fmla="*/ 19 h 131"/>
                <ns1:gd name="T44" fmla="*/ 144 w 236"/>
                <ns1:gd name="T45" fmla="*/ 30 h 131"/>
                <ns1:gd name="T46" fmla="*/ 144 w 236"/>
                <ns1:gd name="T47" fmla="*/ 44 h 131"/>
                <ns1:gd name="T48" fmla="*/ 92 w 236"/>
                <ns1:gd name="T49" fmla="*/ 44 h 131"/>
                <ns1:gd name="T50" fmla="*/ 92 w 236"/>
                <ns1:gd name="T51" fmla="*/ 30 h 131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  <ns1:cxn ang="0">
                  <ns1:pos x="T14" y="T15"/>
                </ns1:cxn>
                <ns1:cxn ang="0">
                  <ns1:pos x="T16" y="T17"/>
                </ns1:cxn>
                <ns1:cxn ang="0">
                  <ns1:pos x="T18" y="T19"/>
                </ns1:cxn>
                <ns1:cxn ang="0">
                  <ns1:pos x="T20" y="T21"/>
                </ns1:cxn>
                <ns1:cxn ang="0">
                  <ns1:pos x="T22" y="T23"/>
                </ns1:cxn>
                <ns1:cxn ang="0">
                  <ns1:pos x="T24" y="T25"/>
                </ns1:cxn>
                <ns1:cxn ang="0">
                  <ns1:pos x="T26" y="T27"/>
                </ns1:cxn>
                <ns1:cxn ang="0">
                  <ns1:pos x="T28" y="T29"/>
                </ns1:cxn>
                <ns1:cxn ang="0">
                  <ns1:pos x="T30" y="T31"/>
                </ns1:cxn>
                <ns1:cxn ang="0">
                  <ns1:pos x="T32" y="T33"/>
                </ns1:cxn>
                <ns1:cxn ang="0">
                  <ns1:pos x="T34" y="T35"/>
                </ns1:cxn>
                <ns1:cxn ang="0">
                  <ns1:pos x="T36" y="T37"/>
                </ns1:cxn>
                <ns1:cxn ang="0">
                  <ns1:pos x="T38" y="T39"/>
                </ns1:cxn>
                <ns1:cxn ang="0">
                  <ns1:pos x="T40" y="T41"/>
                </ns1:cxn>
                <ns1:cxn ang="0">
                  <ns1:pos x="T42" y="T43"/>
                </ns1:cxn>
                <ns1:cxn ang="0">
                  <ns1:pos x="T44" y="T45"/>
                </ns1:cxn>
                <ns1:cxn ang="0">
                  <ns1:pos x="T46" y="T47"/>
                </ns1:cxn>
                <ns1:cxn ang="0">
                  <ns1:pos x="T48" y="T49"/>
                </ns1:cxn>
                <ns1:cxn ang="0">
                  <ns1:pos x="T50" y="T51"/>
                </ns1:cxn>
              </ns1:cxnLst>
              <ns1:rect l="0" t="0" r="r" b="b"/>
              <ns1:pathLst>
                <ns1:path w="236" h="131">
                  <ns1:moveTo>
                    <ns1:pt x="204" y="44"/>
                  </ns1:moveTo>
                  <ns1:cubicBezTo>
                    <ns1:pt x="163" y="44"/>
                    <ns1:pt x="163" y="44"/>
                    <ns1:pt x="163" y="44"/>
                  </ns1:cubicBezTo>
                  <ns1:cubicBezTo>
                    <ns1:pt x="163" y="30"/>
                    <ns1:pt x="163" y="30"/>
                    <ns1:pt x="163" y="30"/>
                  </ns1:cubicBezTo>
                  <ns1:cubicBezTo>
                    <ns1:pt x="163" y="14"/>
                    <ns1:pt x="150" y="0"/>
                    <ns1:pt x="133" y="0"/>
                  </ns1:cubicBezTo>
                  <ns1:cubicBezTo>
                    <ns1:pt x="103" y="0"/>
                    <ns1:pt x="103" y="0"/>
                    <ns1:pt x="103" y="0"/>
                  </ns1:cubicBezTo>
                  <ns1:cubicBezTo>
                    <ns1:pt x="86" y="0"/>
                    <ns1:pt x="73" y="14"/>
                    <ns1:pt x="73" y="30"/>
                  </ns1:cubicBezTo>
                  <ns1:cubicBezTo>
                    <ns1:pt x="73" y="44"/>
                    <ns1:pt x="73" y="44"/>
                    <ns1:pt x="73" y="44"/>
                  </ns1:cubicBezTo>
                  <ns1:cubicBezTo>
                    <ns1:pt x="32" y="44"/>
                    <ns1:pt x="32" y="44"/>
                    <ns1:pt x="32" y="44"/>
                  </ns1:cubicBezTo>
                  <ns1:cubicBezTo>
                    <ns1:pt x="15" y="44"/>
                    <ns1:pt x="0" y="58"/>
                    <ns1:pt x="0" y="75"/>
                  </ns1:cubicBezTo>
                  <ns1:cubicBezTo>
                    <ns1:pt x="0" y="106"/>
                    <ns1:pt x="0" y="106"/>
                    <ns1:pt x="0" y="106"/>
                  </ns1:cubicBezTo>
                  <ns1:cubicBezTo>
                    <ns1:pt x="92" y="106"/>
                    <ns1:pt x="92" y="106"/>
                    <ns1:pt x="92" y="106"/>
                  </ns1:cubicBezTo>
                  <ns1:cubicBezTo>
                    <ns1:pt x="92" y="115"/>
                    <ns1:pt x="92" y="115"/>
                    <ns1:pt x="92" y="115"/>
                  </ns1:cubicBezTo>
                  <ns1:cubicBezTo>
                    <ns1:pt x="92" y="124"/>
                    <ns1:pt x="99" y="131"/>
                    <ns1:pt x="108" y="131"/>
                  </ns1:cubicBezTo>
                  <ns1:cubicBezTo>
                    <ns1:pt x="128" y="131"/>
                    <ns1:pt x="128" y="131"/>
                    <ns1:pt x="128" y="131"/>
                  </ns1:cubicBezTo>
                  <ns1:cubicBezTo>
                    <ns1:pt x="137" y="131"/>
                    <ns1:pt x="144" y="124"/>
                    <ns1:pt x="144" y="115"/>
                  </ns1:cubicBezTo>
                  <ns1:cubicBezTo>
                    <ns1:pt x="144" y="106"/>
                    <ns1:pt x="144" y="106"/>
                    <ns1:pt x="144" y="106"/>
                  </ns1:cubicBezTo>
                  <ns1:cubicBezTo>
                    <ns1:pt x="236" y="106"/>
                    <ns1:pt x="236" y="106"/>
                    <ns1:pt x="236" y="106"/>
                  </ns1:cubicBezTo>
                  <ns1:cubicBezTo>
                    <ns1:pt x="236" y="75"/>
                    <ns1:pt x="236" y="75"/>
                    <ns1:pt x="236" y="75"/>
                  </ns1:cubicBezTo>
                  <ns1:cubicBezTo>
                    <ns1:pt x="236" y="58"/>
                    <ns1:pt x="221" y="44"/>
                    <ns1:pt x="204" y="44"/>
                  </ns1:cubicBezTo>
                  <ns1:close/>
                  <ns1:moveTo>
                    <ns1:pt x="92" y="30"/>
                  </ns1:moveTo>
                  <ns1:cubicBezTo>
                    <ns1:pt x="92" y="24"/>
                    <ns1:pt x="97" y="19"/>
                    <ns1:pt x="103" y="19"/>
                  </ns1:cubicBezTo>
                  <ns1:cubicBezTo>
                    <ns1:pt x="133" y="19"/>
                    <ns1:pt x="133" y="19"/>
                    <ns1:pt x="133" y="19"/>
                  </ns1:cubicBezTo>
                  <ns1:cubicBezTo>
                    <ns1:pt x="139" y="19"/>
                    <ns1:pt x="144" y="24"/>
                    <ns1:pt x="144" y="30"/>
                  </ns1:cubicBezTo>
                  <ns1:cubicBezTo>
                    <ns1:pt x="144" y="44"/>
                    <ns1:pt x="144" y="44"/>
                    <ns1:pt x="144" y="44"/>
                  </ns1:cubicBezTo>
                  <ns1:cubicBezTo>
                    <ns1:pt x="92" y="44"/>
                    <ns1:pt x="92" y="44"/>
                    <ns1:pt x="92" y="44"/>
                  </ns1:cubicBezTo>
                  <ns1:lnTo>
                    <ns1:pt x="92" y="30"/>
                  </ns1:lnTo>
                  <ns1:close/>
                </ns1:path>
              </ns1:pathLst>
            </ns1:custGeom>
            <ns1:grpFill/>
            <ns1:ln>
              <ns1:noFill/>
            </ns1:ln>
            <ns1:extLst>
              <ns1:ext uri="{91240B29-F687-4F45-9708-019B960494DF}">
                <ns2:hiddenLine w="9525">
                  <ns1:solidFill>
                    <ns1:srgbClr val="000000"/>
                  </ns1:solidFill>
                  <ns1:round/>
                  <ns1:headEnd/>
                  <ns1:tailEnd/>
                </ns2:hiddenLine>
              </ns1:ext>
            </ns1:extLst>
          </ns0:spPr>
          <ns0:txBody>
            <ns1:bodyPr vert="horz" wrap="square" lIns="91440" tIns="45720" rIns="91440" bIns="45720" numCol="1" anchor="t" anchorCtr="0" compatLnSpc="1">
              <ns1:prstTxWarp prst="textNoShape">
                <ns1:avLst/>
              </ns1:prstTxWarp>
            </ns1:bodyPr>
            <ns1:lstStyle/>
            <ns1:p>
              <ns1:endParaRPr lang="id-ID" sz="2700"/>
            </ns1:p>
          </ns0:txBody>
        </ns0:sp>
      </ns0:grpSp>
      <ns0:sp>
        <ns0:nvSpPr>
          <ns0:cNvPr id="110" name="Freeform 60"/>
          <ns0:cNvSpPr>
            <ns1:spLocks noEditPoints="1"/>
          </ns0:cNvSpPr>
          <ns0:nvPr/>
        </ns0:nvSpPr>
        <ns0:spPr bwMode="auto">
          <ns1:xfrm>
            <ns1:off x="329972" y="370542"/>
            <ns1:ext cx="400024" cy="400024"/>
          </ns1:xfrm>
          <ns1:custGeom>
            <ns1:avLst/>
            <ns1:gdLst>
              <ns1:gd name="T0" fmla="*/ 126 w 128"/>
              <ns1:gd name="T1" fmla="*/ 1 h 128"/>
              <ns1:gd name="T2" fmla="*/ 124 w 128"/>
              <ns1:gd name="T3" fmla="*/ 0 h 128"/>
              <ns1:gd name="T4" fmla="*/ 122 w 128"/>
              <ns1:gd name="T5" fmla="*/ 1 h 128"/>
              <ns1:gd name="T6" fmla="*/ 2 w 128"/>
              <ns1:gd name="T7" fmla="*/ 81 h 128"/>
              <ns1:gd name="T8" fmla="*/ 0 w 128"/>
              <ns1:gd name="T9" fmla="*/ 84 h 128"/>
              <ns1:gd name="T10" fmla="*/ 3 w 128"/>
              <ns1:gd name="T11" fmla="*/ 88 h 128"/>
              <ns1:gd name="T12" fmla="*/ 34 w 128"/>
              <ns1:gd name="T13" fmla="*/ 100 h 128"/>
              <ns1:gd name="T14" fmla="*/ 49 w 128"/>
              <ns1:gd name="T15" fmla="*/ 126 h 128"/>
              <ns1:gd name="T16" fmla="*/ 52 w 128"/>
              <ns1:gd name="T17" fmla="*/ 128 h 128"/>
              <ns1:gd name="T18" fmla="*/ 52 w 128"/>
              <ns1:gd name="T19" fmla="*/ 128 h 128"/>
              <ns1:gd name="T20" fmla="*/ 55 w 128"/>
              <ns1:gd name="T21" fmla="*/ 126 h 128"/>
              <ns1:gd name="T22" fmla="*/ 64 w 128"/>
              <ns1:gd name="T23" fmla="*/ 112 h 128"/>
              <ns1:gd name="T24" fmla="*/ 103 w 128"/>
              <ns1:gd name="T25" fmla="*/ 128 h 128"/>
              <ns1:gd name="T26" fmla="*/ 104 w 128"/>
              <ns1:gd name="T27" fmla="*/ 128 h 128"/>
              <ns1:gd name="T28" fmla="*/ 106 w 128"/>
              <ns1:gd name="T29" fmla="*/ 127 h 128"/>
              <ns1:gd name="T30" fmla="*/ 108 w 128"/>
              <ns1:gd name="T31" fmla="*/ 125 h 128"/>
              <ns1:gd name="T32" fmla="*/ 128 w 128"/>
              <ns1:gd name="T33" fmla="*/ 5 h 128"/>
              <ns1:gd name="T34" fmla="*/ 126 w 128"/>
              <ns1:gd name="T35" fmla="*/ 1 h 128"/>
              <ns1:gd name="T36" fmla="*/ 13 w 128"/>
              <ns1:gd name="T37" fmla="*/ 83 h 128"/>
              <ns1:gd name="T38" fmla="*/ 105 w 128"/>
              <ns1:gd name="T39" fmla="*/ 21 h 128"/>
              <ns1:gd name="T40" fmla="*/ 38 w 128"/>
              <ns1:gd name="T41" fmla="*/ 93 h 128"/>
              <ns1:gd name="T42" fmla="*/ 37 w 128"/>
              <ns1:gd name="T43" fmla="*/ 93 h 128"/>
              <ns1:gd name="T44" fmla="*/ 13 w 128"/>
              <ns1:gd name="T45" fmla="*/ 83 h 128"/>
              <ns1:gd name="T46" fmla="*/ 41 w 128"/>
              <ns1:gd name="T47" fmla="*/ 96 h 128"/>
              <ns1:gd name="T48" fmla="*/ 41 w 128"/>
              <ns1:gd name="T49" fmla="*/ 96 h 128"/>
              <ns1:gd name="T50" fmla="*/ 117 w 128"/>
              <ns1:gd name="T51" fmla="*/ 15 h 128"/>
              <ns1:gd name="T52" fmla="*/ 52 w 128"/>
              <ns1:gd name="T53" fmla="*/ 116 h 128"/>
              <ns1:gd name="T54" fmla="*/ 41 w 128"/>
              <ns1:gd name="T55" fmla="*/ 96 h 128"/>
              <ns1:gd name="T56" fmla="*/ 101 w 128"/>
              <ns1:gd name="T57" fmla="*/ 118 h 128"/>
              <ns1:gd name="T58" fmla="*/ 67 w 128"/>
              <ns1:gd name="T59" fmla="*/ 105 h 128"/>
              <ns1:gd name="T60" fmla="*/ 64 w 128"/>
              <ns1:gd name="T61" fmla="*/ 104 h 128"/>
              <ns1:gd name="T62" fmla="*/ 117 w 128"/>
              <ns1:gd name="T63" fmla="*/ 23 h 128"/>
              <ns1:gd name="T64" fmla="*/ 101 w 128"/>
              <ns1:gd name="T65" fmla="*/ 118 h 128"/>
            </ns1:gdLst>
            <ns1:ahLst/>
            <ns1:cxnLst>
              <ns1:cxn ang="0">
                <ns1:pos x="T0" y="T1"/>
              </ns1:cxn>
              <ns1:cxn ang="0">
                <ns1:pos x="T2" y="T3"/>
              </ns1:cxn>
              <ns1:cxn ang="0">
                <ns1:pos x="T4" y="T5"/>
              </ns1:cxn>
              <ns1:cxn ang="0">
                <ns1:pos x="T6" y="T7"/>
              </ns1:cxn>
              <ns1:cxn ang="0">
                <ns1:pos x="T8" y="T9"/>
              </ns1:cxn>
              <ns1:cxn ang="0">
                <ns1:pos x="T10" y="T11"/>
              </ns1:cxn>
              <ns1:cxn ang="0">
                <ns1:pos x="T12" y="T13"/>
              </ns1:cxn>
              <ns1:cxn ang="0">
                <ns1:pos x="T14" y="T15"/>
              </ns1:cxn>
              <ns1:cxn ang="0">
                <ns1:pos x="T16" y="T17"/>
              </ns1:cxn>
              <ns1:cxn ang="0">
                <ns1:pos x="T18" y="T19"/>
              </ns1:cxn>
              <ns1:cxn ang="0">
                <ns1:pos x="T20" y="T21"/>
              </ns1:cxn>
              <ns1:cxn ang="0">
                <ns1:pos x="T22" y="T23"/>
              </ns1:cxn>
              <ns1:cxn ang="0">
                <ns1:pos x="T24" y="T25"/>
              </ns1:cxn>
              <ns1:cxn ang="0">
                <ns1:pos x="T26" y="T27"/>
              </ns1:cxn>
              <ns1:cxn ang="0">
                <ns1:pos x="T28" y="T29"/>
              </ns1:cxn>
              <ns1:cxn ang="0">
                <ns1:pos x="T30" y="T31"/>
              </ns1:cxn>
              <ns1:cxn ang="0">
                <ns1:pos x="T32" y="T33"/>
              </ns1:cxn>
              <ns1:cxn ang="0">
                <ns1:pos x="T34" y="T35"/>
              </ns1:cxn>
              <ns1:cxn ang="0">
                <ns1:pos x="T36" y="T37"/>
              </ns1:cxn>
              <ns1:cxn ang="0">
                <ns1:pos x="T38" y="T39"/>
              </ns1:cxn>
              <ns1:cxn ang="0">
                <ns1:pos x="T40" y="T41"/>
              </ns1:cxn>
              <ns1:cxn ang="0">
                <ns1:pos x="T42" y="T43"/>
              </ns1:cxn>
              <ns1:cxn ang="0">
                <ns1:pos x="T44" y="T45"/>
              </ns1:cxn>
              <ns1:cxn ang="0">
                <ns1:pos x="T46" y="T47"/>
              </ns1:cxn>
              <ns1:cxn ang="0">
                <ns1:pos x="T48" y="T49"/>
              </ns1:cxn>
              <ns1:cxn ang="0">
                <ns1:pos x="T50" y="T51"/>
              </ns1:cxn>
              <ns1:cxn ang="0">
                <ns1:pos x="T52" y="T53"/>
              </ns1:cxn>
              <ns1:cxn ang="0">
                <ns1:pos x="T54" y="T55"/>
              </ns1:cxn>
              <ns1:cxn ang="0">
                <ns1:pos x="T56" y="T57"/>
              </ns1:cxn>
              <ns1:cxn ang="0">
                <ns1:pos x="T58" y="T59"/>
              </ns1:cxn>
              <ns1:cxn ang="0">
                <ns1:pos x="T60" y="T61"/>
              </ns1:cxn>
              <ns1:cxn ang="0">
                <ns1:pos x="T62" y="T63"/>
              </ns1:cxn>
              <ns1:cxn ang="0">
                <ns1:pos x="T64" y="T65"/>
              </ns1:cxn>
            </ns1:cxnLst>
            <ns1:rect l="0" t="0" r="r" b="b"/>
            <ns1:pathLst>
              <ns1:path w="128" h="128">
                <ns1:moveTo>
                  <ns1:pt x="126" y="1"/>
                </ns1:moveTo>
                <ns1:cubicBezTo>
                  <ns1:pt x="126" y="0"/>
                  <ns1:pt x="125" y="0"/>
                  <ns1:pt x="124" y="0"/>
                </ns1:cubicBezTo>
                <ns1:cubicBezTo>
                  <ns1:pt x="123" y="0"/>
                  <ns1:pt x="122" y="0"/>
                  <ns1:pt x="122" y="1"/>
                </ns1:cubicBezTo>
                <ns1:cubicBezTo>
                  <ns1:pt x="2" y="81"/>
                  <ns1:pt x="2" y="81"/>
                  <ns1:pt x="2" y="81"/>
                </ns1:cubicBezTo>
                <ns1:cubicBezTo>
                  <ns1:pt x="1" y="81"/>
                  <ns1:pt x="0" y="83"/>
                  <ns1:pt x="0" y="84"/>
                </ns1:cubicBezTo>
                <ns1:cubicBezTo>
                  <ns1:pt x="0" y="86"/>
                  <ns1:pt x="1" y="87"/>
                  <ns1:pt x="3" y="88"/>
                </ns1:cubicBezTo>
                <ns1:cubicBezTo>
                  <ns1:pt x="34" y="100"/>
                  <ns1:pt x="34" y="100"/>
                  <ns1:pt x="34" y="100"/>
                </ns1:cubicBezTo>
                <ns1:cubicBezTo>
                  <ns1:pt x="49" y="126"/>
                  <ns1:pt x="49" y="126"/>
                  <ns1:pt x="49" y="126"/>
                </ns1:cubicBezTo>
                <ns1:cubicBezTo>
                  <ns1:pt x="49" y="127"/>
                  <ns1:pt x="51" y="128"/>
                  <ns1:pt x="52" y="128"/>
                </ns1:cubicBezTo>
                <ns1:cubicBezTo>
                  <ns1:pt x="52" y="128"/>
                  <ns1:pt x="52" y="128"/>
                  <ns1:pt x="52" y="128"/>
                </ns1:cubicBezTo>
                <ns1:cubicBezTo>
                  <ns1:pt x="53" y="128"/>
                  <ns1:pt x="55" y="127"/>
                  <ns1:pt x="55" y="126"/>
                </ns1:cubicBezTo>
                <ns1:cubicBezTo>
                  <ns1:pt x="64" y="112"/>
                  <ns1:pt x="64" y="112"/>
                  <ns1:pt x="64" y="112"/>
                </ns1:cubicBezTo>
                <ns1:cubicBezTo>
                  <ns1:pt x="103" y="128"/>
                  <ns1:pt x="103" y="128"/>
                  <ns1:pt x="103" y="128"/>
                </ns1:cubicBezTo>
                <ns1:cubicBezTo>
                  <ns1:pt x="103" y="128"/>
                  <ns1:pt x="103" y="128"/>
                  <ns1:pt x="104" y="128"/>
                </ns1:cubicBezTo>
                <ns1:cubicBezTo>
                  <ns1:pt x="105" y="128"/>
                  <ns1:pt x="105" y="128"/>
                  <ns1:pt x="106" y="127"/>
                </ns1:cubicBezTo>
                <ns1:cubicBezTo>
                  <ns1:pt x="107" y="127"/>
                  <ns1:pt x="108" y="126"/>
                  <ns1:pt x="108" y="125"/>
                </ns1:cubicBezTo>
                <ns1:cubicBezTo>
                  <ns1:pt x="128" y="5"/>
                  <ns1:pt x="128" y="5"/>
                  <ns1:pt x="128" y="5"/>
                </ns1:cubicBezTo>
                <ns1:cubicBezTo>
                  <ns1:pt x="128" y="3"/>
                  <ns1:pt x="128" y="2"/>
                  <ns1:pt x="126" y="1"/>
                </ns1:cubicBezTo>
                <ns1:close/>
                <ns1:moveTo>
                  <ns1:pt x="13" y="83"/>
                </ns1:moveTo>
                <ns1:cubicBezTo>
                  <ns1:pt x="105" y="21"/>
                  <ns1:pt x="105" y="21"/>
                  <ns1:pt x="105" y="21"/>
                </ns1:cubicBezTo>
                <ns1:cubicBezTo>
                  <ns1:pt x="38" y="93"/>
                  <ns1:pt x="38" y="93"/>
                  <ns1:pt x="38" y="93"/>
                </ns1:cubicBezTo>
                <ns1:cubicBezTo>
                  <ns1:pt x="37" y="93"/>
                  <ns1:pt x="37" y="93"/>
                  <ns1:pt x="37" y="93"/>
                </ns1:cubicBezTo>
                <ns1:lnTo>
                  <ns1:pt x="13" y="83"/>
                </ns1:lnTo>
                <ns1:close/>
                <ns1:moveTo>
                  <ns1:pt x="41" y="96"/>
                </ns1:moveTo>
                <ns1:cubicBezTo>
                  <ns1:pt x="41" y="96"/>
                  <ns1:pt x="41" y="96"/>
                  <ns1:pt x="41" y="96"/>
                </ns1:cubicBezTo>
                <ns1:cubicBezTo>
                  <ns1:pt x="117" y="15"/>
                  <ns1:pt x="117" y="15"/>
                  <ns1:pt x="117" y="15"/>
                </ns1:cubicBezTo>
                <ns1:cubicBezTo>
                  <ns1:pt x="52" y="116"/>
                  <ns1:pt x="52" y="116"/>
                  <ns1:pt x="52" y="116"/>
                </ns1:cubicBezTo>
                <ns1:lnTo>
                  <ns1:pt x="41" y="96"/>
                </ns1:lnTo>
                <ns1:close/>
                <ns1:moveTo>
                  <ns1:pt x="101" y="118"/>
                </ns1:moveTo>
                <ns1:cubicBezTo>
                  <ns1:pt x="67" y="105"/>
                  <ns1:pt x="67" y="105"/>
                  <ns1:pt x="67" y="105"/>
                </ns1:cubicBezTo>
                <ns1:cubicBezTo>
                  <ns1:pt x="66" y="104"/>
                  <ns1:pt x="65" y="104"/>
                  <ns1:pt x="64" y="104"/>
                </ns1:cubicBezTo>
                <ns1:cubicBezTo>
                  <ns1:pt x="117" y="23"/>
                  <ns1:pt x="117" y="23"/>
                  <ns1:pt x="117" y="23"/>
                </ns1:cubicBezTo>
                <ns1:lnTo>
                  <ns1:pt x="101" y="118"/>
                </ns1:lnTo>
                <ns1:close/>
              </ns1:path>
            </ns1:pathLst>
          </ns1:custGeom>
          <ns1:solidFill>
            <ns1:schemeClr val="tx1"/>
          </ns1:solidFill>
          <ns1:ln>
            <ns1:noFill/>
          </ns1:ln>
          <ns1:extLst/>
        </ns0:spPr>
        <ns0:txBody>
          <ns1:bodyPr vert="horz" wrap="square" lIns="91440" tIns="45720" rIns="91440" bIns="45720" numCol="1" anchor="t" anchorCtr="0" compatLnSpc="1">
            <ns1:prstTxWarp prst="textNoShape">
              <ns1:avLst/>
            </ns1:prstTxWarp>
          </ns1:bodyPr>
          <ns1:lstStyle/>
          <ns1:p>
            <ns1:endParaRPr lang="id-ID" sz="2700"/>
          </ns1:p>
        </ns0:txBody>
      </ns0:sp>
      <ns0:grpSp>
        <ns0:nvGrpSpPr>
          <ns0:cNvPr id="111" name="Group 110"/>
          <ns0:cNvGrpSpPr/>
          <ns0:nvPr/>
        </ns0:nvGrpSpPr>
        <ns0:grpSpPr>
          <ns1:xfrm>
            <ns1:off x="8557536" y="370542"/>
            <ns1:ext cx="400024" cy="400024"/>
            <ns1:chOff x="837205" y="3542332"/>
            <ns1:chExt cx="400024" cy="400024"/>
          </ns1:xfrm>
          <ns1:solidFill>
            <ns1:schemeClr val="tx1"/>
          </ns1:solidFill>
        </ns0:grpSpPr>
        <ns0:sp>
          <ns0:nvSpPr>
            <ns0:cNvPr id="112" name="Freeform 85"/>
            <ns0:cNvSpPr>
              <ns1:spLocks noEditPoints="1"/>
            </ns0:cNvSpPr>
            <ns0:nvPr/>
          </ns0:nvSpPr>
          <ns0:spPr bwMode="auto">
            <ns1:xfrm>
              <ns1:off x="837205" y="3542332"/>
              <ns1:ext cx="400024" cy="400024"/>
            </ns1:xfrm>
            <ns1:custGeom>
              <ns1:avLst/>
              <ns1:gdLst>
                <ns1:gd name="T0" fmla="*/ 116 w 128"/>
                <ns1:gd name="T1" fmla="*/ 0 h 128"/>
                <ns1:gd name="T2" fmla="*/ 28 w 128"/>
                <ns1:gd name="T3" fmla="*/ 0 h 128"/>
                <ns1:gd name="T4" fmla="*/ 16 w 128"/>
                <ns1:gd name="T5" fmla="*/ 12 h 128"/>
                <ns1:gd name="T6" fmla="*/ 16 w 128"/>
                <ns1:gd name="T7" fmla="*/ 20 h 128"/>
                <ns1:gd name="T8" fmla="*/ 12 w 128"/>
                <ns1:gd name="T9" fmla="*/ 20 h 128"/>
                <ns1:gd name="T10" fmla="*/ 0 w 128"/>
                <ns1:gd name="T11" fmla="*/ 32 h 128"/>
                <ns1:gd name="T12" fmla="*/ 0 w 128"/>
                <ns1:gd name="T13" fmla="*/ 112 h 128"/>
                <ns1:gd name="T14" fmla="*/ 16 w 128"/>
                <ns1:gd name="T15" fmla="*/ 128 h 128"/>
                <ns1:gd name="T16" fmla="*/ 112 w 128"/>
                <ns1:gd name="T17" fmla="*/ 128 h 128"/>
                <ns1:gd name="T18" fmla="*/ 128 w 128"/>
                <ns1:gd name="T19" fmla="*/ 112 h 128"/>
                <ns1:gd name="T20" fmla="*/ 128 w 128"/>
                <ns1:gd name="T21" fmla="*/ 12 h 128"/>
                <ns1:gd name="T22" fmla="*/ 116 w 128"/>
                <ns1:gd name="T23" fmla="*/ 0 h 128"/>
                <ns1:gd name="T24" fmla="*/ 120 w 128"/>
                <ns1:gd name="T25" fmla="*/ 112 h 128"/>
                <ns1:gd name="T26" fmla="*/ 112 w 128"/>
                <ns1:gd name="T27" fmla="*/ 120 h 128"/>
                <ns1:gd name="T28" fmla="*/ 16 w 128"/>
                <ns1:gd name="T29" fmla="*/ 120 h 128"/>
                <ns1:gd name="T30" fmla="*/ 8 w 128"/>
                <ns1:gd name="T31" fmla="*/ 112 h 128"/>
                <ns1:gd name="T32" fmla="*/ 8 w 128"/>
                <ns1:gd name="T33" fmla="*/ 32 h 128"/>
                <ns1:gd name="T34" fmla="*/ 12 w 128"/>
                <ns1:gd name="T35" fmla="*/ 28 h 128"/>
                <ns1:gd name="T36" fmla="*/ 16 w 128"/>
                <ns1:gd name="T37" fmla="*/ 28 h 128"/>
                <ns1:gd name="T38" fmla="*/ 16 w 128"/>
                <ns1:gd name="T39" fmla="*/ 108 h 128"/>
                <ns1:gd name="T40" fmla="*/ 20 w 128"/>
                <ns1:gd name="T41" fmla="*/ 112 h 128"/>
                <ns1:gd name="T42" fmla="*/ 24 w 128"/>
                <ns1:gd name="T43" fmla="*/ 108 h 128"/>
                <ns1:gd name="T44" fmla="*/ 24 w 128"/>
                <ns1:gd name="T45" fmla="*/ 12 h 128"/>
                <ns1:gd name="T46" fmla="*/ 28 w 128"/>
                <ns1:gd name="T47" fmla="*/ 8 h 128"/>
                <ns1:gd name="T48" fmla="*/ 116 w 128"/>
                <ns1:gd name="T49" fmla="*/ 8 h 128"/>
                <ns1:gd name="T50" fmla="*/ 120 w 128"/>
                <ns1:gd name="T51" fmla="*/ 12 h 128"/>
                <ns1:gd name="T52" fmla="*/ 120 w 128"/>
                <ns1:gd name="T53" fmla="*/ 112 h 128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  <ns1:cxn ang="0">
                  <ns1:pos x="T14" y="T15"/>
                </ns1:cxn>
                <ns1:cxn ang="0">
                  <ns1:pos x="T16" y="T17"/>
                </ns1:cxn>
                <ns1:cxn ang="0">
                  <ns1:pos x="T18" y="T19"/>
                </ns1:cxn>
                <ns1:cxn ang="0">
                  <ns1:pos x="T20" y="T21"/>
                </ns1:cxn>
                <ns1:cxn ang="0">
                  <ns1:pos x="T22" y="T23"/>
                </ns1:cxn>
                <ns1:cxn ang="0">
                  <ns1:pos x="T24" y="T25"/>
                </ns1:cxn>
                <ns1:cxn ang="0">
                  <ns1:pos x="T26" y="T27"/>
                </ns1:cxn>
                <ns1:cxn ang="0">
                  <ns1:pos x="T28" y="T29"/>
                </ns1:cxn>
                <ns1:cxn ang="0">
                  <ns1:pos x="T30" y="T31"/>
                </ns1:cxn>
                <ns1:cxn ang="0">
                  <ns1:pos x="T32" y="T33"/>
                </ns1:cxn>
                <ns1:cxn ang="0">
                  <ns1:pos x="T34" y="T35"/>
                </ns1:cxn>
                <ns1:cxn ang="0">
                  <ns1:pos x="T36" y="T37"/>
                </ns1:cxn>
                <ns1:cxn ang="0">
                  <ns1:pos x="T38" y="T39"/>
                </ns1:cxn>
                <ns1:cxn ang="0">
                  <ns1:pos x="T40" y="T41"/>
                </ns1:cxn>
                <ns1:cxn ang="0">
                  <ns1:pos x="T42" y="T43"/>
                </ns1:cxn>
                <ns1:cxn ang="0">
                  <ns1:pos x="T44" y="T45"/>
                </ns1:cxn>
                <ns1:cxn ang="0">
                  <ns1:pos x="T46" y="T47"/>
                </ns1:cxn>
                <ns1:cxn ang="0">
                  <ns1:pos x="T48" y="T49"/>
                </ns1:cxn>
                <ns1:cxn ang="0">
                  <ns1:pos x="T50" y="T51"/>
                </ns1:cxn>
                <ns1:cxn ang="0">
                  <ns1:pos x="T52" y="T53"/>
                </ns1:cxn>
              </ns1:cxnLst>
              <ns1:rect l="0" t="0" r="r" b="b"/>
              <ns1:pathLst>
                <ns1:path w="128" h="128">
                  <ns1:moveTo>
                    <ns1:pt x="116" y="0"/>
                  </ns1:moveTo>
                  <ns1:cubicBezTo>
                    <ns1:pt x="28" y="0"/>
                    <ns1:pt x="28" y="0"/>
                    <ns1:pt x="28" y="0"/>
                  </ns1:cubicBezTo>
                  <ns1:cubicBezTo>
                    <ns1:pt x="21" y="0"/>
                    <ns1:pt x="16" y="5"/>
                    <ns1:pt x="16" y="12"/>
                  </ns1:cubicBezTo>
                  <ns1:cubicBezTo>
                    <ns1:pt x="16" y="20"/>
                    <ns1:pt x="16" y="20"/>
                    <ns1:pt x="16" y="20"/>
                  </ns1:cubicBezTo>
                  <ns1:cubicBezTo>
                    <ns1:pt x="12" y="20"/>
                    <ns1:pt x="12" y="20"/>
                    <ns1:pt x="12" y="20"/>
                  </ns1:cubicBezTo>
                  <ns1:cubicBezTo>
                    <ns1:pt x="5" y="20"/>
                    <ns1:pt x="0" y="25"/>
                    <ns1:pt x="0" y="32"/>
                  </ns1:cubicBezTo>
                  <ns1:cubicBezTo>
                    <ns1:pt x="0" y="112"/>
                    <ns1:pt x="0" y="112"/>
                    <ns1:pt x="0" y="112"/>
                  </ns1:cubicBezTo>
                  <ns1:cubicBezTo>
                    <ns1:pt x="0" y="121"/>
                    <ns1:pt x="7" y="128"/>
                    <ns1:pt x="16" y="128"/>
                  </ns1:cubicBezTo>
                  <ns1:cubicBezTo>
                    <ns1:pt x="112" y="128"/>
                    <ns1:pt x="112" y="128"/>
                    <ns1:pt x="112" y="128"/>
                  </ns1:cubicBezTo>
                  <ns1:cubicBezTo>
                    <ns1:pt x="121" y="128"/>
                    <ns1:pt x="128" y="121"/>
                    <ns1:pt x="128" y="112"/>
                  </ns1:cubicBezTo>
                  <ns1:cubicBezTo>
                    <ns1:pt x="128" y="12"/>
                    <ns1:pt x="128" y="12"/>
                    <ns1:pt x="128" y="12"/>
                  </ns1:cubicBezTo>
                  <ns1:cubicBezTo>
                    <ns1:pt x="128" y="5"/>
                    <ns1:pt x="123" y="0"/>
                    <ns1:pt x="116" y="0"/>
                  </ns1:cubicBezTo>
                  <ns1:close/>
                  <ns1:moveTo>
                    <ns1:pt x="120" y="112"/>
                  </ns1:moveTo>
                  <ns1:cubicBezTo>
                    <ns1:pt x="120" y="116"/>
                    <ns1:pt x="116" y="120"/>
                    <ns1:pt x="112" y="120"/>
                  </ns1:cubicBezTo>
                  <ns1:cubicBezTo>
                    <ns1:pt x="16" y="120"/>
                    <ns1:pt x="16" y="120"/>
                    <ns1:pt x="16" y="120"/>
                  </ns1:cubicBezTo>
                  <ns1:cubicBezTo>
                    <ns1:pt x="12" y="120"/>
                    <ns1:pt x="8" y="116"/>
                    <ns1:pt x="8" y="112"/>
                  </ns1:cubicBezTo>
                  <ns1:cubicBezTo>
                    <ns1:pt x="8" y="32"/>
                    <ns1:pt x="8" y="32"/>
                    <ns1:pt x="8" y="32"/>
                  </ns1:cubicBezTo>
                  <ns1:cubicBezTo>
                    <ns1:pt x="8" y="30"/>
                    <ns1:pt x="10" y="28"/>
                    <ns1:pt x="12" y="28"/>
                  </ns1:cubicBezTo>
                  <ns1:cubicBezTo>
                    <ns1:pt x="16" y="28"/>
                    <ns1:pt x="16" y="28"/>
                    <ns1:pt x="16" y="28"/>
                  </ns1:cubicBezTo>
                  <ns1:cubicBezTo>
                    <ns1:pt x="16" y="108"/>
                    <ns1:pt x="16" y="108"/>
                    <ns1:pt x="16" y="108"/>
                  </ns1:cubicBezTo>
                  <ns1:cubicBezTo>
                    <ns1:pt x="16" y="110"/>
                    <ns1:pt x="18" y="112"/>
                    <ns1:pt x="20" y="112"/>
                  </ns1:cubicBezTo>
                  <ns1:cubicBezTo>
                    <ns1:pt x="22" y="112"/>
                    <ns1:pt x="24" y="110"/>
                    <ns1:pt x="24" y="108"/>
                  </ns1:cubicBezTo>
                  <ns1:cubicBezTo>
                    <ns1:pt x="24" y="12"/>
                    <ns1:pt x="24" y="12"/>
                    <ns1:pt x="24" y="12"/>
                  </ns1:cubicBezTo>
                  <ns1:cubicBezTo>
                    <ns1:pt x="24" y="10"/>
                    <ns1:pt x="26" y="8"/>
                    <ns1:pt x="28" y="8"/>
                  </ns1:cubicBezTo>
                  <ns1:cubicBezTo>
                    <ns1:pt x="116" y="8"/>
                    <ns1:pt x="116" y="8"/>
                    <ns1:pt x="116" y="8"/>
                  </ns1:cubicBezTo>
                  <ns1:cubicBezTo>
                    <ns1:pt x="118" y="8"/>
                    <ns1:pt x="120" y="10"/>
                    <ns1:pt x="120" y="12"/>
                  </ns1:cubicBezTo>
                  <ns1:lnTo>
                    <ns1:pt x="120" y="112"/>
                  </ns1:lnTo>
                  <ns1:close/>
                </ns1:path>
              </ns1:pathLst>
            </ns1:custGeom>
            <ns1:grpFill/>
            <ns1:ln>
              <ns1:noFill/>
            </ns1:ln>
            <ns1:extLst>
              <ns1:ext uri="{91240B29-F687-4F45-9708-019B960494DF}">
                <ns2:hiddenLine w="9525">
                  <ns1:solidFill>
                    <ns1:srgbClr val="000000"/>
                  </ns1:solidFill>
                  <ns1:round/>
                  <ns1:headEnd/>
                  <ns1:tailEnd/>
                </ns2:hiddenLine>
              </ns1:ext>
            </ns1:extLst>
          </ns0:spPr>
          <ns0:txBody>
            <ns1:bodyPr vert="horz" wrap="square" lIns="91440" tIns="45720" rIns="91440" bIns="45720" numCol="1" anchor="t" anchorCtr="0" compatLnSpc="1">
              <ns1:prstTxWarp prst="textNoShape">
                <ns1:avLst/>
              </ns1:prstTxWarp>
            </ns1:bodyPr>
            <ns1:lstStyle/>
            <ns1:p>
              <ns1:endParaRPr lang="id-ID" sz="2700"/>
            </ns1:p>
          </ns0:txBody>
        </ns0:sp>
        <ns0:sp>
          <ns0:nvSpPr>
            <ns0:cNvPr id="113" name="Freeform 86"/>
            <ns0:cNvSpPr>
              <ns1:spLocks/>
            </ns0:cNvSpPr>
            <ns0:nvPr/>
          </ns0:nvSpPr>
          <ns0:spPr bwMode="auto">
            <ns1:xfrm>
              <ns1:off x="1074843" y="3692836"/>
              <ns1:ext cx="112218" cy="11882"/>
            </ns1:xfrm>
            <ns1:custGeom>
              <ns1:avLst/>
              <ns1:gdLst>
                <ns1:gd name="T0" fmla="*/ 2 w 36"/>
                <ns1:gd name="T1" fmla="*/ 4 h 4"/>
                <ns1:gd name="T2" fmla="*/ 34 w 36"/>
                <ns1:gd name="T3" fmla="*/ 4 h 4"/>
                <ns1:gd name="T4" fmla="*/ 36 w 36"/>
                <ns1:gd name="T5" fmla="*/ 2 h 4"/>
                <ns1:gd name="T6" fmla="*/ 34 w 36"/>
                <ns1:gd name="T7" fmla="*/ 0 h 4"/>
                <ns1:gd name="T8" fmla="*/ 2 w 36"/>
                <ns1:gd name="T9" fmla="*/ 0 h 4"/>
                <ns1:gd name="T10" fmla="*/ 0 w 36"/>
                <ns1:gd name="T11" fmla="*/ 2 h 4"/>
                <ns1:gd name="T12" fmla="*/ 2 w 36"/>
                <ns1:gd name="T13" fmla="*/ 4 h 4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</ns1:cxnLst>
              <ns1:rect l="0" t="0" r="r" b="b"/>
              <ns1:pathLst>
                <ns1:path w="36" h="4">
                  <ns1:moveTo>
                    <ns1:pt x="2" y="4"/>
                  </ns1:moveTo>
                  <ns1:cubicBezTo>
                    <ns1:pt x="34" y="4"/>
                    <ns1:pt x="34" y="4"/>
                    <ns1:pt x="34" y="4"/>
                  </ns1:cubicBezTo>
                  <ns1:cubicBezTo>
                    <ns1:pt x="35" y="4"/>
                    <ns1:pt x="36" y="3"/>
                    <ns1:pt x="36" y="2"/>
                  </ns1:cubicBezTo>
                  <ns1:cubicBezTo>
                    <ns1:pt x="36" y="1"/>
                    <ns1:pt x="35" y="0"/>
                    <ns1:pt x="34" y="0"/>
                  </ns1:cubicBezTo>
                  <ns1:cubicBezTo>
                    <ns1:pt x="2" y="0"/>
                    <ns1:pt x="2" y="0"/>
                    <ns1:pt x="2" y="0"/>
                  </ns1:cubicBezTo>
                  <ns1:cubicBezTo>
                    <ns1:pt x="1" y="0"/>
                    <ns1:pt x="0" y="1"/>
                    <ns1:pt x="0" y="2"/>
                  </ns1:cubicBezTo>
                  <ns1:cubicBezTo>
                    <ns1:pt x="0" y="3"/>
                    <ns1:pt x="1" y="4"/>
                    <ns1:pt x="2" y="4"/>
                  </ns1:cubicBezTo>
                  <ns1:close/>
                </ns1:path>
              </ns1:pathLst>
            </ns1:custGeom>
            <ns1:grpFill/>
            <ns1:ln>
              <ns1:noFill/>
            </ns1:ln>
            <ns1:extLst>
              <ns1:ext uri="{91240B29-F687-4F45-9708-019B960494DF}">
                <ns2:hiddenLine w="9525">
                  <ns1:solidFill>
                    <ns1:srgbClr val="000000"/>
                  </ns1:solidFill>
                  <ns1:round/>
                  <ns1:headEnd/>
                  <ns1:tailEnd/>
                </ns2:hiddenLine>
              </ns1:ext>
            </ns1:extLst>
          </ns0:spPr>
          <ns0:txBody>
            <ns1:bodyPr vert="horz" wrap="square" lIns="91440" tIns="45720" rIns="91440" bIns="45720" numCol="1" anchor="t" anchorCtr="0" compatLnSpc="1">
              <ns1:prstTxWarp prst="textNoShape">
                <ns1:avLst/>
              </ns1:prstTxWarp>
            </ns1:bodyPr>
            <ns1:lstStyle/>
            <ns1:p>
              <ns1:endParaRPr lang="id-ID" sz="2700"/>
            </ns1:p>
          </ns0:txBody>
        </ns0:sp>
        <ns0:sp>
          <ns0:nvSpPr>
            <ns0:cNvPr id="114" name="Freeform 87"/>
            <ns0:cNvSpPr>
              <ns1:spLocks/>
            </ns0:cNvSpPr>
            <ns0:nvPr/>
          </ns0:nvSpPr>
          <ns0:spPr bwMode="auto">
            <ns1:xfrm>
              <ns1:off x="1074843" y="3655870"/>
              <ns1:ext cx="112218" cy="11882"/>
            </ns1:xfrm>
            <ns1:custGeom>
              <ns1:avLst/>
              <ns1:gdLst>
                <ns1:gd name="T0" fmla="*/ 2 w 36"/>
                <ns1:gd name="T1" fmla="*/ 4 h 4"/>
                <ns1:gd name="T2" fmla="*/ 34 w 36"/>
                <ns1:gd name="T3" fmla="*/ 4 h 4"/>
                <ns1:gd name="T4" fmla="*/ 36 w 36"/>
                <ns1:gd name="T5" fmla="*/ 2 h 4"/>
                <ns1:gd name="T6" fmla="*/ 34 w 36"/>
                <ns1:gd name="T7" fmla="*/ 0 h 4"/>
                <ns1:gd name="T8" fmla="*/ 2 w 36"/>
                <ns1:gd name="T9" fmla="*/ 0 h 4"/>
                <ns1:gd name="T10" fmla="*/ 0 w 36"/>
                <ns1:gd name="T11" fmla="*/ 2 h 4"/>
                <ns1:gd name="T12" fmla="*/ 2 w 36"/>
                <ns1:gd name="T13" fmla="*/ 4 h 4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</ns1:cxnLst>
              <ns1:rect l="0" t="0" r="r" b="b"/>
              <ns1:pathLst>
                <ns1:path w="36" h="4">
                  <ns1:moveTo>
                    <ns1:pt x="2" y="4"/>
                  </ns1:moveTo>
                  <ns1:cubicBezTo>
                    <ns1:pt x="34" y="4"/>
                    <ns1:pt x="34" y="4"/>
                    <ns1:pt x="34" y="4"/>
                  </ns1:cubicBezTo>
                  <ns1:cubicBezTo>
                    <ns1:pt x="35" y="4"/>
                    <ns1:pt x="36" y="3"/>
                    <ns1:pt x="36" y="2"/>
                  </ns1:cubicBezTo>
                  <ns1:cubicBezTo>
                    <ns1:pt x="36" y="1"/>
                    <ns1:pt x="35" y="0"/>
                    <ns1:pt x="34" y="0"/>
                  </ns1:cubicBezTo>
                  <ns1:cubicBezTo>
                    <ns1:pt x="2" y="0"/>
                    <ns1:pt x="2" y="0"/>
                    <ns1:pt x="2" y="0"/>
                  </ns1:cubicBezTo>
                  <ns1:cubicBezTo>
                    <ns1:pt x="1" y="0"/>
                    <ns1:pt x="0" y="1"/>
                    <ns1:pt x="0" y="2"/>
                  </ns1:cubicBezTo>
                  <ns1:cubicBezTo>
                    <ns1:pt x="0" y="3"/>
                    <ns1:pt x="1" y="4"/>
                    <ns1:pt x="2" y="4"/>
                  </ns1:cubicBezTo>
                  <ns1:close/>
                </ns1:path>
              </ns1:pathLst>
            </ns1:custGeom>
            <ns1:grpFill/>
            <ns1:ln>
              <ns1:noFill/>
            </ns1:ln>
            <ns1:extLst>
              <ns1:ext uri="{91240B29-F687-4F45-9708-019B960494DF}">
                <ns2:hiddenLine w="9525">
                  <ns1:solidFill>
                    <ns1:srgbClr val="000000"/>
                  </ns1:solidFill>
                  <ns1:round/>
                  <ns1:headEnd/>
                  <ns1:tailEnd/>
                </ns2:hiddenLine>
              </ns1:ext>
            </ns1:extLst>
          </ns0:spPr>
          <ns0:txBody>
            <ns1:bodyPr vert="horz" wrap="square" lIns="91440" tIns="45720" rIns="91440" bIns="45720" numCol="1" anchor="t" anchorCtr="0" compatLnSpc="1">
              <ns1:prstTxWarp prst="textNoShape">
                <ns1:avLst/>
              </ns1:prstTxWarp>
            </ns1:bodyPr>
            <ns1:lstStyle/>
            <ns1:p>
              <ns1:endParaRPr lang="id-ID" sz="2700"/>
            </ns1:p>
          </ns0:txBody>
        </ns0:sp>
        <ns0:sp>
          <ns0:nvSpPr>
            <ns0:cNvPr id="115" name="Freeform 88"/>
            <ns0:cNvSpPr>
              <ns1:spLocks/>
            </ns0:cNvSpPr>
            <ns0:nvPr/>
          </ns0:nvSpPr>
          <ns0:spPr bwMode="auto">
            <ns1:xfrm>
              <ns1:off x="1074843" y="3617583"/>
              <ns1:ext cx="112218" cy="13202"/>
            </ns1:xfrm>
            <ns1:custGeom>
              <ns1:avLst/>
              <ns1:gdLst>
                <ns1:gd name="T0" fmla="*/ 2 w 36"/>
                <ns1:gd name="T1" fmla="*/ 4 h 4"/>
                <ns1:gd name="T2" fmla="*/ 34 w 36"/>
                <ns1:gd name="T3" fmla="*/ 4 h 4"/>
                <ns1:gd name="T4" fmla="*/ 36 w 36"/>
                <ns1:gd name="T5" fmla="*/ 2 h 4"/>
                <ns1:gd name="T6" fmla="*/ 34 w 36"/>
                <ns1:gd name="T7" fmla="*/ 0 h 4"/>
                <ns1:gd name="T8" fmla="*/ 2 w 36"/>
                <ns1:gd name="T9" fmla="*/ 0 h 4"/>
                <ns1:gd name="T10" fmla="*/ 0 w 36"/>
                <ns1:gd name="T11" fmla="*/ 2 h 4"/>
                <ns1:gd name="T12" fmla="*/ 2 w 36"/>
                <ns1:gd name="T13" fmla="*/ 4 h 4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</ns1:cxnLst>
              <ns1:rect l="0" t="0" r="r" b="b"/>
              <ns1:pathLst>
                <ns1:path w="36" h="4">
                  <ns1:moveTo>
                    <ns1:pt x="2" y="4"/>
                  </ns1:moveTo>
                  <ns1:cubicBezTo>
                    <ns1:pt x="34" y="4"/>
                    <ns1:pt x="34" y="4"/>
                    <ns1:pt x="34" y="4"/>
                  </ns1:cubicBezTo>
                  <ns1:cubicBezTo>
                    <ns1:pt x="35" y="4"/>
                    <ns1:pt x="36" y="3"/>
                    <ns1:pt x="36" y="2"/>
                  </ns1:cubicBezTo>
                  <ns1:cubicBezTo>
                    <ns1:pt x="36" y="1"/>
                    <ns1:pt x="35" y="0"/>
                    <ns1:pt x="34" y="0"/>
                  </ns1:cubicBezTo>
                  <ns1:cubicBezTo>
                    <ns1:pt x="2" y="0"/>
                    <ns1:pt x="2" y="0"/>
                    <ns1:pt x="2" y="0"/>
                  </ns1:cubicBezTo>
                  <ns1:cubicBezTo>
                    <ns1:pt x="1" y="0"/>
                    <ns1:pt x="0" y="1"/>
                    <ns1:pt x="0" y="2"/>
                  </ns1:cubicBezTo>
                  <ns1:cubicBezTo>
                    <ns1:pt x="0" y="3"/>
                    <ns1:pt x="1" y="4"/>
                    <ns1:pt x="2" y="4"/>
                  </ns1:cubicBezTo>
                  <ns1:close/>
                </ns1:path>
              </ns1:pathLst>
            </ns1:custGeom>
            <ns1:grpFill/>
            <ns1:ln>
              <ns1:noFill/>
            </ns1:ln>
            <ns1:extLst>
              <ns1:ext uri="{91240B29-F687-4F45-9708-019B960494DF}">
                <ns2:hiddenLine w="9525">
                  <ns1:solidFill>
                    <ns1:srgbClr val="000000"/>
                  </ns1:solidFill>
                  <ns1:round/>
                  <ns1:headEnd/>
                  <ns1:tailEnd/>
                </ns2:hiddenLine>
              </ns1:ext>
            </ns1:extLst>
          </ns0:spPr>
          <ns0:txBody>
            <ns1:bodyPr vert="horz" wrap="square" lIns="91440" tIns="45720" rIns="91440" bIns="45720" numCol="1" anchor="t" anchorCtr="0" compatLnSpc="1">
              <ns1:prstTxWarp prst="textNoShape">
                <ns1:avLst/>
              </ns1:prstTxWarp>
            </ns1:bodyPr>
            <ns1:lstStyle/>
            <ns1:p>
              <ns1:endParaRPr lang="id-ID" sz="2700"/>
            </ns1:p>
          </ns0:txBody>
        </ns0:sp>
        <ns0:sp>
          <ns0:nvSpPr>
            <ns0:cNvPr id="116" name="Freeform 89"/>
            <ns0:cNvSpPr>
              <ns1:spLocks/>
            </ns0:cNvSpPr>
            <ns0:nvPr/>
          </ns0:nvSpPr>
          <ns0:spPr bwMode="auto">
            <ns1:xfrm>
              <ns1:off x="937541" y="3880306"/>
              <ns1:ext cx="112218" cy="11882"/>
            </ns1:xfrm>
            <ns1:custGeom>
              <ns1:avLst/>
              <ns1:gdLst>
                <ns1:gd name="T0" fmla="*/ 34 w 36"/>
                <ns1:gd name="T1" fmla="*/ 0 h 4"/>
                <ns1:gd name="T2" fmla="*/ 2 w 36"/>
                <ns1:gd name="T3" fmla="*/ 0 h 4"/>
                <ns1:gd name="T4" fmla="*/ 0 w 36"/>
                <ns1:gd name="T5" fmla="*/ 2 h 4"/>
                <ns1:gd name="T6" fmla="*/ 2 w 36"/>
                <ns1:gd name="T7" fmla="*/ 4 h 4"/>
                <ns1:gd name="T8" fmla="*/ 34 w 36"/>
                <ns1:gd name="T9" fmla="*/ 4 h 4"/>
                <ns1:gd name="T10" fmla="*/ 36 w 36"/>
                <ns1:gd name="T11" fmla="*/ 2 h 4"/>
                <ns1:gd name="T12" fmla="*/ 34 w 36"/>
                <ns1:gd name="T13" fmla="*/ 0 h 4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</ns1:cxnLst>
              <ns1:rect l="0" t="0" r="r" b="b"/>
              <ns1:pathLst>
                <ns1:path w="36" h="4">
                  <ns1:moveTo>
                    <ns1:pt x="34" y="0"/>
                  </ns1:moveTo>
                  <ns1:cubicBezTo>
                    <ns1:pt x="2" y="0"/>
                    <ns1:pt x="2" y="0"/>
                    <ns1:pt x="2" y="0"/>
                  </ns1:cubicBezTo>
                  <ns1:cubicBezTo>
                    <ns1:pt x="1" y="0"/>
                    <ns1:pt x="0" y="1"/>
                    <ns1:pt x="0" y="2"/>
                  </ns1:cubicBezTo>
                  <ns1:cubicBezTo>
                    <ns1:pt x="0" y="3"/>
                    <ns1:pt x="1" y="4"/>
                    <ns1:pt x="2" y="4"/>
                  </ns1:cubicBezTo>
                  <ns1:cubicBezTo>
                    <ns1:pt x="34" y="4"/>
                    <ns1:pt x="34" y="4"/>
                    <ns1:pt x="34" y="4"/>
                  </ns1:cubicBezTo>
                  <ns1:cubicBezTo>
                    <ns1:pt x="35" y="4"/>
                    <ns1:pt x="36" y="3"/>
                    <ns1:pt x="36" y="2"/>
                  </ns1:cubicBezTo>
                  <ns1:cubicBezTo>
                    <ns1:pt x="36" y="1"/>
                    <ns1:pt x="35" y="0"/>
                    <ns1:pt x="34" y="0"/>
                  </ns1:cubicBezTo>
                  <ns1:close/>
                </ns1:path>
              </ns1:pathLst>
            </ns1:custGeom>
            <ns1:grpFill/>
            <ns1:ln>
              <ns1:noFill/>
            </ns1:ln>
            <ns1:extLst>
              <ns1:ext uri="{91240B29-F687-4F45-9708-019B960494DF}">
                <ns2:hiddenLine w="9525">
                  <ns1:solidFill>
                    <ns1:srgbClr val="000000"/>
                  </ns1:solidFill>
                  <ns1:round/>
                  <ns1:headEnd/>
                  <ns1:tailEnd/>
                </ns2:hiddenLine>
              </ns1:ext>
            </ns1:extLst>
          </ns0:spPr>
          <ns0:txBody>
            <ns1:bodyPr vert="horz" wrap="square" lIns="91440" tIns="45720" rIns="91440" bIns="45720" numCol="1" anchor="t" anchorCtr="0" compatLnSpc="1">
              <ns1:prstTxWarp prst="textNoShape">
                <ns1:avLst/>
              </ns1:prstTxWarp>
            </ns1:bodyPr>
            <ns1:lstStyle/>
            <ns1:p>
              <ns1:endParaRPr lang="id-ID" sz="2700"/>
            </ns1:p>
          </ns0:txBody>
        </ns0:sp>
        <ns0:sp>
          <ns0:nvSpPr>
            <ns0:cNvPr id="117" name="Freeform 90"/>
            <ns0:cNvSpPr>
              <ns1:spLocks/>
            </ns0:cNvSpPr>
            <ns0:nvPr/>
          </ns0:nvSpPr>
          <ns0:spPr bwMode="auto">
            <ns1:xfrm>
              <ns1:off x="937541" y="3843340"/>
              <ns1:ext cx="112218" cy="11882"/>
            </ns1:xfrm>
            <ns1:custGeom>
              <ns1:avLst/>
              <ns1:gdLst>
                <ns1:gd name="T0" fmla="*/ 34 w 36"/>
                <ns1:gd name="T1" fmla="*/ 0 h 4"/>
                <ns1:gd name="T2" fmla="*/ 2 w 36"/>
                <ns1:gd name="T3" fmla="*/ 0 h 4"/>
                <ns1:gd name="T4" fmla="*/ 0 w 36"/>
                <ns1:gd name="T5" fmla="*/ 2 h 4"/>
                <ns1:gd name="T6" fmla="*/ 2 w 36"/>
                <ns1:gd name="T7" fmla="*/ 4 h 4"/>
                <ns1:gd name="T8" fmla="*/ 34 w 36"/>
                <ns1:gd name="T9" fmla="*/ 4 h 4"/>
                <ns1:gd name="T10" fmla="*/ 36 w 36"/>
                <ns1:gd name="T11" fmla="*/ 2 h 4"/>
                <ns1:gd name="T12" fmla="*/ 34 w 36"/>
                <ns1:gd name="T13" fmla="*/ 0 h 4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</ns1:cxnLst>
              <ns1:rect l="0" t="0" r="r" b="b"/>
              <ns1:pathLst>
                <ns1:path w="36" h="4">
                  <ns1:moveTo>
                    <ns1:pt x="34" y="0"/>
                  </ns1:moveTo>
                  <ns1:cubicBezTo>
                    <ns1:pt x="2" y="0"/>
                    <ns1:pt x="2" y="0"/>
                    <ns1:pt x="2" y="0"/>
                  </ns1:cubicBezTo>
                  <ns1:cubicBezTo>
                    <ns1:pt x="1" y="0"/>
                    <ns1:pt x="0" y="1"/>
                    <ns1:pt x="0" y="2"/>
                  </ns1:cubicBezTo>
                  <ns1:cubicBezTo>
                    <ns1:pt x="0" y="3"/>
                    <ns1:pt x="1" y="4"/>
                    <ns1:pt x="2" y="4"/>
                  </ns1:cubicBezTo>
                  <ns1:cubicBezTo>
                    <ns1:pt x="34" y="4"/>
                    <ns1:pt x="34" y="4"/>
                    <ns1:pt x="34" y="4"/>
                  </ns1:cubicBezTo>
                  <ns1:cubicBezTo>
                    <ns1:pt x="35" y="4"/>
                    <ns1:pt x="36" y="3"/>
                    <ns1:pt x="36" y="2"/>
                  </ns1:cubicBezTo>
                  <ns1:cubicBezTo>
                    <ns1:pt x="36" y="1"/>
                    <ns1:pt x="35" y="0"/>
                    <ns1:pt x="34" y="0"/>
                  </ns1:cubicBezTo>
                  <ns1:close/>
                </ns1:path>
              </ns1:pathLst>
            </ns1:custGeom>
            <ns1:grpFill/>
            <ns1:ln>
              <ns1:noFill/>
            </ns1:ln>
            <ns1:extLst>
              <ns1:ext uri="{91240B29-F687-4F45-9708-019B960494DF}">
                <ns2:hiddenLine w="9525">
                  <ns1:solidFill>
                    <ns1:srgbClr val="000000"/>
                  </ns1:solidFill>
                  <ns1:round/>
                  <ns1:headEnd/>
                  <ns1:tailEnd/>
                </ns2:hiddenLine>
              </ns1:ext>
            </ns1:extLst>
          </ns0:spPr>
          <ns0:txBody>
            <ns1:bodyPr vert="horz" wrap="square" lIns="91440" tIns="45720" rIns="91440" bIns="45720" numCol="1" anchor="t" anchorCtr="0" compatLnSpc="1">
              <ns1:prstTxWarp prst="textNoShape">
                <ns1:avLst/>
              </ns1:prstTxWarp>
            </ns1:bodyPr>
            <ns1:lstStyle/>
            <ns1:p>
              <ns1:endParaRPr lang="id-ID" sz="2700"/>
            </ns1:p>
          </ns0:txBody>
        </ns0:sp>
        <ns0:sp>
          <ns0:nvSpPr>
            <ns0:cNvPr id="118" name="Freeform 91"/>
            <ns0:cNvSpPr>
              <ns1:spLocks/>
            </ns0:cNvSpPr>
            <ns0:nvPr/>
          </ns0:nvSpPr>
          <ns0:spPr bwMode="auto">
            <ns1:xfrm>
              <ns1:off x="937541" y="3805053"/>
              <ns1:ext cx="112218" cy="13202"/>
            </ns1:xfrm>
            <ns1:custGeom>
              <ns1:avLst/>
              <ns1:gdLst>
                <ns1:gd name="T0" fmla="*/ 34 w 36"/>
                <ns1:gd name="T1" fmla="*/ 0 h 4"/>
                <ns1:gd name="T2" fmla="*/ 2 w 36"/>
                <ns1:gd name="T3" fmla="*/ 0 h 4"/>
                <ns1:gd name="T4" fmla="*/ 0 w 36"/>
                <ns1:gd name="T5" fmla="*/ 2 h 4"/>
                <ns1:gd name="T6" fmla="*/ 2 w 36"/>
                <ns1:gd name="T7" fmla="*/ 4 h 4"/>
                <ns1:gd name="T8" fmla="*/ 34 w 36"/>
                <ns1:gd name="T9" fmla="*/ 4 h 4"/>
                <ns1:gd name="T10" fmla="*/ 36 w 36"/>
                <ns1:gd name="T11" fmla="*/ 2 h 4"/>
                <ns1:gd name="T12" fmla="*/ 34 w 36"/>
                <ns1:gd name="T13" fmla="*/ 0 h 4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</ns1:cxnLst>
              <ns1:rect l="0" t="0" r="r" b="b"/>
              <ns1:pathLst>
                <ns1:path w="36" h="4">
                  <ns1:moveTo>
                    <ns1:pt x="34" y="0"/>
                  </ns1:moveTo>
                  <ns1:cubicBezTo>
                    <ns1:pt x="2" y="0"/>
                    <ns1:pt x="2" y="0"/>
                    <ns1:pt x="2" y="0"/>
                  </ns1:cubicBezTo>
                  <ns1:cubicBezTo>
                    <ns1:pt x="1" y="0"/>
                    <ns1:pt x="0" y="1"/>
                    <ns1:pt x="0" y="2"/>
                  </ns1:cubicBezTo>
                  <ns1:cubicBezTo>
                    <ns1:pt x="0" y="3"/>
                    <ns1:pt x="1" y="4"/>
                    <ns1:pt x="2" y="4"/>
                  </ns1:cubicBezTo>
                  <ns1:cubicBezTo>
                    <ns1:pt x="34" y="4"/>
                    <ns1:pt x="34" y="4"/>
                    <ns1:pt x="34" y="4"/>
                  </ns1:cubicBezTo>
                  <ns1:cubicBezTo>
                    <ns1:pt x="35" y="4"/>
                    <ns1:pt x="36" y="3"/>
                    <ns1:pt x="36" y="2"/>
                  </ns1:cubicBezTo>
                  <ns1:cubicBezTo>
                    <ns1:pt x="36" y="1"/>
                    <ns1:pt x="35" y="0"/>
                    <ns1:pt x="34" y="0"/>
                  </ns1:cubicBezTo>
                  <ns1:close/>
                </ns1:path>
              </ns1:pathLst>
            </ns1:custGeom>
            <ns1:grpFill/>
            <ns1:ln>
              <ns1:noFill/>
            </ns1:ln>
            <ns1:extLst>
              <ns1:ext uri="{91240B29-F687-4F45-9708-019B960494DF}">
                <ns2:hiddenLine w="9525">
                  <ns1:solidFill>
                    <ns1:srgbClr val="000000"/>
                  </ns1:solidFill>
                  <ns1:round/>
                  <ns1:headEnd/>
                  <ns1:tailEnd/>
                </ns2:hiddenLine>
              </ns1:ext>
            </ns1:extLst>
          </ns0:spPr>
          <ns0:txBody>
            <ns1:bodyPr vert="horz" wrap="square" lIns="91440" tIns="45720" rIns="91440" bIns="45720" numCol="1" anchor="t" anchorCtr="0" compatLnSpc="1">
              <ns1:prstTxWarp prst="textNoShape">
                <ns1:avLst/>
              </ns1:prstTxWarp>
            </ns1:bodyPr>
            <ns1:lstStyle/>
            <ns1:p>
              <ns1:endParaRPr lang="id-ID" sz="2700"/>
            </ns1:p>
          </ns0:txBody>
        </ns0:sp>
        <ns0:sp>
          <ns0:nvSpPr>
            <ns0:cNvPr id="119" name="Freeform 92"/>
            <ns0:cNvSpPr>
              <ns1:spLocks/>
            </ns0:cNvSpPr>
            <ns0:nvPr/>
          </ns0:nvSpPr>
          <ns0:spPr bwMode="auto">
            <ns1:xfrm>
              <ns1:off x="1074843" y="3880306"/>
              <ns1:ext cx="112218" cy="11882"/>
            </ns1:xfrm>
            <ns1:custGeom>
              <ns1:avLst/>
              <ns1:gdLst>
                <ns1:gd name="T0" fmla="*/ 34 w 36"/>
                <ns1:gd name="T1" fmla="*/ 0 h 4"/>
                <ns1:gd name="T2" fmla="*/ 2 w 36"/>
                <ns1:gd name="T3" fmla="*/ 0 h 4"/>
                <ns1:gd name="T4" fmla="*/ 0 w 36"/>
                <ns1:gd name="T5" fmla="*/ 2 h 4"/>
                <ns1:gd name="T6" fmla="*/ 2 w 36"/>
                <ns1:gd name="T7" fmla="*/ 4 h 4"/>
                <ns1:gd name="T8" fmla="*/ 34 w 36"/>
                <ns1:gd name="T9" fmla="*/ 4 h 4"/>
                <ns1:gd name="T10" fmla="*/ 36 w 36"/>
                <ns1:gd name="T11" fmla="*/ 2 h 4"/>
                <ns1:gd name="T12" fmla="*/ 34 w 36"/>
                <ns1:gd name="T13" fmla="*/ 0 h 4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</ns1:cxnLst>
              <ns1:rect l="0" t="0" r="r" b="b"/>
              <ns1:pathLst>
                <ns1:path w="36" h="4">
                  <ns1:moveTo>
                    <ns1:pt x="34" y="0"/>
                  </ns1:moveTo>
                  <ns1:cubicBezTo>
                    <ns1:pt x="2" y="0"/>
                    <ns1:pt x="2" y="0"/>
                    <ns1:pt x="2" y="0"/>
                  </ns1:cubicBezTo>
                  <ns1:cubicBezTo>
                    <ns1:pt x="1" y="0"/>
                    <ns1:pt x="0" y="1"/>
                    <ns1:pt x="0" y="2"/>
                  </ns1:cubicBezTo>
                  <ns1:cubicBezTo>
                    <ns1:pt x="0" y="3"/>
                    <ns1:pt x="1" y="4"/>
                    <ns1:pt x="2" y="4"/>
                  </ns1:cubicBezTo>
                  <ns1:cubicBezTo>
                    <ns1:pt x="34" y="4"/>
                    <ns1:pt x="34" y="4"/>
                    <ns1:pt x="34" y="4"/>
                  </ns1:cubicBezTo>
                  <ns1:cubicBezTo>
                    <ns1:pt x="35" y="4"/>
                    <ns1:pt x="36" y="3"/>
                    <ns1:pt x="36" y="2"/>
                  </ns1:cubicBezTo>
                  <ns1:cubicBezTo>
                    <ns1:pt x="36" y="1"/>
                    <ns1:pt x="35" y="0"/>
                    <ns1:pt x="34" y="0"/>
                  </ns1:cubicBezTo>
                  <ns1:close/>
                </ns1:path>
              </ns1:pathLst>
            </ns1:custGeom>
            <ns1:grpFill/>
            <ns1:ln>
              <ns1:noFill/>
            </ns1:ln>
            <ns1:extLst>
              <ns1:ext uri="{91240B29-F687-4F45-9708-019B960494DF}">
                <ns2:hiddenLine w="9525">
                  <ns1:solidFill>
                    <ns1:srgbClr val="000000"/>
                  </ns1:solidFill>
                  <ns1:round/>
                  <ns1:headEnd/>
                  <ns1:tailEnd/>
                </ns2:hiddenLine>
              </ns1:ext>
            </ns1:extLst>
          </ns0:spPr>
          <ns0:txBody>
            <ns1:bodyPr vert="horz" wrap="square" lIns="91440" tIns="45720" rIns="91440" bIns="45720" numCol="1" anchor="t" anchorCtr="0" compatLnSpc="1">
              <ns1:prstTxWarp prst="textNoShape">
                <ns1:avLst/>
              </ns1:prstTxWarp>
            </ns1:bodyPr>
            <ns1:lstStyle/>
            <ns1:p>
              <ns1:endParaRPr lang="id-ID" sz="2700"/>
            </ns1:p>
          </ns0:txBody>
        </ns0:sp>
        <ns0:sp>
          <ns0:nvSpPr>
            <ns0:cNvPr id="120" name="Freeform 93"/>
            <ns0:cNvSpPr>
              <ns1:spLocks/>
            </ns0:cNvSpPr>
            <ns0:nvPr/>
          </ns0:nvSpPr>
          <ns0:spPr bwMode="auto">
            <ns1:xfrm>
              <ns1:off x="1074843" y="3843340"/>
              <ns1:ext cx="112218" cy="11882"/>
            </ns1:xfrm>
            <ns1:custGeom>
              <ns1:avLst/>
              <ns1:gdLst>
                <ns1:gd name="T0" fmla="*/ 34 w 36"/>
                <ns1:gd name="T1" fmla="*/ 0 h 4"/>
                <ns1:gd name="T2" fmla="*/ 2 w 36"/>
                <ns1:gd name="T3" fmla="*/ 0 h 4"/>
                <ns1:gd name="T4" fmla="*/ 0 w 36"/>
                <ns1:gd name="T5" fmla="*/ 2 h 4"/>
                <ns1:gd name="T6" fmla="*/ 2 w 36"/>
                <ns1:gd name="T7" fmla="*/ 4 h 4"/>
                <ns1:gd name="T8" fmla="*/ 34 w 36"/>
                <ns1:gd name="T9" fmla="*/ 4 h 4"/>
                <ns1:gd name="T10" fmla="*/ 36 w 36"/>
                <ns1:gd name="T11" fmla="*/ 2 h 4"/>
                <ns1:gd name="T12" fmla="*/ 34 w 36"/>
                <ns1:gd name="T13" fmla="*/ 0 h 4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</ns1:cxnLst>
              <ns1:rect l="0" t="0" r="r" b="b"/>
              <ns1:pathLst>
                <ns1:path w="36" h="4">
                  <ns1:moveTo>
                    <ns1:pt x="34" y="0"/>
                  </ns1:moveTo>
                  <ns1:cubicBezTo>
                    <ns1:pt x="2" y="0"/>
                    <ns1:pt x="2" y="0"/>
                    <ns1:pt x="2" y="0"/>
                  </ns1:cubicBezTo>
                  <ns1:cubicBezTo>
                    <ns1:pt x="1" y="0"/>
                    <ns1:pt x="0" y="1"/>
                    <ns1:pt x="0" y="2"/>
                  </ns1:cubicBezTo>
                  <ns1:cubicBezTo>
                    <ns1:pt x="0" y="3"/>
                    <ns1:pt x="1" y="4"/>
                    <ns1:pt x="2" y="4"/>
                  </ns1:cubicBezTo>
                  <ns1:cubicBezTo>
                    <ns1:pt x="34" y="4"/>
                    <ns1:pt x="34" y="4"/>
                    <ns1:pt x="34" y="4"/>
                  </ns1:cubicBezTo>
                  <ns1:cubicBezTo>
                    <ns1:pt x="35" y="4"/>
                    <ns1:pt x="36" y="3"/>
                    <ns1:pt x="36" y="2"/>
                  </ns1:cubicBezTo>
                  <ns1:cubicBezTo>
                    <ns1:pt x="36" y="1"/>
                    <ns1:pt x="35" y="0"/>
                    <ns1:pt x="34" y="0"/>
                  </ns1:cubicBezTo>
                  <ns1:close/>
                </ns1:path>
              </ns1:pathLst>
            </ns1:custGeom>
            <ns1:grpFill/>
            <ns1:ln>
              <ns1:noFill/>
            </ns1:ln>
            <ns1:extLst>
              <ns1:ext uri="{91240B29-F687-4F45-9708-019B960494DF}">
                <ns2:hiddenLine w="9525">
                  <ns1:solidFill>
                    <ns1:srgbClr val="000000"/>
                  </ns1:solidFill>
                  <ns1:round/>
                  <ns1:headEnd/>
                  <ns1:tailEnd/>
                </ns2:hiddenLine>
              </ns1:ext>
            </ns1:extLst>
          </ns0:spPr>
          <ns0:txBody>
            <ns1:bodyPr vert="horz" wrap="square" lIns="91440" tIns="45720" rIns="91440" bIns="45720" numCol="1" anchor="t" anchorCtr="0" compatLnSpc="1">
              <ns1:prstTxWarp prst="textNoShape">
                <ns1:avLst/>
              </ns1:prstTxWarp>
            </ns1:bodyPr>
            <ns1:lstStyle/>
            <ns1:p>
              <ns1:endParaRPr lang="id-ID" sz="2700"/>
            </ns1:p>
          </ns0:txBody>
        </ns0:sp>
        <ns0:sp>
          <ns0:nvSpPr>
            <ns0:cNvPr id="121" name="Freeform 94"/>
            <ns0:cNvSpPr>
              <ns1:spLocks/>
            </ns0:cNvSpPr>
            <ns0:nvPr/>
          </ns0:nvSpPr>
          <ns0:spPr bwMode="auto">
            <ns1:xfrm>
              <ns1:off x="1074843" y="3805053"/>
              <ns1:ext cx="112218" cy="13202"/>
            </ns1:xfrm>
            <ns1:custGeom>
              <ns1:avLst/>
              <ns1:gdLst>
                <ns1:gd name="T0" fmla="*/ 34 w 36"/>
                <ns1:gd name="T1" fmla="*/ 0 h 4"/>
                <ns1:gd name="T2" fmla="*/ 2 w 36"/>
                <ns1:gd name="T3" fmla="*/ 0 h 4"/>
                <ns1:gd name="T4" fmla="*/ 0 w 36"/>
                <ns1:gd name="T5" fmla="*/ 2 h 4"/>
                <ns1:gd name="T6" fmla="*/ 2 w 36"/>
                <ns1:gd name="T7" fmla="*/ 4 h 4"/>
                <ns1:gd name="T8" fmla="*/ 34 w 36"/>
                <ns1:gd name="T9" fmla="*/ 4 h 4"/>
                <ns1:gd name="T10" fmla="*/ 36 w 36"/>
                <ns1:gd name="T11" fmla="*/ 2 h 4"/>
                <ns1:gd name="T12" fmla="*/ 34 w 36"/>
                <ns1:gd name="T13" fmla="*/ 0 h 4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</ns1:cxnLst>
              <ns1:rect l="0" t="0" r="r" b="b"/>
              <ns1:pathLst>
                <ns1:path w="36" h="4">
                  <ns1:moveTo>
                    <ns1:pt x="34" y="0"/>
                  </ns1:moveTo>
                  <ns1:cubicBezTo>
                    <ns1:pt x="2" y="0"/>
                    <ns1:pt x="2" y="0"/>
                    <ns1:pt x="2" y="0"/>
                  </ns1:cubicBezTo>
                  <ns1:cubicBezTo>
                    <ns1:pt x="1" y="0"/>
                    <ns1:pt x="0" y="1"/>
                    <ns1:pt x="0" y="2"/>
                  </ns1:cubicBezTo>
                  <ns1:cubicBezTo>
                    <ns1:pt x="0" y="3"/>
                    <ns1:pt x="1" y="4"/>
                    <ns1:pt x="2" y="4"/>
                  </ns1:cubicBezTo>
                  <ns1:cubicBezTo>
                    <ns1:pt x="34" y="4"/>
                    <ns1:pt x="34" y="4"/>
                    <ns1:pt x="34" y="4"/>
                  </ns1:cubicBezTo>
                  <ns1:cubicBezTo>
                    <ns1:pt x="35" y="4"/>
                    <ns1:pt x="36" y="3"/>
                    <ns1:pt x="36" y="2"/>
                  </ns1:cubicBezTo>
                  <ns1:cubicBezTo>
                    <ns1:pt x="36" y="1"/>
                    <ns1:pt x="35" y="0"/>
                    <ns1:pt x="34" y="0"/>
                  </ns1:cubicBezTo>
                  <ns1:close/>
                </ns1:path>
              </ns1:pathLst>
            </ns1:custGeom>
            <ns1:grpFill/>
            <ns1:ln>
              <ns1:noFill/>
            </ns1:ln>
            <ns1:extLst>
              <ns1:ext uri="{91240B29-F687-4F45-9708-019B960494DF}">
                <ns2:hiddenLine w="9525">
                  <ns1:solidFill>
                    <ns1:srgbClr val="000000"/>
                  </ns1:solidFill>
                  <ns1:round/>
                  <ns1:headEnd/>
                  <ns1:tailEnd/>
                </ns2:hiddenLine>
              </ns1:ext>
            </ns1:extLst>
          </ns0:spPr>
          <ns0:txBody>
            <ns1:bodyPr vert="horz" wrap="square" lIns="91440" tIns="45720" rIns="91440" bIns="45720" numCol="1" anchor="t" anchorCtr="0" compatLnSpc="1">
              <ns1:prstTxWarp prst="textNoShape">
                <ns1:avLst/>
              </ns1:prstTxWarp>
            </ns1:bodyPr>
            <ns1:lstStyle/>
            <ns1:p>
              <ns1:endParaRPr lang="id-ID" sz="2700"/>
            </ns1:p>
          </ns0:txBody>
        </ns0:sp>
        <ns0:sp>
          <ns0:nvSpPr>
            <ns0:cNvPr id="122" name="Freeform 95"/>
            <ns0:cNvSpPr>
              <ns1:spLocks/>
            </ns0:cNvSpPr>
            <ns0:nvPr/>
          </ns0:nvSpPr>
          <ns0:spPr bwMode="auto">
            <ns1:xfrm>
              <ns1:off x="937541" y="3729802"/>
              <ns1:ext cx="249520" cy="13202"/>
            </ns1:xfrm>
            <ns1:custGeom>
              <ns1:avLst/>
              <ns1:gdLst>
                <ns1:gd name="T0" fmla="*/ 78 w 80"/>
                <ns1:gd name="T1" fmla="*/ 0 h 4"/>
                <ns1:gd name="T2" fmla="*/ 2 w 80"/>
                <ns1:gd name="T3" fmla="*/ 0 h 4"/>
                <ns1:gd name="T4" fmla="*/ 0 w 80"/>
                <ns1:gd name="T5" fmla="*/ 2 h 4"/>
                <ns1:gd name="T6" fmla="*/ 2 w 80"/>
                <ns1:gd name="T7" fmla="*/ 4 h 4"/>
                <ns1:gd name="T8" fmla="*/ 78 w 80"/>
                <ns1:gd name="T9" fmla="*/ 4 h 4"/>
                <ns1:gd name="T10" fmla="*/ 80 w 80"/>
                <ns1:gd name="T11" fmla="*/ 2 h 4"/>
                <ns1:gd name="T12" fmla="*/ 78 w 80"/>
                <ns1:gd name="T13" fmla="*/ 0 h 4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</ns1:cxnLst>
              <ns1:rect l="0" t="0" r="r" b="b"/>
              <ns1:pathLst>
                <ns1:path w="80" h="4">
                  <ns1:moveTo>
                    <ns1:pt x="78" y="0"/>
                  </ns1:moveTo>
                  <ns1:cubicBezTo>
                    <ns1:pt x="2" y="0"/>
                    <ns1:pt x="2" y="0"/>
                    <ns1:pt x="2" y="0"/>
                  </ns1:cubicBezTo>
                  <ns1:cubicBezTo>
                    <ns1:pt x="1" y="0"/>
                    <ns1:pt x="0" y="1"/>
                    <ns1:pt x="0" y="2"/>
                  </ns1:cubicBezTo>
                  <ns1:cubicBezTo>
                    <ns1:pt x="0" y="3"/>
                    <ns1:pt x="1" y="4"/>
                    <ns1:pt x="2" y="4"/>
                  </ns1:cubicBezTo>
                  <ns1:cubicBezTo>
                    <ns1:pt x="78" y="4"/>
                    <ns1:pt x="78" y="4"/>
                    <ns1:pt x="78" y="4"/>
                  </ns1:cubicBezTo>
                  <ns1:cubicBezTo>
                    <ns1:pt x="79" y="4"/>
                    <ns1:pt x="80" y="3"/>
                    <ns1:pt x="80" y="2"/>
                  </ns1:cubicBezTo>
                  <ns1:cubicBezTo>
                    <ns1:pt x="80" y="1"/>
                    <ns1:pt x="79" y="0"/>
                    <ns1:pt x="78" y="0"/>
                  </ns1:cubicBezTo>
                  <ns1:close/>
                </ns1:path>
              </ns1:pathLst>
            </ns1:custGeom>
            <ns1:grpFill/>
            <ns1:ln>
              <ns1:noFill/>
            </ns1:ln>
            <ns1:extLst>
              <ns1:ext uri="{91240B29-F687-4F45-9708-019B960494DF}">
                <ns2:hiddenLine w="9525">
                  <ns1:solidFill>
                    <ns1:srgbClr val="000000"/>
                  </ns1:solidFill>
                  <ns1:round/>
                  <ns1:headEnd/>
                  <ns1:tailEnd/>
                </ns2:hiddenLine>
              </ns1:ext>
            </ns1:extLst>
          </ns0:spPr>
          <ns0:txBody>
            <ns1:bodyPr vert="horz" wrap="square" lIns="91440" tIns="45720" rIns="91440" bIns="45720" numCol="1" anchor="t" anchorCtr="0" compatLnSpc="1">
              <ns1:prstTxWarp prst="textNoShape">
                <ns1:avLst/>
              </ns1:prstTxWarp>
            </ns1:bodyPr>
            <ns1:lstStyle/>
            <ns1:p>
              <ns1:endParaRPr lang="id-ID" sz="2700"/>
            </ns1:p>
          </ns0:txBody>
        </ns0:sp>
        <ns0:sp>
          <ns0:nvSpPr>
            <ns0:cNvPr id="123" name="Freeform 96"/>
            <ns0:cNvSpPr>
              <ns1:spLocks/>
            </ns0:cNvSpPr>
            <ns0:nvPr/>
          </ns0:nvSpPr>
          <ns0:spPr bwMode="auto">
            <ns1:xfrm>
              <ns1:off x="937541" y="3768087"/>
              <ns1:ext cx="249520" cy="11882"/>
            </ns1:xfrm>
            <ns1:custGeom>
              <ns1:avLst/>
              <ns1:gdLst>
                <ns1:gd name="T0" fmla="*/ 78 w 80"/>
                <ns1:gd name="T1" fmla="*/ 0 h 4"/>
                <ns1:gd name="T2" fmla="*/ 2 w 80"/>
                <ns1:gd name="T3" fmla="*/ 0 h 4"/>
                <ns1:gd name="T4" fmla="*/ 0 w 80"/>
                <ns1:gd name="T5" fmla="*/ 2 h 4"/>
                <ns1:gd name="T6" fmla="*/ 2 w 80"/>
                <ns1:gd name="T7" fmla="*/ 4 h 4"/>
                <ns1:gd name="T8" fmla="*/ 78 w 80"/>
                <ns1:gd name="T9" fmla="*/ 4 h 4"/>
                <ns1:gd name="T10" fmla="*/ 80 w 80"/>
                <ns1:gd name="T11" fmla="*/ 2 h 4"/>
                <ns1:gd name="T12" fmla="*/ 78 w 80"/>
                <ns1:gd name="T13" fmla="*/ 0 h 4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</ns1:cxnLst>
              <ns1:rect l="0" t="0" r="r" b="b"/>
              <ns1:pathLst>
                <ns1:path w="80" h="4">
                  <ns1:moveTo>
                    <ns1:pt x="78" y="0"/>
                  </ns1:moveTo>
                  <ns1:cubicBezTo>
                    <ns1:pt x="2" y="0"/>
                    <ns1:pt x="2" y="0"/>
                    <ns1:pt x="2" y="0"/>
                  </ns1:cubicBezTo>
                  <ns1:cubicBezTo>
                    <ns1:pt x="1" y="0"/>
                    <ns1:pt x="0" y="1"/>
                    <ns1:pt x="0" y="2"/>
                  </ns1:cubicBezTo>
                  <ns1:cubicBezTo>
                    <ns1:pt x="0" y="3"/>
                    <ns1:pt x="1" y="4"/>
                    <ns1:pt x="2" y="4"/>
                  </ns1:cubicBezTo>
                  <ns1:cubicBezTo>
                    <ns1:pt x="78" y="4"/>
                    <ns1:pt x="78" y="4"/>
                    <ns1:pt x="78" y="4"/>
                  </ns1:cubicBezTo>
                  <ns1:cubicBezTo>
                    <ns1:pt x="79" y="4"/>
                    <ns1:pt x="80" y="3"/>
                    <ns1:pt x="80" y="2"/>
                  </ns1:cubicBezTo>
                  <ns1:cubicBezTo>
                    <ns1:pt x="80" y="1"/>
                    <ns1:pt x="79" y="0"/>
                    <ns1:pt x="78" y="0"/>
                  </ns1:cubicBezTo>
                  <ns1:close/>
                </ns1:path>
              </ns1:pathLst>
            </ns1:custGeom>
            <ns1:grpFill/>
            <ns1:ln>
              <ns1:noFill/>
            </ns1:ln>
            <ns1:extLst>
              <ns1:ext uri="{91240B29-F687-4F45-9708-019B960494DF}">
                <ns2:hiddenLine w="9525">
                  <ns1:solidFill>
                    <ns1:srgbClr val="000000"/>
                  </ns1:solidFill>
                  <ns1:round/>
                  <ns1:headEnd/>
                  <ns1:tailEnd/>
                </ns2:hiddenLine>
              </ns1:ext>
            </ns1:extLst>
          </ns0:spPr>
          <ns0:txBody>
            <ns1:bodyPr vert="horz" wrap="square" lIns="91440" tIns="45720" rIns="91440" bIns="45720" numCol="1" anchor="t" anchorCtr="0" compatLnSpc="1">
              <ns1:prstTxWarp prst="textNoShape">
                <ns1:avLst/>
              </ns1:prstTxWarp>
            </ns1:bodyPr>
            <ns1:lstStyle/>
            <ns1:p>
              <ns1:endParaRPr lang="id-ID" sz="2700"/>
            </ns1:p>
          </ns0:txBody>
        </ns0:sp>
        <ns0:sp>
          <ns0:nvSpPr>
            <ns0:cNvPr id="124" name="Freeform 97"/>
            <ns0:cNvSpPr>
              <ns1:spLocks noEditPoints="1"/>
            </ns0:cNvSpPr>
            <ns0:nvPr/>
          </ns0:nvSpPr>
          <ns0:spPr bwMode="auto">
            <ns1:xfrm>
              <ns1:off x="937541" y="3592500"/>
              <ns1:ext cx="112218" cy="112218"/>
            </ns1:xfrm>
            <ns1:custGeom>
              <ns1:avLst/>
              <ns1:gdLst>
                <ns1:gd name="T0" fmla="*/ 4 w 36"/>
                <ns1:gd name="T1" fmla="*/ 36 h 36"/>
                <ns1:gd name="T2" fmla="*/ 32 w 36"/>
                <ns1:gd name="T3" fmla="*/ 36 h 36"/>
                <ns1:gd name="T4" fmla="*/ 36 w 36"/>
                <ns1:gd name="T5" fmla="*/ 32 h 36"/>
                <ns1:gd name="T6" fmla="*/ 36 w 36"/>
                <ns1:gd name="T7" fmla="*/ 4 h 36"/>
                <ns1:gd name="T8" fmla="*/ 32 w 36"/>
                <ns1:gd name="T9" fmla="*/ 0 h 36"/>
                <ns1:gd name="T10" fmla="*/ 4 w 36"/>
                <ns1:gd name="T11" fmla="*/ 0 h 36"/>
                <ns1:gd name="T12" fmla="*/ 0 w 36"/>
                <ns1:gd name="T13" fmla="*/ 4 h 36"/>
                <ns1:gd name="T14" fmla="*/ 0 w 36"/>
                <ns1:gd name="T15" fmla="*/ 32 h 36"/>
                <ns1:gd name="T16" fmla="*/ 4 w 36"/>
                <ns1:gd name="T17" fmla="*/ 36 h 36"/>
                <ns1:gd name="T18" fmla="*/ 8 w 36"/>
                <ns1:gd name="T19" fmla="*/ 8 h 36"/>
                <ns1:gd name="T20" fmla="*/ 28 w 36"/>
                <ns1:gd name="T21" fmla="*/ 8 h 36"/>
                <ns1:gd name="T22" fmla="*/ 28 w 36"/>
                <ns1:gd name="T23" fmla="*/ 28 h 36"/>
                <ns1:gd name="T24" fmla="*/ 8 w 36"/>
                <ns1:gd name="T25" fmla="*/ 28 h 36"/>
                <ns1:gd name="T26" fmla="*/ 8 w 36"/>
                <ns1:gd name="T27" fmla="*/ 8 h 36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  <ns1:cxn ang="0">
                  <ns1:pos x="T14" y="T15"/>
                </ns1:cxn>
                <ns1:cxn ang="0">
                  <ns1:pos x="T16" y="T17"/>
                </ns1:cxn>
                <ns1:cxn ang="0">
                  <ns1:pos x="T18" y="T19"/>
                </ns1:cxn>
                <ns1:cxn ang="0">
                  <ns1:pos x="T20" y="T21"/>
                </ns1:cxn>
                <ns1:cxn ang="0">
                  <ns1:pos x="T22" y="T23"/>
                </ns1:cxn>
                <ns1:cxn ang="0">
                  <ns1:pos x="T24" y="T25"/>
                </ns1:cxn>
                <ns1:cxn ang="0">
                  <ns1:pos x="T26" y="T27"/>
                </ns1:cxn>
              </ns1:cxnLst>
              <ns1:rect l="0" t="0" r="r" b="b"/>
              <ns1:pathLst>
                <ns1:path w="36" h="36">
                  <ns1:moveTo>
                    <ns1:pt x="4" y="36"/>
                  </ns1:moveTo>
                  <ns1:cubicBezTo>
                    <ns1:pt x="32" y="36"/>
                    <ns1:pt x="32" y="36"/>
                    <ns1:pt x="32" y="36"/>
                  </ns1:cubicBezTo>
                  <ns1:cubicBezTo>
                    <ns1:pt x="34" y="36"/>
                    <ns1:pt x="36" y="34"/>
                    <ns1:pt x="36" y="32"/>
                  </ns1:cubicBezTo>
                  <ns1:cubicBezTo>
                    <ns1:pt x="36" y="4"/>
                    <ns1:pt x="36" y="4"/>
                    <ns1:pt x="36" y="4"/>
                  </ns1:cubicBezTo>
                  <ns1:cubicBezTo>
                    <ns1:pt x="36" y="2"/>
                    <ns1:pt x="34" y="0"/>
                    <ns1:pt x="32" y="0"/>
                  </ns1:cubicBezTo>
                  <ns1:cubicBezTo>
                    <ns1:pt x="4" y="0"/>
                    <ns1:pt x="4" y="0"/>
                    <ns1:pt x="4" y="0"/>
                  </ns1:cubicBezTo>
                  <ns1:cubicBezTo>
                    <ns1:pt x="2" y="0"/>
                    <ns1:pt x="0" y="2"/>
                    <ns1:pt x="0" y="4"/>
                  </ns1:cubicBezTo>
                  <ns1:cubicBezTo>
                    <ns1:pt x="0" y="32"/>
                    <ns1:pt x="0" y="32"/>
                    <ns1:pt x="0" y="32"/>
                  </ns1:cubicBezTo>
                  <ns1:cubicBezTo>
                    <ns1:pt x="0" y="34"/>
                    <ns1:pt x="2" y="36"/>
                    <ns1:pt x="4" y="36"/>
                  </ns1:cubicBezTo>
                  <ns1:close/>
                  <ns1:moveTo>
                    <ns1:pt x="8" y="8"/>
                  </ns1:moveTo>
                  <ns1:cubicBezTo>
                    <ns1:pt x="28" y="8"/>
                    <ns1:pt x="28" y="8"/>
                    <ns1:pt x="28" y="8"/>
                  </ns1:cubicBezTo>
                  <ns1:cubicBezTo>
                    <ns1:pt x="28" y="28"/>
                    <ns1:pt x="28" y="28"/>
                    <ns1:pt x="28" y="28"/>
                  </ns1:cubicBezTo>
                  <ns1:cubicBezTo>
                    <ns1:pt x="8" y="28"/>
                    <ns1:pt x="8" y="28"/>
                    <ns1:pt x="8" y="28"/>
                  </ns1:cubicBezTo>
                  <ns1:lnTo>
                    <ns1:pt x="8" y="8"/>
                  </ns1:lnTo>
                  <ns1:close/>
                </ns1:path>
              </ns1:pathLst>
            </ns1:custGeom>
            <ns1:grpFill/>
            <ns1:ln>
              <ns1:noFill/>
            </ns1:ln>
            <ns1:extLst>
              <ns1:ext uri="{91240B29-F687-4F45-9708-019B960494DF}">
                <ns2:hiddenLine w="9525">
                  <ns1:solidFill>
                    <ns1:srgbClr val="000000"/>
                  </ns1:solidFill>
                  <ns1:round/>
                  <ns1:headEnd/>
                  <ns1:tailEnd/>
                </ns2:hiddenLine>
              </ns1:ext>
            </ns1:extLst>
          </ns0:spPr>
          <ns0:txBody>
            <ns1:bodyPr vert="horz" wrap="square" lIns="91440" tIns="45720" rIns="91440" bIns="45720" numCol="1" anchor="t" anchorCtr="0" compatLnSpc="1">
              <ns1:prstTxWarp prst="textNoShape">
                <ns1:avLst/>
              </ns1:prstTxWarp>
            </ns1:bodyPr>
            <ns1:lstStyle/>
            <ns1:p>
              <ns1:endParaRPr lang="id-ID" sz="2700"/>
            </ns1:p>
          </ns0:txBody>
        </ns0:sp>
      </ns0:grpSp>
      <ns0:grpSp>
        <ns0:nvGrpSpPr>
          <ns0:cNvPr id="125" name="Group 124"/>
          <ns0:cNvGrpSpPr/>
          <ns0:nvPr/>
        </ns0:nvGrpSpPr>
        <ns0:grpSpPr>
          <ns1:xfrm>
            <ns1:off x="8554237" y="1215607"/>
            <ns1:ext cx="406625" cy="400024"/>
            <ns1:chOff x="2433339" y="4342379"/>
            <ns1:chExt cx="406625" cy="400024"/>
          </ns1:xfrm>
          <ns1:solidFill>
            <ns1:schemeClr val="tx1"/>
          </ns1:solidFill>
        </ns0:grpSpPr>
        <ns0:sp>
          <ns0:nvSpPr>
            <ns0:cNvPr id="126" name="Freeform 53"/>
            <ns0:cNvSpPr>
              <ns1:spLocks noEditPoints="1"/>
            </ns0:cNvSpPr>
            <ns0:nvPr/>
          </ns0:nvSpPr>
          <ns0:spPr bwMode="auto">
            <ns1:xfrm>
              <ns1:off x="2433339" y="4342379"/>
              <ns1:ext cx="406625" cy="400024"/>
            </ns1:xfrm>
            <ns1:custGeom>
              <ns1:avLst/>
              <ns1:gdLst>
                <ns1:gd name="T0" fmla="*/ 127 w 130"/>
                <ns1:gd name="T1" fmla="*/ 42 h 128"/>
                <ns1:gd name="T2" fmla="*/ 87 w 130"/>
                <ns1:gd name="T3" fmla="*/ 2 h 128"/>
                <ns1:gd name="T4" fmla="*/ 79 w 130"/>
                <ns1:gd name="T5" fmla="*/ 0 h 128"/>
                <ns1:gd name="T6" fmla="*/ 75 w 130"/>
                <ns1:gd name="T7" fmla="*/ 2 h 128"/>
                <ns1:gd name="T8" fmla="*/ 73 w 130"/>
                <ns1:gd name="T9" fmla="*/ 6 h 128"/>
                <ns1:gd name="T10" fmla="*/ 64 w 130"/>
                <ns1:gd name="T11" fmla="*/ 21 h 128"/>
                <ns1:gd name="T12" fmla="*/ 41 w 130"/>
                <ns1:gd name="T13" fmla="*/ 37 h 128"/>
                <ns1:gd name="T14" fmla="*/ 15 w 130"/>
                <ns1:gd name="T15" fmla="*/ 55 h 128"/>
                <ns1:gd name="T16" fmla="*/ 1 w 130"/>
                <ns1:gd name="T17" fmla="*/ 78 h 128"/>
                <ns1:gd name="T18" fmla="*/ 3 w 130"/>
                <ns1:gd name="T19" fmla="*/ 86 h 128"/>
                <ns1:gd name="T20" fmla="*/ 43 w 130"/>
                <ns1:gd name="T21" fmla="*/ 126 h 128"/>
                <ns1:gd name="T22" fmla="*/ 51 w 130"/>
                <ns1:gd name="T23" fmla="*/ 128 h 128"/>
                <ns1:gd name="T24" fmla="*/ 55 w 130"/>
                <ns1:gd name="T25" fmla="*/ 126 h 128"/>
                <ns1:gd name="T26" fmla="*/ 57 w 130"/>
                <ns1:gd name="T27" fmla="*/ 122 h 128"/>
                <ns1:gd name="T28" fmla="*/ 66 w 130"/>
                <ns1:gd name="T29" fmla="*/ 107 h 128"/>
                <ns1:gd name="T30" fmla="*/ 89 w 130"/>
                <ns1:gd name="T31" fmla="*/ 91 h 128"/>
                <ns1:gd name="T32" fmla="*/ 115 w 130"/>
                <ns1:gd name="T33" fmla="*/ 73 h 128"/>
                <ns1:gd name="T34" fmla="*/ 129 w 130"/>
                <ns1:gd name="T35" fmla="*/ 50 h 128"/>
                <ns1:gd name="T36" fmla="*/ 127 w 130"/>
                <ns1:gd name="T37" fmla="*/ 42 h 128"/>
                <ns1:gd name="T38" fmla="*/ 49 w 130"/>
                <ns1:gd name="T39" fmla="*/ 120 h 128"/>
                <ns1:gd name="T40" fmla="*/ 9 w 130"/>
                <ns1:gd name="T41" fmla="*/ 80 h 128"/>
                <ns1:gd name="T42" fmla="*/ 81 w 130"/>
                <ns1:gd name="T43" fmla="*/ 8 h 128"/>
                <ns1:gd name="T44" fmla="*/ 121 w 130"/>
                <ns1:gd name="T45" fmla="*/ 48 h 128"/>
                <ns1:gd name="T46" fmla="*/ 49 w 130"/>
                <ns1:gd name="T47" fmla="*/ 120 h 128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  <ns1:cxn ang="0">
                  <ns1:pos x="T14" y="T15"/>
                </ns1:cxn>
                <ns1:cxn ang="0">
                  <ns1:pos x="T16" y="T17"/>
                </ns1:cxn>
                <ns1:cxn ang="0">
                  <ns1:pos x="T18" y="T19"/>
                </ns1:cxn>
                <ns1:cxn ang="0">
                  <ns1:pos x="T20" y="T21"/>
                </ns1:cxn>
                <ns1:cxn ang="0">
                  <ns1:pos x="T22" y="T23"/>
                </ns1:cxn>
                <ns1:cxn ang="0">
                  <ns1:pos x="T24" y="T25"/>
                </ns1:cxn>
                <ns1:cxn ang="0">
                  <ns1:pos x="T26" y="T27"/>
                </ns1:cxn>
                <ns1:cxn ang="0">
                  <ns1:pos x="T28" y="T29"/>
                </ns1:cxn>
                <ns1:cxn ang="0">
                  <ns1:pos x="T30" y="T31"/>
                </ns1:cxn>
                <ns1:cxn ang="0">
                  <ns1:pos x="T32" y="T33"/>
                </ns1:cxn>
                <ns1:cxn ang="0">
                  <ns1:pos x="T34" y="T35"/>
                </ns1:cxn>
                <ns1:cxn ang="0">
                  <ns1:pos x="T36" y="T37"/>
                </ns1:cxn>
                <ns1:cxn ang="0">
                  <ns1:pos x="T38" y="T39"/>
                </ns1:cxn>
                <ns1:cxn ang="0">
                  <ns1:pos x="T40" y="T41"/>
                </ns1:cxn>
                <ns1:cxn ang="0">
                  <ns1:pos x="T42" y="T43"/>
                </ns1:cxn>
                <ns1:cxn ang="0">
                  <ns1:pos x="T44" y="T45"/>
                </ns1:cxn>
                <ns1:cxn ang="0">
                  <ns1:pos x="T46" y="T47"/>
                </ns1:cxn>
              </ns1:cxnLst>
              <ns1:rect l="0" t="0" r="r" b="b"/>
              <ns1:pathLst>
                <ns1:path w="130" h="128">
                  <ns1:moveTo>
                    <ns1:pt x="127" y="42"/>
                  </ns1:moveTo>
                  <ns1:cubicBezTo>
                    <ns1:pt x="87" y="2"/>
                    <ns1:pt x="87" y="2"/>
                    <ns1:pt x="87" y="2"/>
                  </ns1:cubicBezTo>
                  <ns1:cubicBezTo>
                    <ns1:pt x="85" y="0"/>
                    <ns1:pt x="82" y="0"/>
                    <ns1:pt x="79" y="0"/>
                  </ns1:cubicBezTo>
                  <ns1:cubicBezTo>
                    <ns1:pt x="78" y="1"/>
                    <ns1:pt x="76" y="1"/>
                    <ns1:pt x="75" y="2"/>
                  </ns1:cubicBezTo>
                  <ns1:cubicBezTo>
                    <ns1:pt x="74" y="3"/>
                    <ns1:pt x="74" y="4"/>
                    <ns1:pt x="73" y="6"/>
                  </ns1:cubicBezTo>
                  <ns1:cubicBezTo>
                    <ns1:pt x="72" y="12"/>
                    <ns1:pt x="68" y="17"/>
                    <ns1:pt x="64" y="21"/>
                  </ns1:cubicBezTo>
                  <ns1:cubicBezTo>
                    <ns1:pt x="58" y="27"/>
                    <ns1:pt x="50" y="32"/>
                    <ns1:pt x="41" y="37"/>
                  </ns1:cubicBezTo>
                  <ns1:cubicBezTo>
                    <ns1:pt x="32" y="42"/>
                    <ns1:pt x="23" y="48"/>
                    <ns1:pt x="15" y="55"/>
                  </ns1:cubicBezTo>
                  <ns1:cubicBezTo>
                    <ns1:pt x="8" y="62"/>
                    <ns1:pt x="4" y="69"/>
                    <ns1:pt x="1" y="78"/>
                  </ns1:cubicBezTo>
                  <ns1:cubicBezTo>
                    <ns1:pt x="0" y="80"/>
                    <ns1:pt x="1" y="84"/>
                    <ns1:pt x="3" y="86"/>
                  </ns1:cubicBezTo>
                  <ns1:cubicBezTo>
                    <ns1:pt x="43" y="126"/>
                    <ns1:pt x="43" y="126"/>
                    <ns1:pt x="43" y="126"/>
                  </ns1:cubicBezTo>
                  <ns1:cubicBezTo>
                    <ns1:pt x="45" y="128"/>
                    <ns1:pt x="48" y="128"/>
                    <ns1:pt x="51" y="128"/>
                  </ns1:cubicBezTo>
                  <ns1:cubicBezTo>
                    <ns1:pt x="52" y="127"/>
                    <ns1:pt x="54" y="127"/>
                    <ns1:pt x="55" y="126"/>
                  </ns1:cubicBezTo>
                  <ns1:cubicBezTo>
                    <ns1:pt x="56" y="125"/>
                    <ns1:pt x="56" y="124"/>
                    <ns1:pt x="57" y="122"/>
                  </ns1:cubicBezTo>
                  <ns1:cubicBezTo>
                    <ns1:pt x="58" y="116"/>
                    <ns1:pt x="62" y="111"/>
                    <ns1:pt x="66" y="107"/>
                  </ns1:cubicBezTo>
                  <ns1:cubicBezTo>
                    <ns1:pt x="72" y="101"/>
                    <ns1:pt x="80" y="96"/>
                    <ns1:pt x="89" y="91"/>
                  </ns1:cubicBezTo>
                  <ns1:cubicBezTo>
                    <ns1:pt x="98" y="86"/>
                    <ns1:pt x="107" y="80"/>
                    <ns1:pt x="115" y="73"/>
                  </ns1:cubicBezTo>
                  <ns1:cubicBezTo>
                    <ns1:pt x="122" y="66"/>
                    <ns1:pt x="126" y="59"/>
                    <ns1:pt x="129" y="50"/>
                  </ns1:cubicBezTo>
                  <ns1:cubicBezTo>
                    <ns1:pt x="130" y="48"/>
                    <ns1:pt x="129" y="44"/>
                    <ns1:pt x="127" y="42"/>
                  </ns1:cubicBezTo>
                  <ns1:close/>
                  <ns1:moveTo>
                    <ns1:pt x="49" y="120"/>
                  </ns1:moveTo>
                  <ns1:cubicBezTo>
                    <ns1:pt x="36" y="107"/>
                    <ns1:pt x="22" y="93"/>
                    <ns1:pt x="9" y="80"/>
                  </ns1:cubicBezTo>
                  <ns1:cubicBezTo>
                    <ns1:pt x="20" y="43"/>
                    <ns1:pt x="70" y="45"/>
                    <ns1:pt x="81" y="8"/>
                  </ns1:cubicBezTo>
                  <ns1:cubicBezTo>
                    <ns1:pt x="94" y="21"/>
                    <ns1:pt x="108" y="35"/>
                    <ns1:pt x="121" y="48"/>
                  </ns1:cubicBezTo>
                  <ns1:cubicBezTo>
                    <ns1:pt x="110" y="85"/>
                    <ns1:pt x="60" y="83"/>
                    <ns1:pt x="49" y="120"/>
                  </ns1:cubicBezTo>
                  <ns1:close/>
                </ns1:path>
              </ns1:pathLst>
            </ns1:custGeom>
            <ns1:grpFill/>
            <ns1:ln>
              <ns1:noFill/>
            </ns1:ln>
            <ns1:extLst>
              <ns1:ext uri="{91240B29-F687-4F45-9708-019B960494DF}">
                <ns2:hiddenLine w="9525">
                  <ns1:solidFill>
                    <ns1:srgbClr val="000000"/>
                  </ns1:solidFill>
                  <ns1:round/>
                  <ns1:headEnd/>
                  <ns1:tailEnd/>
                </ns2:hiddenLine>
              </ns1:ext>
            </ns1:extLst>
          </ns0:spPr>
          <ns0:txBody>
            <ns1:bodyPr vert="horz" wrap="square" lIns="91440" tIns="45720" rIns="91440" bIns="45720" numCol="1" anchor="t" anchorCtr="0" compatLnSpc="1">
              <ns1:prstTxWarp prst="textNoShape">
                <ns1:avLst/>
              </ns1:prstTxWarp>
            </ns1:bodyPr>
            <ns1:lstStyle/>
            <ns1:p>
              <ns1:endParaRPr lang="id-ID" sz="2700"/>
            </ns1:p>
          </ns0:txBody>
        </ns0:sp>
        <ns0:sp>
          <ns0:nvSpPr>
            <ns0:cNvPr id="127" name="Freeform 54"/>
            <ns0:cNvSpPr>
              <ns1:spLocks noEditPoints="1"/>
            </ns0:cNvSpPr>
            <ns0:nvPr/>
          </ns0:nvSpPr>
          <ns0:spPr bwMode="auto">
            <ns1:xfrm>
              <ns1:off x="2581203" y="4482321"/>
              <ns1:ext cx="108257" cy="113538"/>
            </ns1:xfrm>
            <ns1:custGeom>
              <ns1:avLst/>
              <ns1:gdLst>
                <ns1:gd name="T0" fmla="*/ 28 w 35"/>
                <ns1:gd name="T1" fmla="*/ 12 h 36"/>
                <ns1:gd name="T2" fmla="*/ 20 w 35"/>
                <ns1:gd name="T3" fmla="*/ 13 h 36"/>
                <ns1:gd name="T4" fmla="*/ 10 w 35"/>
                <ns1:gd name="T5" fmla="*/ 7 h 36"/>
                <ns1:gd name="T6" fmla="*/ 15 w 35"/>
                <ns1:gd name="T7" fmla="*/ 6 h 36"/>
                <ns1:gd name="T8" fmla="*/ 19 w 35"/>
                <ns1:gd name="T9" fmla="*/ 6 h 36"/>
                <ns1:gd name="T10" fmla="*/ 20 w 35"/>
                <ns1:gd name="T11" fmla="*/ 2 h 36"/>
                <ns1:gd name="T12" fmla="*/ 13 w 35"/>
                <ns1:gd name="T13" fmla="*/ 1 h 36"/>
                <ns1:gd name="T14" fmla="*/ 6 w 35"/>
                <ns1:gd name="T15" fmla="*/ 4 h 36"/>
                <ns1:gd name="T16" fmla="*/ 5 w 35"/>
                <ns1:gd name="T17" fmla="*/ 3 h 36"/>
                <ns1:gd name="T18" fmla="*/ 3 w 35"/>
                <ns1:gd name="T19" fmla="*/ 5 h 36"/>
                <ns1:gd name="T20" fmla="*/ 4 w 35"/>
                <ns1:gd name="T21" fmla="*/ 6 h 36"/>
                <ns1:gd name="T22" fmla="*/ 1 w 35"/>
                <ns1:gd name="T23" fmla="*/ 15 h 36"/>
                <ns1:gd name="T24" fmla="*/ 3 w 35"/>
                <ns1:gd name="T25" fmla="*/ 22 h 36"/>
                <ns1:gd name="T26" fmla="*/ 18 w 35"/>
                <ns1:gd name="T27" fmla="*/ 21 h 36"/>
                <ns1:gd name="T28" fmla="*/ 23 w 35"/>
                <ns1:gd name="T29" fmla="*/ 31 h 36"/>
                <ns1:gd name="T30" fmla="*/ 19 w 35"/>
                <ns1:gd name="T31" fmla="*/ 30 h 36"/>
                <ns1:gd name="T32" fmla="*/ 16 w 35"/>
                <ns1:gd name="T33" fmla="*/ 28 h 36"/>
                <ns1:gd name="T34" fmla="*/ 13 w 35"/>
                <ns1:gd name="T35" fmla="*/ 31 h 36"/>
                <ns1:gd name="T36" fmla="*/ 17 w 35"/>
                <ns1:gd name="T37" fmla="*/ 35 h 36"/>
                <ns1:gd name="T38" fmla="*/ 25 w 35"/>
                <ns1:gd name="T39" fmla="*/ 36 h 36"/>
                <ns1:gd name="T40" fmla="*/ 31 w 35"/>
                <ns1:gd name="T41" fmla="*/ 35 h 36"/>
                <ns1:gd name="T42" fmla="*/ 33 w 35"/>
                <ns1:gd name="T43" fmla="*/ 34 h 36"/>
                <ns1:gd name="T44" fmla="*/ 33 w 35"/>
                <ns1:gd name="T45" fmla="*/ 32 h 36"/>
                <ns1:gd name="T46" fmla="*/ 34 w 35"/>
                <ns1:gd name="T47" fmla="*/ 26 h 36"/>
                <ns1:gd name="T48" fmla="*/ 35 w 35"/>
                <ns1:gd name="T49" fmla="*/ 18 h 36"/>
                <ns1:gd name="T50" fmla="*/ 10 w 35"/>
                <ns1:gd name="T51" fmla="*/ 17 h 36"/>
                <ns1:gd name="T52" fmla="*/ 6 w 35"/>
                <ns1:gd name="T53" fmla="*/ 15 h 36"/>
                <ns1:gd name="T54" fmla="*/ 7 w 35"/>
                <ns1:gd name="T55" fmla="*/ 11 h 36"/>
                <ns1:gd name="T56" fmla="*/ 14 w 35"/>
                <ns1:gd name="T57" fmla="*/ 16 h 36"/>
                <ns1:gd name="T58" fmla="*/ 29 w 35"/>
                <ns1:gd name="T59" fmla="*/ 25 h 36"/>
                <ns1:gd name="T60" fmla="*/ 21 w 35"/>
                <ns1:gd name="T61" fmla="*/ 20 h 36"/>
                <ns1:gd name="T62" fmla="*/ 25 w 35"/>
                <ns1:gd name="T63" fmla="*/ 18 h 36"/>
                <ns1:gd name="T64" fmla="*/ 28 w 35"/>
                <ns1:gd name="T65" fmla="*/ 20 h 36"/>
                <ns1:gd name="T66" fmla="*/ 29 w 35"/>
                <ns1:gd name="T67" fmla="*/ 23 h 36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  <ns1:cxn ang="0">
                  <ns1:pos x="T14" y="T15"/>
                </ns1:cxn>
                <ns1:cxn ang="0">
                  <ns1:pos x="T16" y="T17"/>
                </ns1:cxn>
                <ns1:cxn ang="0">
                  <ns1:pos x="T18" y="T19"/>
                </ns1:cxn>
                <ns1:cxn ang="0">
                  <ns1:pos x="T20" y="T21"/>
                </ns1:cxn>
                <ns1:cxn ang="0">
                  <ns1:pos x="T22" y="T23"/>
                </ns1:cxn>
                <ns1:cxn ang="0">
                  <ns1:pos x="T24" y="T25"/>
                </ns1:cxn>
                <ns1:cxn ang="0">
                  <ns1:pos x="T26" y="T27"/>
                </ns1:cxn>
                <ns1:cxn ang="0">
                  <ns1:pos x="T28" y="T29"/>
                </ns1:cxn>
                <ns1:cxn ang="0">
                  <ns1:pos x="T30" y="T31"/>
                </ns1:cxn>
                <ns1:cxn ang="0">
                  <ns1:pos x="T32" y="T33"/>
                </ns1:cxn>
                <ns1:cxn ang="0">
                  <ns1:pos x="T34" y="T35"/>
                </ns1:cxn>
                <ns1:cxn ang="0">
                  <ns1:pos x="T36" y="T37"/>
                </ns1:cxn>
                <ns1:cxn ang="0">
                  <ns1:pos x="T38" y="T39"/>
                </ns1:cxn>
                <ns1:cxn ang="0">
                  <ns1:pos x="T40" y="T41"/>
                </ns1:cxn>
                <ns1:cxn ang="0">
                  <ns1:pos x="T42" y="T43"/>
                </ns1:cxn>
                <ns1:cxn ang="0">
                  <ns1:pos x="T44" y="T45"/>
                </ns1:cxn>
                <ns1:cxn ang="0">
                  <ns1:pos x="T46" y="T47"/>
                </ns1:cxn>
                <ns1:cxn ang="0">
                  <ns1:pos x="T48" y="T49"/>
                </ns1:cxn>
                <ns1:cxn ang="0">
                  <ns1:pos x="T50" y="T51"/>
                </ns1:cxn>
                <ns1:cxn ang="0">
                  <ns1:pos x="T52" y="T53"/>
                </ns1:cxn>
                <ns1:cxn ang="0">
                  <ns1:pos x="T54" y="T55"/>
                </ns1:cxn>
                <ns1:cxn ang="0">
                  <ns1:pos x="T56" y="T57"/>
                </ns1:cxn>
                <ns1:cxn ang="0">
                  <ns1:pos x="T58" y="T59"/>
                </ns1:cxn>
                <ns1:cxn ang="0">
                  <ns1:pos x="T60" y="T61"/>
                </ns1:cxn>
                <ns1:cxn ang="0">
                  <ns1:pos x="T62" y="T63"/>
                </ns1:cxn>
                <ns1:cxn ang="0">
                  <ns1:pos x="T64" y="T65"/>
                </ns1:cxn>
                <ns1:cxn ang="0">
                  <ns1:pos x="T66" y="T67"/>
                </ns1:cxn>
              </ns1:cxnLst>
              <ns1:rect l="0" t="0" r="r" b="b"/>
              <ns1:pathLst>
                <ns1:path w="35" h="36">
                  <ns1:moveTo>
                    <ns1:pt x="32" y="15"/>
                  </ns1:moveTo>
                  <ns1:cubicBezTo>
                    <ns1:pt x="31" y="14"/>
                    <ns1:pt x="30" y="13"/>
                    <ns1:pt x="28" y="12"/>
                  </ns1:cubicBezTo>
                  <ns1:cubicBezTo>
                    <ns1:pt x="27" y="12"/>
                    <ns1:pt x="26" y="12"/>
                    <ns1:pt x="24" y="12"/>
                  </ns1:cubicBezTo>
                  <ns1:cubicBezTo>
                    <ns1:pt x="23" y="12"/>
                    <ns1:pt x="22" y="12"/>
                    <ns1:pt x="20" y="13"/>
                  </ns1:cubicBezTo>
                  <ns1:cubicBezTo>
                    <ns1:pt x="19" y="13"/>
                    <ns1:pt x="18" y="14"/>
                    <ns1:pt x="16" y="15"/>
                  </ns1:cubicBezTo>
                  <ns1:cubicBezTo>
                    <ns1:pt x="14" y="12"/>
                    <ns1:pt x="12" y="10"/>
                    <ns1:pt x="10" y="7"/>
                  </ns1:cubicBezTo>
                  <ns1:cubicBezTo>
                    <ns1:pt x="11" y="7"/>
                    <ns1:pt x="12" y="6"/>
                    <ns1:pt x="13" y="6"/>
                  </ns1:cubicBezTo>
                  <ns1:cubicBezTo>
                    <ns1:pt x="14" y="6"/>
                    <ns1:pt x="14" y="6"/>
                    <ns1:pt x="15" y="6"/>
                  </ns1:cubicBezTo>
                  <ns1:cubicBezTo>
                    <ns1:pt x="16" y="7"/>
                    <ns1:pt x="17" y="7"/>
                    <ns1:pt x="18" y="7"/>
                  </ns1:cubicBezTo>
                  <ns1:cubicBezTo>
                    <ns1:pt x="18" y="7"/>
                    <ns1:pt x="19" y="7"/>
                    <ns1:pt x="19" y="6"/>
                  </ns1:cubicBezTo>
                  <ns1:cubicBezTo>
                    <ns1:pt x="20" y="6"/>
                    <ns1:pt x="20" y="5"/>
                    <ns1:pt x="20" y="5"/>
                  </ns1:cubicBezTo>
                  <ns1:cubicBezTo>
                    <ns1:pt x="20" y="4"/>
                    <ns1:pt x="20" y="3"/>
                    <ns1:pt x="20" y="2"/>
                  </ns1:cubicBezTo>
                  <ns1:cubicBezTo>
                    <ns1:pt x="19" y="1"/>
                    <ns1:pt x="18" y="1"/>
                    <ns1:pt x="16" y="0"/>
                  </ns1:cubicBezTo>
                  <ns1:cubicBezTo>
                    <ns1:pt x="15" y="0"/>
                    <ns1:pt x="14" y="0"/>
                    <ns1:pt x="13" y="1"/>
                  </ns1:cubicBezTo>
                  <ns1:cubicBezTo>
                    <ns1:pt x="11" y="1"/>
                    <ns1:pt x="10" y="1"/>
                    <ns1:pt x="9" y="2"/>
                  </ns1:cubicBezTo>
                  <ns1:cubicBezTo>
                    <ns1:pt x="8" y="3"/>
                    <ns1:pt x="7" y="3"/>
                    <ns1:pt x="6" y="4"/>
                  </ns1:cubicBezTo>
                  <ns1:cubicBezTo>
                    <ns1:pt x="6" y="4"/>
                    <ns1:pt x="6" y="3"/>
                    <ns1:pt x="6" y="3"/>
                  </ns1:cubicBezTo>
                  <ns1:cubicBezTo>
                    <ns1:pt x="5" y="3"/>
                    <ns1:pt x="5" y="3"/>
                    <ns1:pt x="5" y="3"/>
                  </ns1:cubicBezTo>
                  <ns1:cubicBezTo>
                    <ns1:pt x="4" y="3"/>
                    <ns1:pt x="4" y="3"/>
                    <ns1:pt x="3" y="3"/>
                  </ns1:cubicBezTo>
                  <ns1:cubicBezTo>
                    <ns1:pt x="3" y="4"/>
                    <ns1:pt x="3" y="4"/>
                    <ns1:pt x="3" y="5"/>
                  </ns1:cubicBezTo>
                  <ns1:cubicBezTo>
                    <ns1:pt x="3" y="5"/>
                    <ns1:pt x="3" y="5"/>
                    <ns1:pt x="4" y="6"/>
                  </ns1:cubicBezTo>
                  <ns1:cubicBezTo>
                    <ns1:pt x="4" y="6"/>
                    <ns1:pt x="4" y="6"/>
                    <ns1:pt x="4" y="6"/>
                  </ns1:cubicBezTo>
                  <ns1:cubicBezTo>
                    <ns1:pt x="3" y="7"/>
                    <ns1:pt x="2" y="9"/>
                    <ns1:pt x="2" y="10"/>
                  </ns1:cubicBezTo>
                  <ns1:cubicBezTo>
                    <ns1:pt x="1" y="12"/>
                    <ns1:pt x="1" y="13"/>
                    <ns1:pt x="1" y="15"/>
                  </ns1:cubicBezTo>
                  <ns1:cubicBezTo>
                    <ns1:pt x="0" y="16"/>
                    <ns1:pt x="1" y="17"/>
                    <ns1:pt x="1" y="18"/>
                  </ns1:cubicBezTo>
                  <ns1:cubicBezTo>
                    <ns1:pt x="1" y="20"/>
                    <ns1:pt x="2" y="21"/>
                    <ns1:pt x="3" y="22"/>
                  </ns1:cubicBezTo>
                  <ns1:cubicBezTo>
                    <ns1:pt x="5" y="23"/>
                    <ns1:pt x="8" y="24"/>
                    <ns1:pt x="10" y="24"/>
                  </ns1:cubicBezTo>
                  <ns1:cubicBezTo>
                    <ns1:pt x="13" y="23"/>
                    <ns1:pt x="15" y="23"/>
                    <ns1:pt x="18" y="21"/>
                  </ns1:cubicBezTo>
                  <ns1:cubicBezTo>
                    <ns1:pt x="21" y="24"/>
                    <ns1:pt x="23" y="27"/>
                    <ns1:pt x="25" y="29"/>
                  </ns1:cubicBezTo>
                  <ns1:cubicBezTo>
                    <ns1:pt x="24" y="30"/>
                    <ns1:pt x="24" y="30"/>
                    <ns1:pt x="23" y="31"/>
                  </ns1:cubicBezTo>
                  <ns1:cubicBezTo>
                    <ns1:pt x="22" y="31"/>
                    <ns1:pt x="21" y="31"/>
                    <ns1:pt x="21" y="31"/>
                  </ns1:cubicBezTo>
                  <ns1:cubicBezTo>
                    <ns1:pt x="20" y="30"/>
                    <ns1:pt x="20" y="30"/>
                    <ns1:pt x="19" y="30"/>
                  </ns1:cubicBezTo>
                  <ns1:cubicBezTo>
                    <ns1:pt x="18" y="29"/>
                    <ns1:pt x="18" y="29"/>
                    <ns1:pt x="17" y="29"/>
                  </ns1:cubicBezTo>
                  <ns1:cubicBezTo>
                    <ns1:pt x="17" y="28"/>
                    <ns1:pt x="16" y="28"/>
                    <ns1:pt x="16" y="28"/>
                  </ns1:cubicBezTo>
                  <ns1:cubicBezTo>
                    <ns1:pt x="15" y="28"/>
                    <ns1:pt x="15" y="29"/>
                    <ns1:pt x="14" y="29"/>
                  </ns1:cubicBezTo>
                  <ns1:cubicBezTo>
                    <ns1:pt x="13" y="30"/>
                    <ns1:pt x="13" y="30"/>
                    <ns1:pt x="13" y="31"/>
                  </ns1:cubicBezTo>
                  <ns1:cubicBezTo>
                    <ns1:pt x="13" y="32"/>
                    <ns1:pt x="13" y="33"/>
                    <ns1:pt x="14" y="33"/>
                  </ns1:cubicBezTo>
                  <ns1:cubicBezTo>
                    <ns1:pt x="15" y="34"/>
                    <ns1:pt x="16" y="35"/>
                    <ns1:pt x="17" y="35"/>
                  </ns1:cubicBezTo>
                  <ns1:cubicBezTo>
                    <ns1:pt x="18" y="36"/>
                    <ns1:pt x="19" y="36"/>
                    <ns1:pt x="20" y="36"/>
                  </ns1:cubicBezTo>
                  <ns1:cubicBezTo>
                    <ns1:pt x="22" y="36"/>
                    <ns1:pt x="23" y="36"/>
                    <ns1:pt x="25" y="36"/>
                  </ns1:cubicBezTo>
                  <ns1:cubicBezTo>
                    <ns1:pt x="26" y="35"/>
                    <ns1:pt x="27" y="34"/>
                    <ns1:pt x="29" y="33"/>
                  </ns1:cubicBezTo>
                  <ns1:cubicBezTo>
                    <ns1:pt x="30" y="33"/>
                    <ns1:pt x="30" y="34"/>
                    <ns1:pt x="31" y="35"/>
                  </ns1:cubicBezTo>
                  <ns1:cubicBezTo>
                    <ns1:pt x="31" y="35"/>
                    <ns1:pt x="32" y="35"/>
                    <ns1:pt x="32" y="35"/>
                  </ns1:cubicBezTo>
                  <ns1:cubicBezTo>
                    <ns1:pt x="33" y="35"/>
                    <ns1:pt x="33" y="35"/>
                    <ns1:pt x="33" y="34"/>
                  </ns1:cubicBezTo>
                  <ns1:cubicBezTo>
                    <ns1:pt x="33" y="34"/>
                    <ns1:pt x="34" y="34"/>
                    <ns1:pt x="34" y="33"/>
                  </ns1:cubicBezTo>
                  <ns1:cubicBezTo>
                    <ns1:pt x="34" y="33"/>
                    <ns1:pt x="33" y="32"/>
                    <ns1:pt x="33" y="32"/>
                  </ns1:cubicBezTo>
                  <ns1:cubicBezTo>
                    <ns1:pt x="32" y="32"/>
                    <ns1:pt x="32" y="31"/>
                    <ns1:pt x="31" y="30"/>
                  </ns1:cubicBezTo>
                  <ns1:cubicBezTo>
                    <ns1:pt x="32" y="29"/>
                    <ns1:pt x="33" y="27"/>
                    <ns1:pt x="34" y="26"/>
                  </ns1:cubicBezTo>
                  <ns1:cubicBezTo>
                    <ns1:pt x="35" y="24"/>
                    <ns1:pt x="35" y="23"/>
                    <ns1:pt x="35" y="21"/>
                  </ns1:cubicBezTo>
                  <ns1:cubicBezTo>
                    <ns1:pt x="35" y="20"/>
                    <ns1:pt x="35" y="19"/>
                    <ns1:pt x="35" y="18"/>
                  </ns1:cubicBezTo>
                  <ns1:cubicBezTo>
                    <ns1:pt x="34" y="17"/>
                    <ns1:pt x="33" y="16"/>
                    <ns1:pt x="32" y="15"/>
                  </ns1:cubicBezTo>
                  <ns1:close/>
                  <ns1:moveTo>
                    <ns1:pt x="10" y="17"/>
                  </ns1:moveTo>
                  <ns1:cubicBezTo>
                    <ns1:pt x="9" y="17"/>
                    <ns1:pt x="8" y="17"/>
                    <ns1:pt x="7" y="16"/>
                  </ns1:cubicBezTo>
                  <ns1:cubicBezTo>
                    <ns1:pt x="7" y="16"/>
                    <ns1:pt x="6" y="15"/>
                    <ns1:pt x="6" y="15"/>
                  </ns1:cubicBezTo>
                  <ns1:cubicBezTo>
                    <ns1:pt x="6" y="14"/>
                    <ns1:pt x="6" y="14"/>
                    <ns1:pt x="6" y="13"/>
                  </ns1:cubicBezTo>
                  <ns1:cubicBezTo>
                    <ns1:pt x="6" y="13"/>
                    <ns1:pt x="6" y="12"/>
                    <ns1:pt x="7" y="11"/>
                  </ns1:cubicBezTo>
                  <ns1:cubicBezTo>
                    <ns1:pt x="7" y="11"/>
                    <ns1:pt x="7" y="10"/>
                    <ns1:pt x="8" y="9"/>
                  </ns1:cubicBezTo>
                  <ns1:cubicBezTo>
                    <ns1:pt x="10" y="11"/>
                    <ns1:pt x="12" y="14"/>
                    <ns1:pt x="14" y="16"/>
                  </ns1:cubicBezTo>
                  <ns1:cubicBezTo>
                    <ns1:pt x="12" y="17"/>
                    <ns1:pt x="11" y="17"/>
                    <ns1:pt x="10" y="17"/>
                  </ns1:cubicBezTo>
                  <ns1:close/>
                  <ns1:moveTo>
                    <ns1:pt x="29" y="25"/>
                  </ns1:moveTo>
                  <ns1:cubicBezTo>
                    <ns1:pt x="28" y="26"/>
                    <ns1:pt x="28" y="27"/>
                    <ns1:pt x="27" y="27"/>
                  </ns1:cubicBezTo>
                  <ns1:cubicBezTo>
                    <ns1:pt x="25" y="25"/>
                    <ns1:pt x="23" y="22"/>
                    <ns1:pt x="21" y="20"/>
                  </ns1:cubicBezTo>
                  <ns1:cubicBezTo>
                    <ns1:pt x="21" y="20"/>
                    <ns1:pt x="22" y="19"/>
                    <ns1:pt x="23" y="19"/>
                  </ns1:cubicBezTo>
                  <ns1:cubicBezTo>
                    <ns1:pt x="23" y="19"/>
                    <ns1:pt x="24" y="19"/>
                    <ns1:pt x="25" y="18"/>
                  </ns1:cubicBezTo>
                  <ns1:cubicBezTo>
                    <ns1:pt x="25" y="18"/>
                    <ns1:pt x="26" y="18"/>
                    <ns1:pt x="27" y="19"/>
                  </ns1:cubicBezTo>
                  <ns1:cubicBezTo>
                    <ns1:pt x="27" y="19"/>
                    <ns1:pt x="28" y="19"/>
                    <ns1:pt x="28" y="20"/>
                  </ns1:cubicBezTo>
                  <ns1:cubicBezTo>
                    <ns1:pt x="29" y="20"/>
                    <ns1:pt x="29" y="21"/>
                    <ns1:pt x="29" y="21"/>
                  </ns1:cubicBezTo>
                  <ns1:cubicBezTo>
                    <ns1:pt x="30" y="22"/>
                    <ns1:pt x="30" y="23"/>
                    <ns1:pt x="29" y="23"/>
                  </ns1:cubicBezTo>
                  <ns1:cubicBezTo>
                    <ns1:pt x="29" y="24"/>
                    <ns1:pt x="29" y="25"/>
                    <ns1:pt x="29" y="25"/>
                  </ns1:cubicBezTo>
                  <ns1:close/>
                </ns1:path>
              </ns1:pathLst>
            </ns1:custGeom>
            <ns1:grpFill/>
            <ns1:ln>
              <ns1:noFill/>
            </ns1:ln>
            <ns1:extLst>
              <ns1:ext uri="{91240B29-F687-4F45-9708-019B960494DF}">
                <ns2:hiddenLine w="9525">
                  <ns1:solidFill>
                    <ns1:srgbClr val="000000"/>
                  </ns1:solidFill>
                  <ns1:round/>
                  <ns1:headEnd/>
                  <ns1:tailEnd/>
                </ns2:hiddenLine>
              </ns1:ext>
            </ns1:extLst>
          </ns0:spPr>
          <ns0:txBody>
            <ns1:bodyPr vert="horz" wrap="square" lIns="91440" tIns="45720" rIns="91440" bIns="45720" numCol="1" anchor="t" anchorCtr="0" compatLnSpc="1">
              <ns1:prstTxWarp prst="textNoShape">
                <ns1:avLst/>
              </ns1:prstTxWarp>
            </ns1:bodyPr>
            <ns1:lstStyle/>
            <ns1:p>
              <ns1:endParaRPr lang="id-ID" sz="2700"/>
            </ns1:p>
          </ns0:txBody>
        </ns0:sp>
        <ns0:sp>
          <ns0:nvSpPr>
            <ns0:cNvPr id="128" name="Freeform 55"/>
            <ns0:cNvSpPr>
              <ns1:spLocks/>
            </ns0:cNvSpPr>
            <ns0:nvPr/>
          </ns0:nvSpPr>
          <ns0:spPr bwMode="auto">
            <ns1:xfrm>
              <ns1:off x="2571961" y="4616983"/>
              <ns1:ext cx="59410" cy="66011"/>
            </ns1:xfrm>
            <ns1:custGeom>
              <ns1:avLst/>
              <ns1:gdLst>
                <ns1:gd name="T0" fmla="*/ 16 w 19"/>
                <ns1:gd name="T1" fmla="*/ 1 h 21"/>
                <ns1:gd name="T2" fmla="*/ 16 w 19"/>
                <ns1:gd name="T3" fmla="*/ 1 h 21"/>
                <ns1:gd name="T4" fmla="*/ 9 w 19"/>
                <ns1:gd name="T5" fmla="*/ 7 h 21"/>
                <ns1:gd name="T6" fmla="*/ 3 w 19"/>
                <ns1:gd name="T7" fmla="*/ 14 h 21"/>
                <ns1:gd name="T8" fmla="*/ 0 w 19"/>
                <ns1:gd name="T9" fmla="*/ 17 h 21"/>
                <ns1:gd name="T10" fmla="*/ 0 w 19"/>
                <ns1:gd name="T11" fmla="*/ 17 h 21"/>
                <ns1:gd name="T12" fmla="*/ 0 w 19"/>
                <ns1:gd name="T13" fmla="*/ 20 h 21"/>
                <ns1:gd name="T14" fmla="*/ 3 w 19"/>
                <ns1:gd name="T15" fmla="*/ 20 h 21"/>
                <ns1:gd name="T16" fmla="*/ 3 w 19"/>
                <ns1:gd name="T17" fmla="*/ 20 h 21"/>
                <ns1:gd name="T18" fmla="*/ 6 w 19"/>
                <ns1:gd name="T19" fmla="*/ 16 h 21"/>
                <ns1:gd name="T20" fmla="*/ 11 w 19"/>
                <ns1:gd name="T21" fmla="*/ 10 h 21"/>
                <ns1:gd name="T22" fmla="*/ 18 w 19"/>
                <ns1:gd name="T23" fmla="*/ 4 h 21"/>
                <ns1:gd name="T24" fmla="*/ 18 w 19"/>
                <ns1:gd name="T25" fmla="*/ 4 h 21"/>
                <ns1:gd name="T26" fmla="*/ 19 w 19"/>
                <ns1:gd name="T27" fmla="*/ 4 h 21"/>
                <ns1:gd name="T28" fmla="*/ 19 w 19"/>
                <ns1:gd name="T29" fmla="*/ 1 h 21"/>
                <ns1:gd name="T30" fmla="*/ 16 w 19"/>
                <ns1:gd name="T31" fmla="*/ 1 h 21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  <ns1:cxn ang="0">
                  <ns1:pos x="T14" y="T15"/>
                </ns1:cxn>
                <ns1:cxn ang="0">
                  <ns1:pos x="T16" y="T17"/>
                </ns1:cxn>
                <ns1:cxn ang="0">
                  <ns1:pos x="T18" y="T19"/>
                </ns1:cxn>
                <ns1:cxn ang="0">
                  <ns1:pos x="T20" y="T21"/>
                </ns1:cxn>
                <ns1:cxn ang="0">
                  <ns1:pos x="T22" y="T23"/>
                </ns1:cxn>
                <ns1:cxn ang="0">
                  <ns1:pos x="T24" y="T25"/>
                </ns1:cxn>
                <ns1:cxn ang="0">
                  <ns1:pos x="T26" y="T27"/>
                </ns1:cxn>
                <ns1:cxn ang="0">
                  <ns1:pos x="T28" y="T29"/>
                </ns1:cxn>
                <ns1:cxn ang="0">
                  <ns1:pos x="T30" y="T31"/>
                </ns1:cxn>
              </ns1:cxnLst>
              <ns1:rect l="0" t="0" r="r" b="b"/>
              <ns1:pathLst>
                <ns1:path w="19" h="21">
                  <ns1:moveTo>
                    <ns1:pt x="16" y="1"/>
                  </ns1:moveTo>
                  <ns1:cubicBezTo>
                    <ns1:pt x="16" y="1"/>
                    <ns1:pt x="16" y="1"/>
                    <ns1:pt x="16" y="1"/>
                  </ns1:cubicBezTo>
                  <ns1:cubicBezTo>
                    <ns1:pt x="13" y="3"/>
                    <ns1:pt x="11" y="5"/>
                    <ns1:pt x="9" y="7"/>
                  </ns1:cubicBezTo>
                  <ns1:cubicBezTo>
                    <ns1:pt x="6" y="9"/>
                    <ns1:pt x="5" y="11"/>
                    <ns1:pt x="3" y="14"/>
                  </ns1:cubicBezTo>
                  <ns1:cubicBezTo>
                    <ns1:pt x="0" y="17"/>
                    <ns1:pt x="0" y="17"/>
                    <ns1:pt x="0" y="17"/>
                  </ns1:cubicBezTo>
                  <ns1:cubicBezTo>
                    <ns1:pt x="0" y="17"/>
                    <ns1:pt x="0" y="17"/>
                    <ns1:pt x="0" y="17"/>
                  </ns1:cubicBezTo>
                  <ns1:cubicBezTo>
                    <ns1:pt x="0" y="18"/>
                    <ns1:pt x="0" y="19"/>
                    <ns1:pt x="0" y="20"/>
                  </ns1:cubicBezTo>
                  <ns1:cubicBezTo>
                    <ns1:pt x="1" y="21"/>
                    <ns1:pt x="2" y="21"/>
                    <ns1:pt x="3" y="20"/>
                  </ns1:cubicBezTo>
                  <ns1:cubicBezTo>
                    <ns1:pt x="3" y="20"/>
                    <ns1:pt x="3" y="20"/>
                    <ns1:pt x="3" y="20"/>
                  </ns1:cubicBezTo>
                  <ns1:cubicBezTo>
                    <ns1:pt x="6" y="16"/>
                    <ns1:pt x="6" y="16"/>
                    <ns1:pt x="6" y="16"/>
                  </ns1:cubicBezTo>
                  <ns1:cubicBezTo>
                    <ns1:pt x="8" y="14"/>
                    <ns1:pt x="9" y="12"/>
                    <ns1:pt x="11" y="10"/>
                  </ns1:cubicBezTo>
                  <ns1:cubicBezTo>
                    <ns1:pt x="14" y="8"/>
                    <ns1:pt x="16" y="6"/>
                    <ns1:pt x="18" y="4"/>
                  </ns1:cubicBezTo>
                  <ns1:cubicBezTo>
                    <ns1:pt x="18" y="4"/>
                    <ns1:pt x="18" y="4"/>
                    <ns1:pt x="18" y="4"/>
                  </ns1:cubicBezTo>
                  <ns1:cubicBezTo>
                    <ns1:pt x="18" y="4"/>
                    <ns1:pt x="18" y="4"/>
                    <ns1:pt x="19" y="4"/>
                  </ns1:cubicBezTo>
                  <ns1:cubicBezTo>
                    <ns1:pt x="19" y="3"/>
                    <ns1:pt x="19" y="2"/>
                    <ns1:pt x="19" y="1"/>
                  </ns1:cubicBezTo>
                  <ns1:cubicBezTo>
                    <ns1:pt x="18" y="0"/>
                    <ns1:pt x="17" y="0"/>
                    <ns1:pt x="16" y="1"/>
                  </ns1:cubicBezTo>
                  <ns1:close/>
                </ns1:path>
              </ns1:pathLst>
            </ns1:custGeom>
            <ns1:grpFill/>
            <ns1:ln>
              <ns1:noFill/>
            </ns1:ln>
            <ns1:extLst>
              <ns1:ext uri="{91240B29-F687-4F45-9708-019B960494DF}">
                <ns2:hiddenLine w="9525">
                  <ns1:solidFill>
                    <ns1:srgbClr val="000000"/>
                  </ns1:solidFill>
                  <ns1:round/>
                  <ns1:headEnd/>
                  <ns1:tailEnd/>
                </ns2:hiddenLine>
              </ns1:ext>
            </ns1:extLst>
          </ns0:spPr>
          <ns0:txBody>
            <ns1:bodyPr vert="horz" wrap="square" lIns="91440" tIns="45720" rIns="91440" bIns="45720" numCol="1" anchor="t" anchorCtr="0" compatLnSpc="1">
              <ns1:prstTxWarp prst="textNoShape">
                <ns1:avLst/>
              </ns1:prstTxWarp>
            </ns1:bodyPr>
            <ns1:lstStyle/>
            <ns1:p>
              <ns1:endParaRPr lang="id-ID" sz="2700"/>
            </ns1:p>
          </ns0:txBody>
        </ns0:sp>
        <ns0:sp>
          <ns0:nvSpPr>
            <ns0:cNvPr id="129" name="Freeform 56"/>
            <ns0:cNvSpPr>
              <ns1:spLocks/>
            </ns0:cNvSpPr>
            <ns0:nvPr/>
          </ns0:nvSpPr>
          <ns0:spPr bwMode="auto">
            <ns1:xfrm>
              <ns1:off x="2643252" y="4404429"/>
              <ns1:ext cx="62050" cy="66011"/>
            </ns1:xfrm>
            <ns1:custGeom>
              <ns1:avLst/>
              <ns1:gdLst>
                <ns1:gd name="T0" fmla="*/ 8 w 20"/>
                <ns1:gd name="T1" fmla="*/ 11 h 21"/>
                <ns1:gd name="T2" fmla="*/ 1 w 20"/>
                <ns1:gd name="T3" fmla="*/ 17 h 21"/>
                <ns1:gd name="T4" fmla="*/ 0 w 20"/>
                <ns1:gd name="T5" fmla="*/ 17 h 21"/>
                <ns1:gd name="T6" fmla="*/ 0 w 20"/>
                <ns1:gd name="T7" fmla="*/ 20 h 21"/>
                <ns1:gd name="T8" fmla="*/ 3 w 20"/>
                <ns1:gd name="T9" fmla="*/ 20 h 21"/>
                <ns1:gd name="T10" fmla="*/ 3 w 20"/>
                <ns1:gd name="T11" fmla="*/ 20 h 21"/>
                <ns1:gd name="T12" fmla="*/ 10 w 20"/>
                <ns1:gd name="T13" fmla="*/ 14 h 21"/>
                <ns1:gd name="T14" fmla="*/ 16 w 20"/>
                <ns1:gd name="T15" fmla="*/ 7 h 21"/>
                <ns1:gd name="T16" fmla="*/ 19 w 20"/>
                <ns1:gd name="T17" fmla="*/ 3 h 21"/>
                <ns1:gd name="T18" fmla="*/ 19 w 20"/>
                <ns1:gd name="T19" fmla="*/ 3 h 21"/>
                <ns1:gd name="T20" fmla="*/ 19 w 20"/>
                <ns1:gd name="T21" fmla="*/ 0 h 21"/>
                <ns1:gd name="T22" fmla="*/ 16 w 20"/>
                <ns1:gd name="T23" fmla="*/ 0 h 21"/>
                <ns1:gd name="T24" fmla="*/ 16 w 20"/>
                <ns1:gd name="T25" fmla="*/ 1 h 21"/>
                <ns1:gd name="T26" fmla="*/ 13 w 20"/>
                <ns1:gd name="T27" fmla="*/ 5 h 21"/>
                <ns1:gd name="T28" fmla="*/ 8 w 20"/>
                <ns1:gd name="T29" fmla="*/ 11 h 21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  <ns1:cxn ang="0">
                  <ns1:pos x="T14" y="T15"/>
                </ns1:cxn>
                <ns1:cxn ang="0">
                  <ns1:pos x="T16" y="T17"/>
                </ns1:cxn>
                <ns1:cxn ang="0">
                  <ns1:pos x="T18" y="T19"/>
                </ns1:cxn>
                <ns1:cxn ang="0">
                  <ns1:pos x="T20" y="T21"/>
                </ns1:cxn>
                <ns1:cxn ang="0">
                  <ns1:pos x="T22" y="T23"/>
                </ns1:cxn>
                <ns1:cxn ang="0">
                  <ns1:pos x="T24" y="T25"/>
                </ns1:cxn>
                <ns1:cxn ang="0">
                  <ns1:pos x="T26" y="T27"/>
                </ns1:cxn>
                <ns1:cxn ang="0">
                  <ns1:pos x="T28" y="T29"/>
                </ns1:cxn>
              </ns1:cxnLst>
              <ns1:rect l="0" t="0" r="r" b="b"/>
              <ns1:pathLst>
                <ns1:path w="20" h="21">
                  <ns1:moveTo>
                    <ns1:pt x="8" y="11"/>
                  </ns1:moveTo>
                  <ns1:cubicBezTo>
                    <ns1:pt x="5" y="13"/>
                    <ns1:pt x="3" y="15"/>
                    <ns1:pt x="1" y="17"/>
                  </ns1:cubicBezTo>
                  <ns1:cubicBezTo>
                    <ns1:pt x="1" y="17"/>
                    <ns1:pt x="0" y="17"/>
                    <ns1:pt x="0" y="17"/>
                  </ns1:cubicBezTo>
                  <ns1:cubicBezTo>
                    <ns1:pt x="0" y="18"/>
                    <ns1:pt x="0" y="19"/>
                    <ns1:pt x="0" y="20"/>
                  </ns1:cubicBezTo>
                  <ns1:cubicBezTo>
                    <ns1:pt x="1" y="21"/>
                    <ns1:pt x="2" y="21"/>
                    <ns1:pt x="3" y="20"/>
                  </ns1:cubicBezTo>
                  <ns1:cubicBezTo>
                    <ns1:pt x="3" y="20"/>
                    <ns1:pt x="3" y="20"/>
                    <ns1:pt x="3" y="20"/>
                  </ns1:cubicBezTo>
                  <ns1:cubicBezTo>
                    <ns1:pt x="6" y="18"/>
                    <ns1:pt x="8" y="16"/>
                    <ns1:pt x="10" y="14"/>
                  </ns1:cubicBezTo>
                  <ns1:cubicBezTo>
                    <ns1:pt x="13" y="12"/>
                    <ns1:pt x="14" y="9"/>
                    <ns1:pt x="16" y="7"/>
                  </ns1:cubicBezTo>
                  <ns1:cubicBezTo>
                    <ns1:pt x="19" y="3"/>
                    <ns1:pt x="19" y="3"/>
                    <ns1:pt x="19" y="3"/>
                  </ns1:cubicBezTo>
                  <ns1:cubicBezTo>
                    <ns1:pt x="19" y="3"/>
                    <ns1:pt x="19" y="3"/>
                    <ns1:pt x="19" y="3"/>
                  </ns1:cubicBezTo>
                  <ns1:cubicBezTo>
                    <ns1:pt x="20" y="2"/>
                    <ns1:pt x="20" y="1"/>
                    <ns1:pt x="19" y="0"/>
                  </ns1:cubicBezTo>
                  <ns1:cubicBezTo>
                    <ns1:pt x="18" y="0"/>
                    <ns1:pt x="17" y="0"/>
                    <ns1:pt x="16" y="0"/>
                  </ns1:cubicBezTo>
                  <ns1:cubicBezTo>
                    <ns1:pt x="16" y="1"/>
                    <ns1:pt x="16" y="1"/>
                    <ns1:pt x="16" y="1"/>
                  </ns1:cubicBezTo>
                  <ns1:cubicBezTo>
                    <ns1:pt x="13" y="5"/>
                    <ns1:pt x="13" y="5"/>
                    <ns1:pt x="13" y="5"/>
                  </ns1:cubicBezTo>
                  <ns1:cubicBezTo>
                    <ns1:pt x="11" y="7"/>
                    <ns1:pt x="10" y="9"/>
                    <ns1:pt x="8" y="11"/>
                  </ns1:cubicBezTo>
                  <ns1:close/>
                </ns1:path>
              </ns1:pathLst>
            </ns1:custGeom>
            <ns1:grpFill/>
            <ns1:ln>
              <ns1:noFill/>
            </ns1:ln>
            <ns1:extLst>
              <ns1:ext uri="{91240B29-F687-4F45-9708-019B960494DF}">
                <ns2:hiddenLine w="9525">
                  <ns1:solidFill>
                    <ns1:srgbClr val="000000"/>
                  </ns1:solidFill>
                  <ns1:round/>
                  <ns1:headEnd/>
                  <ns1:tailEnd/>
                </ns2:hiddenLine>
              </ns1:ext>
            </ns1:extLst>
          </ns0:spPr>
          <ns0:txBody>
            <ns1:bodyPr vert="horz" wrap="square" lIns="91440" tIns="45720" rIns="91440" bIns="45720" numCol="1" anchor="t" anchorCtr="0" compatLnSpc="1">
              <ns1:prstTxWarp prst="textNoShape">
                <ns1:avLst/>
              </ns1:prstTxWarp>
            </ns1:bodyPr>
            <ns1:lstStyle/>
            <ns1:p>
              <ns1:endParaRPr lang="id-ID" sz="2700"/>
            </ns1:p>
          </ns0:txBody>
        </ns0:sp>
      </ns0:grpSp>
      <ns0:grpSp>
        <ns0:nvGrpSpPr>
          <ns0:cNvPr id="130" name="Group 129"/>
          <ns0:cNvGrpSpPr/>
          <ns0:nvPr/>
        </ns0:nvGrpSpPr>
        <ns0:grpSpPr>
          <ns1:xfrm>
            <ns1:off x="10500628" y="1253233"/>
            <ns1:ext cx="400024" cy="324772"/>
            <ns1:chOff x="4037394" y="5979440"/>
            <ns1:chExt cx="400024" cy="324772"/>
          </ns1:xfrm>
          <ns1:solidFill>
            <ns1:schemeClr val="tx1"/>
          </ns1:solidFill>
        </ns0:grpSpPr>
        <ns0:sp>
          <ns0:nvSpPr>
            <ns0:cNvPr id="131" name="Freeform 6"/>
            <ns0:cNvSpPr>
              <ns1:spLocks noEditPoints="1"/>
            </ns0:cNvSpPr>
            <ns0:nvPr/>
          </ns0:nvSpPr>
          <ns0:spPr bwMode="auto">
            <ns1:xfrm>
              <ns1:off x="4311998" y="6078455"/>
              <ns1:ext cx="75252" cy="100336"/>
            </ns1:xfrm>
            <ns1:custGeom>
              <ns1:avLst/>
              <ns1:gdLst>
                <ns1:gd name="T0" fmla="*/ 11 w 24"/>
                <ns1:gd name="T1" fmla="*/ 2 h 32"/>
                <ns1:gd name="T2" fmla="*/ 8 w 24"/>
                <ns1:gd name="T3" fmla="*/ 0 h 32"/>
                <ns1:gd name="T4" fmla="*/ 4 w 24"/>
                <ns1:gd name="T5" fmla="*/ 0 h 32"/>
                <ns1:gd name="T6" fmla="*/ 0 w 24"/>
                <ns1:gd name="T7" fmla="*/ 4 h 32"/>
                <ns1:gd name="T8" fmla="*/ 0 w 24"/>
                <ns1:gd name="T9" fmla="*/ 28 h 32"/>
                <ns1:gd name="T10" fmla="*/ 4 w 24"/>
                <ns1:gd name="T11" fmla="*/ 32 h 32"/>
                <ns1:gd name="T12" fmla="*/ 20 w 24"/>
                <ns1:gd name="T13" fmla="*/ 32 h 32"/>
                <ns1:gd name="T14" fmla="*/ 24 w 24"/>
                <ns1:gd name="T15" fmla="*/ 28 h 32"/>
                <ns1:gd name="T16" fmla="*/ 24 w 24"/>
                <ns1:gd name="T17" fmla="*/ 22 h 32"/>
                <ns1:gd name="T18" fmla="*/ 23 w 24"/>
                <ns1:gd name="T19" fmla="*/ 20 h 32"/>
                <ns1:gd name="T20" fmla="*/ 11 w 24"/>
                <ns1:gd name="T21" fmla="*/ 2 h 32"/>
                <ns1:gd name="T22" fmla="*/ 20 w 24"/>
                <ns1:gd name="T23" fmla="*/ 28 h 32"/>
                <ns1:gd name="T24" fmla="*/ 4 w 24"/>
                <ns1:gd name="T25" fmla="*/ 28 h 32"/>
                <ns1:gd name="T26" fmla="*/ 4 w 24"/>
                <ns1:gd name="T27" fmla="*/ 4 h 32"/>
                <ns1:gd name="T28" fmla="*/ 8 w 24"/>
                <ns1:gd name="T29" fmla="*/ 4 h 32"/>
                <ns1:gd name="T30" fmla="*/ 20 w 24"/>
                <ns1:gd name="T31" fmla="*/ 22 h 32"/>
                <ns1:gd name="T32" fmla="*/ 20 w 24"/>
                <ns1:gd name="T33" fmla="*/ 28 h 32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  <ns1:cxn ang="0">
                  <ns1:pos x="T14" y="T15"/>
                </ns1:cxn>
                <ns1:cxn ang="0">
                  <ns1:pos x="T16" y="T17"/>
                </ns1:cxn>
                <ns1:cxn ang="0">
                  <ns1:pos x="T18" y="T19"/>
                </ns1:cxn>
                <ns1:cxn ang="0">
                  <ns1:pos x="T20" y="T21"/>
                </ns1:cxn>
                <ns1:cxn ang="0">
                  <ns1:pos x="T22" y="T23"/>
                </ns1:cxn>
                <ns1:cxn ang="0">
                  <ns1:pos x="T24" y="T25"/>
                </ns1:cxn>
                <ns1:cxn ang="0">
                  <ns1:pos x="T26" y="T27"/>
                </ns1:cxn>
                <ns1:cxn ang="0">
                  <ns1:pos x="T28" y="T29"/>
                </ns1:cxn>
                <ns1:cxn ang="0">
                  <ns1:pos x="T30" y="T31"/>
                </ns1:cxn>
                <ns1:cxn ang="0">
                  <ns1:pos x="T32" y="T33"/>
                </ns1:cxn>
              </ns1:cxnLst>
              <ns1:rect l="0" t="0" r="r" b="b"/>
              <ns1:pathLst>
                <ns1:path w="24" h="32">
                  <ns1:moveTo>
                    <ns1:pt x="11" y="2"/>
                  </ns1:moveTo>
                  <ns1:cubicBezTo>
                    <ns1:pt x="11" y="1"/>
                    <ns1:pt x="9" y="0"/>
                    <ns1:pt x="8" y="0"/>
                  </ns1:cubicBezTo>
                  <ns1:cubicBezTo>
                    <ns1:pt x="4" y="0"/>
                    <ns1:pt x="4" y="0"/>
                    <ns1:pt x="4" y="0"/>
                  </ns1:cubicBezTo>
                  <ns1:cubicBezTo>
                    <ns1:pt x="2" y="0"/>
                    <ns1:pt x="0" y="2"/>
                    <ns1:pt x="0" y="4"/>
                  </ns1:cubicBezTo>
                  <ns1:cubicBezTo>
                    <ns1:pt x="0" y="28"/>
                    <ns1:pt x="0" y="28"/>
                    <ns1:pt x="0" y="28"/>
                  </ns1:cubicBezTo>
                  <ns1:cubicBezTo>
                    <ns1:pt x="0" y="30"/>
                    <ns1:pt x="2" y="32"/>
                    <ns1:pt x="4" y="32"/>
                  </ns1:cubicBezTo>
                  <ns1:cubicBezTo>
                    <ns1:pt x="20" y="32"/>
                    <ns1:pt x="20" y="32"/>
                    <ns1:pt x="20" y="32"/>
                  </ns1:cubicBezTo>
                  <ns1:cubicBezTo>
                    <ns1:pt x="22" y="32"/>
                    <ns1:pt x="24" y="30"/>
                    <ns1:pt x="24" y="28"/>
                  </ns1:cubicBezTo>
                  <ns1:cubicBezTo>
                    <ns1:pt x="24" y="22"/>
                    <ns1:pt x="24" y="22"/>
                    <ns1:pt x="24" y="22"/>
                  </ns1:cubicBezTo>
                  <ns1:cubicBezTo>
                    <ns1:pt x="24" y="21"/>
                    <ns1:pt x="24" y="20"/>
                    <ns1:pt x="23" y="20"/>
                  </ns1:cubicBezTo>
                  <ns1:lnTo>
                    <ns1:pt x="11" y="2"/>
                  </ns1:lnTo>
                  <ns1:close/>
                  <ns1:moveTo>
                    <ns1:pt x="20" y="28"/>
                  </ns1:moveTo>
                  <ns1:cubicBezTo>
                    <ns1:pt x="4" y="28"/>
                    <ns1:pt x="4" y="28"/>
                    <ns1:pt x="4" y="28"/>
                  </ns1:cubicBezTo>
                  <ns1:cubicBezTo>
                    <ns1:pt x="4" y="4"/>
                    <ns1:pt x="4" y="4"/>
                    <ns1:pt x="4" y="4"/>
                  </ns1:cubicBezTo>
                  <ns1:cubicBezTo>
                    <ns1:pt x="8" y="4"/>
                    <ns1:pt x="8" y="4"/>
                    <ns1:pt x="8" y="4"/>
                  </ns1:cubicBezTo>
                  <ns1:cubicBezTo>
                    <ns1:pt x="20" y="22"/>
                    <ns1:pt x="20" y="22"/>
                    <ns1:pt x="20" y="22"/>
                  </ns1:cubicBezTo>
                  <ns1:lnTo>
                    <ns1:pt x="20" y="28"/>
                  </ns1:lnTo>
                  <ns1:close/>
                </ns1:path>
              </ns1:pathLst>
            </ns1:custGeom>
            <ns1:grpFill/>
            <ns1:ln>
              <ns1:noFill/>
            </ns1:ln>
            <ns1:extLst>
              <ns1:ext uri="{91240B29-F687-4F45-9708-019B960494DF}">
                <ns2:hiddenLine w="9525">
                  <ns1:solidFill>
                    <ns1:srgbClr val="000000"/>
                  </ns1:solidFill>
                  <ns1:round/>
                  <ns1:headEnd/>
                  <ns1:tailEnd/>
                </ns2:hiddenLine>
              </ns1:ext>
            </ns1:extLst>
          </ns0:spPr>
          <ns0:txBody>
            <ns1:bodyPr vert="horz" wrap="square" lIns="91440" tIns="45720" rIns="91440" bIns="45720" numCol="1" anchor="t" anchorCtr="0" compatLnSpc="1">
              <ns1:prstTxWarp prst="textNoShape">
                <ns1:avLst/>
              </ns1:prstTxWarp>
            </ns1:bodyPr>
            <ns1:lstStyle/>
            <ns1:p>
              <ns1:endParaRPr lang="id-ID" sz="2700"/>
            </ns1:p>
          </ns0:txBody>
        </ns0:sp>
        <ns0:sp>
          <ns0:nvSpPr>
            <ns0:cNvPr id="132" name="Freeform 7"/>
            <ns0:cNvSpPr>
              <ns1:spLocks noEditPoints="1"/>
            </ns0:cNvSpPr>
            <ns0:nvPr/>
          </ns0:nvSpPr>
          <ns0:spPr bwMode="auto">
            <ns1:xfrm>
              <ns1:off x="4037394" y="5979440"/>
              <ns1:ext cx="400024" cy="324772"/>
            </ns1:xfrm>
            <ns1:custGeom>
              <ns1:avLst/>
              <ns1:gdLst>
                <ns1:gd name="T0" fmla="*/ 126 w 128"/>
                <ns1:gd name="T1" fmla="*/ 49 h 104"/>
                <ns1:gd name="T2" fmla="*/ 110 w 128"/>
                <ns1:gd name="T3" fmla="*/ 25 h 104"/>
                <ns1:gd name="T4" fmla="*/ 100 w 128"/>
                <ns1:gd name="T5" fmla="*/ 20 h 104"/>
                <ns1:gd name="T6" fmla="*/ 84 w 128"/>
                <ns1:gd name="T7" fmla="*/ 20 h 104"/>
                <ns1:gd name="T8" fmla="*/ 84 w 128"/>
                <ns1:gd name="T9" fmla="*/ 12 h 104"/>
                <ns1:gd name="T10" fmla="*/ 72 w 128"/>
                <ns1:gd name="T11" fmla="*/ 0 h 104"/>
                <ns1:gd name="T12" fmla="*/ 12 w 128"/>
                <ns1:gd name="T13" fmla="*/ 0 h 104"/>
                <ns1:gd name="T14" fmla="*/ 0 w 128"/>
                <ns1:gd name="T15" fmla="*/ 12 h 104"/>
                <ns1:gd name="T16" fmla="*/ 0 w 128"/>
                <ns1:gd name="T17" fmla="*/ 56 h 104"/>
                <ns1:gd name="T18" fmla="*/ 12 w 128"/>
                <ns1:gd name="T19" fmla="*/ 68 h 104"/>
                <ns1:gd name="T20" fmla="*/ 12 w 128"/>
                <ns1:gd name="T21" fmla="*/ 68 h 104"/>
                <ns1:gd name="T22" fmla="*/ 12 w 128"/>
                <ns1:gd name="T23" fmla="*/ 80 h 104"/>
                <ns1:gd name="T24" fmla="*/ 24 w 128"/>
                <ns1:gd name="T25" fmla="*/ 92 h 104"/>
                <ns1:gd name="T26" fmla="*/ 29 w 128"/>
                <ns1:gd name="T27" fmla="*/ 92 h 104"/>
                <ns1:gd name="T28" fmla="*/ 44 w 128"/>
                <ns1:gd name="T29" fmla="*/ 104 h 104"/>
                <ns1:gd name="T30" fmla="*/ 59 w 128"/>
                <ns1:gd name="T31" fmla="*/ 92 h 104"/>
                <ns1:gd name="T32" fmla="*/ 81 w 128"/>
                <ns1:gd name="T33" fmla="*/ 92 h 104"/>
                <ns1:gd name="T34" fmla="*/ 96 w 128"/>
                <ns1:gd name="T35" fmla="*/ 104 h 104"/>
                <ns1:gd name="T36" fmla="*/ 111 w 128"/>
                <ns1:gd name="T37" fmla="*/ 92 h 104"/>
                <ns1:gd name="T38" fmla="*/ 116 w 128"/>
                <ns1:gd name="T39" fmla="*/ 92 h 104"/>
                <ns1:gd name="T40" fmla="*/ 128 w 128"/>
                <ns1:gd name="T41" fmla="*/ 80 h 104"/>
                <ns1:gd name="T42" fmla="*/ 128 w 128"/>
                <ns1:gd name="T43" fmla="*/ 56 h 104"/>
                <ns1:gd name="T44" fmla="*/ 126 w 128"/>
                <ns1:gd name="T45" fmla="*/ 49 h 104"/>
                <ns1:gd name="T46" fmla="*/ 12 w 128"/>
                <ns1:gd name="T47" fmla="*/ 60 h 104"/>
                <ns1:gd name="T48" fmla="*/ 8 w 128"/>
                <ns1:gd name="T49" fmla="*/ 56 h 104"/>
                <ns1:gd name="T50" fmla="*/ 8 w 128"/>
                <ns1:gd name="T51" fmla="*/ 12 h 104"/>
                <ns1:gd name="T52" fmla="*/ 12 w 128"/>
                <ns1:gd name="T53" fmla="*/ 8 h 104"/>
                <ns1:gd name="T54" fmla="*/ 72 w 128"/>
                <ns1:gd name="T55" fmla="*/ 8 h 104"/>
                <ns1:gd name="T56" fmla="*/ 76 w 128"/>
                <ns1:gd name="T57" fmla="*/ 12 h 104"/>
                <ns1:gd name="T58" fmla="*/ 76 w 128"/>
                <ns1:gd name="T59" fmla="*/ 20 h 104"/>
                <ns1:gd name="T60" fmla="*/ 76 w 128"/>
                <ns1:gd name="T61" fmla="*/ 28 h 104"/>
                <ns1:gd name="T62" fmla="*/ 76 w 128"/>
                <ns1:gd name="T63" fmla="*/ 56 h 104"/>
                <ns1:gd name="T64" fmla="*/ 72 w 128"/>
                <ns1:gd name="T65" fmla="*/ 60 h 104"/>
                <ns1:gd name="T66" fmla="*/ 12 w 128"/>
                <ns1:gd name="T67" fmla="*/ 60 h 104"/>
                <ns1:gd name="T68" fmla="*/ 44 w 128"/>
                <ns1:gd name="T69" fmla="*/ 96 h 104"/>
                <ns1:gd name="T70" fmla="*/ 36 w 128"/>
                <ns1:gd name="T71" fmla="*/ 88 h 104"/>
                <ns1:gd name="T72" fmla="*/ 44 w 128"/>
                <ns1:gd name="T73" fmla="*/ 80 h 104"/>
                <ns1:gd name="T74" fmla="*/ 52 w 128"/>
                <ns1:gd name="T75" fmla="*/ 88 h 104"/>
                <ns1:gd name="T76" fmla="*/ 44 w 128"/>
                <ns1:gd name="T77" fmla="*/ 96 h 104"/>
                <ns1:gd name="T78" fmla="*/ 96 w 128"/>
                <ns1:gd name="T79" fmla="*/ 96 h 104"/>
                <ns1:gd name="T80" fmla="*/ 88 w 128"/>
                <ns1:gd name="T81" fmla="*/ 88 h 104"/>
                <ns1:gd name="T82" fmla="*/ 96 w 128"/>
                <ns1:gd name="T83" fmla="*/ 80 h 104"/>
                <ns1:gd name="T84" fmla="*/ 104 w 128"/>
                <ns1:gd name="T85" fmla="*/ 88 h 104"/>
                <ns1:gd name="T86" fmla="*/ 96 w 128"/>
                <ns1:gd name="T87" fmla="*/ 96 h 104"/>
                <ns1:gd name="T88" fmla="*/ 120 w 128"/>
                <ns1:gd name="T89" fmla="*/ 80 h 104"/>
                <ns1:gd name="T90" fmla="*/ 116 w 128"/>
                <ns1:gd name="T91" fmla="*/ 84 h 104"/>
                <ns1:gd name="T92" fmla="*/ 111 w 128"/>
                <ns1:gd name="T93" fmla="*/ 84 h 104"/>
                <ns1:gd name="T94" fmla="*/ 96 w 128"/>
                <ns1:gd name="T95" fmla="*/ 72 h 104"/>
                <ns1:gd name="T96" fmla="*/ 81 w 128"/>
                <ns1:gd name="T97" fmla="*/ 84 h 104"/>
                <ns1:gd name="T98" fmla="*/ 59 w 128"/>
                <ns1:gd name="T99" fmla="*/ 84 h 104"/>
                <ns1:gd name="T100" fmla="*/ 44 w 128"/>
                <ns1:gd name="T101" fmla="*/ 72 h 104"/>
                <ns1:gd name="T102" fmla="*/ 29 w 128"/>
                <ns1:gd name="T103" fmla="*/ 84 h 104"/>
                <ns1:gd name="T104" fmla="*/ 24 w 128"/>
                <ns1:gd name="T105" fmla="*/ 84 h 104"/>
                <ns1:gd name="T106" fmla="*/ 20 w 128"/>
                <ns1:gd name="T107" fmla="*/ 80 h 104"/>
                <ns1:gd name="T108" fmla="*/ 20 w 128"/>
                <ns1:gd name="T109" fmla="*/ 68 h 104"/>
                <ns1:gd name="T110" fmla="*/ 72 w 128"/>
                <ns1:gd name="T111" fmla="*/ 68 h 104"/>
                <ns1:gd name="T112" fmla="*/ 84 w 128"/>
                <ns1:gd name="T113" fmla="*/ 56 h 104"/>
                <ns1:gd name="T114" fmla="*/ 84 w 128"/>
                <ns1:gd name="T115" fmla="*/ 28 h 104"/>
                <ns1:gd name="T116" fmla="*/ 100 w 128"/>
                <ns1:gd name="T117" fmla="*/ 28 h 104"/>
                <ns1:gd name="T118" fmla="*/ 103 w 128"/>
                <ns1:gd name="T119" fmla="*/ 30 h 104"/>
                <ns1:gd name="T120" fmla="*/ 119 w 128"/>
                <ns1:gd name="T121" fmla="*/ 54 h 104"/>
                <ns1:gd name="T122" fmla="*/ 120 w 128"/>
                <ns1:gd name="T123" fmla="*/ 56 h 104"/>
                <ns1:gd name="T124" fmla="*/ 120 w 128"/>
                <ns1:gd name="T125" fmla="*/ 80 h 104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  <ns1:cxn ang="0">
                  <ns1:pos x="T14" y="T15"/>
                </ns1:cxn>
                <ns1:cxn ang="0">
                  <ns1:pos x="T16" y="T17"/>
                </ns1:cxn>
                <ns1:cxn ang="0">
                  <ns1:pos x="T18" y="T19"/>
                </ns1:cxn>
                <ns1:cxn ang="0">
                  <ns1:pos x="T20" y="T21"/>
                </ns1:cxn>
                <ns1:cxn ang="0">
                  <ns1:pos x="T22" y="T23"/>
                </ns1:cxn>
                <ns1:cxn ang="0">
                  <ns1:pos x="T24" y="T25"/>
                </ns1:cxn>
                <ns1:cxn ang="0">
                  <ns1:pos x="T26" y="T27"/>
                </ns1:cxn>
                <ns1:cxn ang="0">
                  <ns1:pos x="T28" y="T29"/>
                </ns1:cxn>
                <ns1:cxn ang="0">
                  <ns1:pos x="T30" y="T31"/>
                </ns1:cxn>
                <ns1:cxn ang="0">
                  <ns1:pos x="T32" y="T33"/>
                </ns1:cxn>
                <ns1:cxn ang="0">
                  <ns1:pos x="T34" y="T35"/>
                </ns1:cxn>
                <ns1:cxn ang="0">
                  <ns1:pos x="T36" y="T37"/>
                </ns1:cxn>
                <ns1:cxn ang="0">
                  <ns1:pos x="T38" y="T39"/>
                </ns1:cxn>
                <ns1:cxn ang="0">
                  <ns1:pos x="T40" y="T41"/>
                </ns1:cxn>
                <ns1:cxn ang="0">
                  <ns1:pos x="T42" y="T43"/>
                </ns1:cxn>
                <ns1:cxn ang="0">
                  <ns1:pos x="T44" y="T45"/>
                </ns1:cxn>
                <ns1:cxn ang="0">
                  <ns1:pos x="T46" y="T47"/>
                </ns1:cxn>
                <ns1:cxn ang="0">
                  <ns1:pos x="T48" y="T49"/>
                </ns1:cxn>
                <ns1:cxn ang="0">
                  <ns1:pos x="T50" y="T51"/>
                </ns1:cxn>
                <ns1:cxn ang="0">
                  <ns1:pos x="T52" y="T53"/>
                </ns1:cxn>
                <ns1:cxn ang="0">
                  <ns1:pos x="T54" y="T55"/>
                </ns1:cxn>
                <ns1:cxn ang="0">
                  <ns1:pos x="T56" y="T57"/>
                </ns1:cxn>
                <ns1:cxn ang="0">
                  <ns1:pos x="T58" y="T59"/>
                </ns1:cxn>
                <ns1:cxn ang="0">
                  <ns1:pos x="T60" y="T61"/>
                </ns1:cxn>
                <ns1:cxn ang="0">
                  <ns1:pos x="T62" y="T63"/>
                </ns1:cxn>
                <ns1:cxn ang="0">
                  <ns1:pos x="T64" y="T65"/>
                </ns1:cxn>
                <ns1:cxn ang="0">
                  <ns1:pos x="T66" y="T67"/>
                </ns1:cxn>
                <ns1:cxn ang="0">
                  <ns1:pos x="T68" y="T69"/>
                </ns1:cxn>
                <ns1:cxn ang="0">
                  <ns1:pos x="T70" y="T71"/>
                </ns1:cxn>
                <ns1:cxn ang="0">
                  <ns1:pos x="T72" y="T73"/>
                </ns1:cxn>
                <ns1:cxn ang="0">
                  <ns1:pos x="T74" y="T75"/>
                </ns1:cxn>
                <ns1:cxn ang="0">
                  <ns1:pos x="T76" y="T77"/>
                </ns1:cxn>
                <ns1:cxn ang="0">
                  <ns1:pos x="T78" y="T79"/>
                </ns1:cxn>
                <ns1:cxn ang="0">
                  <ns1:pos x="T80" y="T81"/>
                </ns1:cxn>
                <ns1:cxn ang="0">
                  <ns1:pos x="T82" y="T83"/>
                </ns1:cxn>
                <ns1:cxn ang="0">
                  <ns1:pos x="T84" y="T85"/>
                </ns1:cxn>
                <ns1:cxn ang="0">
                  <ns1:pos x="T86" y="T87"/>
                </ns1:cxn>
                <ns1:cxn ang="0">
                  <ns1:pos x="T88" y="T89"/>
                </ns1:cxn>
                <ns1:cxn ang="0">
                  <ns1:pos x="T90" y="T91"/>
                </ns1:cxn>
                <ns1:cxn ang="0">
                  <ns1:pos x="T92" y="T93"/>
                </ns1:cxn>
                <ns1:cxn ang="0">
                  <ns1:pos x="T94" y="T95"/>
                </ns1:cxn>
                <ns1:cxn ang="0">
                  <ns1:pos x="T96" y="T97"/>
                </ns1:cxn>
                <ns1:cxn ang="0">
                  <ns1:pos x="T98" y="T99"/>
                </ns1:cxn>
                <ns1:cxn ang="0">
                  <ns1:pos x="T100" y="T101"/>
                </ns1:cxn>
                <ns1:cxn ang="0">
                  <ns1:pos x="T102" y="T103"/>
                </ns1:cxn>
                <ns1:cxn ang="0">
                  <ns1:pos x="T104" y="T105"/>
                </ns1:cxn>
                <ns1:cxn ang="0">
                  <ns1:pos x="T106" y="T107"/>
                </ns1:cxn>
                <ns1:cxn ang="0">
                  <ns1:pos x="T108" y="T109"/>
                </ns1:cxn>
                <ns1:cxn ang="0">
                  <ns1:pos x="T110" y="T111"/>
                </ns1:cxn>
                <ns1:cxn ang="0">
                  <ns1:pos x="T112" y="T113"/>
                </ns1:cxn>
                <ns1:cxn ang="0">
                  <ns1:pos x="T114" y="T115"/>
                </ns1:cxn>
                <ns1:cxn ang="0">
                  <ns1:pos x="T116" y="T117"/>
                </ns1:cxn>
                <ns1:cxn ang="0">
                  <ns1:pos x="T118" y="T119"/>
                </ns1:cxn>
                <ns1:cxn ang="0">
                  <ns1:pos x="T120" y="T121"/>
                </ns1:cxn>
                <ns1:cxn ang="0">
                  <ns1:pos x="T122" y="T123"/>
                </ns1:cxn>
                <ns1:cxn ang="0">
                  <ns1:pos x="T124" y="T125"/>
                </ns1:cxn>
              </ns1:cxnLst>
              <ns1:rect l="0" t="0" r="r" b="b"/>
              <ns1:pathLst>
                <ns1:path w="128" h="104">
                  <ns1:moveTo>
                    <ns1:pt x="126" y="49"/>
                  </ns1:moveTo>
                  <ns1:cubicBezTo>
                    <ns1:pt x="110" y="25"/>
                    <ns1:pt x="110" y="25"/>
                    <ns1:pt x="110" y="25"/>
                  </ns1:cubicBezTo>
                  <ns1:cubicBezTo>
                    <ns1:pt x="108" y="22"/>
                    <ns1:pt x="104" y="20"/>
                    <ns1:pt x="100" y="20"/>
                  </ns1:cubicBezTo>
                  <ns1:cubicBezTo>
                    <ns1:pt x="84" y="20"/>
                    <ns1:pt x="84" y="20"/>
                    <ns1:pt x="84" y="20"/>
                  </ns1:cubicBezTo>
                  <ns1:cubicBezTo>
                    <ns1:pt x="84" y="12"/>
                    <ns1:pt x="84" y="12"/>
                    <ns1:pt x="84" y="12"/>
                  </ns1:cubicBezTo>
                  <ns1:cubicBezTo>
                    <ns1:pt x="84" y="5"/>
                    <ns1:pt x="79" y="0"/>
                    <ns1:pt x="72" y="0"/>
                  </ns1:cubicBezTo>
                  <ns1:cubicBezTo>
                    <ns1:pt x="12" y="0"/>
                    <ns1:pt x="12" y="0"/>
                    <ns1:pt x="12" y="0"/>
                  </ns1:cubicBezTo>
                  <ns1:cubicBezTo>
                    <ns1:pt x="5" y="0"/>
                    <ns1:pt x="0" y="5"/>
                    <ns1:pt x="0" y="12"/>
                  </ns1:cubicBezTo>
                  <ns1:cubicBezTo>
                    <ns1:pt x="0" y="56"/>
                    <ns1:pt x="0" y="56"/>
                    <ns1:pt x="0" y="56"/>
                  </ns1:cubicBezTo>
                  <ns1:cubicBezTo>
                    <ns1:pt x="0" y="63"/>
                    <ns1:pt x="5" y="68"/>
                    <ns1:pt x="12" y="68"/>
                  </ns1:cubicBezTo>
                  <ns1:cubicBezTo>
                    <ns1:pt x="12" y="68"/>
                    <ns1:pt x="12" y="68"/>
                    <ns1:pt x="12" y="68"/>
                  </ns1:cubicBezTo>
                  <ns1:cubicBezTo>
                    <ns1:pt x="12" y="80"/>
                    <ns1:pt x="12" y="80"/>
                    <ns1:pt x="12" y="80"/>
                  </ns1:cubicBezTo>
                  <ns1:cubicBezTo>
                    <ns1:pt x="12" y="87"/>
                    <ns1:pt x="17" y="92"/>
                    <ns1:pt x="24" y="92"/>
                  </ns1:cubicBezTo>
                  <ns1:cubicBezTo>
                    <ns1:pt x="29" y="92"/>
                    <ns1:pt x="29" y="92"/>
                    <ns1:pt x="29" y="92"/>
                  </ns1:cubicBezTo>
                  <ns1:cubicBezTo>
                    <ns1:pt x="30" y="99"/>
                    <ns1:pt x="37" y="104"/>
                    <ns1:pt x="44" y="104"/>
                  </ns1:cubicBezTo>
                  <ns1:cubicBezTo>
                    <ns1:pt x="51" y="104"/>
                    <ns1:pt x="58" y="99"/>
                    <ns1:pt x="59" y="92"/>
                  </ns1:cubicBezTo>
                  <ns1:cubicBezTo>
                    <ns1:pt x="81" y="92"/>
                    <ns1:pt x="81" y="92"/>
                    <ns1:pt x="81" y="92"/>
                  </ns1:cubicBezTo>
                  <ns1:cubicBezTo>
                    <ns1:pt x="82" y="99"/>
                    <ns1:pt x="89" y="104"/>
                    <ns1:pt x="96" y="104"/>
                  </ns1:cubicBezTo>
                  <ns1:cubicBezTo>
                    <ns1:pt x="103" y="104"/>
                    <ns1:pt x="110" y="99"/>
                    <ns1:pt x="111" y="92"/>
                  </ns1:cubicBezTo>
                  <ns1:cubicBezTo>
                    <ns1:pt x="116" y="92"/>
                    <ns1:pt x="116" y="92"/>
                    <ns1:pt x="116" y="92"/>
                  </ns1:cubicBezTo>
                  <ns1:cubicBezTo>
                    <ns1:pt x="123" y="92"/>
                    <ns1:pt x="128" y="87"/>
                    <ns1:pt x="128" y="80"/>
                  </ns1:cubicBezTo>
                  <ns1:cubicBezTo>
                    <ns1:pt x="128" y="56"/>
                    <ns1:pt x="128" y="56"/>
                    <ns1:pt x="128" y="56"/>
                  </ns1:cubicBezTo>
                  <ns1:cubicBezTo>
                    <ns1:pt x="128" y="54"/>
                    <ns1:pt x="127" y="51"/>
                    <ns1:pt x="126" y="49"/>
                  </ns1:cubicBezTo>
                  <ns1:close/>
                  <ns1:moveTo>
                    <ns1:pt x="12" y="60"/>
                  </ns1:moveTo>
                  <ns1:cubicBezTo>
                    <ns1:pt x="10" y="60"/>
                    <ns1:pt x="8" y="58"/>
                    <ns1:pt x="8" y="56"/>
                  </ns1:cubicBezTo>
                  <ns1:cubicBezTo>
                    <ns1:pt x="8" y="12"/>
                    <ns1:pt x="8" y="12"/>
                    <ns1:pt x="8" y="12"/>
                  </ns1:cubicBezTo>
                  <ns1:cubicBezTo>
                    <ns1:pt x="8" y="10"/>
                    <ns1:pt x="10" y="8"/>
                    <ns1:pt x="12" y="8"/>
                  </ns1:cubicBezTo>
                  <ns1:cubicBezTo>
                    <ns1:pt x="72" y="8"/>
                    <ns1:pt x="72" y="8"/>
                    <ns1:pt x="72" y="8"/>
                  </ns1:cubicBezTo>
                  <ns1:cubicBezTo>
                    <ns1:pt x="74" y="8"/>
                    <ns1:pt x="76" y="10"/>
                    <ns1:pt x="76" y="12"/>
                  </ns1:cubicBezTo>
                  <ns1:cubicBezTo>
                    <ns1:pt x="76" y="20"/>
                    <ns1:pt x="76" y="20"/>
                    <ns1:pt x="76" y="20"/>
                  </ns1:cubicBezTo>
                  <ns1:cubicBezTo>
                    <ns1:pt x="76" y="28"/>
                    <ns1:pt x="76" y="28"/>
                    <ns1:pt x="76" y="28"/>
                  </ns1:cubicBezTo>
                  <ns1:cubicBezTo>
                    <ns1:pt x="76" y="56"/>
                    <ns1:pt x="76" y="56"/>
                    <ns1:pt x="76" y="56"/>
                  </ns1:cubicBezTo>
                  <ns1:cubicBezTo>
                    <ns1:pt x="76" y="58"/>
                    <ns1:pt x="74" y="60"/>
                    <ns1:pt x="72" y="60"/>
                  </ns1:cubicBezTo>
                  <ns1:lnTo>
                    <ns1:pt x="12" y="60"/>
                  </ns1:lnTo>
                  <ns1:close/>
                  <ns1:moveTo>
                    <ns1:pt x="44" y="96"/>
                  </ns1:moveTo>
                  <ns1:cubicBezTo>
                    <ns1:pt x="40" y="96"/>
                    <ns1:pt x="36" y="92"/>
                    <ns1:pt x="36" y="88"/>
                  </ns1:cubicBezTo>
                  <ns1:cubicBezTo>
                    <ns1:pt x="36" y="84"/>
                    <ns1:pt x="40" y="80"/>
                    <ns1:pt x="44" y="80"/>
                  </ns1:cubicBezTo>
                  <ns1:cubicBezTo>
                    <ns1:pt x="48" y="80"/>
                    <ns1:pt x="52" y="84"/>
                    <ns1:pt x="52" y="88"/>
                  </ns1:cubicBezTo>
                  <ns1:cubicBezTo>
                    <ns1:pt x="52" y="92"/>
                    <ns1:pt x="48" y="96"/>
                    <ns1:pt x="44" y="96"/>
                  </ns1:cubicBezTo>
                  <ns1:close/>
                  <ns1:moveTo>
                    <ns1:pt x="96" y="96"/>
                  </ns1:moveTo>
                  <ns1:cubicBezTo>
                    <ns1:pt x="92" y="96"/>
                    <ns1:pt x="88" y="92"/>
                    <ns1:pt x="88" y="88"/>
                  </ns1:cubicBezTo>
                  <ns1:cubicBezTo>
                    <ns1:pt x="88" y="84"/>
                    <ns1:pt x="92" y="80"/>
                    <ns1:pt x="96" y="80"/>
                  </ns1:cubicBezTo>
                  <ns1:cubicBezTo>
                    <ns1:pt x="100" y="80"/>
                    <ns1:pt x="104" y="84"/>
                    <ns1:pt x="104" y="88"/>
                  </ns1:cubicBezTo>
                  <ns1:cubicBezTo>
                    <ns1:pt x="104" y="92"/>
                    <ns1:pt x="100" y="96"/>
                    <ns1:pt x="96" y="96"/>
                  </ns1:cubicBezTo>
                  <ns1:close/>
                  <ns1:moveTo>
                    <ns1:pt x="120" y="80"/>
                  </ns1:moveTo>
                  <ns1:cubicBezTo>
                    <ns1:pt x="120" y="82"/>
                    <ns1:pt x="118" y="84"/>
                    <ns1:pt x="116" y="84"/>
                  </ns1:cubicBezTo>
                  <ns1:cubicBezTo>
                    <ns1:pt x="111" y="84"/>
                    <ns1:pt x="111" y="84"/>
                    <ns1:pt x="111" y="84"/>
                  </ns1:cubicBezTo>
                  <ns1:cubicBezTo>
                    <ns1:pt x="110" y="77"/>
                    <ns1:pt x="103" y="72"/>
                    <ns1:pt x="96" y="72"/>
                  </ns1:cubicBezTo>
                  <ns1:cubicBezTo>
                    <ns1:pt x="89" y="72"/>
                    <ns1:pt x="82" y="77"/>
                    <ns1:pt x="81" y="84"/>
                  </ns1:cubicBezTo>
                  <ns1:cubicBezTo>
                    <ns1:pt x="59" y="84"/>
                    <ns1:pt x="59" y="84"/>
                    <ns1:pt x="59" y="84"/>
                  </ns1:cubicBezTo>
                  <ns1:cubicBezTo>
                    <ns1:pt x="58" y="77"/>
                    <ns1:pt x="51" y="72"/>
                    <ns1:pt x="44" y="72"/>
                  </ns1:cubicBezTo>
                  <ns1:cubicBezTo>
                    <ns1:pt x="37" y="72"/>
                    <ns1:pt x="30" y="77"/>
                    <ns1:pt x="29" y="84"/>
                  </ns1:cubicBezTo>
                  <ns1:cubicBezTo>
                    <ns1:pt x="24" y="84"/>
                    <ns1:pt x="24" y="84"/>
                    <ns1:pt x="24" y="84"/>
                  </ns1:cubicBezTo>
                  <ns1:cubicBezTo>
                    <ns1:pt x="22" y="84"/>
                    <ns1:pt x="20" y="82"/>
                    <ns1:pt x="20" y="80"/>
                  </ns1:cubicBezTo>
                  <ns1:cubicBezTo>
                    <ns1:pt x="20" y="68"/>
                    <ns1:pt x="20" y="68"/>
                    <ns1:pt x="20" y="68"/>
                  </ns1:cubicBezTo>
                  <ns1:cubicBezTo>
                    <ns1:pt x="72" y="68"/>
                    <ns1:pt x="72" y="68"/>
                    <ns1:pt x="72" y="68"/>
                  </ns1:cubicBezTo>
                  <ns1:cubicBezTo>
                    <ns1:pt x="79" y="68"/>
                    <ns1:pt x="84" y="63"/>
                    <ns1:pt x="84" y="56"/>
                  </ns1:cubicBezTo>
                  <ns1:cubicBezTo>
                    <ns1:pt x="84" y="28"/>
                    <ns1:pt x="84" y="28"/>
                    <ns1:pt x="84" y="28"/>
                  </ns1:cubicBezTo>
                  <ns1:cubicBezTo>
                    <ns1:pt x="100" y="28"/>
                    <ns1:pt x="100" y="28"/>
                    <ns1:pt x="100" y="28"/>
                  </ns1:cubicBezTo>
                  <ns1:cubicBezTo>
                    <ns1:pt x="101" y="28"/>
                    <ns1:pt x="103" y="29"/>
                    <ns1:pt x="103" y="30"/>
                  </ns1:cubicBezTo>
                  <ns1:cubicBezTo>
                    <ns1:pt x="119" y="54"/>
                    <ns1:pt x="119" y="54"/>
                    <ns1:pt x="119" y="54"/>
                  </ns1:cubicBezTo>
                  <ns1:cubicBezTo>
                    <ns1:pt x="120" y="54"/>
                    <ns1:pt x="120" y="55"/>
                    <ns1:pt x="120" y="56"/>
                  </ns1:cubicBezTo>
                  <ns1:lnTo>
                    <ns1:pt x="120" y="80"/>
                  </ns1:lnTo>
                  <ns1:close/>
                </ns1:path>
              </ns1:pathLst>
            </ns1:custGeom>
            <ns1:grpFill/>
            <ns1:ln>
              <ns1:noFill/>
            </ns1:ln>
            <ns1:extLst>
              <ns1:ext uri="{91240B29-F687-4F45-9708-019B960494DF}">
                <ns2:hiddenLine w="9525">
                  <ns1:solidFill>
                    <ns1:srgbClr val="000000"/>
                  </ns1:solidFill>
                  <ns1:round/>
                  <ns1:headEnd/>
                  <ns1:tailEnd/>
                </ns2:hiddenLine>
              </ns1:ext>
            </ns1:extLst>
          </ns0:spPr>
          <ns0:txBody>
            <ns1:bodyPr vert="horz" wrap="square" lIns="91440" tIns="45720" rIns="91440" bIns="45720" numCol="1" anchor="t" anchorCtr="0" compatLnSpc="1">
              <ns1:prstTxWarp prst="textNoShape">
                <ns1:avLst/>
              </ns1:prstTxWarp>
            </ns1:bodyPr>
            <ns1:lstStyle/>
            <ns1:p>
              <ns1:endParaRPr lang="id-ID" sz="2700"/>
            </ns1:p>
          </ns0:txBody>
        </ns0:sp>
      </ns0:grpSp>
      <ns0:sp>
        <ns0:nvSpPr>
          <ns0:cNvPr id="133" name="Freeform 47"/>
          <ns0:cNvSpPr>
            <ns1:spLocks noEditPoints="1"/>
          </ns0:cNvSpPr>
          <ns0:nvPr/>
        </ns0:nvSpPr>
        <ns0:spPr bwMode="auto">
          <ns1:xfrm>
            <ns1:off x="5422544" y="3614859"/>
            <ns1:ext cx="400024" cy="400024"/>
          </ns1:xfrm>
          <ns1:custGeom>
            <ns1:avLst/>
            <ns1:gdLst>
              <ns1:gd name="T0" fmla="*/ 81 w 128"/>
              <ns1:gd name="T1" fmla="*/ 14 h 128"/>
              <ns1:gd name="T2" fmla="*/ 53 w 128"/>
              <ns1:gd name="T3" fmla="*/ 36 h 128"/>
              <ns1:gd name="T4" fmla="*/ 33 w 128"/>
              <ns1:gd name="T5" fmla="*/ 36 h 128"/>
              <ns1:gd name="T6" fmla="*/ 0 w 128"/>
              <ns1:gd name="T7" fmla="*/ 56 h 128"/>
              <ns1:gd name="T8" fmla="*/ 24 w 128"/>
              <ns1:gd name="T9" fmla="*/ 84 h 128"/>
              <ns1:gd name="T10" fmla="*/ 32 w 128"/>
              <ns1:gd name="T11" fmla="*/ 128 h 128"/>
              <ns1:gd name="T12" fmla="*/ 56 w 128"/>
              <ns1:gd name="T13" fmla="*/ 120 h 128"/>
              <ns1:gd name="T14" fmla="*/ 52 w 128"/>
              <ns1:gd name="T15" fmla="*/ 108 h 128"/>
              <ns1:gd name="T16" fmla="*/ 52 w 128"/>
              <ns1:gd name="T17" fmla="*/ 80 h 128"/>
              <ns1:gd name="T18" fmla="*/ 53 w 128"/>
              <ns1:gd name="T19" fmla="*/ 78 h 128"/>
              <ns1:gd name="T20" fmla="*/ 54 w 128"/>
              <ns1:gd name="T21" fmla="*/ 77 h 128"/>
              <ns1:gd name="T22" fmla="*/ 55 w 128"/>
              <ns1:gd name="T23" fmla="*/ 76 h 128"/>
              <ns1:gd name="T24" fmla="*/ 81 w 128"/>
              <ns1:gd name="T25" fmla="*/ 98 h 128"/>
              <ns1:gd name="T26" fmla="*/ 128 w 128"/>
              <ns1:gd name="T27" fmla="*/ 56 h 128"/>
              <ns1:gd name="T28" fmla="*/ 80 w 128"/>
              <ns1:gd name="T29" fmla="*/ 56 h 128"/>
              <ns1:gd name="T30" fmla="*/ 92 w 128"/>
              <ns1:gd name="T31" fmla="*/ 44 h 128"/>
              <ns1:gd name="T32" fmla="*/ 92 w 128"/>
              <ns1:gd name="T33" fmla="*/ 68 h 128"/>
              <ns1:gd name="T34" fmla="*/ 80 w 128"/>
              <ns1:gd name="T35" fmla="*/ 56 h 128"/>
              <ns1:gd name="T36" fmla="*/ 16 w 128"/>
              <ns1:gd name="T37" fmla="*/ 44 h 128"/>
              <ns1:gd name="T38" fmla="*/ 40 w 128"/>
              <ns1:gd name="T39" fmla="*/ 56 h 128"/>
              <ns1:gd name="T40" fmla="*/ 16 w 128"/>
              <ns1:gd name="T41" fmla="*/ 68 h 128"/>
              <ns1:gd name="T42" fmla="*/ 48 w 128"/>
              <ns1:gd name="T43" fmla="*/ 120 h 128"/>
              <ns1:gd name="T44" fmla="*/ 32 w 128"/>
              <ns1:gd name="T45" fmla="*/ 84 h 128"/>
              <ns1:gd name="T46" fmla="*/ 33 w 128"/>
              <ns1:gd name="T47" fmla="*/ 76 h 128"/>
              <ns1:gd name="T48" fmla="*/ 45 w 128"/>
              <ns1:gd name="T49" fmla="*/ 76 h 128"/>
              <ns1:gd name="T50" fmla="*/ 44 w 128"/>
              <ns1:gd name="T51" fmla="*/ 108 h 128"/>
              <ns1:gd name="T52" fmla="*/ 48 w 128"/>
              <ns1:gd name="T53" fmla="*/ 117 h 128"/>
              <ns1:gd name="T54" fmla="*/ 53 w 128"/>
              <ns1:gd name="T55" fmla="*/ 68 h 128"/>
              <ns1:gd name="T56" fmla="*/ 52 w 128"/>
              <ns1:gd name="T57" fmla="*/ 68 h 128"/>
              <ns1:gd name="T58" fmla="*/ 52 w 128"/>
              <ns1:gd name="T59" fmla="*/ 44 h 128"/>
              <ns1:gd name="T60" fmla="*/ 74 w 128"/>
              <ns1:gd name="T61" fmla="*/ 36 h 128"/>
              <ns1:gd name="T62" fmla="*/ 74 w 128"/>
              <ns1:gd name="T63" fmla="*/ 76 h 128"/>
              <ns1:gd name="T64" fmla="*/ 100 w 128"/>
              <ns1:gd name="T65" fmla="*/ 104 h 128"/>
              <ns1:gd name="T66" fmla="*/ 92 w 128"/>
              <ns1:gd name="T67" fmla="*/ 76 h 128"/>
              <ns1:gd name="T68" fmla="*/ 92 w 128"/>
              <ns1:gd name="T69" fmla="*/ 36 h 128"/>
              <ns1:gd name="T70" fmla="*/ 100 w 128"/>
              <ns1:gd name="T71" fmla="*/ 8 h 128"/>
              <ns1:gd name="T72" fmla="*/ 100 w 128"/>
              <ns1:gd name="T73" fmla="*/ 104 h 128"/>
            </ns1:gdLst>
            <ns1:ahLst/>
            <ns1:cxnLst>
              <ns1:cxn ang="0">
                <ns1:pos x="T0" y="T1"/>
              </ns1:cxn>
              <ns1:cxn ang="0">
                <ns1:pos x="T2" y="T3"/>
              </ns1:cxn>
              <ns1:cxn ang="0">
                <ns1:pos x="T4" y="T5"/>
              </ns1:cxn>
              <ns1:cxn ang="0">
                <ns1:pos x="T6" y="T7"/>
              </ns1:cxn>
              <ns1:cxn ang="0">
                <ns1:pos x="T8" y="T9"/>
              </ns1:cxn>
              <ns1:cxn ang="0">
                <ns1:pos x="T10" y="T11"/>
              </ns1:cxn>
              <ns1:cxn ang="0">
                <ns1:pos x="T12" y="T13"/>
              </ns1:cxn>
              <ns1:cxn ang="0">
                <ns1:pos x="T14" y="T15"/>
              </ns1:cxn>
              <ns1:cxn ang="0">
                <ns1:pos x="T16" y="T17"/>
              </ns1:cxn>
              <ns1:cxn ang="0">
                <ns1:pos x="T18" y="T19"/>
              </ns1:cxn>
              <ns1:cxn ang="0">
                <ns1:pos x="T20" y="T21"/>
              </ns1:cxn>
              <ns1:cxn ang="0">
                <ns1:pos x="T22" y="T23"/>
              </ns1:cxn>
              <ns1:cxn ang="0">
                <ns1:pos x="T24" y="T25"/>
              </ns1:cxn>
              <ns1:cxn ang="0">
                <ns1:pos x="T26" y="T27"/>
              </ns1:cxn>
              <ns1:cxn ang="0">
                <ns1:pos x="T28" y="T29"/>
              </ns1:cxn>
              <ns1:cxn ang="0">
                <ns1:pos x="T30" y="T31"/>
              </ns1:cxn>
              <ns1:cxn ang="0">
                <ns1:pos x="T32" y="T33"/>
              </ns1:cxn>
              <ns1:cxn ang="0">
                <ns1:pos x="T34" y="T35"/>
              </ns1:cxn>
              <ns1:cxn ang="0">
                <ns1:pos x="T36" y="T37"/>
              </ns1:cxn>
              <ns1:cxn ang="0">
                <ns1:pos x="T38" y="T39"/>
              </ns1:cxn>
              <ns1:cxn ang="0">
                <ns1:pos x="T40" y="T41"/>
              </ns1:cxn>
              <ns1:cxn ang="0">
                <ns1:pos x="T42" y="T43"/>
              </ns1:cxn>
              <ns1:cxn ang="0">
                <ns1:pos x="T44" y="T45"/>
              </ns1:cxn>
              <ns1:cxn ang="0">
                <ns1:pos x="T46" y="T47"/>
              </ns1:cxn>
              <ns1:cxn ang="0">
                <ns1:pos x="T48" y="T49"/>
              </ns1:cxn>
              <ns1:cxn ang="0">
                <ns1:pos x="T50" y="T51"/>
              </ns1:cxn>
              <ns1:cxn ang="0">
                <ns1:pos x="T52" y="T53"/>
              </ns1:cxn>
              <ns1:cxn ang="0">
                <ns1:pos x="T54" y="T55"/>
              </ns1:cxn>
              <ns1:cxn ang="0">
                <ns1:pos x="T56" y="T57"/>
              </ns1:cxn>
              <ns1:cxn ang="0">
                <ns1:pos x="T58" y="T59"/>
              </ns1:cxn>
              <ns1:cxn ang="0">
                <ns1:pos x="T60" y="T61"/>
              </ns1:cxn>
              <ns1:cxn ang="0">
                <ns1:pos x="T62" y="T63"/>
              </ns1:cxn>
              <ns1:cxn ang="0">
                <ns1:pos x="T64" y="T65"/>
              </ns1:cxn>
              <ns1:cxn ang="0">
                <ns1:pos x="T66" y="T67"/>
              </ns1:cxn>
              <ns1:cxn ang="0">
                <ns1:pos x="T68" y="T69"/>
              </ns1:cxn>
              <ns1:cxn ang="0">
                <ns1:pos x="T70" y="T71"/>
              </ns1:cxn>
              <ns1:cxn ang="0">
                <ns1:pos x="T72" y="T73"/>
              </ns1:cxn>
            </ns1:cxnLst>
            <ns1:rect l="0" t="0" r="r" b="b"/>
            <ns1:pathLst>
              <ns1:path w="128" h="128">
                <ns1:moveTo>
                  <ns1:pt x="100" y="0"/>
                </ns1:moveTo>
                <ns1:cubicBezTo>
                  <ns1:pt x="92" y="0"/>
                  <ns1:pt x="85" y="6"/>
                  <ns1:pt x="81" y="14"/>
                </ns1:cubicBezTo>
                <ns1:cubicBezTo>
                  <ns1:pt x="81" y="14"/>
                  <ns1:pt x="81" y="14"/>
                  <ns1:pt x="81" y="14"/>
                </ns1:cubicBezTo>
                <ns1:cubicBezTo>
                  <ns1:pt x="74" y="27"/>
                  <ns1:pt x="64" y="36"/>
                  <ns1:pt x="53" y="36"/>
                </ns1:cubicBezTo>
                <ns1:cubicBezTo>
                  <ns1:pt x="50" y="36"/>
                  <ns1:pt x="50" y="36"/>
                  <ns1:pt x="50" y="36"/>
                </ns1:cubicBezTo>
                <ns1:cubicBezTo>
                  <ns1:pt x="33" y="36"/>
                  <ns1:pt x="33" y="36"/>
                  <ns1:pt x="33" y="36"/>
                </ns1:cubicBezTo>
                <ns1:cubicBezTo>
                  <ns1:pt x="16" y="36"/>
                  <ns1:pt x="16" y="36"/>
                  <ns1:pt x="16" y="36"/>
                </ns1:cubicBezTo>
                <ns1:cubicBezTo>
                  <ns1:pt x="7" y="36"/>
                  <ns1:pt x="0" y="45"/>
                  <ns1:pt x="0" y="56"/>
                </ns1:cubicBezTo>
                <ns1:cubicBezTo>
                  <ns1:pt x="0" y="67"/>
                  <ns1:pt x="7" y="76"/>
                  <ns1:pt x="16" y="76"/>
                </ns1:cubicBezTo>
                <ns1:cubicBezTo>
                  <ns1:pt x="20" y="76"/>
                  <ns1:pt x="24" y="80"/>
                  <ns1:pt x="24" y="84"/>
                </ns1:cubicBezTo>
                <ns1:cubicBezTo>
                  <ns1:pt x="24" y="120"/>
                  <ns1:pt x="24" y="120"/>
                  <ns1:pt x="24" y="120"/>
                </ns1:cubicBezTo>
                <ns1:cubicBezTo>
                  <ns1:pt x="24" y="124"/>
                  <ns1:pt x="28" y="128"/>
                  <ns1:pt x="32" y="128"/>
                </ns1:cubicBezTo>
                <ns1:cubicBezTo>
                  <ns1:pt x="48" y="128"/>
                  <ns1:pt x="48" y="128"/>
                  <ns1:pt x="48" y="128"/>
                </ns1:cubicBezTo>
                <ns1:cubicBezTo>
                  <ns1:pt x="52" y="128"/>
                  <ns1:pt x="56" y="124"/>
                  <ns1:pt x="56" y="120"/>
                </ns1:cubicBezTo>
                <ns1:cubicBezTo>
                  <ns1:pt x="56" y="116"/>
                  <ns1:pt x="56" y="116"/>
                  <ns1:pt x="56" y="116"/>
                </ns1:cubicBezTo>
                <ns1:cubicBezTo>
                  <ns1:pt x="56" y="112"/>
                  <ns1:pt x="52" y="110"/>
                  <ns1:pt x="52" y="108"/>
                </ns1:cubicBezTo>
                <ns1:cubicBezTo>
                  <ns1:pt x="52" y="80"/>
                  <ns1:pt x="52" y="80"/>
                  <ns1:pt x="52" y="80"/>
                </ns1:cubicBezTo>
                <ns1:cubicBezTo>
                  <ns1:pt x="52" y="80"/>
                  <ns1:pt x="52" y="80"/>
                  <ns1:pt x="52" y="80"/>
                </ns1:cubicBezTo>
                <ns1:cubicBezTo>
                  <ns1:pt x="52" y="79"/>
                  <ns1:pt x="52" y="79"/>
                  <ns1:pt x="53" y="78"/>
                </ns1:cubicBezTo>
                <ns1:cubicBezTo>
                  <ns1:pt x="53" y="78"/>
                  <ns1:pt x="53" y="78"/>
                  <ns1:pt x="53" y="78"/>
                </ns1:cubicBezTo>
                <ns1:cubicBezTo>
                  <ns1:pt x="53" y="77"/>
                  <ns1:pt x="53" y="77"/>
                  <ns1:pt x="54" y="77"/>
                </ns1:cubicBezTo>
                <ns1:cubicBezTo>
                  <ns1:pt x="54" y="77"/>
                  <ns1:pt x="54" y="77"/>
                  <ns1:pt x="54" y="77"/>
                </ns1:cubicBezTo>
                <ns1:cubicBezTo>
                  <ns1:pt x="54" y="77"/>
                  <ns1:pt x="54" y="77"/>
                  <ns1:pt x="54" y="77"/>
                </ns1:cubicBezTo>
                <ns1:cubicBezTo>
                  <ns1:pt x="54" y="76"/>
                  <ns1:pt x="55" y="76"/>
                  <ns1:pt x="55" y="76"/>
                </ns1:cubicBezTo>
                <ns1:cubicBezTo>
                  <ns1:pt x="65" y="77"/>
                  <ns1:pt x="74" y="85"/>
                  <ns1:pt x="81" y="98"/>
                </ns1:cubicBezTo>
                <ns1:cubicBezTo>
                  <ns1:pt x="81" y="98"/>
                  <ns1:pt x="81" y="98"/>
                  <ns1:pt x="81" y="98"/>
                </ns1:cubicBezTo>
                <ns1:cubicBezTo>
                  <ns1:pt x="85" y="106"/>
                  <ns1:pt x="92" y="112"/>
                  <ns1:pt x="100" y="112"/>
                </ns1:cubicBezTo>
                <ns1:cubicBezTo>
                  <ns1:pt x="118" y="112"/>
                  <ns1:pt x="128" y="84"/>
                  <ns1:pt x="128" y="56"/>
                </ns1:cubicBezTo>
                <ns1:cubicBezTo>
                  <ns1:pt x="128" y="28"/>
                  <ns1:pt x="118" y="0"/>
                  <ns1:pt x="100" y="0"/>
                </ns1:cubicBezTo>
                <ns1:close/>
                <ns1:moveTo>
                  <ns1:pt x="80" y="56"/>
                </ns1:moveTo>
                <ns1:cubicBezTo>
                  <ns1:pt x="80" y="52"/>
                  <ns1:pt x="80" y="48"/>
                  <ns1:pt x="81" y="44"/>
                </ns1:cubicBezTo>
                <ns1:cubicBezTo>
                  <ns1:pt x="92" y="44"/>
                  <ns1:pt x="92" y="44"/>
                  <ns1:pt x="92" y="44"/>
                </ns1:cubicBezTo>
                <ns1:cubicBezTo>
                  <ns1:pt x="96" y="44"/>
                  <ns1:pt x="100" y="49"/>
                  <ns1:pt x="100" y="56"/>
                </ns1:cubicBezTo>
                <ns1:cubicBezTo>
                  <ns1:pt x="100" y="63"/>
                  <ns1:pt x="96" y="68"/>
                  <ns1:pt x="92" y="68"/>
                </ns1:cubicBezTo>
                <ns1:cubicBezTo>
                  <ns1:pt x="81" y="68"/>
                  <ns1:pt x="81" y="68"/>
                  <ns1:pt x="81" y="68"/>
                </ns1:cubicBezTo>
                <ns1:cubicBezTo>
                  <ns1:pt x="80" y="64"/>
                  <ns1:pt x="80" y="60"/>
                  <ns1:pt x="80" y="56"/>
                </ns1:cubicBezTo>
                <ns1:close/>
                <ns1:moveTo>
                  <ns1:pt x="8" y="56"/>
                </ns1:moveTo>
                <ns1:cubicBezTo>
                  <ns1:pt x="8" y="49"/>
                  <ns1:pt x="12" y="44"/>
                  <ns1:pt x="16" y="44"/>
                </ns1:cubicBezTo>
                <ns1:cubicBezTo>
                  <ns1:pt x="44" y="44"/>
                  <ns1:pt x="44" y="44"/>
                  <ns1:pt x="44" y="44"/>
                </ns1:cubicBezTo>
                <ns1:cubicBezTo>
                  <ns1:pt x="42" y="47"/>
                  <ns1:pt x="40" y="51"/>
                  <ns1:pt x="40" y="56"/>
                </ns1:cubicBezTo>
                <ns1:cubicBezTo>
                  <ns1:pt x="40" y="61"/>
                  <ns1:pt x="42" y="65"/>
                  <ns1:pt x="44" y="68"/>
                </ns1:cubicBezTo>
                <ns1:cubicBezTo>
                  <ns1:pt x="16" y="68"/>
                  <ns1:pt x="16" y="68"/>
                  <ns1:pt x="16" y="68"/>
                </ns1:cubicBezTo>
                <ns1:cubicBezTo>
                  <ns1:pt x="12" y="68"/>
                  <ns1:pt x="8" y="63"/>
                  <ns1:pt x="8" y="56"/>
                </ns1:cubicBezTo>
                <ns1:close/>
                <ns1:moveTo>
                  <ns1:pt x="48" y="120"/>
                </ns1:moveTo>
                <ns1:cubicBezTo>
                  <ns1:pt x="32" y="120"/>
                  <ns1:pt x="32" y="120"/>
                  <ns1:pt x="32" y="120"/>
                </ns1:cubicBezTo>
                <ns1:cubicBezTo>
                  <ns1:pt x="32" y="84"/>
                  <ns1:pt x="32" y="84"/>
                  <ns1:pt x="32" y="84"/>
                </ns1:cubicBezTo>
                <ns1:cubicBezTo>
                  <ns1:pt x="32" y="81"/>
                  <ns1:pt x="31" y="78"/>
                  <ns1:pt x="30" y="76"/>
                </ns1:cubicBezTo>
                <ns1:cubicBezTo>
                  <ns1:pt x="33" y="76"/>
                  <ns1:pt x="33" y="76"/>
                  <ns1:pt x="33" y="76"/>
                </ns1:cubicBezTo>
                <ns1:cubicBezTo>
                  <ns1:pt x="33" y="76"/>
                  <ns1:pt x="33" y="76"/>
                  <ns1:pt x="33" y="76"/>
                </ns1:cubicBezTo>
                <ns1:cubicBezTo>
                  <ns1:pt x="45" y="76"/>
                  <ns1:pt x="45" y="76"/>
                  <ns1:pt x="45" y="76"/>
                </ns1:cubicBezTo>
                <ns1:cubicBezTo>
                  <ns1:pt x="44" y="77"/>
                  <ns1:pt x="44" y="79"/>
                  <ns1:pt x="44" y="80"/>
                </ns1:cubicBezTo>
                <ns1:cubicBezTo>
                  <ns1:pt x="44" y="108"/>
                  <ns1:pt x="44" y="108"/>
                  <ns1:pt x="44" y="108"/>
                </ns1:cubicBezTo>
                <ns1:cubicBezTo>
                  <ns1:pt x="44" y="112"/>
                  <ns1:pt x="46" y="114"/>
                  <ns1:pt x="47" y="116"/>
                </ns1:cubicBezTo>
                <ns1:cubicBezTo>
                  <ns1:pt x="48" y="116"/>
                  <ns1:pt x="48" y="116"/>
                  <ns1:pt x="48" y="117"/>
                </ns1:cubicBezTo>
                <ns1:lnTo>
                  <ns1:pt x="48" y="120"/>
                </ns1:lnTo>
                <ns1:close/>
                <ns1:moveTo>
                  <ns1:pt x="53" y="68"/>
                </ns1:moveTo>
                <ns1:cubicBezTo>
                  <ns1:pt x="52" y="68"/>
                  <ns1:pt x="52" y="68"/>
                  <ns1:pt x="52" y="68"/>
                </ns1:cubicBezTo>
                <ns1:cubicBezTo>
                  <ns1:pt x="52" y="68"/>
                  <ns1:pt x="52" y="68"/>
                  <ns1:pt x="52" y="68"/>
                </ns1:cubicBezTo>
                <ns1:cubicBezTo>
                  <ns1:pt x="48" y="68"/>
                  <ns1:pt x="44" y="63"/>
                  <ns1:pt x="44" y="56"/>
                </ns1:cubicBezTo>
                <ns1:cubicBezTo>
                  <ns1:pt x="44" y="49"/>
                  <ns1:pt x="48" y="44"/>
                  <ns1:pt x="52" y="44"/>
                </ns1:cubicBezTo>
                <ns1:cubicBezTo>
                  <ns1:pt x="53" y="44"/>
                  <ns1:pt x="53" y="44"/>
                  <ns1:pt x="53" y="44"/>
                </ns1:cubicBezTo>
                <ns1:cubicBezTo>
                  <ns1:pt x="60" y="44"/>
                  <ns1:pt x="68" y="41"/>
                  <ns1:pt x="74" y="36"/>
                </ns1:cubicBezTo>
                <ns1:cubicBezTo>
                  <ns1:pt x="73" y="42"/>
                  <ns1:pt x="72" y="49"/>
                  <ns1:pt x="72" y="56"/>
                </ns1:cubicBezTo>
                <ns1:cubicBezTo>
                  <ns1:pt x="72" y="63"/>
                  <ns1:pt x="73" y="70"/>
                  <ns1:pt x="74" y="76"/>
                </ns1:cubicBezTo>
                <ns1:cubicBezTo>
                  <ns1:pt x="68" y="71"/>
                  <ns1:pt x="60" y="68"/>
                  <ns1:pt x="53" y="68"/>
                </ns1:cubicBezTo>
                <ns1:close/>
                <ns1:moveTo>
                  <ns1:pt x="100" y="104"/>
                </ns1:moveTo>
                <ns1:cubicBezTo>
                  <ns1:pt x="92" y="104"/>
                  <ns1:pt x="85" y="93"/>
                  <ns1:pt x="82" y="76"/>
                </ns1:cubicBezTo>
                <ns1:cubicBezTo>
                  <ns1:pt x="92" y="76"/>
                  <ns1:pt x="92" y="76"/>
                  <ns1:pt x="92" y="76"/>
                </ns1:cubicBezTo>
                <ns1:cubicBezTo>
                  <ns1:pt x="101" y="76"/>
                  <ns1:pt x="108" y="67"/>
                  <ns1:pt x="108" y="56"/>
                </ns1:cubicBezTo>
                <ns1:cubicBezTo>
                  <ns1:pt x="108" y="45"/>
                  <ns1:pt x="101" y="36"/>
                  <ns1:pt x="92" y="36"/>
                </ns1:cubicBezTo>
                <ns1:cubicBezTo>
                  <ns1:pt x="82" y="36"/>
                  <ns1:pt x="82" y="36"/>
                  <ns1:pt x="82" y="36"/>
                </ns1:cubicBezTo>
                <ns1:cubicBezTo>
                  <ns1:pt x="85" y="19"/>
                  <ns1:pt x="92" y="8"/>
                  <ns1:pt x="100" y="8"/>
                </ns1:cubicBezTo>
                <ns1:cubicBezTo>
                  <ns1:pt x="111" y="8"/>
                  <ns1:pt x="120" y="29"/>
                  <ns1:pt x="120" y="56"/>
                </ns1:cubicBezTo>
                <ns1:cubicBezTo>
                  <ns1:pt x="120" y="83"/>
                  <ns1:pt x="111" y="104"/>
                  <ns1:pt x="100" y="104"/>
                </ns1:cubicBezTo>
                <ns1:close/>
              </ns1:path>
            </ns1:pathLst>
          </ns1:custGeom>
          <ns1:solidFill>
            <ns1:schemeClr val="tx1"/>
          </ns1:solidFill>
          <ns1:ln>
            <ns1:noFill/>
          </ns1:ln>
          <ns1:extLst/>
        </ns0:spPr>
        <ns0:txBody>
          <ns1:bodyPr vert="horz" wrap="square" lIns="91440" tIns="45720" rIns="91440" bIns="45720" numCol="1" anchor="t" anchorCtr="0" compatLnSpc="1">
            <ns1:prstTxWarp prst="textNoShape">
              <ns1:avLst/>
            </ns1:prstTxWarp>
          </ns1:bodyPr>
          <ns1:lstStyle/>
          <ns1:p>
            <ns1:endParaRPr lang="id-ID" sz="2700"/>
          </ns1:p>
        </ns0:txBody>
      </ns0:sp>
      <ns0:grpSp>
        <ns0:nvGrpSpPr>
          <ns0:cNvPr id="134" name="Group 133"/>
          <ns0:cNvGrpSpPr/>
          <ns0:nvPr/>
        </ns0:nvGrpSpPr>
        <ns0:grpSpPr>
          <ns1:xfrm>
            <ns1:off x="1262246" y="1983398"/>
            <ns1:ext cx="411732" cy="405933"/>
            <ns1:chOff x="9934575" y="-392112"/>
            <ns1:chExt cx="450850" cy="444500"/>
          </ns1:xfrm>
          <ns1:solidFill>
            <ns1:schemeClr val="tx1"/>
          </ns1:solidFill>
        </ns0:grpSpPr>
        <ns0:sp>
          <ns0:nvSpPr>
            <ns0:cNvPr id="135" name="Freeform 5"/>
            <ns0:cNvSpPr>
              <ns1:spLocks noEditPoints="1"/>
            </ns0:cNvSpPr>
            <ns0:nvPr/>
          </ns0:nvSpPr>
          <ns0:spPr bwMode="auto">
            <ns1:xfrm>
              <ns1:off x="9934575" y="-392112"/>
              <ns1:ext cx="450850" cy="444500"/>
            </ns1:xfrm>
            <ns1:custGeom>
              <ns1:avLst/>
              <ns1:gdLst>
                <ns1:gd name="T0" fmla="*/ 111 w 120"/>
                <ns1:gd name="T1" fmla="*/ 0 h 118"/>
                <ns1:gd name="T2" fmla="*/ 9 w 120"/>
                <ns1:gd name="T3" fmla="*/ 0 h 118"/>
                <ns1:gd name="T4" fmla="*/ 0 w 120"/>
                <ns1:gd name="T5" fmla="*/ 9 h 118"/>
                <ns1:gd name="T6" fmla="*/ 0 w 120"/>
                <ns1:gd name="T7" fmla="*/ 103 h 118"/>
                <ns1:gd name="T8" fmla="*/ 9 w 120"/>
                <ns1:gd name="T9" fmla="*/ 112 h 118"/>
                <ns1:gd name="T10" fmla="*/ 16 w 120"/>
                <ns1:gd name="T11" fmla="*/ 112 h 118"/>
                <ns1:gd name="T12" fmla="*/ 16 w 120"/>
                <ns1:gd name="T13" fmla="*/ 112 h 118"/>
                <ns1:gd name="T14" fmla="*/ 22 w 120"/>
                <ns1:gd name="T15" fmla="*/ 118 h 118"/>
                <ns1:gd name="T16" fmla="*/ 28 w 120"/>
                <ns1:gd name="T17" fmla="*/ 112 h 118"/>
                <ns1:gd name="T18" fmla="*/ 28 w 120"/>
                <ns1:gd name="T19" fmla="*/ 112 h 118"/>
                <ns1:gd name="T20" fmla="*/ 92 w 120"/>
                <ns1:gd name="T21" fmla="*/ 112 h 118"/>
                <ns1:gd name="T22" fmla="*/ 92 w 120"/>
                <ns1:gd name="T23" fmla="*/ 112 h 118"/>
                <ns1:gd name="T24" fmla="*/ 98 w 120"/>
                <ns1:gd name="T25" fmla="*/ 118 h 118"/>
                <ns1:gd name="T26" fmla="*/ 104 w 120"/>
                <ns1:gd name="T27" fmla="*/ 112 h 118"/>
                <ns1:gd name="T28" fmla="*/ 104 w 120"/>
                <ns1:gd name="T29" fmla="*/ 112 h 118"/>
                <ns1:gd name="T30" fmla="*/ 111 w 120"/>
                <ns1:gd name="T31" fmla="*/ 112 h 118"/>
                <ns1:gd name="T32" fmla="*/ 120 w 120"/>
                <ns1:gd name="T33" fmla="*/ 103 h 118"/>
                <ns1:gd name="T34" fmla="*/ 120 w 120"/>
                <ns1:gd name="T35" fmla="*/ 9 h 118"/>
                <ns1:gd name="T36" fmla="*/ 111 w 120"/>
                <ns1:gd name="T37" fmla="*/ 0 h 118"/>
                <ns1:gd name="T38" fmla="*/ 112 w 120"/>
                <ns1:gd name="T39" fmla="*/ 103 h 118"/>
                <ns1:gd name="T40" fmla="*/ 111 w 120"/>
                <ns1:gd name="T41" fmla="*/ 104 h 118"/>
                <ns1:gd name="T42" fmla="*/ 9 w 120"/>
                <ns1:gd name="T43" fmla="*/ 104 h 118"/>
                <ns1:gd name="T44" fmla="*/ 8 w 120"/>
                <ns1:gd name="T45" fmla="*/ 103 h 118"/>
                <ns1:gd name="T46" fmla="*/ 8 w 120"/>
                <ns1:gd name="T47" fmla="*/ 9 h 118"/>
                <ns1:gd name="T48" fmla="*/ 9 w 120"/>
                <ns1:gd name="T49" fmla="*/ 8 h 118"/>
                <ns1:gd name="T50" fmla="*/ 111 w 120"/>
                <ns1:gd name="T51" fmla="*/ 8 h 118"/>
                <ns1:gd name="T52" fmla="*/ 112 w 120"/>
                <ns1:gd name="T53" fmla="*/ 9 h 118"/>
                <ns1:gd name="T54" fmla="*/ 112 w 120"/>
                <ns1:gd name="T55" fmla="*/ 103 h 118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  <ns1:cxn ang="0">
                  <ns1:pos x="T14" y="T15"/>
                </ns1:cxn>
                <ns1:cxn ang="0">
                  <ns1:pos x="T16" y="T17"/>
                </ns1:cxn>
                <ns1:cxn ang="0">
                  <ns1:pos x="T18" y="T19"/>
                </ns1:cxn>
                <ns1:cxn ang="0">
                  <ns1:pos x="T20" y="T21"/>
                </ns1:cxn>
                <ns1:cxn ang="0">
                  <ns1:pos x="T22" y="T23"/>
                </ns1:cxn>
                <ns1:cxn ang="0">
                  <ns1:pos x="T24" y="T25"/>
                </ns1:cxn>
                <ns1:cxn ang="0">
                  <ns1:pos x="T26" y="T27"/>
                </ns1:cxn>
                <ns1:cxn ang="0">
                  <ns1:pos x="T28" y="T29"/>
                </ns1:cxn>
                <ns1:cxn ang="0">
                  <ns1:pos x="T30" y="T31"/>
                </ns1:cxn>
                <ns1:cxn ang="0">
                  <ns1:pos x="T32" y="T33"/>
                </ns1:cxn>
                <ns1:cxn ang="0">
                  <ns1:pos x="T34" y="T35"/>
                </ns1:cxn>
                <ns1:cxn ang="0">
                  <ns1:pos x="T36" y="T37"/>
                </ns1:cxn>
                <ns1:cxn ang="0">
                  <ns1:pos x="T38" y="T39"/>
                </ns1:cxn>
                <ns1:cxn ang="0">
                  <ns1:pos x="T40" y="T41"/>
                </ns1:cxn>
                <ns1:cxn ang="0">
                  <ns1:pos x="T42" y="T43"/>
                </ns1:cxn>
                <ns1:cxn ang="0">
                  <ns1:pos x="T44" y="T45"/>
                </ns1:cxn>
                <ns1:cxn ang="0">
                  <ns1:pos x="T46" y="T47"/>
                </ns1:cxn>
                <ns1:cxn ang="0">
                  <ns1:pos x="T48" y="T49"/>
                </ns1:cxn>
                <ns1:cxn ang="0">
                  <ns1:pos x="T50" y="T51"/>
                </ns1:cxn>
                <ns1:cxn ang="0">
                  <ns1:pos x="T52" y="T53"/>
                </ns1:cxn>
                <ns1:cxn ang="0">
                  <ns1:pos x="T54" y="T55"/>
                </ns1:cxn>
              </ns1:cxnLst>
              <ns1:rect l="0" t="0" r="r" b="b"/>
              <ns1:pathLst>
                <ns1:path w="120" h="118">
                  <ns1:moveTo>
                    <ns1:pt x="111" y="0"/>
                  </ns1:moveTo>
                  <ns1:cubicBezTo>
                    <ns1:pt x="9" y="0"/>
                    <ns1:pt x="9" y="0"/>
                    <ns1:pt x="9" y="0"/>
                  </ns1:cubicBezTo>
                  <ns1:cubicBezTo>
                    <ns1:pt x="4" y="0"/>
                    <ns1:pt x="0" y="4"/>
                    <ns1:pt x="0" y="9"/>
                  </ns1:cubicBezTo>
                  <ns1:cubicBezTo>
                    <ns1:pt x="0" y="103"/>
                    <ns1:pt x="0" y="103"/>
                    <ns1:pt x="0" y="103"/>
                  </ns1:cubicBezTo>
                  <ns1:cubicBezTo>
                    <ns1:pt x="0" y="108"/>
                    <ns1:pt x="4" y="112"/>
                    <ns1:pt x="9" y="112"/>
                  </ns1:cubicBezTo>
                  <ns1:cubicBezTo>
                    <ns1:pt x="16" y="112"/>
                    <ns1:pt x="16" y="112"/>
                    <ns1:pt x="16" y="112"/>
                  </ns1:cubicBezTo>
                  <ns1:cubicBezTo>
                    <ns1:pt x="16" y="112"/>
                    <ns1:pt x="16" y="112"/>
                    <ns1:pt x="16" y="112"/>
                  </ns1:cubicBezTo>
                  <ns1:cubicBezTo>
                    <ns1:pt x="16" y="115"/>
                    <ns1:pt x="19" y="118"/>
                    <ns1:pt x="22" y="118"/>
                  </ns1:cubicBezTo>
                  <ns1:cubicBezTo>
                    <ns1:pt x="25" y="118"/>
                    <ns1:pt x="28" y="115"/>
                    <ns1:pt x="28" y="112"/>
                  </ns1:cubicBezTo>
                  <ns1:cubicBezTo>
                    <ns1:pt x="28" y="112"/>
                    <ns1:pt x="28" y="112"/>
                    <ns1:pt x="28" y="112"/>
                  </ns1:cubicBezTo>
                  <ns1:cubicBezTo>
                    <ns1:pt x="92" y="112"/>
                    <ns1:pt x="92" y="112"/>
                    <ns1:pt x="92" y="112"/>
                  </ns1:cubicBezTo>
                  <ns1:cubicBezTo>
                    <ns1:pt x="92" y="112"/>
                    <ns1:pt x="92" y="112"/>
                    <ns1:pt x="92" y="112"/>
                  </ns1:cubicBezTo>
                  <ns1:cubicBezTo>
                    <ns1:pt x="92" y="115"/>
                    <ns1:pt x="95" y="118"/>
                    <ns1:pt x="98" y="118"/>
                  </ns1:cubicBezTo>
                  <ns1:cubicBezTo>
                    <ns1:pt x="101" y="118"/>
                    <ns1:pt x="104" y="115"/>
                    <ns1:pt x="104" y="112"/>
                  </ns1:cubicBezTo>
                  <ns1:cubicBezTo>
                    <ns1:pt x="104" y="112"/>
                    <ns1:pt x="104" y="112"/>
                    <ns1:pt x="104" y="112"/>
                  </ns1:cubicBezTo>
                  <ns1:cubicBezTo>
                    <ns1:pt x="111" y="112"/>
                    <ns1:pt x="111" y="112"/>
                    <ns1:pt x="111" y="112"/>
                  </ns1:cubicBezTo>
                  <ns1:cubicBezTo>
                    <ns1:pt x="116" y="112"/>
                    <ns1:pt x="120" y="108"/>
                    <ns1:pt x="120" y="103"/>
                  </ns1:cubicBezTo>
                  <ns1:cubicBezTo>
                    <ns1:pt x="120" y="9"/>
                    <ns1:pt x="120" y="9"/>
                    <ns1:pt x="120" y="9"/>
                  </ns1:cubicBezTo>
                  <ns1:cubicBezTo>
                    <ns1:pt x="120" y="4"/>
                    <ns1:pt x="116" y="0"/>
                    <ns1:pt x="111" y="0"/>
                  </ns1:cubicBezTo>
                  <ns1:close/>
                  <ns1:moveTo>
                    <ns1:pt x="112" y="103"/>
                  </ns1:moveTo>
                  <ns1:cubicBezTo>
                    <ns1:pt x="112" y="104"/>
                    <ns1:pt x="112" y="104"/>
                    <ns1:pt x="111" y="104"/>
                  </ns1:cubicBezTo>
                  <ns1:cubicBezTo>
                    <ns1:pt x="9" y="104"/>
                    <ns1:pt x="9" y="104"/>
                    <ns1:pt x="9" y="104"/>
                  </ns1:cubicBezTo>
                  <ns1:cubicBezTo>
                    <ns1:pt x="8" y="104"/>
                    <ns1:pt x="8" y="104"/>
                    <ns1:pt x="8" y="103"/>
                  </ns1:cubicBezTo>
                  <ns1:cubicBezTo>
                    <ns1:pt x="8" y="9"/>
                    <ns1:pt x="8" y="9"/>
                    <ns1:pt x="8" y="9"/>
                  </ns1:cubicBezTo>
                  <ns1:cubicBezTo>
                    <ns1:pt x="8" y="8"/>
                    <ns1:pt x="8" y="8"/>
                    <ns1:pt x="9" y="8"/>
                  </ns1:cubicBezTo>
                  <ns1:cubicBezTo>
                    <ns1:pt x="111" y="8"/>
                    <ns1:pt x="111" y="8"/>
                    <ns1:pt x="111" y="8"/>
                  </ns1:cubicBezTo>
                  <ns1:cubicBezTo>
                    <ns1:pt x="112" y="8"/>
                    <ns1:pt x="112" y="8"/>
                    <ns1:pt x="112" y="9"/>
                  </ns1:cubicBezTo>
                  <ns1:lnTo>
                    <ns1:pt x="112" y="103"/>
                  </ns1:lnTo>
                  <ns1:close/>
                </ns1:path>
              </ns1:pathLst>
            </ns1:custGeom>
            <ns1:grpFill/>
            <ns1:ln>
              <ns1:noFill/>
            </ns1:ln>
            <ns1:extLst>
              <ns1:ext uri="{91240B29-F687-4F45-9708-019B960494DF}">
                <ns2:hiddenLine w="9525">
                  <ns1:solidFill>
                    <ns1:srgbClr val="000000"/>
                  </ns1:solidFill>
                  <ns1:round/>
                  <ns1:headEnd/>
                  <ns1:tailEnd/>
                </ns2:hiddenLine>
              </ns1:ext>
            </ns1:extLst>
          </ns0:spPr>
          <ns0:txBody>
            <ns1:bodyPr vert="horz" wrap="square" lIns="91440" tIns="45720" rIns="91440" bIns="45720" numCol="1" anchor="t" anchorCtr="0" compatLnSpc="1">
              <ns1:prstTxWarp prst="textNoShape">
                <ns1:avLst/>
              </ns1:prstTxWarp>
            </ns1:bodyPr>
            <ns1:lstStyle/>
            <ns1:p>
              <ns1:endParaRPr lang="id-ID" sz="2700"/>
            </ns1:p>
          </ns0:txBody>
        </ns0:sp>
        <ns0:sp>
          <ns0:nvSpPr>
            <ns0:cNvPr id="136" name="Freeform 6"/>
            <ns0:cNvSpPr>
              <ns1:spLocks noEditPoints="1"/>
            </ns0:cNvSpPr>
            <ns0:nvPr/>
          </ns0:nvSpPr>
          <ns0:spPr bwMode="auto">
            <ns1:xfrm>
              <ns1:off x="10061575" y="-279400"/>
              <ns1:ext cx="195263" cy="196850"/>
            </ns1:xfrm>
            <ns1:custGeom>
              <ns1:avLst/>
              <ns1:gdLst>
                <ns1:gd name="T0" fmla="*/ 26 w 52"/>
                <ns1:gd name="T1" fmla="*/ 0 h 52"/>
                <ns1:gd name="T2" fmla="*/ 0 w 52"/>
                <ns1:gd name="T3" fmla="*/ 26 h 52"/>
                <ns1:gd name="T4" fmla="*/ 26 w 52"/>
                <ns1:gd name="T5" fmla="*/ 52 h 52"/>
                <ns1:gd name="T6" fmla="*/ 52 w 52"/>
                <ns1:gd name="T7" fmla="*/ 26 h 52"/>
                <ns1:gd name="T8" fmla="*/ 26 w 52"/>
                <ns1:gd name="T9" fmla="*/ 0 h 52"/>
                <ns1:gd name="T10" fmla="*/ 26 w 52"/>
                <ns1:gd name="T11" fmla="*/ 48 h 52"/>
                <ns1:gd name="T12" fmla="*/ 4 w 52"/>
                <ns1:gd name="T13" fmla="*/ 26 h 52"/>
                <ns1:gd name="T14" fmla="*/ 26 w 52"/>
                <ns1:gd name="T15" fmla="*/ 4 h 52"/>
                <ns1:gd name="T16" fmla="*/ 48 w 52"/>
                <ns1:gd name="T17" fmla="*/ 26 h 52"/>
                <ns1:gd name="T18" fmla="*/ 26 w 52"/>
                <ns1:gd name="T19" fmla="*/ 48 h 52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  <ns1:cxn ang="0">
                  <ns1:pos x="T14" y="T15"/>
                </ns1:cxn>
                <ns1:cxn ang="0">
                  <ns1:pos x="T16" y="T17"/>
                </ns1:cxn>
                <ns1:cxn ang="0">
                  <ns1:pos x="T18" y="T19"/>
                </ns1:cxn>
              </ns1:cxnLst>
              <ns1:rect l="0" t="0" r="r" b="b"/>
              <ns1:pathLst>
                <ns1:path w="52" h="52">
                  <ns1:moveTo>
                    <ns1:pt x="26" y="0"/>
                  </ns1:moveTo>
                  <ns1:cubicBezTo>
                    <ns1:pt x="12" y="0"/>
                    <ns1:pt x="0" y="12"/>
                    <ns1:pt x="0" y="26"/>
                  </ns1:cubicBezTo>
                  <ns1:cubicBezTo>
                    <ns1:pt x="0" y="40"/>
                    <ns1:pt x="12" y="52"/>
                    <ns1:pt x="26" y="52"/>
                  </ns1:cubicBezTo>
                  <ns1:cubicBezTo>
                    <ns1:pt x="40" y="52"/>
                    <ns1:pt x="52" y="40"/>
                    <ns1:pt x="52" y="26"/>
                  </ns1:cubicBezTo>
                  <ns1:cubicBezTo>
                    <ns1:pt x="52" y="12"/>
                    <ns1:pt x="40" y="0"/>
                    <ns1:pt x="26" y="0"/>
                  </ns1:cubicBezTo>
                  <ns1:close/>
                  <ns1:moveTo>
                    <ns1:pt x="26" y="48"/>
                  </ns1:moveTo>
                  <ns1:cubicBezTo>
                    <ns1:pt x="14" y="48"/>
                    <ns1:pt x="4" y="38"/>
                    <ns1:pt x="4" y="26"/>
                  </ns1:cubicBezTo>
                  <ns1:cubicBezTo>
                    <ns1:pt x="4" y="14"/>
                    <ns1:pt x="14" y="4"/>
                    <ns1:pt x="26" y="4"/>
                  </ns1:cubicBezTo>
                  <ns1:cubicBezTo>
                    <ns1:pt x="38" y="4"/>
                    <ns1:pt x="48" y="14"/>
                    <ns1:pt x="48" y="26"/>
                  </ns1:cubicBezTo>
                  <ns1:cubicBezTo>
                    <ns1:pt x="48" y="38"/>
                    <ns1:pt x="38" y="48"/>
                    <ns1:pt x="26" y="48"/>
                  </ns1:cubicBezTo>
                  <ns1:close/>
                </ns1:path>
              </ns1:pathLst>
            </ns1:custGeom>
            <ns1:grpFill/>
            <ns1:ln>
              <ns1:noFill/>
            </ns1:ln>
            <ns1:extLst>
              <ns1:ext uri="{91240B29-F687-4F45-9708-019B960494DF}">
                <ns2:hiddenLine w="9525">
                  <ns1:solidFill>
                    <ns1:srgbClr val="000000"/>
                  </ns1:solidFill>
                  <ns1:round/>
                  <ns1:headEnd/>
                  <ns1:tailEnd/>
                </ns2:hiddenLine>
              </ns1:ext>
            </ns1:extLst>
          </ns0:spPr>
          <ns0:txBody>
            <ns1:bodyPr vert="horz" wrap="square" lIns="91440" tIns="45720" rIns="91440" bIns="45720" numCol="1" anchor="t" anchorCtr="0" compatLnSpc="1">
              <ns1:prstTxWarp prst="textNoShape">
                <ns1:avLst/>
              </ns1:prstTxWarp>
            </ns1:bodyPr>
            <ns1:lstStyle/>
            <ns1:p>
              <ns1:endParaRPr lang="id-ID" sz="2700"/>
            </ns1:p>
          </ns0:txBody>
        </ns0:sp>
        <ns0:sp>
          <ns0:nvSpPr>
            <ns0:cNvPr id="137" name="Freeform 7"/>
            <ns0:cNvSpPr>
              <ns1:spLocks noEditPoints="1"/>
            </ns0:cNvSpPr>
            <ns0:nvPr/>
          </ns0:nvSpPr>
          <ns0:spPr bwMode="auto">
            <ns1:xfrm>
              <ns1:off x="10121900" y="-246062"/>
              <ns1:ext cx="74613" cy="103188"/>
            </ns1:xfrm>
            <ns1:custGeom>
              <ns1:avLst/>
              <ns1:gdLst>
                <ns1:gd name="T0" fmla="*/ 12 w 20"/>
                <ns1:gd name="T1" fmla="*/ 7 h 27"/>
                <ns1:gd name="T2" fmla="*/ 12 w 20"/>
                <ns1:gd name="T3" fmla="*/ 2 h 27"/>
                <ns1:gd name="T4" fmla="*/ 10 w 20"/>
                <ns1:gd name="T5" fmla="*/ 0 h 27"/>
                <ns1:gd name="T6" fmla="*/ 8 w 20"/>
                <ns1:gd name="T7" fmla="*/ 2 h 27"/>
                <ns1:gd name="T8" fmla="*/ 8 w 20"/>
                <ns1:gd name="T9" fmla="*/ 7 h 27"/>
                <ns1:gd name="T10" fmla="*/ 0 w 20"/>
                <ns1:gd name="T11" fmla="*/ 17 h 27"/>
                <ns1:gd name="T12" fmla="*/ 10 w 20"/>
                <ns1:gd name="T13" fmla="*/ 27 h 27"/>
                <ns1:gd name="T14" fmla="*/ 20 w 20"/>
                <ns1:gd name="T15" fmla="*/ 17 h 27"/>
                <ns1:gd name="T16" fmla="*/ 12 w 20"/>
                <ns1:gd name="T17" fmla="*/ 7 h 27"/>
                <ns1:gd name="T18" fmla="*/ 10 w 20"/>
                <ns1:gd name="T19" fmla="*/ 23 h 27"/>
                <ns1:gd name="T20" fmla="*/ 4 w 20"/>
                <ns1:gd name="T21" fmla="*/ 17 h 27"/>
                <ns1:gd name="T22" fmla="*/ 8 w 20"/>
                <ns1:gd name="T23" fmla="*/ 11 h 27"/>
                <ns1:gd name="T24" fmla="*/ 8 w 20"/>
                <ns1:gd name="T25" fmla="*/ 14 h 27"/>
                <ns1:gd name="T26" fmla="*/ 10 w 20"/>
                <ns1:gd name="T27" fmla="*/ 16 h 27"/>
                <ns1:gd name="T28" fmla="*/ 12 w 20"/>
                <ns1:gd name="T29" fmla="*/ 14 h 27"/>
                <ns1:gd name="T30" fmla="*/ 12 w 20"/>
                <ns1:gd name="T31" fmla="*/ 11 h 27"/>
                <ns1:gd name="T32" fmla="*/ 16 w 20"/>
                <ns1:gd name="T33" fmla="*/ 17 h 27"/>
                <ns1:gd name="T34" fmla="*/ 10 w 20"/>
                <ns1:gd name="T35" fmla="*/ 23 h 27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  <ns1:cxn ang="0">
                  <ns1:pos x="T14" y="T15"/>
                </ns1:cxn>
                <ns1:cxn ang="0">
                  <ns1:pos x="T16" y="T17"/>
                </ns1:cxn>
                <ns1:cxn ang="0">
                  <ns1:pos x="T18" y="T19"/>
                </ns1:cxn>
                <ns1:cxn ang="0">
                  <ns1:pos x="T20" y="T21"/>
                </ns1:cxn>
                <ns1:cxn ang="0">
                  <ns1:pos x="T22" y="T23"/>
                </ns1:cxn>
                <ns1:cxn ang="0">
                  <ns1:pos x="T24" y="T25"/>
                </ns1:cxn>
                <ns1:cxn ang="0">
                  <ns1:pos x="T26" y="T27"/>
                </ns1:cxn>
                <ns1:cxn ang="0">
                  <ns1:pos x="T28" y="T29"/>
                </ns1:cxn>
                <ns1:cxn ang="0">
                  <ns1:pos x="T30" y="T31"/>
                </ns1:cxn>
                <ns1:cxn ang="0">
                  <ns1:pos x="T32" y="T33"/>
                </ns1:cxn>
                <ns1:cxn ang="0">
                  <ns1:pos x="T34" y="T35"/>
                </ns1:cxn>
              </ns1:cxnLst>
              <ns1:rect l="0" t="0" r="r" b="b"/>
              <ns1:pathLst>
                <ns1:path w="20" h="27">
                  <ns1:moveTo>
                    <ns1:pt x="12" y="7"/>
                  </ns1:moveTo>
                  <ns1:cubicBezTo>
                    <ns1:pt x="12" y="2"/>
                    <ns1:pt x="12" y="2"/>
                    <ns1:pt x="12" y="2"/>
                  </ns1:cubicBezTo>
                  <ns1:cubicBezTo>
                    <ns1:pt x="12" y="1"/>
                    <ns1:pt x="11" y="0"/>
                    <ns1:pt x="10" y="0"/>
                  </ns1:cubicBezTo>
                  <ns1:cubicBezTo>
                    <ns1:pt x="9" y="0"/>
                    <ns1:pt x="8" y="1"/>
                    <ns1:pt x="8" y="2"/>
                  </ns1:cubicBezTo>
                  <ns1:cubicBezTo>
                    <ns1:pt x="8" y="7"/>
                    <ns1:pt x="8" y="7"/>
                    <ns1:pt x="8" y="7"/>
                  </ns1:cubicBezTo>
                  <ns1:cubicBezTo>
                    <ns1:pt x="3" y="8"/>
                    <ns1:pt x="0" y="12"/>
                    <ns1:pt x="0" y="17"/>
                  </ns1:cubicBezTo>
                  <ns1:cubicBezTo>
                    <ns1:pt x="0" y="23"/>
                    <ns1:pt x="4" y="27"/>
                    <ns1:pt x="10" y="27"/>
                  </ns1:cubicBezTo>
                  <ns1:cubicBezTo>
                    <ns1:pt x="16" y="27"/>
                    <ns1:pt x="20" y="23"/>
                    <ns1:pt x="20" y="17"/>
                  </ns1:cubicBezTo>
                  <ns1:cubicBezTo>
                    <ns1:pt x="20" y="12"/>
                    <ns1:pt x="17" y="8"/>
                    <ns1:pt x="12" y="7"/>
                  </ns1:cubicBezTo>
                  <ns1:close/>
                  <ns1:moveTo>
                    <ns1:pt x="10" y="23"/>
                  </ns1:moveTo>
                  <ns1:cubicBezTo>
                    <ns1:pt x="7" y="23"/>
                    <ns1:pt x="4" y="20"/>
                    <ns1:pt x="4" y="17"/>
                  </ns1:cubicBezTo>
                  <ns1:cubicBezTo>
                    <ns1:pt x="4" y="14"/>
                    <ns1:pt x="6" y="12"/>
                    <ns1:pt x="8" y="11"/>
                  </ns1:cubicBezTo>
                  <ns1:cubicBezTo>
                    <ns1:pt x="8" y="14"/>
                    <ns1:pt x="8" y="14"/>
                    <ns1:pt x="8" y="14"/>
                  </ns1:cubicBezTo>
                  <ns1:cubicBezTo>
                    <ns1:pt x="8" y="15"/>
                    <ns1:pt x="9" y="16"/>
                    <ns1:pt x="10" y="16"/>
                  </ns1:cubicBezTo>
                  <ns1:cubicBezTo>
                    <ns1:pt x="11" y="16"/>
                    <ns1:pt x="12" y="15"/>
                    <ns1:pt x="12" y="14"/>
                  </ns1:cubicBezTo>
                  <ns1:cubicBezTo>
                    <ns1:pt x="12" y="11"/>
                    <ns1:pt x="12" y="11"/>
                    <ns1:pt x="12" y="11"/>
                  </ns1:cubicBezTo>
                  <ns1:cubicBezTo>
                    <ns1:pt x="14" y="12"/>
                    <ns1:pt x="16" y="14"/>
                    <ns1:pt x="16" y="17"/>
                  </ns1:cubicBezTo>
                  <ns1:cubicBezTo>
                    <ns1:pt x="16" y="20"/>
                    <ns1:pt x="13" y="23"/>
                    <ns1:pt x="10" y="23"/>
                  </ns1:cubicBezTo>
                  <ns1:close/>
                </ns1:path>
              </ns1:pathLst>
            </ns1:custGeom>
            <ns1:grpFill/>
            <ns1:ln>
              <ns1:noFill/>
            </ns1:ln>
            <ns1:extLst>
              <ns1:ext uri="{91240B29-F687-4F45-9708-019B960494DF}">
                <ns2:hiddenLine w="9525">
                  <ns1:solidFill>
                    <ns1:srgbClr val="000000"/>
                  </ns1:solidFill>
                  <ns1:round/>
                  <ns1:headEnd/>
                  <ns1:tailEnd/>
                </ns2:hiddenLine>
              </ns1:ext>
            </ns1:extLst>
          </ns0:spPr>
          <ns0:txBody>
            <ns1:bodyPr vert="horz" wrap="square" lIns="91440" tIns="45720" rIns="91440" bIns="45720" numCol="1" anchor="t" anchorCtr="0" compatLnSpc="1">
              <ns1:prstTxWarp prst="textNoShape">
                <ns1:avLst/>
              </ns1:prstTxWarp>
            </ns1:bodyPr>
            <ns1:lstStyle/>
            <ns1:p>
              <ns1:endParaRPr lang="id-ID" sz="2700"/>
            </ns1:p>
          </ns0:txBody>
        </ns0:sp>
        <ns0:sp>
          <ns0:nvSpPr>
            <ns0:cNvPr id="138" name="Freeform 8"/>
            <ns0:cNvSpPr>
              <ns1:spLocks noEditPoints="1"/>
            </ns0:cNvSpPr>
            <ns0:nvPr/>
          </ns0:nvSpPr>
          <ns0:spPr bwMode="auto">
            <ns1:xfrm>
              <ns1:off x="9994900" y="-331787"/>
              <ns1:ext cx="344488" cy="301625"/>
            </ns1:xfrm>
            <ns1:custGeom>
              <ns1:avLst/>
              <ns1:gdLst>
                <ns1:gd name="T0" fmla="*/ 88 w 92"/>
                <ns1:gd name="T1" fmla="*/ 13 h 80"/>
                <ns1:gd name="T2" fmla="*/ 88 w 92"/>
                <ns1:gd name="T3" fmla="*/ 5 h 80"/>
                <ns1:gd name="T4" fmla="*/ 83 w 92"/>
                <ns1:gd name="T5" fmla="*/ 0 h 80"/>
                <ns1:gd name="T6" fmla="*/ 5 w 92"/>
                <ns1:gd name="T7" fmla="*/ 0 h 80"/>
                <ns1:gd name="T8" fmla="*/ 0 w 92"/>
                <ns1:gd name="T9" fmla="*/ 5 h 80"/>
                <ns1:gd name="T10" fmla="*/ 0 w 92"/>
                <ns1:gd name="T11" fmla="*/ 75 h 80"/>
                <ns1:gd name="T12" fmla="*/ 5 w 92"/>
                <ns1:gd name="T13" fmla="*/ 80 h 80"/>
                <ns1:gd name="T14" fmla="*/ 83 w 92"/>
                <ns1:gd name="T15" fmla="*/ 80 h 80"/>
                <ns1:gd name="T16" fmla="*/ 88 w 92"/>
                <ns1:gd name="T17" fmla="*/ 75 h 80"/>
                <ns1:gd name="T18" fmla="*/ 88 w 92"/>
                <ns1:gd name="T19" fmla="*/ 69 h 80"/>
                <ns1:gd name="T20" fmla="*/ 92 w 92"/>
                <ns1:gd name="T21" fmla="*/ 63 h 80"/>
                <ns1:gd name="T22" fmla="*/ 92 w 92"/>
                <ns1:gd name="T23" fmla="*/ 59 h 80"/>
                <ns1:gd name="T24" fmla="*/ 88 w 92"/>
                <ns1:gd name="T25" fmla="*/ 53 h 80"/>
                <ns1:gd name="T26" fmla="*/ 88 w 92"/>
                <ns1:gd name="T27" fmla="*/ 29 h 80"/>
                <ns1:gd name="T28" fmla="*/ 92 w 92"/>
                <ns1:gd name="T29" fmla="*/ 23 h 80"/>
                <ns1:gd name="T30" fmla="*/ 92 w 92"/>
                <ns1:gd name="T31" fmla="*/ 19 h 80"/>
                <ns1:gd name="T32" fmla="*/ 88 w 92"/>
                <ns1:gd name="T33" fmla="*/ 13 h 80"/>
                <ns1:gd name="T34" fmla="*/ 83 w 92"/>
                <ns1:gd name="T35" fmla="*/ 76 h 80"/>
                <ns1:gd name="T36" fmla="*/ 5 w 92"/>
                <ns1:gd name="T37" fmla="*/ 76 h 80"/>
                <ns1:gd name="T38" fmla="*/ 4 w 92"/>
                <ns1:gd name="T39" fmla="*/ 75 h 80"/>
                <ns1:gd name="T40" fmla="*/ 4 w 92"/>
                <ns1:gd name="T41" fmla="*/ 5 h 80"/>
                <ns1:gd name="T42" fmla="*/ 5 w 92"/>
                <ns1:gd name="T43" fmla="*/ 4 h 80"/>
                <ns1:gd name="T44" fmla="*/ 83 w 92"/>
                <ns1:gd name="T45" fmla="*/ 4 h 80"/>
                <ns1:gd name="T46" fmla="*/ 84 w 92"/>
                <ns1:gd name="T47" fmla="*/ 5 h 80"/>
                <ns1:gd name="T48" fmla="*/ 84 w 92"/>
                <ns1:gd name="T49" fmla="*/ 13 h 80"/>
                <ns1:gd name="T50" fmla="*/ 80 w 92"/>
                <ns1:gd name="T51" fmla="*/ 19 h 80"/>
                <ns1:gd name="T52" fmla="*/ 80 w 92"/>
                <ns1:gd name="T53" fmla="*/ 23 h 80"/>
                <ns1:gd name="T54" fmla="*/ 84 w 92"/>
                <ns1:gd name="T55" fmla="*/ 29 h 80"/>
                <ns1:gd name="T56" fmla="*/ 84 w 92"/>
                <ns1:gd name="T57" fmla="*/ 53 h 80"/>
                <ns1:gd name="T58" fmla="*/ 80 w 92"/>
                <ns1:gd name="T59" fmla="*/ 59 h 80"/>
                <ns1:gd name="T60" fmla="*/ 80 w 92"/>
                <ns1:gd name="T61" fmla="*/ 63 h 80"/>
                <ns1:gd name="T62" fmla="*/ 84 w 92"/>
                <ns1:gd name="T63" fmla="*/ 69 h 80"/>
                <ns1:gd name="T64" fmla="*/ 84 w 92"/>
                <ns1:gd name="T65" fmla="*/ 75 h 80"/>
                <ns1:gd name="T66" fmla="*/ 83 w 92"/>
                <ns1:gd name="T67" fmla="*/ 76 h 80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  <ns1:cxn ang="0">
                  <ns1:pos x="T14" y="T15"/>
                </ns1:cxn>
                <ns1:cxn ang="0">
                  <ns1:pos x="T16" y="T17"/>
                </ns1:cxn>
                <ns1:cxn ang="0">
                  <ns1:pos x="T18" y="T19"/>
                </ns1:cxn>
                <ns1:cxn ang="0">
                  <ns1:pos x="T20" y="T21"/>
                </ns1:cxn>
                <ns1:cxn ang="0">
                  <ns1:pos x="T22" y="T23"/>
                </ns1:cxn>
                <ns1:cxn ang="0">
                  <ns1:pos x="T24" y="T25"/>
                </ns1:cxn>
                <ns1:cxn ang="0">
                  <ns1:pos x="T26" y="T27"/>
                </ns1:cxn>
                <ns1:cxn ang="0">
                  <ns1:pos x="T28" y="T29"/>
                </ns1:cxn>
                <ns1:cxn ang="0">
                  <ns1:pos x="T30" y="T31"/>
                </ns1:cxn>
                <ns1:cxn ang="0">
                  <ns1:pos x="T32" y="T33"/>
                </ns1:cxn>
                <ns1:cxn ang="0">
                  <ns1:pos x="T34" y="T35"/>
                </ns1:cxn>
                <ns1:cxn ang="0">
                  <ns1:pos x="T36" y="T37"/>
                </ns1:cxn>
                <ns1:cxn ang="0">
                  <ns1:pos x="T38" y="T39"/>
                </ns1:cxn>
                <ns1:cxn ang="0">
                  <ns1:pos x="T40" y="T41"/>
                </ns1:cxn>
                <ns1:cxn ang="0">
                  <ns1:pos x="T42" y="T43"/>
                </ns1:cxn>
                <ns1:cxn ang="0">
                  <ns1:pos x="T44" y="T45"/>
                </ns1:cxn>
                <ns1:cxn ang="0">
                  <ns1:pos x="T46" y="T47"/>
                </ns1:cxn>
                <ns1:cxn ang="0">
                  <ns1:pos x="T48" y="T49"/>
                </ns1:cxn>
                <ns1:cxn ang="0">
                  <ns1:pos x="T50" y="T51"/>
                </ns1:cxn>
                <ns1:cxn ang="0">
                  <ns1:pos x="T52" y="T53"/>
                </ns1:cxn>
                <ns1:cxn ang="0">
                  <ns1:pos x="T54" y="T55"/>
                </ns1:cxn>
                <ns1:cxn ang="0">
                  <ns1:pos x="T56" y="T57"/>
                </ns1:cxn>
                <ns1:cxn ang="0">
                  <ns1:pos x="T58" y="T59"/>
                </ns1:cxn>
                <ns1:cxn ang="0">
                  <ns1:pos x="T60" y="T61"/>
                </ns1:cxn>
                <ns1:cxn ang="0">
                  <ns1:pos x="T62" y="T63"/>
                </ns1:cxn>
                <ns1:cxn ang="0">
                  <ns1:pos x="T64" y="T65"/>
                </ns1:cxn>
                <ns1:cxn ang="0">
                  <ns1:pos x="T66" y="T67"/>
                </ns1:cxn>
              </ns1:cxnLst>
              <ns1:rect l="0" t="0" r="r" b="b"/>
              <ns1:pathLst>
                <ns1:path w="92" h="80">
                  <ns1:moveTo>
                    <ns1:pt x="88" y="13"/>
                  </ns1:moveTo>
                  <ns1:cubicBezTo>
                    <ns1:pt x="88" y="5"/>
                    <ns1:pt x="88" y="5"/>
                    <ns1:pt x="88" y="5"/>
                  </ns1:cubicBezTo>
                  <ns1:cubicBezTo>
                    <ns1:pt x="88" y="2"/>
                    <ns1:pt x="86" y="0"/>
                    <ns1:pt x="83" y="0"/>
                  </ns1:cubicBezTo>
                  <ns1:cubicBezTo>
                    <ns1:pt x="5" y="0"/>
                    <ns1:pt x="5" y="0"/>
                    <ns1:pt x="5" y="0"/>
                  </ns1:cubicBezTo>
                  <ns1:cubicBezTo>
                    <ns1:pt x="2" y="0"/>
                    <ns1:pt x="0" y="2"/>
                    <ns1:pt x="0" y="5"/>
                  </ns1:cubicBezTo>
                  <ns1:cubicBezTo>
                    <ns1:pt x="0" y="75"/>
                    <ns1:pt x="0" y="75"/>
                    <ns1:pt x="0" y="75"/>
                  </ns1:cubicBezTo>
                  <ns1:cubicBezTo>
                    <ns1:pt x="0" y="78"/>
                    <ns1:pt x="2" y="80"/>
                    <ns1:pt x="5" y="80"/>
                  </ns1:cubicBezTo>
                  <ns1:cubicBezTo>
                    <ns1:pt x="83" y="80"/>
                    <ns1:pt x="83" y="80"/>
                    <ns1:pt x="83" y="80"/>
                  </ns1:cubicBezTo>
                  <ns1:cubicBezTo>
                    <ns1:pt x="86" y="80"/>
                    <ns1:pt x="88" y="78"/>
                    <ns1:pt x="88" y="75"/>
                  </ns1:cubicBezTo>
                  <ns1:cubicBezTo>
                    <ns1:pt x="88" y="69"/>
                    <ns1:pt x="88" y="69"/>
                    <ns1:pt x="88" y="69"/>
                  </ns1:cubicBezTo>
                  <ns1:cubicBezTo>
                    <ns1:pt x="90" y="68"/>
                    <ns1:pt x="92" y="66"/>
                    <ns1:pt x="92" y="63"/>
                  </ns1:cubicBezTo>
                  <ns1:cubicBezTo>
                    <ns1:pt x="92" y="59"/>
                    <ns1:pt x="92" y="59"/>
                    <ns1:pt x="92" y="59"/>
                  </ns1:cubicBezTo>
                  <ns1:cubicBezTo>
                    <ns1:pt x="92" y="56"/>
                    <ns1:pt x="90" y="54"/>
                    <ns1:pt x="88" y="53"/>
                  </ns1:cubicBezTo>
                  <ns1:cubicBezTo>
                    <ns1:pt x="88" y="29"/>
                    <ns1:pt x="88" y="29"/>
                    <ns1:pt x="88" y="29"/>
                  </ns1:cubicBezTo>
                  <ns1:cubicBezTo>
                    <ns1:pt x="90" y="28"/>
                    <ns1:pt x="92" y="26"/>
                    <ns1:pt x="92" y="23"/>
                  </ns1:cubicBezTo>
                  <ns1:cubicBezTo>
                    <ns1:pt x="92" y="19"/>
                    <ns1:pt x="92" y="19"/>
                    <ns1:pt x="92" y="19"/>
                  </ns1:cubicBezTo>
                  <ns1:cubicBezTo>
                    <ns1:pt x="92" y="16"/>
                    <ns1:pt x="90" y="14"/>
                    <ns1:pt x="88" y="13"/>
                  </ns1:cubicBezTo>
                  <ns1:close/>
                  <ns1:moveTo>
                    <ns1:pt x="83" y="76"/>
                  </ns1:moveTo>
                  <ns1:cubicBezTo>
                    <ns1:pt x="5" y="76"/>
                    <ns1:pt x="5" y="76"/>
                    <ns1:pt x="5" y="76"/>
                  </ns1:cubicBezTo>
                  <ns1:cubicBezTo>
                    <ns1:pt x="4" y="76"/>
                    <ns1:pt x="4" y="76"/>
                    <ns1:pt x="4" y="75"/>
                  </ns1:cubicBezTo>
                  <ns1:cubicBezTo>
                    <ns1:pt x="4" y="5"/>
                    <ns1:pt x="4" y="5"/>
                    <ns1:pt x="4" y="5"/>
                  </ns1:cubicBezTo>
                  <ns1:cubicBezTo>
                    <ns1:pt x="4" y="4"/>
                    <ns1:pt x="4" y="4"/>
                    <ns1:pt x="5" y="4"/>
                  </ns1:cubicBezTo>
                  <ns1:cubicBezTo>
                    <ns1:pt x="83" y="4"/>
                    <ns1:pt x="83" y="4"/>
                    <ns1:pt x="83" y="4"/>
                  </ns1:cubicBezTo>
                  <ns1:cubicBezTo>
                    <ns1:pt x="84" y="4"/>
                    <ns1:pt x="84" y="4"/>
                    <ns1:pt x="84" y="5"/>
                  </ns1:cubicBezTo>
                  <ns1:cubicBezTo>
                    <ns1:pt x="84" y="13"/>
                    <ns1:pt x="84" y="13"/>
                    <ns1:pt x="84" y="13"/>
                  </ns1:cubicBezTo>
                  <ns1:cubicBezTo>
                    <ns1:pt x="82" y="14"/>
                    <ns1:pt x="80" y="16"/>
                    <ns1:pt x="80" y="19"/>
                  </ns1:cubicBezTo>
                  <ns1:cubicBezTo>
                    <ns1:pt x="80" y="23"/>
                    <ns1:pt x="80" y="23"/>
                    <ns1:pt x="80" y="23"/>
                  </ns1:cubicBezTo>
                  <ns1:cubicBezTo>
                    <ns1:pt x="80" y="26"/>
                    <ns1:pt x="82" y="28"/>
                    <ns1:pt x="84" y="29"/>
                  </ns1:cubicBezTo>
                  <ns1:cubicBezTo>
                    <ns1:pt x="84" y="53"/>
                    <ns1:pt x="84" y="53"/>
                    <ns1:pt x="84" y="53"/>
                  </ns1:cubicBezTo>
                  <ns1:cubicBezTo>
                    <ns1:pt x="82" y="54"/>
                    <ns1:pt x="80" y="56"/>
                    <ns1:pt x="80" y="59"/>
                  </ns1:cubicBezTo>
                  <ns1:cubicBezTo>
                    <ns1:pt x="80" y="63"/>
                    <ns1:pt x="80" y="63"/>
                    <ns1:pt x="80" y="63"/>
                  </ns1:cubicBezTo>
                  <ns1:cubicBezTo>
                    <ns1:pt x="80" y="66"/>
                    <ns1:pt x="82" y="68"/>
                    <ns1:pt x="84" y="69"/>
                  </ns1:cubicBezTo>
                  <ns1:cubicBezTo>
                    <ns1:pt x="84" y="75"/>
                    <ns1:pt x="84" y="75"/>
                    <ns1:pt x="84" y="75"/>
                  </ns1:cubicBezTo>
                  <ns1:cubicBezTo>
                    <ns1:pt x="84" y="76"/>
                    <ns1:pt x="84" y="76"/>
                    <ns1:pt x="83" y="76"/>
                  </ns1:cubicBezTo>
                  <ns1:close/>
                </ns1:path>
              </ns1:pathLst>
            </ns1:custGeom>
            <ns1:grpFill/>
            <ns1:ln>
              <ns1:noFill/>
            </ns1:ln>
            <ns1:extLst>
              <ns1:ext uri="{91240B29-F687-4F45-9708-019B960494DF}">
                <ns2:hiddenLine w="9525">
                  <ns1:solidFill>
                    <ns1:srgbClr val="000000"/>
                  </ns1:solidFill>
                  <ns1:round/>
                  <ns1:headEnd/>
                  <ns1:tailEnd/>
                </ns2:hiddenLine>
              </ns1:ext>
            </ns1:extLst>
          </ns0:spPr>
          <ns0:txBody>
            <ns1:bodyPr vert="horz" wrap="square" lIns="91440" tIns="45720" rIns="91440" bIns="45720" numCol="1" anchor="t" anchorCtr="0" compatLnSpc="1">
              <ns1:prstTxWarp prst="textNoShape">
                <ns1:avLst/>
              </ns1:prstTxWarp>
            </ns1:bodyPr>
            <ns1:lstStyle/>
            <ns1:p>
              <ns1:endParaRPr lang="id-ID" sz="2700"/>
            </ns1:p>
          </ns0:txBody>
        </ns0:sp>
      </ns0:grpSp>
      <ns0:grpSp>
        <ns0:nvGrpSpPr>
          <ns0:cNvPr id="139" name="Group 138"/>
          <ns0:cNvGrpSpPr/>
          <ns0:nvPr/>
        </ns0:nvGrpSpPr>
        <ns0:grpSpPr>
          <ns1:xfrm>
            <ns1:off x="10490296" y="359418"/>
            <ns1:ext cx="420688" cy="422275"/>
            <ns1:chOff x="1298575" y="588963"/>
            <ns1:chExt cx="420688" cy="422275"/>
          </ns1:xfrm>
          <ns1:solidFill>
            <ns1:schemeClr val="tx1"/>
          </ns1:solidFill>
        </ns0:grpSpPr>
        <ns0:sp>
          <ns0:nvSpPr>
            <ns0:cNvPr id="140" name="Freeform 9"/>
            <ns0:cNvSpPr>
              <ns1:spLocks noEditPoints="1"/>
            </ns0:cNvSpPr>
            <ns0:nvPr/>
          </ns0:nvSpPr>
          <ns0:spPr bwMode="auto">
            <ns1:xfrm>
              <ns1:off x="1298575" y="588963"/>
              <ns1:ext cx="420688" cy="422275"/>
            </ns1:xfrm>
            <ns1:custGeom>
              <ns1:avLst/>
              <ns1:gdLst>
                <ns1:gd name="T0" fmla="*/ 64 w 112"/>
                <ns1:gd name="T1" fmla="*/ 12 h 112"/>
                <ns1:gd name="T2" fmla="*/ 78 w 112"/>
                <ns1:gd name="T3" fmla="*/ 23 h 112"/>
                <ns1:gd name="T4" fmla="*/ 84 w 112"/>
                <ns1:gd name="T5" fmla="*/ 18 h 112"/>
                <ns1:gd name="T6" fmla="*/ 93 w 112"/>
                <ns1:gd name="T7" fmla="*/ 25 h 112"/>
                <ns1:gd name="T8" fmla="*/ 89 w 112"/>
                <ns1:gd name="T9" fmla="*/ 34 h 112"/>
                <ns1:gd name="T10" fmla="*/ 100 w 112"/>
                <ns1:gd name="T11" fmla="*/ 48 h 112"/>
                <ns1:gd name="T12" fmla="*/ 104 w 112"/>
                <ns1:gd name="T13" fmla="*/ 60 h 112"/>
                <ns1:gd name="T14" fmla="*/ 95 w 112"/>
                <ns1:gd name="T15" fmla="*/ 64 h 112"/>
                <ns1:gd name="T16" fmla="*/ 93 w 112"/>
                <ns1:gd name="T17" fmla="*/ 81 h 112"/>
                <ns1:gd name="T18" fmla="*/ 87 w 112"/>
                <ns1:gd name="T19" fmla="*/ 93 h 112"/>
                <ns1:gd name="T20" fmla="*/ 81 w 112"/>
                <ns1:gd name="T21" fmla="*/ 93 h 112"/>
                <ns1:gd name="T22" fmla="*/ 64 w 112"/>
                <ns1:gd name="T23" fmla="*/ 95 h 112"/>
                <ns1:gd name="T24" fmla="*/ 60 w 112"/>
                <ns1:gd name="T25" fmla="*/ 104 h 112"/>
                <ns1:gd name="T26" fmla="*/ 48 w 112"/>
                <ns1:gd name="T27" fmla="*/ 100 h 112"/>
                <ns1:gd name="T28" fmla="*/ 34 w 112"/>
                <ns1:gd name="T29" fmla="*/ 89 h 112"/>
                <ns1:gd name="T30" fmla="*/ 28 w 112"/>
                <ns1:gd name="T31" fmla="*/ 94 h 112"/>
                <ns1:gd name="T32" fmla="*/ 19 w 112"/>
                <ns1:gd name="T33" fmla="*/ 87 h 112"/>
                <ns1:gd name="T34" fmla="*/ 23 w 112"/>
                <ns1:gd name="T35" fmla="*/ 78 h 112"/>
                <ns1:gd name="T36" fmla="*/ 12 w 112"/>
                <ns1:gd name="T37" fmla="*/ 64 h 112"/>
                <ns1:gd name="T38" fmla="*/ 8 w 112"/>
                <ns1:gd name="T39" fmla="*/ 52 h 112"/>
                <ns1:gd name="T40" fmla="*/ 17 w 112"/>
                <ns1:gd name="T41" fmla="*/ 48 h 112"/>
                <ns1:gd name="T42" fmla="*/ 19 w 112"/>
                <ns1:gd name="T43" fmla="*/ 31 h 112"/>
                <ns1:gd name="T44" fmla="*/ 25 w 112"/>
                <ns1:gd name="T45" fmla="*/ 19 h 112"/>
                <ns1:gd name="T46" fmla="*/ 31 w 112"/>
                <ns1:gd name="T47" fmla="*/ 19 h 112"/>
                <ns1:gd name="T48" fmla="*/ 48 w 112"/>
                <ns1:gd name="T49" fmla="*/ 17 h 112"/>
                <ns1:gd name="T50" fmla="*/ 52 w 112"/>
                <ns1:gd name="T51" fmla="*/ 8 h 112"/>
                <ns1:gd name="T52" fmla="*/ 60 w 112"/>
                <ns1:gd name="T53" fmla="*/ 0 h 112"/>
                <ns1:gd name="T54" fmla="*/ 40 w 112"/>
                <ns1:gd name="T55" fmla="*/ 11 h 112"/>
                <ns1:gd name="T56" fmla="*/ 28 w 112"/>
                <ns1:gd name="T57" fmla="*/ 10 h 112"/>
                <ns1:gd name="T58" fmla="*/ 14 w 112"/>
                <ns1:gd name="T59" fmla="*/ 19 h 112"/>
                <ns1:gd name="T60" fmla="*/ 13 w 112"/>
                <ns1:gd name="T61" fmla="*/ 35 h 112"/>
                <ns1:gd name="T62" fmla="*/ 0 w 112"/>
                <ns1:gd name="T63" fmla="*/ 52 h 112"/>
                <ns1:gd name="T64" fmla="*/ 11 w 112"/>
                <ns1:gd name="T65" fmla="*/ 72 h 112"/>
                <ns1:gd name="T66" fmla="*/ 10 w 112"/>
                <ns1:gd name="T67" fmla="*/ 84 h 112"/>
                <ns1:gd name="T68" fmla="*/ 19 w 112"/>
                <ns1:gd name="T69" fmla="*/ 98 h 112"/>
                <ns1:gd name="T70" fmla="*/ 35 w 112"/>
                <ns1:gd name="T71" fmla="*/ 99 h 112"/>
                <ns1:gd name="T72" fmla="*/ 52 w 112"/>
                <ns1:gd name="T73" fmla="*/ 112 h 112"/>
                <ns1:gd name="T74" fmla="*/ 72 w 112"/>
                <ns1:gd name="T75" fmla="*/ 101 h 112"/>
                <ns1:gd name="T76" fmla="*/ 84 w 112"/>
                <ns1:gd name="T77" fmla="*/ 102 h 112"/>
                <ns1:gd name="T78" fmla="*/ 98 w 112"/>
                <ns1:gd name="T79" fmla="*/ 93 h 112"/>
                <ns1:gd name="T80" fmla="*/ 99 w 112"/>
                <ns1:gd name="T81" fmla="*/ 77 h 112"/>
                <ns1:gd name="T82" fmla="*/ 112 w 112"/>
                <ns1:gd name="T83" fmla="*/ 60 h 112"/>
                <ns1:gd name="T84" fmla="*/ 101 w 112"/>
                <ns1:gd name="T85" fmla="*/ 40 h 112"/>
                <ns1:gd name="T86" fmla="*/ 102 w 112"/>
                <ns1:gd name="T87" fmla="*/ 28 h 112"/>
                <ns1:gd name="T88" fmla="*/ 93 w 112"/>
                <ns1:gd name="T89" fmla="*/ 14 h 112"/>
                <ns1:gd name="T90" fmla="*/ 77 w 112"/>
                <ns1:gd name="T91" fmla="*/ 13 h 112"/>
                <ns1:gd name="T92" fmla="*/ 60 w 112"/>
                <ns1:gd name="T93" fmla="*/ 0 h 112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  <ns1:cxn ang="0">
                  <ns1:pos x="T14" y="T15"/>
                </ns1:cxn>
                <ns1:cxn ang="0">
                  <ns1:pos x="T16" y="T17"/>
                </ns1:cxn>
                <ns1:cxn ang="0">
                  <ns1:pos x="T18" y="T19"/>
                </ns1:cxn>
                <ns1:cxn ang="0">
                  <ns1:pos x="T20" y="T21"/>
                </ns1:cxn>
                <ns1:cxn ang="0">
                  <ns1:pos x="T22" y="T23"/>
                </ns1:cxn>
                <ns1:cxn ang="0">
                  <ns1:pos x="T24" y="T25"/>
                </ns1:cxn>
                <ns1:cxn ang="0">
                  <ns1:pos x="T26" y="T27"/>
                </ns1:cxn>
                <ns1:cxn ang="0">
                  <ns1:pos x="T28" y="T29"/>
                </ns1:cxn>
                <ns1:cxn ang="0">
                  <ns1:pos x="T30" y="T31"/>
                </ns1:cxn>
                <ns1:cxn ang="0">
                  <ns1:pos x="T32" y="T33"/>
                </ns1:cxn>
                <ns1:cxn ang="0">
                  <ns1:pos x="T34" y="T35"/>
                </ns1:cxn>
                <ns1:cxn ang="0">
                  <ns1:pos x="T36" y="T37"/>
                </ns1:cxn>
                <ns1:cxn ang="0">
                  <ns1:pos x="T38" y="T39"/>
                </ns1:cxn>
                <ns1:cxn ang="0">
                  <ns1:pos x="T40" y="T41"/>
                </ns1:cxn>
                <ns1:cxn ang="0">
                  <ns1:pos x="T42" y="T43"/>
                </ns1:cxn>
                <ns1:cxn ang="0">
                  <ns1:pos x="T44" y="T45"/>
                </ns1:cxn>
                <ns1:cxn ang="0">
                  <ns1:pos x="T46" y="T47"/>
                </ns1:cxn>
                <ns1:cxn ang="0">
                  <ns1:pos x="T48" y="T49"/>
                </ns1:cxn>
                <ns1:cxn ang="0">
                  <ns1:pos x="T50" y="T51"/>
                </ns1:cxn>
                <ns1:cxn ang="0">
                  <ns1:pos x="T52" y="T53"/>
                </ns1:cxn>
                <ns1:cxn ang="0">
                  <ns1:pos x="T54" y="T55"/>
                </ns1:cxn>
                <ns1:cxn ang="0">
                  <ns1:pos x="T56" y="T57"/>
                </ns1:cxn>
                <ns1:cxn ang="0">
                  <ns1:pos x="T58" y="T59"/>
                </ns1:cxn>
                <ns1:cxn ang="0">
                  <ns1:pos x="T60" y="T61"/>
                </ns1:cxn>
                <ns1:cxn ang="0">
                  <ns1:pos x="T62" y="T63"/>
                </ns1:cxn>
                <ns1:cxn ang="0">
                  <ns1:pos x="T64" y="T65"/>
                </ns1:cxn>
                <ns1:cxn ang="0">
                  <ns1:pos x="T66" y="T67"/>
                </ns1:cxn>
                <ns1:cxn ang="0">
                  <ns1:pos x="T68" y="T69"/>
                </ns1:cxn>
                <ns1:cxn ang="0">
                  <ns1:pos x="T70" y="T71"/>
                </ns1:cxn>
                <ns1:cxn ang="0">
                  <ns1:pos x="T72" y="T73"/>
                </ns1:cxn>
                <ns1:cxn ang="0">
                  <ns1:pos x="T74" y="T75"/>
                </ns1:cxn>
                <ns1:cxn ang="0">
                  <ns1:pos x="T76" y="T77"/>
                </ns1:cxn>
                <ns1:cxn ang="0">
                  <ns1:pos x="T78" y="T79"/>
                </ns1:cxn>
                <ns1:cxn ang="0">
                  <ns1:pos x="T80" y="T81"/>
                </ns1:cxn>
                <ns1:cxn ang="0">
                  <ns1:pos x="T82" y="T83"/>
                </ns1:cxn>
                <ns1:cxn ang="0">
                  <ns1:pos x="T84" y="T85"/>
                </ns1:cxn>
                <ns1:cxn ang="0">
                  <ns1:pos x="T86" y="T87"/>
                </ns1:cxn>
                <ns1:cxn ang="0">
                  <ns1:pos x="T88" y="T89"/>
                </ns1:cxn>
                <ns1:cxn ang="0">
                  <ns1:pos x="T90" y="T91"/>
                </ns1:cxn>
                <ns1:cxn ang="0">
                  <ns1:pos x="T92" y="T93"/>
                </ns1:cxn>
              </ns1:cxnLst>
              <ns1:rect l="0" t="0" r="r" b="b"/>
              <ns1:pathLst>
                <ns1:path w="112" h="112">
                  <ns1:moveTo>
                    <ns1:pt x="60" y="8"/>
                  </ns1:moveTo>
                  <ns1:cubicBezTo>
                    <ns1:pt x="62" y="8"/>
                    <ns1:pt x="64" y="10"/>
                    <ns1:pt x="64" y="12"/>
                  </ns1:cubicBezTo>
                  <ns1:cubicBezTo>
                    <ns1:pt x="64" y="17"/>
                    <ns1:pt x="64" y="17"/>
                    <ns1:pt x="64" y="17"/>
                  </ns1:cubicBezTo>
                  <ns1:cubicBezTo>
                    <ns1:pt x="69" y="18"/>
                    <ns1:pt x="74" y="20"/>
                    <ns1:pt x="78" y="23"/>
                  </ns1:cubicBezTo>
                  <ns1:cubicBezTo>
                    <ns1:pt x="81" y="19"/>
                    <ns1:pt x="81" y="19"/>
                    <ns1:pt x="81" y="19"/>
                  </ns1:cubicBezTo>
                  <ns1:cubicBezTo>
                    <ns1:pt x="82" y="18"/>
                    <ns1:pt x="83" y="18"/>
                    <ns1:pt x="84" y="18"/>
                  </ns1:cubicBezTo>
                  <ns1:cubicBezTo>
                    <ns1:pt x="85" y="18"/>
                    <ns1:pt x="86" y="18"/>
                    <ns1:pt x="87" y="19"/>
                  </ns1:cubicBezTo>
                  <ns1:cubicBezTo>
                    <ns1:pt x="93" y="25"/>
                    <ns1:pt x="93" y="25"/>
                    <ns1:pt x="93" y="25"/>
                  </ns1:cubicBezTo>
                  <ns1:cubicBezTo>
                    <ns1:pt x="94" y="26"/>
                    <ns1:pt x="94" y="29"/>
                    <ns1:pt x="93" y="31"/>
                  </ns1:cubicBezTo>
                  <ns1:cubicBezTo>
                    <ns1:pt x="89" y="34"/>
                    <ns1:pt x="89" y="34"/>
                    <ns1:pt x="89" y="34"/>
                  </ns1:cubicBezTo>
                  <ns1:cubicBezTo>
                    <ns1:pt x="92" y="38"/>
                    <ns1:pt x="94" y="43"/>
                    <ns1:pt x="95" y="48"/>
                  </ns1:cubicBezTo>
                  <ns1:cubicBezTo>
                    <ns1:pt x="100" y="48"/>
                    <ns1:pt x="100" y="48"/>
                    <ns1:pt x="100" y="48"/>
                  </ns1:cubicBezTo>
                  <ns1:cubicBezTo>
                    <ns1:pt x="102" y="48"/>
                    <ns1:pt x="104" y="50"/>
                    <ns1:pt x="104" y="52"/>
                  </ns1:cubicBezTo>
                  <ns1:cubicBezTo>
                    <ns1:pt x="104" y="60"/>
                    <ns1:pt x="104" y="60"/>
                    <ns1:pt x="104" y="60"/>
                  </ns1:cubicBezTo>
                  <ns1:cubicBezTo>
                    <ns1:pt x="104" y="62"/>
                    <ns1:pt x="102" y="64"/>
                    <ns1:pt x="100" y="64"/>
                  </ns1:cubicBezTo>
                  <ns1:cubicBezTo>
                    <ns1:pt x="95" y="64"/>
                    <ns1:pt x="95" y="64"/>
                    <ns1:pt x="95" y="64"/>
                  </ns1:cubicBezTo>
                  <ns1:cubicBezTo>
                    <ns1:pt x="94" y="69"/>
                    <ns1:pt x="92" y="74"/>
                    <ns1:pt x="89" y="78"/>
                  </ns1:cubicBezTo>
                  <ns1:cubicBezTo>
                    <ns1:pt x="93" y="81"/>
                    <ns1:pt x="93" y="81"/>
                    <ns1:pt x="93" y="81"/>
                  </ns1:cubicBezTo>
                  <ns1:cubicBezTo>
                    <ns1:pt x="94" y="83"/>
                    <ns1:pt x="94" y="86"/>
                    <ns1:pt x="93" y="87"/>
                  </ns1:cubicBezTo>
                  <ns1:cubicBezTo>
                    <ns1:pt x="87" y="93"/>
                    <ns1:pt x="87" y="93"/>
                    <ns1:pt x="87" y="93"/>
                  </ns1:cubicBezTo>
                  <ns1:cubicBezTo>
                    <ns1:pt x="86" y="94"/>
                    <ns1:pt x="85" y="94"/>
                    <ns1:pt x="84" y="94"/>
                  </ns1:cubicBezTo>
                  <ns1:cubicBezTo>
                    <ns1:pt x="83" y="94"/>
                    <ns1:pt x="82" y="94"/>
                    <ns1:pt x="81" y="93"/>
                  </ns1:cubicBezTo>
                  <ns1:cubicBezTo>
                    <ns1:pt x="78" y="89"/>
                    <ns1:pt x="78" y="89"/>
                    <ns1:pt x="78" y="89"/>
                  </ns1:cubicBezTo>
                  <ns1:cubicBezTo>
                    <ns1:pt x="74" y="92"/>
                    <ns1:pt x="69" y="94"/>
                    <ns1:pt x="64" y="95"/>
                  </ns1:cubicBezTo>
                  <ns1:cubicBezTo>
                    <ns1:pt x="64" y="100"/>
                    <ns1:pt x="64" y="100"/>
                    <ns1:pt x="64" y="100"/>
                  </ns1:cubicBezTo>
                  <ns1:cubicBezTo>
                    <ns1:pt x="64" y="102"/>
                    <ns1:pt x="62" y="104"/>
                    <ns1:pt x="60" y="104"/>
                  </ns1:cubicBezTo>
                  <ns1:cubicBezTo>
                    <ns1:pt x="52" y="104"/>
                    <ns1:pt x="52" y="104"/>
                    <ns1:pt x="52" y="104"/>
                  </ns1:cubicBezTo>
                  <ns1:cubicBezTo>
                    <ns1:pt x="50" y="104"/>
                    <ns1:pt x="48" y="102"/>
                    <ns1:pt x="48" y="100"/>
                  </ns1:cubicBezTo>
                  <ns1:cubicBezTo>
                    <ns1:pt x="48" y="95"/>
                    <ns1:pt x="48" y="95"/>
                    <ns1:pt x="48" y="95"/>
                  </ns1:cubicBezTo>
                  <ns1:cubicBezTo>
                    <ns1:pt x="43" y="94"/>
                    <ns1:pt x="38" y="92"/>
                    <ns1:pt x="34" y="89"/>
                  </ns1:cubicBezTo>
                  <ns1:cubicBezTo>
                    <ns1:pt x="31" y="93"/>
                    <ns1:pt x="31" y="93"/>
                    <ns1:pt x="31" y="93"/>
                  </ns1:cubicBezTo>
                  <ns1:cubicBezTo>
                    <ns1:pt x="30" y="94"/>
                    <ns1:pt x="29" y="94"/>
                    <ns1:pt x="28" y="94"/>
                  </ns1:cubicBezTo>
                  <ns1:cubicBezTo>
                    <ns1:pt x="27" y="94"/>
                    <ns1:pt x="26" y="94"/>
                    <ns1:pt x="25" y="93"/>
                  </ns1:cubicBezTo>
                  <ns1:cubicBezTo>
                    <ns1:pt x="19" y="87"/>
                    <ns1:pt x="19" y="87"/>
                    <ns1:pt x="19" y="87"/>
                  </ns1:cubicBezTo>
                  <ns1:cubicBezTo>
                    <ns1:pt x="18" y="86"/>
                    <ns1:pt x="18" y="83"/>
                    <ns1:pt x="19" y="81"/>
                  </ns1:cubicBezTo>
                  <ns1:cubicBezTo>
                    <ns1:pt x="23" y="78"/>
                    <ns1:pt x="23" y="78"/>
                    <ns1:pt x="23" y="78"/>
                  </ns1:cubicBezTo>
                  <ns1:cubicBezTo>
                    <ns1:pt x="20" y="74"/>
                    <ns1:pt x="18" y="69"/>
                    <ns1:pt x="17" y="64"/>
                  </ns1:cubicBezTo>
                  <ns1:cubicBezTo>
                    <ns1:pt x="12" y="64"/>
                    <ns1:pt x="12" y="64"/>
                    <ns1:pt x="12" y="64"/>
                  </ns1:cubicBezTo>
                  <ns1:cubicBezTo>
                    <ns1:pt x="10" y="64"/>
                    <ns1:pt x="8" y="62"/>
                    <ns1:pt x="8" y="60"/>
                  </ns1:cubicBezTo>
                  <ns1:cubicBezTo>
                    <ns1:pt x="8" y="52"/>
                    <ns1:pt x="8" y="52"/>
                    <ns1:pt x="8" y="52"/>
                  </ns1:cubicBezTo>
                  <ns1:cubicBezTo>
                    <ns1:pt x="8" y="50"/>
                    <ns1:pt x="10" y="48"/>
                    <ns1:pt x="12" y="48"/>
                  </ns1:cubicBezTo>
                  <ns1:cubicBezTo>
                    <ns1:pt x="17" y="48"/>
                    <ns1:pt x="17" y="48"/>
                    <ns1:pt x="17" y="48"/>
                  </ns1:cubicBezTo>
                  <ns1:cubicBezTo>
                    <ns1:pt x="18" y="43"/>
                    <ns1:pt x="20" y="38"/>
                    <ns1:pt x="23" y="34"/>
                  </ns1:cubicBezTo>
                  <ns1:cubicBezTo>
                    <ns1:pt x="19" y="31"/>
                    <ns1:pt x="19" y="31"/>
                    <ns1:pt x="19" y="31"/>
                  </ns1:cubicBezTo>
                  <ns1:cubicBezTo>
                    <ns1:pt x="18" y="29"/>
                    <ns1:pt x="18" y="26"/>
                    <ns1:pt x="19" y="25"/>
                  </ns1:cubicBezTo>
                  <ns1:cubicBezTo>
                    <ns1:pt x="25" y="19"/>
                    <ns1:pt x="25" y="19"/>
                    <ns1:pt x="25" y="19"/>
                  </ns1:cubicBezTo>
                  <ns1:cubicBezTo>
                    <ns1:pt x="26" y="18"/>
                    <ns1:pt x="27" y="18"/>
                    <ns1:pt x="28" y="18"/>
                  </ns1:cubicBezTo>
                  <ns1:cubicBezTo>
                    <ns1:pt x="29" y="18"/>
                    <ns1:pt x="30" y="18"/>
                    <ns1:pt x="31" y="19"/>
                  </ns1:cubicBezTo>
                  <ns1:cubicBezTo>
                    <ns1:pt x="34" y="23"/>
                    <ns1:pt x="34" y="23"/>
                    <ns1:pt x="34" y="23"/>
                  </ns1:cubicBezTo>
                  <ns1:cubicBezTo>
                    <ns1:pt x="38" y="20"/>
                    <ns1:pt x="43" y="18"/>
                    <ns1:pt x="48" y="17"/>
                  </ns1:cubicBezTo>
                  <ns1:cubicBezTo>
                    <ns1:pt x="48" y="12"/>
                    <ns1:pt x="48" y="12"/>
                    <ns1:pt x="48" y="12"/>
                  </ns1:cubicBezTo>
                  <ns1:cubicBezTo>
                    <ns1:pt x="48" y="10"/>
                    <ns1:pt x="50" y="8"/>
                    <ns1:pt x="52" y="8"/>
                  </ns1:cubicBezTo>
                  <ns1:cubicBezTo>
                    <ns1:pt x="60" y="8"/>
                    <ns1:pt x="60" y="8"/>
                    <ns1:pt x="60" y="8"/>
                  </ns1:cubicBezTo>
                  <ns1:moveTo>
                    <ns1:pt x="60" y="0"/>
                  </ns1:moveTo>
                  <ns1:cubicBezTo>
                    <ns1:pt x="52" y="0"/>
                    <ns1:pt x="52" y="0"/>
                    <ns1:pt x="52" y="0"/>
                  </ns1:cubicBezTo>
                  <ns1:cubicBezTo>
                    <ns1:pt x="46" y="0"/>
                    <ns1:pt x="41" y="5"/>
                    <ns1:pt x="40" y="11"/>
                  </ns1:cubicBezTo>
                  <ns1:cubicBezTo>
                    <ns1:pt x="38" y="11"/>
                    <ns1:pt x="37" y="12"/>
                    <ns1:pt x="35" y="13"/>
                  </ns1:cubicBezTo>
                  <ns1:cubicBezTo>
                    <ns1:pt x="33" y="11"/>
                    <ns1:pt x="31" y="10"/>
                    <ns1:pt x="28" y="10"/>
                  </ns1:cubicBezTo>
                  <ns1:cubicBezTo>
                    <ns1:pt x="25" y="10"/>
                    <ns1:pt x="21" y="11"/>
                    <ns1:pt x="19" y="14"/>
                  </ns1:cubicBezTo>
                  <ns1:cubicBezTo>
                    <ns1:pt x="14" y="19"/>
                    <ns1:pt x="14" y="19"/>
                    <ns1:pt x="14" y="19"/>
                  </ns1:cubicBezTo>
                  <ns1:cubicBezTo>
                    <ns1:pt x="11" y="22"/>
                    <ns1:pt x="10" y="25"/>
                    <ns1:pt x="10" y="28"/>
                  </ns1:cubicBezTo>
                  <ns1:cubicBezTo>
                    <ns1:pt x="10" y="31"/>
                    <ns1:pt x="11" y="33"/>
                    <ns1:pt x="13" y="35"/>
                  </ns1:cubicBezTo>
                  <ns1:cubicBezTo>
                    <ns1:pt x="12" y="37"/>
                    <ns1:pt x="11" y="38"/>
                    <ns1:pt x="11" y="40"/>
                  </ns1:cubicBezTo>
                  <ns1:cubicBezTo>
                    <ns1:pt x="5" y="41"/>
                    <ns1:pt x="0" y="46"/>
                    <ns1:pt x="0" y="52"/>
                  </ns1:cubicBezTo>
                  <ns1:cubicBezTo>
                    <ns1:pt x="0" y="60"/>
                    <ns1:pt x="0" y="60"/>
                    <ns1:pt x="0" y="60"/>
                  </ns1:cubicBezTo>
                  <ns1:cubicBezTo>
                    <ns1:pt x="0" y="66"/>
                    <ns1:pt x="5" y="71"/>
                    <ns1:pt x="11" y="72"/>
                  </ns1:cubicBezTo>
                  <ns1:cubicBezTo>
                    <ns1:pt x="11" y="74"/>
                    <ns1:pt x="12" y="75"/>
                    <ns1:pt x="13" y="77"/>
                  </ns1:cubicBezTo>
                  <ns1:cubicBezTo>
                    <ns1:pt x="11" y="79"/>
                    <ns1:pt x="10" y="81"/>
                    <ns1:pt x="10" y="84"/>
                  </ns1:cubicBezTo>
                  <ns1:cubicBezTo>
                    <ns1:pt x="10" y="87"/>
                    <ns1:pt x="11" y="91"/>
                    <ns1:pt x="14" y="93"/>
                  </ns1:cubicBezTo>
                  <ns1:cubicBezTo>
                    <ns1:pt x="19" y="98"/>
                    <ns1:pt x="19" y="98"/>
                    <ns1:pt x="19" y="98"/>
                  </ns1:cubicBezTo>
                  <ns1:cubicBezTo>
                    <ns1:pt x="21" y="101"/>
                    <ns1:pt x="25" y="102"/>
                    <ns1:pt x="28" y="102"/>
                  </ns1:cubicBezTo>
                  <ns1:cubicBezTo>
                    <ns1:pt x="31" y="102"/>
                    <ns1:pt x="33" y="101"/>
                    <ns1:pt x="35" y="99"/>
                  </ns1:cubicBezTo>
                  <ns1:cubicBezTo>
                    <ns1:pt x="37" y="100"/>
                    <ns1:pt x="38" y="101"/>
                    <ns1:pt x="40" y="101"/>
                  </ns1:cubicBezTo>
                  <ns1:cubicBezTo>
                    <ns1:pt x="41" y="107"/>
                    <ns1:pt x="46" y="112"/>
                    <ns1:pt x="52" y="112"/>
                  </ns1:cubicBezTo>
                  <ns1:cubicBezTo>
                    <ns1:pt x="60" y="112"/>
                    <ns1:pt x="60" y="112"/>
                    <ns1:pt x="60" y="112"/>
                  </ns1:cubicBezTo>
                  <ns1:cubicBezTo>
                    <ns1:pt x="66" y="112"/>
                    <ns1:pt x="71" y="107"/>
                    <ns1:pt x="72" y="101"/>
                  </ns1:cubicBezTo>
                  <ns1:cubicBezTo>
                    <ns1:pt x="74" y="101"/>
                    <ns1:pt x="75" y="100"/>
                    <ns1:pt x="77" y="99"/>
                  </ns1:cubicBezTo>
                  <ns1:cubicBezTo>
                    <ns1:pt x="79" y="101"/>
                    <ns1:pt x="81" y="102"/>
                    <ns1:pt x="84" y="102"/>
                  </ns1:cubicBezTo>
                  <ns1:cubicBezTo>
                    <ns1:pt x="87" y="102"/>
                    <ns1:pt x="91" y="101"/>
                    <ns1:pt x="93" y="98"/>
                  </ns1:cubicBezTo>
                  <ns1:cubicBezTo>
                    <ns1:pt x="98" y="93"/>
                    <ns1:pt x="98" y="93"/>
                    <ns1:pt x="98" y="93"/>
                  </ns1:cubicBezTo>
                  <ns1:cubicBezTo>
                    <ns1:pt x="101" y="91"/>
                    <ns1:pt x="102" y="87"/>
                    <ns1:pt x="102" y="84"/>
                  </ns1:cubicBezTo>
                  <ns1:cubicBezTo>
                    <ns1:pt x="102" y="81"/>
                    <ns1:pt x="101" y="79"/>
                    <ns1:pt x="99" y="77"/>
                  </ns1:cubicBezTo>
                  <ns1:cubicBezTo>
                    <ns1:pt x="100" y="75"/>
                    <ns1:pt x="101" y="74"/>
                    <ns1:pt x="101" y="72"/>
                  </ns1:cubicBezTo>
                  <ns1:cubicBezTo>
                    <ns1:pt x="107" y="71"/>
                    <ns1:pt x="112" y="66"/>
                    <ns1:pt x="112" y="60"/>
                  </ns1:cubicBezTo>
                  <ns1:cubicBezTo>
                    <ns1:pt x="112" y="52"/>
                    <ns1:pt x="112" y="52"/>
                    <ns1:pt x="112" y="52"/>
                  </ns1:cubicBezTo>
                  <ns1:cubicBezTo>
                    <ns1:pt x="112" y="46"/>
                    <ns1:pt x="107" y="41"/>
                    <ns1:pt x="101" y="40"/>
                  </ns1:cubicBezTo>
                  <ns1:cubicBezTo>
                    <ns1:pt x="101" y="38"/>
                    <ns1:pt x="100" y="37"/>
                    <ns1:pt x="99" y="35"/>
                  </ns1:cubicBezTo>
                  <ns1:cubicBezTo>
                    <ns1:pt x="101" y="33"/>
                    <ns1:pt x="102" y="31"/>
                    <ns1:pt x="102" y="28"/>
                  </ns1:cubicBezTo>
                  <ns1:cubicBezTo>
                    <ns1:pt x="102" y="25"/>
                    <ns1:pt x="101" y="22"/>
                    <ns1:pt x="98" y="19"/>
                  </ns1:cubicBezTo>
                  <ns1:cubicBezTo>
                    <ns1:pt x="93" y="14"/>
                    <ns1:pt x="93" y="14"/>
                    <ns1:pt x="93" y="14"/>
                  </ns1:cubicBezTo>
                  <ns1:cubicBezTo>
                    <ns1:pt x="91" y="11"/>
                    <ns1:pt x="87" y="10"/>
                    <ns1:pt x="84" y="10"/>
                  </ns1:cubicBezTo>
                  <ns1:cubicBezTo>
                    <ns1:pt x="81" y="10"/>
                    <ns1:pt x="79" y="11"/>
                    <ns1:pt x="77" y="13"/>
                  </ns1:cubicBezTo>
                  <ns1:cubicBezTo>
                    <ns1:pt x="75" y="12"/>
                    <ns1:pt x="74" y="11"/>
                    <ns1:pt x="72" y="11"/>
                  </ns1:cubicBezTo>
                  <ns1:cubicBezTo>
                    <ns1:pt x="71" y="5"/>
                    <ns1:pt x="66" y="0"/>
                    <ns1:pt x="60" y="0"/>
                  </ns1:cubicBezTo>
                  <ns1:close/>
                </ns1:path>
              </ns1:pathLst>
            </ns1:custGeom>
            <ns1:grpFill/>
            <ns1:ln>
              <ns1:noFill/>
            </ns1:ln>
            <ns1:extLst>
              <ns1:ext uri="{91240B29-F687-4F45-9708-019B960494DF}">
                <ns2:hiddenLine w="9525">
                  <ns1:solidFill>
                    <ns1:srgbClr val="000000"/>
                  </ns1:solidFill>
                  <ns1:round/>
                  <ns1:headEnd/>
                  <ns1:tailEnd/>
                </ns2:hiddenLine>
              </ns1:ext>
            </ns1:extLst>
          </ns0:spPr>
          <ns0:txBody>
            <ns1:bodyPr vert="horz" wrap="square" lIns="91440" tIns="45720" rIns="91440" bIns="45720" numCol="1" anchor="t" anchorCtr="0" compatLnSpc="1">
              <ns1:prstTxWarp prst="textNoShape">
                <ns1:avLst/>
              </ns1:prstTxWarp>
            </ns1:bodyPr>
            <ns1:lstStyle/>
            <ns1:p>
              <ns1:endParaRPr lang="id-ID" sz="2700"/>
            </ns1:p>
          </ns0:txBody>
        </ns0:sp>
        <ns0:sp>
          <ns0:nvSpPr>
            <ns0:cNvPr id="141" name="Freeform 10"/>
            <ns0:cNvSpPr>
              <ns1:spLocks noEditPoints="1"/>
            </ns0:cNvSpPr>
            <ns0:nvPr/>
          </ns0:nvSpPr>
          <ns0:spPr bwMode="auto">
            <ns1:xfrm>
              <ns1:off x="1411288" y="701675"/>
              <ns1:ext cx="195263" cy="196850"/>
            </ns1:xfrm>
            <ns1:custGeom>
              <ns1:avLst/>
              <ns1:gdLst>
                <ns1:gd name="T0" fmla="*/ 26 w 52"/>
                <ns1:gd name="T1" fmla="*/ 52 h 52"/>
                <ns1:gd name="T2" fmla="*/ 0 w 52"/>
                <ns1:gd name="T3" fmla="*/ 26 h 52"/>
                <ns1:gd name="T4" fmla="*/ 26 w 52"/>
                <ns1:gd name="T5" fmla="*/ 0 h 52"/>
                <ns1:gd name="T6" fmla="*/ 52 w 52"/>
                <ns1:gd name="T7" fmla="*/ 26 h 52"/>
                <ns1:gd name="T8" fmla="*/ 26 w 52"/>
                <ns1:gd name="T9" fmla="*/ 52 h 52"/>
                <ns1:gd name="T10" fmla="*/ 26 w 52"/>
                <ns1:gd name="T11" fmla="*/ 4 h 52"/>
                <ns1:gd name="T12" fmla="*/ 4 w 52"/>
                <ns1:gd name="T13" fmla="*/ 26 h 52"/>
                <ns1:gd name="T14" fmla="*/ 26 w 52"/>
                <ns1:gd name="T15" fmla="*/ 48 h 52"/>
                <ns1:gd name="T16" fmla="*/ 48 w 52"/>
                <ns1:gd name="T17" fmla="*/ 26 h 52"/>
                <ns1:gd name="T18" fmla="*/ 26 w 52"/>
                <ns1:gd name="T19" fmla="*/ 4 h 52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  <ns1:cxn ang="0">
                  <ns1:pos x="T14" y="T15"/>
                </ns1:cxn>
                <ns1:cxn ang="0">
                  <ns1:pos x="T16" y="T17"/>
                </ns1:cxn>
                <ns1:cxn ang="0">
                  <ns1:pos x="T18" y="T19"/>
                </ns1:cxn>
              </ns1:cxnLst>
              <ns1:rect l="0" t="0" r="r" b="b"/>
              <ns1:pathLst>
                <ns1:path w="52" h="52">
                  <ns1:moveTo>
                    <ns1:pt x="26" y="52"/>
                  </ns1:moveTo>
                  <ns1:cubicBezTo>
                    <ns1:pt x="12" y="52"/>
                    <ns1:pt x="0" y="40"/>
                    <ns1:pt x="0" y="26"/>
                  </ns1:cubicBezTo>
                  <ns1:cubicBezTo>
                    <ns1:pt x="0" y="12"/>
                    <ns1:pt x="12" y="0"/>
                    <ns1:pt x="26" y="0"/>
                  </ns1:cubicBezTo>
                  <ns1:cubicBezTo>
                    <ns1:pt x="40" y="0"/>
                    <ns1:pt x="52" y="12"/>
                    <ns1:pt x="52" y="26"/>
                  </ns1:cubicBezTo>
                  <ns1:cubicBezTo>
                    <ns1:pt x="52" y="40"/>
                    <ns1:pt x="40" y="52"/>
                    <ns1:pt x="26" y="52"/>
                  </ns1:cubicBezTo>
                  <ns1:close/>
                  <ns1:moveTo>
                    <ns1:pt x="26" y="4"/>
                  </ns1:moveTo>
                  <ns1:cubicBezTo>
                    <ns1:pt x="14" y="4"/>
                    <ns1:pt x="4" y="14"/>
                    <ns1:pt x="4" y="26"/>
                  </ns1:cubicBezTo>
                  <ns1:cubicBezTo>
                    <ns1:pt x="4" y="38"/>
                    <ns1:pt x="14" y="48"/>
                    <ns1:pt x="26" y="48"/>
                  </ns1:cubicBezTo>
                  <ns1:cubicBezTo>
                    <ns1:pt x="38" y="48"/>
                    <ns1:pt x="48" y="38"/>
                    <ns1:pt x="48" y="26"/>
                  </ns1:cubicBezTo>
                  <ns1:cubicBezTo>
                    <ns1:pt x="48" y="14"/>
                    <ns1:pt x="38" y="4"/>
                    <ns1:pt x="26" y="4"/>
                  </ns1:cubicBezTo>
                  <ns1:close/>
                </ns1:path>
              </ns1:pathLst>
            </ns1:custGeom>
            <ns1:grpFill/>
            <ns1:ln>
              <ns1:noFill/>
            </ns1:ln>
            <ns1:extLst>
              <ns1:ext uri="{91240B29-F687-4F45-9708-019B960494DF}">
                <ns2:hiddenLine w="9525">
                  <ns1:solidFill>
                    <ns1:srgbClr val="000000"/>
                  </ns1:solidFill>
                  <ns1:round/>
                  <ns1:headEnd/>
                  <ns1:tailEnd/>
                </ns2:hiddenLine>
              </ns1:ext>
            </ns1:extLst>
          </ns0:spPr>
          <ns0:txBody>
            <ns1:bodyPr vert="horz" wrap="square" lIns="91440" tIns="45720" rIns="91440" bIns="45720" numCol="1" anchor="t" anchorCtr="0" compatLnSpc="1">
              <ns1:prstTxWarp prst="textNoShape">
                <ns1:avLst/>
              </ns1:prstTxWarp>
            </ns1:bodyPr>
            <ns1:lstStyle/>
            <ns1:p>
              <ns1:endParaRPr lang="id-ID" sz="2700"/>
            </ns1:p>
          </ns0:txBody>
        </ns0:sp>
        <ns0:sp>
          <ns0:nvSpPr>
            <ns0:cNvPr id="142" name="Freeform 11"/>
            <ns0:cNvSpPr>
              <ns1:spLocks noEditPoints="1"/>
            </ns0:cNvSpPr>
            <ns0:nvPr/>
          </ns0:nvSpPr>
          <ns0:spPr bwMode="auto">
            <ns1:xfrm>
              <ns1:off x="1455738" y="747713"/>
              <ns1:ext cx="106363" cy="106363"/>
            </ns1:xfrm>
            <ns1:custGeom>
              <ns1:avLst/>
              <ns1:gdLst>
                <ns1:gd name="T0" fmla="*/ 14 w 28"/>
                <ns1:gd name="T1" fmla="*/ 28 h 28"/>
                <ns1:gd name="T2" fmla="*/ 0 w 28"/>
                <ns1:gd name="T3" fmla="*/ 14 h 28"/>
                <ns1:gd name="T4" fmla="*/ 14 w 28"/>
                <ns1:gd name="T5" fmla="*/ 0 h 28"/>
                <ns1:gd name="T6" fmla="*/ 28 w 28"/>
                <ns1:gd name="T7" fmla="*/ 14 h 28"/>
                <ns1:gd name="T8" fmla="*/ 14 w 28"/>
                <ns1:gd name="T9" fmla="*/ 28 h 28"/>
                <ns1:gd name="T10" fmla="*/ 14 w 28"/>
                <ns1:gd name="T11" fmla="*/ 4 h 28"/>
                <ns1:gd name="T12" fmla="*/ 4 w 28"/>
                <ns1:gd name="T13" fmla="*/ 14 h 28"/>
                <ns1:gd name="T14" fmla="*/ 14 w 28"/>
                <ns1:gd name="T15" fmla="*/ 24 h 28"/>
                <ns1:gd name="T16" fmla="*/ 24 w 28"/>
                <ns1:gd name="T17" fmla="*/ 14 h 28"/>
                <ns1:gd name="T18" fmla="*/ 14 w 28"/>
                <ns1:gd name="T19" fmla="*/ 4 h 28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  <ns1:cxn ang="0">
                  <ns1:pos x="T14" y="T15"/>
                </ns1:cxn>
                <ns1:cxn ang="0">
                  <ns1:pos x="T16" y="T17"/>
                </ns1:cxn>
                <ns1:cxn ang="0">
                  <ns1:pos x="T18" y="T19"/>
                </ns1:cxn>
              </ns1:cxnLst>
              <ns1:rect l="0" t="0" r="r" b="b"/>
              <ns1:pathLst>
                <ns1:path w="28" h="28">
                  <ns1:moveTo>
                    <ns1:pt x="14" y="28"/>
                  </ns1:moveTo>
                  <ns1:cubicBezTo>
                    <ns1:pt x="6" y="28"/>
                    <ns1:pt x="0" y="22"/>
                    <ns1:pt x="0" y="14"/>
                  </ns1:cubicBezTo>
                  <ns1:cubicBezTo>
                    <ns1:pt x="0" y="6"/>
                    <ns1:pt x="6" y="0"/>
                    <ns1:pt x="14" y="0"/>
                  </ns1:cubicBezTo>
                  <ns1:cubicBezTo>
                    <ns1:pt x="22" y="0"/>
                    <ns1:pt x="28" y="6"/>
                    <ns1:pt x="28" y="14"/>
                  </ns1:cubicBezTo>
                  <ns1:cubicBezTo>
                    <ns1:pt x="28" y="22"/>
                    <ns1:pt x="22" y="28"/>
                    <ns1:pt x="14" y="28"/>
                  </ns1:cubicBezTo>
                  <ns1:close/>
                  <ns1:moveTo>
                    <ns1:pt x="14" y="4"/>
                  </ns1:moveTo>
                  <ns1:cubicBezTo>
                    <ns1:pt x="8" y="4"/>
                    <ns1:pt x="4" y="8"/>
                    <ns1:pt x="4" y="14"/>
                  </ns1:cubicBezTo>
                  <ns1:cubicBezTo>
                    <ns1:pt x="4" y="20"/>
                    <ns1:pt x="8" y="24"/>
                    <ns1:pt x="14" y="24"/>
                  </ns1:cubicBezTo>
                  <ns1:cubicBezTo>
                    <ns1:pt x="20" y="24"/>
                    <ns1:pt x="24" y="20"/>
                    <ns1:pt x="24" y="14"/>
                  </ns1:cubicBezTo>
                  <ns1:cubicBezTo>
                    <ns1:pt x="24" y="8"/>
                    <ns1:pt x="20" y="4"/>
                    <ns1:pt x="14" y="4"/>
                  </ns1:cubicBezTo>
                  <ns1:close/>
                </ns1:path>
              </ns1:pathLst>
            </ns1:custGeom>
            <ns1:grpFill/>
            <ns1:ln>
              <ns1:noFill/>
            </ns1:ln>
            <ns1:extLst>
              <ns1:ext uri="{91240B29-F687-4F45-9708-019B960494DF}">
                <ns2:hiddenLine w="9525">
                  <ns1:solidFill>
                    <ns1:srgbClr val="000000"/>
                  </ns1:solidFill>
                  <ns1:round/>
                  <ns1:headEnd/>
                  <ns1:tailEnd/>
                </ns2:hiddenLine>
              </ns1:ext>
            </ns1:extLst>
          </ns0:spPr>
          <ns0:txBody>
            <ns1:bodyPr vert="horz" wrap="square" lIns="91440" tIns="45720" rIns="91440" bIns="45720" numCol="1" anchor="t" anchorCtr="0" compatLnSpc="1">
              <ns1:prstTxWarp prst="textNoShape">
                <ns1:avLst/>
              </ns1:prstTxWarp>
            </ns1:bodyPr>
            <ns1:lstStyle/>
            <ns1:p>
              <ns1:endParaRPr lang="id-ID" sz="2700"/>
            </ns1:p>
          </ns0:txBody>
        </ns0:sp>
      </ns0:grpSp>
      <ns0:grpSp>
        <ns0:nvGrpSpPr>
          <ns0:cNvPr id="143" name="Group 142"/>
          <ns0:cNvGrpSpPr/>
          <ns0:nvPr/>
        </ns0:nvGrpSpPr>
        <ns0:grpSpPr>
          <ns1:xfrm>
            <ns1:off x="2273270" y="3612351"/>
            <ns1:ext cx="403766" cy="405040"/>
            <ns1:chOff x="1727201" y="319088"/>
            <ns1:chExt cx="503237" cy="504825"/>
          </ns1:xfrm>
          <ns1:solidFill>
            <ns1:schemeClr val="tx1"/>
          </ns1:solidFill>
        </ns0:grpSpPr>
        <ns0:sp>
          <ns0:nvSpPr>
            <ns0:cNvPr id="144" name="Freeform 15"/>
            <ns0:cNvSpPr>
              <ns1:spLocks/>
            </ns0:cNvSpPr>
            <ns0:nvPr/>
          </ns0:nvSpPr>
          <ns0:spPr bwMode="auto">
            <ns1:xfrm>
              <ns1:off x="1812925" y="406400"/>
              <ns1:ext cx="120650" cy="119062"/>
            </ns1:xfrm>
            <ns1:custGeom>
              <ns1:avLst/>
              <ns1:gdLst>
                <ns1:gd name="T0" fmla="*/ 30 w 32"/>
                <ns1:gd name="T1" fmla="*/ 0 h 32"/>
                <ns1:gd name="T2" fmla="*/ 0 w 32"/>
                <ns1:gd name="T3" fmla="*/ 30 h 32"/>
                <ns1:gd name="T4" fmla="*/ 2 w 32"/>
                <ns1:gd name="T5" fmla="*/ 32 h 32"/>
                <ns1:gd name="T6" fmla="*/ 4 w 32"/>
                <ns1:gd name="T7" fmla="*/ 30 h 32"/>
                <ns1:gd name="T8" fmla="*/ 30 w 32"/>
                <ns1:gd name="T9" fmla="*/ 4 h 32"/>
                <ns1:gd name="T10" fmla="*/ 32 w 32"/>
                <ns1:gd name="T11" fmla="*/ 2 h 32"/>
                <ns1:gd name="T12" fmla="*/ 30 w 32"/>
                <ns1:gd name="T13" fmla="*/ 0 h 32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</ns1:cxnLst>
              <ns1:rect l="0" t="0" r="r" b="b"/>
              <ns1:pathLst>
                <ns1:path w="32" h="32">
                  <ns1:moveTo>
                    <ns1:pt x="30" y="0"/>
                  </ns1:moveTo>
                  <ns1:cubicBezTo>
                    <ns1:pt x="13" y="0"/>
                    <ns1:pt x="0" y="13"/>
                    <ns1:pt x="0" y="30"/>
                  </ns1:cubicBezTo>
                  <ns1:cubicBezTo>
                    <ns1:pt x="0" y="31"/>
                    <ns1:pt x="1" y="32"/>
                    <ns1:pt x="2" y="32"/>
                  </ns1:cubicBezTo>
                  <ns1:cubicBezTo>
                    <ns1:pt x="3" y="32"/>
                    <ns1:pt x="4" y="31"/>
                    <ns1:pt x="4" y="30"/>
                  </ns1:cubicBezTo>
                  <ns1:cubicBezTo>
                    <ns1:pt x="4" y="15"/>
                    <ns1:pt x="15" y="4"/>
                    <ns1:pt x="30" y="4"/>
                  </ns1:cubicBezTo>
                  <ns1:cubicBezTo>
                    <ns1:pt x="31" y="4"/>
                    <ns1:pt x="32" y="3"/>
                    <ns1:pt x="32" y="2"/>
                  </ns1:cubicBezTo>
                  <ns1:cubicBezTo>
                    <ns1:pt x="32" y="1"/>
                    <ns1:pt x="31" y="0"/>
                    <ns1:pt x="30" y="0"/>
                  </ns1:cubicBezTo>
                  <ns1:close/>
                </ns1:path>
              </ns1:pathLst>
            </ns1:custGeom>
            <ns1:grpFill/>
            <ns1:ln>
              <ns1:noFill/>
            </ns1:ln>
            <ns1:extLst>
              <ns1:ext uri="{91240B29-F687-4F45-9708-019B960494DF}">
                <ns2:hiddenLine w="9525">
                  <ns1:solidFill>
                    <ns1:srgbClr val="000000"/>
                  </ns1:solidFill>
                  <ns1:round/>
                  <ns1:headEnd/>
                  <ns1:tailEnd/>
                </ns2:hiddenLine>
              </ns1:ext>
            </ns1:extLst>
          </ns0:spPr>
          <ns0:txBody>
            <ns1:bodyPr vert="horz" wrap="square" lIns="91440" tIns="45720" rIns="91440" bIns="45720" numCol="1" anchor="t" anchorCtr="0" compatLnSpc="1">
              <ns1:prstTxWarp prst="textNoShape">
                <ns1:avLst/>
              </ns1:prstTxWarp>
            </ns1:bodyPr>
            <ns1:lstStyle/>
            <ns1:p>
              <ns1:endParaRPr lang="id-ID" sz="2700"/>
            </ns1:p>
          </ns0:txBody>
        </ns0:sp>
        <ns0:sp>
          <ns0:nvSpPr>
            <ns0:cNvPr id="145" name="Freeform 16"/>
            <ns0:cNvSpPr>
              <ns1:spLocks noEditPoints="1"/>
            </ns0:cNvSpPr>
            <ns0:nvPr/>
          </ns0:nvSpPr>
          <ns0:spPr bwMode="auto">
            <ns1:xfrm>
              <ns1:off x="1727201" y="319088"/>
              <ns1:ext cx="503237" cy="504825"/>
            </ns1:xfrm>
            <ns1:custGeom>
              <ns1:avLst/>
              <ns1:gdLst>
                <ns1:gd name="T0" fmla="*/ 131 w 134"/>
                <ns1:gd name="T1" fmla="*/ 120 h 134"/>
                <ns1:gd name="T2" fmla="*/ 102 w 134"/>
                <ns1:gd name="T3" fmla="*/ 91 h 134"/>
                <ns1:gd name="T4" fmla="*/ 95 w 134"/>
                <ns1:gd name="T5" fmla="*/ 90 h 134"/>
                <ns1:gd name="T6" fmla="*/ 89 w 134"/>
                <ns1:gd name="T7" fmla="*/ 84 h 134"/>
                <ns1:gd name="T8" fmla="*/ 89 w 134"/>
                <ns1:gd name="T9" fmla="*/ 84 h 134"/>
                <ns1:gd name="T10" fmla="*/ 87 w 134"/>
                <ns1:gd name="T11" fmla="*/ 19 h 134"/>
                <ns1:gd name="T12" fmla="*/ 19 w 134"/>
                <ns1:gd name="T13" fmla="*/ 19 h 134"/>
                <ns1:gd name="T14" fmla="*/ 19 w 134"/>
                <ns1:gd name="T15" fmla="*/ 87 h 134"/>
                <ns1:gd name="T16" fmla="*/ 84 w 134"/>
                <ns1:gd name="T17" fmla="*/ 89 h 134"/>
                <ns1:gd name="T18" fmla="*/ 84 w 134"/>
                <ns1:gd name="T19" fmla="*/ 89 h 134"/>
                <ns1:gd name="T20" fmla="*/ 90 w 134"/>
                <ns1:gd name="T21" fmla="*/ 95 h 134"/>
                <ns1:gd name="T22" fmla="*/ 91 w 134"/>
                <ns1:gd name="T23" fmla="*/ 102 h 134"/>
                <ns1:gd name="T24" fmla="*/ 120 w 134"/>
                <ns1:gd name="T25" fmla="*/ 131 h 134"/>
                <ns1:gd name="T26" fmla="*/ 130 w 134"/>
                <ns1:gd name="T27" fmla="*/ 130 h 134"/>
                <ns1:gd name="T28" fmla="*/ 131 w 134"/>
                <ns1:gd name="T29" fmla="*/ 120 h 134"/>
                <ns1:gd name="T30" fmla="*/ 81 w 134"/>
                <ns1:gd name="T31" fmla="*/ 81 h 134"/>
                <ns1:gd name="T32" fmla="*/ 24 w 134"/>
                <ns1:gd name="T33" fmla="*/ 81 h 134"/>
                <ns1:gd name="T34" fmla="*/ 24 w 134"/>
                <ns1:gd name="T35" fmla="*/ 24 h 134"/>
                <ns1:gd name="T36" fmla="*/ 81 w 134"/>
                <ns1:gd name="T37" fmla="*/ 24 h 134"/>
                <ns1:gd name="T38" fmla="*/ 81 w 134"/>
                <ns1:gd name="T39" fmla="*/ 81 h 134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  <ns1:cxn ang="0">
                  <ns1:pos x="T14" y="T15"/>
                </ns1:cxn>
                <ns1:cxn ang="0">
                  <ns1:pos x="T16" y="T17"/>
                </ns1:cxn>
                <ns1:cxn ang="0">
                  <ns1:pos x="T18" y="T19"/>
                </ns1:cxn>
                <ns1:cxn ang="0">
                  <ns1:pos x="T20" y="T21"/>
                </ns1:cxn>
                <ns1:cxn ang="0">
                  <ns1:pos x="T22" y="T23"/>
                </ns1:cxn>
                <ns1:cxn ang="0">
                  <ns1:pos x="T24" y="T25"/>
                </ns1:cxn>
                <ns1:cxn ang="0">
                  <ns1:pos x="T26" y="T27"/>
                </ns1:cxn>
                <ns1:cxn ang="0">
                  <ns1:pos x="T28" y="T29"/>
                </ns1:cxn>
                <ns1:cxn ang="0">
                  <ns1:pos x="T30" y="T31"/>
                </ns1:cxn>
                <ns1:cxn ang="0">
                  <ns1:pos x="T32" y="T33"/>
                </ns1:cxn>
                <ns1:cxn ang="0">
                  <ns1:pos x="T34" y="T35"/>
                </ns1:cxn>
                <ns1:cxn ang="0">
                  <ns1:pos x="T36" y="T37"/>
                </ns1:cxn>
                <ns1:cxn ang="0">
                  <ns1:pos x="T38" y="T39"/>
                </ns1:cxn>
              </ns1:cxnLst>
              <ns1:rect l="0" t="0" r="r" b="b"/>
              <ns1:pathLst>
                <ns1:path w="134" h="134">
                  <ns1:moveTo>
                    <ns1:pt x="131" y="120"/>
                  </ns1:moveTo>
                  <ns1:cubicBezTo>
                    <ns1:pt x="102" y="91"/>
                    <ns1:pt x="102" y="91"/>
                    <ns1:pt x="102" y="91"/>
                  </ns1:cubicBezTo>
                  <ns1:cubicBezTo>
                    <ns1:pt x="100" y="89"/>
                    <ns1:pt x="98" y="89"/>
                    <ns1:pt x="95" y="90"/>
                  </ns1:cubicBezTo>
                  <ns1:cubicBezTo>
                    <ns1:pt x="89" y="84"/>
                    <ns1:pt x="89" y="84"/>
                    <ns1:pt x="89" y="84"/>
                  </ns1:cubicBezTo>
                  <ns1:cubicBezTo>
                    <ns1:pt x="89" y="84"/>
                    <ns1:pt x="89" y="84"/>
                    <ns1:pt x="89" y="84"/>
                  </ns1:cubicBezTo>
                  <ns1:cubicBezTo>
                    <ns1:pt x="105" y="65"/>
                    <ns1:pt x="104" y="36"/>
                    <ns1:pt x="87" y="19"/>
                  </ns1:cubicBezTo>
                  <ns1:cubicBezTo>
                    <ns1:pt x="68" y="0"/>
                    <ns1:pt x="38" y="0"/>
                    <ns1:pt x="19" y="19"/>
                  </ns1:cubicBezTo>
                  <ns1:cubicBezTo>
                    <ns1:pt x="0" y="37"/>
                    <ns1:pt x="0" y="68"/>
                    <ns1:pt x="19" y="87"/>
                  </ns1:cubicBezTo>
                  <ns1:cubicBezTo>
                    <ns1:pt x="37" y="104"/>
                    <ns1:pt x="65" y="105"/>
                    <ns1:pt x="84" y="89"/>
                  </ns1:cubicBezTo>
                  <ns1:cubicBezTo>
                    <ns1:pt x="84" y="89"/>
                    <ns1:pt x="84" y="89"/>
                    <ns1:pt x="84" y="89"/>
                  </ns1:cubicBezTo>
                  <ns1:cubicBezTo>
                    <ns1:pt x="90" y="95"/>
                    <ns1:pt x="90" y="95"/>
                    <ns1:pt x="90" y="95"/>
                  </ns1:cubicBezTo>
                  <ns1:cubicBezTo>
                    <ns1:pt x="89" y="98"/>
                    <ns1:pt x="89" y="100"/>
                    <ns1:pt x="91" y="102"/>
                  </ns1:cubicBezTo>
                  <ns1:cubicBezTo>
                    <ns1:pt x="120" y="131"/>
                    <ns1:pt x="120" y="131"/>
                    <ns1:pt x="120" y="131"/>
                  </ns1:cubicBezTo>
                  <ns1:cubicBezTo>
                    <ns1:pt x="122" y="134"/>
                    <ns1:pt x="127" y="133"/>
                    <ns1:pt x="130" y="130"/>
                  </ns1:cubicBezTo>
                  <ns1:cubicBezTo>
                    <ns1:pt x="133" y="127"/>
                    <ns1:pt x="134" y="122"/>
                    <ns1:pt x="131" y="120"/>
                  </ns1:cubicBezTo>
                  <ns1:close/>
                  <ns1:moveTo>
                    <ns1:pt x="81" y="81"/>
                  </ns1:moveTo>
                  <ns1:cubicBezTo>
                    <ns1:pt x="65" y="97"/>
                    <ns1:pt x="40" y="97"/>
                    <ns1:pt x="24" y="81"/>
                  </ns1:cubicBezTo>
                  <ns1:cubicBezTo>
                    <ns1:pt x="9" y="65"/>
                    <ns1:pt x="9" y="40"/>
                    <ns1:pt x="24" y="24"/>
                  </ns1:cubicBezTo>
                  <ns1:cubicBezTo>
                    <ns1:pt x="40" y="9"/>
                    <ns1:pt x="65" y="9"/>
                    <ns1:pt x="81" y="24"/>
                  </ns1:cubicBezTo>
                  <ns1:cubicBezTo>
                    <ns1:pt x="97" y="40"/>
                    <ns1:pt x="97" y="65"/>
                    <ns1:pt x="81" y="81"/>
                  </ns1:cubicBezTo>
                  <ns1:close/>
                </ns1:path>
              </ns1:pathLst>
            </ns1:custGeom>
            <ns1:grpFill/>
            <ns1:ln>
              <ns1:noFill/>
            </ns1:ln>
            <ns1:extLst>
              <ns1:ext uri="{91240B29-F687-4F45-9708-019B960494DF}">
                <ns2:hiddenLine w="9525">
                  <ns1:solidFill>
                    <ns1:srgbClr val="000000"/>
                  </ns1:solidFill>
                  <ns1:round/>
                  <ns1:headEnd/>
                  <ns1:tailEnd/>
                </ns2:hiddenLine>
              </ns1:ext>
            </ns1:extLst>
          </ns0:spPr>
          <ns0:txBody>
            <ns1:bodyPr vert="horz" wrap="square" lIns="91440" tIns="45720" rIns="91440" bIns="45720" numCol="1" anchor="t" anchorCtr="0" compatLnSpc="1">
              <ns1:prstTxWarp prst="textNoShape">
                <ns1:avLst/>
              </ns1:prstTxWarp>
            </ns1:bodyPr>
            <ns1:lstStyle/>
            <ns1:p>
              <ns1:endParaRPr lang="id-ID" sz="2700"/>
            </ns1:p>
          </ns0:txBody>
        </ns0:sp>
      </ns0:grpSp>
      <ns0:grpSp>
        <ns0:nvGrpSpPr>
          <ns0:cNvPr id="146" name="Group 145"/>
          <ns0:cNvGrpSpPr/>
          <ns0:nvPr/>
        </ns0:nvGrpSpPr>
        <ns0:grpSpPr>
          <ns1:xfrm>
            <ns1:off x="1299934" y="4386472"/>
            <ns1:ext cx="336358" cy="336358"/>
            <ns1:chOff x="9463088" y="4214813"/>
            <ns1:chExt cx="420687" cy="420687"/>
          </ns1:xfrm>
          <ns1:solidFill>
            <ns1:schemeClr val="tx1"/>
          </ns1:solidFill>
        </ns0:grpSpPr>
        <ns0:sp>
          <ns0:nvSpPr>
            <ns0:cNvPr id="147" name="Freeform 17"/>
            <ns0:cNvSpPr>
              <ns1:spLocks noEditPoints="1"/>
            </ns0:cNvSpPr>
            <ns0:nvPr/>
          </ns0:nvSpPr>
          <ns0:spPr bwMode="auto">
            <ns1:xfrm>
              <ns1:off x="9463088" y="4214813"/>
              <ns1:ext cx="420687" cy="420687"/>
            </ns1:xfrm>
            <ns1:custGeom>
              <ns1:avLst/>
              <ns1:gdLst>
                <ns1:gd name="T0" fmla="*/ 100 w 112"/>
                <ns1:gd name="T1" fmla="*/ 8 h 112"/>
                <ns1:gd name="T2" fmla="*/ 104 w 112"/>
                <ns1:gd name="T3" fmla="*/ 12 h 112"/>
                <ns1:gd name="T4" fmla="*/ 104 w 112"/>
                <ns1:gd name="T5" fmla="*/ 100 h 112"/>
                <ns1:gd name="T6" fmla="*/ 100 w 112"/>
                <ns1:gd name="T7" fmla="*/ 104 h 112"/>
                <ns1:gd name="T8" fmla="*/ 12 w 112"/>
                <ns1:gd name="T9" fmla="*/ 104 h 112"/>
                <ns1:gd name="T10" fmla="*/ 8 w 112"/>
                <ns1:gd name="T11" fmla="*/ 100 h 112"/>
                <ns1:gd name="T12" fmla="*/ 8 w 112"/>
                <ns1:gd name="T13" fmla="*/ 12 h 112"/>
                <ns1:gd name="T14" fmla="*/ 12 w 112"/>
                <ns1:gd name="T15" fmla="*/ 8 h 112"/>
                <ns1:gd name="T16" fmla="*/ 100 w 112"/>
                <ns1:gd name="T17" fmla="*/ 8 h 112"/>
                <ns1:gd name="T18" fmla="*/ 100 w 112"/>
                <ns1:gd name="T19" fmla="*/ 0 h 112"/>
                <ns1:gd name="T20" fmla="*/ 12 w 112"/>
                <ns1:gd name="T21" fmla="*/ 0 h 112"/>
                <ns1:gd name="T22" fmla="*/ 0 w 112"/>
                <ns1:gd name="T23" fmla="*/ 12 h 112"/>
                <ns1:gd name="T24" fmla="*/ 0 w 112"/>
                <ns1:gd name="T25" fmla="*/ 100 h 112"/>
                <ns1:gd name="T26" fmla="*/ 12 w 112"/>
                <ns1:gd name="T27" fmla="*/ 112 h 112"/>
                <ns1:gd name="T28" fmla="*/ 100 w 112"/>
                <ns1:gd name="T29" fmla="*/ 112 h 112"/>
                <ns1:gd name="T30" fmla="*/ 112 w 112"/>
                <ns1:gd name="T31" fmla="*/ 100 h 112"/>
                <ns1:gd name="T32" fmla="*/ 112 w 112"/>
                <ns1:gd name="T33" fmla="*/ 12 h 112"/>
                <ns1:gd name="T34" fmla="*/ 100 w 112"/>
                <ns1:gd name="T35" fmla="*/ 0 h 112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  <ns1:cxn ang="0">
                  <ns1:pos x="T14" y="T15"/>
                </ns1:cxn>
                <ns1:cxn ang="0">
                  <ns1:pos x="T16" y="T17"/>
                </ns1:cxn>
                <ns1:cxn ang="0">
                  <ns1:pos x="T18" y="T19"/>
                </ns1:cxn>
                <ns1:cxn ang="0">
                  <ns1:pos x="T20" y="T21"/>
                </ns1:cxn>
                <ns1:cxn ang="0">
                  <ns1:pos x="T22" y="T23"/>
                </ns1:cxn>
                <ns1:cxn ang="0">
                  <ns1:pos x="T24" y="T25"/>
                </ns1:cxn>
                <ns1:cxn ang="0">
                  <ns1:pos x="T26" y="T27"/>
                </ns1:cxn>
                <ns1:cxn ang="0">
                  <ns1:pos x="T28" y="T29"/>
                </ns1:cxn>
                <ns1:cxn ang="0">
                  <ns1:pos x="T30" y="T31"/>
                </ns1:cxn>
                <ns1:cxn ang="0">
                  <ns1:pos x="T32" y="T33"/>
                </ns1:cxn>
                <ns1:cxn ang="0">
                  <ns1:pos x="T34" y="T35"/>
                </ns1:cxn>
              </ns1:cxnLst>
              <ns1:rect l="0" t="0" r="r" b="b"/>
              <ns1:pathLst>
                <ns1:path w="112" h="112">
                  <ns1:moveTo>
                    <ns1:pt x="100" y="8"/>
                  </ns1:moveTo>
                  <ns1:cubicBezTo>
                    <ns1:pt x="102" y="8"/>
                    <ns1:pt x="104" y="10"/>
                    <ns1:pt x="104" y="12"/>
                  </ns1:cubicBezTo>
                  <ns1:cubicBezTo>
                    <ns1:pt x="104" y="100"/>
                    <ns1:pt x="104" y="100"/>
                    <ns1:pt x="104" y="100"/>
                  </ns1:cubicBezTo>
                  <ns1:cubicBezTo>
                    <ns1:pt x="104" y="102"/>
                    <ns1:pt x="102" y="104"/>
                    <ns1:pt x="100" y="104"/>
                  </ns1:cubicBezTo>
                  <ns1:cubicBezTo>
                    <ns1:pt x="12" y="104"/>
                    <ns1:pt x="12" y="104"/>
                    <ns1:pt x="12" y="104"/>
                  </ns1:cubicBezTo>
                  <ns1:cubicBezTo>
                    <ns1:pt x="10" y="104"/>
                    <ns1:pt x="8" y="102"/>
                    <ns1:pt x="8" y="100"/>
                  </ns1:cubicBezTo>
                  <ns1:cubicBezTo>
                    <ns1:pt x="8" y="12"/>
                    <ns1:pt x="8" y="12"/>
                    <ns1:pt x="8" y="12"/>
                  </ns1:cubicBezTo>
                  <ns1:cubicBezTo>
                    <ns1:pt x="8" y="10"/>
                    <ns1:pt x="10" y="8"/>
                    <ns1:pt x="12" y="8"/>
                  </ns1:cubicBezTo>
                  <ns1:cubicBezTo>
                    <ns1:pt x="100" y="8"/>
                    <ns1:pt x="100" y="8"/>
                    <ns1:pt x="100" y="8"/>
                  </ns1:cubicBezTo>
                  <ns1:moveTo>
                    <ns1:pt x="100" y="0"/>
                  </ns1:moveTo>
                  <ns1:cubicBezTo>
                    <ns1:pt x="12" y="0"/>
                    <ns1:pt x="12" y="0"/>
                    <ns1:pt x="12" y="0"/>
                  </ns1:cubicBezTo>
                  <ns1:cubicBezTo>
                    <ns1:pt x="5" y="0"/>
                    <ns1:pt x="0" y="5"/>
                    <ns1:pt x="0" y="12"/>
                  </ns1:cubicBezTo>
                  <ns1:cubicBezTo>
                    <ns1:pt x="0" y="100"/>
                    <ns1:pt x="0" y="100"/>
                    <ns1:pt x="0" y="100"/>
                  </ns1:cubicBezTo>
                  <ns1:cubicBezTo>
                    <ns1:pt x="0" y="107"/>
                    <ns1:pt x="5" y="112"/>
                    <ns1:pt x="12" y="112"/>
                  </ns1:cubicBezTo>
                  <ns1:cubicBezTo>
                    <ns1:pt x="100" y="112"/>
                    <ns1:pt x="100" y="112"/>
                    <ns1:pt x="100" y="112"/>
                  </ns1:cubicBezTo>
                  <ns1:cubicBezTo>
                    <ns1:pt x="107" y="112"/>
                    <ns1:pt x="112" y="107"/>
                    <ns1:pt x="112" y="100"/>
                  </ns1:cubicBezTo>
                  <ns1:cubicBezTo>
                    <ns1:pt x="112" y="12"/>
                    <ns1:pt x="112" y="12"/>
                    <ns1:pt x="112" y="12"/>
                  </ns1:cubicBezTo>
                  <ns1:cubicBezTo>
                    <ns1:pt x="112" y="5"/>
                    <ns1:pt x="107" y="0"/>
                    <ns1:pt x="100" y="0"/>
                  </ns1:cubicBezTo>
                  <ns1:close/>
                </ns1:path>
              </ns1:pathLst>
            </ns1:custGeom>
            <ns1:grpFill/>
            <ns1:ln>
              <ns1:noFill/>
            </ns1:ln>
            <ns1:extLst>
              <ns1:ext uri="{91240B29-F687-4F45-9708-019B960494DF}">
                <ns2:hiddenLine w="9525">
                  <ns1:solidFill>
                    <ns1:srgbClr val="000000"/>
                  </ns1:solidFill>
                  <ns1:round/>
                  <ns1:headEnd/>
                  <ns1:tailEnd/>
                </ns2:hiddenLine>
              </ns1:ext>
            </ns1:extLst>
          </ns0:spPr>
          <ns0:txBody>
            <ns1:bodyPr vert="horz" wrap="square" lIns="91440" tIns="45720" rIns="91440" bIns="45720" numCol="1" anchor="t" anchorCtr="0" compatLnSpc="1">
              <ns1:prstTxWarp prst="textNoShape">
                <ns1:avLst/>
              </ns1:prstTxWarp>
            </ns1:bodyPr>
            <ns1:lstStyle/>
            <ns1:p>
              <ns1:endParaRPr lang="id-ID" sz="2700"/>
            </ns1:p>
          </ns0:txBody>
        </ns0:sp>
        <ns0:sp>
          <ns0:nvSpPr>
            <ns0:cNvPr id="148" name="Freeform 18"/>
            <ns0:cNvSpPr>
              <ns1:spLocks noEditPoints="1"/>
            </ns0:cNvSpPr>
            <ns0:nvPr/>
          </ns0:nvSpPr>
          <ns0:spPr bwMode="auto">
            <ns1:xfrm>
              <ns1:off x="9537700" y="4289425"/>
              <ns1:ext cx="269875" cy="271462"/>
            </ns1:xfrm>
            <ns1:custGeom>
              <ns1:avLst/>
              <ns1:gdLst>
                <ns1:gd name="T0" fmla="*/ 104 w 170"/>
                <ns1:gd name="T1" fmla="*/ 0 h 171"/>
                <ns1:gd name="T2" fmla="*/ 128 w 170"/>
                <ns1:gd name="T3" fmla="*/ 24 h 171"/>
                <ns1:gd name="T4" fmla="*/ 95 w 170"/>
                <ns1:gd name="T5" fmla="*/ 57 h 171"/>
                <ns1:gd name="T6" fmla="*/ 114 w 170"/>
                <ns1:gd name="T7" fmla="*/ 76 h 171"/>
                <ns1:gd name="T8" fmla="*/ 147 w 170"/>
                <ns1:gd name="T9" fmla="*/ 43 h 171"/>
                <ns1:gd name="T10" fmla="*/ 170 w 170"/>
                <ns1:gd name="T11" fmla="*/ 66 h 171"/>
                <ns1:gd name="T12" fmla="*/ 170 w 170"/>
                <ns1:gd name="T13" fmla="*/ 0 h 171"/>
                <ns1:gd name="T14" fmla="*/ 104 w 170"/>
                <ns1:gd name="T15" fmla="*/ 0 h 171"/>
                <ns1:gd name="T16" fmla="*/ 57 w 170"/>
                <ns1:gd name="T17" fmla="*/ 95 h 171"/>
                <ns1:gd name="T18" fmla="*/ 24 w 170"/>
                <ns1:gd name="T19" fmla="*/ 128 h 171"/>
                <ns1:gd name="T20" fmla="*/ 0 w 170"/>
                <ns1:gd name="T21" fmla="*/ 104 h 171"/>
                <ns1:gd name="T22" fmla="*/ 0 w 170"/>
                <ns1:gd name="T23" fmla="*/ 171 h 171"/>
                <ns1:gd name="T24" fmla="*/ 66 w 170"/>
                <ns1:gd name="T25" fmla="*/ 171 h 171"/>
                <ns1:gd name="T26" fmla="*/ 43 w 170"/>
                <ns1:gd name="T27" fmla="*/ 147 h 171"/>
                <ns1:gd name="T28" fmla="*/ 76 w 170"/>
                <ns1:gd name="T29" fmla="*/ 114 h 171"/>
                <ns1:gd name="T30" fmla="*/ 57 w 170"/>
                <ns1:gd name="T31" fmla="*/ 95 h 171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  <ns1:cxn ang="0">
                  <ns1:pos x="T14" y="T15"/>
                </ns1:cxn>
                <ns1:cxn ang="0">
                  <ns1:pos x="T16" y="T17"/>
                </ns1:cxn>
                <ns1:cxn ang="0">
                  <ns1:pos x="T18" y="T19"/>
                </ns1:cxn>
                <ns1:cxn ang="0">
                  <ns1:pos x="T20" y="T21"/>
                </ns1:cxn>
                <ns1:cxn ang="0">
                  <ns1:pos x="T22" y="T23"/>
                </ns1:cxn>
                <ns1:cxn ang="0">
                  <ns1:pos x="T24" y="T25"/>
                </ns1:cxn>
                <ns1:cxn ang="0">
                  <ns1:pos x="T26" y="T27"/>
                </ns1:cxn>
                <ns1:cxn ang="0">
                  <ns1:pos x="T28" y="T29"/>
                </ns1:cxn>
                <ns1:cxn ang="0">
                  <ns1:pos x="T30" y="T31"/>
                </ns1:cxn>
              </ns1:cxnLst>
              <ns1:rect l="0" t="0" r="r" b="b"/>
              <ns1:pathLst>
                <ns1:path w="170" h="171">
                  <ns1:moveTo>
                    <ns1:pt x="104" y="0"/>
                  </ns1:moveTo>
                  <ns1:lnTo>
                    <ns1:pt x="128" y="24"/>
                  </ns1:lnTo>
                  <ns1:lnTo>
                    <ns1:pt x="95" y="57"/>
                  </ns1:lnTo>
                  <ns1:lnTo>
                    <ns1:pt x="114" y="76"/>
                  </ns1:lnTo>
                  <ns1:lnTo>
                    <ns1:pt x="147" y="43"/>
                  </ns1:lnTo>
                  <ns1:lnTo>
                    <ns1:pt x="170" y="66"/>
                  </ns1:lnTo>
                  <ns1:lnTo>
                    <ns1:pt x="170" y="0"/>
                  </ns1:lnTo>
                  <ns1:lnTo>
                    <ns1:pt x="104" y="0"/>
                  </ns1:lnTo>
                  <ns1:close/>
                  <ns1:moveTo>
                    <ns1:pt x="57" y="95"/>
                  </ns1:moveTo>
                  <ns1:lnTo>
                    <ns1:pt x="24" y="128"/>
                  </ns1:lnTo>
                  <ns1:lnTo>
                    <ns1:pt x="0" y="104"/>
                  </ns1:lnTo>
                  <ns1:lnTo>
                    <ns1:pt x="0" y="171"/>
                  </ns1:lnTo>
                  <ns1:lnTo>
                    <ns1:pt x="66" y="171"/>
                  </ns1:lnTo>
                  <ns1:lnTo>
                    <ns1:pt x="43" y="147"/>
                  </ns1:lnTo>
                  <ns1:lnTo>
                    <ns1:pt x="76" y="114"/>
                  </ns1:lnTo>
                  <ns1:lnTo>
                    <ns1:pt x="57" y="95"/>
                  </ns1:lnTo>
                  <ns1:close/>
                </ns1:path>
              </ns1:pathLst>
            </ns1:custGeom>
            <ns1:grpFill/>
            <ns1:ln>
              <ns1:noFill/>
            </ns1:ln>
            <ns1:extLst>
              <ns1:ext uri="{91240B29-F687-4F45-9708-019B960494DF}">
                <ns2:hiddenLine w="9525">
                  <ns1:solidFill>
                    <ns1:srgbClr val="000000"/>
                  </ns1:solidFill>
                  <ns1:round/>
                  <ns1:headEnd/>
                  <ns1:tailEnd/>
                </ns2:hiddenLine>
              </ns1:ext>
            </ns1:extLst>
          </ns0:spPr>
          <ns0:txBody>
            <ns1:bodyPr vert="horz" wrap="square" lIns="91440" tIns="45720" rIns="91440" bIns="45720" numCol="1" anchor="t" anchorCtr="0" compatLnSpc="1">
              <ns1:prstTxWarp prst="textNoShape">
                <ns1:avLst/>
              </ns1:prstTxWarp>
            </ns1:bodyPr>
            <ns1:lstStyle/>
            <ns1:p>
              <ns1:endParaRPr lang="id-ID" sz="2700"/>
            </ns1:p>
          </ns0:txBody>
        </ns0:sp>
      </ns0:grpSp>
      <ns0:sp>
        <ns0:nvSpPr>
          <ns0:cNvPr id="149" name="Freeform 22"/>
          <ns0:cNvSpPr>
            <ns1:spLocks noEditPoints="1"/>
          </ns0:cNvSpPr>
          <ns0:nvPr/>
        </ns0:nvSpPr>
        <ns0:spPr bwMode="auto">
          <ns1:xfrm>
            <ns1:off x="8536093" y="1971257"/>
            <ns1:ext cx="442913" cy="430212"/>
          </ns1:xfrm>
          <ns1:custGeom>
            <ns1:avLst/>
            <ns1:gdLst>
              <ns1:gd name="T0" fmla="*/ 112 w 118"/>
              <ns1:gd name="T1" fmla="*/ 26 h 112"/>
              <ns1:gd name="T2" fmla="*/ 95 w 118"/>
              <ns1:gd name="T3" fmla="*/ 20 h 112"/>
              <ns1:gd name="T4" fmla="*/ 95 w 118"/>
              <ns1:gd name="T5" fmla="*/ 16 h 112"/>
              <ns1:gd name="T6" fmla="*/ 95 w 118"/>
              <ns1:gd name="T7" fmla="*/ 12 h 112"/>
              <ns1:gd name="T8" fmla="*/ 83 w 118"/>
              <ns1:gd name="T9" fmla="*/ 0 h 112"/>
              <ns1:gd name="T10" fmla="*/ 35 w 118"/>
              <ns1:gd name="T11" fmla="*/ 0 h 112"/>
              <ns1:gd name="T12" fmla="*/ 23 w 118"/>
              <ns1:gd name="T13" fmla="*/ 12 h 112"/>
              <ns1:gd name="T14" fmla="*/ 23 w 118"/>
              <ns1:gd name="T15" fmla="*/ 16 h 112"/>
              <ns1:gd name="T16" fmla="*/ 23 w 118"/>
              <ns1:gd name="T17" fmla="*/ 20 h 112"/>
              <ns1:gd name="T18" fmla="*/ 6 w 118"/>
              <ns1:gd name="T19" fmla="*/ 26 h 112"/>
              <ns1:gd name="T20" fmla="*/ 3 w 118"/>
              <ns1:gd name="T21" fmla="*/ 45 h 112"/>
              <ns1:gd name="T22" fmla="*/ 24 w 118"/>
              <ns1:gd name="T23" fmla="*/ 58 h 112"/>
              <ns1:gd name="T24" fmla="*/ 55 w 118"/>
              <ns1:gd name="T25" fmla="*/ 88 h 112"/>
              <ns1:gd name="T26" fmla="*/ 55 w 118"/>
              <ns1:gd name="T27" fmla="*/ 88 h 112"/>
              <ns1:gd name="T28" fmla="*/ 55 w 118"/>
              <ns1:gd name="T29" fmla="*/ 104 h 112"/>
              <ns1:gd name="T30" fmla="*/ 47 w 118"/>
              <ns1:gd name="T31" fmla="*/ 104 h 112"/>
              <ns1:gd name="T32" fmla="*/ 43 w 118"/>
              <ns1:gd name="T33" fmla="*/ 108 h 112"/>
              <ns1:gd name="T34" fmla="*/ 47 w 118"/>
              <ns1:gd name="T35" fmla="*/ 112 h 112"/>
              <ns1:gd name="T36" fmla="*/ 71 w 118"/>
              <ns1:gd name="T37" fmla="*/ 112 h 112"/>
              <ns1:gd name="T38" fmla="*/ 75 w 118"/>
              <ns1:gd name="T39" fmla="*/ 108 h 112"/>
              <ns1:gd name="T40" fmla="*/ 71 w 118"/>
              <ns1:gd name="T41" fmla="*/ 104 h 112"/>
              <ns1:gd name="T42" fmla="*/ 63 w 118"/>
              <ns1:gd name="T43" fmla="*/ 104 h 112"/>
              <ns1:gd name="T44" fmla="*/ 63 w 118"/>
              <ns1:gd name="T45" fmla="*/ 88 h 112"/>
              <ns1:gd name="T46" fmla="*/ 63 w 118"/>
              <ns1:gd name="T47" fmla="*/ 88 h 112"/>
              <ns1:gd name="T48" fmla="*/ 94 w 118"/>
              <ns1:gd name="T49" fmla="*/ 58 h 112"/>
              <ns1:gd name="T50" fmla="*/ 115 w 118"/>
              <ns1:gd name="T51" fmla="*/ 45 h 112"/>
              <ns1:gd name="T52" fmla="*/ 112 w 118"/>
              <ns1:gd name="T53" fmla="*/ 26 h 112"/>
              <ns1:gd name="T54" fmla="*/ 11 w 118"/>
              <ns1:gd name="T55" fmla="*/ 42 h 112"/>
              <ns1:gd name="T56" fmla="*/ 12 w 118"/>
              <ns1:gd name="T57" fmla="*/ 31 h 112"/>
              <ns1:gd name="T58" fmla="*/ 23 w 118"/>
              <ns1:gd name="T59" fmla="*/ 28 h 112"/>
              <ns1:gd name="T60" fmla="*/ 23 w 118"/>
              <ns1:gd name="T61" fmla="*/ 48 h 112"/>
              <ns1:gd name="T62" fmla="*/ 23 w 118"/>
              <ns1:gd name="T63" fmla="*/ 50 h 112"/>
              <ns1:gd name="T64" fmla="*/ 11 w 118"/>
              <ns1:gd name="T65" fmla="*/ 42 h 112"/>
              <ns1:gd name="T66" fmla="*/ 87 w 118"/>
              <ns1:gd name="T67" fmla="*/ 16 h 112"/>
              <ns1:gd name="T68" fmla="*/ 87 w 118"/>
              <ns1:gd name="T69" fmla="*/ 48 h 112"/>
              <ns1:gd name="T70" fmla="*/ 59 w 118"/>
              <ns1:gd name="T71" fmla="*/ 80 h 112"/>
              <ns1:gd name="T72" fmla="*/ 31 w 118"/>
              <ns1:gd name="T73" fmla="*/ 48 h 112"/>
              <ns1:gd name="T74" fmla="*/ 31 w 118"/>
              <ns1:gd name="T75" fmla="*/ 16 h 112"/>
              <ns1:gd name="T76" fmla="*/ 31 w 118"/>
              <ns1:gd name="T77" fmla="*/ 12 h 112"/>
              <ns1:gd name="T78" fmla="*/ 35 w 118"/>
              <ns1:gd name="T79" fmla="*/ 8 h 112"/>
              <ns1:gd name="T80" fmla="*/ 83 w 118"/>
              <ns1:gd name="T81" fmla="*/ 8 h 112"/>
              <ns1:gd name="T82" fmla="*/ 87 w 118"/>
              <ns1:gd name="T83" fmla="*/ 12 h 112"/>
              <ns1:gd name="T84" fmla="*/ 87 w 118"/>
              <ns1:gd name="T85" fmla="*/ 16 h 112"/>
              <ns1:gd name="T86" fmla="*/ 107 w 118"/>
              <ns1:gd name="T87" fmla="*/ 42 h 112"/>
              <ns1:gd name="T88" fmla="*/ 95 w 118"/>
              <ns1:gd name="T89" fmla="*/ 50 h 112"/>
              <ns1:gd name="T90" fmla="*/ 95 w 118"/>
              <ns1:gd name="T91" fmla="*/ 48 h 112"/>
              <ns1:gd name="T92" fmla="*/ 95 w 118"/>
              <ns1:gd name="T93" fmla="*/ 28 h 112"/>
              <ns1:gd name="T94" fmla="*/ 106 w 118"/>
              <ns1:gd name="T95" fmla="*/ 31 h 112"/>
              <ns1:gd name="T96" fmla="*/ 107 w 118"/>
              <ns1:gd name="T97" fmla="*/ 42 h 112"/>
            </ns1:gdLst>
            <ns1:ahLst/>
            <ns1:cxnLst>
              <ns1:cxn ang="0">
                <ns1:pos x="T0" y="T1"/>
              </ns1:cxn>
              <ns1:cxn ang="0">
                <ns1:pos x="T2" y="T3"/>
              </ns1:cxn>
              <ns1:cxn ang="0">
                <ns1:pos x="T4" y="T5"/>
              </ns1:cxn>
              <ns1:cxn ang="0">
                <ns1:pos x="T6" y="T7"/>
              </ns1:cxn>
              <ns1:cxn ang="0">
                <ns1:pos x="T8" y="T9"/>
              </ns1:cxn>
              <ns1:cxn ang="0">
                <ns1:pos x="T10" y="T11"/>
              </ns1:cxn>
              <ns1:cxn ang="0">
                <ns1:pos x="T12" y="T13"/>
              </ns1:cxn>
              <ns1:cxn ang="0">
                <ns1:pos x="T14" y="T15"/>
              </ns1:cxn>
              <ns1:cxn ang="0">
                <ns1:pos x="T16" y="T17"/>
              </ns1:cxn>
              <ns1:cxn ang="0">
                <ns1:pos x="T18" y="T19"/>
              </ns1:cxn>
              <ns1:cxn ang="0">
                <ns1:pos x="T20" y="T21"/>
              </ns1:cxn>
              <ns1:cxn ang="0">
                <ns1:pos x="T22" y="T23"/>
              </ns1:cxn>
              <ns1:cxn ang="0">
                <ns1:pos x="T24" y="T25"/>
              </ns1:cxn>
              <ns1:cxn ang="0">
                <ns1:pos x="T26" y="T27"/>
              </ns1:cxn>
              <ns1:cxn ang="0">
                <ns1:pos x="T28" y="T29"/>
              </ns1:cxn>
              <ns1:cxn ang="0">
                <ns1:pos x="T30" y="T31"/>
              </ns1:cxn>
              <ns1:cxn ang="0">
                <ns1:pos x="T32" y="T33"/>
              </ns1:cxn>
              <ns1:cxn ang="0">
                <ns1:pos x="T34" y="T35"/>
              </ns1:cxn>
              <ns1:cxn ang="0">
                <ns1:pos x="T36" y="T37"/>
              </ns1:cxn>
              <ns1:cxn ang="0">
                <ns1:pos x="T38" y="T39"/>
              </ns1:cxn>
              <ns1:cxn ang="0">
                <ns1:pos x="T40" y="T41"/>
              </ns1:cxn>
              <ns1:cxn ang="0">
                <ns1:pos x="T42" y="T43"/>
              </ns1:cxn>
              <ns1:cxn ang="0">
                <ns1:pos x="T44" y="T45"/>
              </ns1:cxn>
              <ns1:cxn ang="0">
                <ns1:pos x="T46" y="T47"/>
              </ns1:cxn>
              <ns1:cxn ang="0">
                <ns1:pos x="T48" y="T49"/>
              </ns1:cxn>
              <ns1:cxn ang="0">
                <ns1:pos x="T50" y="T51"/>
              </ns1:cxn>
              <ns1:cxn ang="0">
                <ns1:pos x="T52" y="T53"/>
              </ns1:cxn>
              <ns1:cxn ang="0">
                <ns1:pos x="T54" y="T55"/>
              </ns1:cxn>
              <ns1:cxn ang="0">
                <ns1:pos x="T56" y="T57"/>
              </ns1:cxn>
              <ns1:cxn ang="0">
                <ns1:pos x="T58" y="T59"/>
              </ns1:cxn>
              <ns1:cxn ang="0">
                <ns1:pos x="T60" y="T61"/>
              </ns1:cxn>
              <ns1:cxn ang="0">
                <ns1:pos x="T62" y="T63"/>
              </ns1:cxn>
              <ns1:cxn ang="0">
                <ns1:pos x="T64" y="T65"/>
              </ns1:cxn>
              <ns1:cxn ang="0">
                <ns1:pos x="T66" y="T67"/>
              </ns1:cxn>
              <ns1:cxn ang="0">
                <ns1:pos x="T68" y="T69"/>
              </ns1:cxn>
              <ns1:cxn ang="0">
                <ns1:pos x="T70" y="T71"/>
              </ns1:cxn>
              <ns1:cxn ang="0">
                <ns1:pos x="T72" y="T73"/>
              </ns1:cxn>
              <ns1:cxn ang="0">
                <ns1:pos x="T74" y="T75"/>
              </ns1:cxn>
              <ns1:cxn ang="0">
                <ns1:pos x="T76" y="T77"/>
              </ns1:cxn>
              <ns1:cxn ang="0">
                <ns1:pos x="T78" y="T79"/>
              </ns1:cxn>
              <ns1:cxn ang="0">
                <ns1:pos x="T80" y="T81"/>
              </ns1:cxn>
              <ns1:cxn ang="0">
                <ns1:pos x="T82" y="T83"/>
              </ns1:cxn>
              <ns1:cxn ang="0">
                <ns1:pos x="T84" y="T85"/>
              </ns1:cxn>
              <ns1:cxn ang="0">
                <ns1:pos x="T86" y="T87"/>
              </ns1:cxn>
              <ns1:cxn ang="0">
                <ns1:pos x="T88" y="T89"/>
              </ns1:cxn>
              <ns1:cxn ang="0">
                <ns1:pos x="T90" y="T91"/>
              </ns1:cxn>
              <ns1:cxn ang="0">
                <ns1:pos x="T92" y="T93"/>
              </ns1:cxn>
              <ns1:cxn ang="0">
                <ns1:pos x="T94" y="T95"/>
              </ns1:cxn>
              <ns1:cxn ang="0">
                <ns1:pos x="T96" y="T97"/>
              </ns1:cxn>
            </ns1:cxnLst>
            <ns1:rect l="0" t="0" r="r" b="b"/>
            <ns1:pathLst>
              <ns1:path w="118" h="112">
                <ns1:moveTo>
                  <ns1:pt x="112" y="26"/>
                </ns1:moveTo>
                <ns1:cubicBezTo>
                  <ns1:pt x="108" y="22"/>
                  <ns1:pt x="102" y="19"/>
                  <ns1:pt x="95" y="20"/>
                </ns1:cubicBezTo>
                <ns1:cubicBezTo>
                  <ns1:pt x="95" y="16"/>
                  <ns1:pt x="95" y="16"/>
                  <ns1:pt x="95" y="16"/>
                </ns1:cubicBezTo>
                <ns1:cubicBezTo>
                  <ns1:pt x="95" y="12"/>
                  <ns1:pt x="95" y="12"/>
                  <ns1:pt x="95" y="12"/>
                </ns1:cubicBezTo>
                <ns1:cubicBezTo>
                  <ns1:pt x="95" y="5"/>
                  <ns1:pt x="90" y="0"/>
                  <ns1:pt x="83" y="0"/>
                </ns1:cubicBezTo>
                <ns1:cubicBezTo>
                  <ns1:pt x="35" y="0"/>
                  <ns1:pt x="35" y="0"/>
                  <ns1:pt x="35" y="0"/>
                </ns1:cubicBezTo>
                <ns1:cubicBezTo>
                  <ns1:pt x="28" y="0"/>
                  <ns1:pt x="23" y="5"/>
                  <ns1:pt x="23" y="12"/>
                </ns1:cubicBezTo>
                <ns1:cubicBezTo>
                  <ns1:pt x="23" y="16"/>
                  <ns1:pt x="23" y="16"/>
                  <ns1:pt x="23" y="16"/>
                </ns1:cubicBezTo>
                <ns1:cubicBezTo>
                  <ns1:pt x="23" y="20"/>
                  <ns1:pt x="23" y="20"/>
                  <ns1:pt x="23" y="20"/>
                </ns1:cubicBezTo>
                <ns1:cubicBezTo>
                  <ns1:pt x="16" y="19"/>
                  <ns1:pt x="10" y="22"/>
                  <ns1:pt x="6" y="26"/>
                </ns1:cubicBezTo>
                <ns1:cubicBezTo>
                  <ns1:pt x="1" y="32"/>
                  <ns1:pt x="0" y="39"/>
                  <ns1:pt x="3" y="45"/>
                </ns1:cubicBezTo>
                <ns1:cubicBezTo>
                  <ns1:pt x="7" y="53"/>
                  <ns1:pt x="14" y="57"/>
                  <ns1:pt x="24" y="58"/>
                </ns1:cubicBezTo>
                <ns1:cubicBezTo>
                  <ns1:pt x="28" y="74"/>
                  <ns1:pt x="40" y="86"/>
                  <ns1:pt x="55" y="88"/>
                </ns1:cubicBezTo>
                <ns1:cubicBezTo>
                  <ns1:pt x="55" y="88"/>
                  <ns1:pt x="55" y="88"/>
                  <ns1:pt x="55" y="88"/>
                </ns1:cubicBezTo>
                <ns1:cubicBezTo>
                  <ns1:pt x="55" y="104"/>
                  <ns1:pt x="55" y="104"/>
                  <ns1:pt x="55" y="104"/>
                </ns1:cubicBezTo>
                <ns1:cubicBezTo>
                  <ns1:pt x="47" y="104"/>
                  <ns1:pt x="47" y="104"/>
                  <ns1:pt x="47" y="104"/>
                </ns1:cubicBezTo>
                <ns1:cubicBezTo>
                  <ns1:pt x="45" y="104"/>
                  <ns1:pt x="43" y="106"/>
                  <ns1:pt x="43" y="108"/>
                </ns1:cubicBezTo>
                <ns1:cubicBezTo>
                  <ns1:pt x="43" y="110"/>
                  <ns1:pt x="45" y="112"/>
                  <ns1:pt x="47" y="112"/>
                </ns1:cubicBezTo>
                <ns1:cubicBezTo>
                  <ns1:pt x="71" y="112"/>
                  <ns1:pt x="71" y="112"/>
                  <ns1:pt x="71" y="112"/>
                </ns1:cubicBezTo>
                <ns1:cubicBezTo>
                  <ns1:pt x="73" y="112"/>
                  <ns1:pt x="75" y="110"/>
                  <ns1:pt x="75" y="108"/>
                </ns1:cubicBezTo>
                <ns1:cubicBezTo>
                  <ns1:pt x="75" y="106"/>
                  <ns1:pt x="73" y="104"/>
                  <ns1:pt x="71" y="104"/>
                </ns1:cubicBezTo>
                <ns1:cubicBezTo>
                  <ns1:pt x="63" y="104"/>
                  <ns1:pt x="63" y="104"/>
                  <ns1:pt x="63" y="104"/>
                </ns1:cubicBezTo>
                <ns1:cubicBezTo>
                  <ns1:pt x="63" y="88"/>
                  <ns1:pt x="63" y="88"/>
                  <ns1:pt x="63" y="88"/>
                </ns1:cubicBezTo>
                <ns1:cubicBezTo>
                  <ns1:pt x="63" y="88"/>
                  <ns1:pt x="63" y="88"/>
                  <ns1:pt x="63" y="88"/>
                </ns1:cubicBezTo>
                <ns1:cubicBezTo>
                  <ns1:pt x="78" y="86"/>
                  <ns1:pt x="90" y="74"/>
                  <ns1:pt x="94" y="58"/>
                </ns1:cubicBezTo>
                <ns1:cubicBezTo>
                  <ns1:pt x="104" y="57"/>
                  <ns1:pt x="111" y="53"/>
                  <ns1:pt x="115" y="45"/>
                </ns1:cubicBezTo>
                <ns1:cubicBezTo>
                  <ns1:pt x="118" y="39"/>
                  <ns1:pt x="117" y="32"/>
                  <ns1:pt x="112" y="26"/>
                </ns1:cubicBezTo>
                <ns1:close/>
                <ns1:moveTo>
                  <ns1:pt x="11" y="42"/>
                </ns1:moveTo>
                <ns1:cubicBezTo>
                  <ns1:pt x="9" y="39"/>
                  <ns1:pt x="9" y="34"/>
                  <ns1:pt x="12" y="31"/>
                </ns1:cubicBezTo>
                <ns1:cubicBezTo>
                  <ns1:pt x="14" y="29"/>
                  <ns1:pt x="18" y="28"/>
                  <ns1:pt x="23" y="28"/>
                </ns1:cubicBezTo>
                <ns1:cubicBezTo>
                  <ns1:pt x="23" y="48"/>
                  <ns1:pt x="23" y="48"/>
                  <ns1:pt x="23" y="48"/>
                </ns1:cubicBezTo>
                <ns1:cubicBezTo>
                  <ns1:pt x="23" y="49"/>
                  <ns1:pt x="23" y="49"/>
                  <ns1:pt x="23" y="50"/>
                </ns1:cubicBezTo>
                <ns1:cubicBezTo>
                  <ns1:pt x="17" y="49"/>
                  <ns1:pt x="13" y="46"/>
                  <ns1:pt x="11" y="42"/>
                </ns1:cubicBezTo>
                <ns1:close/>
                <ns1:moveTo>
                  <ns1:pt x="87" y="16"/>
                </ns1:moveTo>
                <ns1:cubicBezTo>
                  <ns1:pt x="87" y="48"/>
                  <ns1:pt x="87" y="48"/>
                  <ns1:pt x="87" y="48"/>
                </ns1:cubicBezTo>
                <ns1:cubicBezTo>
                  <ns1:pt x="87" y="66"/>
                  <ns1:pt x="74" y="80"/>
                  <ns1:pt x="59" y="80"/>
                </ns1:cubicBezTo>
                <ns1:cubicBezTo>
                  <ns1:pt x="44" y="80"/>
                  <ns1:pt x="31" y="66"/>
                  <ns1:pt x="31" y="48"/>
                </ns1:cubicBezTo>
                <ns1:cubicBezTo>
                  <ns1:pt x="31" y="16"/>
                  <ns1:pt x="31" y="16"/>
                  <ns1:pt x="31" y="16"/>
                </ns1:cubicBezTo>
                <ns1:cubicBezTo>
                  <ns1:pt x="31" y="12"/>
                  <ns1:pt x="31" y="12"/>
                  <ns1:pt x="31" y="12"/>
                </ns1:cubicBezTo>
                <ns1:cubicBezTo>
                  <ns1:pt x="31" y="10"/>
                  <ns1:pt x="33" y="8"/>
                  <ns1:pt x="35" y="8"/>
                </ns1:cubicBezTo>
                <ns1:cubicBezTo>
                  <ns1:pt x="83" y="8"/>
                  <ns1:pt x="83" y="8"/>
                  <ns1:pt x="83" y="8"/>
                </ns1:cubicBezTo>
                <ns1:cubicBezTo>
                  <ns1:pt x="85" y="8"/>
                  <ns1:pt x="87" y="10"/>
                  <ns1:pt x="87" y="12"/>
                </ns1:cubicBezTo>
                <ns1:lnTo>
                  <ns1:pt x="87" y="16"/>
                </ns1:lnTo>
                <ns1:close/>
                <ns1:moveTo>
                  <ns1:pt x="107" y="42"/>
                </ns1:moveTo>
                <ns1:cubicBezTo>
                  <ns1:pt x="105" y="46"/>
                  <ns1:pt x="101" y="49"/>
                  <ns1:pt x="95" y="50"/>
                </ns1:cubicBezTo>
                <ns1:cubicBezTo>
                  <ns1:pt x="95" y="49"/>
                  <ns1:pt x="95" y="49"/>
                  <ns1:pt x="95" y="48"/>
                </ns1:cubicBezTo>
                <ns1:cubicBezTo>
                  <ns1:pt x="95" y="28"/>
                  <ns1:pt x="95" y="28"/>
                  <ns1:pt x="95" y="28"/>
                </ns1:cubicBezTo>
                <ns1:cubicBezTo>
                  <ns1:pt x="100" y="28"/>
                  <ns1:pt x="104" y="29"/>
                  <ns1:pt x="106" y="31"/>
                </ns1:cubicBezTo>
                <ns1:cubicBezTo>
                  <ns1:pt x="109" y="34"/>
                  <ns1:pt x="109" y="39"/>
                  <ns1:pt x="107" y="42"/>
                </ns1:cubicBezTo>
                <ns1:close/>
              </ns1:path>
            </ns1:pathLst>
          </ns1:custGeom>
          <ns1:solidFill>
            <ns1:schemeClr val="tx1"/>
          </ns1:solidFill>
          <ns1:ln>
            <ns1:noFill/>
          </ns1:ln>
        </ns0:spPr>
        <ns0:txBody>
          <ns1:bodyPr vert="horz" wrap="square" lIns="91440" tIns="45720" rIns="91440" bIns="45720" numCol="1" anchor="t" anchorCtr="0" compatLnSpc="1">
            <ns1:prstTxWarp prst="textNoShape">
              <ns1:avLst/>
            </ns1:prstTxWarp>
          </ns1:bodyPr>
          <ns1:lstStyle/>
          <ns1:p>
            <ns1:endParaRPr lang="id-ID" sz="2700"/>
          </ns1:p>
        </ns0:txBody>
      </ns0:sp>
      <ns0:grpSp>
        <ns0:nvGrpSpPr>
          <ns0:cNvPr id="150" name="Group 149"/>
          <ns0:cNvGrpSpPr/>
          <ns0:nvPr/>
        </ns0:nvGrpSpPr>
        <ns0:grpSpPr>
          <ns1:xfrm>
            <ns1:off x="11441276" y="3654608"/>
            <ns1:ext cx="385194" cy="320526"/>
            <ns1:chOff x="11764963" y="1333500"/>
            <ns1:chExt cx="434975" cy="361950"/>
          </ns1:xfrm>
          <ns1:solidFill>
            <ns1:schemeClr val="tx1"/>
          </ns1:solidFill>
        </ns0:grpSpPr>
        <ns0:sp>
          <ns0:nvSpPr>
            <ns0:cNvPr id="151" name="Freeform 23"/>
            <ns0:cNvSpPr>
              <ns1:spLocks noEditPoints="1"/>
            </ns0:cNvSpPr>
            <ns0:nvPr/>
          </ns0:nvSpPr>
          <ns0:spPr bwMode="auto">
            <ns1:xfrm>
              <ns1:off x="11891963" y="1603375"/>
              <ns1:ext cx="90488" cy="92075"/>
            </ns1:xfrm>
            <ns1:custGeom>
              <ns1:avLst/>
              <ns1:gdLst>
                <ns1:gd name="T0" fmla="*/ 12 w 24"/>
                <ns1:gd name="T1" fmla="*/ 24 h 24"/>
                <ns1:gd name="T2" fmla="*/ 0 w 24"/>
                <ns1:gd name="T3" fmla="*/ 12 h 24"/>
                <ns1:gd name="T4" fmla="*/ 12 w 24"/>
                <ns1:gd name="T5" fmla="*/ 0 h 24"/>
                <ns1:gd name="T6" fmla="*/ 24 w 24"/>
                <ns1:gd name="T7" fmla="*/ 12 h 24"/>
                <ns1:gd name="T8" fmla="*/ 12 w 24"/>
                <ns1:gd name="T9" fmla="*/ 24 h 24"/>
                <ns1:gd name="T10" fmla="*/ 12 w 24"/>
                <ns1:gd name="T11" fmla="*/ 8 h 24"/>
                <ns1:gd name="T12" fmla="*/ 8 w 24"/>
                <ns1:gd name="T13" fmla="*/ 12 h 24"/>
                <ns1:gd name="T14" fmla="*/ 12 w 24"/>
                <ns1:gd name="T15" fmla="*/ 16 h 24"/>
                <ns1:gd name="T16" fmla="*/ 16 w 24"/>
                <ns1:gd name="T17" fmla="*/ 12 h 24"/>
                <ns1:gd name="T18" fmla="*/ 12 w 24"/>
                <ns1:gd name="T19" fmla="*/ 8 h 24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  <ns1:cxn ang="0">
                  <ns1:pos x="T14" y="T15"/>
                </ns1:cxn>
                <ns1:cxn ang="0">
                  <ns1:pos x="T16" y="T17"/>
                </ns1:cxn>
                <ns1:cxn ang="0">
                  <ns1:pos x="T18" y="T19"/>
                </ns1:cxn>
              </ns1:cxnLst>
              <ns1:rect l="0" t="0" r="r" b="b"/>
              <ns1:pathLst>
                <ns1:path w="24" h="24">
                  <ns1:moveTo>
                    <ns1:pt x="12" y="24"/>
                  </ns1:moveTo>
                  <ns1:cubicBezTo>
                    <ns1:pt x="5" y="24"/>
                    <ns1:pt x="0" y="19"/>
                    <ns1:pt x="0" y="12"/>
                  </ns1:cubicBezTo>
                  <ns1:cubicBezTo>
                    <ns1:pt x="0" y="5"/>
                    <ns1:pt x="5" y="0"/>
                    <ns1:pt x="12" y="0"/>
                  </ns1:cubicBezTo>
                  <ns1:cubicBezTo>
                    <ns1:pt x="19" y="0"/>
                    <ns1:pt x="24" y="5"/>
                    <ns1:pt x="24" y="12"/>
                  </ns1:cubicBezTo>
                  <ns1:cubicBezTo>
                    <ns1:pt x="24" y="19"/>
                    <ns1:pt x="19" y="24"/>
                    <ns1:pt x="12" y="24"/>
                  </ns1:cubicBezTo>
                  <ns1:close/>
                  <ns1:moveTo>
                    <ns1:pt x="12" y="8"/>
                  </ns1:moveTo>
                  <ns1:cubicBezTo>
                    <ns1:pt x="10" y="8"/>
                    <ns1:pt x="8" y="10"/>
                    <ns1:pt x="8" y="12"/>
                  </ns1:cubicBezTo>
                  <ns1:cubicBezTo>
                    <ns1:pt x="8" y="14"/>
                    <ns1:pt x="10" y="16"/>
                    <ns1:pt x="12" y="16"/>
                  </ns1:cubicBezTo>
                  <ns1:cubicBezTo>
                    <ns1:pt x="14" y="16"/>
                    <ns1:pt x="16" y="14"/>
                    <ns1:pt x="16" y="12"/>
                  </ns1:cubicBezTo>
                  <ns1:cubicBezTo>
                    <ns1:pt x="16" y="10"/>
                    <ns1:pt x="14" y="8"/>
                    <ns1:pt x="12" y="8"/>
                  </ns1:cubicBezTo>
                  <ns1:close/>
                </ns1:path>
              </ns1:pathLst>
            </ns1:custGeom>
            <ns1:grpFill/>
            <ns1:ln>
              <ns1:noFill/>
            </ns1:ln>
            <ns1:extLst>
              <ns1:ext uri="{91240B29-F687-4F45-9708-019B960494DF}">
                <ns2:hiddenLine w="9525">
                  <ns1:solidFill>
                    <ns1:srgbClr val="000000"/>
                  </ns1:solidFill>
                  <ns1:round/>
                  <ns1:headEnd/>
                  <ns1:tailEnd/>
                </ns2:hiddenLine>
              </ns1:ext>
            </ns1:extLst>
          </ns0:spPr>
          <ns0:txBody>
            <ns1:bodyPr vert="horz" wrap="square" lIns="91440" tIns="45720" rIns="91440" bIns="45720" numCol="1" anchor="t" anchorCtr="0" compatLnSpc="1">
              <ns1:prstTxWarp prst="textNoShape">
                <ns1:avLst/>
              </ns1:prstTxWarp>
            </ns1:bodyPr>
            <ns1:lstStyle/>
            <ns1:p>
              <ns1:endParaRPr lang="id-ID" sz="2700"/>
            </ns1:p>
          </ns0:txBody>
        </ns0:sp>
        <ns0:sp>
          <ns0:nvSpPr>
            <ns0:cNvPr id="152" name="Freeform 24"/>
            <ns0:cNvSpPr>
              <ns1:spLocks noEditPoints="1"/>
            </ns0:cNvSpPr>
            <ns0:nvPr/>
          </ns0:nvSpPr>
          <ns0:spPr bwMode="auto">
            <ns1:xfrm>
              <ns1:off x="12042775" y="1603375"/>
              <ns1:ext cx="90488" cy="92075"/>
            </ns1:xfrm>
            <ns1:custGeom>
              <ns1:avLst/>
              <ns1:gdLst>
                <ns1:gd name="T0" fmla="*/ 12 w 24"/>
                <ns1:gd name="T1" fmla="*/ 8 h 24"/>
                <ns1:gd name="T2" fmla="*/ 16 w 24"/>
                <ns1:gd name="T3" fmla="*/ 12 h 24"/>
                <ns1:gd name="T4" fmla="*/ 12 w 24"/>
                <ns1:gd name="T5" fmla="*/ 16 h 24"/>
                <ns1:gd name="T6" fmla="*/ 8 w 24"/>
                <ns1:gd name="T7" fmla="*/ 12 h 24"/>
                <ns1:gd name="T8" fmla="*/ 12 w 24"/>
                <ns1:gd name="T9" fmla="*/ 8 h 24"/>
                <ns1:gd name="T10" fmla="*/ 12 w 24"/>
                <ns1:gd name="T11" fmla="*/ 0 h 24"/>
                <ns1:gd name="T12" fmla="*/ 0 w 24"/>
                <ns1:gd name="T13" fmla="*/ 12 h 24"/>
                <ns1:gd name="T14" fmla="*/ 12 w 24"/>
                <ns1:gd name="T15" fmla="*/ 24 h 24"/>
                <ns1:gd name="T16" fmla="*/ 24 w 24"/>
                <ns1:gd name="T17" fmla="*/ 12 h 24"/>
                <ns1:gd name="T18" fmla="*/ 12 w 24"/>
                <ns1:gd name="T19" fmla="*/ 0 h 24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  <ns1:cxn ang="0">
                  <ns1:pos x="T14" y="T15"/>
                </ns1:cxn>
                <ns1:cxn ang="0">
                  <ns1:pos x="T16" y="T17"/>
                </ns1:cxn>
                <ns1:cxn ang="0">
                  <ns1:pos x="T18" y="T19"/>
                </ns1:cxn>
              </ns1:cxnLst>
              <ns1:rect l="0" t="0" r="r" b="b"/>
              <ns1:pathLst>
                <ns1:path w="24" h="24">
                  <ns1:moveTo>
                    <ns1:pt x="12" y="8"/>
                  </ns1:moveTo>
                  <ns1:cubicBezTo>
                    <ns1:pt x="14" y="8"/>
                    <ns1:pt x="16" y="10"/>
                    <ns1:pt x="16" y="12"/>
                  </ns1:cubicBezTo>
                  <ns1:cubicBezTo>
                    <ns1:pt x="16" y="14"/>
                    <ns1:pt x="14" y="16"/>
                    <ns1:pt x="12" y="16"/>
                  </ns1:cubicBezTo>
                  <ns1:cubicBezTo>
                    <ns1:pt x="10" y="16"/>
                    <ns1:pt x="8" y="14"/>
                    <ns1:pt x="8" y="12"/>
                  </ns1:cubicBezTo>
                  <ns1:cubicBezTo>
                    <ns1:pt x="8" y="10"/>
                    <ns1:pt x="10" y="8"/>
                    <ns1:pt x="12" y="8"/>
                  </ns1:cubicBezTo>
                  <ns1:moveTo>
                    <ns1:pt x="12" y="0"/>
                  </ns1:moveTo>
                  <ns1:cubicBezTo>
                    <ns1:pt x="5" y="0"/>
                    <ns1:pt x="0" y="5"/>
                    <ns1:pt x="0" y="12"/>
                  </ns1:cubicBezTo>
                  <ns1:cubicBezTo>
                    <ns1:pt x="0" y="19"/>
                    <ns1:pt x="5" y="24"/>
                    <ns1:pt x="12" y="24"/>
                  </ns1:cubicBezTo>
                  <ns1:cubicBezTo>
                    <ns1:pt x="19" y="24"/>
                    <ns1:pt x="24" y="19"/>
                    <ns1:pt x="24" y="12"/>
                  </ns1:cubicBezTo>
                  <ns1:cubicBezTo>
                    <ns1:pt x="24" y="5"/>
                    <ns1:pt x="19" y="0"/>
                    <ns1:pt x="12" y="0"/>
                  </ns1:cubicBezTo>
                  <ns1:close/>
                </ns1:path>
              </ns1:pathLst>
            </ns1:custGeom>
            <ns1:grpFill/>
            <ns1:ln>
              <ns1:noFill/>
            </ns1:ln>
            <ns1:extLst>
              <ns1:ext uri="{91240B29-F687-4F45-9708-019B960494DF}">
                <ns2:hiddenLine w="9525">
                  <ns1:solidFill>
                    <ns1:srgbClr val="000000"/>
                  </ns1:solidFill>
                  <ns1:round/>
                  <ns1:headEnd/>
                  <ns1:tailEnd/>
                </ns2:hiddenLine>
              </ns1:ext>
            </ns1:extLst>
          </ns0:spPr>
          <ns0:txBody>
            <ns1:bodyPr vert="horz" wrap="square" lIns="91440" tIns="45720" rIns="91440" bIns="45720" numCol="1" anchor="t" anchorCtr="0" compatLnSpc="1">
              <ns1:prstTxWarp prst="textNoShape">
                <ns1:avLst/>
              </ns1:prstTxWarp>
            </ns1:bodyPr>
            <ns1:lstStyle/>
            <ns1:p>
              <ns1:endParaRPr lang="id-ID" sz="2700"/>
            </ns1:p>
          </ns0:txBody>
        </ns0:sp>
        <ns0:sp>
          <ns0:nvSpPr>
            <ns0:cNvPr id="153" name="Freeform 25"/>
            <ns0:cNvSpPr>
              <ns1:spLocks/>
            </ns0:cNvSpPr>
            <ns0:nvPr/>
          </ns0:nvSpPr>
          <ns0:spPr bwMode="auto">
            <ns1:xfrm>
              <ns1:off x="11764963" y="1333500"/>
              <ns1:ext cx="404813" cy="246062"/>
            </ns1:xfrm>
            <ns1:custGeom>
              <ns1:avLst/>
              <ns1:gdLst>
                <ns1:gd name="T0" fmla="*/ 37 w 108"/>
                <ns1:gd name="T1" fmla="*/ 56 h 64"/>
                <ns1:gd name="T2" fmla="*/ 26 w 108"/>
                <ns1:gd name="T3" fmla="*/ 0 h 64"/>
                <ns1:gd name="T4" fmla="*/ 16 w 108"/>
                <ns1:gd name="T5" fmla="*/ 0 h 64"/>
                <ns1:gd name="T6" fmla="*/ 4 w 108"/>
                <ns1:gd name="T7" fmla="*/ 0 h 64"/>
                <ns1:gd name="T8" fmla="*/ 4 w 108"/>
                <ns1:gd name="T9" fmla="*/ 0 h 64"/>
                <ns1:gd name="T10" fmla="*/ 0 w 108"/>
                <ns1:gd name="T11" fmla="*/ 4 h 64"/>
                <ns1:gd name="T12" fmla="*/ 4 w 108"/>
                <ns1:gd name="T13" fmla="*/ 8 h 64"/>
                <ns1:gd name="T14" fmla="*/ 4 w 108"/>
                <ns1:gd name="T15" fmla="*/ 8 h 64"/>
                <ns1:gd name="T16" fmla="*/ 19 w 108"/>
                <ns1:gd name="T17" fmla="*/ 8 h 64"/>
                <ns1:gd name="T18" fmla="*/ 30 w 108"/>
                <ns1:gd name="T19" fmla="*/ 64 h 64"/>
                <ns1:gd name="T20" fmla="*/ 42 w 108"/>
                <ns1:gd name="T21" fmla="*/ 64 h 64"/>
                <ns1:gd name="T22" fmla="*/ 104 w 108"/>
                <ns1:gd name="T23" fmla="*/ 64 h 64"/>
                <ns1:gd name="T24" fmla="*/ 104 w 108"/>
                <ns1:gd name="T25" fmla="*/ 64 h 64"/>
                <ns1:gd name="T26" fmla="*/ 104 w 108"/>
                <ns1:gd name="T27" fmla="*/ 64 h 64"/>
                <ns1:gd name="T28" fmla="*/ 104 w 108"/>
                <ns1:gd name="T29" fmla="*/ 64 h 64"/>
                <ns1:gd name="T30" fmla="*/ 104 w 108"/>
                <ns1:gd name="T31" fmla="*/ 64 h 64"/>
                <ns1:gd name="T32" fmla="*/ 108 w 108"/>
                <ns1:gd name="T33" fmla="*/ 60 h 64"/>
                <ns1:gd name="T34" fmla="*/ 104 w 108"/>
                <ns1:gd name="T35" fmla="*/ 56 h 64"/>
                <ns1:gd name="T36" fmla="*/ 37 w 108"/>
                <ns1:gd name="T37" fmla="*/ 56 h 64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  <ns1:cxn ang="0">
                  <ns1:pos x="T14" y="T15"/>
                </ns1:cxn>
                <ns1:cxn ang="0">
                  <ns1:pos x="T16" y="T17"/>
                </ns1:cxn>
                <ns1:cxn ang="0">
                  <ns1:pos x="T18" y="T19"/>
                </ns1:cxn>
                <ns1:cxn ang="0">
                  <ns1:pos x="T20" y="T21"/>
                </ns1:cxn>
                <ns1:cxn ang="0">
                  <ns1:pos x="T22" y="T23"/>
                </ns1:cxn>
                <ns1:cxn ang="0">
                  <ns1:pos x="T24" y="T25"/>
                </ns1:cxn>
                <ns1:cxn ang="0">
                  <ns1:pos x="T26" y="T27"/>
                </ns1:cxn>
                <ns1:cxn ang="0">
                  <ns1:pos x="T28" y="T29"/>
                </ns1:cxn>
                <ns1:cxn ang="0">
                  <ns1:pos x="T30" y="T31"/>
                </ns1:cxn>
                <ns1:cxn ang="0">
                  <ns1:pos x="T32" y="T33"/>
                </ns1:cxn>
                <ns1:cxn ang="0">
                  <ns1:pos x="T34" y="T35"/>
                </ns1:cxn>
                <ns1:cxn ang="0">
                  <ns1:pos x="T36" y="T37"/>
                </ns1:cxn>
              </ns1:cxnLst>
              <ns1:rect l="0" t="0" r="r" b="b"/>
              <ns1:pathLst>
                <ns1:path w="108" h="64">
                  <ns1:moveTo>
                    <ns1:pt x="37" y="56"/>
                  </ns1:moveTo>
                  <ns1:cubicBezTo>
                    <ns1:pt x="26" y="0"/>
                    <ns1:pt x="26" y="0"/>
                    <ns1:pt x="26" y="0"/>
                  </ns1:cubicBezTo>
                  <ns1:cubicBezTo>
                    <ns1:pt x="16" y="0"/>
                    <ns1:pt x="16" y="0"/>
                    <ns1:pt x="16" y="0"/>
                  </ns1:cubicBezTo>
                  <ns1:cubicBezTo>
                    <ns1:pt x="4" y="0"/>
                    <ns1:pt x="4" y="0"/>
                    <ns1:pt x="4" y="0"/>
                  </ns1:cubicBezTo>
                  <ns1:cubicBezTo>
                    <ns1:pt x="4" y="0"/>
                    <ns1:pt x="4" y="0"/>
                    <ns1:pt x="4" y="0"/>
                  </ns1:cubicBezTo>
                  <ns1:cubicBezTo>
                    <ns1:pt x="2" y="0"/>
                    <ns1:pt x="0" y="2"/>
                    <ns1:pt x="0" y="4"/>
                  </ns1:cubicBezTo>
                  <ns1:cubicBezTo>
                    <ns1:pt x="0" y="6"/>
                    <ns1:pt x="2" y="8"/>
                    <ns1:pt x="4" y="8"/>
                  </ns1:cubicBezTo>
                  <ns1:cubicBezTo>
                    <ns1:pt x="4" y="8"/>
                    <ns1:pt x="4" y="8"/>
                    <ns1:pt x="4" y="8"/>
                  </ns1:cubicBezTo>
                  <ns1:cubicBezTo>
                    <ns1:pt x="19" y="8"/>
                    <ns1:pt x="19" y="8"/>
                    <ns1:pt x="19" y="8"/>
                  </ns1:cubicBezTo>
                  <ns1:cubicBezTo>
                    <ns1:pt x="30" y="64"/>
                    <ns1:pt x="30" y="64"/>
                    <ns1:pt x="30" y="64"/>
                  </ns1:cubicBezTo>
                  <ns1:cubicBezTo>
                    <ns1:pt x="42" y="64"/>
                    <ns1:pt x="42" y="64"/>
                    <ns1:pt x="42" y="64"/>
                  </ns1:cubicBezTo>
                  <ns1:cubicBezTo>
                    <ns1:pt x="104" y="64"/>
                    <ns1:pt x="104" y="64"/>
                    <ns1:pt x="104" y="64"/>
                  </ns1:cubicBezTo>
                  <ns1:cubicBezTo>
                    <ns1:pt x="104" y="64"/>
                    <ns1:pt x="104" y="64"/>
                    <ns1:pt x="104" y="64"/>
                  </ns1:cubicBezTo>
                  <ns1:cubicBezTo>
                    <ns1:pt x="104" y="64"/>
                    <ns1:pt x="104" y="64"/>
                    <ns1:pt x="104" y="64"/>
                  </ns1:cubicBezTo>
                  <ns1:cubicBezTo>
                    <ns1:pt x="104" y="64"/>
                    <ns1:pt x="104" y="64"/>
                    <ns1:pt x="104" y="64"/>
                  </ns1:cubicBezTo>
                  <ns1:cubicBezTo>
                    <ns1:pt x="104" y="64"/>
                    <ns1:pt x="104" y="64"/>
                    <ns1:pt x="104" y="64"/>
                  </ns1:cubicBezTo>
                  <ns1:cubicBezTo>
                    <ns1:pt x="106" y="64"/>
                    <ns1:pt x="108" y="62"/>
                    <ns1:pt x="108" y="60"/>
                  </ns1:cubicBezTo>
                  <ns1:cubicBezTo>
                    <ns1:pt x="108" y="58"/>
                    <ns1:pt x="106" y="56"/>
                    <ns1:pt x="104" y="56"/>
                  </ns1:cubicBezTo>
                  <ns1:lnTo>
                    <ns1:pt x="37" y="56"/>
                  </ns1:lnTo>
                  <ns1:close/>
                </ns1:path>
              </ns1:pathLst>
            </ns1:custGeom>
            <ns1:grpFill/>
            <ns1:ln>
              <ns1:noFill/>
            </ns1:ln>
            <ns1:extLst>
              <ns1:ext uri="{91240B29-F687-4F45-9708-019B960494DF}">
                <ns2:hiddenLine w="9525">
                  <ns1:solidFill>
                    <ns1:srgbClr val="000000"/>
                  </ns1:solidFill>
                  <ns1:round/>
                  <ns1:headEnd/>
                  <ns1:tailEnd/>
                </ns2:hiddenLine>
              </ns1:ext>
            </ns1:extLst>
          </ns0:spPr>
          <ns0:txBody>
            <ns1:bodyPr vert="horz" wrap="square" lIns="91440" tIns="45720" rIns="91440" bIns="45720" numCol="1" anchor="t" anchorCtr="0" compatLnSpc="1">
              <ns1:prstTxWarp prst="textNoShape">
                <ns1:avLst/>
              </ns1:prstTxWarp>
            </ns1:bodyPr>
            <ns1:lstStyle/>
            <ns1:p>
              <ns1:endParaRPr lang="id-ID" sz="2700"/>
            </ns1:p>
          </ns0:txBody>
        </ns0:sp>
        <ns0:sp>
          <ns0:nvSpPr>
            <ns0:cNvPr id="154" name="Freeform 26"/>
            <ns0:cNvSpPr>
              <ns1:spLocks noEditPoints="1"/>
            </ns0:cNvSpPr>
            <ns0:nvPr/>
          </ns0:nvSpPr>
          <ns0:spPr bwMode="auto">
            <ns1:xfrm>
              <ns1:off x="11899900" y="1363663"/>
              <ns1:ext cx="300038" cy="153987"/>
            </ns1:xfrm>
            <ns1:custGeom>
              <ns1:avLst/>
              <ns1:gdLst>
                <ns1:gd name="T0" fmla="*/ 68 w 80"/>
                <ns1:gd name="T1" fmla="*/ 32 h 40"/>
                <ns1:gd name="T2" fmla="*/ 12 w 80"/>
                <ns1:gd name="T3" fmla="*/ 32 h 40"/>
                <ns1:gd name="T4" fmla="*/ 8 w 80"/>
                <ns1:gd name="T5" fmla="*/ 36 h 40"/>
                <ns1:gd name="T6" fmla="*/ 12 w 80"/>
                <ns1:gd name="T7" fmla="*/ 40 h 40"/>
                <ns1:gd name="T8" fmla="*/ 68 w 80"/>
                <ns1:gd name="T9" fmla="*/ 40 h 40"/>
                <ns1:gd name="T10" fmla="*/ 72 w 80"/>
                <ns1:gd name="T11" fmla="*/ 36 h 40"/>
                <ns1:gd name="T12" fmla="*/ 68 w 80"/>
                <ns1:gd name="T13" fmla="*/ 32 h 40"/>
                <ns1:gd name="T14" fmla="*/ 72 w 80"/>
                <ns1:gd name="T15" fmla="*/ 16 h 40"/>
                <ns1:gd name="T16" fmla="*/ 8 w 80"/>
                <ns1:gd name="T17" fmla="*/ 16 h 40"/>
                <ns1:gd name="T18" fmla="*/ 4 w 80"/>
                <ns1:gd name="T19" fmla="*/ 20 h 40"/>
                <ns1:gd name="T20" fmla="*/ 8 w 80"/>
                <ns1:gd name="T21" fmla="*/ 24 h 40"/>
                <ns1:gd name="T22" fmla="*/ 72 w 80"/>
                <ns1:gd name="T23" fmla="*/ 24 h 40"/>
                <ns1:gd name="T24" fmla="*/ 76 w 80"/>
                <ns1:gd name="T25" fmla="*/ 20 h 40"/>
                <ns1:gd name="T26" fmla="*/ 72 w 80"/>
                <ns1:gd name="T27" fmla="*/ 16 h 40"/>
                <ns1:gd name="T28" fmla="*/ 76 w 80"/>
                <ns1:gd name="T29" fmla="*/ 0 h 40"/>
                <ns1:gd name="T30" fmla="*/ 4 w 80"/>
                <ns1:gd name="T31" fmla="*/ 0 h 40"/>
                <ns1:gd name="T32" fmla="*/ 0 w 80"/>
                <ns1:gd name="T33" fmla="*/ 4 h 40"/>
                <ns1:gd name="T34" fmla="*/ 4 w 80"/>
                <ns1:gd name="T35" fmla="*/ 8 h 40"/>
                <ns1:gd name="T36" fmla="*/ 76 w 80"/>
                <ns1:gd name="T37" fmla="*/ 8 h 40"/>
                <ns1:gd name="T38" fmla="*/ 80 w 80"/>
                <ns1:gd name="T39" fmla="*/ 4 h 40"/>
                <ns1:gd name="T40" fmla="*/ 76 w 80"/>
                <ns1:gd name="T41" fmla="*/ 0 h 40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  <ns1:cxn ang="0">
                  <ns1:pos x="T14" y="T15"/>
                </ns1:cxn>
                <ns1:cxn ang="0">
                  <ns1:pos x="T16" y="T17"/>
                </ns1:cxn>
                <ns1:cxn ang="0">
                  <ns1:pos x="T18" y="T19"/>
                </ns1:cxn>
                <ns1:cxn ang="0">
                  <ns1:pos x="T20" y="T21"/>
                </ns1:cxn>
                <ns1:cxn ang="0">
                  <ns1:pos x="T22" y="T23"/>
                </ns1:cxn>
                <ns1:cxn ang="0">
                  <ns1:pos x="T24" y="T25"/>
                </ns1:cxn>
                <ns1:cxn ang="0">
                  <ns1:pos x="T26" y="T27"/>
                </ns1:cxn>
                <ns1:cxn ang="0">
                  <ns1:pos x="T28" y="T29"/>
                </ns1:cxn>
                <ns1:cxn ang="0">
                  <ns1:pos x="T30" y="T31"/>
                </ns1:cxn>
                <ns1:cxn ang="0">
                  <ns1:pos x="T32" y="T33"/>
                </ns1:cxn>
                <ns1:cxn ang="0">
                  <ns1:pos x="T34" y="T35"/>
                </ns1:cxn>
                <ns1:cxn ang="0">
                  <ns1:pos x="T36" y="T37"/>
                </ns1:cxn>
                <ns1:cxn ang="0">
                  <ns1:pos x="T38" y="T39"/>
                </ns1:cxn>
                <ns1:cxn ang="0">
                  <ns1:pos x="T40" y="T41"/>
                </ns1:cxn>
              </ns1:cxnLst>
              <ns1:rect l="0" t="0" r="r" b="b"/>
              <ns1:pathLst>
                <ns1:path w="80" h="40">
                  <ns1:moveTo>
                    <ns1:pt x="68" y="32"/>
                  </ns1:moveTo>
                  <ns1:cubicBezTo>
                    <ns1:pt x="12" y="32"/>
                    <ns1:pt x="12" y="32"/>
                    <ns1:pt x="12" y="32"/>
                  </ns1:cubicBezTo>
                  <ns1:cubicBezTo>
                    <ns1:pt x="10" y="32"/>
                    <ns1:pt x="8" y="34"/>
                    <ns1:pt x="8" y="36"/>
                  </ns1:cubicBezTo>
                  <ns1:cubicBezTo>
                    <ns1:pt x="8" y="38"/>
                    <ns1:pt x="10" y="40"/>
                    <ns1:pt x="12" y="40"/>
                  </ns1:cubicBezTo>
                  <ns1:cubicBezTo>
                    <ns1:pt x="68" y="40"/>
                    <ns1:pt x="68" y="40"/>
                    <ns1:pt x="68" y="40"/>
                  </ns1:cubicBezTo>
                  <ns1:cubicBezTo>
                    <ns1:pt x="70" y="40"/>
                    <ns1:pt x="72" y="38"/>
                    <ns1:pt x="72" y="36"/>
                  </ns1:cubicBezTo>
                  <ns1:cubicBezTo>
                    <ns1:pt x="72" y="34"/>
                    <ns1:pt x="70" y="32"/>
                    <ns1:pt x="68" y="32"/>
                  </ns1:cubicBezTo>
                  <ns1:close/>
                  <ns1:moveTo>
                    <ns1:pt x="72" y="16"/>
                  </ns1:moveTo>
                  <ns1:cubicBezTo>
                    <ns1:pt x="8" y="16"/>
                    <ns1:pt x="8" y="16"/>
                    <ns1:pt x="8" y="16"/>
                  </ns1:cubicBezTo>
                  <ns1:cubicBezTo>
                    <ns1:pt x="6" y="16"/>
                    <ns1:pt x="4" y="18"/>
                    <ns1:pt x="4" y="20"/>
                  </ns1:cubicBezTo>
                  <ns1:cubicBezTo>
                    <ns1:pt x="4" y="22"/>
                    <ns1:pt x="6" y="24"/>
                    <ns1:pt x="8" y="24"/>
                  </ns1:cubicBezTo>
                  <ns1:cubicBezTo>
                    <ns1:pt x="72" y="24"/>
                    <ns1:pt x="72" y="24"/>
                    <ns1:pt x="72" y="24"/>
                  </ns1:cubicBezTo>
                  <ns1:cubicBezTo>
                    <ns1:pt x="74" y="24"/>
                    <ns1:pt x="76" y="22"/>
                    <ns1:pt x="76" y="20"/>
                  </ns1:cubicBezTo>
                  <ns1:cubicBezTo>
                    <ns1:pt x="76" y="18"/>
                    <ns1:pt x="74" y="16"/>
                    <ns1:pt x="72" y="16"/>
                  </ns1:cubicBezTo>
                  <ns1:close/>
                  <ns1:moveTo>
                    <ns1:pt x="76" y="0"/>
                  </ns1:moveTo>
                  <ns1:cubicBezTo>
                    <ns1:pt x="4" y="0"/>
                    <ns1:pt x="4" y="0"/>
                    <ns1:pt x="4" y="0"/>
                  </ns1:cubicBezTo>
                  <ns1:cubicBezTo>
                    <ns1:pt x="2" y="0"/>
                    <ns1:pt x="0" y="2"/>
                    <ns1:pt x="0" y="4"/>
                  </ns1:cubicBezTo>
                  <ns1:cubicBezTo>
                    <ns1:pt x="0" y="6"/>
                    <ns1:pt x="2" y="8"/>
                    <ns1:pt x="4" y="8"/>
                  </ns1:cubicBezTo>
                  <ns1:cubicBezTo>
                    <ns1:pt x="76" y="8"/>
                    <ns1:pt x="76" y="8"/>
                    <ns1:pt x="76" y="8"/>
                  </ns1:cubicBezTo>
                  <ns1:cubicBezTo>
                    <ns1:pt x="78" y="8"/>
                    <ns1:pt x="80" y="6"/>
                    <ns1:pt x="80" y="4"/>
                  </ns1:cubicBezTo>
                  <ns1:cubicBezTo>
                    <ns1:pt x="80" y="2"/>
                    <ns1:pt x="78" y="0"/>
                    <ns1:pt x="76" y="0"/>
                  </ns1:cubicBezTo>
                  <ns1:close/>
                </ns1:path>
              </ns1:pathLst>
            </ns1:custGeom>
            <ns1:grpFill/>
            <ns1:ln>
              <ns1:noFill/>
            </ns1:ln>
            <ns1:extLst>
              <ns1:ext uri="{91240B29-F687-4F45-9708-019B960494DF}">
                <ns2:hiddenLine w="9525">
                  <ns1:solidFill>
                    <ns1:srgbClr val="000000"/>
                  </ns1:solidFill>
                  <ns1:round/>
                  <ns1:headEnd/>
                  <ns1:tailEnd/>
                </ns2:hiddenLine>
              </ns1:ext>
            </ns1:extLst>
          </ns0:spPr>
          <ns0:txBody>
            <ns1:bodyPr vert="horz" wrap="square" lIns="91440" tIns="45720" rIns="91440" bIns="45720" numCol="1" anchor="t" anchorCtr="0" compatLnSpc="1">
              <ns1:prstTxWarp prst="textNoShape">
                <ns1:avLst/>
              </ns1:prstTxWarp>
            </ns1:bodyPr>
            <ns1:lstStyle/>
            <ns1:p>
              <ns1:endParaRPr lang="id-ID" sz="2700"/>
            </ns1:p>
          </ns0:txBody>
        </ns0:sp>
      </ns0:grpSp>
      <ns0:sp>
        <ns0:nvSpPr>
          <ns0:cNvPr id="155" name="Freeform 30"/>
          <ns0:cNvSpPr>
            <ns1:spLocks noEditPoints="1"/>
          </ns0:cNvSpPr>
          <ns0:nvPr/>
        </ns0:nvSpPr>
        <ns0:spPr bwMode="auto">
          <ns1:xfrm>
            <ns1:off x="6434906" y="1970447"/>
            <ns1:ext cx="405282" cy="431835"/>
          </ns1:xfrm>
          <ns1:custGeom>
            <ns1:avLst/>
            <ns1:gdLst>
              <ns1:gd name="T0" fmla="*/ 60 w 120"/>
              <ns1:gd name="T1" fmla="*/ 0 h 128"/>
              <ns1:gd name="T2" fmla="*/ 0 w 120"/>
              <ns1:gd name="T3" fmla="*/ 60 h 128"/>
              <ns1:gd name="T4" fmla="*/ 4 w 120"/>
              <ns1:gd name="T5" fmla="*/ 64 h 128"/>
              <ns1:gd name="T6" fmla="*/ 56 w 120"/>
              <ns1:gd name="T7" fmla="*/ 64 h 128"/>
              <ns1:gd name="T8" fmla="*/ 56 w 120"/>
              <ns1:gd name="T9" fmla="*/ 111 h 128"/>
              <ns1:gd name="T10" fmla="*/ 46 w 120"/>
              <ns1:gd name="T11" fmla="*/ 120 h 128"/>
              <ns1:gd name="T12" fmla="*/ 36 w 120"/>
              <ns1:gd name="T13" fmla="*/ 111 h 128"/>
              <ns1:gd name="T14" fmla="*/ 32 w 120"/>
              <ns1:gd name="T15" fmla="*/ 107 h 128"/>
              <ns1:gd name="T16" fmla="*/ 28 w 120"/>
              <ns1:gd name="T17" fmla="*/ 111 h 128"/>
              <ns1:gd name="T18" fmla="*/ 46 w 120"/>
              <ns1:gd name="T19" fmla="*/ 128 h 128"/>
              <ns1:gd name="T20" fmla="*/ 64 w 120"/>
              <ns1:gd name="T21" fmla="*/ 111 h 128"/>
              <ns1:gd name="T22" fmla="*/ 64 w 120"/>
              <ns1:gd name="T23" fmla="*/ 64 h 128"/>
              <ns1:gd name="T24" fmla="*/ 116 w 120"/>
              <ns1:gd name="T25" fmla="*/ 64 h 128"/>
              <ns1:gd name="T26" fmla="*/ 120 w 120"/>
              <ns1:gd name="T27" fmla="*/ 60 h 128"/>
              <ns1:gd name="T28" fmla="*/ 60 w 120"/>
              <ns1:gd name="T29" fmla="*/ 0 h 128"/>
              <ns1:gd name="T30" fmla="*/ 8 w 120"/>
              <ns1:gd name="T31" fmla="*/ 56 h 128"/>
              <ns1:gd name="T32" fmla="*/ 51 w 120"/>
              <ns1:gd name="T33" fmla="*/ 9 h 128"/>
              <ns1:gd name="T34" fmla="*/ 30 w 120"/>
              <ns1:gd name="T35" fmla="*/ 56 h 128"/>
              <ns1:gd name="T36" fmla="*/ 8 w 120"/>
              <ns1:gd name="T37" fmla="*/ 56 h 128"/>
              <ns1:gd name="T38" fmla="*/ 34 w 120"/>
              <ns1:gd name="T39" fmla="*/ 56 h 128"/>
              <ns1:gd name="T40" fmla="*/ 60 w 120"/>
              <ns1:gd name="T41" fmla="*/ 9 h 128"/>
              <ns1:gd name="T42" fmla="*/ 86 w 120"/>
              <ns1:gd name="T43" fmla="*/ 56 h 128"/>
              <ns1:gd name="T44" fmla="*/ 34 w 120"/>
              <ns1:gd name="T45" fmla="*/ 56 h 128"/>
              <ns1:gd name="T46" fmla="*/ 90 w 120"/>
              <ns1:gd name="T47" fmla="*/ 56 h 128"/>
              <ns1:gd name="T48" fmla="*/ 69 w 120"/>
              <ns1:gd name="T49" fmla="*/ 9 h 128"/>
              <ns1:gd name="T50" fmla="*/ 112 w 120"/>
              <ns1:gd name="T51" fmla="*/ 56 h 128"/>
              <ns1:gd name="T52" fmla="*/ 90 w 120"/>
              <ns1:gd name="T53" fmla="*/ 56 h 128"/>
            </ns1:gdLst>
            <ns1:ahLst/>
            <ns1:cxnLst>
              <ns1:cxn ang="0">
                <ns1:pos x="T0" y="T1"/>
              </ns1:cxn>
              <ns1:cxn ang="0">
                <ns1:pos x="T2" y="T3"/>
              </ns1:cxn>
              <ns1:cxn ang="0">
                <ns1:pos x="T4" y="T5"/>
              </ns1:cxn>
              <ns1:cxn ang="0">
                <ns1:pos x="T6" y="T7"/>
              </ns1:cxn>
              <ns1:cxn ang="0">
                <ns1:pos x="T8" y="T9"/>
              </ns1:cxn>
              <ns1:cxn ang="0">
                <ns1:pos x="T10" y="T11"/>
              </ns1:cxn>
              <ns1:cxn ang="0">
                <ns1:pos x="T12" y="T13"/>
              </ns1:cxn>
              <ns1:cxn ang="0">
                <ns1:pos x="T14" y="T15"/>
              </ns1:cxn>
              <ns1:cxn ang="0">
                <ns1:pos x="T16" y="T17"/>
              </ns1:cxn>
              <ns1:cxn ang="0">
                <ns1:pos x="T18" y="T19"/>
              </ns1:cxn>
              <ns1:cxn ang="0">
                <ns1:pos x="T20" y="T21"/>
              </ns1:cxn>
              <ns1:cxn ang="0">
                <ns1:pos x="T22" y="T23"/>
              </ns1:cxn>
              <ns1:cxn ang="0">
                <ns1:pos x="T24" y="T25"/>
              </ns1:cxn>
              <ns1:cxn ang="0">
                <ns1:pos x="T26" y="T27"/>
              </ns1:cxn>
              <ns1:cxn ang="0">
                <ns1:pos x="T28" y="T29"/>
              </ns1:cxn>
              <ns1:cxn ang="0">
                <ns1:pos x="T30" y="T31"/>
              </ns1:cxn>
              <ns1:cxn ang="0">
                <ns1:pos x="T32" y="T33"/>
              </ns1:cxn>
              <ns1:cxn ang="0">
                <ns1:pos x="T34" y="T35"/>
              </ns1:cxn>
              <ns1:cxn ang="0">
                <ns1:pos x="T36" y="T37"/>
              </ns1:cxn>
              <ns1:cxn ang="0">
                <ns1:pos x="T38" y="T39"/>
              </ns1:cxn>
              <ns1:cxn ang="0">
                <ns1:pos x="T40" y="T41"/>
              </ns1:cxn>
              <ns1:cxn ang="0">
                <ns1:pos x="T42" y="T43"/>
              </ns1:cxn>
              <ns1:cxn ang="0">
                <ns1:pos x="T44" y="T45"/>
              </ns1:cxn>
              <ns1:cxn ang="0">
                <ns1:pos x="T46" y="T47"/>
              </ns1:cxn>
              <ns1:cxn ang="0">
                <ns1:pos x="T48" y="T49"/>
              </ns1:cxn>
              <ns1:cxn ang="0">
                <ns1:pos x="T50" y="T51"/>
              </ns1:cxn>
              <ns1:cxn ang="0">
                <ns1:pos x="T52" y="T53"/>
              </ns1:cxn>
            </ns1:cxnLst>
            <ns1:rect l="0" t="0" r="r" b="b"/>
            <ns1:pathLst>
              <ns1:path w="120" h="128">
                <ns1:moveTo>
                  <ns1:pt x="60" y="0"/>
                </ns1:moveTo>
                <ns1:cubicBezTo>
                  <ns1:pt x="27" y="0"/>
                  <ns1:pt x="0" y="27"/>
                  <ns1:pt x="0" y="60"/>
                </ns1:cubicBezTo>
                <ns1:cubicBezTo>
                  <ns1:pt x="0" y="62"/>
                  <ns1:pt x="2" y="64"/>
                  <ns1:pt x="4" y="64"/>
                </ns1:cubicBezTo>
                <ns1:cubicBezTo>
                  <ns1:pt x="56" y="64"/>
                  <ns1:pt x="56" y="64"/>
                  <ns1:pt x="56" y="64"/>
                </ns1:cubicBezTo>
                <ns1:cubicBezTo>
                  <ns1:pt x="56" y="111"/>
                  <ns1:pt x="56" y="111"/>
                  <ns1:pt x="56" y="111"/>
                </ns1:cubicBezTo>
                <ns1:cubicBezTo>
                  <ns1:pt x="56" y="116"/>
                  <ns1:pt x="51" y="120"/>
                  <ns1:pt x="46" y="120"/>
                </ns1:cubicBezTo>
                <ns1:cubicBezTo>
                  <ns1:pt x="40" y="120"/>
                  <ns1:pt x="36" y="116"/>
                  <ns1:pt x="36" y="111"/>
                </ns1:cubicBezTo>
                <ns1:cubicBezTo>
                  <ns1:pt x="36" y="108"/>
                  <ns1:pt x="34" y="107"/>
                  <ns1:pt x="32" y="107"/>
                </ns1:cubicBezTo>
                <ns1:cubicBezTo>
                  <ns1:pt x="30" y="107"/>
                  <ns1:pt x="28" y="108"/>
                  <ns1:pt x="28" y="111"/>
                </ns1:cubicBezTo>
                <ns1:cubicBezTo>
                  <ns1:pt x="28" y="120"/>
                  <ns1:pt x="36" y="128"/>
                  <ns1:pt x="46" y="128"/>
                </ns1:cubicBezTo>
                <ns1:cubicBezTo>
                  <ns1:pt x="56" y="128"/>
                  <ns1:pt x="64" y="120"/>
                  <ns1:pt x="64" y="111"/>
                </ns1:cubicBezTo>
                <ns1:cubicBezTo>
                  <ns1:pt x="64" y="64"/>
                  <ns1:pt x="64" y="64"/>
                  <ns1:pt x="64" y="64"/>
                </ns1:cubicBezTo>
                <ns1:cubicBezTo>
                  <ns1:pt x="116" y="64"/>
                  <ns1:pt x="116" y="64"/>
                  <ns1:pt x="116" y="64"/>
                </ns1:cubicBezTo>
                <ns1:cubicBezTo>
                  <ns1:pt x="118" y="64"/>
                  <ns1:pt x="120" y="62"/>
                  <ns1:pt x="120" y="60"/>
                </ns1:cubicBezTo>
                <ns1:cubicBezTo>
                  <ns1:pt x="120" y="27"/>
                  <ns1:pt x="93" y="0"/>
                  <ns1:pt x="60" y="0"/>
                </ns1:cubicBezTo>
                <ns1:close/>
                <ns1:moveTo>
                  <ns1:pt x="8" y="56"/>
                </ns1:moveTo>
                <ns1:cubicBezTo>
                  <ns1:pt x="10" y="32"/>
                  <ns1:pt x="28" y="13"/>
                  <ns1:pt x="51" y="9"/>
                </ns1:cubicBezTo>
                <ns1:cubicBezTo>
                  <ns1:pt x="38" y="17"/>
                  <ns1:pt x="30" y="35"/>
                  <ns1:pt x="30" y="56"/>
                </ns1:cubicBezTo>
                <ns1:lnTo>
                  <ns1:pt x="8" y="56"/>
                </ns1:lnTo>
                <ns1:close/>
                <ns1:moveTo>
                  <ns1:pt x="34" y="56"/>
                </ns1:moveTo>
                <ns1:cubicBezTo>
                  <ns1:pt x="34" y="32"/>
                  <ns1:pt x="44" y="14"/>
                  <ns1:pt x="60" y="9"/>
                </ns1:cubicBezTo>
                <ns1:cubicBezTo>
                  <ns1:pt x="76" y="14"/>
                  <ns1:pt x="86" y="32"/>
                  <ns1:pt x="86" y="56"/>
                </ns1:cubicBezTo>
                <ns1:lnTo>
                  <ns1:pt x="34" y="56"/>
                </ns1:lnTo>
                <ns1:close/>
                <ns1:moveTo>
                  <ns1:pt x="90" y="56"/>
                </ns1:moveTo>
                <ns1:cubicBezTo>
                  <ns1:pt x="90" y="35"/>
                  <ns1:pt x="82" y="17"/>
                  <ns1:pt x="69" y="9"/>
                </ns1:cubicBezTo>
                <ns1:cubicBezTo>
                  <ns1:pt x="92" y="13"/>
                  <ns1:pt x="110" y="32"/>
                  <ns1:pt x="112" y="56"/>
                </ns1:cubicBezTo>
                <ns1:lnTo>
                  <ns1:pt x="90" y="56"/>
                </ns1:lnTo>
                <ns1:close/>
              </ns1:path>
            </ns1:pathLst>
          </ns1:custGeom>
          <ns1:solidFill>
            <ns1:schemeClr val="tx1"/>
          </ns1:solidFill>
          <ns1:ln>
            <ns1:noFill/>
          </ns1:ln>
        </ns0:spPr>
        <ns0:txBody>
          <ns1:bodyPr vert="horz" wrap="square" lIns="91440" tIns="45720" rIns="91440" bIns="45720" numCol="1" anchor="t" anchorCtr="0" compatLnSpc="1">
            <ns1:prstTxWarp prst="textNoShape">
              <ns1:avLst/>
            </ns1:prstTxWarp>
          </ns1:bodyPr>
          <ns1:lstStyle/>
          <ns1:p>
            <ns1:endParaRPr lang="id-ID" sz="2700"/>
          </ns1:p>
        </ns0:txBody>
      </ns0:sp>
      <ns0:grpSp>
        <ns0:nvGrpSpPr>
          <ns0:cNvPr id="156" name="Group 155"/>
          <ns0:cNvGrpSpPr/>
          <ns0:nvPr/>
        </ns0:nvGrpSpPr>
        <ns0:grpSpPr>
          <ns1:xfrm>
            <ns1:off x="1251232" y="1208014"/>
            <ns1:ext cx="433762" cy="415213"/>
            <ns1:chOff x="9886950" y="1016001"/>
            <ns1:chExt cx="482600" cy="461963"/>
          </ns1:xfrm>
          <ns1:solidFill>
            <ns1:schemeClr val="tx1"/>
          </ns1:solidFill>
        </ns0:grpSpPr>
        <ns0:sp>
          <ns0:nvSpPr>
            <ns0:cNvPr id="157" name="Freeform 36"/>
            <ns0:cNvSpPr>
              <ns1:spLocks noEditPoints="1"/>
            </ns0:cNvSpPr>
            <ns0:nvPr/>
          </ns0:nvSpPr>
          <ns0:spPr bwMode="auto">
            <ns1:xfrm>
              <ns1:off x="9886950" y="1016001"/>
              <ns1:ext cx="482600" cy="461963"/>
            </ns1:xfrm>
            <ns1:custGeom>
              <ns1:avLst/>
              <ns1:gdLst>
                <ns1:gd name="T0" fmla="*/ 117 w 128"/>
                <ns1:gd name="T1" fmla="*/ 0 h 122"/>
                <ns1:gd name="T2" fmla="*/ 11 w 128"/>
                <ns1:gd name="T3" fmla="*/ 0 h 122"/>
                <ns1:gd name="T4" fmla="*/ 0 w 128"/>
                <ns1:gd name="T5" fmla="*/ 11 h 122"/>
                <ns1:gd name="T6" fmla="*/ 0 w 128"/>
                <ns1:gd name="T7" fmla="*/ 93 h 122"/>
                <ns1:gd name="T8" fmla="*/ 11 w 128"/>
                <ns1:gd name="T9" fmla="*/ 104 h 122"/>
                <ns1:gd name="T10" fmla="*/ 43 w 128"/>
                <ns1:gd name="T11" fmla="*/ 104 h 122"/>
                <ns1:gd name="T12" fmla="*/ 37 w 128"/>
                <ns1:gd name="T13" fmla="*/ 110 h 122"/>
                <ns1:gd name="T14" fmla="*/ 34 w 128"/>
                <ns1:gd name="T15" fmla="*/ 113 h 122"/>
                <ns1:gd name="T16" fmla="*/ 34 w 128"/>
                <ns1:gd name="T17" fmla="*/ 118 h 122"/>
                <ns1:gd name="T18" fmla="*/ 42 w 128"/>
                <ns1:gd name="T19" fmla="*/ 122 h 122"/>
                <ns1:gd name="T20" fmla="*/ 86 w 128"/>
                <ns1:gd name="T21" fmla="*/ 122 h 122"/>
                <ns1:gd name="T22" fmla="*/ 94 w 128"/>
                <ns1:gd name="T23" fmla="*/ 118 h 122"/>
                <ns1:gd name="T24" fmla="*/ 94 w 128"/>
                <ns1:gd name="T25" fmla="*/ 113 h 122"/>
                <ns1:gd name="T26" fmla="*/ 91 w 128"/>
                <ns1:gd name="T27" fmla="*/ 110 h 122"/>
                <ns1:gd name="T28" fmla="*/ 85 w 128"/>
                <ns1:gd name="T29" fmla="*/ 104 h 122"/>
                <ns1:gd name="T30" fmla="*/ 117 w 128"/>
                <ns1:gd name="T31" fmla="*/ 104 h 122"/>
                <ns1:gd name="T32" fmla="*/ 128 w 128"/>
                <ns1:gd name="T33" fmla="*/ 93 h 122"/>
                <ns1:gd name="T34" fmla="*/ 128 w 128"/>
                <ns1:gd name="T35" fmla="*/ 11 h 122"/>
                <ns1:gd name="T36" fmla="*/ 117 w 128"/>
                <ns1:gd name="T37" fmla="*/ 0 h 122"/>
                <ns1:gd name="T38" fmla="*/ 88 w 128"/>
                <ns1:gd name="T39" fmla="*/ 113 h 122"/>
                <ns1:gd name="T40" fmla="*/ 90 w 128"/>
                <ns1:gd name="T41" fmla="*/ 116 h 122"/>
                <ns1:gd name="T42" fmla="*/ 90 w 128"/>
                <ns1:gd name="T43" fmla="*/ 116 h 122"/>
                <ns1:gd name="T44" fmla="*/ 86 w 128"/>
                <ns1:gd name="T45" fmla="*/ 118 h 122"/>
                <ns1:gd name="T46" fmla="*/ 42 w 128"/>
                <ns1:gd name="T47" fmla="*/ 118 h 122"/>
                <ns1:gd name="T48" fmla="*/ 38 w 128"/>
                <ns1:gd name="T49" fmla="*/ 116 h 122"/>
                <ns1:gd name="T50" fmla="*/ 38 w 128"/>
                <ns1:gd name="T51" fmla="*/ 116 h 122"/>
                <ns1:gd name="T52" fmla="*/ 38 w 128"/>
                <ns1:gd name="T53" fmla="*/ 116 h 122"/>
                <ns1:gd name="T54" fmla="*/ 40 w 128"/>
                <ns1:gd name="T55" fmla="*/ 113 h 122"/>
                <ns1:gd name="T56" fmla="*/ 48 w 128"/>
                <ns1:gd name="T57" fmla="*/ 104 h 122"/>
                <ns1:gd name="T58" fmla="*/ 80 w 128"/>
                <ns1:gd name="T59" fmla="*/ 104 h 122"/>
                <ns1:gd name="T60" fmla="*/ 88 w 128"/>
                <ns1:gd name="T61" fmla="*/ 113 h 122"/>
                <ns1:gd name="T62" fmla="*/ 120 w 128"/>
                <ns1:gd name="T63" fmla="*/ 93 h 122"/>
                <ns1:gd name="T64" fmla="*/ 117 w 128"/>
                <ns1:gd name="T65" fmla="*/ 96 h 122"/>
                <ns1:gd name="T66" fmla="*/ 11 w 128"/>
                <ns1:gd name="T67" fmla="*/ 96 h 122"/>
                <ns1:gd name="T68" fmla="*/ 8 w 128"/>
                <ns1:gd name="T69" fmla="*/ 93 h 122"/>
                <ns1:gd name="T70" fmla="*/ 8 w 128"/>
                <ns1:gd name="T71" fmla="*/ 11 h 122"/>
                <ns1:gd name="T72" fmla="*/ 11 w 128"/>
                <ns1:gd name="T73" fmla="*/ 8 h 122"/>
                <ns1:gd name="T74" fmla="*/ 117 w 128"/>
                <ns1:gd name="T75" fmla="*/ 8 h 122"/>
                <ns1:gd name="T76" fmla="*/ 120 w 128"/>
                <ns1:gd name="T77" fmla="*/ 11 h 122"/>
                <ns1:gd name="T78" fmla="*/ 120 w 128"/>
                <ns1:gd name="T79" fmla="*/ 93 h 122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  <ns1:cxn ang="0">
                  <ns1:pos x="T14" y="T15"/>
                </ns1:cxn>
                <ns1:cxn ang="0">
                  <ns1:pos x="T16" y="T17"/>
                </ns1:cxn>
                <ns1:cxn ang="0">
                  <ns1:pos x="T18" y="T19"/>
                </ns1:cxn>
                <ns1:cxn ang="0">
                  <ns1:pos x="T20" y="T21"/>
                </ns1:cxn>
                <ns1:cxn ang="0">
                  <ns1:pos x="T22" y="T23"/>
                </ns1:cxn>
                <ns1:cxn ang="0">
                  <ns1:pos x="T24" y="T25"/>
                </ns1:cxn>
                <ns1:cxn ang="0">
                  <ns1:pos x="T26" y="T27"/>
                </ns1:cxn>
                <ns1:cxn ang="0">
                  <ns1:pos x="T28" y="T29"/>
                </ns1:cxn>
                <ns1:cxn ang="0">
                  <ns1:pos x="T30" y="T31"/>
                </ns1:cxn>
                <ns1:cxn ang="0">
                  <ns1:pos x="T32" y="T33"/>
                </ns1:cxn>
                <ns1:cxn ang="0">
                  <ns1:pos x="T34" y="T35"/>
                </ns1:cxn>
                <ns1:cxn ang="0">
                  <ns1:pos x="T36" y="T37"/>
                </ns1:cxn>
                <ns1:cxn ang="0">
                  <ns1:pos x="T38" y="T39"/>
                </ns1:cxn>
                <ns1:cxn ang="0">
                  <ns1:pos x="T40" y="T41"/>
                </ns1:cxn>
                <ns1:cxn ang="0">
                  <ns1:pos x="T42" y="T43"/>
                </ns1:cxn>
                <ns1:cxn ang="0">
                  <ns1:pos x="T44" y="T45"/>
                </ns1:cxn>
                <ns1:cxn ang="0">
                  <ns1:pos x="T46" y="T47"/>
                </ns1:cxn>
                <ns1:cxn ang="0">
                  <ns1:pos x="T48" y="T49"/>
                </ns1:cxn>
                <ns1:cxn ang="0">
                  <ns1:pos x="T50" y="T51"/>
                </ns1:cxn>
                <ns1:cxn ang="0">
                  <ns1:pos x="T52" y="T53"/>
                </ns1:cxn>
                <ns1:cxn ang="0">
                  <ns1:pos x="T54" y="T55"/>
                </ns1:cxn>
                <ns1:cxn ang="0">
                  <ns1:pos x="T56" y="T57"/>
                </ns1:cxn>
                <ns1:cxn ang="0">
                  <ns1:pos x="T58" y="T59"/>
                </ns1:cxn>
                <ns1:cxn ang="0">
                  <ns1:pos x="T60" y="T61"/>
                </ns1:cxn>
                <ns1:cxn ang="0">
                  <ns1:pos x="T62" y="T63"/>
                </ns1:cxn>
                <ns1:cxn ang="0">
                  <ns1:pos x="T64" y="T65"/>
                </ns1:cxn>
                <ns1:cxn ang="0">
                  <ns1:pos x="T66" y="T67"/>
                </ns1:cxn>
                <ns1:cxn ang="0">
                  <ns1:pos x="T68" y="T69"/>
                </ns1:cxn>
                <ns1:cxn ang="0">
                  <ns1:pos x="T70" y="T71"/>
                </ns1:cxn>
                <ns1:cxn ang="0">
                  <ns1:pos x="T72" y="T73"/>
                </ns1:cxn>
                <ns1:cxn ang="0">
                  <ns1:pos x="T74" y="T75"/>
                </ns1:cxn>
                <ns1:cxn ang="0">
                  <ns1:pos x="T76" y="T77"/>
                </ns1:cxn>
                <ns1:cxn ang="0">
                  <ns1:pos x="T78" y="T79"/>
                </ns1:cxn>
              </ns1:cxnLst>
              <ns1:rect l="0" t="0" r="r" b="b"/>
              <ns1:pathLst>
                <ns1:path w="128" h="122">
                  <ns1:moveTo>
                    <ns1:pt x="117" y="0"/>
                  </ns1:moveTo>
                  <ns1:cubicBezTo>
                    <ns1:pt x="11" y="0"/>
                    <ns1:pt x="11" y="0"/>
                    <ns1:pt x="11" y="0"/>
                  </ns1:cubicBezTo>
                  <ns1:cubicBezTo>
                    <ns1:pt x="5" y="0"/>
                    <ns1:pt x="0" y="5"/>
                    <ns1:pt x="0" y="11"/>
                  </ns1:cubicBezTo>
                  <ns1:cubicBezTo>
                    <ns1:pt x="0" y="93"/>
                    <ns1:pt x="0" y="93"/>
                    <ns1:pt x="0" y="93"/>
                  </ns1:cubicBezTo>
                  <ns1:cubicBezTo>
                    <ns1:pt x="0" y="99"/>
                    <ns1:pt x="5" y="104"/>
                    <ns1:pt x="11" y="104"/>
                  </ns1:cubicBezTo>
                  <ns1:cubicBezTo>
                    <ns1:pt x="43" y="104"/>
                    <ns1:pt x="43" y="104"/>
                    <ns1:pt x="43" y="104"/>
                  </ns1:cubicBezTo>
                  <ns1:cubicBezTo>
                    <ns1:pt x="41" y="106"/>
                    <ns1:pt x="39" y="109"/>
                    <ns1:pt x="37" y="110"/>
                  </ns1:cubicBezTo>
                  <ns1:cubicBezTo>
                    <ns1:pt x="36" y="111"/>
                    <ns1:pt x="35" y="112"/>
                    <ns1:pt x="34" y="113"/>
                  </ns1:cubicBezTo>
                  <ns1:cubicBezTo>
                    <ns1:pt x="34" y="114"/>
                    <ns1:pt x="33" y="116"/>
                    <ns1:pt x="34" y="118"/>
                  </ns1:cubicBezTo>
                  <ns1:cubicBezTo>
                    <ns1:pt x="35" y="120"/>
                    <ns1:pt x="37" y="122"/>
                    <ns1:pt x="42" y="122"/>
                  </ns1:cubicBezTo>
                  <ns1:cubicBezTo>
                    <ns1:pt x="86" y="122"/>
                    <ns1:pt x="86" y="122"/>
                    <ns1:pt x="86" y="122"/>
                  </ns1:cubicBezTo>
                  <ns1:cubicBezTo>
                    <ns1:pt x="91" y="122"/>
                    <ns1:pt x="93" y="120"/>
                    <ns1:pt x="94" y="118"/>
                  </ns1:cubicBezTo>
                  <ns1:cubicBezTo>
                    <ns1:pt x="95" y="116"/>
                    <ns1:pt x="94" y="114"/>
                    <ns1:pt x="94" y="113"/>
                  </ns1:cubicBezTo>
                  <ns1:cubicBezTo>
                    <ns1:pt x="93" y="112"/>
                    <ns1:pt x="92" y="111"/>
                    <ns1:pt x="91" y="110"/>
                  </ns1:cubicBezTo>
                  <ns1:cubicBezTo>
                    <ns1:pt x="89" y="109"/>
                    <ns1:pt x="87" y="106"/>
                    <ns1:pt x="85" y="104"/>
                  </ns1:cubicBezTo>
                  <ns1:cubicBezTo>
                    <ns1:pt x="117" y="104"/>
                    <ns1:pt x="117" y="104"/>
                    <ns1:pt x="117" y="104"/>
                  </ns1:cubicBezTo>
                  <ns1:cubicBezTo>
                    <ns1:pt x="123" y="104"/>
                    <ns1:pt x="128" y="99"/>
                    <ns1:pt x="128" y="93"/>
                  </ns1:cubicBezTo>
                  <ns1:cubicBezTo>
                    <ns1:pt x="128" y="11"/>
                    <ns1:pt x="128" y="11"/>
                    <ns1:pt x="128" y="11"/>
                  </ns1:cubicBezTo>
                  <ns1:cubicBezTo>
                    <ns1:pt x="128" y="5"/>
                    <ns1:pt x="123" y="0"/>
                    <ns1:pt x="117" y="0"/>
                  </ns1:cubicBezTo>
                  <ns1:close/>
                  <ns1:moveTo>
                    <ns1:pt x="88" y="113"/>
                  </ns1:moveTo>
                  <ns1:cubicBezTo>
                    <ns1:pt x="89" y="114"/>
                    <ns1:pt x="90" y="115"/>
                    <ns1:pt x="90" y="116"/>
                  </ns1:cubicBezTo>
                  <ns1:cubicBezTo>
                    <ns1:pt x="90" y="116"/>
                    <ns1:pt x="91" y="116"/>
                    <ns1:pt x="90" y="116"/>
                  </ns1:cubicBezTo>
                  <ns1:cubicBezTo>
                    <ns1:pt x="90" y="117"/>
                    <ns1:pt x="88" y="118"/>
                    <ns1:pt x="86" y="118"/>
                  </ns1:cubicBezTo>
                  <ns1:cubicBezTo>
                    <ns1:pt x="42" y="118"/>
                    <ns1:pt x="42" y="118"/>
                    <ns1:pt x="42" y="118"/>
                  </ns1:cubicBezTo>
                  <ns1:cubicBezTo>
                    <ns1:pt x="40" y="118"/>
                    <ns1:pt x="38" y="117"/>
                    <ns1:pt x="38" y="116"/>
                  </ns1:cubicBezTo>
                  <ns1:cubicBezTo>
                    <ns1:pt x="38" y="116"/>
                    <ns1:pt x="38" y="116"/>
                    <ns1:pt x="38" y="116"/>
                  </ns1:cubicBezTo>
                  <ns1:cubicBezTo>
                    <ns1:pt x="38" y="116"/>
                    <ns1:pt x="38" y="116"/>
                    <ns1:pt x="38" y="116"/>
                  </ns1:cubicBezTo>
                  <ns1:cubicBezTo>
                    <ns1:pt x="38" y="115"/>
                    <ns1:pt x="39" y="114"/>
                    <ns1:pt x="40" y="113"/>
                  </ns1:cubicBezTo>
                  <ns1:cubicBezTo>
                    <ns1:pt x="44" y="109"/>
                    <ns1:pt x="47" y="106"/>
                    <ns1:pt x="48" y="104"/>
                  </ns1:cubicBezTo>
                  <ns1:cubicBezTo>
                    <ns1:pt x="80" y="104"/>
                    <ns1:pt x="80" y="104"/>
                    <ns1:pt x="80" y="104"/>
                  </ns1:cubicBezTo>
                  <ns1:cubicBezTo>
                    <ns1:pt x="81" y="106"/>
                    <ns1:pt x="84" y="109"/>
                    <ns1:pt x="88" y="113"/>
                  </ns1:cubicBezTo>
                  <ns1:close/>
                  <ns1:moveTo>
                    <ns1:pt x="120" y="93"/>
                  </ns1:moveTo>
                  <ns1:cubicBezTo>
                    <ns1:pt x="120" y="95"/>
                    <ns1:pt x="119" y="96"/>
                    <ns1:pt x="117" y="96"/>
                  </ns1:cubicBezTo>
                  <ns1:cubicBezTo>
                    <ns1:pt x="11" y="96"/>
                    <ns1:pt x="11" y="96"/>
                    <ns1:pt x="11" y="96"/>
                  </ns1:cubicBezTo>
                  <ns1:cubicBezTo>
                    <ns1:pt x="9" y="96"/>
                    <ns1:pt x="8" y="95"/>
                    <ns1:pt x="8" y="93"/>
                  </ns1:cubicBezTo>
                  <ns1:cubicBezTo>
                    <ns1:pt x="8" y="11"/>
                    <ns1:pt x="8" y="11"/>
                    <ns1:pt x="8" y="11"/>
                  </ns1:cubicBezTo>
                  <ns1:cubicBezTo>
                    <ns1:pt x="8" y="9"/>
                    <ns1:pt x="9" y="8"/>
                    <ns1:pt x="11" y="8"/>
                  </ns1:cubicBezTo>
                  <ns1:cubicBezTo>
                    <ns1:pt x="117" y="8"/>
                    <ns1:pt x="117" y="8"/>
                    <ns1:pt x="117" y="8"/>
                  </ns1:cubicBezTo>
                  <ns1:cubicBezTo>
                    <ns1:pt x="119" y="8"/>
                    <ns1:pt x="120" y="9"/>
                    <ns1:pt x="120" y="11"/>
                  </ns1:cubicBezTo>
                  <ns1:lnTo>
                    <ns1:pt x="120" y="93"/>
                  </ns1:lnTo>
                  <ns1:close/>
                </ns1:path>
              </ns1:pathLst>
            </ns1:custGeom>
            <ns1:grpFill/>
            <ns1:ln>
              <ns1:noFill/>
            </ns1:ln>
            <ns1:extLst>
              <ns1:ext uri="{91240B29-F687-4F45-9708-019B960494DF}">
                <ns2:hiddenLine w="9525">
                  <ns1:solidFill>
                    <ns1:srgbClr val="000000"/>
                  </ns1:solidFill>
                  <ns1:round/>
                  <ns1:headEnd/>
                  <ns1:tailEnd/>
                </ns2:hiddenLine>
              </ns1:ext>
            </ns1:extLst>
          </ns0:spPr>
          <ns0:txBody>
            <ns1:bodyPr vert="horz" wrap="square" lIns="91440" tIns="45720" rIns="91440" bIns="45720" numCol="1" anchor="t" anchorCtr="0" compatLnSpc="1">
              <ns1:prstTxWarp prst="textNoShape">
                <ns1:avLst/>
              </ns1:prstTxWarp>
            </ns1:bodyPr>
            <ns1:lstStyle/>
            <ns1:p>
              <ns1:endParaRPr lang="id-ID" sz="2700"/>
            </ns1:p>
          </ns0:txBody>
        </ns0:sp>
        <ns0:sp>
          <ns0:nvSpPr>
            <ns0:cNvPr id="158" name="Freeform 37"/>
            <ns0:cNvSpPr>
              <ns1:spLocks noEditPoints="1"/>
            </ns0:cNvSpPr>
            <ns0:nvPr/>
          </ns0:nvSpPr>
          <ns0:spPr bwMode="auto">
            <ns1:xfrm>
              <ns1:off x="9947275" y="1076326"/>
              <ns1:ext cx="361950" cy="242888"/>
            </ns1:xfrm>
            <ns1:custGeom>
              <ns1:avLst/>
              <ns1:gdLst>
                <ns1:gd name="T0" fmla="*/ 89 w 96"/>
                <ns1:gd name="T1" fmla="*/ 0 h 64"/>
                <ns1:gd name="T2" fmla="*/ 7 w 96"/>
                <ns1:gd name="T3" fmla="*/ 0 h 64"/>
                <ns1:gd name="T4" fmla="*/ 0 w 96"/>
                <ns1:gd name="T5" fmla="*/ 7 h 64"/>
                <ns1:gd name="T6" fmla="*/ 0 w 96"/>
                <ns1:gd name="T7" fmla="*/ 57 h 64"/>
                <ns1:gd name="T8" fmla="*/ 7 w 96"/>
                <ns1:gd name="T9" fmla="*/ 64 h 64"/>
                <ns1:gd name="T10" fmla="*/ 89 w 96"/>
                <ns1:gd name="T11" fmla="*/ 64 h 64"/>
                <ns1:gd name="T12" fmla="*/ 96 w 96"/>
                <ns1:gd name="T13" fmla="*/ 57 h 64"/>
                <ns1:gd name="T14" fmla="*/ 96 w 96"/>
                <ns1:gd name="T15" fmla="*/ 7 h 64"/>
                <ns1:gd name="T16" fmla="*/ 89 w 96"/>
                <ns1:gd name="T17" fmla="*/ 0 h 64"/>
                <ns1:gd name="T18" fmla="*/ 92 w 96"/>
                <ns1:gd name="T19" fmla="*/ 57 h 64"/>
                <ns1:gd name="T20" fmla="*/ 89 w 96"/>
                <ns1:gd name="T21" fmla="*/ 60 h 64"/>
                <ns1:gd name="T22" fmla="*/ 7 w 96"/>
                <ns1:gd name="T23" fmla="*/ 60 h 64"/>
                <ns1:gd name="T24" fmla="*/ 4 w 96"/>
                <ns1:gd name="T25" fmla="*/ 57 h 64"/>
                <ns1:gd name="T26" fmla="*/ 4 w 96"/>
                <ns1:gd name="T27" fmla="*/ 7 h 64"/>
                <ns1:gd name="T28" fmla="*/ 7 w 96"/>
                <ns1:gd name="T29" fmla="*/ 4 h 64"/>
                <ns1:gd name="T30" fmla="*/ 89 w 96"/>
                <ns1:gd name="T31" fmla="*/ 4 h 64"/>
                <ns1:gd name="T32" fmla="*/ 92 w 96"/>
                <ns1:gd name="T33" fmla="*/ 7 h 64"/>
                <ns1:gd name="T34" fmla="*/ 92 w 96"/>
                <ns1:gd name="T35" fmla="*/ 57 h 64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  <ns1:cxn ang="0">
                  <ns1:pos x="T14" y="T15"/>
                </ns1:cxn>
                <ns1:cxn ang="0">
                  <ns1:pos x="T16" y="T17"/>
                </ns1:cxn>
                <ns1:cxn ang="0">
                  <ns1:pos x="T18" y="T19"/>
                </ns1:cxn>
                <ns1:cxn ang="0">
                  <ns1:pos x="T20" y="T21"/>
                </ns1:cxn>
                <ns1:cxn ang="0">
                  <ns1:pos x="T22" y="T23"/>
                </ns1:cxn>
                <ns1:cxn ang="0">
                  <ns1:pos x="T24" y="T25"/>
                </ns1:cxn>
                <ns1:cxn ang="0">
                  <ns1:pos x="T26" y="T27"/>
                </ns1:cxn>
                <ns1:cxn ang="0">
                  <ns1:pos x="T28" y="T29"/>
                </ns1:cxn>
                <ns1:cxn ang="0">
                  <ns1:pos x="T30" y="T31"/>
                </ns1:cxn>
                <ns1:cxn ang="0">
                  <ns1:pos x="T32" y="T33"/>
                </ns1:cxn>
                <ns1:cxn ang="0">
                  <ns1:pos x="T34" y="T35"/>
                </ns1:cxn>
              </ns1:cxnLst>
              <ns1:rect l="0" t="0" r="r" b="b"/>
              <ns1:pathLst>
                <ns1:path w="96" h="64">
                  <ns1:moveTo>
                    <ns1:pt x="89" y="0"/>
                  </ns1:moveTo>
                  <ns1:cubicBezTo>
                    <ns1:pt x="7" y="0"/>
                    <ns1:pt x="7" y="0"/>
                    <ns1:pt x="7" y="0"/>
                  </ns1:cubicBezTo>
                  <ns1:cubicBezTo>
                    <ns1:pt x="3" y="0"/>
                    <ns1:pt x="0" y="3"/>
                    <ns1:pt x="0" y="7"/>
                  </ns1:cubicBezTo>
                  <ns1:cubicBezTo>
                    <ns1:pt x="0" y="57"/>
                    <ns1:pt x="0" y="57"/>
                    <ns1:pt x="0" y="57"/>
                  </ns1:cubicBezTo>
                  <ns1:cubicBezTo>
                    <ns1:pt x="0" y="61"/>
                    <ns1:pt x="3" y="64"/>
                    <ns1:pt x="7" y="64"/>
                  </ns1:cubicBezTo>
                  <ns1:cubicBezTo>
                    <ns1:pt x="89" y="64"/>
                    <ns1:pt x="89" y="64"/>
                    <ns1:pt x="89" y="64"/>
                  </ns1:cubicBezTo>
                  <ns1:cubicBezTo>
                    <ns1:pt x="93" y="64"/>
                    <ns1:pt x="96" y="61"/>
                    <ns1:pt x="96" y="57"/>
                  </ns1:cubicBezTo>
                  <ns1:cubicBezTo>
                    <ns1:pt x="96" y="7"/>
                    <ns1:pt x="96" y="7"/>
                    <ns1:pt x="96" y="7"/>
                  </ns1:cubicBezTo>
                  <ns1:cubicBezTo>
                    <ns1:pt x="96" y="3"/>
                    <ns1:pt x="93" y="0"/>
                    <ns1:pt x="89" y="0"/>
                  </ns1:cubicBezTo>
                  <ns1:close/>
                  <ns1:moveTo>
                    <ns1:pt x="92" y="57"/>
                  </ns1:moveTo>
                  <ns1:cubicBezTo>
                    <ns1:pt x="92" y="59"/>
                    <ns1:pt x="91" y="60"/>
                    <ns1:pt x="89" y="60"/>
                  </ns1:cubicBezTo>
                  <ns1:cubicBezTo>
                    <ns1:pt x="7" y="60"/>
                    <ns1:pt x="7" y="60"/>
                    <ns1:pt x="7" y="60"/>
                  </ns1:cubicBezTo>
                  <ns1:cubicBezTo>
                    <ns1:pt x="5" y="60"/>
                    <ns1:pt x="4" y="59"/>
                    <ns1:pt x="4" y="57"/>
                  </ns1:cubicBezTo>
                  <ns1:cubicBezTo>
                    <ns1:pt x="4" y="7"/>
                    <ns1:pt x="4" y="7"/>
                    <ns1:pt x="4" y="7"/>
                  </ns1:cubicBezTo>
                  <ns1:cubicBezTo>
                    <ns1:pt x="4" y="5"/>
                    <ns1:pt x="5" y="4"/>
                    <ns1:pt x="7" y="4"/>
                  </ns1:cubicBezTo>
                  <ns1:cubicBezTo>
                    <ns1:pt x="89" y="4"/>
                    <ns1:pt x="89" y="4"/>
                    <ns1:pt x="89" y="4"/>
                  </ns1:cubicBezTo>
                  <ns1:cubicBezTo>
                    <ns1:pt x="91" y="4"/>
                    <ns1:pt x="92" y="5"/>
                    <ns1:pt x="92" y="7"/>
                  </ns1:cubicBezTo>
                  <ns1:lnTo>
                    <ns1:pt x="92" y="57"/>
                  </ns1:lnTo>
                  <ns1:close/>
                </ns1:path>
              </ns1:pathLst>
            </ns1:custGeom>
            <ns1:grpFill/>
            <ns1:ln>
              <ns1:noFill/>
            </ns1:ln>
            <ns1:extLst>
              <ns1:ext uri="{91240B29-F687-4F45-9708-019B960494DF}">
                <ns2:hiddenLine w="9525">
                  <ns1:solidFill>
                    <ns1:srgbClr val="000000"/>
                  </ns1:solidFill>
                  <ns1:round/>
                  <ns1:headEnd/>
                  <ns1:tailEnd/>
                </ns2:hiddenLine>
              </ns1:ext>
            </ns1:extLst>
          </ns0:spPr>
          <ns0:txBody>
            <ns1:bodyPr vert="horz" wrap="square" lIns="91440" tIns="45720" rIns="91440" bIns="45720" numCol="1" anchor="t" anchorCtr="0" compatLnSpc="1">
              <ns1:prstTxWarp prst="textNoShape">
                <ns1:avLst/>
              </ns1:prstTxWarp>
            </ns1:bodyPr>
            <ns1:lstStyle/>
            <ns1:p>
              <ns1:endParaRPr lang="id-ID" sz="2700"/>
            </ns1:p>
          </ns0:txBody>
        </ns0:sp>
        <ns0:sp>
          <ns0:nvSpPr>
            <ns0:cNvPr id="159" name="Freeform 38"/>
            <ns0:cNvSpPr>
              <ns1:spLocks noEditPoints="1"/>
            </ns0:cNvSpPr>
            <ns0:nvPr/>
          </ns0:nvSpPr>
          <ns0:spPr bwMode="auto">
            <ns1:xfrm>
              <ns1:off x="10104438" y="1327151"/>
              <ns1:ext cx="46037" cy="44450"/>
            </ns1:xfrm>
            <ns1:custGeom>
              <ns1:avLst/>
              <ns1:gdLst>
                <ns1:gd name="T0" fmla="*/ 6 w 12"/>
                <ns1:gd name="T1" fmla="*/ 0 h 12"/>
                <ns1:gd name="T2" fmla="*/ 0 w 12"/>
                <ns1:gd name="T3" fmla="*/ 6 h 12"/>
                <ns1:gd name="T4" fmla="*/ 6 w 12"/>
                <ns1:gd name="T5" fmla="*/ 12 h 12"/>
                <ns1:gd name="T6" fmla="*/ 12 w 12"/>
                <ns1:gd name="T7" fmla="*/ 6 h 12"/>
                <ns1:gd name="T8" fmla="*/ 6 w 12"/>
                <ns1:gd name="T9" fmla="*/ 0 h 12"/>
                <ns1:gd name="T10" fmla="*/ 6 w 12"/>
                <ns1:gd name="T11" fmla="*/ 8 h 12"/>
                <ns1:gd name="T12" fmla="*/ 4 w 12"/>
                <ns1:gd name="T13" fmla="*/ 6 h 12"/>
                <ns1:gd name="T14" fmla="*/ 6 w 12"/>
                <ns1:gd name="T15" fmla="*/ 4 h 12"/>
                <ns1:gd name="T16" fmla="*/ 8 w 12"/>
                <ns1:gd name="T17" fmla="*/ 6 h 12"/>
                <ns1:gd name="T18" fmla="*/ 6 w 12"/>
                <ns1:gd name="T19" fmla="*/ 8 h 12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  <ns1:cxn ang="0">
                  <ns1:pos x="T14" y="T15"/>
                </ns1:cxn>
                <ns1:cxn ang="0">
                  <ns1:pos x="T16" y="T17"/>
                </ns1:cxn>
                <ns1:cxn ang="0">
                  <ns1:pos x="T18" y="T19"/>
                </ns1:cxn>
              </ns1:cxnLst>
              <ns1:rect l="0" t="0" r="r" b="b"/>
              <ns1:pathLst>
                <ns1:path w="12" h="12">
                  <ns1:moveTo>
                    <ns1:pt x="6" y="0"/>
                  </ns1:moveTo>
                  <ns1:cubicBezTo>
                    <ns1:pt x="3" y="0"/>
                    <ns1:pt x="0" y="3"/>
                    <ns1:pt x="0" y="6"/>
                  </ns1:cubicBezTo>
                  <ns1:cubicBezTo>
                    <ns1:pt x="0" y="9"/>
                    <ns1:pt x="3" y="12"/>
                    <ns1:pt x="6" y="12"/>
                  </ns1:cubicBezTo>
                  <ns1:cubicBezTo>
                    <ns1:pt x="9" y="12"/>
                    <ns1:pt x="12" y="9"/>
                    <ns1:pt x="12" y="6"/>
                  </ns1:cubicBezTo>
                  <ns1:cubicBezTo>
                    <ns1:pt x="12" y="3"/>
                    <ns1:pt x="9" y="0"/>
                    <ns1:pt x="6" y="0"/>
                  </ns1:cubicBezTo>
                  <ns1:close/>
                  <ns1:moveTo>
                    <ns1:pt x="6" y="8"/>
                  </ns1:moveTo>
                  <ns1:cubicBezTo>
                    <ns1:pt x="5" y="8"/>
                    <ns1:pt x="4" y="7"/>
                    <ns1:pt x="4" y="6"/>
                  </ns1:cubicBezTo>
                  <ns1:cubicBezTo>
                    <ns1:pt x="4" y="5"/>
                    <ns1:pt x="5" y="4"/>
                    <ns1:pt x="6" y="4"/>
                  </ns1:cubicBezTo>
                  <ns1:cubicBezTo>
                    <ns1:pt x="7" y="4"/>
                    <ns1:pt x="8" y="5"/>
                    <ns1:pt x="8" y="6"/>
                  </ns1:cubicBezTo>
                  <ns1:cubicBezTo>
                    <ns1:pt x="8" y="7"/>
                    <ns1:pt x="7" y="8"/>
                    <ns1:pt x="6" y="8"/>
                  </ns1:cubicBezTo>
                  <ns1:close/>
                </ns1:path>
              </ns1:pathLst>
            </ns1:custGeom>
            <ns1:grpFill/>
            <ns1:ln>
              <ns1:noFill/>
            </ns1:ln>
            <ns1:extLst>
              <ns1:ext uri="{91240B29-F687-4F45-9708-019B960494DF}">
                <ns2:hiddenLine w="9525">
                  <ns1:solidFill>
                    <ns1:srgbClr val="000000"/>
                  </ns1:solidFill>
                  <ns1:round/>
                  <ns1:headEnd/>
                  <ns1:tailEnd/>
                </ns2:hiddenLine>
              </ns1:ext>
            </ns1:extLst>
          </ns0:spPr>
          <ns0:txBody>
            <ns1:bodyPr vert="horz" wrap="square" lIns="91440" tIns="45720" rIns="91440" bIns="45720" numCol="1" anchor="t" anchorCtr="0" compatLnSpc="1">
              <ns1:prstTxWarp prst="textNoShape">
                <ns1:avLst/>
              </ns1:prstTxWarp>
            </ns1:bodyPr>
            <ns1:lstStyle/>
            <ns1:p>
              <ns1:endParaRPr lang="id-ID" sz="2700"/>
            </ns1:p>
          </ns0:txBody>
        </ns0:sp>
        <ns0:sp>
          <ns0:nvSpPr>
            <ns0:cNvPr id="160" name="Freeform 39"/>
            <ns0:cNvSpPr>
              <ns1:spLocks/>
            </ns0:cNvSpPr>
            <ns0:nvPr/>
          </ns0:nvSpPr>
          <ns0:spPr bwMode="auto">
            <ns1:xfrm>
              <ns1:off x="10067925" y="1198563"/>
              <ns1:ext cx="44450" cy="90488"/>
            </ns1:xfrm>
            <ns1:custGeom>
              <ns1:avLst/>
              <ns1:gdLst>
                <ns1:gd name="T0" fmla="*/ 9 w 12"/>
                <ns1:gd name="T1" fmla="*/ 0 h 24"/>
                <ns1:gd name="T2" fmla="*/ 3 w 12"/>
                <ns1:gd name="T3" fmla="*/ 0 h 24"/>
                <ns1:gd name="T4" fmla="*/ 0 w 12"/>
                <ns1:gd name="T5" fmla="*/ 3 h 24"/>
                <ns1:gd name="T6" fmla="*/ 0 w 12"/>
                <ns1:gd name="T7" fmla="*/ 21 h 24"/>
                <ns1:gd name="T8" fmla="*/ 3 w 12"/>
                <ns1:gd name="T9" fmla="*/ 24 h 24"/>
                <ns1:gd name="T10" fmla="*/ 9 w 12"/>
                <ns1:gd name="T11" fmla="*/ 24 h 24"/>
                <ns1:gd name="T12" fmla="*/ 12 w 12"/>
                <ns1:gd name="T13" fmla="*/ 21 h 24"/>
                <ns1:gd name="T14" fmla="*/ 12 w 12"/>
                <ns1:gd name="T15" fmla="*/ 3 h 24"/>
                <ns1:gd name="T16" fmla="*/ 9 w 12"/>
                <ns1:gd name="T17" fmla="*/ 0 h 24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  <ns1:cxn ang="0">
                  <ns1:pos x="T14" y="T15"/>
                </ns1:cxn>
                <ns1:cxn ang="0">
                  <ns1:pos x="T16" y="T17"/>
                </ns1:cxn>
              </ns1:cxnLst>
              <ns1:rect l="0" t="0" r="r" b="b"/>
              <ns1:pathLst>
                <ns1:path w="12" h="24">
                  <ns1:moveTo>
                    <ns1:pt x="9" y="0"/>
                  </ns1:moveTo>
                  <ns1:cubicBezTo>
                    <ns1:pt x="3" y="0"/>
                    <ns1:pt x="3" y="0"/>
                    <ns1:pt x="3" y="0"/>
                  </ns1:cubicBezTo>
                  <ns1:cubicBezTo>
                    <ns1:pt x="1" y="0"/>
                    <ns1:pt x="0" y="1"/>
                    <ns1:pt x="0" y="3"/>
                  </ns1:cubicBezTo>
                  <ns1:cubicBezTo>
                    <ns1:pt x="0" y="21"/>
                    <ns1:pt x="0" y="21"/>
                    <ns1:pt x="0" y="21"/>
                  </ns1:cubicBezTo>
                  <ns1:cubicBezTo>
                    <ns1:pt x="0" y="22"/>
                    <ns1:pt x="1" y="24"/>
                    <ns1:pt x="3" y="24"/>
                  </ns1:cubicBezTo>
                  <ns1:cubicBezTo>
                    <ns1:pt x="9" y="24"/>
                    <ns1:pt x="9" y="24"/>
                    <ns1:pt x="9" y="24"/>
                  </ns1:cubicBezTo>
                  <ns1:cubicBezTo>
                    <ns1:pt x="11" y="24"/>
                    <ns1:pt x="12" y="22"/>
                    <ns1:pt x="12" y="21"/>
                  </ns1:cubicBezTo>
                  <ns1:cubicBezTo>
                    <ns1:pt x="12" y="3"/>
                    <ns1:pt x="12" y="3"/>
                    <ns1:pt x="12" y="3"/>
                  </ns1:cubicBezTo>
                  <ns1:cubicBezTo>
                    <ns1:pt x="12" y="1"/>
                    <ns1:pt x="11" y="0"/>
                    <ns1:pt x="9" y="0"/>
                  </ns1:cubicBezTo>
                  <ns1:close/>
                </ns1:path>
              </ns1:pathLst>
            </ns1:custGeom>
            <ns1:grpFill/>
            <ns1:ln>
              <ns1:noFill/>
            </ns1:ln>
            <ns1:extLst>
              <ns1:ext uri="{91240B29-F687-4F45-9708-019B960494DF}">
                <ns2:hiddenLine w="9525">
                  <ns1:solidFill>
                    <ns1:srgbClr val="000000"/>
                  </ns1:solidFill>
                  <ns1:round/>
                  <ns1:headEnd/>
                  <ns1:tailEnd/>
                </ns2:hiddenLine>
              </ns1:ext>
            </ns1:extLst>
          </ns0:spPr>
          <ns0:txBody>
            <ns1:bodyPr vert="horz" wrap="square" lIns="91440" tIns="45720" rIns="91440" bIns="45720" numCol="1" anchor="t" anchorCtr="0" compatLnSpc="1">
              <ns1:prstTxWarp prst="textNoShape">
                <ns1:avLst/>
              </ns1:prstTxWarp>
            </ns1:bodyPr>
            <ns1:lstStyle/>
            <ns1:p>
              <ns1:endParaRPr lang="id-ID" sz="2700"/>
            </ns1:p>
          </ns0:txBody>
        </ns0:sp>
        <ns0:sp>
          <ns0:nvSpPr>
            <ns0:cNvPr id="161" name="Freeform 40"/>
            <ns0:cNvSpPr>
              <ns1:spLocks/>
            </ns0:cNvSpPr>
            <ns0:nvPr/>
          </ns0:nvSpPr>
          <ns0:spPr bwMode="auto">
            <ns1:xfrm>
              <ns1:off x="10218738" y="1106488"/>
              <ns1:ext cx="44450" cy="182563"/>
            </ns1:xfrm>
            <ns1:custGeom>
              <ns1:avLst/>
              <ns1:gdLst>
                <ns1:gd name="T0" fmla="*/ 9 w 12"/>
                <ns1:gd name="T1" fmla="*/ 0 h 48"/>
                <ns1:gd name="T2" fmla="*/ 3 w 12"/>
                <ns1:gd name="T3" fmla="*/ 0 h 48"/>
                <ns1:gd name="T4" fmla="*/ 0 w 12"/>
                <ns1:gd name="T5" fmla="*/ 3 h 48"/>
                <ns1:gd name="T6" fmla="*/ 0 w 12"/>
                <ns1:gd name="T7" fmla="*/ 45 h 48"/>
                <ns1:gd name="T8" fmla="*/ 3 w 12"/>
                <ns1:gd name="T9" fmla="*/ 48 h 48"/>
                <ns1:gd name="T10" fmla="*/ 9 w 12"/>
                <ns1:gd name="T11" fmla="*/ 48 h 48"/>
                <ns1:gd name="T12" fmla="*/ 12 w 12"/>
                <ns1:gd name="T13" fmla="*/ 45 h 48"/>
                <ns1:gd name="T14" fmla="*/ 12 w 12"/>
                <ns1:gd name="T15" fmla="*/ 3 h 48"/>
                <ns1:gd name="T16" fmla="*/ 9 w 12"/>
                <ns1:gd name="T17" fmla="*/ 0 h 48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  <ns1:cxn ang="0">
                  <ns1:pos x="T14" y="T15"/>
                </ns1:cxn>
                <ns1:cxn ang="0">
                  <ns1:pos x="T16" y="T17"/>
                </ns1:cxn>
              </ns1:cxnLst>
              <ns1:rect l="0" t="0" r="r" b="b"/>
              <ns1:pathLst>
                <ns1:path w="12" h="48">
                  <ns1:moveTo>
                    <ns1:pt x="9" y="0"/>
                  </ns1:moveTo>
                  <ns1:cubicBezTo>
                    <ns1:pt x="3" y="0"/>
                    <ns1:pt x="3" y="0"/>
                    <ns1:pt x="3" y="0"/>
                  </ns1:cubicBezTo>
                  <ns1:cubicBezTo>
                    <ns1:pt x="1" y="0"/>
                    <ns1:pt x="0" y="1"/>
                    <ns1:pt x="0" y="3"/>
                  </ns1:cubicBezTo>
                  <ns1:cubicBezTo>
                    <ns1:pt x="0" y="45"/>
                    <ns1:pt x="0" y="45"/>
                    <ns1:pt x="0" y="45"/>
                  </ns1:cubicBezTo>
                  <ns1:cubicBezTo>
                    <ns1:pt x="0" y="47"/>
                    <ns1:pt x="1" y="48"/>
                    <ns1:pt x="3" y="48"/>
                  </ns1:cubicBezTo>
                  <ns1:cubicBezTo>
                    <ns1:pt x="9" y="48"/>
                    <ns1:pt x="9" y="48"/>
                    <ns1:pt x="9" y="48"/>
                  </ns1:cubicBezTo>
                  <ns1:cubicBezTo>
                    <ns1:pt x="11" y="48"/>
                    <ns1:pt x="12" y="47"/>
                    <ns1:pt x="12" y="45"/>
                  </ns1:cubicBezTo>
                  <ns1:cubicBezTo>
                    <ns1:pt x="12" y="3"/>
                    <ns1:pt x="12" y="3"/>
                    <ns1:pt x="12" y="3"/>
                  </ns1:cubicBezTo>
                  <ns1:cubicBezTo>
                    <ns1:pt x="12" y="1"/>
                    <ns1:pt x="11" y="0"/>
                    <ns1:pt x="9" y="0"/>
                  </ns1:cubicBezTo>
                  <ns1:close/>
                </ns1:path>
              </ns1:pathLst>
            </ns1:custGeom>
            <ns1:grpFill/>
            <ns1:ln>
              <ns1:noFill/>
            </ns1:ln>
            <ns1:extLst>
              <ns1:ext uri="{91240B29-F687-4F45-9708-019B960494DF}">
                <ns2:hiddenLine w="9525">
                  <ns1:solidFill>
                    <ns1:srgbClr val="000000"/>
                  </ns1:solidFill>
                  <ns1:round/>
                  <ns1:headEnd/>
                  <ns1:tailEnd/>
                </ns2:hiddenLine>
              </ns1:ext>
            </ns1:extLst>
          </ns0:spPr>
          <ns0:txBody>
            <ns1:bodyPr vert="horz" wrap="square" lIns="91440" tIns="45720" rIns="91440" bIns="45720" numCol="1" anchor="t" anchorCtr="0" compatLnSpc="1">
              <ns1:prstTxWarp prst="textNoShape">
                <ns1:avLst/>
              </ns1:prstTxWarp>
            </ns1:bodyPr>
            <ns1:lstStyle/>
            <ns1:p>
              <ns1:endParaRPr lang="id-ID" sz="2700"/>
            </ns1:p>
          </ns0:txBody>
        </ns0:sp>
        <ns0:sp>
          <ns0:nvSpPr>
            <ns0:cNvPr id="162" name="Freeform 41"/>
            <ns0:cNvSpPr>
              <ns1:spLocks/>
            </ns0:cNvSpPr>
            <ns0:nvPr/>
          </ns0:nvSpPr>
          <ns0:spPr bwMode="auto">
            <ns1:xfrm>
              <ns1:off x="10142538" y="1166813"/>
              <ns1:ext cx="46037" cy="122238"/>
            </ns1:xfrm>
            <ns1:custGeom>
              <ns1:avLst/>
              <ns1:gdLst>
                <ns1:gd name="T0" fmla="*/ 9 w 12"/>
                <ns1:gd name="T1" fmla="*/ 0 h 32"/>
                <ns1:gd name="T2" fmla="*/ 3 w 12"/>
                <ns1:gd name="T3" fmla="*/ 0 h 32"/>
                <ns1:gd name="T4" fmla="*/ 0 w 12"/>
                <ns1:gd name="T5" fmla="*/ 3 h 32"/>
                <ns1:gd name="T6" fmla="*/ 0 w 12"/>
                <ns1:gd name="T7" fmla="*/ 29 h 32"/>
                <ns1:gd name="T8" fmla="*/ 3 w 12"/>
                <ns1:gd name="T9" fmla="*/ 32 h 32"/>
                <ns1:gd name="T10" fmla="*/ 9 w 12"/>
                <ns1:gd name="T11" fmla="*/ 32 h 32"/>
                <ns1:gd name="T12" fmla="*/ 12 w 12"/>
                <ns1:gd name="T13" fmla="*/ 29 h 32"/>
                <ns1:gd name="T14" fmla="*/ 12 w 12"/>
                <ns1:gd name="T15" fmla="*/ 3 h 32"/>
                <ns1:gd name="T16" fmla="*/ 9 w 12"/>
                <ns1:gd name="T17" fmla="*/ 0 h 32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  <ns1:cxn ang="0">
                  <ns1:pos x="T14" y="T15"/>
                </ns1:cxn>
                <ns1:cxn ang="0">
                  <ns1:pos x="T16" y="T17"/>
                </ns1:cxn>
              </ns1:cxnLst>
              <ns1:rect l="0" t="0" r="r" b="b"/>
              <ns1:pathLst>
                <ns1:path w="12" h="32">
                  <ns1:moveTo>
                    <ns1:pt x="9" y="0"/>
                  </ns1:moveTo>
                  <ns1:cubicBezTo>
                    <ns1:pt x="3" y="0"/>
                    <ns1:pt x="3" y="0"/>
                    <ns1:pt x="3" y="0"/>
                  </ns1:cubicBezTo>
                  <ns1:cubicBezTo>
                    <ns1:pt x="1" y="0"/>
                    <ns1:pt x="0" y="1"/>
                    <ns1:pt x="0" y="3"/>
                  </ns1:cubicBezTo>
                  <ns1:cubicBezTo>
                    <ns1:pt x="0" y="29"/>
                    <ns1:pt x="0" y="29"/>
                    <ns1:pt x="0" y="29"/>
                  </ns1:cubicBezTo>
                  <ns1:cubicBezTo>
                    <ns1:pt x="0" y="31"/>
                    <ns1:pt x="1" y="32"/>
                    <ns1:pt x="3" y="32"/>
                  </ns1:cubicBezTo>
                  <ns1:cubicBezTo>
                    <ns1:pt x="9" y="32"/>
                    <ns1:pt x="9" y="32"/>
                    <ns1:pt x="9" y="32"/>
                  </ns1:cubicBezTo>
                  <ns1:cubicBezTo>
                    <ns1:pt x="11" y="32"/>
                    <ns1:pt x="12" y="31"/>
                    <ns1:pt x="12" y="29"/>
                  </ns1:cubicBezTo>
                  <ns1:cubicBezTo>
                    <ns1:pt x="12" y="3"/>
                    <ns1:pt x="12" y="3"/>
                    <ns1:pt x="12" y="3"/>
                  </ns1:cubicBezTo>
                  <ns1:cubicBezTo>
                    <ns1:pt x="12" y="1"/>
                    <ns1:pt x="11" y="0"/>
                    <ns1:pt x="9" y="0"/>
                  </ns1:cubicBezTo>
                  <ns1:close/>
                </ns1:path>
              </ns1:pathLst>
            </ns1:custGeom>
            <ns1:grpFill/>
            <ns1:ln>
              <ns1:noFill/>
            </ns1:ln>
            <ns1:extLst>
              <ns1:ext uri="{91240B29-F687-4F45-9708-019B960494DF}">
                <ns2:hiddenLine w="9525">
                  <ns1:solidFill>
                    <ns1:srgbClr val="000000"/>
                  </ns1:solidFill>
                  <ns1:round/>
                  <ns1:headEnd/>
                  <ns1:tailEnd/>
                </ns2:hiddenLine>
              </ns1:ext>
            </ns1:extLst>
          </ns0:spPr>
          <ns0:txBody>
            <ns1:bodyPr vert="horz" wrap="square" lIns="91440" tIns="45720" rIns="91440" bIns="45720" numCol="1" anchor="t" anchorCtr="0" compatLnSpc="1">
              <ns1:prstTxWarp prst="textNoShape">
                <ns1:avLst/>
              </ns1:prstTxWarp>
            </ns1:bodyPr>
            <ns1:lstStyle/>
            <ns1:p>
              <ns1:endParaRPr lang="id-ID" sz="2700"/>
            </ns1:p>
          </ns0:txBody>
        </ns0:sp>
        <ns0:sp>
          <ns0:nvSpPr>
            <ns0:cNvPr id="163" name="Freeform 42"/>
            <ns0:cNvSpPr>
              <ns1:spLocks/>
            </ns0:cNvSpPr>
            <ns0:nvPr/>
          </ns0:nvSpPr>
          <ns0:spPr bwMode="auto">
            <ns1:xfrm>
              <ns1:off x="9991725" y="1136651"/>
              <ns1:ext cx="46037" cy="152400"/>
            </ns1:xfrm>
            <ns1:custGeom>
              <ns1:avLst/>
              <ns1:gdLst>
                <ns1:gd name="T0" fmla="*/ 9 w 12"/>
                <ns1:gd name="T1" fmla="*/ 0 h 40"/>
                <ns1:gd name="T2" fmla="*/ 3 w 12"/>
                <ns1:gd name="T3" fmla="*/ 0 h 40"/>
                <ns1:gd name="T4" fmla="*/ 0 w 12"/>
                <ns1:gd name="T5" fmla="*/ 3 h 40"/>
                <ns1:gd name="T6" fmla="*/ 0 w 12"/>
                <ns1:gd name="T7" fmla="*/ 37 h 40"/>
                <ns1:gd name="T8" fmla="*/ 3 w 12"/>
                <ns1:gd name="T9" fmla="*/ 40 h 40"/>
                <ns1:gd name="T10" fmla="*/ 9 w 12"/>
                <ns1:gd name="T11" fmla="*/ 40 h 40"/>
                <ns1:gd name="T12" fmla="*/ 12 w 12"/>
                <ns1:gd name="T13" fmla="*/ 37 h 40"/>
                <ns1:gd name="T14" fmla="*/ 12 w 12"/>
                <ns1:gd name="T15" fmla="*/ 3 h 40"/>
                <ns1:gd name="T16" fmla="*/ 9 w 12"/>
                <ns1:gd name="T17" fmla="*/ 0 h 40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  <ns1:cxn ang="0">
                  <ns1:pos x="T14" y="T15"/>
                </ns1:cxn>
                <ns1:cxn ang="0">
                  <ns1:pos x="T16" y="T17"/>
                </ns1:cxn>
              </ns1:cxnLst>
              <ns1:rect l="0" t="0" r="r" b="b"/>
              <ns1:pathLst>
                <ns1:path w="12" h="40">
                  <ns1:moveTo>
                    <ns1:pt x="9" y="0"/>
                  </ns1:moveTo>
                  <ns1:cubicBezTo>
                    <ns1:pt x="3" y="0"/>
                    <ns1:pt x="3" y="0"/>
                    <ns1:pt x="3" y="0"/>
                  </ns1:cubicBezTo>
                  <ns1:cubicBezTo>
                    <ns1:pt x="1" y="0"/>
                    <ns1:pt x="0" y="1"/>
                    <ns1:pt x="0" y="3"/>
                  </ns1:cubicBezTo>
                  <ns1:cubicBezTo>
                    <ns1:pt x="0" y="37"/>
                    <ns1:pt x="0" y="37"/>
                    <ns1:pt x="0" y="37"/>
                  </ns1:cubicBezTo>
                  <ns1:cubicBezTo>
                    <ns1:pt x="0" y="39"/>
                    <ns1:pt x="1" y="40"/>
                    <ns1:pt x="3" y="40"/>
                  </ns1:cubicBezTo>
                  <ns1:cubicBezTo>
                    <ns1:pt x="9" y="40"/>
                    <ns1:pt x="9" y="40"/>
                    <ns1:pt x="9" y="40"/>
                  </ns1:cubicBezTo>
                  <ns1:cubicBezTo>
                    <ns1:pt x="11" y="40"/>
                    <ns1:pt x="12" y="39"/>
                    <ns1:pt x="12" y="37"/>
                  </ns1:cubicBezTo>
                  <ns1:cubicBezTo>
                    <ns1:pt x="12" y="3"/>
                    <ns1:pt x="12" y="3"/>
                    <ns1:pt x="12" y="3"/>
                  </ns1:cubicBezTo>
                  <ns1:cubicBezTo>
                    <ns1:pt x="12" y="1"/>
                    <ns1:pt x="11" y="0"/>
                    <ns1:pt x="9" y="0"/>
                  </ns1:cubicBezTo>
                  <ns1:close/>
                </ns1:path>
              </ns1:pathLst>
            </ns1:custGeom>
            <ns1:grpFill/>
            <ns1:ln>
              <ns1:noFill/>
            </ns1:ln>
            <ns1:extLst>
              <ns1:ext uri="{91240B29-F687-4F45-9708-019B960494DF}">
                <ns2:hiddenLine w="9525">
                  <ns1:solidFill>
                    <ns1:srgbClr val="000000"/>
                  </ns1:solidFill>
                  <ns1:round/>
                  <ns1:headEnd/>
                  <ns1:tailEnd/>
                </ns2:hiddenLine>
              </ns1:ext>
            </ns1:extLst>
          </ns0:spPr>
          <ns0:txBody>
            <ns1:bodyPr vert="horz" wrap="square" lIns="91440" tIns="45720" rIns="91440" bIns="45720" numCol="1" anchor="t" anchorCtr="0" compatLnSpc="1">
              <ns1:prstTxWarp prst="textNoShape">
                <ns1:avLst/>
              </ns1:prstTxWarp>
            </ns1:bodyPr>
            <ns1:lstStyle/>
            <ns1:p>
              <ns1:endParaRPr lang="id-ID" sz="2700"/>
            </ns1:p>
          </ns0:txBody>
        </ns0:sp>
      </ns0:grpSp>
      <ns0:grpSp>
        <ns0:nvGrpSpPr>
          <ns0:cNvPr id="164" name="Group 163"/>
          <ns0:cNvGrpSpPr/>
          <ns0:nvPr/>
        </ns0:nvGrpSpPr>
        <ns0:grpSpPr>
          <ns1:xfrm>
            <ns1:off x="1237132" y="340368"/>
            <ns1:ext cx="461962" cy="460375"/>
            <ns1:chOff x="8310563" y="882650"/>
            <ns1:chExt cx="461962" cy="460375"/>
          </ns1:xfrm>
          <ns1:solidFill>
            <ns1:schemeClr val="tx1"/>
          </ns1:solidFill>
        </ns0:grpSpPr>
        <ns0:sp>
          <ns0:nvSpPr>
            <ns0:cNvPr id="165" name="Freeform 46"/>
            <ns0:cNvSpPr>
              <ns1:spLocks noEditPoints="1"/>
            </ns0:cNvSpPr>
            <ns0:nvPr/>
          </ns0:nvSpPr>
          <ns0:spPr bwMode="auto">
            <ns1:xfrm>
              <ns1:off x="8434388" y="1004888"/>
              <ns1:ext cx="214312" cy="214313"/>
            </ns1:xfrm>
            <ns1:custGeom>
              <ns1:avLst/>
              <ns1:gdLst>
                <ns1:gd name="T0" fmla="*/ 28 w 56"/>
                <ns1:gd name="T1" fmla="*/ 8 h 56"/>
                <ns1:gd name="T2" fmla="*/ 48 w 56"/>
                <ns1:gd name="T3" fmla="*/ 28 h 56"/>
                <ns1:gd name="T4" fmla="*/ 28 w 56"/>
                <ns1:gd name="T5" fmla="*/ 48 h 56"/>
                <ns1:gd name="T6" fmla="*/ 8 w 56"/>
                <ns1:gd name="T7" fmla="*/ 28 h 56"/>
                <ns1:gd name="T8" fmla="*/ 28 w 56"/>
                <ns1:gd name="T9" fmla="*/ 8 h 56"/>
                <ns1:gd name="T10" fmla="*/ 28 w 56"/>
                <ns1:gd name="T11" fmla="*/ 0 h 56"/>
                <ns1:gd name="T12" fmla="*/ 0 w 56"/>
                <ns1:gd name="T13" fmla="*/ 28 h 56"/>
                <ns1:gd name="T14" fmla="*/ 28 w 56"/>
                <ns1:gd name="T15" fmla="*/ 56 h 56"/>
                <ns1:gd name="T16" fmla="*/ 56 w 56"/>
                <ns1:gd name="T17" fmla="*/ 28 h 56"/>
                <ns1:gd name="T18" fmla="*/ 28 w 56"/>
                <ns1:gd name="T19" fmla="*/ 0 h 56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  <ns1:cxn ang="0">
                  <ns1:pos x="T14" y="T15"/>
                </ns1:cxn>
                <ns1:cxn ang="0">
                  <ns1:pos x="T16" y="T17"/>
                </ns1:cxn>
                <ns1:cxn ang="0">
                  <ns1:pos x="T18" y="T19"/>
                </ns1:cxn>
              </ns1:cxnLst>
              <ns1:rect l="0" t="0" r="r" b="b"/>
              <ns1:pathLst>
                <ns1:path w="56" h="56">
                  <ns1:moveTo>
                    <ns1:pt x="28" y="8"/>
                  </ns1:moveTo>
                  <ns1:cubicBezTo>
                    <ns1:pt x="39" y="8"/>
                    <ns1:pt x="48" y="17"/>
                    <ns1:pt x="48" y="28"/>
                  </ns1:cubicBezTo>
                  <ns1:cubicBezTo>
                    <ns1:pt x="48" y="39"/>
                    <ns1:pt x="39" y="48"/>
                    <ns1:pt x="28" y="48"/>
                  </ns1:cubicBezTo>
                  <ns1:cubicBezTo>
                    <ns1:pt x="17" y="48"/>
                    <ns1:pt x="8" y="39"/>
                    <ns1:pt x="8" y="28"/>
                  </ns1:cubicBezTo>
                  <ns1:cubicBezTo>
                    <ns1:pt x="8" y="17"/>
                    <ns1:pt x="17" y="8"/>
                    <ns1:pt x="28" y="8"/>
                  </ns1:cubicBezTo>
                  <ns1:moveTo>
                    <ns1:pt x="28" y="0"/>
                  </ns1:moveTo>
                  <ns1:cubicBezTo>
                    <ns1:pt x="13" y="0"/>
                    <ns1:pt x="0" y="13"/>
                    <ns1:pt x="0" y="28"/>
                  </ns1:cubicBezTo>
                  <ns1:cubicBezTo>
                    <ns1:pt x="0" y="43"/>
                    <ns1:pt x="13" y="56"/>
                    <ns1:pt x="28" y="56"/>
                  </ns1:cubicBezTo>
                  <ns1:cubicBezTo>
                    <ns1:pt x="43" y="56"/>
                    <ns1:pt x="56" y="43"/>
                    <ns1:pt x="56" y="28"/>
                  </ns1:cubicBezTo>
                  <ns1:cubicBezTo>
                    <ns1:pt x="56" y="13"/>
                    <ns1:pt x="43" y="0"/>
                    <ns1:pt x="28" y="0"/>
                  </ns1:cubicBezTo>
                  <ns1:close/>
                </ns1:path>
              </ns1:pathLst>
            </ns1:custGeom>
            <ns1:grpFill/>
            <ns1:ln>
              <ns1:noFill/>
            </ns1:ln>
            <ns1:extLst>
              <ns1:ext uri="{91240B29-F687-4F45-9708-019B960494DF}">
                <ns2:hiddenLine w="9525">
                  <ns1:solidFill>
                    <ns1:srgbClr val="000000"/>
                  </ns1:solidFill>
                  <ns1:round/>
                  <ns1:headEnd/>
                  <ns1:tailEnd/>
                </ns2:hiddenLine>
              </ns1:ext>
            </ns1:extLst>
          </ns0:spPr>
          <ns0:txBody>
            <ns1:bodyPr vert="horz" wrap="square" lIns="91440" tIns="45720" rIns="91440" bIns="45720" numCol="1" anchor="t" anchorCtr="0" compatLnSpc="1">
              <ns1:prstTxWarp prst="textNoShape">
                <ns1:avLst/>
              </ns1:prstTxWarp>
            </ns1:bodyPr>
            <ns1:lstStyle/>
            <ns1:p>
              <ns1:endParaRPr lang="id-ID" sz="2700"/>
            </ns1:p>
          </ns0:txBody>
        </ns0:sp>
        <ns0:sp>
          <ns0:nvSpPr>
            <ns0:cNvPr id="166" name="Freeform 47"/>
            <ns0:cNvSpPr>
              <ns1:spLocks noEditPoints="1"/>
            </ns0:cNvSpPr>
            <ns0:nvPr/>
          </ns0:nvSpPr>
          <ns0:spPr bwMode="auto">
            <ns1:xfrm>
              <ns1:off x="8526463" y="882650"/>
              <ns1:ext cx="30162" cy="460375"/>
            </ns1:xfrm>
            <ns1:custGeom>
              <ns1:avLst/>
              <ns1:gdLst>
                <ns1:gd name="T0" fmla="*/ 4 w 8"/>
                <ns1:gd name="T1" fmla="*/ 0 h 120"/>
                <ns1:gd name="T2" fmla="*/ 0 w 8"/>
                <ns1:gd name="T3" fmla="*/ 5 h 120"/>
                <ns1:gd name="T4" fmla="*/ 0 w 8"/>
                <ns1:gd name="T5" fmla="*/ 19 h 120"/>
                <ns1:gd name="T6" fmla="*/ 4 w 8"/>
                <ns1:gd name="T7" fmla="*/ 24 h 120"/>
                <ns1:gd name="T8" fmla="*/ 8 w 8"/>
                <ns1:gd name="T9" fmla="*/ 19 h 120"/>
                <ns1:gd name="T10" fmla="*/ 8 w 8"/>
                <ns1:gd name="T11" fmla="*/ 5 h 120"/>
                <ns1:gd name="T12" fmla="*/ 4 w 8"/>
                <ns1:gd name="T13" fmla="*/ 0 h 120"/>
                <ns1:gd name="T14" fmla="*/ 4 w 8"/>
                <ns1:gd name="T15" fmla="*/ 96 h 120"/>
                <ns1:gd name="T16" fmla="*/ 0 w 8"/>
                <ns1:gd name="T17" fmla="*/ 101 h 120"/>
                <ns1:gd name="T18" fmla="*/ 0 w 8"/>
                <ns1:gd name="T19" fmla="*/ 115 h 120"/>
                <ns1:gd name="T20" fmla="*/ 4 w 8"/>
                <ns1:gd name="T21" fmla="*/ 120 h 120"/>
                <ns1:gd name="T22" fmla="*/ 8 w 8"/>
                <ns1:gd name="T23" fmla="*/ 115 h 120"/>
                <ns1:gd name="T24" fmla="*/ 8 w 8"/>
                <ns1:gd name="T25" fmla="*/ 101 h 120"/>
                <ns1:gd name="T26" fmla="*/ 4 w 8"/>
                <ns1:gd name="T27" fmla="*/ 96 h 120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  <ns1:cxn ang="0">
                  <ns1:pos x="T14" y="T15"/>
                </ns1:cxn>
                <ns1:cxn ang="0">
                  <ns1:pos x="T16" y="T17"/>
                </ns1:cxn>
                <ns1:cxn ang="0">
                  <ns1:pos x="T18" y="T19"/>
                </ns1:cxn>
                <ns1:cxn ang="0">
                  <ns1:pos x="T20" y="T21"/>
                </ns1:cxn>
                <ns1:cxn ang="0">
                  <ns1:pos x="T22" y="T23"/>
                </ns1:cxn>
                <ns1:cxn ang="0">
                  <ns1:pos x="T24" y="T25"/>
                </ns1:cxn>
                <ns1:cxn ang="0">
                  <ns1:pos x="T26" y="T27"/>
                </ns1:cxn>
              </ns1:cxnLst>
              <ns1:rect l="0" t="0" r="r" b="b"/>
              <ns1:pathLst>
                <ns1:path w="8" h="120">
                  <ns1:moveTo>
                    <ns1:pt x="4" y="0"/>
                  </ns1:moveTo>
                  <ns1:cubicBezTo>
                    <ns1:pt x="2" y="0"/>
                    <ns1:pt x="0" y="2"/>
                    <ns1:pt x="0" y="5"/>
                  </ns1:cubicBezTo>
                  <ns1:cubicBezTo>
                    <ns1:pt x="0" y="19"/>
                    <ns1:pt x="0" y="19"/>
                    <ns1:pt x="0" y="19"/>
                  </ns1:cubicBezTo>
                  <ns1:cubicBezTo>
                    <ns1:pt x="0" y="22"/>
                    <ns1:pt x="2" y="24"/>
                    <ns1:pt x="4" y="24"/>
                  </ns1:cubicBezTo>
                  <ns1:cubicBezTo>
                    <ns1:pt x="6" y="24"/>
                    <ns1:pt x="8" y="22"/>
                    <ns1:pt x="8" y="19"/>
                  </ns1:cubicBezTo>
                  <ns1:cubicBezTo>
                    <ns1:pt x="8" y="5"/>
                    <ns1:pt x="8" y="5"/>
                    <ns1:pt x="8" y="5"/>
                  </ns1:cubicBezTo>
                  <ns1:cubicBezTo>
                    <ns1:pt x="8" y="2"/>
                    <ns1:pt x="6" y="0"/>
                    <ns1:pt x="4" y="0"/>
                  </ns1:cubicBezTo>
                  <ns1:close/>
                  <ns1:moveTo>
                    <ns1:pt x="4" y="96"/>
                  </ns1:moveTo>
                  <ns1:cubicBezTo>
                    <ns1:pt x="2" y="96"/>
                    <ns1:pt x="0" y="98"/>
                    <ns1:pt x="0" y="101"/>
                  </ns1:cubicBezTo>
                  <ns1:cubicBezTo>
                    <ns1:pt x="0" y="115"/>
                    <ns1:pt x="0" y="115"/>
                    <ns1:pt x="0" y="115"/>
                  </ns1:cubicBezTo>
                  <ns1:cubicBezTo>
                    <ns1:pt x="0" y="118"/>
                    <ns1:pt x="2" y="120"/>
                    <ns1:pt x="4" y="120"/>
                  </ns1:cubicBezTo>
                  <ns1:cubicBezTo>
                    <ns1:pt x="6" y="120"/>
                    <ns1:pt x="8" y="118"/>
                    <ns1:pt x="8" y="115"/>
                  </ns1:cubicBezTo>
                  <ns1:cubicBezTo>
                    <ns1:pt x="8" y="101"/>
                    <ns1:pt x="8" y="101"/>
                    <ns1:pt x="8" y="101"/>
                  </ns1:cubicBezTo>
                  <ns1:cubicBezTo>
                    <ns1:pt x="8" y="98"/>
                    <ns1:pt x="6" y="96"/>
                    <ns1:pt x="4" y="96"/>
                  </ns1:cubicBezTo>
                  <ns1:close/>
                </ns1:path>
              </ns1:pathLst>
            </ns1:custGeom>
            <ns1:grpFill/>
            <ns1:ln>
              <ns1:noFill/>
            </ns1:ln>
            <ns1:extLst>
              <ns1:ext uri="{91240B29-F687-4F45-9708-019B960494DF}">
                <ns2:hiddenLine w="9525">
                  <ns1:solidFill>
                    <ns1:srgbClr val="000000"/>
                  </ns1:solidFill>
                  <ns1:round/>
                  <ns1:headEnd/>
                  <ns1:tailEnd/>
                </ns2:hiddenLine>
              </ns1:ext>
            </ns1:extLst>
          </ns0:spPr>
          <ns0:txBody>
            <ns1:bodyPr vert="horz" wrap="square" lIns="91440" tIns="45720" rIns="91440" bIns="45720" numCol="1" anchor="t" anchorCtr="0" compatLnSpc="1">
              <ns1:prstTxWarp prst="textNoShape">
                <ns1:avLst/>
              </ns1:prstTxWarp>
            </ns1:bodyPr>
            <ns1:lstStyle/>
            <ns1:p>
              <ns1:endParaRPr lang="id-ID" sz="2700"/>
            </ns1:p>
          </ns0:txBody>
        </ns0:sp>
        <ns0:sp>
          <ns0:nvSpPr>
            <ns0:cNvPr id="167" name="Freeform 48"/>
            <ns0:cNvSpPr>
              <ns1:spLocks noEditPoints="1"/>
            </ns0:cNvSpPr>
            <ns0:nvPr/>
          </ns0:nvSpPr>
          <ns0:spPr bwMode="auto">
            <ns1:xfrm>
              <ns1:off x="8310563" y="1096963"/>
              <ns1:ext cx="461962" cy="30163"/>
            </ns1:xfrm>
            <ns1:custGeom>
              <ns1:avLst/>
              <ns1:gdLst>
                <ns1:gd name="T0" fmla="*/ 115 w 120"/>
                <ns1:gd name="T1" fmla="*/ 0 h 8"/>
                <ns1:gd name="T2" fmla="*/ 101 w 120"/>
                <ns1:gd name="T3" fmla="*/ 0 h 8"/>
                <ns1:gd name="T4" fmla="*/ 96 w 120"/>
                <ns1:gd name="T5" fmla="*/ 4 h 8"/>
                <ns1:gd name="T6" fmla="*/ 101 w 120"/>
                <ns1:gd name="T7" fmla="*/ 8 h 8"/>
                <ns1:gd name="T8" fmla="*/ 115 w 120"/>
                <ns1:gd name="T9" fmla="*/ 8 h 8"/>
                <ns1:gd name="T10" fmla="*/ 120 w 120"/>
                <ns1:gd name="T11" fmla="*/ 4 h 8"/>
                <ns1:gd name="T12" fmla="*/ 115 w 120"/>
                <ns1:gd name="T13" fmla="*/ 0 h 8"/>
                <ns1:gd name="T14" fmla="*/ 19 w 120"/>
                <ns1:gd name="T15" fmla="*/ 0 h 8"/>
                <ns1:gd name="T16" fmla="*/ 5 w 120"/>
                <ns1:gd name="T17" fmla="*/ 0 h 8"/>
                <ns1:gd name="T18" fmla="*/ 0 w 120"/>
                <ns1:gd name="T19" fmla="*/ 4 h 8"/>
                <ns1:gd name="T20" fmla="*/ 5 w 120"/>
                <ns1:gd name="T21" fmla="*/ 8 h 8"/>
                <ns1:gd name="T22" fmla="*/ 19 w 120"/>
                <ns1:gd name="T23" fmla="*/ 8 h 8"/>
                <ns1:gd name="T24" fmla="*/ 24 w 120"/>
                <ns1:gd name="T25" fmla="*/ 4 h 8"/>
                <ns1:gd name="T26" fmla="*/ 19 w 120"/>
                <ns1:gd name="T27" fmla="*/ 0 h 8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  <ns1:cxn ang="0">
                  <ns1:pos x="T14" y="T15"/>
                </ns1:cxn>
                <ns1:cxn ang="0">
                  <ns1:pos x="T16" y="T17"/>
                </ns1:cxn>
                <ns1:cxn ang="0">
                  <ns1:pos x="T18" y="T19"/>
                </ns1:cxn>
                <ns1:cxn ang="0">
                  <ns1:pos x="T20" y="T21"/>
                </ns1:cxn>
                <ns1:cxn ang="0">
                  <ns1:pos x="T22" y="T23"/>
                </ns1:cxn>
                <ns1:cxn ang="0">
                  <ns1:pos x="T24" y="T25"/>
                </ns1:cxn>
                <ns1:cxn ang="0">
                  <ns1:pos x="T26" y="T27"/>
                </ns1:cxn>
              </ns1:cxnLst>
              <ns1:rect l="0" t="0" r="r" b="b"/>
              <ns1:pathLst>
                <ns1:path w="120" h="8">
                  <ns1:moveTo>
                    <ns1:pt x="115" y="0"/>
                  </ns1:moveTo>
                  <ns1:cubicBezTo>
                    <ns1:pt x="101" y="0"/>
                    <ns1:pt x="101" y="0"/>
                    <ns1:pt x="101" y="0"/>
                  </ns1:cubicBezTo>
                  <ns1:cubicBezTo>
                    <ns1:pt x="98" y="0"/>
                    <ns1:pt x="96" y="2"/>
                    <ns1:pt x="96" y="4"/>
                  </ns1:cubicBezTo>
                  <ns1:cubicBezTo>
                    <ns1:pt x="96" y="6"/>
                    <ns1:pt x="98" y="8"/>
                    <ns1:pt x="101" y="8"/>
                  </ns1:cubicBezTo>
                  <ns1:cubicBezTo>
                    <ns1:pt x="115" y="8"/>
                    <ns1:pt x="115" y="8"/>
                    <ns1:pt x="115" y="8"/>
                  </ns1:cubicBezTo>
                  <ns1:cubicBezTo>
                    <ns1:pt x="118" y="8"/>
                    <ns1:pt x="120" y="6"/>
                    <ns1:pt x="120" y="4"/>
                  </ns1:cubicBezTo>
                  <ns1:cubicBezTo>
                    <ns1:pt x="120" y="2"/>
                    <ns1:pt x="118" y="0"/>
                    <ns1:pt x="115" y="0"/>
                  </ns1:cubicBezTo>
                  <ns1:close/>
                  <ns1:moveTo>
                    <ns1:pt x="19" y="0"/>
                  </ns1:moveTo>
                  <ns1:cubicBezTo>
                    <ns1:pt x="5" y="0"/>
                    <ns1:pt x="5" y="0"/>
                    <ns1:pt x="5" y="0"/>
                  </ns1:cubicBezTo>
                  <ns1:cubicBezTo>
                    <ns1:pt x="2" y="0"/>
                    <ns1:pt x="0" y="2"/>
                    <ns1:pt x="0" y="4"/>
                  </ns1:cubicBezTo>
                  <ns1:cubicBezTo>
                    <ns1:pt x="0" y="6"/>
                    <ns1:pt x="2" y="8"/>
                    <ns1:pt x="5" y="8"/>
                  </ns1:cubicBezTo>
                  <ns1:cubicBezTo>
                    <ns1:pt x="19" y="8"/>
                    <ns1:pt x="19" y="8"/>
                    <ns1:pt x="19" y="8"/>
                  </ns1:cubicBezTo>
                  <ns1:cubicBezTo>
                    <ns1:pt x="22" y="8"/>
                    <ns1:pt x="24" y="6"/>
                    <ns1:pt x="24" y="4"/>
                  </ns1:cubicBezTo>
                  <ns1:cubicBezTo>
                    <ns1:pt x="24" y="2"/>
                    <ns1:pt x="22" y="0"/>
                    <ns1:pt x="19" y="0"/>
                  </ns1:cubicBezTo>
                  <ns1:close/>
                </ns1:path>
              </ns1:pathLst>
            </ns1:custGeom>
            <ns1:grpFill/>
            <ns1:ln>
              <ns1:noFill/>
            </ns1:ln>
            <ns1:extLst>
              <ns1:ext uri="{91240B29-F687-4F45-9708-019B960494DF}">
                <ns2:hiddenLine w="9525">
                  <ns1:solidFill>
                    <ns1:srgbClr val="000000"/>
                  </ns1:solidFill>
                  <ns1:round/>
                  <ns1:headEnd/>
                  <ns1:tailEnd/>
                </ns2:hiddenLine>
              </ns1:ext>
            </ns1:extLst>
          </ns0:spPr>
          <ns0:txBody>
            <ns1:bodyPr vert="horz" wrap="square" lIns="91440" tIns="45720" rIns="91440" bIns="45720" numCol="1" anchor="t" anchorCtr="0" compatLnSpc="1">
              <ns1:prstTxWarp prst="textNoShape">
                <ns1:avLst/>
              </ns1:prstTxWarp>
            </ns1:bodyPr>
            <ns1:lstStyle/>
            <ns1:p>
              <ns1:endParaRPr lang="id-ID" sz="2700"/>
            </ns1:p>
          </ns0:txBody>
        </ns0:sp>
        <ns0:sp>
          <ns0:nvSpPr>
            <ns0:cNvPr id="168" name="Freeform 49"/>
            <ns0:cNvSpPr>
              <ns1:spLocks noEditPoints="1"/>
            </ns0:cNvSpPr>
            <ns0:nvPr/>
          </ns0:nvSpPr>
          <ns0:spPr bwMode="auto">
            <ns1:xfrm>
              <ns1:off x="8372475" y="942975"/>
              <ns1:ext cx="338137" cy="338138"/>
            </ns1:xfrm>
            <ns1:custGeom>
              <ns1:avLst/>
              <ns1:gdLst>
                <ns1:gd name="T0" fmla="*/ 86 w 88"/>
                <ns1:gd name="T1" fmla="*/ 2 h 88"/>
                <ns1:gd name="T2" fmla="*/ 80 w 88"/>
                <ns1:gd name="T3" fmla="*/ 2 h 88"/>
                <ns1:gd name="T4" fmla="*/ 70 w 88"/>
                <ns1:gd name="T5" fmla="*/ 12 h 88"/>
                <ns1:gd name="T6" fmla="*/ 69 w 88"/>
                <ns1:gd name="T7" fmla="*/ 19 h 88"/>
                <ns1:gd name="T8" fmla="*/ 76 w 88"/>
                <ns1:gd name="T9" fmla="*/ 18 h 88"/>
                <ns1:gd name="T10" fmla="*/ 86 w 88"/>
                <ns1:gd name="T11" fmla="*/ 8 h 88"/>
                <ns1:gd name="T12" fmla="*/ 86 w 88"/>
                <ns1:gd name="T13" fmla="*/ 2 h 88"/>
                <ns1:gd name="T14" fmla="*/ 12 w 88"/>
                <ns1:gd name="T15" fmla="*/ 70 h 88"/>
                <ns1:gd name="T16" fmla="*/ 2 w 88"/>
                <ns1:gd name="T17" fmla="*/ 80 h 88"/>
                <ns1:gd name="T18" fmla="*/ 2 w 88"/>
                <ns1:gd name="T19" fmla="*/ 86 h 88"/>
                <ns1:gd name="T20" fmla="*/ 8 w 88"/>
                <ns1:gd name="T21" fmla="*/ 86 h 88"/>
                <ns1:gd name="T22" fmla="*/ 18 w 88"/>
                <ns1:gd name="T23" fmla="*/ 76 h 88"/>
                <ns1:gd name="T24" fmla="*/ 19 w 88"/>
                <ns1:gd name="T25" fmla="*/ 69 h 88"/>
                <ns1:gd name="T26" fmla="*/ 12 w 88"/>
                <ns1:gd name="T27" fmla="*/ 70 h 88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  <ns1:cxn ang="0">
                  <ns1:pos x="T14" y="T15"/>
                </ns1:cxn>
                <ns1:cxn ang="0">
                  <ns1:pos x="T16" y="T17"/>
                </ns1:cxn>
                <ns1:cxn ang="0">
                  <ns1:pos x="T18" y="T19"/>
                </ns1:cxn>
                <ns1:cxn ang="0">
                  <ns1:pos x="T20" y="T21"/>
                </ns1:cxn>
                <ns1:cxn ang="0">
                  <ns1:pos x="T22" y="T23"/>
                </ns1:cxn>
                <ns1:cxn ang="0">
                  <ns1:pos x="T24" y="T25"/>
                </ns1:cxn>
                <ns1:cxn ang="0">
                  <ns1:pos x="T26" y="T27"/>
                </ns1:cxn>
              </ns1:cxnLst>
              <ns1:rect l="0" t="0" r="r" b="b"/>
              <ns1:pathLst>
                <ns1:path w="88" h="88">
                  <ns1:moveTo>
                    <ns1:pt x="86" y="2"/>
                  </ns1:moveTo>
                  <ns1:cubicBezTo>
                    <ns1:pt x="85" y="0"/>
                    <ns1:pt x="82" y="0"/>
                    <ns1:pt x="80" y="2"/>
                  </ns1:cubicBezTo>
                  <ns1:cubicBezTo>
                    <ns1:pt x="70" y="12"/>
                    <ns1:pt x="70" y="12"/>
                    <ns1:pt x="70" y="12"/>
                  </ns1:cubicBezTo>
                  <ns1:cubicBezTo>
                    <ns1:pt x="68" y="14"/>
                    <ns1:pt x="68" y="17"/>
                    <ns1:pt x="69" y="19"/>
                  </ns1:cubicBezTo>
                  <ns1:cubicBezTo>
                    <ns1:pt x="71" y="20"/>
                    <ns1:pt x="74" y="20"/>
                    <ns1:pt x="76" y="18"/>
                  </ns1:cubicBezTo>
                  <ns1:cubicBezTo>
                    <ns1:pt x="86" y="8"/>
                    <ns1:pt x="86" y="8"/>
                    <ns1:pt x="86" y="8"/>
                  </ns1:cubicBezTo>
                  <ns1:cubicBezTo>
                    <ns1:pt x="88" y="6"/>
                    <ns1:pt x="88" y="3"/>
                    <ns1:pt x="86" y="2"/>
                  </ns1:cubicBezTo>
                  <ns1:close/>
                  <ns1:moveTo>
                    <ns1:pt x="12" y="70"/>
                  </ns1:moveTo>
                  <ns1:cubicBezTo>
                    <ns1:pt x="2" y="80"/>
                    <ns1:pt x="2" y="80"/>
                    <ns1:pt x="2" y="80"/>
                  </ns1:cubicBezTo>
                  <ns1:cubicBezTo>
                    <ns1:pt x="0" y="82"/>
                    <ns1:pt x="0" y="85"/>
                    <ns1:pt x="2" y="86"/>
                  </ns1:cubicBezTo>
                  <ns1:cubicBezTo>
                    <ns1:pt x="3" y="88"/>
                    <ns1:pt x="6" y="88"/>
                    <ns1:pt x="8" y="86"/>
                  </ns1:cubicBezTo>
                  <ns1:cubicBezTo>
                    <ns1:pt x="18" y="76"/>
                    <ns1:pt x="18" y="76"/>
                    <ns1:pt x="18" y="76"/>
                  </ns1:cubicBezTo>
                  <ns1:cubicBezTo>
                    <ns1:pt x="20" y="74"/>
                    <ns1:pt x="20" y="71"/>
                    <ns1:pt x="19" y="69"/>
                  </ns1:cubicBezTo>
                  <ns1:cubicBezTo>
                    <ns1:pt x="17" y="68"/>
                    <ns1:pt x="14" y="68"/>
                    <ns1:pt x="12" y="70"/>
                  </ns1:cubicBezTo>
                  <ns1:close/>
                </ns1:path>
              </ns1:pathLst>
            </ns1:custGeom>
            <ns1:grpFill/>
            <ns1:ln>
              <ns1:noFill/>
            </ns1:ln>
            <ns1:extLst>
              <ns1:ext uri="{91240B29-F687-4F45-9708-019B960494DF}">
                <ns2:hiddenLine w="9525">
                  <ns1:solidFill>
                    <ns1:srgbClr val="000000"/>
                  </ns1:solidFill>
                  <ns1:round/>
                  <ns1:headEnd/>
                  <ns1:tailEnd/>
                </ns2:hiddenLine>
              </ns1:ext>
            </ns1:extLst>
          </ns0:spPr>
          <ns0:txBody>
            <ns1:bodyPr vert="horz" wrap="square" lIns="91440" tIns="45720" rIns="91440" bIns="45720" numCol="1" anchor="t" anchorCtr="0" compatLnSpc="1">
              <ns1:prstTxWarp prst="textNoShape">
                <ns1:avLst/>
              </ns1:prstTxWarp>
            </ns1:bodyPr>
            <ns1:lstStyle/>
            <ns1:p>
              <ns1:endParaRPr lang="id-ID" sz="2700"/>
            </ns1:p>
          </ns0:txBody>
        </ns0:sp>
        <ns0:sp>
          <ns0:nvSpPr>
            <ns0:cNvPr id="169" name="Freeform 50"/>
            <ns0:cNvSpPr>
              <ns1:spLocks noEditPoints="1"/>
            </ns0:cNvSpPr>
            <ns0:nvPr/>
          </ns0:nvSpPr>
          <ns0:spPr bwMode="auto">
            <ns1:xfrm>
              <ns1:off x="8372475" y="942975"/>
              <ns1:ext cx="338137" cy="338138"/>
            </ns1:xfrm>
            <ns1:custGeom>
              <ns1:avLst/>
              <ns1:gdLst>
                <ns1:gd name="T0" fmla="*/ 86 w 88"/>
                <ns1:gd name="T1" fmla="*/ 80 h 88"/>
                <ns1:gd name="T2" fmla="*/ 76 w 88"/>
                <ns1:gd name="T3" fmla="*/ 70 h 88"/>
                <ns1:gd name="T4" fmla="*/ 69 w 88"/>
                <ns1:gd name="T5" fmla="*/ 69 h 88"/>
                <ns1:gd name="T6" fmla="*/ 70 w 88"/>
                <ns1:gd name="T7" fmla="*/ 76 h 88"/>
                <ns1:gd name="T8" fmla="*/ 80 w 88"/>
                <ns1:gd name="T9" fmla="*/ 86 h 88"/>
                <ns1:gd name="T10" fmla="*/ 86 w 88"/>
                <ns1:gd name="T11" fmla="*/ 86 h 88"/>
                <ns1:gd name="T12" fmla="*/ 86 w 88"/>
                <ns1:gd name="T13" fmla="*/ 80 h 88"/>
                <ns1:gd name="T14" fmla="*/ 8 w 88"/>
                <ns1:gd name="T15" fmla="*/ 2 h 88"/>
                <ns1:gd name="T16" fmla="*/ 2 w 88"/>
                <ns1:gd name="T17" fmla="*/ 2 h 88"/>
                <ns1:gd name="T18" fmla="*/ 2 w 88"/>
                <ns1:gd name="T19" fmla="*/ 8 h 88"/>
                <ns1:gd name="T20" fmla="*/ 12 w 88"/>
                <ns1:gd name="T21" fmla="*/ 18 h 88"/>
                <ns1:gd name="T22" fmla="*/ 19 w 88"/>
                <ns1:gd name="T23" fmla="*/ 19 h 88"/>
                <ns1:gd name="T24" fmla="*/ 18 w 88"/>
                <ns1:gd name="T25" fmla="*/ 12 h 88"/>
                <ns1:gd name="T26" fmla="*/ 8 w 88"/>
                <ns1:gd name="T27" fmla="*/ 2 h 88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  <ns1:cxn ang="0">
                  <ns1:pos x="T14" y="T15"/>
                </ns1:cxn>
                <ns1:cxn ang="0">
                  <ns1:pos x="T16" y="T17"/>
                </ns1:cxn>
                <ns1:cxn ang="0">
                  <ns1:pos x="T18" y="T19"/>
                </ns1:cxn>
                <ns1:cxn ang="0">
                  <ns1:pos x="T20" y="T21"/>
                </ns1:cxn>
                <ns1:cxn ang="0">
                  <ns1:pos x="T22" y="T23"/>
                </ns1:cxn>
                <ns1:cxn ang="0">
                  <ns1:pos x="T24" y="T25"/>
                </ns1:cxn>
                <ns1:cxn ang="0">
                  <ns1:pos x="T26" y="T27"/>
                </ns1:cxn>
              </ns1:cxnLst>
              <ns1:rect l="0" t="0" r="r" b="b"/>
              <ns1:pathLst>
                <ns1:path w="88" h="88">
                  <ns1:moveTo>
                    <ns1:pt x="86" y="80"/>
                  </ns1:moveTo>
                  <ns1:cubicBezTo>
                    <ns1:pt x="76" y="70"/>
                    <ns1:pt x="76" y="70"/>
                    <ns1:pt x="76" y="70"/>
                  </ns1:cubicBezTo>
                  <ns1:cubicBezTo>
                    <ns1:pt x="74" y="68"/>
                    <ns1:pt x="71" y="68"/>
                    <ns1:pt x="69" y="69"/>
                  </ns1:cubicBezTo>
                  <ns1:cubicBezTo>
                    <ns1:pt x="68" y="71"/>
                    <ns1:pt x="68" y="74"/>
                    <ns1:pt x="70" y="76"/>
                  </ns1:cubicBezTo>
                  <ns1:cubicBezTo>
                    <ns1:pt x="80" y="86"/>
                    <ns1:pt x="80" y="86"/>
                    <ns1:pt x="80" y="86"/>
                  </ns1:cubicBezTo>
                  <ns1:cubicBezTo>
                    <ns1:pt x="82" y="88"/>
                    <ns1:pt x="85" y="88"/>
                    <ns1:pt x="86" y="86"/>
                  </ns1:cubicBezTo>
                  <ns1:cubicBezTo>
                    <ns1:pt x="88" y="85"/>
                    <ns1:pt x="88" y="82"/>
                    <ns1:pt x="86" y="80"/>
                  </ns1:cubicBezTo>
                  <ns1:close/>
                  <ns1:moveTo>
                    <ns1:pt x="8" y="2"/>
                  </ns1:moveTo>
                  <ns1:cubicBezTo>
                    <ns1:pt x="6" y="0"/>
                    <ns1:pt x="3" y="0"/>
                    <ns1:pt x="2" y="2"/>
                  </ns1:cubicBezTo>
                  <ns1:cubicBezTo>
                    <ns1:pt x="0" y="3"/>
                    <ns1:pt x="0" y="6"/>
                    <ns1:pt x="2" y="8"/>
                  </ns1:cubicBezTo>
                  <ns1:cubicBezTo>
                    <ns1:pt x="12" y="18"/>
                    <ns1:pt x="12" y="18"/>
                    <ns1:pt x="12" y="18"/>
                  </ns1:cubicBezTo>
                  <ns1:cubicBezTo>
                    <ns1:pt x="14" y="20"/>
                    <ns1:pt x="17" y="20"/>
                    <ns1:pt x="19" y="19"/>
                  </ns1:cubicBezTo>
                  <ns1:cubicBezTo>
                    <ns1:pt x="20" y="17"/>
                    <ns1:pt x="20" y="14"/>
                    <ns1:pt x="18" y="12"/>
                  </ns1:cubicBezTo>
                  <ns1:lnTo>
                    <ns1:pt x="8" y="2"/>
                  </ns1:lnTo>
                  <ns1:close/>
                </ns1:path>
              </ns1:pathLst>
            </ns1:custGeom>
            <ns1:grpFill/>
            <ns1:ln>
              <ns1:noFill/>
            </ns1:ln>
            <ns1:extLst>
              <ns1:ext uri="{91240B29-F687-4F45-9708-019B960494DF}">
                <ns2:hiddenLine w="9525">
                  <ns1:solidFill>
                    <ns1:srgbClr val="000000"/>
                  </ns1:solidFill>
                  <ns1:round/>
                  <ns1:headEnd/>
                  <ns1:tailEnd/>
                </ns2:hiddenLine>
              </ns1:ext>
            </ns1:extLst>
          </ns0:spPr>
          <ns0:txBody>
            <ns1:bodyPr vert="horz" wrap="square" lIns="91440" tIns="45720" rIns="91440" bIns="45720" numCol="1" anchor="t" anchorCtr="0" compatLnSpc="1">
              <ns1:prstTxWarp prst="textNoShape">
                <ns1:avLst/>
              </ns1:prstTxWarp>
            </ns1:bodyPr>
            <ns1:lstStyle/>
            <ns1:p>
              <ns1:endParaRPr lang="id-ID" sz="2700"/>
            </ns1:p>
          </ns0:txBody>
        </ns0:sp>
      </ns0:grpSp>
      <ns0:grpSp>
        <ns0:nvGrpSpPr>
          <ns0:cNvPr id="170" name="Group 169"/>
          <ns0:cNvGrpSpPr/>
          <ns0:nvPr/>
        </ns0:nvGrpSpPr>
        <ns0:grpSpPr>
          <ns1:xfrm>
            <ns1:off x="275293" y="1999023"/>
            <ns1:ext cx="509385" cy="374680"/>
            <ns1:chOff x="5775325" y="3484563"/>
            <ns1:chExt cx="714376" cy="525462"/>
          </ns1:xfrm>
          <ns1:solidFill>
            <ns1:schemeClr val="tx1"/>
          </ns1:solidFill>
        </ns0:grpSpPr>
        <ns0:sp>
          <ns0:nvSpPr>
            <ns0:cNvPr id="171" name="Freeform 5"/>
            <ns0:cNvSpPr>
              <ns1:spLocks/>
            </ns0:cNvSpPr>
            <ns0:nvPr/>
          </ns0:nvSpPr>
          <ns0:spPr bwMode="auto">
            <ns1:xfrm>
              <ns1:off x="5775325" y="3662363"/>
              <ns1:ext cx="350838" cy="314325"/>
            </ns1:xfrm>
            <ns1:custGeom>
              <ns1:avLst/>
              <ns1:gdLst>
                <ns1:gd name="T0" fmla="*/ 0 w 52"/>
                <ns1:gd name="T1" fmla="*/ 3 h 46"/>
                <ns1:gd name="T2" fmla="*/ 13 w 52"/>
                <ns1:gd name="T3" fmla="*/ 12 h 46"/>
                <ns1:gd name="T4" fmla="*/ 23 w 52"/>
                <ns1:gd name="T5" fmla="*/ 34 h 46"/>
                <ns1:gd name="T6" fmla="*/ 42 w 52"/>
                <ns1:gd name="T7" fmla="*/ 45 h 46"/>
                <ns1:gd name="T8" fmla="*/ 27 w 52"/>
                <ns1:gd name="T9" fmla="*/ 17 h 46"/>
                <ns1:gd name="T10" fmla="*/ 45 w 52"/>
                <ns1:gd name="T11" fmla="*/ 44 h 46"/>
                <ns1:gd name="T12" fmla="*/ 50 w 52"/>
                <ns1:gd name="T13" fmla="*/ 29 h 46"/>
                <ns1:gd name="T14" fmla="*/ 0 w 52"/>
                <ns1:gd name="T15" fmla="*/ 3 h 46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  <ns1:cxn ang="0">
                  <ns1:pos x="T14" y="T15"/>
                </ns1:cxn>
              </ns1:cxnLst>
              <ns1:rect l="0" t="0" r="r" b="b"/>
              <ns1:pathLst>
                <ns1:path w="52" h="46">
                  <ns1:moveTo>
                    <ns1:pt x="0" y="3"/>
                  </ns1:moveTo>
                  <ns1:cubicBezTo>
                    <ns1:pt x="6" y="5"/>
                    <ns1:pt x="10" y="7"/>
                    <ns1:pt x="13" y="12"/>
                  </ns1:cubicBezTo>
                  <ns1:cubicBezTo>
                    <ns1:pt x="18" y="20"/>
                    <ns1:pt x="19" y="26"/>
                    <ns1:pt x="23" y="34"/>
                  </ns1:cubicBezTo>
                  <ns1:cubicBezTo>
                    <ns1:pt x="28" y="44"/>
                    <ns1:pt x="38" y="46"/>
                    <ns1:pt x="42" y="45"/>
                  </ns1:cubicBezTo>
                  <ns1:cubicBezTo>
                    <ns1:pt x="42" y="36"/>
                    <ns1:pt x="36" y="24"/>
                    <ns1:pt x="27" y="17"/>
                  </ns1:cubicBezTo>
                  <ns1:cubicBezTo>
                    <ns1:pt x="38" y="24"/>
                    <ns1:pt x="44" y="33"/>
                    <ns1:pt x="45" y="44"/>
                  </ns1:cubicBezTo>
                  <ns1:cubicBezTo>
                    <ns1:pt x="45" y="44"/>
                    <ns1:pt x="52" y="39"/>
                    <ns1:pt x="50" y="29"/>
                  </ns1:cubicBezTo>
                  <ns1:cubicBezTo>
                    <ns1:pt x="46" y="5"/>
                    <ns1:pt x="18" y="0"/>
                    <ns1:pt x="0" y="3"/>
                  </ns1:cubicBezTo>
                  <ns1:close/>
                </ns1:path>
              </ns1:pathLst>
            </ns1:custGeom>
            <ns1:grpFill/>
            <ns1:ln>
              <ns1:noFill/>
            </ns1:ln>
            <ns1:extLst>
              <ns1:ext uri="{91240B29-F687-4F45-9708-019B960494DF}">
                <ns2:hiddenLine w="9525">
                  <ns1:solidFill>
                    <ns1:srgbClr val="000000"/>
                  </ns1:solidFill>
                  <ns1:round/>
                  <ns1:headEnd/>
                  <ns1:tailEnd/>
                </ns2:hiddenLine>
              </ns1:ext>
            </ns1:extLst>
          </ns0:spPr>
          <ns0:txBody>
            <ns1:bodyPr vert="horz" wrap="square" lIns="91440" tIns="45720" rIns="91440" bIns="45720" numCol="1" anchor="t" anchorCtr="0" compatLnSpc="1">
              <ns1:prstTxWarp prst="textNoShape">
                <ns1:avLst/>
              </ns1:prstTxWarp>
            </ns1:bodyPr>
            <ns1:lstStyle/>
            <ns1:p>
              <ns1:endParaRPr lang="id-ID" sz="2700"/>
            </ns1:p>
          </ns0:txBody>
        </ns0:sp>
        <ns0:sp>
          <ns0:nvSpPr>
            <ns0:cNvPr id="172" name="Freeform 6"/>
            <ns0:cNvSpPr>
              <ns1:spLocks/>
            </ns0:cNvSpPr>
            <ns0:nvPr/>
          </ns0:nvSpPr>
          <ns0:spPr bwMode="auto">
            <ns1:xfrm>
              <ns1:off x="6072188" y="3484563"/>
              <ns1:ext cx="417513" cy="525462"/>
            </ns1:xfrm>
            <ns1:custGeom>
              <ns1:avLst/>
              <ns1:gdLst>
                <ns1:gd name="T0" fmla="*/ 0 w 62"/>
                <ns1:gd name="T1" fmla="*/ 38 h 77"/>
                <ns1:gd name="T2" fmla="*/ 8 w 62"/>
                <ns1:gd name="T3" fmla="*/ 56 h 77"/>
                <ns1:gd name="T4" fmla="*/ 5 w 62"/>
                <ns1:gd name="T5" fmla="*/ 70 h 77"/>
                <ns1:gd name="T6" fmla="*/ 10 w 62"/>
                <ns1:gd name="T7" fmla="*/ 74 h 77"/>
                <ns1:gd name="T8" fmla="*/ 29 w 62"/>
                <ns1:gd name="T9" fmla="*/ 29 h 77"/>
                <ns1:gd name="T10" fmla="*/ 13 w 62"/>
                <ns1:gd name="T11" fmla="*/ 75 h 77"/>
                <ns1:gd name="T12" fmla="*/ 39 w 62"/>
                <ns1:gd name="T13" fmla="*/ 52 h 77"/>
                <ns1:gd name="T14" fmla="*/ 46 w 62"/>
                <ns1:gd name="T15" fmla="*/ 18 h 77"/>
                <ns1:gd name="T16" fmla="*/ 62 w 62"/>
                <ns1:gd name="T17" fmla="*/ 0 h 77"/>
                <ns1:gd name="T18" fmla="*/ 0 w 62"/>
                <ns1:gd name="T19" fmla="*/ 38 h 77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  <ns1:cxn ang="0">
                  <ns1:pos x="T14" y="T15"/>
                </ns1:cxn>
                <ns1:cxn ang="0">
                  <ns1:pos x="T16" y="T17"/>
                </ns1:cxn>
                <ns1:cxn ang="0">
                  <ns1:pos x="T18" y="T19"/>
                </ns1:cxn>
              </ns1:cxnLst>
              <ns1:rect l="0" t="0" r="r" b="b"/>
              <ns1:pathLst>
                <ns1:path w="62" h="77">
                  <ns1:moveTo>
                    <ns1:pt x="0" y="38"/>
                  </ns1:moveTo>
                  <ns1:cubicBezTo>
                    <ns1:pt x="5" y="43"/>
                    <ns1:pt x="7" y="48"/>
                    <ns1:pt x="8" y="56"/>
                  </ns1:cubicBezTo>
                  <ns1:cubicBezTo>
                    <ns1:pt x="9" y="61"/>
                    <ns1:pt x="7" y="66"/>
                    <ns1:pt x="5" y="70"/>
                  </ns1:cubicBezTo>
                  <ns1:cubicBezTo>
                    <ns1:pt x="6" y="73"/>
                    <ns1:pt x="10" y="74"/>
                    <ns1:pt x="10" y="74"/>
                  </ns1:cubicBezTo>
                  <ns1:cubicBezTo>
                    <ns1:pt x="11" y="56"/>
                    <ns1:pt x="14" y="42"/>
                    <ns1:pt x="29" y="29"/>
                  </ns1:cubicBezTo>
                  <ns1:cubicBezTo>
                    <ns1:pt x="17" y="42"/>
                    <ns1:pt x="12" y="62"/>
                    <ns1:pt x="13" y="75"/>
                  </ns1:cubicBezTo>
                  <ns1:cubicBezTo>
                    <ns1:pt x="21" y="77"/>
                    <ns1:pt x="35" y="69"/>
                    <ns1:pt x="39" y="52"/>
                  </ns1:cubicBezTo>
                  <ns1:cubicBezTo>
                    <ns1:pt x="43" y="39"/>
                    <ns1:pt x="41" y="30"/>
                    <ns1:pt x="46" y="18"/>
                  </ns1:cubicBezTo>
                  <ns1:cubicBezTo>
                    <ns1:pt x="50" y="9"/>
                    <ns1:pt x="55" y="5"/>
                    <ns1:pt x="62" y="0"/>
                  </ns1:cubicBezTo>
                  <ns1:cubicBezTo>
                    <ns1:pt x="40" y="1"/>
                    <ns1:pt x="8" y="13"/>
                    <ns1:pt x="0" y="38"/>
                  </ns1:cubicBezTo>
                  <ns1:close/>
                </ns1:path>
              </ns1:pathLst>
            </ns1:custGeom>
            <ns1:grpFill/>
            <ns1:ln>
              <ns1:noFill/>
            </ns1:ln>
            <ns1:extLst>
              <ns1:ext uri="{91240B29-F687-4F45-9708-019B960494DF}">
                <ns2:hiddenLine w="9525">
                  <ns1:solidFill>
                    <ns1:srgbClr val="000000"/>
                  </ns1:solidFill>
                  <ns1:round/>
                  <ns1:headEnd/>
                  <ns1:tailEnd/>
                </ns2:hiddenLine>
              </ns1:ext>
            </ns1:extLst>
          </ns0:spPr>
          <ns0:txBody>
            <ns1:bodyPr vert="horz" wrap="square" lIns="91440" tIns="45720" rIns="91440" bIns="45720" numCol="1" anchor="t" anchorCtr="0" compatLnSpc="1">
              <ns1:prstTxWarp prst="textNoShape">
                <ns1:avLst/>
              </ns1:prstTxWarp>
            </ns1:bodyPr>
            <ns1:lstStyle/>
            <ns1:p>
              <ns1:endParaRPr lang="id-ID" sz="2700"/>
            </ns1:p>
          </ns0:txBody>
        </ns0:sp>
      </ns0:grpSp>
      <ns0:grpSp>
        <ns0:nvGrpSpPr>
          <ns0:cNvPr id="173" name="Group 172"/>
          <ns0:cNvGrpSpPr/>
          <ns0:nvPr/>
        </ns0:nvGrpSpPr>
        <ns0:grpSpPr>
          <ns1:xfrm>
            <ns1:off x="3316915" y="2035341"/>
            <ns1:ext cx="460964" cy="302047"/>
            <ns1:chOff x="5757863" y="2919413"/>
            <ns1:chExt cx="695324" cy="455612"/>
          </ns1:xfrm>
          <ns1:solidFill>
            <ns1:schemeClr val="tx1"/>
          </ns1:solidFill>
        </ns0:grpSpPr>
        <ns0:sp>
          <ns0:nvSpPr>
            <ns0:cNvPr id="174" name="Freeform 477"/>
            <ns0:cNvSpPr>
              <ns1:spLocks noEditPoints="1"/>
            </ns0:cNvSpPr>
            <ns0:nvPr/>
          </ns0:nvSpPr>
          <ns0:spPr bwMode="auto">
            <ns1:xfrm>
              <ns1:off x="5875338" y="2919413"/>
              <ns1:ext cx="468312" cy="455612"/>
            </ns1:xfrm>
            <ns1:custGeom>
              <ns1:avLst/>
              <ns1:gdLst>
                <ns1:gd name="T0" fmla="*/ 223 w 223"/>
                <ns1:gd name="T1" fmla="*/ 216 h 216"/>
                <ns1:gd name="T2" fmla="*/ 0 w 223"/>
                <ns1:gd name="T3" fmla="*/ 216 h 216"/>
                <ns1:gd name="T4" fmla="*/ 0 w 223"/>
                <ns1:gd name="T5" fmla="*/ 211 h 216"/>
                <ns1:gd name="T6" fmla="*/ 83 w 223"/>
                <ns1:gd name="T7" fmla="*/ 144 h 216"/>
                <ns1:gd name="T8" fmla="*/ 85 w 223"/>
                <ns1:gd name="T9" fmla="*/ 137 h 216"/>
                <ns1:gd name="T10" fmla="*/ 67 w 223"/>
                <ns1:gd name="T11" fmla="*/ 103 h 216"/>
                <ns1:gd name="T12" fmla="*/ 58 w 223"/>
                <ns1:gd name="T13" fmla="*/ 92 h 216"/>
                <ns1:gd name="T14" fmla="*/ 60 w 223"/>
                <ns1:gd name="T15" fmla="*/ 67 h 216"/>
                <ns1:gd name="T16" fmla="*/ 60 w 223"/>
                <ns1:gd name="T17" fmla="*/ 67 h 216"/>
                <ns1:gd name="T18" fmla="*/ 71 w 223"/>
                <ns1:gd name="T19" fmla="*/ 15 h 216"/>
                <ns1:gd name="T20" fmla="*/ 111 w 223"/>
                <ns1:gd name="T21" fmla="*/ 0 h 216"/>
                <ns1:gd name="T22" fmla="*/ 151 w 223"/>
                <ns1:gd name="T23" fmla="*/ 15 h 216"/>
                <ns1:gd name="T24" fmla="*/ 163 w 223"/>
                <ns1:gd name="T25" fmla="*/ 67 h 216"/>
                <ns1:gd name="T26" fmla="*/ 163 w 223"/>
                <ns1:gd name="T27" fmla="*/ 67 h 216"/>
                <ns1:gd name="T28" fmla="*/ 165 w 223"/>
                <ns1:gd name="T29" fmla="*/ 92 h 216"/>
                <ns1:gd name="T30" fmla="*/ 156 w 223"/>
                <ns1:gd name="T31" fmla="*/ 103 h 216"/>
                <ns1:gd name="T32" fmla="*/ 138 w 223"/>
                <ns1:gd name="T33" fmla="*/ 137 h 216"/>
                <ns1:gd name="T34" fmla="*/ 140 w 223"/>
                <ns1:gd name="T35" fmla="*/ 144 h 216"/>
                <ns1:gd name="T36" fmla="*/ 223 w 223"/>
                <ns1:gd name="T37" fmla="*/ 211 h 216"/>
                <ns1:gd name="T38" fmla="*/ 223 w 223"/>
                <ns1:gd name="T39" fmla="*/ 216 h 216"/>
                <ns1:gd name="T40" fmla="*/ 12 w 223"/>
                <ns1:gd name="T41" fmla="*/ 205 h 216"/>
                <ns1:gd name="T42" fmla="*/ 211 w 223"/>
                <ns1:gd name="T43" fmla="*/ 205 h 216"/>
                <ns1:gd name="T44" fmla="*/ 181 w 223"/>
                <ns1:gd name="T45" fmla="*/ 175 h 216"/>
                <ns1:gd name="T46" fmla="*/ 137 w 223"/>
                <ns1:gd name="T47" fmla="*/ 155 h 216"/>
                <ns1:gd name="T48" fmla="*/ 127 w 223"/>
                <ns1:gd name="T49" fmla="*/ 134 h 216"/>
                <ns1:gd name="T50" fmla="*/ 127 w 223"/>
                <ns1:gd name="T51" fmla="*/ 132 h 216"/>
                <ns1:gd name="T52" fmla="*/ 128 w 223"/>
                <ns1:gd name="T53" fmla="*/ 130 h 216"/>
                <ns1:gd name="T54" fmla="*/ 145 w 223"/>
                <ns1:gd name="T55" fmla="*/ 98 h 216"/>
                <ns1:gd name="T56" fmla="*/ 146 w 223"/>
                <ns1:gd name="T57" fmla="*/ 93 h 216"/>
                <ns1:gd name="T58" fmla="*/ 151 w 223"/>
                <ns1:gd name="T59" fmla="*/ 93 h 216"/>
                <ns1:gd name="T60" fmla="*/ 155 w 223"/>
                <ns1:gd name="T61" fmla="*/ 86 h 216"/>
                <ns1:gd name="T62" fmla="*/ 153 w 223"/>
                <ns1:gd name="T63" fmla="*/ 74 h 216"/>
                <ns1:gd name="T64" fmla="*/ 151 w 223"/>
                <ns1:gd name="T65" fmla="*/ 72 h 216"/>
                <ns1:gd name="T66" fmla="*/ 151 w 223"/>
                <ns1:gd name="T67" fmla="*/ 69 h 216"/>
                <ns1:gd name="T68" fmla="*/ 151 w 223"/>
                <ns1:gd name="T69" fmla="*/ 66 h 216"/>
                <ns1:gd name="T70" fmla="*/ 143 w 223"/>
                <ns1:gd name="T71" fmla="*/ 23 h 216"/>
                <ns1:gd name="T72" fmla="*/ 111 w 223"/>
                <ns1:gd name="T73" fmla="*/ 12 h 216"/>
                <ns1:gd name="T74" fmla="*/ 80 w 223"/>
                <ns1:gd name="T75" fmla="*/ 23 h 216"/>
                <ns1:gd name="T76" fmla="*/ 72 w 223"/>
                <ns1:gd name="T77" fmla="*/ 66 h 216"/>
                <ns1:gd name="T78" fmla="*/ 72 w 223"/>
                <ns1:gd name="T79" fmla="*/ 69 h 216"/>
                <ns1:gd name="T80" fmla="*/ 72 w 223"/>
                <ns1:gd name="T81" fmla="*/ 72 h 216"/>
                <ns1:gd name="T82" fmla="*/ 70 w 223"/>
                <ns1:gd name="T83" fmla="*/ 74 h 216"/>
                <ns1:gd name="T84" fmla="*/ 68 w 223"/>
                <ns1:gd name="T85" fmla="*/ 86 h 216"/>
                <ns1:gd name="T86" fmla="*/ 72 w 223"/>
                <ns1:gd name="T87" fmla="*/ 93 h 216"/>
                <ns1:gd name="T88" fmla="*/ 77 w 223"/>
                <ns1:gd name="T89" fmla="*/ 93 h 216"/>
                <ns1:gd name="T90" fmla="*/ 77 w 223"/>
                <ns1:gd name="T91" fmla="*/ 98 h 216"/>
                <ns1:gd name="T92" fmla="*/ 95 w 223"/>
                <ns1:gd name="T93" fmla="*/ 130 h 216"/>
                <ns1:gd name="T94" fmla="*/ 96 w 223"/>
                <ns1:gd name="T95" fmla="*/ 132 h 216"/>
                <ns1:gd name="T96" fmla="*/ 96 w 223"/>
                <ns1:gd name="T97" fmla="*/ 134 h 216"/>
                <ns1:gd name="T98" fmla="*/ 86 w 223"/>
                <ns1:gd name="T99" fmla="*/ 155 h 216"/>
                <ns1:gd name="T100" fmla="*/ 42 w 223"/>
                <ns1:gd name="T101" fmla="*/ 175 h 216"/>
                <ns1:gd name="T102" fmla="*/ 12 w 223"/>
                <ns1:gd name="T103" fmla="*/ 205 h 216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  <ns1:cxn ang="0">
                  <ns1:pos x="T14" y="T15"/>
                </ns1:cxn>
                <ns1:cxn ang="0">
                  <ns1:pos x="T16" y="T17"/>
                </ns1:cxn>
                <ns1:cxn ang="0">
                  <ns1:pos x="T18" y="T19"/>
                </ns1:cxn>
                <ns1:cxn ang="0">
                  <ns1:pos x="T20" y="T21"/>
                </ns1:cxn>
                <ns1:cxn ang="0">
                  <ns1:pos x="T22" y="T23"/>
                </ns1:cxn>
                <ns1:cxn ang="0">
                  <ns1:pos x="T24" y="T25"/>
                </ns1:cxn>
                <ns1:cxn ang="0">
                  <ns1:pos x="T26" y="T27"/>
                </ns1:cxn>
                <ns1:cxn ang="0">
                  <ns1:pos x="T28" y="T29"/>
                </ns1:cxn>
                <ns1:cxn ang="0">
                  <ns1:pos x="T30" y="T31"/>
                </ns1:cxn>
                <ns1:cxn ang="0">
                  <ns1:pos x="T32" y="T33"/>
                </ns1:cxn>
                <ns1:cxn ang="0">
                  <ns1:pos x="T34" y="T35"/>
                </ns1:cxn>
                <ns1:cxn ang="0">
                  <ns1:pos x="T36" y="T37"/>
                </ns1:cxn>
                <ns1:cxn ang="0">
                  <ns1:pos x="T38" y="T39"/>
                </ns1:cxn>
                <ns1:cxn ang="0">
                  <ns1:pos x="T40" y="T41"/>
                </ns1:cxn>
                <ns1:cxn ang="0">
                  <ns1:pos x="T42" y="T43"/>
                </ns1:cxn>
                <ns1:cxn ang="0">
                  <ns1:pos x="T44" y="T45"/>
                </ns1:cxn>
                <ns1:cxn ang="0">
                  <ns1:pos x="T46" y="T47"/>
                </ns1:cxn>
                <ns1:cxn ang="0">
                  <ns1:pos x="T48" y="T49"/>
                </ns1:cxn>
                <ns1:cxn ang="0">
                  <ns1:pos x="T50" y="T51"/>
                </ns1:cxn>
                <ns1:cxn ang="0">
                  <ns1:pos x="T52" y="T53"/>
                </ns1:cxn>
                <ns1:cxn ang="0">
                  <ns1:pos x="T54" y="T55"/>
                </ns1:cxn>
                <ns1:cxn ang="0">
                  <ns1:pos x="T56" y="T57"/>
                </ns1:cxn>
                <ns1:cxn ang="0">
                  <ns1:pos x="T58" y="T59"/>
                </ns1:cxn>
                <ns1:cxn ang="0">
                  <ns1:pos x="T60" y="T61"/>
                </ns1:cxn>
                <ns1:cxn ang="0">
                  <ns1:pos x="T62" y="T63"/>
                </ns1:cxn>
                <ns1:cxn ang="0">
                  <ns1:pos x="T64" y="T65"/>
                </ns1:cxn>
                <ns1:cxn ang="0">
                  <ns1:pos x="T66" y="T67"/>
                </ns1:cxn>
                <ns1:cxn ang="0">
                  <ns1:pos x="T68" y="T69"/>
                </ns1:cxn>
                <ns1:cxn ang="0">
                  <ns1:pos x="T70" y="T71"/>
                </ns1:cxn>
                <ns1:cxn ang="0">
                  <ns1:pos x="T72" y="T73"/>
                </ns1:cxn>
                <ns1:cxn ang="0">
                  <ns1:pos x="T74" y="T75"/>
                </ns1:cxn>
                <ns1:cxn ang="0">
                  <ns1:pos x="T76" y="T77"/>
                </ns1:cxn>
                <ns1:cxn ang="0">
                  <ns1:pos x="T78" y="T79"/>
                </ns1:cxn>
                <ns1:cxn ang="0">
                  <ns1:pos x="T80" y="T81"/>
                </ns1:cxn>
                <ns1:cxn ang="0">
                  <ns1:pos x="T82" y="T83"/>
                </ns1:cxn>
                <ns1:cxn ang="0">
                  <ns1:pos x="T84" y="T85"/>
                </ns1:cxn>
                <ns1:cxn ang="0">
                  <ns1:pos x="T86" y="T87"/>
                </ns1:cxn>
                <ns1:cxn ang="0">
                  <ns1:pos x="T88" y="T89"/>
                </ns1:cxn>
                <ns1:cxn ang="0">
                  <ns1:pos x="T90" y="T91"/>
                </ns1:cxn>
                <ns1:cxn ang="0">
                  <ns1:pos x="T92" y="T93"/>
                </ns1:cxn>
                <ns1:cxn ang="0">
                  <ns1:pos x="T94" y="T95"/>
                </ns1:cxn>
                <ns1:cxn ang="0">
                  <ns1:pos x="T96" y="T97"/>
                </ns1:cxn>
                <ns1:cxn ang="0">
                  <ns1:pos x="T98" y="T99"/>
                </ns1:cxn>
                <ns1:cxn ang="0">
                  <ns1:pos x="T100" y="T101"/>
                </ns1:cxn>
                <ns1:cxn ang="0">
                  <ns1:pos x="T102" y="T103"/>
                </ns1:cxn>
              </ns1:cxnLst>
              <ns1:rect l="0" t="0" r="r" b="b"/>
              <ns1:pathLst>
                <ns1:path w="223" h="216">
                  <ns1:moveTo>
                    <ns1:pt x="223" y="216"/>
                  </ns1:moveTo>
                  <ns1:cubicBezTo>
                    <ns1:pt x="0" y="216"/>
                    <ns1:pt x="0" y="216"/>
                    <ns1:pt x="0" y="216"/>
                  </ns1:cubicBezTo>
                  <ns1:cubicBezTo>
                    <ns1:pt x="0" y="211"/>
                    <ns1:pt x="0" y="211"/>
                    <ns1:pt x="0" y="211"/>
                  </ns1:cubicBezTo>
                  <ns1:cubicBezTo>
                    <ns1:pt x="0" y="176"/>
                    <ns1:pt x="65" y="148"/>
                    <ns1:pt x="83" y="144"/>
                  </ns1:cubicBezTo>
                  <ns1:cubicBezTo>
                    <ns1:pt x="84" y="143"/>
                    <ns1:pt x="84" y="140"/>
                    <ns1:pt x="85" y="137"/>
                  </ns1:cubicBezTo>
                  <ns1:cubicBezTo>
                    <ns1:pt x="81" y="132"/>
                    <ns1:pt x="71" y="120"/>
                    <ns1:pt x="67" y="103"/>
                  </ns1:cubicBezTo>
                  <ns1:cubicBezTo>
                    <ns1:pt x="63" y="102"/>
                    <ns1:pt x="60" y="98"/>
                    <ns1:pt x="58" y="92"/>
                  </ns1:cubicBezTo>
                  <ns1:cubicBezTo>
                    <ns1:pt x="55" y="85"/>
                    <ns1:pt x="55" y="74"/>
                    <ns1:pt x="60" y="67"/>
                  </ns1:cubicBezTo>
                  <ns1:cubicBezTo>
                    <ns1:pt x="60" y="67"/>
                    <ns1:pt x="60" y="67"/>
                    <ns1:pt x="60" y="67"/>
                  </ns1:cubicBezTo>
                  <ns1:cubicBezTo>
                    <ns1:pt x="59" y="57"/>
                    <ns1:pt x="56" y="32"/>
                    <ns1:pt x="71" y="15"/>
                  </ns1:cubicBezTo>
                  <ns1:cubicBezTo>
                    <ns1:pt x="80" y="5"/>
                    <ns1:pt x="94" y="0"/>
                    <ns1:pt x="111" y="0"/>
                  </ns1:cubicBezTo>
                  <ns1:cubicBezTo>
                    <ns1:pt x="129" y="0"/>
                    <ns1:pt x="142" y="5"/>
                    <ns1:pt x="151" y="15"/>
                  </ns1:cubicBezTo>
                  <ns1:cubicBezTo>
                    <ns1:pt x="166" y="32"/>
                    <ns1:pt x="164" y="57"/>
                    <ns1:pt x="163" y="67"/>
                  </ns1:cubicBezTo>
                  <ns1:cubicBezTo>
                    <ns1:pt x="163" y="67"/>
                    <ns1:pt x="163" y="67"/>
                    <ns1:pt x="163" y="67"/>
                  </ns1:cubicBezTo>
                  <ns1:cubicBezTo>
                    <ns1:pt x="168" y="74"/>
                    <ns1:pt x="168" y="85"/>
                    <ns1:pt x="165" y="92"/>
                  </ns1:cubicBezTo>
                  <ns1:cubicBezTo>
                    <ns1:pt x="163" y="98"/>
                    <ns1:pt x="160" y="102"/>
                    <ns1:pt x="156" y="103"/>
                  </ns1:cubicBezTo>
                  <ns1:cubicBezTo>
                    <ns1:pt x="152" y="120"/>
                    <ns1:pt x="142" y="132"/>
                    <ns1:pt x="138" y="137"/>
                  </ns1:cubicBezTo>
                  <ns1:cubicBezTo>
                    <ns1:pt x="138" y="140"/>
                    <ns1:pt x="139" y="143"/>
                    <ns1:pt x="140" y="144"/>
                  </ns1:cubicBezTo>
                  <ns1:cubicBezTo>
                    <ns1:pt x="158" y="148"/>
                    <ns1:pt x="223" y="176"/>
                    <ns1:pt x="223" y="211"/>
                  </ns1:cubicBezTo>
                  <ns1:lnTo>
                    <ns1:pt x="223" y="216"/>
                  </ns1:lnTo>
                  <ns1:close/>
                  <ns1:moveTo>
                    <ns1:pt x="12" y="205"/>
                  </ns1:moveTo>
                  <ns1:cubicBezTo>
                    <ns1:pt x="211" y="205"/>
                    <ns1:pt x="211" y="205"/>
                    <ns1:pt x="211" y="205"/>
                  </ns1:cubicBezTo>
                  <ns1:cubicBezTo>
                    <ns1:pt x="208" y="195"/>
                    <ns1:pt x="197" y="185"/>
                    <ns1:pt x="181" y="175"/>
                  </ns1:cubicBezTo>
                  <ns1:cubicBezTo>
                    <ns1:pt x="164" y="164"/>
                    <ns1:pt x="144" y="157"/>
                    <ns1:pt x="137" y="155"/>
                  </ns1:cubicBezTo>
                  <ns1:cubicBezTo>
                    <ns1:pt x="128" y="154"/>
                    <ns1:pt x="127" y="140"/>
                    <ns1:pt x="127" y="134"/>
                  </ns1:cubicBezTo>
                  <ns1:cubicBezTo>
                    <ns1:pt x="127" y="132"/>
                    <ns1:pt x="127" y="132"/>
                    <ns1:pt x="127" y="132"/>
                  </ns1:cubicBezTo>
                  <ns1:cubicBezTo>
                    <ns1:pt x="128" y="130"/>
                    <ns1:pt x="128" y="130"/>
                    <ns1:pt x="128" y="130"/>
                  </ns1:cubicBezTo>
                  <ns1:cubicBezTo>
                    <ns1:pt x="128" y="130"/>
                    <ns1:pt x="142" y="116"/>
                    <ns1:pt x="145" y="98"/>
                  </ns1:cubicBezTo>
                  <ns1:cubicBezTo>
                    <ns1:pt x="146" y="93"/>
                    <ns1:pt x="146" y="93"/>
                    <ns1:pt x="146" y="93"/>
                  </ns1:cubicBezTo>
                  <ns1:cubicBezTo>
                    <ns1:pt x="151" y="93"/>
                    <ns1:pt x="151" y="93"/>
                    <ns1:pt x="151" y="93"/>
                  </ns1:cubicBezTo>
                  <ns1:cubicBezTo>
                    <ns1:pt x="152" y="93"/>
                    <ns1:pt x="154" y="91"/>
                    <ns1:pt x="155" y="86"/>
                  </ns1:cubicBezTo>
                  <ns1:cubicBezTo>
                    <ns1:pt x="156" y="81"/>
                    <ns1:pt x="155" y="76"/>
                    <ns1:pt x="153" y="74"/>
                  </ns1:cubicBezTo>
                  <ns1:cubicBezTo>
                    <ns1:pt x="151" y="72"/>
                    <ns1:pt x="151" y="72"/>
                    <ns1:pt x="151" y="72"/>
                  </ns1:cubicBezTo>
                  <ns1:cubicBezTo>
                    <ns1:pt x="151" y="69"/>
                    <ns1:pt x="151" y="69"/>
                    <ns1:pt x="151" y="69"/>
                  </ns1:cubicBezTo>
                  <ns1:cubicBezTo>
                    <ns1:pt x="151" y="68"/>
                    <ns1:pt x="151" y="67"/>
                    <ns1:pt x="151" y="66"/>
                  </ns1:cubicBezTo>
                  <ns1:cubicBezTo>
                    <ns1:pt x="152" y="57"/>
                    <ns1:pt x="154" y="36"/>
                    <ns1:pt x="143" y="23"/>
                  </ns1:cubicBezTo>
                  <ns1:cubicBezTo>
                    <ns1:pt x="136" y="15"/>
                    <ns1:pt x="126" y="12"/>
                    <ns1:pt x="111" y="12"/>
                  </ns1:cubicBezTo>
                  <ns1:cubicBezTo>
                    <ns1:pt x="97" y="12"/>
                    <ns1:pt x="87" y="15"/>
                    <ns1:pt x="80" y="23"/>
                  </ns1:cubicBezTo>
                  <ns1:cubicBezTo>
                    <ns1:pt x="68" y="36"/>
                    <ns1:pt x="71" y="57"/>
                    <ns1:pt x="72" y="66"/>
                  </ns1:cubicBezTo>
                  <ns1:cubicBezTo>
                    <ns1:pt x="72" y="67"/>
                    <ns1:pt x="72" y="68"/>
                    <ns1:pt x="72" y="69"/>
                  </ns1:cubicBezTo>
                  <ns1:cubicBezTo>
                    <ns1:pt x="72" y="72"/>
                    <ns1:pt x="72" y="72"/>
                    <ns1:pt x="72" y="72"/>
                  </ns1:cubicBezTo>
                  <ns1:cubicBezTo>
                    <ns1:pt x="70" y="74"/>
                    <ns1:pt x="70" y="74"/>
                    <ns1:pt x="70" y="74"/>
                  </ns1:cubicBezTo>
                  <ns1:cubicBezTo>
                    <ns1:pt x="67" y="76"/>
                    <ns1:pt x="67" y="81"/>
                    <ns1:pt x="68" y="86"/>
                  </ns1:cubicBezTo>
                  <ns1:cubicBezTo>
                    <ns1:pt x="69" y="91"/>
                    <ns1:pt x="71" y="93"/>
                    <ns1:pt x="72" y="93"/>
                  </ns1:cubicBezTo>
                  <ns1:cubicBezTo>
                    <ns1:pt x="77" y="93"/>
                    <ns1:pt x="77" y="93"/>
                    <ns1:pt x="77" y="93"/>
                  </ns1:cubicBezTo>
                  <ns1:cubicBezTo>
                    <ns1:pt x="77" y="98"/>
                    <ns1:pt x="77" y="98"/>
                    <ns1:pt x="77" y="98"/>
                  </ns1:cubicBezTo>
                  <ns1:cubicBezTo>
                    <ns1:pt x="80" y="116"/>
                    <ns1:pt x="94" y="130"/>
                    <ns1:pt x="95" y="130"/>
                  </ns1:cubicBezTo>
                  <ns1:cubicBezTo>
                    <ns1:pt x="96" y="132"/>
                    <ns1:pt x="96" y="132"/>
                    <ns1:pt x="96" y="132"/>
                  </ns1:cubicBezTo>
                  <ns1:cubicBezTo>
                    <ns1:pt x="96" y="134"/>
                    <ns1:pt x="96" y="134"/>
                    <ns1:pt x="96" y="134"/>
                  </ns1:cubicBezTo>
                  <ns1:cubicBezTo>
                    <ns1:pt x="96" y="140"/>
                    <ns1:pt x="95" y="154"/>
                    <ns1:pt x="86" y="155"/>
                  </ns1:cubicBezTo>
                  <ns1:cubicBezTo>
                    <ns1:pt x="79" y="157"/>
                    <ns1:pt x="59" y="164"/>
                    <ns1:pt x="42" y="175"/>
                  </ns1:cubicBezTo>
                  <ns1:cubicBezTo>
                    <ns1:pt x="25" y="185"/>
                    <ns1:pt x="15" y="195"/>
                    <ns1:pt x="12" y="205"/>
                  </ns1:cubicBezTo>
                  <ns1:close/>
                </ns1:path>
              </ns1:pathLst>
            </ns1:custGeom>
            <ns1:grpFill/>
            <ns1:ln>
              <ns1:noFill/>
            </ns1:ln>
            <ns1:extLst>
              <ns1:ext uri="{91240B29-F687-4F45-9708-019B960494DF}">
                <ns2:hiddenLine w="9525">
                  <ns1:solidFill>
                    <ns1:srgbClr val="000000"/>
                  </ns1:solidFill>
                  <ns1:round/>
                  <ns1:headEnd/>
                  <ns1:tailEnd/>
                </ns2:hiddenLine>
              </ns1:ext>
            </ns1:extLst>
          </ns0:spPr>
          <ns0:txBody>
            <ns1:bodyPr vert="horz" wrap="square" lIns="91440" tIns="45720" rIns="91440" bIns="45720" numCol="1" anchor="t" anchorCtr="0" compatLnSpc="1">
              <ns1:prstTxWarp prst="textNoShape">
                <ns1:avLst/>
              </ns1:prstTxWarp>
            </ns1:bodyPr>
            <ns1:lstStyle/>
            <ns1:p>
              <ns1:endParaRPr lang="id-ID" sz="2700"/>
            </ns1:p>
          </ns0:txBody>
        </ns0:sp>
        <ns0:sp>
          <ns0:nvSpPr>
            <ns0:cNvPr id="175" name="Freeform 478"/>
            <ns0:cNvSpPr>
              <ns1:spLocks/>
            </ns0:cNvSpPr>
            <ns0:nvPr/>
          </ns0:nvSpPr>
          <ns0:spPr bwMode="auto">
            <ns1:xfrm>
              <ns1:off x="6216650" y="2936875"/>
              <ns1:ext cx="236537" cy="381000"/>
            </ns1:xfrm>
            <ns1:custGeom>
              <ns1:avLst/>
              <ns1:gdLst>
                <ns1:gd name="T0" fmla="*/ 43 w 113"/>
                <ns1:gd name="T1" fmla="*/ 120 h 181"/>
                <ns1:gd name="T2" fmla="*/ 42 w 113"/>
                <ns1:gd name="T3" fmla="*/ 114 h 181"/>
                <ns1:gd name="T4" fmla="*/ 57 w 113"/>
                <ns1:gd name="T5" fmla="*/ 86 h 181"/>
                <ns1:gd name="T6" fmla="*/ 64 w 113"/>
                <ns1:gd name="T7" fmla="*/ 77 h 181"/>
                <ns1:gd name="T8" fmla="*/ 62 w 113"/>
                <ns1:gd name="T9" fmla="*/ 56 h 181"/>
                <ns1:gd name="T10" fmla="*/ 62 w 113"/>
                <ns1:gd name="T11" fmla="*/ 56 h 181"/>
                <ns1:gd name="T12" fmla="*/ 53 w 113"/>
                <ns1:gd name="T13" fmla="*/ 13 h 181"/>
                <ns1:gd name="T14" fmla="*/ 19 w 113"/>
                <ns1:gd name="T15" fmla="*/ 0 h 181"/>
                <ns1:gd name="T16" fmla="*/ 0 w 113"/>
                <ns1:gd name="T17" fmla="*/ 4 h 181"/>
                <ns1:gd name="T18" fmla="*/ 5 w 113"/>
                <ns1:gd name="T19" fmla="*/ 12 h 181"/>
                <ns1:gd name="T20" fmla="*/ 19 w 113"/>
                <ns1:gd name="T21" fmla="*/ 10 h 181"/>
                <ns1:gd name="T22" fmla="*/ 46 w 113"/>
                <ns1:gd name="T23" fmla="*/ 19 h 181"/>
                <ns1:gd name="T24" fmla="*/ 53 w 113"/>
                <ns1:gd name="T25" fmla="*/ 55 h 181"/>
                <ns1:gd name="T26" fmla="*/ 52 w 113"/>
                <ns1:gd name="T27" fmla="*/ 58 h 181"/>
                <ns1:gd name="T28" fmla="*/ 52 w 113"/>
                <ns1:gd name="T29" fmla="*/ 60 h 181"/>
                <ns1:gd name="T30" fmla="*/ 54 w 113"/>
                <ns1:gd name="T31" fmla="*/ 62 h 181"/>
                <ns1:gd name="T32" fmla="*/ 56 w 113"/>
                <ns1:gd name="T33" fmla="*/ 72 h 181"/>
                <ns1:gd name="T34" fmla="*/ 52 w 113"/>
                <ns1:gd name="T35" fmla="*/ 78 h 181"/>
                <ns1:gd name="T36" fmla="*/ 48 w 113"/>
                <ns1:gd name="T37" fmla="*/ 78 h 181"/>
                <ns1:gd name="T38" fmla="*/ 48 w 113"/>
                <ns1:gd name="T39" fmla="*/ 82 h 181"/>
                <ns1:gd name="T40" fmla="*/ 33 w 113"/>
                <ns1:gd name="T41" fmla="*/ 109 h 181"/>
                <ns1:gd name="T42" fmla="*/ 32 w 113"/>
                <ns1:gd name="T43" fmla="*/ 110 h 181"/>
                <ns1:gd name="T44" fmla="*/ 32 w 113"/>
                <ns1:gd name="T45" fmla="*/ 112 h 181"/>
                <ns1:gd name="T46" fmla="*/ 41 w 113"/>
                <ns1:gd name="T47" fmla="*/ 130 h 181"/>
                <ns1:gd name="T48" fmla="*/ 77 w 113"/>
                <ns1:gd name="T49" fmla="*/ 146 h 181"/>
                <ns1:gd name="T50" fmla="*/ 102 w 113"/>
                <ns1:gd name="T51" fmla="*/ 171 h 181"/>
                <ns1:gd name="T52" fmla="*/ 58 w 113"/>
                <ns1:gd name="T53" fmla="*/ 171 h 181"/>
                <ns1:gd name="T54" fmla="*/ 65 w 113"/>
                <ns1:gd name="T55" fmla="*/ 181 h 181"/>
                <ns1:gd name="T56" fmla="*/ 113 w 113"/>
                <ns1:gd name="T57" fmla="*/ 181 h 181"/>
                <ns1:gd name="T58" fmla="*/ 113 w 113"/>
                <ns1:gd name="T59" fmla="*/ 176 h 181"/>
                <ns1:gd name="T60" fmla="*/ 43 w 113"/>
                <ns1:gd name="T61" fmla="*/ 120 h 181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  <ns1:cxn ang="0">
                  <ns1:pos x="T14" y="T15"/>
                </ns1:cxn>
                <ns1:cxn ang="0">
                  <ns1:pos x="T16" y="T17"/>
                </ns1:cxn>
                <ns1:cxn ang="0">
                  <ns1:pos x="T18" y="T19"/>
                </ns1:cxn>
                <ns1:cxn ang="0">
                  <ns1:pos x="T20" y="T21"/>
                </ns1:cxn>
                <ns1:cxn ang="0">
                  <ns1:pos x="T22" y="T23"/>
                </ns1:cxn>
                <ns1:cxn ang="0">
                  <ns1:pos x="T24" y="T25"/>
                </ns1:cxn>
                <ns1:cxn ang="0">
                  <ns1:pos x="T26" y="T27"/>
                </ns1:cxn>
                <ns1:cxn ang="0">
                  <ns1:pos x="T28" y="T29"/>
                </ns1:cxn>
                <ns1:cxn ang="0">
                  <ns1:pos x="T30" y="T31"/>
                </ns1:cxn>
                <ns1:cxn ang="0">
                  <ns1:pos x="T32" y="T33"/>
                </ns1:cxn>
                <ns1:cxn ang="0">
                  <ns1:pos x="T34" y="T35"/>
                </ns1:cxn>
                <ns1:cxn ang="0">
                  <ns1:pos x="T36" y="T37"/>
                </ns1:cxn>
                <ns1:cxn ang="0">
                  <ns1:pos x="T38" y="T39"/>
                </ns1:cxn>
                <ns1:cxn ang="0">
                  <ns1:pos x="T40" y="T41"/>
                </ns1:cxn>
                <ns1:cxn ang="0">
                  <ns1:pos x="T42" y="T43"/>
                </ns1:cxn>
                <ns1:cxn ang="0">
                  <ns1:pos x="T44" y="T45"/>
                </ns1:cxn>
                <ns1:cxn ang="0">
                  <ns1:pos x="T46" y="T47"/>
                </ns1:cxn>
                <ns1:cxn ang="0">
                  <ns1:pos x="T48" y="T49"/>
                </ns1:cxn>
                <ns1:cxn ang="0">
                  <ns1:pos x="T50" y="T51"/>
                </ns1:cxn>
                <ns1:cxn ang="0">
                  <ns1:pos x="T52" y="T53"/>
                </ns1:cxn>
                <ns1:cxn ang="0">
                  <ns1:pos x="T54" y="T55"/>
                </ns1:cxn>
                <ns1:cxn ang="0">
                  <ns1:pos x="T56" y="T57"/>
                </ns1:cxn>
                <ns1:cxn ang="0">
                  <ns1:pos x="T58" y="T59"/>
                </ns1:cxn>
                <ns1:cxn ang="0">
                  <ns1:pos x="T60" y="T61"/>
                </ns1:cxn>
              </ns1:cxnLst>
              <ns1:rect l="0" t="0" r="r" b="b"/>
              <ns1:pathLst>
                <ns1:path w="113" h="181">
                  <ns1:moveTo>
                    <ns1:pt x="43" y="120"/>
                  </ns1:moveTo>
                  <ns1:cubicBezTo>
                    <ns1:pt x="42" y="119"/>
                    <ns1:pt x="42" y="117"/>
                    <ns1:pt x="42" y="114"/>
                  </ns1:cubicBezTo>
                  <ns1:cubicBezTo>
                    <ns1:pt x="45" y="110"/>
                    <ns1:pt x="53" y="100"/>
                    <ns1:pt x="57" y="86"/>
                  </ns1:cubicBezTo>
                  <ns1:cubicBezTo>
                    <ns1:pt x="60" y="85"/>
                    <ns1:pt x="62" y="82"/>
                    <ns1:pt x="64" y="77"/>
                  </ns1:cubicBezTo>
                  <ns1:cubicBezTo>
                    <ns1:pt x="66" y="71"/>
                    <ns1:pt x="67" y="62"/>
                    <ns1:pt x="62" y="56"/>
                  </ns1:cubicBezTo>
                  <ns1:cubicBezTo>
                    <ns1:pt x="62" y="56"/>
                    <ns1:pt x="62" y="56"/>
                    <ns1:pt x="62" y="56"/>
                  </ns1:cubicBezTo>
                  <ns1:cubicBezTo>
                    <ns1:pt x="63" y="48"/>
                    <ns1:pt x="65" y="27"/>
                    <ns1:pt x="53" y="13"/>
                  </ns1:cubicBezTo>
                  <ns1:cubicBezTo>
                    <ns1:pt x="45" y="5"/>
                    <ns1:pt x="34" y="0"/>
                    <ns1:pt x="19" y="0"/>
                  </ns1:cubicBezTo>
                  <ns1:cubicBezTo>
                    <ns1:pt x="12" y="0"/>
                    <ns1:pt x="5" y="2"/>
                    <ns1:pt x="0" y="4"/>
                  </ns1:cubicBezTo>
                  <ns1:cubicBezTo>
                    <ns1:pt x="2" y="6"/>
                    <ns1:pt x="3" y="9"/>
                    <ns1:pt x="5" y="12"/>
                  </ns1:cubicBezTo>
                  <ns1:cubicBezTo>
                    <ns1:pt x="9" y="11"/>
                    <ns1:pt x="14" y="10"/>
                    <ns1:pt x="19" y="10"/>
                  </ns1:cubicBezTo>
                  <ns1:cubicBezTo>
                    <ns1:pt x="31" y="10"/>
                    <ns1:pt x="40" y="13"/>
                    <ns1:pt x="46" y="19"/>
                  </ns1:cubicBezTo>
                  <ns1:cubicBezTo>
                    <ns1:pt x="55" y="30"/>
                    <ns1:pt x="53" y="48"/>
                    <ns1:pt x="53" y="55"/>
                  </ns1:cubicBezTo>
                  <ns1:cubicBezTo>
                    <ns1:pt x="52" y="56"/>
                    <ns1:pt x="52" y="57"/>
                    <ns1:pt x="52" y="58"/>
                  </ns1:cubicBezTo>
                  <ns1:cubicBezTo>
                    <ns1:pt x="52" y="60"/>
                    <ns1:pt x="52" y="60"/>
                    <ns1:pt x="52" y="60"/>
                  </ns1:cubicBezTo>
                  <ns1:cubicBezTo>
                    <ns1:pt x="54" y="62"/>
                    <ns1:pt x="54" y="62"/>
                    <ns1:pt x="54" y="62"/>
                  </ns1:cubicBezTo>
                  <ns1:cubicBezTo>
                    <ns1:pt x="56" y="63"/>
                    <ns1:pt x="57" y="68"/>
                    <ns1:pt x="56" y="72"/>
                  </ns1:cubicBezTo>
                  <ns1:cubicBezTo>
                    <ns1:pt x="55" y="76"/>
                    <ns1:pt x="53" y="78"/>
                    <ns1:pt x="52" y="78"/>
                  </ns1:cubicBezTo>
                  <ns1:cubicBezTo>
                    <ns1:pt x="48" y="78"/>
                    <ns1:pt x="48" y="78"/>
                    <ns1:pt x="48" y="78"/>
                  </ns1:cubicBezTo>
                  <ns1:cubicBezTo>
                    <ns1:pt x="48" y="82"/>
                    <ns1:pt x="48" y="82"/>
                    <ns1:pt x="48" y="82"/>
                  </ns1:cubicBezTo>
                  <ns1:cubicBezTo>
                    <ns1:pt x="45" y="97"/>
                    <ns1:pt x="34" y="109"/>
                    <ns1:pt x="33" y="109"/>
                  </ns1:cubicBezTo>
                  <ns1:cubicBezTo>
                    <ns1:pt x="32" y="110"/>
                    <ns1:pt x="32" y="110"/>
                    <ns1:pt x="32" y="110"/>
                  </ns1:cubicBezTo>
                  <ns1:cubicBezTo>
                    <ns1:pt x="32" y="112"/>
                    <ns1:pt x="32" y="112"/>
                    <ns1:pt x="32" y="112"/>
                  </ns1:cubicBezTo>
                  <ns1:cubicBezTo>
                    <ns1:pt x="32" y="117"/>
                    <ns1:pt x="33" y="129"/>
                    <ns1:pt x="41" y="130"/>
                  </ns1:cubicBezTo>
                  <ns1:cubicBezTo>
                    <ns1:pt x="47" y="131"/>
                    <ns1:pt x="63" y="137"/>
                    <ns1:pt x="77" y="146"/>
                  </ns1:cubicBezTo>
                  <ns1:cubicBezTo>
                    <ns1:pt x="91" y="154"/>
                    <ns1:pt x="100" y="163"/>
                    <ns1:pt x="102" y="171"/>
                  </ns1:cubicBezTo>
                  <ns1:cubicBezTo>
                    <ns1:pt x="58" y="171"/>
                    <ns1:pt x="58" y="171"/>
                    <ns1:pt x="58" y="171"/>
                  </ns1:cubicBezTo>
                  <ns1:cubicBezTo>
                    <ns1:pt x="60" y="174"/>
                    <ns1:pt x="63" y="177"/>
                    <ns1:pt x="65" y="181"/>
                  </ns1:cubicBezTo>
                  <ns1:cubicBezTo>
                    <ns1:pt x="113" y="181"/>
                    <ns1:pt x="113" y="181"/>
                    <ns1:pt x="113" y="181"/>
                  </ns1:cubicBezTo>
                  <ns1:cubicBezTo>
                    <ns1:pt x="113" y="176"/>
                    <ns1:pt x="113" y="176"/>
                    <ns1:pt x="113" y="176"/>
                  </ns1:cubicBezTo>
                  <ns1:cubicBezTo>
                    <ns1:pt x="113" y="147"/>
                    <ns1:pt x="58" y="123"/>
                    <ns1:pt x="43" y="120"/>
                  </ns1:cubicBezTo>
                  <ns1:close/>
                </ns1:path>
              </ns1:pathLst>
            </ns1:custGeom>
            <ns1:grpFill/>
            <ns1:ln>
              <ns1:noFill/>
            </ns1:ln>
            <ns1:extLst>
              <ns1:ext uri="{91240B29-F687-4F45-9708-019B960494DF}">
                <ns2:hiddenLine w="9525">
                  <ns1:solidFill>
                    <ns1:srgbClr val="000000"/>
                  </ns1:solidFill>
                  <ns1:round/>
                  <ns1:headEnd/>
                  <ns1:tailEnd/>
                </ns2:hiddenLine>
              </ns1:ext>
            </ns1:extLst>
          </ns0:spPr>
          <ns0:txBody>
            <ns1:bodyPr vert="horz" wrap="square" lIns="91440" tIns="45720" rIns="91440" bIns="45720" numCol="1" anchor="t" anchorCtr="0" compatLnSpc="1">
              <ns1:prstTxWarp prst="textNoShape">
                <ns1:avLst/>
              </ns1:prstTxWarp>
            </ns1:bodyPr>
            <ns1:lstStyle/>
            <ns1:p>
              <ns1:endParaRPr lang="id-ID" sz="2700"/>
            </ns1:p>
          </ns0:txBody>
        </ns0:sp>
        <ns0:sp>
          <ns0:nvSpPr>
            <ns0:cNvPr id="176" name="Freeform 479"/>
            <ns0:cNvSpPr>
              <ns1:spLocks/>
            </ns0:cNvSpPr>
            <ns0:nvPr/>
          </ns0:nvSpPr>
          <ns0:spPr bwMode="auto">
            <ns1:xfrm>
              <ns1:off x="5757863" y="2936875"/>
              <ns1:ext cx="244475" cy="381000"/>
            </ns1:xfrm>
            <ns1:custGeom>
              <ns1:avLst/>
              <ns1:gdLst>
                <ns1:gd name="T0" fmla="*/ 59 w 116"/>
                <ns1:gd name="T1" fmla="*/ 171 h 181"/>
                <ns1:gd name="T2" fmla="*/ 11 w 116"/>
                <ns1:gd name="T3" fmla="*/ 171 h 181"/>
                <ns1:gd name="T4" fmla="*/ 35 w 116"/>
                <ns1:gd name="T5" fmla="*/ 146 h 181"/>
                <ns1:gd name="T6" fmla="*/ 72 w 116"/>
                <ns1:gd name="T7" fmla="*/ 130 h 181"/>
                <ns1:gd name="T8" fmla="*/ 81 w 116"/>
                <ns1:gd name="T9" fmla="*/ 112 h 181"/>
                <ns1:gd name="T10" fmla="*/ 81 w 116"/>
                <ns1:gd name="T11" fmla="*/ 110 h 181"/>
                <ns1:gd name="T12" fmla="*/ 79 w 116"/>
                <ns1:gd name="T13" fmla="*/ 109 h 181"/>
                <ns1:gd name="T14" fmla="*/ 65 w 116"/>
                <ns1:gd name="T15" fmla="*/ 82 h 181"/>
                <ns1:gd name="T16" fmla="*/ 64 w 116"/>
                <ns1:gd name="T17" fmla="*/ 78 h 181"/>
                <ns1:gd name="T18" fmla="*/ 60 w 116"/>
                <ns1:gd name="T19" fmla="*/ 78 h 181"/>
                <ns1:gd name="T20" fmla="*/ 57 w 116"/>
                <ns1:gd name="T21" fmla="*/ 72 h 181"/>
                <ns1:gd name="T22" fmla="*/ 59 w 116"/>
                <ns1:gd name="T23" fmla="*/ 62 h 181"/>
                <ns1:gd name="T24" fmla="*/ 61 w 116"/>
                <ns1:gd name="T25" fmla="*/ 60 h 181"/>
                <ns1:gd name="T26" fmla="*/ 60 w 116"/>
                <ns1:gd name="T27" fmla="*/ 58 h 181"/>
                <ns1:gd name="T28" fmla="*/ 60 w 116"/>
                <ns1:gd name="T29" fmla="*/ 55 h 181"/>
                <ns1:gd name="T30" fmla="*/ 67 w 116"/>
                <ns1:gd name="T31" fmla="*/ 19 h 181"/>
                <ns1:gd name="T32" fmla="*/ 93 w 116"/>
                <ns1:gd name="T33" fmla="*/ 10 h 181"/>
                <ns1:gd name="T34" fmla="*/ 112 w 116"/>
                <ns1:gd name="T35" fmla="*/ 13 h 181"/>
                <ns1:gd name="T36" fmla="*/ 116 w 116"/>
                <ns1:gd name="T37" fmla="*/ 5 h 181"/>
                <ns1:gd name="T38" fmla="*/ 93 w 116"/>
                <ns1:gd name="T39" fmla="*/ 0 h 181"/>
                <ns1:gd name="T40" fmla="*/ 60 w 116"/>
                <ns1:gd name="T41" fmla="*/ 13 h 181"/>
                <ns1:gd name="T42" fmla="*/ 51 w 116"/>
                <ns1:gd name="T43" fmla="*/ 56 h 181"/>
                <ns1:gd name="T44" fmla="*/ 51 w 116"/>
                <ns1:gd name="T45" fmla="*/ 56 h 181"/>
                <ns1:gd name="T46" fmla="*/ 49 w 116"/>
                <ns1:gd name="T47" fmla="*/ 77 h 181"/>
                <ns1:gd name="T48" fmla="*/ 56 w 116"/>
                <ns1:gd name="T49" fmla="*/ 86 h 181"/>
                <ns1:gd name="T50" fmla="*/ 71 w 116"/>
                <ns1:gd name="T51" fmla="*/ 114 h 181"/>
                <ns1:gd name="T52" fmla="*/ 70 w 116"/>
                <ns1:gd name="T53" fmla="*/ 120 h 181"/>
                <ns1:gd name="T54" fmla="*/ 0 w 116"/>
                <ns1:gd name="T55" fmla="*/ 176 h 181"/>
                <ns1:gd name="T56" fmla="*/ 0 w 116"/>
                <ns1:gd name="T57" fmla="*/ 181 h 181"/>
                <ns1:gd name="T58" fmla="*/ 52 w 116"/>
                <ns1:gd name="T59" fmla="*/ 181 h 181"/>
                <ns1:gd name="T60" fmla="*/ 59 w 116"/>
                <ns1:gd name="T61" fmla="*/ 171 h 181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  <ns1:cxn ang="0">
                  <ns1:pos x="T14" y="T15"/>
                </ns1:cxn>
                <ns1:cxn ang="0">
                  <ns1:pos x="T16" y="T17"/>
                </ns1:cxn>
                <ns1:cxn ang="0">
                  <ns1:pos x="T18" y="T19"/>
                </ns1:cxn>
                <ns1:cxn ang="0">
                  <ns1:pos x="T20" y="T21"/>
                </ns1:cxn>
                <ns1:cxn ang="0">
                  <ns1:pos x="T22" y="T23"/>
                </ns1:cxn>
                <ns1:cxn ang="0">
                  <ns1:pos x="T24" y="T25"/>
                </ns1:cxn>
                <ns1:cxn ang="0">
                  <ns1:pos x="T26" y="T27"/>
                </ns1:cxn>
                <ns1:cxn ang="0">
                  <ns1:pos x="T28" y="T29"/>
                </ns1:cxn>
                <ns1:cxn ang="0">
                  <ns1:pos x="T30" y="T31"/>
                </ns1:cxn>
                <ns1:cxn ang="0">
                  <ns1:pos x="T32" y="T33"/>
                </ns1:cxn>
                <ns1:cxn ang="0">
                  <ns1:pos x="T34" y="T35"/>
                </ns1:cxn>
                <ns1:cxn ang="0">
                  <ns1:pos x="T36" y="T37"/>
                </ns1:cxn>
                <ns1:cxn ang="0">
                  <ns1:pos x="T38" y="T39"/>
                </ns1:cxn>
                <ns1:cxn ang="0">
                  <ns1:pos x="T40" y="T41"/>
                </ns1:cxn>
                <ns1:cxn ang="0">
                  <ns1:pos x="T42" y="T43"/>
                </ns1:cxn>
                <ns1:cxn ang="0">
                  <ns1:pos x="T44" y="T45"/>
                </ns1:cxn>
                <ns1:cxn ang="0">
                  <ns1:pos x="T46" y="T47"/>
                </ns1:cxn>
                <ns1:cxn ang="0">
                  <ns1:pos x="T48" y="T49"/>
                </ns1:cxn>
                <ns1:cxn ang="0">
                  <ns1:pos x="T50" y="T51"/>
                </ns1:cxn>
                <ns1:cxn ang="0">
                  <ns1:pos x="T52" y="T53"/>
                </ns1:cxn>
                <ns1:cxn ang="0">
                  <ns1:pos x="T54" y="T55"/>
                </ns1:cxn>
                <ns1:cxn ang="0">
                  <ns1:pos x="T56" y="T57"/>
                </ns1:cxn>
                <ns1:cxn ang="0">
                  <ns1:pos x="T58" y="T59"/>
                </ns1:cxn>
                <ns1:cxn ang="0">
                  <ns1:pos x="T60" y="T61"/>
                </ns1:cxn>
              </ns1:cxnLst>
              <ns1:rect l="0" t="0" r="r" b="b"/>
              <ns1:pathLst>
                <ns1:path w="116" h="181">
                  <ns1:moveTo>
                    <ns1:pt x="59" y="171"/>
                  </ns1:moveTo>
                  <ns1:cubicBezTo>
                    <ns1:pt x="11" y="171"/>
                    <ns1:pt x="11" y="171"/>
                    <ns1:pt x="11" y="171"/>
                  </ns1:cubicBezTo>
                  <ns1:cubicBezTo>
                    <ns1:pt x="13" y="163"/>
                    <ns1:pt x="22" y="154"/>
                    <ns1:pt x="35" y="146"/>
                  </ns1:cubicBezTo>
                  <ns1:cubicBezTo>
                    <ns1:pt x="50" y="137"/>
                    <ns1:pt x="66" y="131"/>
                    <ns1:pt x="72" y="130"/>
                  </ns1:cubicBezTo>
                  <ns1:cubicBezTo>
                    <ns1:pt x="80" y="129"/>
                    <ns1:pt x="81" y="117"/>
                    <ns1:pt x="81" y="112"/>
                  </ns1:cubicBezTo>
                  <ns1:cubicBezTo>
                    <ns1:pt x="81" y="110"/>
                    <ns1:pt x="81" y="110"/>
                    <ns1:pt x="81" y="110"/>
                  </ns1:cubicBezTo>
                  <ns1:cubicBezTo>
                    <ns1:pt x="79" y="109"/>
                    <ns1:pt x="79" y="109"/>
                    <ns1:pt x="79" y="109"/>
                  </ns1:cubicBezTo>
                  <ns1:cubicBezTo>
                    <ns1:pt x="79" y="109"/>
                    <ns1:pt x="68" y="97"/>
                    <ns1:pt x="65" y="82"/>
                  </ns1:cubicBezTo>
                  <ns1:cubicBezTo>
                    <ns1:pt x="64" y="78"/>
                    <ns1:pt x="64" y="78"/>
                    <ns1:pt x="64" y="78"/>
                  </ns1:cubicBezTo>
                  <ns1:cubicBezTo>
                    <ns1:pt x="60" y="78"/>
                    <ns1:pt x="60" y="78"/>
                    <ns1:pt x="60" y="78"/>
                  </ns1:cubicBezTo>
                  <ns1:cubicBezTo>
                    <ns1:pt x="60" y="78"/>
                    <ns1:pt x="58" y="76"/>
                    <ns1:pt x="57" y="72"/>
                  </ns1:cubicBezTo>
                  <ns1:cubicBezTo>
                    <ns1:pt x="56" y="68"/>
                    <ns1:pt x="57" y="63"/>
                    <ns1:pt x="59" y="62"/>
                  </ns1:cubicBezTo>
                  <ns1:cubicBezTo>
                    <ns1:pt x="61" y="60"/>
                    <ns1:pt x="61" y="60"/>
                    <ns1:pt x="61" y="60"/>
                  </ns1:cubicBezTo>
                  <ns1:cubicBezTo>
                    <ns1:pt x="60" y="58"/>
                    <ns1:pt x="60" y="58"/>
                    <ns1:pt x="60" y="58"/>
                  </ns1:cubicBezTo>
                  <ns1:cubicBezTo>
                    <ns1:pt x="60" y="57"/>
                    <ns1:pt x="60" y="56"/>
                    <ns1:pt x="60" y="55"/>
                  </ns1:cubicBezTo>
                  <ns1:cubicBezTo>
                    <ns1:pt x="59" y="48"/>
                    <ns1:pt x="58" y="30"/>
                    <ns1:pt x="67" y="19"/>
                  </ns1:cubicBezTo>
                  <ns1:cubicBezTo>
                    <ns1:pt x="73" y="13"/>
                    <ns1:pt x="82" y="10"/>
                    <ns1:pt x="93" y="10"/>
                  </ns1:cubicBezTo>
                  <ns1:cubicBezTo>
                    <ns1:pt x="101" y="10"/>
                    <ns1:pt x="107" y="11"/>
                    <ns1:pt x="112" y="13"/>
                  </ns1:cubicBezTo>
                  <ns1:cubicBezTo>
                    <ns1:pt x="113" y="11"/>
                    <ns1:pt x="114" y="8"/>
                    <ns1:pt x="116" y="5"/>
                  </ns1:cubicBezTo>
                  <ns1:cubicBezTo>
                    <ns1:pt x="110" y="2"/>
                    <ns1:pt x="102" y="0"/>
                    <ns1:pt x="93" y="0"/>
                  </ns1:cubicBezTo>
                  <ns1:cubicBezTo>
                    <ns1:pt x="79" y="0"/>
                    <ns1:pt x="67" y="5"/>
                    <ns1:pt x="60" y="13"/>
                  </ns1:cubicBezTo>
                  <ns1:cubicBezTo>
                    <ns1:pt x="48" y="27"/>
                    <ns1:pt x="50" y="48"/>
                    <ns1:pt x="51" y="56"/>
                  </ns1:cubicBezTo>
                  <ns1:cubicBezTo>
                    <ns1:pt x="51" y="56"/>
                    <ns1:pt x="51" y="56"/>
                    <ns1:pt x="51" y="56"/>
                  </ns1:cubicBezTo>
                  <ns1:cubicBezTo>
                    <ns1:pt x="46" y="62"/>
                    <ns1:pt x="46" y="71"/>
                    <ns1:pt x="49" y="77"/>
                  </ns1:cubicBezTo>
                  <ns1:cubicBezTo>
                    <ns1:pt x="50" y="82"/>
                    <ns1:pt x="53" y="85"/>
                    <ns1:pt x="56" y="86"/>
                  </ns1:cubicBezTo>
                  <ns1:cubicBezTo>
                    <ns1:pt x="59" y="100"/>
                    <ns1:pt x="68" y="110"/>
                    <ns1:pt x="71" y="114"/>
                  </ns1:cubicBezTo>
                  <ns1:cubicBezTo>
                    <ns1:pt x="71" y="117"/>
                    <ns1:pt x="70" y="119"/>
                    <ns1:pt x="70" y="120"/>
                  </ns1:cubicBezTo>
                  <ns1:cubicBezTo>
                    <ns1:pt x="55" y="123"/>
                    <ns1:pt x="0" y="147"/>
                    <ns1:pt x="0" y="176"/>
                  </ns1:cubicBezTo>
                  <ns1:cubicBezTo>
                    <ns1:pt x="0" y="181"/>
                    <ns1:pt x="0" y="181"/>
                    <ns1:pt x="0" y="181"/>
                  </ns1:cubicBezTo>
                  <ns1:cubicBezTo>
                    <ns1:pt x="52" y="181"/>
                    <ns1:pt x="52" y="181"/>
                    <ns1:pt x="52" y="181"/>
                  </ns1:cubicBezTo>
                  <ns1:cubicBezTo>
                    <ns1:pt x="54" y="177"/>
                    <ns1:pt x="56" y="174"/>
                    <ns1:pt x="59" y="171"/>
                  </ns1:cubicBezTo>
                  <ns1:close/>
                </ns1:path>
              </ns1:pathLst>
            </ns1:custGeom>
            <ns1:grpFill/>
            <ns1:ln>
              <ns1:noFill/>
            </ns1:ln>
            <ns1:extLst>
              <ns1:ext uri="{91240B29-F687-4F45-9708-019B960494DF}">
                <ns2:hiddenLine w="9525">
                  <ns1:solidFill>
                    <ns1:srgbClr val="000000"/>
                  </ns1:solidFill>
                  <ns1:round/>
                  <ns1:headEnd/>
                  <ns1:tailEnd/>
                </ns2:hiddenLine>
              </ns1:ext>
            </ns1:extLst>
          </ns0:spPr>
          <ns0:txBody>
            <ns1:bodyPr vert="horz" wrap="square" lIns="91440" tIns="45720" rIns="91440" bIns="45720" numCol="1" anchor="t" anchorCtr="0" compatLnSpc="1">
              <ns1:prstTxWarp prst="textNoShape">
                <ns1:avLst/>
              </ns1:prstTxWarp>
            </ns1:bodyPr>
            <ns1:lstStyle/>
            <ns1:p>
              <ns1:endParaRPr lang="id-ID" sz="2700"/>
            </ns1:p>
          </ns0:txBody>
        </ns0:sp>
      </ns0:grpSp>
      <ns0:sp>
        <ns0:nvSpPr>
          <ns0:cNvPr id="177" name="Freeform 14"/>
          <ns0:cNvSpPr>
            <ns1:spLocks noEditPoints="1"/>
          </ns0:cNvSpPr>
          <ns0:nvPr/>
        </ns0:nvSpPr>
        <ns0:spPr bwMode="auto">
          <ns1:xfrm>
            <ns1:off x="4388902" y="1207752"/>
            <ns1:ext cx="433010" cy="415737"/>
          </ns1:xfrm>
          <ns1:custGeom>
            <ns1:avLst/>
            <ns1:gdLst>
              <ns1:gd name="T0" fmla="*/ 156 w 156"/>
              <ns1:gd name="T1" fmla="*/ 150 h 150"/>
              <ns1:gd name="T2" fmla="*/ 0 w 156"/>
              <ns1:gd name="T3" fmla="*/ 150 h 150"/>
              <ns1:gd name="T4" fmla="*/ 0 w 156"/>
              <ns1:gd name="T5" fmla="*/ 146 h 150"/>
              <ns1:gd name="T6" fmla="*/ 58 w 156"/>
              <ns1:gd name="T7" fmla="*/ 100 h 150"/>
              <ns1:gd name="T8" fmla="*/ 59 w 156"/>
              <ns1:gd name="T9" fmla="*/ 95 h 150"/>
              <ns1:gd name="T10" fmla="*/ 47 w 156"/>
              <ns1:gd name="T11" fmla="*/ 72 h 150"/>
              <ns1:gd name="T12" fmla="*/ 41 w 156"/>
              <ns1:gd name="T13" fmla="*/ 64 h 150"/>
              <ns1:gd name="T14" fmla="*/ 42 w 156"/>
              <ns1:gd name="T15" fmla="*/ 46 h 150"/>
              <ns1:gd name="T16" fmla="*/ 42 w 156"/>
              <ns1:gd name="T17" fmla="*/ 46 h 150"/>
              <ns1:gd name="T18" fmla="*/ 50 w 156"/>
              <ns1:gd name="T19" fmla="*/ 10 h 150"/>
              <ns1:gd name="T20" fmla="*/ 78 w 156"/>
              <ns1:gd name="T21" fmla="*/ 0 h 150"/>
              <ns1:gd name="T22" fmla="*/ 106 w 156"/>
              <ns1:gd name="T23" fmla="*/ 10 h 150"/>
              <ns1:gd name="T24" fmla="*/ 114 w 156"/>
              <ns1:gd name="T25" fmla="*/ 46 h 150"/>
              <ns1:gd name="T26" fmla="*/ 114 w 156"/>
              <ns1:gd name="T27" fmla="*/ 46 h 150"/>
              <ns1:gd name="T28" fmla="*/ 115 w 156"/>
              <ns1:gd name="T29" fmla="*/ 64 h 150"/>
              <ns1:gd name="T30" fmla="*/ 109 w 156"/>
              <ns1:gd name="T31" fmla="*/ 72 h 150"/>
              <ns1:gd name="T32" fmla="*/ 97 w 156"/>
              <ns1:gd name="T33" fmla="*/ 95 h 150"/>
              <ns1:gd name="T34" fmla="*/ 98 w 156"/>
              <ns1:gd name="T35" fmla="*/ 100 h 150"/>
              <ns1:gd name="T36" fmla="*/ 156 w 156"/>
              <ns1:gd name="T37" fmla="*/ 146 h 150"/>
              <ns1:gd name="T38" fmla="*/ 156 w 156"/>
              <ns1:gd name="T39" fmla="*/ 150 h 150"/>
              <ns1:gd name="T40" fmla="*/ 9 w 156"/>
              <ns1:gd name="T41" fmla="*/ 142 h 150"/>
              <ns1:gd name="T42" fmla="*/ 147 w 156"/>
              <ns1:gd name="T43" fmla="*/ 142 h 150"/>
              <ns1:gd name="T44" fmla="*/ 126 w 156"/>
              <ns1:gd name="T45" fmla="*/ 121 h 150"/>
              <ns1:gd name="T46" fmla="*/ 96 w 156"/>
              <ns1:gd name="T47" fmla="*/ 108 h 150"/>
              <ns1:gd name="T48" fmla="*/ 89 w 156"/>
              <ns1:gd name="T49" fmla="*/ 93 h 150"/>
              <ns1:gd name="T50" fmla="*/ 89 w 156"/>
              <ns1:gd name="T51" fmla="*/ 92 h 150"/>
              <ns1:gd name="T52" fmla="*/ 90 w 156"/>
              <ns1:gd name="T53" fmla="*/ 90 h 150"/>
              <ns1:gd name="T54" fmla="*/ 102 w 156"/>
              <ns1:gd name="T55" fmla="*/ 68 h 150"/>
              <ns1:gd name="T56" fmla="*/ 102 w 156"/>
              <ns1:gd name="T57" fmla="*/ 64 h 150"/>
              <ns1:gd name="T58" fmla="*/ 106 w 156"/>
              <ns1:gd name="T59" fmla="*/ 64 h 150"/>
              <ns1:gd name="T60" fmla="*/ 108 w 156"/>
              <ns1:gd name="T61" fmla="*/ 60 h 150"/>
              <ns1:gd name="T62" fmla="*/ 107 w 156"/>
              <ns1:gd name="T63" fmla="*/ 51 h 150"/>
              <ns1:gd name="T64" fmla="*/ 105 w 156"/>
              <ns1:gd name="T65" fmla="*/ 50 h 150"/>
              <ns1:gd name="T66" fmla="*/ 106 w 156"/>
              <ns1:gd name="T67" fmla="*/ 48 h 150"/>
              <ns1:gd name="T68" fmla="*/ 106 w 156"/>
              <ns1:gd name="T69" fmla="*/ 45 h 150"/>
              <ns1:gd name="T70" fmla="*/ 100 w 156"/>
              <ns1:gd name="T71" fmla="*/ 15 h 150"/>
              <ns1:gd name="T72" fmla="*/ 78 w 156"/>
              <ns1:gd name="T73" fmla="*/ 8 h 150"/>
              <ns1:gd name="T74" fmla="*/ 56 w 156"/>
              <ns1:gd name="T75" fmla="*/ 15 h 150"/>
              <ns1:gd name="T76" fmla="*/ 50 w 156"/>
              <ns1:gd name="T77" fmla="*/ 45 h 150"/>
              <ns1:gd name="T78" fmla="*/ 50 w 156"/>
              <ns1:gd name="T79" fmla="*/ 48 h 150"/>
              <ns1:gd name="T80" fmla="*/ 51 w 156"/>
              <ns1:gd name="T81" fmla="*/ 50 h 150"/>
              <ns1:gd name="T82" fmla="*/ 49 w 156"/>
              <ns1:gd name="T83" fmla="*/ 51 h 150"/>
              <ns1:gd name="T84" fmla="*/ 48 w 156"/>
              <ns1:gd name="T85" fmla="*/ 60 h 150"/>
              <ns1:gd name="T86" fmla="*/ 50 w 156"/>
              <ns1:gd name="T87" fmla="*/ 64 h 150"/>
              <ns1:gd name="T88" fmla="*/ 54 w 156"/>
              <ns1:gd name="T89" fmla="*/ 64 h 150"/>
              <ns1:gd name="T90" fmla="*/ 54 w 156"/>
              <ns1:gd name="T91" fmla="*/ 68 h 150"/>
              <ns1:gd name="T92" fmla="*/ 66 w 156"/>
              <ns1:gd name="T93" fmla="*/ 90 h 150"/>
              <ns1:gd name="T94" fmla="*/ 67 w 156"/>
              <ns1:gd name="T95" fmla="*/ 92 h 150"/>
              <ns1:gd name="T96" fmla="*/ 67 w 156"/>
              <ns1:gd name="T97" fmla="*/ 93 h 150"/>
              <ns1:gd name="T98" fmla="*/ 60 w 156"/>
              <ns1:gd name="T99" fmla="*/ 108 h 150"/>
              <ns1:gd name="T100" fmla="*/ 30 w 156"/>
              <ns1:gd name="T101" fmla="*/ 121 h 150"/>
              <ns1:gd name="T102" fmla="*/ 9 w 156"/>
              <ns1:gd name="T103" fmla="*/ 142 h 150"/>
            </ns1:gdLst>
            <ns1:ahLst/>
            <ns1:cxnLst>
              <ns1:cxn ang="0">
                <ns1:pos x="T0" y="T1"/>
              </ns1:cxn>
              <ns1:cxn ang="0">
                <ns1:pos x="T2" y="T3"/>
              </ns1:cxn>
              <ns1:cxn ang="0">
                <ns1:pos x="T4" y="T5"/>
              </ns1:cxn>
              <ns1:cxn ang="0">
                <ns1:pos x="T6" y="T7"/>
              </ns1:cxn>
              <ns1:cxn ang="0">
                <ns1:pos x="T8" y="T9"/>
              </ns1:cxn>
              <ns1:cxn ang="0">
                <ns1:pos x="T10" y="T11"/>
              </ns1:cxn>
              <ns1:cxn ang="0">
                <ns1:pos x="T12" y="T13"/>
              </ns1:cxn>
              <ns1:cxn ang="0">
                <ns1:pos x="T14" y="T15"/>
              </ns1:cxn>
              <ns1:cxn ang="0">
                <ns1:pos x="T16" y="T17"/>
              </ns1:cxn>
              <ns1:cxn ang="0">
                <ns1:pos x="T18" y="T19"/>
              </ns1:cxn>
              <ns1:cxn ang="0">
                <ns1:pos x="T20" y="T21"/>
              </ns1:cxn>
              <ns1:cxn ang="0">
                <ns1:pos x="T22" y="T23"/>
              </ns1:cxn>
              <ns1:cxn ang="0">
                <ns1:pos x="T24" y="T25"/>
              </ns1:cxn>
              <ns1:cxn ang="0">
                <ns1:pos x="T26" y="T27"/>
              </ns1:cxn>
              <ns1:cxn ang="0">
                <ns1:pos x="T28" y="T29"/>
              </ns1:cxn>
              <ns1:cxn ang="0">
                <ns1:pos x="T30" y="T31"/>
              </ns1:cxn>
              <ns1:cxn ang="0">
                <ns1:pos x="T32" y="T33"/>
              </ns1:cxn>
              <ns1:cxn ang="0">
                <ns1:pos x="T34" y="T35"/>
              </ns1:cxn>
              <ns1:cxn ang="0">
                <ns1:pos x="T36" y="T37"/>
              </ns1:cxn>
              <ns1:cxn ang="0">
                <ns1:pos x="T38" y="T39"/>
              </ns1:cxn>
              <ns1:cxn ang="0">
                <ns1:pos x="T40" y="T41"/>
              </ns1:cxn>
              <ns1:cxn ang="0">
                <ns1:pos x="T42" y="T43"/>
              </ns1:cxn>
              <ns1:cxn ang="0">
                <ns1:pos x="T44" y="T45"/>
              </ns1:cxn>
              <ns1:cxn ang="0">
                <ns1:pos x="T46" y="T47"/>
              </ns1:cxn>
              <ns1:cxn ang="0">
                <ns1:pos x="T48" y="T49"/>
              </ns1:cxn>
              <ns1:cxn ang="0">
                <ns1:pos x="T50" y="T51"/>
              </ns1:cxn>
              <ns1:cxn ang="0">
                <ns1:pos x="T52" y="T53"/>
              </ns1:cxn>
              <ns1:cxn ang="0">
                <ns1:pos x="T54" y="T55"/>
              </ns1:cxn>
              <ns1:cxn ang="0">
                <ns1:pos x="T56" y="T57"/>
              </ns1:cxn>
              <ns1:cxn ang="0">
                <ns1:pos x="T58" y="T59"/>
              </ns1:cxn>
              <ns1:cxn ang="0">
                <ns1:pos x="T60" y="T61"/>
              </ns1:cxn>
              <ns1:cxn ang="0">
                <ns1:pos x="T62" y="T63"/>
              </ns1:cxn>
              <ns1:cxn ang="0">
                <ns1:pos x="T64" y="T65"/>
              </ns1:cxn>
              <ns1:cxn ang="0">
                <ns1:pos x="T66" y="T67"/>
              </ns1:cxn>
              <ns1:cxn ang="0">
                <ns1:pos x="T68" y="T69"/>
              </ns1:cxn>
              <ns1:cxn ang="0">
                <ns1:pos x="T70" y="T71"/>
              </ns1:cxn>
              <ns1:cxn ang="0">
                <ns1:pos x="T72" y="T73"/>
              </ns1:cxn>
              <ns1:cxn ang="0">
                <ns1:pos x="T74" y="T75"/>
              </ns1:cxn>
              <ns1:cxn ang="0">
                <ns1:pos x="T76" y="T77"/>
              </ns1:cxn>
              <ns1:cxn ang="0">
                <ns1:pos x="T78" y="T79"/>
              </ns1:cxn>
              <ns1:cxn ang="0">
                <ns1:pos x="T80" y="T81"/>
              </ns1:cxn>
              <ns1:cxn ang="0">
                <ns1:pos x="T82" y="T83"/>
              </ns1:cxn>
              <ns1:cxn ang="0">
                <ns1:pos x="T84" y="T85"/>
              </ns1:cxn>
              <ns1:cxn ang="0">
                <ns1:pos x="T86" y="T87"/>
              </ns1:cxn>
              <ns1:cxn ang="0">
                <ns1:pos x="T88" y="T89"/>
              </ns1:cxn>
              <ns1:cxn ang="0">
                <ns1:pos x="T90" y="T91"/>
              </ns1:cxn>
              <ns1:cxn ang="0">
                <ns1:pos x="T92" y="T93"/>
              </ns1:cxn>
              <ns1:cxn ang="0">
                <ns1:pos x="T94" y="T95"/>
              </ns1:cxn>
              <ns1:cxn ang="0">
                <ns1:pos x="T96" y="T97"/>
              </ns1:cxn>
              <ns1:cxn ang="0">
                <ns1:pos x="T98" y="T99"/>
              </ns1:cxn>
              <ns1:cxn ang="0">
                <ns1:pos x="T100" y="T101"/>
              </ns1:cxn>
              <ns1:cxn ang="0">
                <ns1:pos x="T102" y="T103"/>
              </ns1:cxn>
            </ns1:cxnLst>
            <ns1:rect l="0" t="0" r="r" b="b"/>
            <ns1:pathLst>
              <ns1:path w="156" h="150">
                <ns1:moveTo>
                  <ns1:pt x="156" y="150"/>
                </ns1:moveTo>
                <ns1:cubicBezTo>
                  <ns1:pt x="0" y="150"/>
                  <ns1:pt x="0" y="150"/>
                  <ns1:pt x="0" y="150"/>
                </ns1:cubicBezTo>
                <ns1:cubicBezTo>
                  <ns1:pt x="0" y="146"/>
                  <ns1:pt x="0" y="146"/>
                  <ns1:pt x="0" y="146"/>
                </ns1:cubicBezTo>
                <ns1:cubicBezTo>
                  <ns1:pt x="0" y="122"/>
                  <ns1:pt x="46" y="103"/>
                  <ns1:pt x="58" y="100"/>
                </ns1:cubicBezTo>
                <ns1:cubicBezTo>
                  <ns1:pt x="59" y="99"/>
                  <ns1:pt x="59" y="97"/>
                  <ns1:pt x="59" y="95"/>
                </ns1:cubicBezTo>
                <ns1:cubicBezTo>
                  <ns1:pt x="56" y="92"/>
                  <ns1:pt x="50" y="83"/>
                  <ns1:pt x="47" y="72"/>
                </ns1:cubicBezTo>
                <ns1:cubicBezTo>
                  <ns1:pt x="44" y="70"/>
                  <ns1:pt x="42" y="68"/>
                  <ns1:pt x="41" y="64"/>
                </ns1:cubicBezTo>
                <ns1:cubicBezTo>
                  <ns1:pt x="39" y="58"/>
                  <ns1:pt x="39" y="51"/>
                  <ns1:pt x="42" y="46"/>
                </ns1:cubicBezTo>
                <ns1:cubicBezTo>
                  <ns1:pt x="42" y="46"/>
                  <ns1:pt x="42" y="46"/>
                  <ns1:pt x="42" y="46"/>
                </ns1:cubicBezTo>
                <ns1:cubicBezTo>
                  <ns1:pt x="42" y="39"/>
                  <ns1:pt x="40" y="22"/>
                  <ns1:pt x="50" y="10"/>
                </ns1:cubicBezTo>
                <ns1:cubicBezTo>
                  <ns1:pt x="56" y="3"/>
                  <ns1:pt x="66" y="0"/>
                  <ns1:pt x="78" y="0"/>
                </ns1:cubicBezTo>
                <ns1:cubicBezTo>
                  <ns1:pt x="90" y="0"/>
                  <ns1:pt x="100" y="3"/>
                  <ns1:pt x="106" y="10"/>
                </ns1:cubicBezTo>
                <ns1:cubicBezTo>
                  <ns1:pt x="116" y="22"/>
                  <ns1:pt x="114" y="39"/>
                  <ns1:pt x="114" y="46"/>
                </ns1:cubicBezTo>
                <ns1:cubicBezTo>
                  <ns1:pt x="114" y="46"/>
                  <ns1:pt x="114" y="46"/>
                  <ns1:pt x="114" y="46"/>
                </ns1:cubicBezTo>
                <ns1:cubicBezTo>
                  <ns1:pt x="117" y="51"/>
                  <ns1:pt x="117" y="58"/>
                  <ns1:pt x="115" y="64"/>
                </ns1:cubicBezTo>
                <ns1:cubicBezTo>
                  <ns1:pt x="114" y="68"/>
                  <ns1:pt x="112" y="70"/>
                  <ns1:pt x="109" y="72"/>
                </ns1:cubicBezTo>
                <ns1:cubicBezTo>
                  <ns1:pt x="106" y="83"/>
                  <ns1:pt x="100" y="92"/>
                  <ns1:pt x="97" y="95"/>
                </ns1:cubicBezTo>
                <ns1:cubicBezTo>
                  <ns1:pt x="97" y="97"/>
                  <ns1:pt x="97" y="99"/>
                  <ns1:pt x="98" y="100"/>
                </ns1:cubicBezTo>
                <ns1:cubicBezTo>
                  <ns1:pt x="110" y="103"/>
                  <ns1:pt x="156" y="122"/>
                  <ns1:pt x="156" y="146"/>
                </ns1:cubicBezTo>
                <ns1:lnTo>
                  <ns1:pt x="156" y="150"/>
                </ns1:lnTo>
                <ns1:close/>
                <ns1:moveTo>
                  <ns1:pt x="9" y="142"/>
                </ns1:moveTo>
                <ns1:cubicBezTo>
                  <ns1:pt x="147" y="142"/>
                  <ns1:pt x="147" y="142"/>
                  <ns1:pt x="147" y="142"/>
                </ns1:cubicBezTo>
                <ns1:cubicBezTo>
                  <ns1:pt x="145" y="136"/>
                  <ns1:pt x="138" y="128"/>
                  <ns1:pt x="126" y="121"/>
                </ns1:cubicBezTo>
                <ns1:cubicBezTo>
                  <ns1:pt x="114" y="114"/>
                  <ns1:pt x="101" y="109"/>
                  <ns1:pt x="96" y="108"/>
                </ns1:cubicBezTo>
                <ns1:cubicBezTo>
                  <ns1:pt x="89" y="107"/>
                  <ns1:pt x="89" y="97"/>
                  <ns1:pt x="89" y="93"/>
                </ns1:cubicBezTo>
                <ns1:cubicBezTo>
                  <ns1:pt x="89" y="92"/>
                  <ns1:pt x="89" y="92"/>
                  <ns1:pt x="89" y="92"/>
                </ns1:cubicBezTo>
                <ns1:cubicBezTo>
                  <ns1:pt x="90" y="90"/>
                  <ns1:pt x="90" y="90"/>
                  <ns1:pt x="90" y="90"/>
                </ns1:cubicBezTo>
                <ns1:cubicBezTo>
                  <ns1:pt x="90" y="90"/>
                  <ns1:pt x="100" y="80"/>
                  <ns1:pt x="102" y="68"/>
                </ns1:cubicBezTo>
                <ns1:cubicBezTo>
                  <ns1:pt x="102" y="64"/>
                  <ns1:pt x="102" y="64"/>
                  <ns1:pt x="102" y="64"/>
                </ns1:cubicBezTo>
                <ns1:cubicBezTo>
                  <ns1:pt x="106" y="64"/>
                  <ns1:pt x="106" y="64"/>
                  <ns1:pt x="106" y="64"/>
                </ns1:cubicBezTo>
                <ns1:cubicBezTo>
                  <ns1:pt x="106" y="64"/>
                  <ns1:pt x="107" y="63"/>
                  <ns1:pt x="108" y="60"/>
                </ns1:cubicBezTo>
                <ns1:cubicBezTo>
                  <ns1:pt x="109" y="56"/>
                  <ns1:pt x="109" y="52"/>
                  <ns1:pt x="107" y="51"/>
                </ns1:cubicBezTo>
                <ns1:cubicBezTo>
                  <ns1:pt x="105" y="50"/>
                  <ns1:pt x="105" y="50"/>
                  <ns1:pt x="105" y="50"/>
                </ns1:cubicBezTo>
                <ns1:cubicBezTo>
                  <ns1:pt x="106" y="48"/>
                  <ns1:pt x="106" y="48"/>
                  <ns1:pt x="106" y="48"/>
                </ns1:cubicBezTo>
                <ns1:cubicBezTo>
                  <ns1:pt x="106" y="47"/>
                  <ns1:pt x="106" y="46"/>
                  <ns1:pt x="106" y="45"/>
                </ns1:cubicBezTo>
                <ns1:cubicBezTo>
                  <ns1:pt x="106" y="39"/>
                  <ns1:pt x="108" y="24"/>
                  <ns1:pt x="100" y="15"/>
                </ns1:cubicBezTo>
                <ns1:cubicBezTo>
                  <ns1:pt x="95" y="10"/>
                  <ns1:pt x="88" y="8"/>
                  <ns1:pt x="78" y="8"/>
                </ns1:cubicBezTo>
                <ns1:cubicBezTo>
                  <ns1:pt x="68" y="8"/>
                  <ns1:pt x="61" y="10"/>
                  <ns1:pt x="56" y="15"/>
                </ns1:cubicBezTo>
                <ns1:cubicBezTo>
                  <ns1:pt x="48" y="24"/>
                  <ns1:pt x="50" y="39"/>
                  <ns1:pt x="50" y="45"/>
                </ns1:cubicBezTo>
                <ns1:cubicBezTo>
                  <ns1:pt x="50" y="46"/>
                  <ns1:pt x="50" y="47"/>
                  <ns1:pt x="50" y="48"/>
                </ns1:cubicBezTo>
                <ns1:cubicBezTo>
                  <ns1:pt x="51" y="50"/>
                  <ns1:pt x="51" y="50"/>
                  <ns1:pt x="51" y="50"/>
                </ns1:cubicBezTo>
                <ns1:cubicBezTo>
                  <ns1:pt x="49" y="51"/>
                  <ns1:pt x="49" y="51"/>
                  <ns1:pt x="49" y="51"/>
                </ns1:cubicBezTo>
                <ns1:cubicBezTo>
                  <ns1:pt x="47" y="52"/>
                  <ns1:pt x="47" y="56"/>
                  <ns1:pt x="48" y="60"/>
                </ns1:cubicBezTo>
                <ns1:cubicBezTo>
                  <ns1:pt x="49" y="63"/>
                  <ns1:pt x="50" y="64"/>
                  <ns1:pt x="50" y="64"/>
                </ns1:cubicBezTo>
                <ns1:cubicBezTo>
                  <ns1:pt x="54" y="64"/>
                  <ns1:pt x="54" y="64"/>
                  <ns1:pt x="54" y="64"/>
                </ns1:cubicBezTo>
                <ns1:cubicBezTo>
                  <ns1:pt x="54" y="68"/>
                  <ns1:pt x="54" y="68"/>
                  <ns1:pt x="54" y="68"/>
                </ns1:cubicBezTo>
                <ns1:cubicBezTo>
                  <ns1:pt x="56" y="80"/>
                  <ns1:pt x="66" y="90"/>
                  <ns1:pt x="66" y="90"/>
                </ns1:cubicBezTo>
                <ns1:cubicBezTo>
                  <ns1:pt x="67" y="92"/>
                  <ns1:pt x="67" y="92"/>
                  <ns1:pt x="67" y="92"/>
                </ns1:cubicBezTo>
                <ns1:cubicBezTo>
                  <ns1:pt x="67" y="93"/>
                  <ns1:pt x="67" y="93"/>
                  <ns1:pt x="67" y="93"/>
                </ns1:cubicBezTo>
                <ns1:cubicBezTo>
                  <ns1:pt x="67" y="97"/>
                  <ns1:pt x="67" y="107"/>
                  <ns1:pt x="60" y="108"/>
                </ns1:cubicBezTo>
                <ns1:cubicBezTo>
                  <ns1:pt x="55" y="109"/>
                  <ns1:pt x="42" y="114"/>
                  <ns1:pt x="30" y="121"/>
                </ns1:cubicBezTo>
                <ns1:cubicBezTo>
                  <ns1:pt x="18" y="128"/>
                  <ns1:pt x="11" y="136"/>
                  <ns1:pt x="9" y="142"/>
                </ns1:cubicBezTo>
                <ns1:close/>
              </ns1:path>
            </ns1:pathLst>
          </ns1:custGeom>
          <ns1:solidFill>
            <ns1:schemeClr val="tx1"/>
          </ns1:solidFill>
          <ns1:ln>
            <ns1:noFill/>
          </ns1:ln>
        </ns0:spPr>
        <ns0:txBody>
          <ns1:bodyPr vert="horz" wrap="square" lIns="91440" tIns="45720" rIns="91440" bIns="45720" numCol="1" anchor="t" anchorCtr="0" compatLnSpc="1">
            <ns1:prstTxWarp prst="textNoShape">
              <ns1:avLst/>
            </ns1:prstTxWarp>
          </ns1:bodyPr>
          <ns1:lstStyle/>
          <ns1:p>
            <ns1:endParaRPr lang="id-ID" sz="2700"/>
          </ns1:p>
        </ns0:txBody>
      </ns0:sp>
      <ns0:grpSp>
        <ns0:nvGrpSpPr>
          <ns0:cNvPr id="178" name="Group 177"/>
          <ns0:cNvGrpSpPr/>
          <ns0:nvPr/>
        </ns0:nvGrpSpPr>
        <ns0:grpSpPr>
          <ns1:xfrm>
            <ns1:off x="9545339" y="3632021"/>
            <ns1:ext cx="365699" cy="365700"/>
            <ns1:chOff x="9017001" y="5008563"/>
            <ns1:chExt cx="255587" cy="255588"/>
          </ns1:xfrm>
          <ns1:solidFill>
            <ns1:schemeClr val="tx1"/>
          </ns1:solidFill>
        </ns0:grpSpPr>
        <ns0:sp>
          <ns0:nvSpPr>
            <ns0:cNvPr id="179" name="Freeform 300"/>
            <ns0:cNvSpPr>
              <ns1:spLocks noEditPoints="1"/>
            </ns0:cNvSpPr>
            <ns0:nvPr/>
          </ns0:nvSpPr>
          <ns0:spPr bwMode="auto">
            <ns1:xfrm>
              <ns1:off x="9017001" y="5024438"/>
              <ns1:ext cx="239713" cy="239713"/>
            </ns1:xfrm>
            <ns1:custGeom>
              <ns1:avLst/>
              <ns1:gdLst>
                <ns1:gd name="T0" fmla="*/ 86 w 90"/>
                <ns1:gd name="T1" fmla="*/ 60 h 90"/>
                <ns1:gd name="T2" fmla="*/ 68 w 90"/>
                <ns1:gd name="T3" fmla="*/ 60 h 90"/>
                <ns1:gd name="T4" fmla="*/ 68 w 90"/>
                <ns1:gd name="T5" fmla="*/ 31 h 90"/>
                <ns1:gd name="T6" fmla="*/ 59 w 90"/>
                <ns1:gd name="T7" fmla="*/ 22 h 90"/>
                <ns1:gd name="T8" fmla="*/ 30 w 90"/>
                <ns1:gd name="T9" fmla="*/ 22 h 90"/>
                <ns1:gd name="T10" fmla="*/ 30 w 90"/>
                <ns1:gd name="T11" fmla="*/ 4 h 90"/>
                <ns1:gd name="T12" fmla="*/ 26 w 90"/>
                <ns1:gd name="T13" fmla="*/ 0 h 90"/>
                <ns1:gd name="T14" fmla="*/ 22 w 90"/>
                <ns1:gd name="T15" fmla="*/ 4 h 90"/>
                <ns1:gd name="T16" fmla="*/ 22 w 90"/>
                <ns1:gd name="T17" fmla="*/ 22 h 90"/>
                <ns1:gd name="T18" fmla="*/ 4 w 90"/>
                <ns1:gd name="T19" fmla="*/ 22 h 90"/>
                <ns1:gd name="T20" fmla="*/ 0 w 90"/>
                <ns1:gd name="T21" fmla="*/ 26 h 90"/>
                <ns1:gd name="T22" fmla="*/ 4 w 90"/>
                <ns1:gd name="T23" fmla="*/ 30 h 90"/>
                <ns1:gd name="T24" fmla="*/ 22 w 90"/>
                <ns1:gd name="T25" fmla="*/ 30 h 90"/>
                <ns1:gd name="T26" fmla="*/ 22 w 90"/>
                <ns1:gd name="T27" fmla="*/ 59 h 90"/>
                <ns1:gd name="T28" fmla="*/ 31 w 90"/>
                <ns1:gd name="T29" fmla="*/ 68 h 90"/>
                <ns1:gd name="T30" fmla="*/ 60 w 90"/>
                <ns1:gd name="T31" fmla="*/ 68 h 90"/>
                <ns1:gd name="T32" fmla="*/ 60 w 90"/>
                <ns1:gd name="T33" fmla="*/ 86 h 90"/>
                <ns1:gd name="T34" fmla="*/ 64 w 90"/>
                <ns1:gd name="T35" fmla="*/ 90 h 90"/>
                <ns1:gd name="T36" fmla="*/ 68 w 90"/>
                <ns1:gd name="T37" fmla="*/ 86 h 90"/>
                <ns1:gd name="T38" fmla="*/ 68 w 90"/>
                <ns1:gd name="T39" fmla="*/ 68 h 90"/>
                <ns1:gd name="T40" fmla="*/ 86 w 90"/>
                <ns1:gd name="T41" fmla="*/ 68 h 90"/>
                <ns1:gd name="T42" fmla="*/ 90 w 90"/>
                <ns1:gd name="T43" fmla="*/ 64 h 90"/>
                <ns1:gd name="T44" fmla="*/ 86 w 90"/>
                <ns1:gd name="T45" fmla="*/ 60 h 90"/>
                <ns1:gd name="T46" fmla="*/ 31 w 90"/>
                <ns1:gd name="T47" fmla="*/ 60 h 90"/>
                <ns1:gd name="T48" fmla="*/ 30 w 90"/>
                <ns1:gd name="T49" fmla="*/ 59 h 90"/>
                <ns1:gd name="T50" fmla="*/ 30 w 90"/>
                <ns1:gd name="T51" fmla="*/ 30 h 90"/>
                <ns1:gd name="T52" fmla="*/ 59 w 90"/>
                <ns1:gd name="T53" fmla="*/ 30 h 90"/>
                <ns1:gd name="T54" fmla="*/ 60 w 90"/>
                <ns1:gd name="T55" fmla="*/ 31 h 90"/>
                <ns1:gd name="T56" fmla="*/ 60 w 90"/>
                <ns1:gd name="T57" fmla="*/ 60 h 90"/>
                <ns1:gd name="T58" fmla="*/ 31 w 90"/>
                <ns1:gd name="T59" fmla="*/ 60 h 90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  <ns1:cxn ang="0">
                  <ns1:pos x="T14" y="T15"/>
                </ns1:cxn>
                <ns1:cxn ang="0">
                  <ns1:pos x="T16" y="T17"/>
                </ns1:cxn>
                <ns1:cxn ang="0">
                  <ns1:pos x="T18" y="T19"/>
                </ns1:cxn>
                <ns1:cxn ang="0">
                  <ns1:pos x="T20" y="T21"/>
                </ns1:cxn>
                <ns1:cxn ang="0">
                  <ns1:pos x="T22" y="T23"/>
                </ns1:cxn>
                <ns1:cxn ang="0">
                  <ns1:pos x="T24" y="T25"/>
                </ns1:cxn>
                <ns1:cxn ang="0">
                  <ns1:pos x="T26" y="T27"/>
                </ns1:cxn>
                <ns1:cxn ang="0">
                  <ns1:pos x="T28" y="T29"/>
                </ns1:cxn>
                <ns1:cxn ang="0">
                  <ns1:pos x="T30" y="T31"/>
                </ns1:cxn>
                <ns1:cxn ang="0">
                  <ns1:pos x="T32" y="T33"/>
                </ns1:cxn>
                <ns1:cxn ang="0">
                  <ns1:pos x="T34" y="T35"/>
                </ns1:cxn>
                <ns1:cxn ang="0">
                  <ns1:pos x="T36" y="T37"/>
                </ns1:cxn>
                <ns1:cxn ang="0">
                  <ns1:pos x="T38" y="T39"/>
                </ns1:cxn>
                <ns1:cxn ang="0">
                  <ns1:pos x="T40" y="T41"/>
                </ns1:cxn>
                <ns1:cxn ang="0">
                  <ns1:pos x="T42" y="T43"/>
                </ns1:cxn>
                <ns1:cxn ang="0">
                  <ns1:pos x="T44" y="T45"/>
                </ns1:cxn>
                <ns1:cxn ang="0">
                  <ns1:pos x="T46" y="T47"/>
                </ns1:cxn>
                <ns1:cxn ang="0">
                  <ns1:pos x="T48" y="T49"/>
                </ns1:cxn>
                <ns1:cxn ang="0">
                  <ns1:pos x="T50" y="T51"/>
                </ns1:cxn>
                <ns1:cxn ang="0">
                  <ns1:pos x="T52" y="T53"/>
                </ns1:cxn>
                <ns1:cxn ang="0">
                  <ns1:pos x="T54" y="T55"/>
                </ns1:cxn>
                <ns1:cxn ang="0">
                  <ns1:pos x="T56" y="T57"/>
                </ns1:cxn>
                <ns1:cxn ang="0">
                  <ns1:pos x="T58" y="T59"/>
                </ns1:cxn>
              </ns1:cxnLst>
              <ns1:rect l="0" t="0" r="r" b="b"/>
              <ns1:pathLst>
                <ns1:path w="90" h="90">
                  <ns1:moveTo>
                    <ns1:pt x="86" y="60"/>
                  </ns1:moveTo>
                  <ns1:cubicBezTo>
                    <ns1:pt x="68" y="60"/>
                    <ns1:pt x="68" y="60"/>
                    <ns1:pt x="68" y="60"/>
                  </ns1:cubicBezTo>
                  <ns1:cubicBezTo>
                    <ns1:pt x="68" y="31"/>
                    <ns1:pt x="68" y="31"/>
                    <ns1:pt x="68" y="31"/>
                  </ns1:cubicBezTo>
                  <ns1:cubicBezTo>
                    <ns1:pt x="68" y="26"/>
                    <ns1:pt x="64" y="22"/>
                    <ns1:pt x="59" y="22"/>
                  </ns1:cubicBezTo>
                  <ns1:cubicBezTo>
                    <ns1:pt x="30" y="22"/>
                    <ns1:pt x="30" y="22"/>
                    <ns1:pt x="30" y="22"/>
                  </ns1:cubicBezTo>
                  <ns1:cubicBezTo>
                    <ns1:pt x="30" y="4"/>
                    <ns1:pt x="30" y="4"/>
                    <ns1:pt x="30" y="4"/>
                  </ns1:cubicBezTo>
                  <ns1:cubicBezTo>
                    <ns1:pt x="30" y="2"/>
                    <ns1:pt x="28" y="0"/>
                    <ns1:pt x="26" y="0"/>
                  </ns1:cubicBezTo>
                  <ns1:cubicBezTo>
                    <ns1:pt x="24" y="0"/>
                    <ns1:pt x="22" y="2"/>
                    <ns1:pt x="22" y="4"/>
                  </ns1:cubicBezTo>
                  <ns1:cubicBezTo>
                    <ns1:pt x="22" y="22"/>
                    <ns1:pt x="22" y="22"/>
                    <ns1:pt x="22" y="22"/>
                  </ns1:cubicBezTo>
                  <ns1:cubicBezTo>
                    <ns1:pt x="4" y="22"/>
                    <ns1:pt x="4" y="22"/>
                    <ns1:pt x="4" y="22"/>
                  </ns1:cubicBezTo>
                  <ns1:cubicBezTo>
                    <ns1:pt x="2" y="22"/>
                    <ns1:pt x="0" y="24"/>
                    <ns1:pt x="0" y="26"/>
                  </ns1:cubicBezTo>
                  <ns1:cubicBezTo>
                    <ns1:pt x="0" y="28"/>
                    <ns1:pt x="2" y="30"/>
                    <ns1:pt x="4" y="30"/>
                  </ns1:cubicBezTo>
                  <ns1:cubicBezTo>
                    <ns1:pt x="22" y="30"/>
                    <ns1:pt x="22" y="30"/>
                    <ns1:pt x="22" y="30"/>
                  </ns1:cubicBezTo>
                  <ns1:cubicBezTo>
                    <ns1:pt x="22" y="59"/>
                    <ns1:pt x="22" y="59"/>
                    <ns1:pt x="22" y="59"/>
                  </ns1:cubicBezTo>
                  <ns1:cubicBezTo>
                    <ns1:pt x="22" y="64"/>
                    <ns1:pt x="26" y="68"/>
                    <ns1:pt x="31" y="68"/>
                  </ns1:cubicBezTo>
                  <ns1:cubicBezTo>
                    <ns1:pt x="60" y="68"/>
                    <ns1:pt x="60" y="68"/>
                    <ns1:pt x="60" y="68"/>
                  </ns1:cubicBezTo>
                  <ns1:cubicBezTo>
                    <ns1:pt x="60" y="86"/>
                    <ns1:pt x="60" y="86"/>
                    <ns1:pt x="60" y="86"/>
                  </ns1:cubicBezTo>
                  <ns1:cubicBezTo>
                    <ns1:pt x="60" y="88"/>
                    <ns1:pt x="62" y="90"/>
                    <ns1:pt x="64" y="90"/>
                  </ns1:cubicBezTo>
                  <ns1:cubicBezTo>
                    <ns1:pt x="66" y="90"/>
                    <ns1:pt x="68" y="88"/>
                    <ns1:pt x="68" y="86"/>
                  </ns1:cubicBezTo>
                  <ns1:cubicBezTo>
                    <ns1:pt x="68" y="68"/>
                    <ns1:pt x="68" y="68"/>
                    <ns1:pt x="68" y="68"/>
                  </ns1:cubicBezTo>
                  <ns1:cubicBezTo>
                    <ns1:pt x="86" y="68"/>
                    <ns1:pt x="86" y="68"/>
                    <ns1:pt x="86" y="68"/>
                  </ns1:cubicBezTo>
                  <ns1:cubicBezTo>
                    <ns1:pt x="88" y="68"/>
                    <ns1:pt x="90" y="66"/>
                    <ns1:pt x="90" y="64"/>
                  </ns1:cubicBezTo>
                  <ns1:cubicBezTo>
                    <ns1:pt x="90" y="62"/>
                    <ns1:pt x="88" y="60"/>
                    <ns1:pt x="86" y="60"/>
                  </ns1:cubicBezTo>
                  <ns1:close/>
                  <ns1:moveTo>
                    <ns1:pt x="31" y="60"/>
                  </ns1:moveTo>
                  <ns1:cubicBezTo>
                    <ns1:pt x="31" y="60"/>
                    <ns1:pt x="30" y="59"/>
                    <ns1:pt x="30" y="59"/>
                  </ns1:cubicBezTo>
                  <ns1:cubicBezTo>
                    <ns1:pt x="30" y="30"/>
                    <ns1:pt x="30" y="30"/>
                    <ns1:pt x="30" y="30"/>
                  </ns1:cubicBezTo>
                  <ns1:cubicBezTo>
                    <ns1:pt x="59" y="30"/>
                    <ns1:pt x="59" y="30"/>
                    <ns1:pt x="59" y="30"/>
                  </ns1:cubicBezTo>
                  <ns1:cubicBezTo>
                    <ns1:pt x="59" y="30"/>
                    <ns1:pt x="60" y="31"/>
                    <ns1:pt x="60" y="31"/>
                  </ns1:cubicBezTo>
                  <ns1:cubicBezTo>
                    <ns1:pt x="60" y="60"/>
                    <ns1:pt x="60" y="60"/>
                    <ns1:pt x="60" y="60"/>
                  </ns1:cubicBezTo>
                  <ns1:lnTo>
                    <ns1:pt x="31" y="60"/>
                  </ns1:lnTo>
                  <ns1:close/>
                </ns1:path>
              </ns1:pathLst>
            </ns1:custGeom>
            <ns1:grpFill/>
            <ns1:ln>
              <ns1:noFill/>
            </ns1:ln>
            <ns1:extLst>
              <ns1:ext uri="{91240B29-F687-4F45-9708-019B960494DF}">
                <ns2:hiddenLine w="9525">
                  <ns1:solidFill>
                    <ns1:srgbClr val="000000"/>
                  </ns1:solidFill>
                  <ns1:round/>
                  <ns1:headEnd/>
                  <ns1:tailEnd/>
                </ns2:hiddenLine>
              </ns1:ext>
            </ns1:extLst>
          </ns0:spPr>
          <ns0:txBody>
            <ns1:bodyPr vert="horz" wrap="square" lIns="91440" tIns="45720" rIns="91440" bIns="45720" numCol="1" anchor="t" anchorCtr="0" compatLnSpc="1">
              <ns1:prstTxWarp prst="textNoShape">
                <ns1:avLst/>
              </ns1:prstTxWarp>
            </ns1:bodyPr>
            <ns1:lstStyle/>
            <ns1:p>
              <ns1:endParaRPr lang="id-ID" sz="2700"/>
            </ns1:p>
          </ns0:txBody>
        </ns0:sp>
        <ns0:sp>
          <ns0:nvSpPr>
            <ns0:cNvPr id="180" name="Freeform 301"/>
            <ns0:cNvSpPr>
              <ns1:spLocks/>
            </ns0:cNvSpPr>
            <ns0:nvPr/>
          </ns0:nvSpPr>
          <ns0:spPr bwMode="auto">
            <ns1:xfrm>
              <ns1:off x="9102726" y="5146675"/>
              <ns1:ext cx="31750" cy="33338"/>
            </ns1:xfrm>
            <ns1:custGeom>
              <ns1:avLst/>
              <ns1:gdLst>
                <ns1:gd name="T0" fmla="*/ 5 w 12"/>
                <ns1:gd name="T1" fmla="*/ 1 h 12"/>
                <ns1:gd name="T2" fmla="*/ 1 w 12"/>
                <ns1:gd name="T3" fmla="*/ 5 h 12"/>
                <ns1:gd name="T4" fmla="*/ 1 w 12"/>
                <ns1:gd name="T5" fmla="*/ 11 h 12"/>
                <ns1:gd name="T6" fmla="*/ 4 w 12"/>
                <ns1:gd name="T7" fmla="*/ 12 h 12"/>
                <ns1:gd name="T8" fmla="*/ 7 w 12"/>
                <ns1:gd name="T9" fmla="*/ 11 h 12"/>
                <ns1:gd name="T10" fmla="*/ 11 w 12"/>
                <ns1:gd name="T11" fmla="*/ 7 h 12"/>
                <ns1:gd name="T12" fmla="*/ 11 w 12"/>
                <ns1:gd name="T13" fmla="*/ 1 h 12"/>
                <ns1:gd name="T14" fmla="*/ 5 w 12"/>
                <ns1:gd name="T15" fmla="*/ 1 h 12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  <ns1:cxn ang="0">
                  <ns1:pos x="T14" y="T15"/>
                </ns1:cxn>
              </ns1:cxnLst>
              <ns1:rect l="0" t="0" r="r" b="b"/>
              <ns1:pathLst>
                <ns1:path w="12" h="12">
                  <ns1:moveTo>
                    <ns1:pt x="5" y="1"/>
                  </ns1:moveTo>
                  <ns1:cubicBezTo>
                    <ns1:pt x="1" y="5"/>
                    <ns1:pt x="1" y="5"/>
                    <ns1:pt x="1" y="5"/>
                  </ns1:cubicBezTo>
                  <ns1:cubicBezTo>
                    <ns1:pt x="0" y="7"/>
                    <ns1:pt x="0" y="9"/>
                    <ns1:pt x="1" y="11"/>
                  </ns1:cubicBezTo>
                  <ns1:cubicBezTo>
                    <ns1:pt x="2" y="12"/>
                    <ns1:pt x="3" y="12"/>
                    <ns1:pt x="4" y="12"/>
                  </ns1:cubicBezTo>
                  <ns1:cubicBezTo>
                    <ns1:pt x="5" y="12"/>
                    <ns1:pt x="6" y="12"/>
                    <ns1:pt x="7" y="11"/>
                  </ns1:cubicBezTo>
                  <ns1:cubicBezTo>
                    <ns1:pt x="11" y="7"/>
                    <ns1:pt x="11" y="7"/>
                    <ns1:pt x="11" y="7"/>
                  </ns1:cubicBezTo>
                  <ns1:cubicBezTo>
                    <ns1:pt x="12" y="5"/>
                    <ns1:pt x="12" y="3"/>
                    <ns1:pt x="11" y="1"/>
                  </ns1:cubicBezTo>
                  <ns1:cubicBezTo>
                    <ns1:pt x="9" y="0"/>
                    <ns1:pt x="7" y="0"/>
                    <ns1:pt x="5" y="1"/>
                  </ns1:cubicBezTo>
                  <ns1:close/>
                </ns1:path>
              </ns1:pathLst>
            </ns1:custGeom>
            <ns1:grpFill/>
            <ns1:ln>
              <ns1:noFill/>
            </ns1:ln>
            <ns1:extLst>
              <ns1:ext uri="{91240B29-F687-4F45-9708-019B960494DF}">
                <ns2:hiddenLine w="9525">
                  <ns1:solidFill>
                    <ns1:srgbClr val="000000"/>
                  </ns1:solidFill>
                  <ns1:round/>
                  <ns1:headEnd/>
                  <ns1:tailEnd/>
                </ns2:hiddenLine>
              </ns1:ext>
            </ns1:extLst>
          </ns0:spPr>
          <ns0:txBody>
            <ns1:bodyPr vert="horz" wrap="square" lIns="91440" tIns="45720" rIns="91440" bIns="45720" numCol="1" anchor="t" anchorCtr="0" compatLnSpc="1">
              <ns1:prstTxWarp prst="textNoShape">
                <ns1:avLst/>
              </ns1:prstTxWarp>
            </ns1:bodyPr>
            <ns1:lstStyle/>
            <ns1:p>
              <ns1:endParaRPr lang="id-ID" sz="2700"/>
            </ns1:p>
          </ns0:txBody>
        </ns0:sp>
        <ns0:sp>
          <ns0:nvSpPr>
            <ns0:cNvPr id="181" name="Freeform 302"/>
            <ns0:cNvSpPr>
              <ns1:spLocks/>
            </ns0:cNvSpPr>
            <ns0:nvPr/>
          </ns0:nvSpPr>
          <ns0:spPr bwMode="auto">
            <ns1:xfrm>
              <ns1:off x="9197976" y="5046663"/>
              <ns1:ext cx="38100" cy="36513"/>
            </ns1:xfrm>
            <ns1:custGeom>
              <ns1:avLst/>
              <ns1:gdLst>
                <ns1:gd name="T0" fmla="*/ 4 w 14"/>
                <ns1:gd name="T1" fmla="*/ 14 h 14"/>
                <ns1:gd name="T2" fmla="*/ 7 w 14"/>
                <ns1:gd name="T3" fmla="*/ 13 h 14"/>
                <ns1:gd name="T4" fmla="*/ 12 w 14"/>
                <ns1:gd name="T5" fmla="*/ 8 h 14"/>
                <ns1:gd name="T6" fmla="*/ 12 w 14"/>
                <ns1:gd name="T7" fmla="*/ 2 h 14"/>
                <ns1:gd name="T8" fmla="*/ 6 w 14"/>
                <ns1:gd name="T9" fmla="*/ 2 h 14"/>
                <ns1:gd name="T10" fmla="*/ 1 w 14"/>
                <ns1:gd name="T11" fmla="*/ 7 h 14"/>
                <ns1:gd name="T12" fmla="*/ 1 w 14"/>
                <ns1:gd name="T13" fmla="*/ 13 h 14"/>
                <ns1:gd name="T14" fmla="*/ 4 w 14"/>
                <ns1:gd name="T15" fmla="*/ 14 h 14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  <ns1:cxn ang="0">
                  <ns1:pos x="T14" y="T15"/>
                </ns1:cxn>
              </ns1:cxnLst>
              <ns1:rect l="0" t="0" r="r" b="b"/>
              <ns1:pathLst>
                <ns1:path w="14" h="14">
                  <ns1:moveTo>
                    <ns1:pt x="4" y="14"/>
                  </ns1:moveTo>
                  <ns1:cubicBezTo>
                    <ns1:pt x="5" y="14"/>
                    <ns1:pt x="6" y="13"/>
                    <ns1:pt x="7" y="13"/>
                  </ns1:cubicBezTo>
                  <ns1:cubicBezTo>
                    <ns1:pt x="12" y="8"/>
                    <ns1:pt x="12" y="8"/>
                    <ns1:pt x="12" y="8"/>
                  </ns1:cubicBezTo>
                  <ns1:cubicBezTo>
                    <ns1:pt x="14" y="6"/>
                    <ns1:pt x="14" y="4"/>
                    <ns1:pt x="12" y="2"/>
                  </ns1:cubicBezTo>
                  <ns1:cubicBezTo>
                    <ns1:pt x="10" y="0"/>
                    <ns1:pt x="8" y="0"/>
                    <ns1:pt x="6" y="2"/>
                  </ns1:cubicBezTo>
                  <ns1:cubicBezTo>
                    <ns1:pt x="1" y="7"/>
                    <ns1:pt x="1" y="7"/>
                    <ns1:pt x="1" y="7"/>
                  </ns1:cubicBezTo>
                  <ns1:cubicBezTo>
                    <ns1:pt x="0" y="8"/>
                    <ns1:pt x="0" y="11"/>
                    <ns1:pt x="1" y="13"/>
                  </ns1:cubicBezTo>
                  <ns1:cubicBezTo>
                    <ns1:pt x="2" y="13"/>
                    <ns1:pt x="3" y="14"/>
                    <ns1:pt x="4" y="14"/>
                  </ns1:cubicBezTo>
                  <ns1:close/>
                </ns1:path>
              </ns1:pathLst>
            </ns1:custGeom>
            <ns1:grpFill/>
            <ns1:ln>
              <ns1:noFill/>
            </ns1:ln>
            <ns1:extLst>
              <ns1:ext uri="{91240B29-F687-4F45-9708-019B960494DF}">
                <ns2:hiddenLine w="9525">
                  <ns1:solidFill>
                    <ns1:srgbClr val="000000"/>
                  </ns1:solidFill>
                  <ns1:round/>
                  <ns1:headEnd/>
                  <ns1:tailEnd/>
                </ns2:hiddenLine>
              </ns1:ext>
            </ns1:extLst>
          </ns0:spPr>
          <ns0:txBody>
            <ns1:bodyPr vert="horz" wrap="square" lIns="91440" tIns="45720" rIns="91440" bIns="45720" numCol="1" anchor="t" anchorCtr="0" compatLnSpc="1">
              <ns1:prstTxWarp prst="textNoShape">
                <ns1:avLst/>
              </ns1:prstTxWarp>
            </ns1:bodyPr>
            <ns1:lstStyle/>
            <ns1:p>
              <ns1:endParaRPr lang="id-ID" sz="2700"/>
            </ns1:p>
          </ns0:txBody>
        </ns0:sp>
        <ns0:sp>
          <ns0:nvSpPr>
            <ns0:cNvPr id="182" name="Freeform 303"/>
            <ns0:cNvSpPr>
              <ns1:spLocks/>
            </ns0:cNvSpPr>
            <ns0:nvPr/>
          </ns0:nvSpPr>
          <ns0:spPr bwMode="auto">
            <ns1:xfrm>
              <ns1:off x="9136063" y="5110163"/>
              <ns1:ext cx="34925" cy="34925"/>
            </ns1:xfrm>
            <ns1:custGeom>
              <ns1:avLst/>
              <ns1:gdLst>
                <ns1:gd name="T0" fmla="*/ 6 w 13"/>
                <ns1:gd name="T1" fmla="*/ 2 h 13"/>
                <ns1:gd name="T2" fmla="*/ 1 w 13"/>
                <ns1:gd name="T3" fmla="*/ 6 h 13"/>
                <ns1:gd name="T4" fmla="*/ 1 w 13"/>
                <ns1:gd name="T5" fmla="*/ 12 h 13"/>
                <ns1:gd name="T6" fmla="*/ 4 w 13"/>
                <ns1:gd name="T7" fmla="*/ 13 h 13"/>
                <ns1:gd name="T8" fmla="*/ 7 w 13"/>
                <ns1:gd name="T9" fmla="*/ 12 h 13"/>
                <ns1:gd name="T10" fmla="*/ 11 w 13"/>
                <ns1:gd name="T11" fmla="*/ 7 h 13"/>
                <ns1:gd name="T12" fmla="*/ 11 w 13"/>
                <ns1:gd name="T13" fmla="*/ 2 h 13"/>
                <ns1:gd name="T14" fmla="*/ 6 w 13"/>
                <ns1:gd name="T15" fmla="*/ 2 h 13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  <ns1:cxn ang="0">
                  <ns1:pos x="T14" y="T15"/>
                </ns1:cxn>
              </ns1:cxnLst>
              <ns1:rect l="0" t="0" r="r" b="b"/>
              <ns1:pathLst>
                <ns1:path w="13" h="13">
                  <ns1:moveTo>
                    <ns1:pt x="6" y="2"/>
                  </ns1:moveTo>
                  <ns1:cubicBezTo>
                    <ns1:pt x="1" y="6"/>
                    <ns1:pt x="1" y="6"/>
                    <ns1:pt x="1" y="6"/>
                  </ns1:cubicBezTo>
                  <ns1:cubicBezTo>
                    <ns1:pt x="0" y="8"/>
                    <ns1:pt x="0" y="10"/>
                    <ns1:pt x="1" y="12"/>
                  </ns1:cubicBezTo>
                  <ns1:cubicBezTo>
                    <ns1:pt x="2" y="12"/>
                    <ns1:pt x="3" y="13"/>
                    <ns1:pt x="4" y="13"/>
                  </ns1:cubicBezTo>
                  <ns1:cubicBezTo>
                    <ns1:pt x="5" y="13"/>
                    <ns1:pt x="6" y="12"/>
                    <ns1:pt x="7" y="12"/>
                  </ns1:cubicBezTo>
                  <ns1:cubicBezTo>
                    <ns1:pt x="11" y="7"/>
                    <ns1:pt x="11" y="7"/>
                    <ns1:pt x="11" y="7"/>
                  </ns1:cubicBezTo>
                  <ns1:cubicBezTo>
                    <ns1:pt x="13" y="6"/>
                    <ns1:pt x="13" y="3"/>
                    <ns1:pt x="11" y="2"/>
                  </ns1:cubicBezTo>
                  <ns1:cubicBezTo>
                    <ns1:pt x="10" y="0"/>
                    <ns1:pt x="7" y="0"/>
                    <ns1:pt x="6" y="2"/>
                  </ns1:cubicBezTo>
                  <ns1:close/>
                </ns1:path>
              </ns1:pathLst>
            </ns1:custGeom>
            <ns1:grpFill/>
            <ns1:ln>
              <ns1:noFill/>
            </ns1:ln>
            <ns1:extLst>
              <ns1:ext uri="{91240B29-F687-4F45-9708-019B960494DF}">
                <ns2:hiddenLine w="9525">
                  <ns1:solidFill>
                    <ns1:srgbClr val="000000"/>
                  </ns1:solidFill>
                  <ns1:round/>
                  <ns1:headEnd/>
                  <ns1:tailEnd/>
                </ns2:hiddenLine>
              </ns1:ext>
            </ns1:extLst>
          </ns0:spPr>
          <ns0:txBody>
            <ns1:bodyPr vert="horz" wrap="square" lIns="91440" tIns="45720" rIns="91440" bIns="45720" numCol="1" anchor="t" anchorCtr="0" compatLnSpc="1">
              <ns1:prstTxWarp prst="textNoShape">
                <ns1:avLst/>
              </ns1:prstTxWarp>
            </ns1:bodyPr>
            <ns1:lstStyle/>
            <ns1:p>
              <ns1:endParaRPr lang="id-ID" sz="2700"/>
            </ns1:p>
          </ns0:txBody>
        </ns0:sp>
        <ns0:sp>
          <ns0:nvSpPr>
            <ns0:cNvPr id="183" name="Freeform 304"/>
            <ns0:cNvSpPr>
              <ns1:spLocks/>
            </ns0:cNvSpPr>
            <ns0:nvPr/>
          </ns0:nvSpPr>
          <ns0:spPr bwMode="auto">
            <ns1:xfrm>
              <ns1:off x="9237663" y="5008563"/>
              <ns1:ext cx="34925" cy="34925"/>
            </ns1:xfrm>
            <ns1:custGeom>
              <ns1:avLst/>
              <ns1:gdLst>
                <ns1:gd name="T0" fmla="*/ 12 w 13"/>
                <ns1:gd name="T1" fmla="*/ 1 h 13"/>
                <ns1:gd name="T2" fmla="*/ 6 w 13"/>
                <ns1:gd name="T3" fmla="*/ 1 h 13"/>
                <ns1:gd name="T4" fmla="*/ 1 w 13"/>
                <ns1:gd name="T5" fmla="*/ 6 h 13"/>
                <ns1:gd name="T6" fmla="*/ 1 w 13"/>
                <ns1:gd name="T7" fmla="*/ 12 h 13"/>
                <ns1:gd name="T8" fmla="*/ 4 w 13"/>
                <ns1:gd name="T9" fmla="*/ 13 h 13"/>
                <ns1:gd name="T10" fmla="*/ 7 w 13"/>
                <ns1:gd name="T11" fmla="*/ 12 h 13"/>
                <ns1:gd name="T12" fmla="*/ 12 w 13"/>
                <ns1:gd name="T13" fmla="*/ 7 h 13"/>
                <ns1:gd name="T14" fmla="*/ 12 w 13"/>
                <ns1:gd name="T15" fmla="*/ 1 h 13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  <ns1:cxn ang="0">
                  <ns1:pos x="T14" y="T15"/>
                </ns1:cxn>
              </ns1:cxnLst>
              <ns1:rect l="0" t="0" r="r" b="b"/>
              <ns1:pathLst>
                <ns1:path w="13" h="13">
                  <ns1:moveTo>
                    <ns1:pt x="12" y="1"/>
                  </ns1:moveTo>
                  <ns1:cubicBezTo>
                    <ns1:pt x="10" y="0"/>
                    <ns1:pt x="8" y="0"/>
                    <ns1:pt x="6" y="1"/>
                  </ns1:cubicBezTo>
                  <ns1:cubicBezTo>
                    <ns1:pt x="1" y="6"/>
                    <ns1:pt x="1" y="6"/>
                    <ns1:pt x="1" y="6"/>
                  </ns1:cubicBezTo>
                  <ns1:cubicBezTo>
                    <ns1:pt x="0" y="8"/>
                    <ns1:pt x="0" y="10"/>
                    <ns1:pt x="1" y="12"/>
                  </ns1:cubicBezTo>
                  <ns1:cubicBezTo>
                    <ns1:pt x="2" y="13"/>
                    <ns1:pt x="3" y="13"/>
                    <ns1:pt x="4" y="13"/>
                  </ns1:cubicBezTo>
                  <ns1:cubicBezTo>
                    <ns1:pt x="5" y="13"/>
                    <ns1:pt x="6" y="13"/>
                    <ns1:pt x="7" y="12"/>
                  </ns1:cubicBezTo>
                  <ns1:cubicBezTo>
                    <ns1:pt x="12" y="7"/>
                    <ns1:pt x="12" y="7"/>
                    <ns1:pt x="12" y="7"/>
                  </ns1:cubicBezTo>
                  <ns1:cubicBezTo>
                    <ns1:pt x="13" y="5"/>
                    <ns1:pt x="13" y="3"/>
                    <ns1:pt x="12" y="1"/>
                  </ns1:cubicBezTo>
                  <ns1:close/>
                </ns1:path>
              </ns1:pathLst>
            </ns1:custGeom>
            <ns1:grpFill/>
            <ns1:ln>
              <ns1:noFill/>
            </ns1:ln>
            <ns1:extLst>
              <ns1:ext uri="{91240B29-F687-4F45-9708-019B960494DF}">
                <ns2:hiddenLine w="9525">
                  <ns1:solidFill>
                    <ns1:srgbClr val="000000"/>
                  </ns1:solidFill>
                  <ns1:round/>
                  <ns1:headEnd/>
                  <ns1:tailEnd/>
                </ns2:hiddenLine>
              </ns1:ext>
            </ns1:extLst>
          </ns0:spPr>
          <ns0:txBody>
            <ns1:bodyPr vert="horz" wrap="square" lIns="91440" tIns="45720" rIns="91440" bIns="45720" numCol="1" anchor="t" anchorCtr="0" compatLnSpc="1">
              <ns1:prstTxWarp prst="textNoShape">
                <ns1:avLst/>
              </ns1:prstTxWarp>
            </ns1:bodyPr>
            <ns1:lstStyle/>
            <ns1:p>
              <ns1:endParaRPr lang="id-ID" sz="2700"/>
            </ns1:p>
          </ns0:txBody>
        </ns0:sp>
      </ns0:grpSp>
      <ns0:grpSp>
        <ns0:nvGrpSpPr>
          <ns0:cNvPr id="184" name="Group 183"/>
          <ns0:cNvGrpSpPr/>
          <ns0:nvPr/>
        </ns0:nvGrpSpPr>
        <ns0:grpSpPr>
          <ns1:xfrm>
            <ns1:off x="5425222" y="373220"/>
            <ns1:ext cx="394671" cy="394671"/>
            <ns1:chOff x="128589" y="4298950"/>
            <ns1:chExt cx="298450" cy="298450"/>
          </ns1:xfrm>
          <ns1:solidFill>
            <ns1:schemeClr val="tx1"/>
          </ns1:solidFill>
        </ns0:grpSpPr>
        <ns0:sp>
          <ns0:nvSpPr>
            <ns0:cNvPr id="185" name="Freeform 178"/>
            <ns0:cNvSpPr>
              <ns1:spLocks noEditPoints="1"/>
            </ns0:cNvSpPr>
            <ns0:nvPr/>
          </ns0:nvSpPr>
          <ns0:spPr bwMode="auto">
            <ns1:xfrm>
              <ns1:off x="128589" y="4298950"/>
              <ns1:ext cx="298450" cy="298450"/>
            </ns1:xfrm>
            <ns1:custGeom>
              <ns1:avLst/>
              <ns1:gdLst>
                <ns1:gd name="T0" fmla="*/ 86 w 112"/>
                <ns1:gd name="T1" fmla="*/ 0 h 112"/>
                <ns1:gd name="T2" fmla="*/ 26 w 112"/>
                <ns1:gd name="T3" fmla="*/ 0 h 112"/>
                <ns1:gd name="T4" fmla="*/ 0 w 112"/>
                <ns1:gd name="T5" fmla="*/ 26 h 112"/>
                <ns1:gd name="T6" fmla="*/ 0 w 112"/>
                <ns1:gd name="T7" fmla="*/ 86 h 112"/>
                <ns1:gd name="T8" fmla="*/ 26 w 112"/>
                <ns1:gd name="T9" fmla="*/ 112 h 112"/>
                <ns1:gd name="T10" fmla="*/ 86 w 112"/>
                <ns1:gd name="T11" fmla="*/ 112 h 112"/>
                <ns1:gd name="T12" fmla="*/ 112 w 112"/>
                <ns1:gd name="T13" fmla="*/ 86 h 112"/>
                <ns1:gd name="T14" fmla="*/ 112 w 112"/>
                <ns1:gd name="T15" fmla="*/ 26 h 112"/>
                <ns1:gd name="T16" fmla="*/ 86 w 112"/>
                <ns1:gd name="T17" fmla="*/ 0 h 112"/>
                <ns1:gd name="T18" fmla="*/ 104 w 112"/>
                <ns1:gd name="T19" fmla="*/ 86 h 112"/>
                <ns1:gd name="T20" fmla="*/ 86 w 112"/>
                <ns1:gd name="T21" fmla="*/ 104 h 112"/>
                <ns1:gd name="T22" fmla="*/ 26 w 112"/>
                <ns1:gd name="T23" fmla="*/ 104 h 112"/>
                <ns1:gd name="T24" fmla="*/ 8 w 112"/>
                <ns1:gd name="T25" fmla="*/ 86 h 112"/>
                <ns1:gd name="T26" fmla="*/ 8 w 112"/>
                <ns1:gd name="T27" fmla="*/ 26 h 112"/>
                <ns1:gd name="T28" fmla="*/ 26 w 112"/>
                <ns1:gd name="T29" fmla="*/ 8 h 112"/>
                <ns1:gd name="T30" fmla="*/ 86 w 112"/>
                <ns1:gd name="T31" fmla="*/ 8 h 112"/>
                <ns1:gd name="T32" fmla="*/ 104 w 112"/>
                <ns1:gd name="T33" fmla="*/ 26 h 112"/>
                <ns1:gd name="T34" fmla="*/ 104 w 112"/>
                <ns1:gd name="T35" fmla="*/ 86 h 112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  <ns1:cxn ang="0">
                  <ns1:pos x="T14" y="T15"/>
                </ns1:cxn>
                <ns1:cxn ang="0">
                  <ns1:pos x="T16" y="T17"/>
                </ns1:cxn>
                <ns1:cxn ang="0">
                  <ns1:pos x="T18" y="T19"/>
                </ns1:cxn>
                <ns1:cxn ang="0">
                  <ns1:pos x="T20" y="T21"/>
                </ns1:cxn>
                <ns1:cxn ang="0">
                  <ns1:pos x="T22" y="T23"/>
                </ns1:cxn>
                <ns1:cxn ang="0">
                  <ns1:pos x="T24" y="T25"/>
                </ns1:cxn>
                <ns1:cxn ang="0">
                  <ns1:pos x="T26" y="T27"/>
                </ns1:cxn>
                <ns1:cxn ang="0">
                  <ns1:pos x="T28" y="T29"/>
                </ns1:cxn>
                <ns1:cxn ang="0">
                  <ns1:pos x="T30" y="T31"/>
                </ns1:cxn>
                <ns1:cxn ang="0">
                  <ns1:pos x="T32" y="T33"/>
                </ns1:cxn>
                <ns1:cxn ang="0">
                  <ns1:pos x="T34" y="T35"/>
                </ns1:cxn>
              </ns1:cxnLst>
              <ns1:rect l="0" t="0" r="r" b="b"/>
              <ns1:pathLst>
                <ns1:path w="112" h="112">
                  <ns1:moveTo>
                    <ns1:pt x="86" y="0"/>
                  </ns1:moveTo>
                  <ns1:cubicBezTo>
                    <ns1:pt x="26" y="0"/>
                    <ns1:pt x="26" y="0"/>
                    <ns1:pt x="26" y="0"/>
                  </ns1:cubicBezTo>
                  <ns1:cubicBezTo>
                    <ns1:pt x="12" y="0"/>
                    <ns1:pt x="0" y="12"/>
                    <ns1:pt x="0" y="26"/>
                  </ns1:cubicBezTo>
                  <ns1:cubicBezTo>
                    <ns1:pt x="0" y="86"/>
                    <ns1:pt x="0" y="86"/>
                    <ns1:pt x="0" y="86"/>
                  </ns1:cubicBezTo>
                  <ns1:cubicBezTo>
                    <ns1:pt x="0" y="100"/>
                    <ns1:pt x="12" y="112"/>
                    <ns1:pt x="26" y="112"/>
                  </ns1:cubicBezTo>
                  <ns1:cubicBezTo>
                    <ns1:pt x="86" y="112"/>
                    <ns1:pt x="86" y="112"/>
                    <ns1:pt x="86" y="112"/>
                  </ns1:cubicBezTo>
                  <ns1:cubicBezTo>
                    <ns1:pt x="100" y="112"/>
                    <ns1:pt x="112" y="100"/>
                    <ns1:pt x="112" y="86"/>
                  </ns1:cubicBezTo>
                  <ns1:cubicBezTo>
                    <ns1:pt x="112" y="26"/>
                    <ns1:pt x="112" y="26"/>
                    <ns1:pt x="112" y="26"/>
                  </ns1:cubicBezTo>
                  <ns1:cubicBezTo>
                    <ns1:pt x="112" y="12"/>
                    <ns1:pt x="100" y="0"/>
                    <ns1:pt x="86" y="0"/>
                  </ns1:cubicBezTo>
                  <ns1:close/>
                  <ns1:moveTo>
                    <ns1:pt x="104" y="86"/>
                  </ns1:moveTo>
                  <ns1:cubicBezTo>
                    <ns1:pt x="104" y="96"/>
                    <ns1:pt x="96" y="104"/>
                    <ns1:pt x="86" y="104"/>
                  </ns1:cubicBezTo>
                  <ns1:cubicBezTo>
                    <ns1:pt x="26" y="104"/>
                    <ns1:pt x="26" y="104"/>
                    <ns1:pt x="26" y="104"/>
                  </ns1:cubicBezTo>
                  <ns1:cubicBezTo>
                    <ns1:pt x="16" y="104"/>
                    <ns1:pt x="8" y="96"/>
                    <ns1:pt x="8" y="86"/>
                  </ns1:cubicBezTo>
                  <ns1:cubicBezTo>
                    <ns1:pt x="8" y="26"/>
                    <ns1:pt x="8" y="26"/>
                    <ns1:pt x="8" y="26"/>
                  </ns1:cubicBezTo>
                  <ns1:cubicBezTo>
                    <ns1:pt x="8" y="16"/>
                    <ns1:pt x="16" y="8"/>
                    <ns1:pt x="26" y="8"/>
                  </ns1:cubicBezTo>
                  <ns1:cubicBezTo>
                    <ns1:pt x="86" y="8"/>
                    <ns1:pt x="86" y="8"/>
                    <ns1:pt x="86" y="8"/>
                  </ns1:cubicBezTo>
                  <ns1:cubicBezTo>
                    <ns1:pt x="96" y="8"/>
                    <ns1:pt x="104" y="16"/>
                    <ns1:pt x="104" y="26"/>
                  </ns1:cubicBezTo>
                  <ns1:lnTo>
                    <ns1:pt x="104" y="86"/>
                  </ns1:lnTo>
                  <ns1:close/>
                </ns1:path>
              </ns1:pathLst>
            </ns1:custGeom>
            <ns1:grpFill/>
            <ns1:ln>
              <ns1:noFill/>
            </ns1:ln>
            <ns1:extLst>
              <ns1:ext uri="{91240B29-F687-4F45-9708-019B960494DF}">
                <ns2:hiddenLine w="9525">
                  <ns1:solidFill>
                    <ns1:srgbClr val="000000"/>
                  </ns1:solidFill>
                  <ns1:round/>
                  <ns1:headEnd/>
                  <ns1:tailEnd/>
                </ns2:hiddenLine>
              </ns1:ext>
            </ns1:extLst>
          </ns0:spPr>
          <ns0:txBody>
            <ns1:bodyPr vert="horz" wrap="square" lIns="91440" tIns="45720" rIns="91440" bIns="45720" numCol="1" anchor="t" anchorCtr="0" compatLnSpc="1">
              <ns1:prstTxWarp prst="textNoShape">
                <ns1:avLst/>
              </ns1:prstTxWarp>
            </ns1:bodyPr>
            <ns1:lstStyle/>
            <ns1:p>
              <ns1:endParaRPr lang="id-ID" sz="2700"/>
            </ns1:p>
          </ns0:txBody>
        </ns0:sp>
        <ns0:sp>
          <ns0:nvSpPr>
            <ns0:cNvPr id="186" name="Freeform 179"/>
            <ns0:cNvSpPr>
              <ns1:spLocks noEditPoints="1"/>
            </ns0:cNvSpPr>
            <ns0:nvPr/>
          </ns0:nvSpPr>
          <ns0:spPr bwMode="auto">
            <ns1:xfrm>
              <ns1:off x="180976" y="4351338"/>
              <ns1:ext cx="65088" cy="65088"/>
            </ns1:xfrm>
            <ns1:custGeom>
              <ns1:avLst/>
              <ns1:gdLst>
                <ns1:gd name="T0" fmla="*/ 12 w 24"/>
                <ns1:gd name="T1" fmla="*/ 4 h 24"/>
                <ns1:gd name="T2" fmla="*/ 20 w 24"/>
                <ns1:gd name="T3" fmla="*/ 12 h 24"/>
                <ns1:gd name="T4" fmla="*/ 12 w 24"/>
                <ns1:gd name="T5" fmla="*/ 20 h 24"/>
                <ns1:gd name="T6" fmla="*/ 4 w 24"/>
                <ns1:gd name="T7" fmla="*/ 12 h 24"/>
                <ns1:gd name="T8" fmla="*/ 12 w 24"/>
                <ns1:gd name="T9" fmla="*/ 4 h 24"/>
                <ns1:gd name="T10" fmla="*/ 12 w 24"/>
                <ns1:gd name="T11" fmla="*/ 0 h 24"/>
                <ns1:gd name="T12" fmla="*/ 0 w 24"/>
                <ns1:gd name="T13" fmla="*/ 12 h 24"/>
                <ns1:gd name="T14" fmla="*/ 12 w 24"/>
                <ns1:gd name="T15" fmla="*/ 24 h 24"/>
                <ns1:gd name="T16" fmla="*/ 24 w 24"/>
                <ns1:gd name="T17" fmla="*/ 12 h 24"/>
                <ns1:gd name="T18" fmla="*/ 12 w 24"/>
                <ns1:gd name="T19" fmla="*/ 0 h 24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  <ns1:cxn ang="0">
                  <ns1:pos x="T14" y="T15"/>
                </ns1:cxn>
                <ns1:cxn ang="0">
                  <ns1:pos x="T16" y="T17"/>
                </ns1:cxn>
                <ns1:cxn ang="0">
                  <ns1:pos x="T18" y="T19"/>
                </ns1:cxn>
              </ns1:cxnLst>
              <ns1:rect l="0" t="0" r="r" b="b"/>
              <ns1:pathLst>
                <ns1:path w="24" h="24">
                  <ns1:moveTo>
                    <ns1:pt x="12" y="4"/>
                  </ns1:moveTo>
                  <ns1:cubicBezTo>
                    <ns1:pt x="16" y="4"/>
                    <ns1:pt x="20" y="8"/>
                    <ns1:pt x="20" y="12"/>
                  </ns1:cubicBezTo>
                  <ns1:cubicBezTo>
                    <ns1:pt x="20" y="16"/>
                    <ns1:pt x="16" y="20"/>
                    <ns1:pt x="12" y="20"/>
                  </ns1:cubicBezTo>
                  <ns1:cubicBezTo>
                    <ns1:pt x="8" y="20"/>
                    <ns1:pt x="4" y="16"/>
                    <ns1:pt x="4" y="12"/>
                  </ns1:cubicBezTo>
                  <ns1:cubicBezTo>
                    <ns1:pt x="4" y="8"/>
                    <ns1:pt x="8" y="4"/>
                    <ns1:pt x="12" y="4"/>
                  </ns1:cubicBezTo>
                  <ns1:moveTo>
                    <ns1:pt x="12" y="0"/>
                  </ns1:moveTo>
                  <ns1:cubicBezTo>
                    <ns1:pt x="5" y="0"/>
                    <ns1:pt x="0" y="5"/>
                    <ns1:pt x="0" y="12"/>
                  </ns1:cubicBezTo>
                  <ns1:cubicBezTo>
                    <ns1:pt x="0" y="19"/>
                    <ns1:pt x="5" y="24"/>
                    <ns1:pt x="12" y="24"/>
                  </ns1:cubicBezTo>
                  <ns1:cubicBezTo>
                    <ns1:pt x="19" y="24"/>
                    <ns1:pt x="24" y="19"/>
                    <ns1:pt x="24" y="12"/>
                  </ns1:cubicBezTo>
                  <ns1:cubicBezTo>
                    <ns1:pt x="24" y="5"/>
                    <ns1:pt x="19" y="0"/>
                    <ns1:pt x="12" y="0"/>
                  </ns1:cubicBezTo>
                  <ns1:close/>
                </ns1:path>
              </ns1:pathLst>
            </ns1:custGeom>
            <ns1:grpFill/>
            <ns1:ln>
              <ns1:noFill/>
            </ns1:ln>
            <ns1:extLst>
              <ns1:ext uri="{91240B29-F687-4F45-9708-019B960494DF}">
                <ns2:hiddenLine w="9525">
                  <ns1:solidFill>
                    <ns1:srgbClr val="000000"/>
                  </ns1:solidFill>
                  <ns1:round/>
                  <ns1:headEnd/>
                  <ns1:tailEnd/>
                </ns2:hiddenLine>
              </ns1:ext>
            </ns1:extLst>
          </ns0:spPr>
          <ns0:txBody>
            <ns1:bodyPr vert="horz" wrap="square" lIns="91440" tIns="45720" rIns="91440" bIns="45720" numCol="1" anchor="t" anchorCtr="0" compatLnSpc="1">
              <ns1:prstTxWarp prst="textNoShape">
                <ns1:avLst/>
              </ns1:prstTxWarp>
            </ns1:bodyPr>
            <ns1:lstStyle/>
            <ns1:p>
              <ns1:endParaRPr lang="id-ID" sz="2700"/>
            </ns1:p>
          </ns0:txBody>
        </ns0:sp>
        <ns0:sp>
          <ns0:nvSpPr>
            <ns0:cNvPr id="187" name="Freeform 180"/>
            <ns0:cNvSpPr>
              <ns1:spLocks noEditPoints="1"/>
            </ns0:cNvSpPr>
            <ns0:nvPr/>
          </ns0:nvSpPr>
          <ns0:spPr bwMode="auto">
            <ns1:xfrm>
              <ns1:off x="246064" y="4416425"/>
              <ns1:ext cx="63500" cy="63500"/>
            </ns1:xfrm>
            <ns1:custGeom>
              <ns1:avLst/>
              <ns1:gdLst>
                <ns1:gd name="T0" fmla="*/ 12 w 24"/>
                <ns1:gd name="T1" fmla="*/ 4 h 24"/>
                <ns1:gd name="T2" fmla="*/ 20 w 24"/>
                <ns1:gd name="T3" fmla="*/ 12 h 24"/>
                <ns1:gd name="T4" fmla="*/ 12 w 24"/>
                <ns1:gd name="T5" fmla="*/ 20 h 24"/>
                <ns1:gd name="T6" fmla="*/ 4 w 24"/>
                <ns1:gd name="T7" fmla="*/ 12 h 24"/>
                <ns1:gd name="T8" fmla="*/ 12 w 24"/>
                <ns1:gd name="T9" fmla="*/ 4 h 24"/>
                <ns1:gd name="T10" fmla="*/ 12 w 24"/>
                <ns1:gd name="T11" fmla="*/ 0 h 24"/>
                <ns1:gd name="T12" fmla="*/ 0 w 24"/>
                <ns1:gd name="T13" fmla="*/ 12 h 24"/>
                <ns1:gd name="T14" fmla="*/ 12 w 24"/>
                <ns1:gd name="T15" fmla="*/ 24 h 24"/>
                <ns1:gd name="T16" fmla="*/ 24 w 24"/>
                <ns1:gd name="T17" fmla="*/ 12 h 24"/>
                <ns1:gd name="T18" fmla="*/ 12 w 24"/>
                <ns1:gd name="T19" fmla="*/ 0 h 24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  <ns1:cxn ang="0">
                  <ns1:pos x="T14" y="T15"/>
                </ns1:cxn>
                <ns1:cxn ang="0">
                  <ns1:pos x="T16" y="T17"/>
                </ns1:cxn>
                <ns1:cxn ang="0">
                  <ns1:pos x="T18" y="T19"/>
                </ns1:cxn>
              </ns1:cxnLst>
              <ns1:rect l="0" t="0" r="r" b="b"/>
              <ns1:pathLst>
                <ns1:path w="24" h="24">
                  <ns1:moveTo>
                    <ns1:pt x="12" y="4"/>
                  </ns1:moveTo>
                  <ns1:cubicBezTo>
                    <ns1:pt x="16" y="4"/>
                    <ns1:pt x="20" y="8"/>
                    <ns1:pt x="20" y="12"/>
                  </ns1:cubicBezTo>
                  <ns1:cubicBezTo>
                    <ns1:pt x="20" y="16"/>
                    <ns1:pt x="16" y="20"/>
                    <ns1:pt x="12" y="20"/>
                  </ns1:cubicBezTo>
                  <ns1:cubicBezTo>
                    <ns1:pt x="8" y="20"/>
                    <ns1:pt x="4" y="16"/>
                    <ns1:pt x="4" y="12"/>
                  </ns1:cubicBezTo>
                  <ns1:cubicBezTo>
                    <ns1:pt x="4" y="8"/>
                    <ns1:pt x="8" y="4"/>
                    <ns1:pt x="12" y="4"/>
                  </ns1:cubicBezTo>
                  <ns1:moveTo>
                    <ns1:pt x="12" y="0"/>
                  </ns1:moveTo>
                  <ns1:cubicBezTo>
                    <ns1:pt x="5" y="0"/>
                    <ns1:pt x="0" y="5"/>
                    <ns1:pt x="0" y="12"/>
                  </ns1:cubicBezTo>
                  <ns1:cubicBezTo>
                    <ns1:pt x="0" y="19"/>
                    <ns1:pt x="5" y="24"/>
                    <ns1:pt x="12" y="24"/>
                  </ns1:cubicBezTo>
                  <ns1:cubicBezTo>
                    <ns1:pt x="19" y="24"/>
                    <ns1:pt x="24" y="19"/>
                    <ns1:pt x="24" y="12"/>
                  </ns1:cubicBezTo>
                  <ns1:cubicBezTo>
                    <ns1:pt x="24" y="5"/>
                    <ns1:pt x="19" y="0"/>
                    <ns1:pt x="12" y="0"/>
                  </ns1:cubicBezTo>
                  <ns1:close/>
                </ns1:path>
              </ns1:pathLst>
            </ns1:custGeom>
            <ns1:grpFill/>
            <ns1:ln>
              <ns1:noFill/>
            </ns1:ln>
            <ns1:extLst>
              <ns1:ext uri="{91240B29-F687-4F45-9708-019B960494DF}">
                <ns2:hiddenLine w="9525">
                  <ns1:solidFill>
                    <ns1:srgbClr val="000000"/>
                  </ns1:solidFill>
                  <ns1:round/>
                  <ns1:headEnd/>
                  <ns1:tailEnd/>
                </ns2:hiddenLine>
              </ns1:ext>
            </ns1:extLst>
          </ns0:spPr>
          <ns0:txBody>
            <ns1:bodyPr vert="horz" wrap="square" lIns="91440" tIns="45720" rIns="91440" bIns="45720" numCol="1" anchor="t" anchorCtr="0" compatLnSpc="1">
              <ns1:prstTxWarp prst="textNoShape">
                <ns1:avLst/>
              </ns1:prstTxWarp>
            </ns1:bodyPr>
            <ns1:lstStyle/>
            <ns1:p>
              <ns1:endParaRPr lang="id-ID" sz="2700"/>
            </ns1:p>
          </ns0:txBody>
        </ns0:sp>
        <ns0:sp>
          <ns0:nvSpPr>
            <ns0:cNvPr id="188" name="Freeform 181"/>
            <ns0:cNvSpPr>
              <ns1:spLocks noEditPoints="1"/>
            </ns0:cNvSpPr>
            <ns0:nvPr/>
          </ns0:nvSpPr>
          <ns0:spPr bwMode="auto">
            <ns1:xfrm>
              <ns1:off x="309564" y="4351338"/>
              <ns1:ext cx="63500" cy="65088"/>
            </ns1:xfrm>
            <ns1:custGeom>
              <ns1:avLst/>
              <ns1:gdLst>
                <ns1:gd name="T0" fmla="*/ 12 w 24"/>
                <ns1:gd name="T1" fmla="*/ 4 h 24"/>
                <ns1:gd name="T2" fmla="*/ 20 w 24"/>
                <ns1:gd name="T3" fmla="*/ 12 h 24"/>
                <ns1:gd name="T4" fmla="*/ 12 w 24"/>
                <ns1:gd name="T5" fmla="*/ 20 h 24"/>
                <ns1:gd name="T6" fmla="*/ 4 w 24"/>
                <ns1:gd name="T7" fmla="*/ 12 h 24"/>
                <ns1:gd name="T8" fmla="*/ 12 w 24"/>
                <ns1:gd name="T9" fmla="*/ 4 h 24"/>
                <ns1:gd name="T10" fmla="*/ 12 w 24"/>
                <ns1:gd name="T11" fmla="*/ 0 h 24"/>
                <ns1:gd name="T12" fmla="*/ 0 w 24"/>
                <ns1:gd name="T13" fmla="*/ 12 h 24"/>
                <ns1:gd name="T14" fmla="*/ 12 w 24"/>
                <ns1:gd name="T15" fmla="*/ 24 h 24"/>
                <ns1:gd name="T16" fmla="*/ 24 w 24"/>
                <ns1:gd name="T17" fmla="*/ 12 h 24"/>
                <ns1:gd name="T18" fmla="*/ 12 w 24"/>
                <ns1:gd name="T19" fmla="*/ 0 h 24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  <ns1:cxn ang="0">
                  <ns1:pos x="T14" y="T15"/>
                </ns1:cxn>
                <ns1:cxn ang="0">
                  <ns1:pos x="T16" y="T17"/>
                </ns1:cxn>
                <ns1:cxn ang="0">
                  <ns1:pos x="T18" y="T19"/>
                </ns1:cxn>
              </ns1:cxnLst>
              <ns1:rect l="0" t="0" r="r" b="b"/>
              <ns1:pathLst>
                <ns1:path w="24" h="24">
                  <ns1:moveTo>
                    <ns1:pt x="12" y="4"/>
                  </ns1:moveTo>
                  <ns1:cubicBezTo>
                    <ns1:pt x="16" y="4"/>
                    <ns1:pt x="20" y="8"/>
                    <ns1:pt x="20" y="12"/>
                  </ns1:cubicBezTo>
                  <ns1:cubicBezTo>
                    <ns1:pt x="20" y="16"/>
                    <ns1:pt x="16" y="20"/>
                    <ns1:pt x="12" y="20"/>
                  </ns1:cubicBezTo>
                  <ns1:cubicBezTo>
                    <ns1:pt x="8" y="20"/>
                    <ns1:pt x="4" y="16"/>
                    <ns1:pt x="4" y="12"/>
                  </ns1:cubicBezTo>
                  <ns1:cubicBezTo>
                    <ns1:pt x="4" y="8"/>
                    <ns1:pt x="8" y="4"/>
                    <ns1:pt x="12" y="4"/>
                  </ns1:cubicBezTo>
                  <ns1:moveTo>
                    <ns1:pt x="12" y="0"/>
                  </ns1:moveTo>
                  <ns1:cubicBezTo>
                    <ns1:pt x="5" y="0"/>
                    <ns1:pt x="0" y="5"/>
                    <ns1:pt x="0" y="12"/>
                  </ns1:cubicBezTo>
                  <ns1:cubicBezTo>
                    <ns1:pt x="0" y="19"/>
                    <ns1:pt x="5" y="24"/>
                    <ns1:pt x="12" y="24"/>
                  </ns1:cubicBezTo>
                  <ns1:cubicBezTo>
                    <ns1:pt x="19" y="24"/>
                    <ns1:pt x="24" y="19"/>
                    <ns1:pt x="24" y="12"/>
                  </ns1:cubicBezTo>
                  <ns1:cubicBezTo>
                    <ns1:pt x="24" y="5"/>
                    <ns1:pt x="19" y="0"/>
                    <ns1:pt x="12" y="0"/>
                  </ns1:cubicBezTo>
                  <ns1:close/>
                </ns1:path>
              </ns1:pathLst>
            </ns1:custGeom>
            <ns1:grpFill/>
            <ns1:ln>
              <ns1:noFill/>
            </ns1:ln>
            <ns1:extLst>
              <ns1:ext uri="{91240B29-F687-4F45-9708-019B960494DF}">
                <ns2:hiddenLine w="9525">
                  <ns1:solidFill>
                    <ns1:srgbClr val="000000"/>
                  </ns1:solidFill>
                  <ns1:round/>
                  <ns1:headEnd/>
                  <ns1:tailEnd/>
                </ns2:hiddenLine>
              </ns1:ext>
            </ns1:extLst>
          </ns0:spPr>
          <ns0:txBody>
            <ns1:bodyPr vert="horz" wrap="square" lIns="91440" tIns="45720" rIns="91440" bIns="45720" numCol="1" anchor="t" anchorCtr="0" compatLnSpc="1">
              <ns1:prstTxWarp prst="textNoShape">
                <ns1:avLst/>
              </ns1:prstTxWarp>
            </ns1:bodyPr>
            <ns1:lstStyle/>
            <ns1:p>
              <ns1:endParaRPr lang="id-ID" sz="2700"/>
            </ns1:p>
          </ns0:txBody>
        </ns0:sp>
        <ns0:sp>
          <ns0:nvSpPr>
            <ns0:cNvPr id="189" name="Freeform 182"/>
            <ns0:cNvSpPr>
              <ns1:spLocks noEditPoints="1"/>
            </ns0:cNvSpPr>
            <ns0:nvPr/>
          </ns0:nvSpPr>
          <ns0:spPr bwMode="auto">
            <ns1:xfrm>
              <ns1:off x="180976" y="4479925"/>
              <ns1:ext cx="65088" cy="63500"/>
            </ns1:xfrm>
            <ns1:custGeom>
              <ns1:avLst/>
              <ns1:gdLst>
                <ns1:gd name="T0" fmla="*/ 12 w 24"/>
                <ns1:gd name="T1" fmla="*/ 4 h 24"/>
                <ns1:gd name="T2" fmla="*/ 20 w 24"/>
                <ns1:gd name="T3" fmla="*/ 12 h 24"/>
                <ns1:gd name="T4" fmla="*/ 12 w 24"/>
                <ns1:gd name="T5" fmla="*/ 20 h 24"/>
                <ns1:gd name="T6" fmla="*/ 4 w 24"/>
                <ns1:gd name="T7" fmla="*/ 12 h 24"/>
                <ns1:gd name="T8" fmla="*/ 12 w 24"/>
                <ns1:gd name="T9" fmla="*/ 4 h 24"/>
                <ns1:gd name="T10" fmla="*/ 12 w 24"/>
                <ns1:gd name="T11" fmla="*/ 0 h 24"/>
                <ns1:gd name="T12" fmla="*/ 0 w 24"/>
                <ns1:gd name="T13" fmla="*/ 12 h 24"/>
                <ns1:gd name="T14" fmla="*/ 12 w 24"/>
                <ns1:gd name="T15" fmla="*/ 24 h 24"/>
                <ns1:gd name="T16" fmla="*/ 24 w 24"/>
                <ns1:gd name="T17" fmla="*/ 12 h 24"/>
                <ns1:gd name="T18" fmla="*/ 12 w 24"/>
                <ns1:gd name="T19" fmla="*/ 0 h 24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  <ns1:cxn ang="0">
                  <ns1:pos x="T14" y="T15"/>
                </ns1:cxn>
                <ns1:cxn ang="0">
                  <ns1:pos x="T16" y="T17"/>
                </ns1:cxn>
                <ns1:cxn ang="0">
                  <ns1:pos x="T18" y="T19"/>
                </ns1:cxn>
              </ns1:cxnLst>
              <ns1:rect l="0" t="0" r="r" b="b"/>
              <ns1:pathLst>
                <ns1:path w="24" h="24">
                  <ns1:moveTo>
                    <ns1:pt x="12" y="4"/>
                  </ns1:moveTo>
                  <ns1:cubicBezTo>
                    <ns1:pt x="16" y="4"/>
                    <ns1:pt x="20" y="8"/>
                    <ns1:pt x="20" y="12"/>
                  </ns1:cubicBezTo>
                  <ns1:cubicBezTo>
                    <ns1:pt x="20" y="16"/>
                    <ns1:pt x="16" y="20"/>
                    <ns1:pt x="12" y="20"/>
                  </ns1:cubicBezTo>
                  <ns1:cubicBezTo>
                    <ns1:pt x="8" y="20"/>
                    <ns1:pt x="4" y="16"/>
                    <ns1:pt x="4" y="12"/>
                  </ns1:cubicBezTo>
                  <ns1:cubicBezTo>
                    <ns1:pt x="4" y="8"/>
                    <ns1:pt x="8" y="4"/>
                    <ns1:pt x="12" y="4"/>
                  </ns1:cubicBezTo>
                  <ns1:moveTo>
                    <ns1:pt x="12" y="0"/>
                  </ns1:moveTo>
                  <ns1:cubicBezTo>
                    <ns1:pt x="5" y="0"/>
                    <ns1:pt x="0" y="5"/>
                    <ns1:pt x="0" y="12"/>
                  </ns1:cubicBezTo>
                  <ns1:cubicBezTo>
                    <ns1:pt x="0" y="19"/>
                    <ns1:pt x="5" y="24"/>
                    <ns1:pt x="12" y="24"/>
                  </ns1:cubicBezTo>
                  <ns1:cubicBezTo>
                    <ns1:pt x="19" y="24"/>
                    <ns1:pt x="24" y="19"/>
                    <ns1:pt x="24" y="12"/>
                  </ns1:cubicBezTo>
                  <ns1:cubicBezTo>
                    <ns1:pt x="24" y="5"/>
                    <ns1:pt x="19" y="0"/>
                    <ns1:pt x="12" y="0"/>
                  </ns1:cubicBezTo>
                  <ns1:close/>
                </ns1:path>
              </ns1:pathLst>
            </ns1:custGeom>
            <ns1:grpFill/>
            <ns1:ln>
              <ns1:noFill/>
            </ns1:ln>
            <ns1:extLst>
              <ns1:ext uri="{91240B29-F687-4F45-9708-019B960494DF}">
                <ns2:hiddenLine w="9525">
                  <ns1:solidFill>
                    <ns1:srgbClr val="000000"/>
                  </ns1:solidFill>
                  <ns1:round/>
                  <ns1:headEnd/>
                  <ns1:tailEnd/>
                </ns2:hiddenLine>
              </ns1:ext>
            </ns1:extLst>
          </ns0:spPr>
          <ns0:txBody>
            <ns1:bodyPr vert="horz" wrap="square" lIns="91440" tIns="45720" rIns="91440" bIns="45720" numCol="1" anchor="t" anchorCtr="0" compatLnSpc="1">
              <ns1:prstTxWarp prst="textNoShape">
                <ns1:avLst/>
              </ns1:prstTxWarp>
            </ns1:bodyPr>
            <ns1:lstStyle/>
            <ns1:p>
              <ns1:endParaRPr lang="id-ID" sz="2700"/>
            </ns1:p>
          </ns0:txBody>
        </ns0:sp>
        <ns0:sp>
          <ns0:nvSpPr>
            <ns0:cNvPr id="190" name="Freeform 183"/>
            <ns0:cNvSpPr>
              <ns1:spLocks noEditPoints="1"/>
            </ns0:cNvSpPr>
            <ns0:nvPr/>
          </ns0:nvSpPr>
          <ns0:spPr bwMode="auto">
            <ns1:xfrm>
              <ns1:off x="309564" y="4479925"/>
              <ns1:ext cx="63500" cy="63500"/>
            </ns1:xfrm>
            <ns1:custGeom>
              <ns1:avLst/>
              <ns1:gdLst>
                <ns1:gd name="T0" fmla="*/ 12 w 24"/>
                <ns1:gd name="T1" fmla="*/ 4 h 24"/>
                <ns1:gd name="T2" fmla="*/ 20 w 24"/>
                <ns1:gd name="T3" fmla="*/ 12 h 24"/>
                <ns1:gd name="T4" fmla="*/ 12 w 24"/>
                <ns1:gd name="T5" fmla="*/ 20 h 24"/>
                <ns1:gd name="T6" fmla="*/ 4 w 24"/>
                <ns1:gd name="T7" fmla="*/ 12 h 24"/>
                <ns1:gd name="T8" fmla="*/ 12 w 24"/>
                <ns1:gd name="T9" fmla="*/ 4 h 24"/>
                <ns1:gd name="T10" fmla="*/ 12 w 24"/>
                <ns1:gd name="T11" fmla="*/ 0 h 24"/>
                <ns1:gd name="T12" fmla="*/ 0 w 24"/>
                <ns1:gd name="T13" fmla="*/ 12 h 24"/>
                <ns1:gd name="T14" fmla="*/ 12 w 24"/>
                <ns1:gd name="T15" fmla="*/ 24 h 24"/>
                <ns1:gd name="T16" fmla="*/ 24 w 24"/>
                <ns1:gd name="T17" fmla="*/ 12 h 24"/>
                <ns1:gd name="T18" fmla="*/ 12 w 24"/>
                <ns1:gd name="T19" fmla="*/ 0 h 24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  <ns1:cxn ang="0">
                  <ns1:pos x="T14" y="T15"/>
                </ns1:cxn>
                <ns1:cxn ang="0">
                  <ns1:pos x="T16" y="T17"/>
                </ns1:cxn>
                <ns1:cxn ang="0">
                  <ns1:pos x="T18" y="T19"/>
                </ns1:cxn>
              </ns1:cxnLst>
              <ns1:rect l="0" t="0" r="r" b="b"/>
              <ns1:pathLst>
                <ns1:path w="24" h="24">
                  <ns1:moveTo>
                    <ns1:pt x="12" y="4"/>
                  </ns1:moveTo>
                  <ns1:cubicBezTo>
                    <ns1:pt x="16" y="4"/>
                    <ns1:pt x="20" y="8"/>
                    <ns1:pt x="20" y="12"/>
                  </ns1:cubicBezTo>
                  <ns1:cubicBezTo>
                    <ns1:pt x="20" y="16"/>
                    <ns1:pt x="16" y="20"/>
                    <ns1:pt x="12" y="20"/>
                  </ns1:cubicBezTo>
                  <ns1:cubicBezTo>
                    <ns1:pt x="8" y="20"/>
                    <ns1:pt x="4" y="16"/>
                    <ns1:pt x="4" y="12"/>
                  </ns1:cubicBezTo>
                  <ns1:cubicBezTo>
                    <ns1:pt x="4" y="8"/>
                    <ns1:pt x="8" y="4"/>
                    <ns1:pt x="12" y="4"/>
                  </ns1:cubicBezTo>
                  <ns1:moveTo>
                    <ns1:pt x="12" y="0"/>
                  </ns1:moveTo>
                  <ns1:cubicBezTo>
                    <ns1:pt x="5" y="0"/>
                    <ns1:pt x="0" y="5"/>
                    <ns1:pt x="0" y="12"/>
                  </ns1:cubicBezTo>
                  <ns1:cubicBezTo>
                    <ns1:pt x="0" y="19"/>
                    <ns1:pt x="5" y="24"/>
                    <ns1:pt x="12" y="24"/>
                  </ns1:cubicBezTo>
                  <ns1:cubicBezTo>
                    <ns1:pt x="19" y="24"/>
                    <ns1:pt x="24" y="19"/>
                    <ns1:pt x="24" y="12"/>
                  </ns1:cubicBezTo>
                  <ns1:cubicBezTo>
                    <ns1:pt x="24" y="5"/>
                    <ns1:pt x="19" y="0"/>
                    <ns1:pt x="12" y="0"/>
                  </ns1:cubicBezTo>
                  <ns1:close/>
                </ns1:path>
              </ns1:pathLst>
            </ns1:custGeom>
            <ns1:grpFill/>
            <ns1:ln>
              <ns1:noFill/>
            </ns1:ln>
            <ns1:extLst>
              <ns1:ext uri="{91240B29-F687-4F45-9708-019B960494DF}">
                <ns2:hiddenLine w="9525">
                  <ns1:solidFill>
                    <ns1:srgbClr val="000000"/>
                  </ns1:solidFill>
                  <ns1:round/>
                  <ns1:headEnd/>
                  <ns1:tailEnd/>
                </ns2:hiddenLine>
              </ns1:ext>
            </ns1:extLst>
          </ns0:spPr>
          <ns0:txBody>
            <ns1:bodyPr vert="horz" wrap="square" lIns="91440" tIns="45720" rIns="91440" bIns="45720" numCol="1" anchor="t" anchorCtr="0" compatLnSpc="1">
              <ns1:prstTxWarp prst="textNoShape">
                <ns1:avLst/>
              </ns1:prstTxWarp>
            </ns1:bodyPr>
            <ns1:lstStyle/>
            <ns1:p>
              <ns1:endParaRPr lang="id-ID" sz="2700"/>
            </ns1:p>
          </ns0:txBody>
        </ns0:sp>
      </ns0:grpSp>
      <ns0:grpSp>
        <ns0:nvGrpSpPr>
          <ns0:cNvPr id="191" name="Group 190"/>
          <ns0:cNvGrpSpPr/>
          <ns0:nvPr/>
        </ns0:nvGrpSpPr>
        <ns0:grpSpPr>
          <ns1:xfrm>
            <ns1:off x="379924" y="2828064"/>
            <ns1:ext cx="300123" cy="340741"/>
            <ns1:chOff x="2641601" y="5472113"/>
            <ns1:chExt cx="211138" cy="239713"/>
          </ns1:xfrm>
          <ns1:solidFill>
            <ns1:schemeClr val="tx1"/>
          </ns1:solidFill>
        </ns0:grpSpPr>
        <ns0:sp>
          <ns0:nvSpPr>
            <ns0:cNvPr id="192" name="Freeform 245"/>
            <ns0:cNvSpPr>
              <ns1:spLocks noEditPoints="1"/>
            </ns0:cNvSpPr>
            <ns0:nvPr/>
          </ns0:nvSpPr>
          <ns0:spPr bwMode="auto">
            <ns1:xfrm>
              <ns1:off x="2641601" y="5516563"/>
              <ns1:ext cx="211138" cy="195263"/>
            </ns1:xfrm>
            <ns1:custGeom>
              <ns1:avLst/>
              <ns1:gdLst>
                <ns1:gd name="T0" fmla="*/ 28 w 56"/>
                <ns1:gd name="T1" fmla="*/ 8 h 52"/>
                <ns1:gd name="T2" fmla="*/ 0 w 56"/>
                <ns1:gd name="T3" fmla="*/ 24 h 52"/>
                <ns1:gd name="T4" fmla="*/ 20 w 56"/>
                <ns1:gd name="T5" fmla="*/ 52 h 52"/>
                <ns1:gd name="T6" fmla="*/ 28 w 56"/>
                <ns1:gd name="T7" fmla="*/ 48 h 52"/>
                <ns1:gd name="T8" fmla="*/ 36 w 56"/>
                <ns1:gd name="T9" fmla="*/ 52 h 52"/>
                <ns1:gd name="T10" fmla="*/ 56 w 56"/>
                <ns1:gd name="T11" fmla="*/ 24 h 52"/>
                <ns1:gd name="T12" fmla="*/ 28 w 56"/>
                <ns1:gd name="T13" fmla="*/ 8 h 52"/>
                <ns1:gd name="T14" fmla="*/ 12 w 56"/>
                <ns1:gd name="T15" fmla="*/ 40 h 52"/>
                <ns1:gd name="T16" fmla="*/ 12 w 56"/>
                <ns1:gd name="T17" fmla="*/ 12 h 52"/>
                <ns1:gd name="T18" fmla="*/ 20 w 56"/>
                <ns1:gd name="T19" fmla="*/ 12 h 52"/>
                <ns1:gd name="T20" fmla="*/ 12 w 56"/>
                <ns1:gd name="T21" fmla="*/ 40 h 52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  <ns1:cxn ang="0">
                  <ns1:pos x="T14" y="T15"/>
                </ns1:cxn>
                <ns1:cxn ang="0">
                  <ns1:pos x="T16" y="T17"/>
                </ns1:cxn>
                <ns1:cxn ang="0">
                  <ns1:pos x="T18" y="T19"/>
                </ns1:cxn>
                <ns1:cxn ang="0">
                  <ns1:pos x="T20" y="T21"/>
                </ns1:cxn>
              </ns1:cxnLst>
              <ns1:rect l="0" t="0" r="r" b="b"/>
              <ns1:pathLst>
                <ns1:path w="56" h="52">
                  <ns1:moveTo>
                    <ns1:pt x="28" y="8"/>
                  </ns1:moveTo>
                  <ns1:cubicBezTo>
                    <ns1:pt x="7" y="0"/>
                    <ns1:pt x="0" y="12"/>
                    <ns1:pt x="0" y="24"/>
                  </ns1:cubicBezTo>
                  <ns1:cubicBezTo>
                    <ns1:pt x="0" y="36"/>
                    <ns1:pt x="14" y="52"/>
                    <ns1:pt x="20" y="52"/>
                  </ns1:cubicBezTo>
                  <ns1:cubicBezTo>
                    <ns1:pt x="28" y="52"/>
                    <ns1:pt x="28" y="48"/>
                    <ns1:pt x="28" y="48"/>
                  </ns1:cubicBezTo>
                  <ns1:cubicBezTo>
                    <ns1:pt x="28" y="48"/>
                    <ns1:pt x="28" y="52"/>
                    <ns1:pt x="36" y="52"/>
                  </ns1:cubicBezTo>
                  <ns1:cubicBezTo>
                    <ns1:pt x="42" y="52"/>
                    <ns1:pt x="56" y="36"/>
                    <ns1:pt x="56" y="24"/>
                  </ns1:cubicBezTo>
                  <ns1:cubicBezTo>
                    <ns1:pt x="56" y="12"/>
                    <ns1:pt x="49" y="0"/>
                    <ns1:pt x="28" y="8"/>
                  </ns1:cubicBezTo>
                  <ns1:close/>
                  <ns1:moveTo>
                    <ns1:pt x="12" y="40"/>
                  </ns1:moveTo>
                  <ns1:cubicBezTo>
                    <ns1:pt x="0" y="24"/>
                    <ns1:pt x="12" y="12"/>
                    <ns1:pt x="12" y="12"/>
                  </ns1:cubicBezTo>
                  <ns1:cubicBezTo>
                    <ns1:pt x="20" y="12"/>
                    <ns1:pt x="20" y="12"/>
                    <ns1:pt x="20" y="12"/>
                  </ns1:cubicBezTo>
                  <ns1:cubicBezTo>
                    <ns1:pt x="20" y="12"/>
                    <ns1:pt x="12" y="20"/>
                    <ns1:pt x="12" y="40"/>
                  </ns1:cubicBezTo>
                  <ns1:close/>
                </ns1:path>
              </ns1:pathLst>
            </ns1:custGeom>
            <ns1:grpFill/>
            <ns1:ln>
              <ns1:noFill/>
            </ns1:ln>
            <ns1:extLst>
              <ns1:ext uri="{91240B29-F687-4F45-9708-019B960494DF}">
                <ns2:hiddenLine w="9525">
                  <ns1:solidFill>
                    <ns1:srgbClr val="000000"/>
                  </ns1:solidFill>
                  <ns1:round/>
                  <ns1:headEnd/>
                  <ns1:tailEnd/>
                </ns2:hiddenLine>
              </ns1:ext>
            </ns1:extLst>
          </ns0:spPr>
          <ns0:txBody>
            <ns1:bodyPr vert="horz" wrap="square" lIns="91440" tIns="45720" rIns="91440" bIns="45720" numCol="1" anchor="t" anchorCtr="0" compatLnSpc="1">
              <ns1:prstTxWarp prst="textNoShape">
                <ns1:avLst/>
              </ns1:prstTxWarp>
            </ns1:bodyPr>
            <ns1:lstStyle/>
            <ns1:p>
              <ns1:endParaRPr lang="id-ID" sz="2700"/>
            </ns1:p>
          </ns0:txBody>
        </ns0:sp>
        <ns0:sp>
          <ns0:nvSpPr>
            <ns0:cNvPr id="193" name="Freeform 246"/>
            <ns0:cNvSpPr>
              <ns1:spLocks/>
            </ns0:cNvSpPr>
            <ns0:nvPr/>
          </ns0:nvSpPr>
          <ns0:spPr bwMode="auto">
            <ns1:xfrm>
              <ns1:off x="2687638" y="5472113"/>
              <ns1:ext cx="60325" cy="60325"/>
            </ns1:xfrm>
            <ns1:custGeom>
              <ns1:avLst/>
              <ns1:gdLst>
                <ns1:gd name="T0" fmla="*/ 16 w 16"/>
                <ns1:gd name="T1" fmla="*/ 16 h 16"/>
                <ns1:gd name="T2" fmla="*/ 8 w 16"/>
                <ns1:gd name="T3" fmla="*/ 0 h 16"/>
                <ns1:gd name="T4" fmla="*/ 0 w 16"/>
                <ns1:gd name="T5" fmla="*/ 0 h 16"/>
                <ns1:gd name="T6" fmla="*/ 12 w 16"/>
                <ns1:gd name="T7" fmla="*/ 16 h 16"/>
                <ns1:gd name="T8" fmla="*/ 16 w 16"/>
                <ns1:gd name="T9" fmla="*/ 16 h 16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</ns1:cxnLst>
              <ns1:rect l="0" t="0" r="r" b="b"/>
              <ns1:pathLst>
                <ns1:path w="16" h="16">
                  <ns1:moveTo>
                    <ns1:pt x="16" y="16"/>
                  </ns1:moveTo>
                  <ns1:cubicBezTo>
                    <ns1:pt x="12" y="8"/>
                    <ns1:pt x="8" y="0"/>
                    <ns1:pt x="8" y="0"/>
                  </ns1:cubicBezTo>
                  <ns1:cubicBezTo>
                    <ns1:pt x="0" y="0"/>
                    <ns1:pt x="0" y="0"/>
                    <ns1:pt x="0" y="0"/>
                  </ns1:cubicBezTo>
                  <ns1:cubicBezTo>
                    <ns1:pt x="12" y="16"/>
                    <ns1:pt x="12" y="16"/>
                    <ns1:pt x="12" y="16"/>
                  </ns1:cubicBezTo>
                  <ns1:lnTo>
                    <ns1:pt x="16" y="16"/>
                  </ns1:lnTo>
                  <ns1:close/>
                </ns1:path>
              </ns1:pathLst>
            </ns1:custGeom>
            <ns1:grpFill/>
            <ns1:ln>
              <ns1:noFill/>
            </ns1:ln>
            <ns1:extLst>
              <ns1:ext uri="{91240B29-F687-4F45-9708-019B960494DF}">
                <ns2:hiddenLine w="9525">
                  <ns1:solidFill>
                    <ns1:srgbClr val="000000"/>
                  </ns1:solidFill>
                  <ns1:round/>
                  <ns1:headEnd/>
                  <ns1:tailEnd/>
                </ns2:hiddenLine>
              </ns1:ext>
            </ns1:extLst>
          </ns0:spPr>
          <ns0:txBody>
            <ns1:bodyPr vert="horz" wrap="square" lIns="91440" tIns="45720" rIns="91440" bIns="45720" numCol="1" anchor="t" anchorCtr="0" compatLnSpc="1">
              <ns1:prstTxWarp prst="textNoShape">
                <ns1:avLst/>
              </ns1:prstTxWarp>
            </ns1:bodyPr>
            <ns1:lstStyle/>
            <ns1:p>
              <ns1:endParaRPr lang="id-ID" sz="2700"/>
            </ns1:p>
          </ns0:txBody>
        </ns0:sp>
        <ns0:sp>
          <ns0:nvSpPr>
            <ns0:cNvPr id="194" name="Freeform 247"/>
            <ns0:cNvSpPr>
              <ns1:spLocks/>
            </ns0:cNvSpPr>
            <ns0:nvPr/>
          </ns0:nvSpPr>
          <ns0:spPr bwMode="auto">
            <ns1:xfrm>
              <ns1:off x="2747963" y="5472113"/>
              <ns1:ext cx="74613" cy="60325"/>
            </ns1:xfrm>
            <ns1:custGeom>
              <ns1:avLst/>
              <ns1:gdLst>
                <ns1:gd name="T0" fmla="*/ 20 w 20"/>
                <ns1:gd name="T1" fmla="*/ 0 h 16"/>
                <ns1:gd name="T2" fmla="*/ 0 w 20"/>
                <ns1:gd name="T3" fmla="*/ 16 h 16"/>
                <ns1:gd name="T4" fmla="*/ 20 w 20"/>
                <ns1:gd name="T5" fmla="*/ 0 h 16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</ns1:cxnLst>
              <ns1:rect l="0" t="0" r="r" b="b"/>
              <ns1:pathLst>
                <ns1:path w="20" h="16">
                  <ns1:moveTo>
                    <ns1:pt x="20" y="0"/>
                  </ns1:moveTo>
                  <ns1:cubicBezTo>
                    <ns1:pt x="20" y="0"/>
                    <ns1:pt x="0" y="0"/>
                    <ns1:pt x="0" y="16"/>
                  </ns1:cubicBezTo>
                  <ns1:cubicBezTo>
                    <ns1:pt x="0" y="16"/>
                    <ns1:pt x="20" y="16"/>
                    <ns1:pt x="20" y="0"/>
                  </ns1:cubicBezTo>
                  <ns1:close/>
                </ns1:path>
              </ns1:pathLst>
            </ns1:custGeom>
            <ns1:grpFill/>
            <ns1:ln>
              <ns1:noFill/>
            </ns1:ln>
            <ns1:extLst>
              <ns1:ext uri="{91240B29-F687-4F45-9708-019B960494DF}">
                <ns2:hiddenLine w="9525">
                  <ns1:solidFill>
                    <ns1:srgbClr val="000000"/>
                  </ns1:solidFill>
                  <ns1:round/>
                  <ns1:headEnd/>
                  <ns1:tailEnd/>
                </ns2:hiddenLine>
              </ns1:ext>
            </ns1:extLst>
          </ns0:spPr>
          <ns0:txBody>
            <ns1:bodyPr vert="horz" wrap="square" lIns="91440" tIns="45720" rIns="91440" bIns="45720" numCol="1" anchor="t" anchorCtr="0" compatLnSpc="1">
              <ns1:prstTxWarp prst="textNoShape">
                <ns1:avLst/>
              </ns1:prstTxWarp>
            </ns1:bodyPr>
            <ns1:lstStyle/>
            <ns1:p>
              <ns1:endParaRPr lang="id-ID" sz="2700"/>
            </ns1:p>
          </ns0:txBody>
        </ns0:sp>
      </ns0:grpSp>
      <ns0:grpSp>
        <ns0:nvGrpSpPr>
          <ns0:cNvPr id="195" name="Group 194"/>
          <ns0:cNvGrpSpPr/>
          <ns0:nvPr/>
        </ns0:nvGrpSpPr>
        <ns0:grpSpPr>
          <ns1:xfrm>
            <ns1:off x="1318052" y="2847378"/>
            <ns1:ext cx="300123" cy="302110"/>
            <ns1:chOff x="5016501" y="1625601"/>
            <ns1:chExt cx="239713" cy="241300"/>
          </ns1:xfrm>
          <ns1:solidFill>
            <ns1:schemeClr val="tx1"/>
          </ns1:solidFill>
        </ns0:grpSpPr>
        <ns0:sp>
          <ns0:nvSpPr>
            <ns0:cNvPr id="196" name="Oval 116"/>
            <ns0:cNvSpPr>
              <ns1:spLocks noChangeArrowheads="1"/>
            </ns0:cNvSpPr>
            <ns0:nvPr/>
          </ns0:nvSpPr>
          <ns0:spPr bwMode="auto">
            <ns1:xfrm>
              <ns1:off x="5016501" y="1803401"/>
              <ns1:ext cx="63500" cy="63500"/>
            </ns1:xfrm>
            <ns1:prstGeom prst="ellipse">
              <ns1:avLst/>
            </ns1:prstGeom>
            <ns1:grpFill/>
            <ns1:ln>
              <ns1:noFill/>
            </ns1:ln>
            <ns1:extLst>
              <ns1:ext uri="{91240B29-F687-4F45-9708-019B960494DF}">
                <ns2:hiddenLine w="9525">
                  <ns1:solidFill>
                    <ns1:srgbClr val="000000"/>
                  </ns1:solidFill>
                  <ns1:round/>
                  <ns1:headEnd/>
                  <ns1:tailEnd/>
                </ns2:hiddenLine>
              </ns1:ext>
            </ns1:extLst>
          </ns0:spPr>
          <ns0:txBody>
            <ns1:bodyPr vert="horz" wrap="square" lIns="91440" tIns="45720" rIns="91440" bIns="45720" numCol="1" anchor="t" anchorCtr="0" compatLnSpc="1">
              <ns1:prstTxWarp prst="textNoShape">
                <ns1:avLst/>
              </ns1:prstTxWarp>
            </ns1:bodyPr>
            <ns1:lstStyle/>
            <ns1:p>
              <ns1:endParaRPr lang="id-ID" sz="2700"/>
            </ns1:p>
          </ns0:txBody>
        </ns0:sp>
        <ns0:sp>
          <ns0:nvSpPr>
            <ns0:cNvPr id="197" name="Freeform 117"/>
            <ns0:cNvSpPr>
              <ns1:spLocks/>
            </ns0:cNvSpPr>
            <ns0:nvPr/>
          </ns0:nvSpPr>
          <ns0:spPr bwMode="auto">
            <ns1:xfrm>
              <ns1:off x="5019676" y="1709738"/>
              <ns1:ext cx="153988" cy="157163"/>
            </ns1:xfrm>
            <ns1:custGeom>
              <ns1:avLst/>
              <ns1:gdLst>
                <ns1:gd name="T0" fmla="*/ 0 w 41"/>
                <ns1:gd name="T1" fmla="*/ 0 h 42"/>
                <ns1:gd name="T2" fmla="*/ 0 w 41"/>
                <ns1:gd name="T3" fmla="*/ 11 h 42"/>
                <ns1:gd name="T4" fmla="*/ 21 w 41"/>
                <ns1:gd name="T5" fmla="*/ 20 h 42"/>
                <ns1:gd name="T6" fmla="*/ 30 w 41"/>
                <ns1:gd name="T7" fmla="*/ 42 h 42"/>
                <ns1:gd name="T8" fmla="*/ 41 w 41"/>
                <ns1:gd name="T9" fmla="*/ 42 h 42"/>
                <ns1:gd name="T10" fmla="*/ 0 w 41"/>
                <ns1:gd name="T11" fmla="*/ 0 h 42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</ns1:cxnLst>
              <ns1:rect l="0" t="0" r="r" b="b"/>
              <ns1:pathLst>
                <ns1:path w="41" h="42">
                  <ns1:moveTo>
                    <ns1:pt x="0" y="0"/>
                  </ns1:moveTo>
                  <ns1:cubicBezTo>
                    <ns1:pt x="0" y="11"/>
                    <ns1:pt x="0" y="11"/>
                    <ns1:pt x="0" y="11"/>
                  </ns1:cubicBezTo>
                  <ns1:cubicBezTo>
                    <ns1:pt x="8" y="11"/>
                    <ns1:pt x="15" y="15"/>
                    <ns1:pt x="21" y="20"/>
                  </ns1:cubicBezTo>
                  <ns1:cubicBezTo>
                    <ns1:pt x="26" y="26"/>
                    <ns1:pt x="30" y="33"/>
                    <ns1:pt x="30" y="42"/>
                  </ns1:cubicBezTo>
                  <ns1:cubicBezTo>
                    <ns1:pt x="41" y="42"/>
                    <ns1:pt x="41" y="42"/>
                    <ns1:pt x="41" y="42"/>
                  </ns1:cubicBezTo>
                  <ns1:cubicBezTo>
                    <ns1:pt x="41" y="19"/>
                    <ns1:pt x="22" y="0"/>
                    <ns1:pt x="0" y="0"/>
                  </ns1:cubicBezTo>
                  <ns1:close/>
                </ns1:path>
              </ns1:pathLst>
            </ns1:custGeom>
            <ns1:grpFill/>
            <ns1:ln>
              <ns1:noFill/>
            </ns1:ln>
            <ns1:extLst>
              <ns1:ext uri="{91240B29-F687-4F45-9708-019B960494DF}">
                <ns2:hiddenLine w="9525">
                  <ns1:solidFill>
                    <ns1:srgbClr val="000000"/>
                  </ns1:solidFill>
                  <ns1:round/>
                  <ns1:headEnd/>
                  <ns1:tailEnd/>
                </ns2:hiddenLine>
              </ns1:ext>
            </ns1:extLst>
          </ns0:spPr>
          <ns0:txBody>
            <ns1:bodyPr vert="horz" wrap="square" lIns="91440" tIns="45720" rIns="91440" bIns="45720" numCol="1" anchor="t" anchorCtr="0" compatLnSpc="1">
              <ns1:prstTxWarp prst="textNoShape">
                <ns1:avLst/>
              </ns1:prstTxWarp>
            </ns1:bodyPr>
            <ns1:lstStyle/>
            <ns1:p>
              <ns1:endParaRPr lang="id-ID" sz="2700"/>
            </ns1:p>
          </ns0:txBody>
        </ns0:sp>
        <ns0:sp>
          <ns0:nvSpPr>
            <ns0:cNvPr id="198" name="Freeform 118"/>
            <ns0:cNvSpPr>
              <ns1:spLocks/>
            </ns0:cNvSpPr>
            <ns0:nvPr/>
          </ns0:nvSpPr>
          <ns0:spPr bwMode="auto">
            <ns1:xfrm>
              <ns1:off x="5019676" y="1625601"/>
              <ns1:ext cx="236538" cy="241300"/>
            </ns1:xfrm>
            <ns1:custGeom>
              <ns1:avLst/>
              <ns1:gdLst>
                <ns1:gd name="T0" fmla="*/ 0 w 63"/>
                <ns1:gd name="T1" fmla="*/ 0 h 64"/>
                <ns1:gd name="T2" fmla="*/ 0 w 63"/>
                <ns1:gd name="T3" fmla="*/ 11 h 64"/>
                <ns1:gd name="T4" fmla="*/ 52 w 63"/>
                <ns1:gd name="T5" fmla="*/ 64 h 64"/>
                <ns1:gd name="T6" fmla="*/ 63 w 63"/>
                <ns1:gd name="T7" fmla="*/ 64 h 64"/>
                <ns1:gd name="T8" fmla="*/ 0 w 63"/>
                <ns1:gd name="T9" fmla="*/ 0 h 64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</ns1:cxnLst>
              <ns1:rect l="0" t="0" r="r" b="b"/>
              <ns1:pathLst>
                <ns1:path w="63" h="64">
                  <ns1:moveTo>
                    <ns1:pt x="0" y="0"/>
                  </ns1:moveTo>
                  <ns1:cubicBezTo>
                    <ns1:pt x="0" y="11"/>
                    <ns1:pt x="0" y="11"/>
                    <ns1:pt x="0" y="11"/>
                  </ns1:cubicBezTo>
                  <ns1:cubicBezTo>
                    <ns1:pt x="28" y="12"/>
                    <ns1:pt x="51" y="35"/>
                    <ns1:pt x="52" y="64"/>
                  </ns1:cubicBezTo>
                  <ns1:cubicBezTo>
                    <ns1:pt x="63" y="64"/>
                    <ns1:pt x="63" y="64"/>
                    <ns1:pt x="63" y="64"/>
                  </ns1:cubicBezTo>
                  <ns1:cubicBezTo>
                    <ns1:pt x="63" y="29"/>
                    <ns1:pt x="34" y="0"/>
                    <ns1:pt x="0" y="0"/>
                  </ns1:cubicBezTo>
                  <ns1:close/>
                </ns1:path>
              </ns1:pathLst>
            </ns1:custGeom>
            <ns1:grpFill/>
            <ns1:ln>
              <ns1:noFill/>
            </ns1:ln>
            <ns1:extLst>
              <ns1:ext uri="{91240B29-F687-4F45-9708-019B960494DF}">
                <ns2:hiddenLine w="9525">
                  <ns1:solidFill>
                    <ns1:srgbClr val="000000"/>
                  </ns1:solidFill>
                  <ns1:round/>
                  <ns1:headEnd/>
                  <ns1:tailEnd/>
                </ns2:hiddenLine>
              </ns1:ext>
            </ns1:extLst>
          </ns0:spPr>
          <ns0:txBody>
            <ns1:bodyPr vert="horz" wrap="square" lIns="91440" tIns="45720" rIns="91440" bIns="45720" numCol="1" anchor="t" anchorCtr="0" compatLnSpc="1">
              <ns1:prstTxWarp prst="textNoShape">
                <ns1:avLst/>
              </ns1:prstTxWarp>
            </ns1:bodyPr>
            <ns1:lstStyle/>
            <ns1:p>
              <ns1:endParaRPr lang="id-ID" sz="2700"/>
            </ns1:p>
          </ns0:txBody>
        </ns0:sp>
      </ns0:grpSp>
      <ns0:grpSp>
        <ns0:nvGrpSpPr>
          <ns0:cNvPr id="199" name="Group 198"/>
          <ns0:cNvGrpSpPr/>
          <ns0:nvPr/>
        </ns0:nvGrpSpPr>
        <ns0:grpSpPr>
          <ns1:xfrm>
            <ns1:off x="5433884" y="2868100"/>
            <ns1:ext cx="377344" cy="260666"/>
            <ns1:chOff x="3092451" y="1625601"/>
            <ns1:chExt cx="241300" cy="166688"/>
          </ns1:xfrm>
          <ns1:solidFill>
            <ns1:schemeClr val="tx1"/>
          </ns1:solidFill>
        </ns0:grpSpPr>
        <ns0:sp>
          <ns0:nvSpPr>
            <ns0:cNvPr id="200" name="Freeform 112"/>
            <ns0:cNvSpPr>
              <ns1:spLocks/>
            </ns0:cNvSpPr>
            <ns0:nvPr/>
          </ns0:nvSpPr>
          <ns0:spPr bwMode="auto">
            <ns1:xfrm>
              <ns1:off x="3092451" y="1625601"/>
              <ns1:ext cx="165100" cy="166688"/>
            </ns1:xfrm>
            <ns1:custGeom>
              <ns1:avLst/>
              <ns1:gdLst>
                <ns1:gd name="T0" fmla="*/ 40 w 44"/>
                <ns1:gd name="T1" fmla="*/ 0 h 44"/>
                <ns1:gd name="T2" fmla="*/ 4 w 44"/>
                <ns1:gd name="T3" fmla="*/ 0 h 44"/>
                <ns1:gd name="T4" fmla="*/ 0 w 44"/>
                <ns1:gd name="T5" fmla="*/ 4 h 44"/>
                <ns1:gd name="T6" fmla="*/ 0 w 44"/>
                <ns1:gd name="T7" fmla="*/ 40 h 44"/>
                <ns1:gd name="T8" fmla="*/ 4 w 44"/>
                <ns1:gd name="T9" fmla="*/ 44 h 44"/>
                <ns1:gd name="T10" fmla="*/ 40 w 44"/>
                <ns1:gd name="T11" fmla="*/ 44 h 44"/>
                <ns1:gd name="T12" fmla="*/ 44 w 44"/>
                <ns1:gd name="T13" fmla="*/ 40 h 44"/>
                <ns1:gd name="T14" fmla="*/ 44 w 44"/>
                <ns1:gd name="T15" fmla="*/ 4 h 44"/>
                <ns1:gd name="T16" fmla="*/ 40 w 44"/>
                <ns1:gd name="T17" fmla="*/ 0 h 44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  <ns1:cxn ang="0">
                  <ns1:pos x="T14" y="T15"/>
                </ns1:cxn>
                <ns1:cxn ang="0">
                  <ns1:pos x="T16" y="T17"/>
                </ns1:cxn>
              </ns1:cxnLst>
              <ns1:rect l="0" t="0" r="r" b="b"/>
              <ns1:pathLst>
                <ns1:path w="44" h="44">
                  <ns1:moveTo>
                    <ns1:pt x="40" y="0"/>
                  </ns1:moveTo>
                  <ns1:cubicBezTo>
                    <ns1:pt x="4" y="0"/>
                    <ns1:pt x="4" y="0"/>
                    <ns1:pt x="4" y="0"/>
                  </ns1:cubicBezTo>
                  <ns1:cubicBezTo>
                    <ns1:pt x="2" y="0"/>
                    <ns1:pt x="0" y="2"/>
                    <ns1:pt x="0" y="4"/>
                  </ns1:cubicBezTo>
                  <ns1:cubicBezTo>
                    <ns1:pt x="0" y="40"/>
                    <ns1:pt x="0" y="40"/>
                    <ns1:pt x="0" y="40"/>
                  </ns1:cubicBezTo>
                  <ns1:cubicBezTo>
                    <ns1:pt x="0" y="42"/>
                    <ns1:pt x="2" y="44"/>
                    <ns1:pt x="4" y="44"/>
                  </ns1:cubicBezTo>
                  <ns1:cubicBezTo>
                    <ns1:pt x="40" y="44"/>
                    <ns1:pt x="40" y="44"/>
                    <ns1:pt x="40" y="44"/>
                  </ns1:cubicBezTo>
                  <ns1:cubicBezTo>
                    <ns1:pt x="42" y="44"/>
                    <ns1:pt x="44" y="42"/>
                    <ns1:pt x="44" y="40"/>
                  </ns1:cubicBezTo>
                  <ns1:cubicBezTo>
                    <ns1:pt x="44" y="4"/>
                    <ns1:pt x="44" y="4"/>
                    <ns1:pt x="44" y="4"/>
                  </ns1:cubicBezTo>
                  <ns1:cubicBezTo>
                    <ns1:pt x="44" y="2"/>
                    <ns1:pt x="42" y="0"/>
                    <ns1:pt x="40" y="0"/>
                  </ns1:cubicBezTo>
                  <ns1:close/>
                </ns1:path>
              </ns1:pathLst>
            </ns1:custGeom>
            <ns1:grpFill/>
            <ns1:ln>
              <ns1:noFill/>
            </ns1:ln>
            <ns1:extLst>
              <ns1:ext uri="{91240B29-F687-4F45-9708-019B960494DF}">
                <ns2:hiddenLine w="9525">
                  <ns1:solidFill>
                    <ns1:srgbClr val="000000"/>
                  </ns1:solidFill>
                  <ns1:round/>
                  <ns1:headEnd/>
                  <ns1:tailEnd/>
                </ns2:hiddenLine>
              </ns1:ext>
            </ns1:extLst>
          </ns0:spPr>
          <ns0:txBody>
            <ns1:bodyPr vert="horz" wrap="square" lIns="91440" tIns="45720" rIns="91440" bIns="45720" numCol="1" anchor="t" anchorCtr="0" compatLnSpc="1">
              <ns1:prstTxWarp prst="textNoShape">
                <ns1:avLst/>
              </ns1:prstTxWarp>
            </ns1:bodyPr>
            <ns1:lstStyle/>
            <ns1:p>
              <ns1:endParaRPr lang="id-ID" sz="2700"/>
            </ns1:p>
          </ns0:txBody>
        </ns0:sp>
        <ns0:sp>
          <ns0:nvSpPr>
            <ns0:cNvPr id="201" name="Freeform 113"/>
            <ns0:cNvSpPr>
              <ns1:spLocks/>
            </ns0:cNvSpPr>
            <ns0:nvPr/>
          </ns0:nvSpPr>
          <ns0:spPr bwMode="auto">
            <ns1:xfrm>
              <ns1:off x="3273426" y="1649413"/>
              <ns1:ext cx="60325" cy="119063"/>
            </ns1:xfrm>
            <ns1:custGeom>
              <ns1:avLst/>
              <ns1:gdLst>
                <ns1:gd name="T0" fmla="*/ 13 w 16"/>
                <ns1:gd name="T1" fmla="*/ 1 h 32"/>
                <ns1:gd name="T2" fmla="*/ 5 w 16"/>
                <ns1:gd name="T3" fmla="*/ 5 h 32"/>
                <ns1:gd name="T4" fmla="*/ 0 w 16"/>
                <ns1:gd name="T5" fmla="*/ 8 h 32"/>
                <ns1:gd name="T6" fmla="*/ 0 w 16"/>
                <ns1:gd name="T7" fmla="*/ 23 h 32"/>
                <ns1:gd name="T8" fmla="*/ 5 w 16"/>
                <ns1:gd name="T9" fmla="*/ 27 h 32"/>
                <ns1:gd name="T10" fmla="*/ 13 w 16"/>
                <ns1:gd name="T11" fmla="*/ 31 h 32"/>
                <ns1:gd name="T12" fmla="*/ 16 w 16"/>
                <ns1:gd name="T13" fmla="*/ 29 h 32"/>
                <ns1:gd name="T14" fmla="*/ 16 w 16"/>
                <ns1:gd name="T15" fmla="*/ 3 h 32"/>
                <ns1:gd name="T16" fmla="*/ 13 w 16"/>
                <ns1:gd name="T17" fmla="*/ 1 h 32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  <ns1:cxn ang="0">
                  <ns1:pos x="T14" y="T15"/>
                </ns1:cxn>
                <ns1:cxn ang="0">
                  <ns1:pos x="T16" y="T17"/>
                </ns1:cxn>
              </ns1:cxnLst>
              <ns1:rect l="0" t="0" r="r" b="b"/>
              <ns1:pathLst>
                <ns1:path w="16" h="32">
                  <ns1:moveTo>
                    <ns1:pt x="13" y="1"/>
                  </ns1:moveTo>
                  <ns1:cubicBezTo>
                    <ns1:pt x="5" y="5"/>
                    <ns1:pt x="5" y="5"/>
                    <ns1:pt x="5" y="5"/>
                  </ns1:cubicBezTo>
                  <ns1:cubicBezTo>
                    <ns1:pt x="4" y="6"/>
                    <ns1:pt x="2" y="7"/>
                    <ns1:pt x="0" y="8"/>
                  </ns1:cubicBezTo>
                  <ns1:cubicBezTo>
                    <ns1:pt x="0" y="23"/>
                    <ns1:pt x="0" y="23"/>
                    <ns1:pt x="0" y="23"/>
                  </ns1:cubicBezTo>
                  <ns1:cubicBezTo>
                    <ns1:pt x="2" y="24"/>
                    <ns1:pt x="4" y="26"/>
                    <ns1:pt x="5" y="27"/>
                  </ns1:cubicBezTo>
                  <ns1:cubicBezTo>
                    <ns1:pt x="13" y="31"/>
                    <ns1:pt x="13" y="31"/>
                    <ns1:pt x="13" y="31"/>
                  </ns1:cubicBezTo>
                  <ns1:cubicBezTo>
                    <ns1:pt x="14" y="32"/>
                    <ns1:pt x="16" y="31"/>
                    <ns1:pt x="16" y="29"/>
                  </ns1:cubicBezTo>
                  <ns1:cubicBezTo>
                    <ns1:pt x="16" y="3"/>
                    <ns1:pt x="16" y="3"/>
                    <ns1:pt x="16" y="3"/>
                  </ns1:cubicBezTo>
                  <ns1:cubicBezTo>
                    <ns1:pt x="16" y="1"/>
                    <ns1:pt x="14" y="0"/>
                    <ns1:pt x="13" y="1"/>
                  </ns1:cubicBezTo>
                  <ns1:close/>
                </ns1:path>
              </ns1:pathLst>
            </ns1:custGeom>
            <ns1:grpFill/>
            <ns1:ln>
              <ns1:noFill/>
            </ns1:ln>
            <ns1:extLst>
              <ns1:ext uri="{91240B29-F687-4F45-9708-019B960494DF}">
                <ns2:hiddenLine w="9525">
                  <ns1:solidFill>
                    <ns1:srgbClr val="000000"/>
                  </ns1:solidFill>
                  <ns1:round/>
                  <ns1:headEnd/>
                  <ns1:tailEnd/>
                </ns2:hiddenLine>
              </ns1:ext>
            </ns1:extLst>
          </ns0:spPr>
          <ns0:txBody>
            <ns1:bodyPr vert="horz" wrap="square" lIns="91440" tIns="45720" rIns="91440" bIns="45720" numCol="1" anchor="t" anchorCtr="0" compatLnSpc="1">
              <ns1:prstTxWarp prst="textNoShape">
                <ns1:avLst/>
              </ns1:prstTxWarp>
            </ns1:bodyPr>
            <ns1:lstStyle/>
            <ns1:p>
              <ns1:endParaRPr lang="id-ID" sz="2700"/>
            </ns1:p>
          </ns0:txBody>
        </ns0:sp>
      </ns0:grpSp>
      <ns0:sp>
        <ns0:nvSpPr>
          <ns0:cNvPr id="202" name="Freeform 153"/>
          <ns0:cNvSpPr>
            <ns1:spLocks/>
          </ns0:cNvSpPr>
          <ns0:nvPr/>
        </ns0:nvSpPr>
        <ns0:spPr bwMode="auto">
          <ns1:xfrm>
            <ns1:off x="3364931" y="2815967"/>
            <ns1:ext cx="364932" cy="364932"/>
          </ns1:xfrm>
          <ns1:custGeom>
            <ns1:avLst/>
            <ns1:gdLst>
              <ns1:gd name="T0" fmla="*/ 50 w 62"/>
              <ns1:gd name="T1" fmla="*/ 49 h 62"/>
              <ns1:gd name="T2" fmla="*/ 44 w 62"/>
              <ns1:gd name="T3" fmla="*/ 54 h 62"/>
              <ns1:gd name="T4" fmla="*/ 24 w 62"/>
              <ns1:gd name="T5" fmla="*/ 54 h 62"/>
              <ns1:gd name="T6" fmla="*/ 21 w 62"/>
              <ns1:gd name="T7" fmla="*/ 50 h 62"/>
              <ns1:gd name="T8" fmla="*/ 24 w 62"/>
              <ns1:gd name="T9" fmla="*/ 42 h 62"/>
              <ns1:gd name="T10" fmla="*/ 56 w 62"/>
              <ns1:gd name="T11" fmla="*/ 42 h 62"/>
              <ns1:gd name="T12" fmla="*/ 62 w 62"/>
              <ns1:gd name="T13" fmla="*/ 14 h 62"/>
              <ns1:gd name="T14" fmla="*/ 11 w 62"/>
              <ns1:gd name="T15" fmla="*/ 7 h 62"/>
              <ns1:gd name="T16" fmla="*/ 7 w 62"/>
              <ns1:gd name="T17" fmla="*/ 5 h 62"/>
              <ns1:gd name="T18" fmla="*/ 7 w 62"/>
              <ns1:gd name="T19" fmla="*/ 4 h 62"/>
              <ns1:gd name="T20" fmla="*/ 4 w 62"/>
              <ns1:gd name="T21" fmla="*/ 0 h 62"/>
              <ns1:gd name="T22" fmla="*/ 0 w 62"/>
              <ns1:gd name="T23" fmla="*/ 4 h 62"/>
              <ns1:gd name="T24" fmla="*/ 4 w 62"/>
              <ns1:gd name="T25" fmla="*/ 8 h 62"/>
              <ns1:gd name="T26" fmla="*/ 4 w 62"/>
              <ns1:gd name="T27" fmla="*/ 8 h 62"/>
              <ns1:gd name="T28" fmla="*/ 9 w 62"/>
              <ns1:gd name="T29" fmla="*/ 11 h 62"/>
              <ns1:gd name="T30" fmla="*/ 17 w 62"/>
              <ns1:gd name="T31" fmla="*/ 42 h 62"/>
              <ns1:gd name="T32" fmla="*/ 19 w 62"/>
              <ns1:gd name="T33" fmla="*/ 42 h 62"/>
              <ns1:gd name="T34" fmla="*/ 17 w 62"/>
              <ns1:gd name="T35" fmla="*/ 49 h 62"/>
              <ns1:gd name="T36" fmla="*/ 17 w 62"/>
              <ns1:gd name="T37" fmla="*/ 49 h 62"/>
              <ns1:gd name="T38" fmla="*/ 10 w 62"/>
              <ns1:gd name="T39" fmla="*/ 55 h 62"/>
              <ns1:gd name="T40" fmla="*/ 17 w 62"/>
              <ns1:gd name="T41" fmla="*/ 62 h 62"/>
              <ns1:gd name="T42" fmla="*/ 23 w 62"/>
              <ns1:gd name="T43" fmla="*/ 58 h 62"/>
              <ns1:gd name="T44" fmla="*/ 44 w 62"/>
              <ns1:gd name="T45" fmla="*/ 58 h 62"/>
              <ns1:gd name="T46" fmla="*/ 50 w 62"/>
              <ns1:gd name="T47" fmla="*/ 62 h 62"/>
              <ns1:gd name="T48" fmla="*/ 57 w 62"/>
              <ns1:gd name="T49" fmla="*/ 55 h 62"/>
              <ns1:gd name="T50" fmla="*/ 50 w 62"/>
              <ns1:gd name="T51" fmla="*/ 49 h 62"/>
            </ns1:gdLst>
            <ns1:ahLst/>
            <ns1:cxnLst>
              <ns1:cxn ang="0">
                <ns1:pos x="T0" y="T1"/>
              </ns1:cxn>
              <ns1:cxn ang="0">
                <ns1:pos x="T2" y="T3"/>
              </ns1:cxn>
              <ns1:cxn ang="0">
                <ns1:pos x="T4" y="T5"/>
              </ns1:cxn>
              <ns1:cxn ang="0">
                <ns1:pos x="T6" y="T7"/>
              </ns1:cxn>
              <ns1:cxn ang="0">
                <ns1:pos x="T8" y="T9"/>
              </ns1:cxn>
              <ns1:cxn ang="0">
                <ns1:pos x="T10" y="T11"/>
              </ns1:cxn>
              <ns1:cxn ang="0">
                <ns1:pos x="T12" y="T13"/>
              </ns1:cxn>
              <ns1:cxn ang="0">
                <ns1:pos x="T14" y="T15"/>
              </ns1:cxn>
              <ns1:cxn ang="0">
                <ns1:pos x="T16" y="T17"/>
              </ns1:cxn>
              <ns1:cxn ang="0">
                <ns1:pos x="T18" y="T19"/>
              </ns1:cxn>
              <ns1:cxn ang="0">
                <ns1:pos x="T20" y="T21"/>
              </ns1:cxn>
              <ns1:cxn ang="0">
                <ns1:pos x="T22" y="T23"/>
              </ns1:cxn>
              <ns1:cxn ang="0">
                <ns1:pos x="T24" y="T25"/>
              </ns1:cxn>
              <ns1:cxn ang="0">
                <ns1:pos x="T26" y="T27"/>
              </ns1:cxn>
              <ns1:cxn ang="0">
                <ns1:pos x="T28" y="T29"/>
              </ns1:cxn>
              <ns1:cxn ang="0">
                <ns1:pos x="T30" y="T31"/>
              </ns1:cxn>
              <ns1:cxn ang="0">
                <ns1:pos x="T32" y="T33"/>
              </ns1:cxn>
              <ns1:cxn ang="0">
                <ns1:pos x="T34" y="T35"/>
              </ns1:cxn>
              <ns1:cxn ang="0">
                <ns1:pos x="T36" y="T37"/>
              </ns1:cxn>
              <ns1:cxn ang="0">
                <ns1:pos x="T38" y="T39"/>
              </ns1:cxn>
              <ns1:cxn ang="0">
                <ns1:pos x="T40" y="T41"/>
              </ns1:cxn>
              <ns1:cxn ang="0">
                <ns1:pos x="T42" y="T43"/>
              </ns1:cxn>
              <ns1:cxn ang="0">
                <ns1:pos x="T44" y="T45"/>
              </ns1:cxn>
              <ns1:cxn ang="0">
                <ns1:pos x="T46" y="T47"/>
              </ns1:cxn>
              <ns1:cxn ang="0">
                <ns1:pos x="T48" y="T49"/>
              </ns1:cxn>
              <ns1:cxn ang="0">
                <ns1:pos x="T50" y="T51"/>
              </ns1:cxn>
            </ns1:cxnLst>
            <ns1:rect l="0" t="0" r="r" b="b"/>
            <ns1:pathLst>
              <ns1:path w="62" h="62">
                <ns1:moveTo>
                  <ns1:pt x="50" y="49"/>
                </ns1:moveTo>
                <ns1:cubicBezTo>
                  <ns1:pt x="47" y="49"/>
                  <ns1:pt x="45" y="51"/>
                  <ns1:pt x="44" y="54"/>
                </ns1:cubicBezTo>
                <ns1:cubicBezTo>
                  <ns1:pt x="24" y="54"/>
                  <ns1:pt x="24" y="54"/>
                  <ns1:pt x="24" y="54"/>
                </ns1:cubicBezTo>
                <ns1:cubicBezTo>
                  <ns1:pt x="23" y="52"/>
                  <ns1:pt x="22" y="51"/>
                  <ns1:pt x="21" y="50"/>
                </ns1:cubicBezTo>
                <ns1:cubicBezTo>
                  <ns1:pt x="24" y="42"/>
                  <ns1:pt x="24" y="42"/>
                  <ns1:pt x="24" y="42"/>
                </ns1:cubicBezTo>
                <ns1:cubicBezTo>
                  <ns1:pt x="56" y="42"/>
                  <ns1:pt x="56" y="42"/>
                  <ns1:pt x="56" y="42"/>
                </ns1:cubicBezTo>
                <ns1:cubicBezTo>
                  <ns1:pt x="62" y="14"/>
                  <ns1:pt x="62" y="14"/>
                  <ns1:pt x="62" y="14"/>
                </ns1:cubicBezTo>
                <ns1:cubicBezTo>
                  <ns1:pt x="11" y="7"/>
                  <ns1:pt x="11" y="7"/>
                  <ns1:pt x="11" y="7"/>
                </ns1:cubicBezTo>
                <ns1:cubicBezTo>
                  <ns1:pt x="7" y="5"/>
                  <ns1:pt x="7" y="5"/>
                  <ns1:pt x="7" y="5"/>
                </ns1:cubicBezTo>
                <ns1:cubicBezTo>
                  <ns1:pt x="7" y="4"/>
                  <ns1:pt x="7" y="4"/>
                  <ns1:pt x="7" y="4"/>
                </ns1:cubicBezTo>
                <ns1:cubicBezTo>
                  <ns1:pt x="7" y="2"/>
                  <ns1:pt x="6" y="0"/>
                  <ns1:pt x="4" y="0"/>
                </ns1:cubicBezTo>
                <ns1:cubicBezTo>
                  <ns1:pt x="1" y="0"/>
                  <ns1:pt x="0" y="2"/>
                  <ns1:pt x="0" y="4"/>
                </ns1:cubicBezTo>
                <ns1:cubicBezTo>
                  <ns1:pt x="0" y="6"/>
                  <ns1:pt x="1" y="8"/>
                  <ns1:pt x="4" y="8"/>
                </ns1:cubicBezTo>
                <ns1:cubicBezTo>
                  <ns1:pt x="4" y="8"/>
                  <ns1:pt x="4" y="8"/>
                  <ns1:pt x="4" y="8"/>
                </ns1:cubicBezTo>
                <ns1:cubicBezTo>
                  <ns1:pt x="9" y="11"/>
                  <ns1:pt x="9" y="11"/>
                  <ns1:pt x="9" y="11"/>
                </ns1:cubicBezTo>
                <ns1:cubicBezTo>
                  <ns1:pt x="17" y="42"/>
                  <ns1:pt x="17" y="42"/>
                  <ns1:pt x="17" y="42"/>
                </ns1:cubicBezTo>
                <ns1:cubicBezTo>
                  <ns1:pt x="19" y="42"/>
                  <ns1:pt x="19" y="42"/>
                  <ns1:pt x="19" y="42"/>
                </ns1:cubicBezTo>
                <ns1:cubicBezTo>
                  <ns1:pt x="17" y="49"/>
                  <ns1:pt x="17" y="49"/>
                  <ns1:pt x="17" y="49"/>
                </ns1:cubicBezTo>
                <ns1:cubicBezTo>
                  <ns1:pt x="17" y="49"/>
                  <ns1:pt x="17" y="49"/>
                  <ns1:pt x="17" y="49"/>
                </ns1:cubicBezTo>
                <ns1:cubicBezTo>
                  <ns1:pt x="13" y="49"/>
                  <ns1:pt x="10" y="52"/>
                  <ns1:pt x="10" y="55"/>
                </ns1:cubicBezTo>
                <ns1:cubicBezTo>
                  <ns1:pt x="10" y="59"/>
                  <ns1:pt x="13" y="62"/>
                  <ns1:pt x="17" y="62"/>
                </ns1:cubicBezTo>
                <ns1:cubicBezTo>
                  <ns1:pt x="20" y="62"/>
                  <ns1:pt x="22" y="60"/>
                  <ns1:pt x="23" y="58"/>
                </ns1:cubicBezTo>
                <ns1:cubicBezTo>
                  <ns1:pt x="44" y="58"/>
                  <ns1:pt x="44" y="58"/>
                  <ns1:pt x="44" y="58"/>
                </ns1:cubicBezTo>
                <ns1:cubicBezTo>
                  <ns1:pt x="45" y="60"/>
                  <ns1:pt x="47" y="62"/>
                  <ns1:pt x="50" y="62"/>
                </ns1:cubicBezTo>
                <ns1:cubicBezTo>
                  <ns1:pt x="54" y="62"/>
                  <ns1:pt x="57" y="59"/>
                  <ns1:pt x="57" y="55"/>
                </ns1:cubicBezTo>
                <ns1:cubicBezTo>
                  <ns1:pt x="57" y="52"/>
                  <ns1:pt x="54" y="49"/>
                  <ns1:pt x="50" y="49"/>
                </ns1:cubicBezTo>
                <ns1:close/>
              </ns1:path>
            </ns1:pathLst>
          </ns1:custGeom>
          <ns1:solidFill>
            <ns1:schemeClr val="tx1"/>
          </ns1:solidFill>
          <ns1:ln>
            <ns1:noFill/>
          </ns1:ln>
          <ns1:extLst/>
        </ns0:spPr>
        <ns0:txBody>
          <ns1:bodyPr vert="horz" wrap="square" lIns="91440" tIns="45720" rIns="91440" bIns="45720" numCol="1" anchor="t" anchorCtr="0" compatLnSpc="1">
            <ns1:prstTxWarp prst="textNoShape">
              <ns1:avLst/>
            </ns1:prstTxWarp>
          </ns1:bodyPr>
          <ns1:lstStyle/>
          <ns1:p>
            <ns1:endParaRPr lang="id-ID" sz="2700"/>
          </ns1:p>
        </ns0:txBody>
      </ns0:sp>
      <ns0:sp>
        <ns0:nvSpPr>
          <ns0:cNvPr id="203" name="Freeform 322"/>
          <ns0:cNvSpPr>
            <ns1:spLocks/>
          </ns0:cNvSpPr>
          <ns0:nvPr/>
        </ns0:nvSpPr>
        <ns0:spPr bwMode="auto">
          <ns1:xfrm>
            <ns1:off x="2298894" y="2811002"/>
            <ns1:ext cx="352518" cy="374862"/>
          </ns1:xfrm>
          <ns1:custGeom>
            <ns1:avLst/>
            <ns1:gdLst>
              <ns1:gd name="T0" fmla="*/ 32 w 60"/>
              <ns1:gd name="T1" fmla="*/ 4 h 64"/>
              <ns1:gd name="T2" fmla="*/ 32 w 60"/>
              <ns1:gd name="T3" fmla="*/ 2 h 64"/>
              <ns1:gd name="T4" fmla="*/ 30 w 60"/>
              <ns1:gd name="T5" fmla="*/ 0 h 64"/>
              <ns1:gd name="T6" fmla="*/ 28 w 60"/>
              <ns1:gd name="T7" fmla="*/ 2 h 64"/>
              <ns1:gd name="T8" fmla="*/ 28 w 60"/>
              <ns1:gd name="T9" fmla="*/ 4 h 64"/>
              <ns1:gd name="T10" fmla="*/ 0 w 60"/>
              <ns1:gd name="T11" fmla="*/ 34 h 64"/>
              <ns1:gd name="T12" fmla="*/ 0 w 60"/>
              <ns1:gd name="T13" fmla="*/ 36 h 64"/>
              <ns1:gd name="T14" fmla="*/ 0 w 60"/>
              <ns1:gd name="T15" fmla="*/ 36 h 64"/>
              <ns1:gd name="T16" fmla="*/ 10 w 60"/>
              <ns1:gd name="T17" fmla="*/ 28 h 64"/>
              <ns1:gd name="T18" fmla="*/ 20 w 60"/>
              <ns1:gd name="T19" fmla="*/ 36 h 64"/>
              <ns1:gd name="T20" fmla="*/ 20 w 60"/>
              <ns1:gd name="T21" fmla="*/ 36 h 64"/>
              <ns1:gd name="T22" fmla="*/ 28 w 60"/>
              <ns1:gd name="T23" fmla="*/ 28 h 64"/>
              <ns1:gd name="T24" fmla="*/ 28 w 60"/>
              <ns1:gd name="T25" fmla="*/ 50 h 64"/>
              <ns1:gd name="T26" fmla="*/ 22 w 60"/>
              <ns1:gd name="T27" fmla="*/ 60 h 64"/>
              <ns1:gd name="T28" fmla="*/ 16 w 60"/>
              <ns1:gd name="T29" fmla="*/ 54 h 64"/>
              <ns1:gd name="T30" fmla="*/ 14 w 60"/>
              <ns1:gd name="T31" fmla="*/ 52 h 64"/>
              <ns1:gd name="T32" fmla="*/ 12 w 60"/>
              <ns1:gd name="T33" fmla="*/ 54 h 64"/>
              <ns1:gd name="T34" fmla="*/ 22 w 60"/>
              <ns1:gd name="T35" fmla="*/ 64 h 64"/>
              <ns1:gd name="T36" fmla="*/ 32 w 60"/>
              <ns1:gd name="T37" fmla="*/ 50 h 64"/>
              <ns1:gd name="T38" fmla="*/ 32 w 60"/>
              <ns1:gd name="T39" fmla="*/ 28 h 64"/>
              <ns1:gd name="T40" fmla="*/ 40 w 60"/>
              <ns1:gd name="T41" fmla="*/ 36 h 64"/>
              <ns1:gd name="T42" fmla="*/ 40 w 60"/>
              <ns1:gd name="T43" fmla="*/ 36 h 64"/>
              <ns1:gd name="T44" fmla="*/ 50 w 60"/>
              <ns1:gd name="T45" fmla="*/ 28 h 64"/>
              <ns1:gd name="T46" fmla="*/ 60 w 60"/>
              <ns1:gd name="T47" fmla="*/ 36 h 64"/>
              <ns1:gd name="T48" fmla="*/ 60 w 60"/>
              <ns1:gd name="T49" fmla="*/ 36 h 64"/>
              <ns1:gd name="T50" fmla="*/ 60 w 60"/>
              <ns1:gd name="T51" fmla="*/ 34 h 64"/>
              <ns1:gd name="T52" fmla="*/ 32 w 60"/>
              <ns1:gd name="T53" fmla="*/ 4 h 64"/>
            </ns1:gdLst>
            <ns1:ahLst/>
            <ns1:cxnLst>
              <ns1:cxn ang="0">
                <ns1:pos x="T0" y="T1"/>
              </ns1:cxn>
              <ns1:cxn ang="0">
                <ns1:pos x="T2" y="T3"/>
              </ns1:cxn>
              <ns1:cxn ang="0">
                <ns1:pos x="T4" y="T5"/>
              </ns1:cxn>
              <ns1:cxn ang="0">
                <ns1:pos x="T6" y="T7"/>
              </ns1:cxn>
              <ns1:cxn ang="0">
                <ns1:pos x="T8" y="T9"/>
              </ns1:cxn>
              <ns1:cxn ang="0">
                <ns1:pos x="T10" y="T11"/>
              </ns1:cxn>
              <ns1:cxn ang="0">
                <ns1:pos x="T12" y="T13"/>
              </ns1:cxn>
              <ns1:cxn ang="0">
                <ns1:pos x="T14" y="T15"/>
              </ns1:cxn>
              <ns1:cxn ang="0">
                <ns1:pos x="T16" y="T17"/>
              </ns1:cxn>
              <ns1:cxn ang="0">
                <ns1:pos x="T18" y="T19"/>
              </ns1:cxn>
              <ns1:cxn ang="0">
                <ns1:pos x="T20" y="T21"/>
              </ns1:cxn>
              <ns1:cxn ang="0">
                <ns1:pos x="T22" y="T23"/>
              </ns1:cxn>
              <ns1:cxn ang="0">
                <ns1:pos x="T24" y="T25"/>
              </ns1:cxn>
              <ns1:cxn ang="0">
                <ns1:pos x="T26" y="T27"/>
              </ns1:cxn>
              <ns1:cxn ang="0">
                <ns1:pos x="T28" y="T29"/>
              </ns1:cxn>
              <ns1:cxn ang="0">
                <ns1:pos x="T30" y="T31"/>
              </ns1:cxn>
              <ns1:cxn ang="0">
                <ns1:pos x="T32" y="T33"/>
              </ns1:cxn>
              <ns1:cxn ang="0">
                <ns1:pos x="T34" y="T35"/>
              </ns1:cxn>
              <ns1:cxn ang="0">
                <ns1:pos x="T36" y="T37"/>
              </ns1:cxn>
              <ns1:cxn ang="0">
                <ns1:pos x="T38" y="T39"/>
              </ns1:cxn>
              <ns1:cxn ang="0">
                <ns1:pos x="T40" y="T41"/>
              </ns1:cxn>
              <ns1:cxn ang="0">
                <ns1:pos x="T42" y="T43"/>
              </ns1:cxn>
              <ns1:cxn ang="0">
                <ns1:pos x="T44" y="T45"/>
              </ns1:cxn>
              <ns1:cxn ang="0">
                <ns1:pos x="T46" y="T47"/>
              </ns1:cxn>
              <ns1:cxn ang="0">
                <ns1:pos x="T48" y="T49"/>
              </ns1:cxn>
              <ns1:cxn ang="0">
                <ns1:pos x="T50" y="T51"/>
              </ns1:cxn>
              <ns1:cxn ang="0">
                <ns1:pos x="T52" y="T53"/>
              </ns1:cxn>
            </ns1:cxnLst>
            <ns1:rect l="0" t="0" r="r" b="b"/>
            <ns1:pathLst>
              <ns1:path w="60" h="64">
                <ns1:moveTo>
                  <ns1:pt x="32" y="4"/>
                </ns1:moveTo>
                <ns1:cubicBezTo>
                  <ns1:pt x="32" y="2"/>
                  <ns1:pt x="32" y="2"/>
                  <ns1:pt x="32" y="2"/>
                </ns1:cubicBezTo>
                <ns1:cubicBezTo>
                  <ns1:pt x="32" y="1"/>
                  <ns1:pt x="31" y="0"/>
                  <ns1:pt x="30" y="0"/>
                </ns1:cubicBezTo>
                <ns1:cubicBezTo>
                  <ns1:pt x="29" y="0"/>
                  <ns1:pt x="28" y="1"/>
                  <ns1:pt x="28" y="2"/>
                </ns1:cubicBezTo>
                <ns1:cubicBezTo>
                  <ns1:pt x="28" y="4"/>
                  <ns1:pt x="28" y="4"/>
                  <ns1:pt x="28" y="4"/>
                </ns1:cubicBezTo>
                <ns1:cubicBezTo>
                  <ns1:pt x="12" y="5"/>
                  <ns1:pt x="0" y="18"/>
                  <ns1:pt x="0" y="34"/>
                </ns1:cubicBezTo>
                <ns1:cubicBezTo>
                  <ns1:pt x="0" y="35"/>
                  <ns1:pt x="0" y="35"/>
                  <ns1:pt x="0" y="36"/>
                </ns1:cubicBezTo>
                <ns1:cubicBezTo>
                  <ns1:pt x="0" y="36"/>
                  <ns1:pt x="0" y="36"/>
                  <ns1:pt x="0" y="36"/>
                </ns1:cubicBezTo>
                <ns1:cubicBezTo>
                  <ns1:pt x="1" y="31"/>
                  <ns1:pt x="5" y="28"/>
                  <ns1:pt x="10" y="28"/>
                </ns1:cubicBezTo>
                <ns1:cubicBezTo>
                  <ns1:pt x="15" y="28"/>
                  <ns1:pt x="19" y="31"/>
                  <ns1:pt x="20" y="36"/>
                </ns1:cubicBezTo>
                <ns1:cubicBezTo>
                  <ns1:pt x="20" y="36"/>
                  <ns1:pt x="20" y="36"/>
                  <ns1:pt x="20" y="36"/>
                </ns1:cubicBezTo>
                <ns1:cubicBezTo>
                  <ns1:pt x="21" y="32"/>
                  <ns1:pt x="24" y="29"/>
                  <ns1:pt x="28" y="28"/>
                </ns1:cubicBezTo>
                <ns1:cubicBezTo>
                  <ns1:pt x="28" y="50"/>
                  <ns1:pt x="28" y="50"/>
                  <ns1:pt x="28" y="50"/>
                </ns1:cubicBezTo>
                <ns1:cubicBezTo>
                  <ns1:pt x="28" y="60"/>
                  <ns1:pt x="26" y="60"/>
                  <ns1:pt x="22" y="60"/>
                </ns1:cubicBezTo>
                <ns1:cubicBezTo>
                  <ns1:pt x="16" y="60"/>
                  <ns1:pt x="16" y="58"/>
                  <ns1:pt x="16" y="54"/>
                </ns1:cubicBezTo>
                <ns1:cubicBezTo>
                  <ns1:pt x="16" y="53"/>
                  <ns1:pt x="15" y="52"/>
                  <ns1:pt x="14" y="52"/>
                </ns1:cubicBezTo>
                <ns1:cubicBezTo>
                  <ns1:pt x="13" y="52"/>
                  <ns1:pt x="12" y="53"/>
                  <ns1:pt x="12" y="54"/>
                </ns1:cubicBezTo>
                <ns1:cubicBezTo>
                  <ns1:pt x="12" y="58"/>
                  <ns1:pt x="12" y="64"/>
                  <ns1:pt x="22" y="64"/>
                </ns1:cubicBezTo>
                <ns1:cubicBezTo>
                  <ns1:pt x="27" y="64"/>
                  <ns1:pt x="32" y="63"/>
                  <ns1:pt x="32" y="50"/>
                </ns1:cubicBezTo>
                <ns1:cubicBezTo>
                  <ns1:pt x="32" y="28"/>
                  <ns1:pt x="32" y="28"/>
                  <ns1:pt x="32" y="28"/>
                </ns1:cubicBezTo>
                <ns1:cubicBezTo>
                  <ns1:pt x="36" y="29"/>
                  <ns1:pt x="39" y="32"/>
                  <ns1:pt x="40" y="36"/>
                </ns1:cubicBezTo>
                <ns1:cubicBezTo>
                  <ns1:pt x="40" y="36"/>
                  <ns1:pt x="40" y="36"/>
                  <ns1:pt x="40" y="36"/>
                </ns1:cubicBezTo>
                <ns1:cubicBezTo>
                  <ns1:pt x="41" y="31"/>
                  <ns1:pt x="45" y="28"/>
                  <ns1:pt x="50" y="28"/>
                </ns1:cubicBezTo>
                <ns1:cubicBezTo>
                  <ns1:pt x="55" y="28"/>
                  <ns1:pt x="59" y="31"/>
                  <ns1:pt x="60" y="36"/>
                </ns1:cubicBezTo>
                <ns1:cubicBezTo>
                  <ns1:pt x="60" y="36"/>
                  <ns1:pt x="60" y="36"/>
                  <ns1:pt x="60" y="36"/>
                </ns1:cubicBezTo>
                <ns1:cubicBezTo>
                  <ns1:pt x="60" y="35"/>
                  <ns1:pt x="60" y="35"/>
                  <ns1:pt x="60" y="34"/>
                </ns1:cubicBezTo>
                <ns1:cubicBezTo>
                  <ns1:pt x="60" y="18"/>
                  <ns1:pt x="48" y="5"/>
                  <ns1:pt x="32" y="4"/>
                </ns1:cubicBezTo>
                <ns1:close/>
              </ns1:path>
            </ns1:pathLst>
          </ns1:custGeom>
          <ns1:solidFill>
            <ns1:schemeClr val="tx1"/>
          </ns1:solidFill>
          <ns1:ln>
            <ns1:noFill/>
          </ns1:ln>
          <ns1:extLst/>
        </ns0:spPr>
        <ns0:txBody>
          <ns1:bodyPr vert="horz" wrap="square" lIns="91440" tIns="45720" rIns="91440" bIns="45720" numCol="1" anchor="t" anchorCtr="0" compatLnSpc="1">
            <ns1:prstTxWarp prst="textNoShape">
              <ns1:avLst/>
            </ns1:prstTxWarp>
          </ns1:bodyPr>
          <ns1:lstStyle/>
          <ns1:p>
            <ns1:endParaRPr lang="id-ID" sz="2700"/>
          </ns1:p>
        </ns0:txBody>
      </ns0:sp>
      <ns0:sp>
        <ns0:nvSpPr>
          <ns0:cNvPr id="204" name="Freeform 344"/>
          <ns0:cNvSpPr>
            <ns1:spLocks noEditPoints="1"/>
          </ns0:cNvSpPr>
          <ns0:nvPr/>
        </ns0:nvSpPr>
        <ns0:spPr bwMode="auto">
          <ns1:xfrm>
            <ns1:off x="4435932" y="2828959"/>
            <ns1:ext cx="338951" cy="338951"/>
          </ns1:xfrm>
          <ns1:custGeom>
            <ns1:avLst/>
            <ns1:gdLst>
              <ns1:gd name="T0" fmla="*/ 60 w 64"/>
              <ns1:gd name="T1" fmla="*/ 5 h 64"/>
              <ns1:gd name="T2" fmla="*/ 32 w 64"/>
              <ns1:gd name="T3" fmla="*/ 0 h 64"/>
              <ns1:gd name="T4" fmla="*/ 4 w 64"/>
              <ns1:gd name="T5" fmla="*/ 5 h 64"/>
              <ns1:gd name="T6" fmla="*/ 0 w 64"/>
              <ns1:gd name="T7" fmla="*/ 10 h 64"/>
              <ns1:gd name="T8" fmla="*/ 0 w 64"/>
              <ns1:gd name="T9" fmla="*/ 54 h 64"/>
              <ns1:gd name="T10" fmla="*/ 4 w 64"/>
              <ns1:gd name="T11" fmla="*/ 59 h 64"/>
              <ns1:gd name="T12" fmla="*/ 32 w 64"/>
              <ns1:gd name="T13" fmla="*/ 64 h 64"/>
              <ns1:gd name="T14" fmla="*/ 60 w 64"/>
              <ns1:gd name="T15" fmla="*/ 59 h 64"/>
              <ns1:gd name="T16" fmla="*/ 64 w 64"/>
              <ns1:gd name="T17" fmla="*/ 54 h 64"/>
              <ns1:gd name="T18" fmla="*/ 64 w 64"/>
              <ns1:gd name="T19" fmla="*/ 10 h 64"/>
              <ns1:gd name="T20" fmla="*/ 60 w 64"/>
              <ns1:gd name="T21" fmla="*/ 5 h 64"/>
              <ns1:gd name="T22" fmla="*/ 32 w 64"/>
              <ns1:gd name="T23" fmla="*/ 4 h 64"/>
              <ns1:gd name="T24" fmla="*/ 60 w 64"/>
              <ns1:gd name="T25" fmla="*/ 10 h 64"/>
              <ns1:gd name="T26" fmla="*/ 32 w 64"/>
              <ns1:gd name="T27" fmla="*/ 16 h 64"/>
              <ns1:gd name="T28" fmla="*/ 4 w 64"/>
              <ns1:gd name="T29" fmla="*/ 10 h 64"/>
              <ns1:gd name="T30" fmla="*/ 32 w 64"/>
              <ns1:gd name="T31" fmla="*/ 4 h 64"/>
              <ns1:gd name="T32" fmla="*/ 32 w 64"/>
              <ns1:gd name="T33" fmla="*/ 20 h 64"/>
              <ns1:gd name="T34" fmla="*/ 60 w 64"/>
              <ns1:gd name="T35" fmla="*/ 15 h 64"/>
              <ns1:gd name="T36" fmla="*/ 60 w 64"/>
              <ns1:gd name="T37" fmla="*/ 24 h 64"/>
              <ns1:gd name="T38" fmla="*/ 60 w 64"/>
              <ns1:gd name="T39" fmla="*/ 24 h 64"/>
              <ns1:gd name="T40" fmla="*/ 32 w 64"/>
              <ns1:gd name="T41" fmla="*/ 30 h 64"/>
              <ns1:gd name="T42" fmla="*/ 4 w 64"/>
              <ns1:gd name="T43" fmla="*/ 24 h 64"/>
              <ns1:gd name="T44" fmla="*/ 4 w 64"/>
              <ns1:gd name="T45" fmla="*/ 24 h 64"/>
              <ns1:gd name="T46" fmla="*/ 4 w 64"/>
              <ns1:gd name="T47" fmla="*/ 15 h 64"/>
              <ns1:gd name="T48" fmla="*/ 32 w 64"/>
              <ns1:gd name="T49" fmla="*/ 20 h 64"/>
              <ns1:gd name="T50" fmla="*/ 60 w 64"/>
              <ns1:gd name="T51" fmla="*/ 54 h 64"/>
              <ns1:gd name="T52" fmla="*/ 60 w 64"/>
              <ns1:gd name="T53" fmla="*/ 54 h 64"/>
              <ns1:gd name="T54" fmla="*/ 32 w 64"/>
              <ns1:gd name="T55" fmla="*/ 60 h 64"/>
              <ns1:gd name="T56" fmla="*/ 4 w 64"/>
              <ns1:gd name="T57" fmla="*/ 54 h 64"/>
              <ns1:gd name="T58" fmla="*/ 4 w 64"/>
              <ns1:gd name="T59" fmla="*/ 54 h 64"/>
              <ns1:gd name="T60" fmla="*/ 4 w 64"/>
              <ns1:gd name="T61" fmla="*/ 43 h 64"/>
              <ns1:gd name="T62" fmla="*/ 32 w 64"/>
              <ns1:gd name="T63" fmla="*/ 48 h 64"/>
              <ns1:gd name="T64" fmla="*/ 60 w 64"/>
              <ns1:gd name="T65" fmla="*/ 43 h 64"/>
              <ns1:gd name="T66" fmla="*/ 60 w 64"/>
              <ns1:gd name="T67" fmla="*/ 54 h 64"/>
              <ns1:gd name="T68" fmla="*/ 60 w 64"/>
              <ns1:gd name="T69" fmla="*/ 38 h 64"/>
              <ns1:gd name="T70" fmla="*/ 60 w 64"/>
              <ns1:gd name="T71" fmla="*/ 38 h 64"/>
              <ns1:gd name="T72" fmla="*/ 32 w 64"/>
              <ns1:gd name="T73" fmla="*/ 44 h 64"/>
              <ns1:gd name="T74" fmla="*/ 4 w 64"/>
              <ns1:gd name="T75" fmla="*/ 38 h 64"/>
              <ns1:gd name="T76" fmla="*/ 4 w 64"/>
              <ns1:gd name="T77" fmla="*/ 38 h 64"/>
              <ns1:gd name="T78" fmla="*/ 4 w 64"/>
              <ns1:gd name="T79" fmla="*/ 29 h 64"/>
              <ns1:gd name="T80" fmla="*/ 32 w 64"/>
              <ns1:gd name="T81" fmla="*/ 34 h 64"/>
              <ns1:gd name="T82" fmla="*/ 60 w 64"/>
              <ns1:gd name="T83" fmla="*/ 29 h 64"/>
              <ns1:gd name="T84" fmla="*/ 60 w 64"/>
              <ns1:gd name="T85" fmla="*/ 38 h 64"/>
            </ns1:gdLst>
            <ns1:ahLst/>
            <ns1:cxnLst>
              <ns1:cxn ang="0">
                <ns1:pos x="T0" y="T1"/>
              </ns1:cxn>
              <ns1:cxn ang="0">
                <ns1:pos x="T2" y="T3"/>
              </ns1:cxn>
              <ns1:cxn ang="0">
                <ns1:pos x="T4" y="T5"/>
              </ns1:cxn>
              <ns1:cxn ang="0">
                <ns1:pos x="T6" y="T7"/>
              </ns1:cxn>
              <ns1:cxn ang="0">
                <ns1:pos x="T8" y="T9"/>
              </ns1:cxn>
              <ns1:cxn ang="0">
                <ns1:pos x="T10" y="T11"/>
              </ns1:cxn>
              <ns1:cxn ang="0">
                <ns1:pos x="T12" y="T13"/>
              </ns1:cxn>
              <ns1:cxn ang="0">
                <ns1:pos x="T14" y="T15"/>
              </ns1:cxn>
              <ns1:cxn ang="0">
                <ns1:pos x="T16" y="T17"/>
              </ns1:cxn>
              <ns1:cxn ang="0">
                <ns1:pos x="T18" y="T19"/>
              </ns1:cxn>
              <ns1:cxn ang="0">
                <ns1:pos x="T20" y="T21"/>
              </ns1:cxn>
              <ns1:cxn ang="0">
                <ns1:pos x="T22" y="T23"/>
              </ns1:cxn>
              <ns1:cxn ang="0">
                <ns1:pos x="T24" y="T25"/>
              </ns1:cxn>
              <ns1:cxn ang="0">
                <ns1:pos x="T26" y="T27"/>
              </ns1:cxn>
              <ns1:cxn ang="0">
                <ns1:pos x="T28" y="T29"/>
              </ns1:cxn>
              <ns1:cxn ang="0">
                <ns1:pos x="T30" y="T31"/>
              </ns1:cxn>
              <ns1:cxn ang="0">
                <ns1:pos x="T32" y="T33"/>
              </ns1:cxn>
              <ns1:cxn ang="0">
                <ns1:pos x="T34" y="T35"/>
              </ns1:cxn>
              <ns1:cxn ang="0">
                <ns1:pos x="T36" y="T37"/>
              </ns1:cxn>
              <ns1:cxn ang="0">
                <ns1:pos x="T38" y="T39"/>
              </ns1:cxn>
              <ns1:cxn ang="0">
                <ns1:pos x="T40" y="T41"/>
              </ns1:cxn>
              <ns1:cxn ang="0">
                <ns1:pos x="T42" y="T43"/>
              </ns1:cxn>
              <ns1:cxn ang="0">
                <ns1:pos x="T44" y="T45"/>
              </ns1:cxn>
              <ns1:cxn ang="0">
                <ns1:pos x="T46" y="T47"/>
              </ns1:cxn>
              <ns1:cxn ang="0">
                <ns1:pos x="T48" y="T49"/>
              </ns1:cxn>
              <ns1:cxn ang="0">
                <ns1:pos x="T50" y="T51"/>
              </ns1:cxn>
              <ns1:cxn ang="0">
                <ns1:pos x="T52" y="T53"/>
              </ns1:cxn>
              <ns1:cxn ang="0">
                <ns1:pos x="T54" y="T55"/>
              </ns1:cxn>
              <ns1:cxn ang="0">
                <ns1:pos x="T56" y="T57"/>
              </ns1:cxn>
              <ns1:cxn ang="0">
                <ns1:pos x="T58" y="T59"/>
              </ns1:cxn>
              <ns1:cxn ang="0">
                <ns1:pos x="T60" y="T61"/>
              </ns1:cxn>
              <ns1:cxn ang="0">
                <ns1:pos x="T62" y="T63"/>
              </ns1:cxn>
              <ns1:cxn ang="0">
                <ns1:pos x="T64" y="T65"/>
              </ns1:cxn>
              <ns1:cxn ang="0">
                <ns1:pos x="T66" y="T67"/>
              </ns1:cxn>
              <ns1:cxn ang="0">
                <ns1:pos x="T68" y="T69"/>
              </ns1:cxn>
              <ns1:cxn ang="0">
                <ns1:pos x="T70" y="T71"/>
              </ns1:cxn>
              <ns1:cxn ang="0">
                <ns1:pos x="T72" y="T73"/>
              </ns1:cxn>
              <ns1:cxn ang="0">
                <ns1:pos x="T74" y="T75"/>
              </ns1:cxn>
              <ns1:cxn ang="0">
                <ns1:pos x="T76" y="T77"/>
              </ns1:cxn>
              <ns1:cxn ang="0">
                <ns1:pos x="T78" y="T79"/>
              </ns1:cxn>
              <ns1:cxn ang="0">
                <ns1:pos x="T80" y="T81"/>
              </ns1:cxn>
              <ns1:cxn ang="0">
                <ns1:pos x="T82" y="T83"/>
              </ns1:cxn>
              <ns1:cxn ang="0">
                <ns1:pos x="T84" y="T85"/>
              </ns1:cxn>
            </ns1:cxnLst>
            <ns1:rect l="0" t="0" r="r" b="b"/>
            <ns1:pathLst>
              <ns1:path w="64" h="64">
                <ns1:moveTo>
                  <ns1:pt x="60" y="5"/>
                </ns1:moveTo>
                <ns1:cubicBezTo>
                  <ns1:pt x="55" y="2"/>
                  <ns1:pt x="44" y="0"/>
                  <ns1:pt x="32" y="0"/>
                </ns1:cubicBezTo>
                <ns1:cubicBezTo>
                  <ns1:pt x="20" y="0"/>
                  <ns1:pt x="9" y="2"/>
                  <ns1:pt x="4" y="5"/>
                </ns1:cubicBezTo>
                <ns1:cubicBezTo>
                  <ns1:pt x="1" y="7"/>
                  <ns1:pt x="0" y="8"/>
                  <ns1:pt x="0" y="10"/>
                </ns1:cubicBezTo>
                <ns1:cubicBezTo>
                  <ns1:pt x="0" y="54"/>
                  <ns1:pt x="0" y="54"/>
                  <ns1:pt x="0" y="54"/>
                </ns1:cubicBezTo>
                <ns1:cubicBezTo>
                  <ns1:pt x="0" y="56"/>
                  <ns1:pt x="1" y="57"/>
                  <ns1:pt x="4" y="59"/>
                </ns1:cubicBezTo>
                <ns1:cubicBezTo>
                  <ns1:pt x="9" y="62"/>
                  <ns1:pt x="20" y="64"/>
                  <ns1:pt x="32" y="64"/>
                </ns1:cubicBezTo>
                <ns1:cubicBezTo>
                  <ns1:pt x="44" y="64"/>
                  <ns1:pt x="55" y="62"/>
                  <ns1:pt x="60" y="59"/>
                </ns1:cubicBezTo>
                <ns1:cubicBezTo>
                  <ns1:pt x="63" y="57"/>
                  <ns1:pt x="64" y="56"/>
                  <ns1:pt x="64" y="54"/>
                </ns1:cubicBezTo>
                <ns1:cubicBezTo>
                  <ns1:pt x="64" y="10"/>
                  <ns1:pt x="64" y="10"/>
                  <ns1:pt x="64" y="10"/>
                </ns1:cubicBezTo>
                <ns1:cubicBezTo>
                  <ns1:pt x="64" y="8"/>
                  <ns1:pt x="63" y="7"/>
                  <ns1:pt x="60" y="5"/>
                </ns1:cubicBezTo>
                <ns1:close/>
                <ns1:moveTo>
                  <ns1:pt x="32" y="4"/>
                </ns1:moveTo>
                <ns1:cubicBezTo>
                  <ns1:pt x="49" y="4"/>
                  <ns1:pt x="58" y="8"/>
                  <ns1:pt x="60" y="10"/>
                </ns1:cubicBezTo>
                <ns1:cubicBezTo>
                  <ns1:pt x="58" y="12"/>
                  <ns1:pt x="49" y="16"/>
                  <ns1:pt x="32" y="16"/>
                </ns1:cubicBezTo>
                <ns1:cubicBezTo>
                  <ns1:pt x="15" y="16"/>
                  <ns1:pt x="6" y="12"/>
                  <ns1:pt x="4" y="10"/>
                </ns1:cubicBezTo>
                <ns1:cubicBezTo>
                  <ns1:pt x="6" y="8"/>
                  <ns1:pt x="15" y="4"/>
                  <ns1:pt x="32" y="4"/>
                </ns1:cubicBezTo>
                <ns1:close/>
                <ns1:moveTo>
                  <ns1:pt x="32" y="20"/>
                </ns1:moveTo>
                <ns1:cubicBezTo>
                  <ns1:pt x="44" y="20"/>
                  <ns1:pt x="55" y="18"/>
                  <ns1:pt x="60" y="15"/>
                </ns1:cubicBezTo>
                <ns1:cubicBezTo>
                  <ns1:pt x="60" y="24"/>
                  <ns1:pt x="60" y="24"/>
                  <ns1:pt x="60" y="24"/>
                </ns1:cubicBezTo>
                <ns1:cubicBezTo>
                  <ns1:pt x="60" y="24"/>
                  <ns1:pt x="60" y="24"/>
                  <ns1:pt x="60" y="24"/>
                </ns1:cubicBezTo>
                <ns1:cubicBezTo>
                  <ns1:pt x="58" y="26"/>
                  <ns1:pt x="49" y="30"/>
                  <ns1:pt x="32" y="30"/>
                </ns1:cubicBezTo>
                <ns1:cubicBezTo>
                  <ns1:pt x="15" y="30"/>
                  <ns1:pt x="6" y="26"/>
                  <ns1:pt x="4" y="24"/>
                </ns1:cubicBezTo>
                <ns1:cubicBezTo>
                  <ns1:pt x="4" y="24"/>
                  <ns1:pt x="4" y="24"/>
                  <ns1:pt x="4" y="24"/>
                </ns1:cubicBezTo>
                <ns1:cubicBezTo>
                  <ns1:pt x="4" y="15"/>
                  <ns1:pt x="4" y="15"/>
                  <ns1:pt x="4" y="15"/>
                </ns1:cubicBezTo>
                <ns1:cubicBezTo>
                  <ns1:pt x="9" y="18"/>
                  <ns1:pt x="20" y="20"/>
                  <ns1:pt x="32" y="20"/>
                </ns1:cubicBezTo>
                <ns1:close/>
                <ns1:moveTo>
                  <ns1:pt x="60" y="54"/>
                </ns1:moveTo>
                <ns1:cubicBezTo>
                  <ns1:pt x="60" y="54"/>
                  <ns1:pt x="60" y="54"/>
                  <ns1:pt x="60" y="54"/>
                </ns1:cubicBezTo>
                <ns1:cubicBezTo>
                  <ns1:pt x="58" y="56"/>
                  <ns1:pt x="49" y="60"/>
                  <ns1:pt x="32" y="60"/>
                </ns1:cubicBezTo>
                <ns1:cubicBezTo>
                  <ns1:pt x="15" y="60"/>
                  <ns1:pt x="6" y="56"/>
                  <ns1:pt x="4" y="54"/>
                </ns1:cubicBezTo>
                <ns1:cubicBezTo>
                  <ns1:pt x="4" y="54"/>
                  <ns1:pt x="4" y="54"/>
                  <ns1:pt x="4" y="54"/>
                </ns1:cubicBezTo>
                <ns1:cubicBezTo>
                  <ns1:pt x="4" y="43"/>
                  <ns1:pt x="4" y="43"/>
                  <ns1:pt x="4" y="43"/>
                </ns1:cubicBezTo>
                <ns1:cubicBezTo>
                  <ns1:pt x="9" y="46"/>
                  <ns1:pt x="20" y="48"/>
                  <ns1:pt x="32" y="48"/>
                </ns1:cubicBezTo>
                <ns1:cubicBezTo>
                  <ns1:pt x="44" y="48"/>
                  <ns1:pt x="55" y="46"/>
                  <ns1:pt x="60" y="43"/>
                </ns1:cubicBezTo>
                <ns1:lnTo>
                  <ns1:pt x="60" y="54"/>
                </ns1:lnTo>
                <ns1:close/>
                <ns1:moveTo>
                  <ns1:pt x="60" y="38"/>
                </ns1:moveTo>
                <ns1:cubicBezTo>
                  <ns1:pt x="60" y="38"/>
                  <ns1:pt x="60" y="38"/>
                  <ns1:pt x="60" y="38"/>
                </ns1:cubicBezTo>
                <ns1:cubicBezTo>
                  <ns1:pt x="58" y="40"/>
                  <ns1:pt x="49" y="44"/>
                  <ns1:pt x="32" y="44"/>
                </ns1:cubicBezTo>
                <ns1:cubicBezTo>
                  <ns1:pt x="15" y="44"/>
                  <ns1:pt x="6" y="40"/>
                  <ns1:pt x="4" y="38"/>
                </ns1:cubicBezTo>
                <ns1:cubicBezTo>
                  <ns1:pt x="4" y="38"/>
                  <ns1:pt x="4" y="38"/>
                  <ns1:pt x="4" y="38"/>
                </ns1:cubicBezTo>
                <ns1:cubicBezTo>
                  <ns1:pt x="4" y="29"/>
                  <ns1:pt x="4" y="29"/>
                  <ns1:pt x="4" y="29"/>
                </ns1:cubicBezTo>
                <ns1:cubicBezTo>
                  <ns1:pt x="9" y="32"/>
                  <ns1:pt x="20" y="34"/>
                  <ns1:pt x="32" y="34"/>
                </ns1:cubicBezTo>
                <ns1:cubicBezTo>
                  <ns1:pt x="44" y="34"/>
                  <ns1:pt x="55" y="32"/>
                  <ns1:pt x="60" y="29"/>
                </ns1:cubicBezTo>
                <ns1:lnTo>
                  <ns1:pt x="60" y="38"/>
                </ns1:lnTo>
                <ns1:close/>
              </ns1:path>
            </ns1:pathLst>
          </ns1:custGeom>
          <ns1:solidFill>
            <ns1:schemeClr val="tx1"/>
          </ns1:solidFill>
          <ns1:ln>
            <ns1:noFill/>
          </ns1:ln>
          <ns1:extLst/>
        </ns0:spPr>
        <ns0:txBody>
          <ns1:bodyPr vert="horz" wrap="square" lIns="91440" tIns="45720" rIns="91440" bIns="45720" numCol="1" anchor="t" anchorCtr="0" compatLnSpc="1">
            <ns1:prstTxWarp prst="textNoShape">
              <ns1:avLst/>
            </ns1:prstTxWarp>
          </ns1:bodyPr>
          <ns1:lstStyle/>
          <ns1:p>
            <ns1:endParaRPr lang="id-ID" sz="2700"/>
          </ns1:p>
        </ns0:txBody>
      </ns0:sp>
      <ns0:grpSp>
        <ns0:nvGrpSpPr>
          <ns0:cNvPr id="205" name="Group 204"/>
          <ns0:cNvGrpSpPr/>
          <ns0:nvPr/>
        </ns0:nvGrpSpPr>
        <ns0:grpSpPr>
          <ns1:xfrm>
            <ns1:off x="368284" y="3681665"/>
            <ns1:ext cx="323402" cy="266415"/>
            <ns1:chOff x="9120188" y="247650"/>
            <ns1:chExt cx="720725" cy="593725"/>
          </ns1:xfrm>
          <ns1:solidFill>
            <ns1:schemeClr val="tx1"/>
          </ns1:solidFill>
        </ns0:grpSpPr>
        <ns0:sp>
          <ns0:nvSpPr>
            <ns0:cNvPr id="206" name="Freeform 5"/>
            <ns0:cNvSpPr>
              <ns1:spLocks noEditPoints="1"/>
            </ns0:cNvSpPr>
            <ns0:nvPr/>
          </ns0:nvSpPr>
          <ns0:spPr bwMode="auto">
            <ns1:xfrm>
              <ns1:off x="9120188" y="247650"/>
              <ns1:ext cx="720725" cy="593725"/>
            </ns1:xfrm>
            <ns1:custGeom>
              <ns1:avLst/>
              <ns1:gdLst>
                <ns1:gd name="T0" fmla="*/ 1401 w 1518"/>
                <ns1:gd name="T1" fmla="*/ 273 h 1251"/>
                <ns1:gd name="T2" fmla="*/ 1066 w 1518"/>
                <ns1:gd name="T3" fmla="*/ 273 h 1251"/>
                <ns1:gd name="T4" fmla="*/ 1014 w 1518"/>
                <ns1:gd name="T5" fmla="*/ 38 h 1251"/>
                <ns1:gd name="T6" fmla="*/ 974 w 1518"/>
                <ns1:gd name="T7" fmla="*/ 0 h 1251"/>
                <ns1:gd name="T8" fmla="*/ 558 w 1518"/>
                <ns1:gd name="T9" fmla="*/ 0 h 1251"/>
                <ns1:gd name="T10" fmla="*/ 518 w 1518"/>
                <ns1:gd name="T11" fmla="*/ 37 h 1251"/>
                <ns1:gd name="T12" fmla="*/ 466 w 1518"/>
                <ns1:gd name="T13" fmla="*/ 273 h 1251"/>
                <ns1:gd name="T14" fmla="*/ 118 w 1518"/>
                <ns1:gd name="T15" fmla="*/ 273 h 1251"/>
                <ns1:gd name="T16" fmla="*/ 0 w 1518"/>
                <ns1:gd name="T17" fmla="*/ 381 h 1251"/>
                <ns1:gd name="T18" fmla="*/ 0 w 1518"/>
                <ns1:gd name="T19" fmla="*/ 1127 h 1251"/>
                <ns1:gd name="T20" fmla="*/ 118 w 1518"/>
                <ns1:gd name="T21" fmla="*/ 1251 h 1251"/>
                <ns1:gd name="T22" fmla="*/ 1401 w 1518"/>
                <ns1:gd name="T23" fmla="*/ 1251 h 1251"/>
                <ns1:gd name="T24" fmla="*/ 1518 w 1518"/>
                <ns1:gd name="T25" fmla="*/ 1127 h 1251"/>
                <ns1:gd name="T26" fmla="*/ 1518 w 1518"/>
                <ns1:gd name="T27" fmla="*/ 381 h 1251"/>
                <ns1:gd name="T28" fmla="*/ 1401 w 1518"/>
                <ns1:gd name="T29" fmla="*/ 273 h 1251"/>
                <ns1:gd name="T30" fmla="*/ 766 w 1518"/>
                <ns1:gd name="T31" fmla="*/ 1127 h 1251"/>
                <ns1:gd name="T32" fmla="*/ 380 w 1518"/>
                <ns1:gd name="T33" fmla="*/ 740 h 1251"/>
                <ns1:gd name="T34" fmla="*/ 766 w 1518"/>
                <ns1:gd name="T35" fmla="*/ 354 h 1251"/>
                <ns1:gd name="T36" fmla="*/ 1153 w 1518"/>
                <ns1:gd name="T37" fmla="*/ 740 h 1251"/>
                <ns1:gd name="T38" fmla="*/ 766 w 1518"/>
                <ns1:gd name="T39" fmla="*/ 1127 h 1251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  <ns1:cxn ang="0">
                  <ns1:pos x="T14" y="T15"/>
                </ns1:cxn>
                <ns1:cxn ang="0">
                  <ns1:pos x="T16" y="T17"/>
                </ns1:cxn>
                <ns1:cxn ang="0">
                  <ns1:pos x="T18" y="T19"/>
                </ns1:cxn>
                <ns1:cxn ang="0">
                  <ns1:pos x="T20" y="T21"/>
                </ns1:cxn>
                <ns1:cxn ang="0">
                  <ns1:pos x="T22" y="T23"/>
                </ns1:cxn>
                <ns1:cxn ang="0">
                  <ns1:pos x="T24" y="T25"/>
                </ns1:cxn>
                <ns1:cxn ang="0">
                  <ns1:pos x="T26" y="T27"/>
                </ns1:cxn>
                <ns1:cxn ang="0">
                  <ns1:pos x="T28" y="T29"/>
                </ns1:cxn>
                <ns1:cxn ang="0">
                  <ns1:pos x="T30" y="T31"/>
                </ns1:cxn>
                <ns1:cxn ang="0">
                  <ns1:pos x="T32" y="T33"/>
                </ns1:cxn>
                <ns1:cxn ang="0">
                  <ns1:pos x="T34" y="T35"/>
                </ns1:cxn>
                <ns1:cxn ang="0">
                  <ns1:pos x="T36" y="T37"/>
                </ns1:cxn>
                <ns1:cxn ang="0">
                  <ns1:pos x="T38" y="T39"/>
                </ns1:cxn>
              </ns1:cxnLst>
              <ns1:rect l="0" t="0" r="r" b="b"/>
              <ns1:pathLst>
                <ns1:path w="1518" h="1251">
                  <ns1:moveTo>
                    <ns1:pt x="1401" y="273"/>
                  </ns1:moveTo>
                  <ns1:cubicBezTo>
                    <ns1:pt x="1066" y="273"/>
                    <ns1:pt x="1066" y="273"/>
                    <ns1:pt x="1066" y="273"/>
                  </ns1:cubicBezTo>
                  <ns1:cubicBezTo>
                    <ns1:pt x="1014" y="38"/>
                    <ns1:pt x="1014" y="38"/>
                    <ns1:pt x="1014" y="38"/>
                  </ns1:cubicBezTo>
                  <ns1:cubicBezTo>
                    <ns1:pt x="1010" y="20"/>
                    <ns1:pt x="992" y="0"/>
                    <ns1:pt x="974" y="0"/>
                  </ns1:cubicBezTo>
                  <ns1:cubicBezTo>
                    <ns1:pt x="558" y="0"/>
                    <ns1:pt x="558" y="0"/>
                    <ns1:pt x="558" y="0"/>
                  </ns1:cubicBezTo>
                  <ns1:cubicBezTo>
                    <ns1:pt x="540" y="0"/>
                    <ns1:pt x="522" y="19"/>
                    <ns1:pt x="518" y="37"/>
                  </ns1:cubicBezTo>
                  <ns1:cubicBezTo>
                    <ns1:pt x="466" y="273"/>
                    <ns1:pt x="466" y="273"/>
                    <ns1:pt x="466" y="273"/>
                  </ns1:cubicBezTo>
                  <ns1:cubicBezTo>
                    <ns1:pt x="118" y="273"/>
                    <ns1:pt x="118" y="273"/>
                    <ns1:pt x="118" y="273"/>
                  </ns1:cubicBezTo>
                  <ns1:cubicBezTo>
                    <ns1:pt x="53" y="273"/>
                    <ns1:pt x="0" y="317"/>
                    <ns1:pt x="0" y="381"/>
                  </ns1:cubicBezTo>
                  <ns1:cubicBezTo>
                    <ns1:pt x="0" y="1127"/>
                    <ns1:pt x="0" y="1127"/>
                    <ns1:pt x="0" y="1127"/>
                  </ns1:cubicBezTo>
                  <ns1:cubicBezTo>
                    <ns1:pt x="0" y="1191"/>
                    <ns1:pt x="53" y="1251"/>
                    <ns1:pt x="118" y="1251"/>
                  </ns1:cubicBezTo>
                  <ns1:cubicBezTo>
                    <ns1:pt x="1401" y="1251"/>
                    <ns1:pt x="1401" y="1251"/>
                    <ns1:pt x="1401" y="1251"/>
                  </ns1:cubicBezTo>
                  <ns1:cubicBezTo>
                    <ns1:pt x="1466" y="1251"/>
                    <ns1:pt x="1518" y="1191"/>
                    <ns1:pt x="1518" y="1127"/>
                  </ns1:cubicBezTo>
                  <ns1:cubicBezTo>
                    <ns1:pt x="1518" y="381"/>
                    <ns1:pt x="1518" y="381"/>
                    <ns1:pt x="1518" y="381"/>
                  </ns1:cubicBezTo>
                  <ns1:cubicBezTo>
                    <ns1:pt x="1518" y="317"/>
                    <ns1:pt x="1466" y="273"/>
                    <ns1:pt x="1401" y="273"/>
                  </ns1:cubicBezTo>
                  <ns1:close/>
                  <ns1:moveTo>
                    <ns1:pt x="766" y="1127"/>
                  </ns1:moveTo>
                  <ns1:cubicBezTo>
                    <ns1:pt x="553" y="1127"/>
                    <ns1:pt x="380" y="954"/>
                    <ns1:pt x="380" y="740"/>
                  </ns1:cubicBezTo>
                  <ns1:cubicBezTo>
                    <ns1:pt x="380" y="527"/>
                    <ns1:pt x="553" y="354"/>
                    <ns1:pt x="766" y="354"/>
                  </ns1:cubicBezTo>
                  <ns1:cubicBezTo>
                    <ns1:pt x="980" y="354"/>
                    <ns1:pt x="1153" y="527"/>
                    <ns1:pt x="1153" y="740"/>
                  </ns1:cubicBezTo>
                  <ns1:cubicBezTo>
                    <ns1:pt x="1153" y="954"/>
                    <ns1:pt x="980" y="1127"/>
                    <ns1:pt x="766" y="1127"/>
                  </ns1:cubicBezTo>
                  <ns1:close/>
                </ns1:path>
              </ns1:pathLst>
            </ns1:custGeom>
            <ns1:grpFill/>
            <ns1:ln>
              <ns1:noFill/>
            </ns1:ln>
            <ns1:extLst>
              <ns1:ext uri="{91240B29-F687-4F45-9708-019B960494DF}">
                <ns2:hiddenLine w="9525">
                  <ns1:solidFill>
                    <ns1:srgbClr val="000000"/>
                  </ns1:solidFill>
                  <ns1:round/>
                  <ns1:headEnd/>
                  <ns1:tailEnd/>
                </ns2:hiddenLine>
              </ns1:ext>
            </ns1:extLst>
          </ns0:spPr>
          <ns0:txBody>
            <ns1:bodyPr vert="horz" wrap="square" lIns="91440" tIns="45720" rIns="91440" bIns="45720" numCol="1" anchor="t" anchorCtr="0" compatLnSpc="1">
              <ns1:prstTxWarp prst="textNoShape">
                <ns1:avLst/>
              </ns1:prstTxWarp>
            </ns1:bodyPr>
            <ns1:lstStyle/>
            <ns1:p>
              <ns1:endParaRPr lang="id-ID" sz="2700"/>
            </ns1:p>
          </ns0:txBody>
        </ns0:sp>
        <ns0:sp>
          <ns0:nvSpPr>
            <ns0:cNvPr id="207" name="Oval 6"/>
            <ns0:cNvSpPr>
              <ns1:spLocks noChangeArrowheads="1"/>
            </ns0:cNvSpPr>
            <ns0:nvPr/>
          </ns0:nvSpPr>
          <ns0:spPr bwMode="auto">
            <ns1:xfrm>
              <ns1:off x="9356726" y="471488"/>
              <ns1:ext cx="254000" cy="254000"/>
            </ns1:xfrm>
            <ns1:prstGeom prst="ellipse">
              <ns1:avLst/>
            </ns1:prstGeom>
            <ns1:grpFill/>
            <ns1:ln>
              <ns1:noFill/>
            </ns1:ln>
            <ns1:extLst>
              <ns1:ext uri="{91240B29-F687-4F45-9708-019B960494DF}">
                <ns2:hiddenLine w="9525">
                  <ns1:solidFill>
                    <ns1:srgbClr val="000000"/>
                  </ns1:solidFill>
                  <ns1:round/>
                  <ns1:headEnd/>
                  <ns1:tailEnd/>
                </ns2:hiddenLine>
              </ns1:ext>
            </ns1:extLst>
          </ns0:spPr>
          <ns0:txBody>
            <ns1:bodyPr vert="horz" wrap="square" lIns="91440" tIns="45720" rIns="91440" bIns="45720" numCol="1" anchor="t" anchorCtr="0" compatLnSpc="1">
              <ns1:prstTxWarp prst="textNoShape">
                <ns1:avLst/>
              </ns1:prstTxWarp>
            </ns1:bodyPr>
            <ns1:lstStyle/>
            <ns1:p>
              <ns1:endParaRPr lang="id-ID" sz="2700"/>
            </ns1:p>
          </ns0:txBody>
        </ns0:sp>
      </ns0:grpSp>
      <ns0:grpSp>
        <ns0:nvGrpSpPr>
          <ns0:cNvPr id="208" name="Group 207"/>
          <ns0:cNvGrpSpPr/>
          <ns0:nvPr/>
        </ns0:nvGrpSpPr>
        <ns0:grpSpPr>
          <ns1:xfrm>
            <ns1:off x="7524829" y="2792207"/>
            <ns1:ext cx="364587" cy="412452"/>
            <ns1:chOff x="8366125" y="614363"/>
            <ns1:chExt cx="568325" cy="642938"/>
          </ns1:xfrm>
          <ns1:solidFill>
            <ns1:schemeClr val="tx1"/>
          </ns1:solidFill>
        </ns0:grpSpPr>
        <ns0:sp>
          <ns0:nvSpPr>
            <ns0:cNvPr id="209" name="Freeform 10"/>
            <ns0:cNvSpPr>
              <ns1:spLocks/>
            </ns0:cNvSpPr>
            <ns0:nvPr/>
          </ns0:nvSpPr>
          <ns0:spPr bwMode="auto">
            <ns1:xfrm>
              <ns1:off x="8439150" y="833438"/>
              <ns1:ext cx="422275" cy="269875"/>
            </ns1:xfrm>
            <ns1:custGeom>
              <ns1:avLst/>
              <ns1:gdLst>
                <ns1:gd name="T0" fmla="*/ 582 w 592"/>
                <ns1:gd name="T1" fmla="*/ 18 h 380"/>
                <ns1:gd name="T2" fmla="*/ 295 w 592"/>
                <ns1:gd name="T3" fmla="*/ 264 h 380"/>
                <ns1:gd name="T4" fmla="*/ 112 w 592"/>
                <ns1:gd name="T5" fmla="*/ 115 h 380"/>
                <ns1:gd name="T6" fmla="*/ 0 w 592"/>
                <ns1:gd name="T7" fmla="*/ 191 h 380"/>
                <ns1:gd name="T8" fmla="*/ 0 w 592"/>
                <ns1:gd name="T9" fmla="*/ 342 h 380"/>
                <ns1:gd name="T10" fmla="*/ 33 w 592"/>
                <ns1:gd name="T11" fmla="*/ 380 h 380"/>
                <ns1:gd name="T12" fmla="*/ 553 w 592"/>
                <ns1:gd name="T13" fmla="*/ 380 h 380"/>
                <ns1:gd name="T14" fmla="*/ 592 w 592"/>
                <ns1:gd name="T15" fmla="*/ 342 h 380"/>
                <ns1:gd name="T16" fmla="*/ 592 w 592"/>
                <ns1:gd name="T17" fmla="*/ 20 h 380"/>
                <ns1:gd name="T18" fmla="*/ 582 w 592"/>
                <ns1:gd name="T19" fmla="*/ 18 h 380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  <ns1:cxn ang="0">
                  <ns1:pos x="T14" y="T15"/>
                </ns1:cxn>
                <ns1:cxn ang="0">
                  <ns1:pos x="T16" y="T17"/>
                </ns1:cxn>
                <ns1:cxn ang="0">
                  <ns1:pos x="T18" y="T19"/>
                </ns1:cxn>
              </ns1:cxnLst>
              <ns1:rect l="0" t="0" r="r" b="b"/>
              <ns1:pathLst>
                <ns1:path w="592" h="380">
                  <ns1:moveTo>
                    <ns1:pt x="582" y="18"/>
                  </ns1:moveTo>
                  <ns1:cubicBezTo>
                    <ns1:pt x="463" y="0"/>
                    <ns1:pt x="375" y="251"/>
                    <ns1:pt x="295" y="264"/>
                  </ns1:cubicBezTo>
                  <ns1:cubicBezTo>
                    <ns1:pt x="215" y="277"/>
                    <ns1:pt x="190" y="119"/>
                    <ns1:pt x="112" y="115"/>
                  </ns1:cubicBezTo>
                  <ns1:cubicBezTo>
                    <ns1:pt x="70" y="113"/>
                    <ns1:pt x="28" y="153"/>
                    <ns1:pt x="0" y="191"/>
                  </ns1:cubicBezTo>
                  <ns1:cubicBezTo>
                    <ns1:pt x="0" y="342"/>
                    <ns1:pt x="0" y="342"/>
                    <ns1:pt x="0" y="342"/>
                  </ns1:cubicBezTo>
                  <ns1:cubicBezTo>
                    <ns1:pt x="0" y="363"/>
                    <ns1:pt x="13" y="380"/>
                    <ns1:pt x="33" y="380"/>
                  </ns1:cubicBezTo>
                  <ns1:cubicBezTo>
                    <ns1:pt x="553" y="380"/>
                    <ns1:pt x="553" y="380"/>
                    <ns1:pt x="553" y="380"/>
                  </ns1:cubicBezTo>
                  <ns1:cubicBezTo>
                    <ns1:pt x="573" y="380"/>
                    <ns1:pt x="592" y="363"/>
                    <ns1:pt x="592" y="342"/>
                  </ns1:cubicBezTo>
                  <ns1:cubicBezTo>
                    <ns1:pt x="592" y="20"/>
                    <ns1:pt x="592" y="20"/>
                    <ns1:pt x="592" y="20"/>
                  </ns1:cubicBezTo>
                  <ns1:cubicBezTo>
                    <ns1:pt x="592" y="19"/>
                    <ns1:pt x="585" y="19"/>
                    <ns1:pt x="582" y="18"/>
                  </ns1:cubicBezTo>
                  <ns1:close/>
                </ns1:path>
              </ns1:pathLst>
            </ns1:custGeom>
            <ns1:grpFill/>
            <ns1:ln>
              <ns1:noFill/>
            </ns1:ln>
            <ns1:extLst>
              <ns1:ext uri="{91240B29-F687-4F45-9708-019B960494DF}">
                <ns2:hiddenLine w="9525">
                  <ns1:solidFill>
                    <ns1:srgbClr val="000000"/>
                  </ns1:solidFill>
                  <ns1:round/>
                  <ns1:headEnd/>
                  <ns1:tailEnd/>
                </ns2:hiddenLine>
              </ns1:ext>
            </ns1:extLst>
          </ns0:spPr>
          <ns0:txBody>
            <ns1:bodyPr vert="horz" wrap="square" lIns="91440" tIns="45720" rIns="91440" bIns="45720" numCol="1" anchor="t" anchorCtr="0" compatLnSpc="1">
              <ns1:prstTxWarp prst="textNoShape">
                <ns1:avLst/>
              </ns1:prstTxWarp>
            </ns1:bodyPr>
            <ns1:lstStyle/>
            <ns1:p>
              <ns1:endParaRPr lang="id-ID" sz="2700"/>
            </ns1:p>
          </ns0:txBody>
        </ns0:sp>
        <ns0:sp>
          <ns0:nvSpPr>
            <ns0:cNvPr id="210" name="Freeform 11"/>
            <ns0:cNvSpPr>
              <ns1:spLocks/>
            </ns0:cNvSpPr>
            <ns0:nvPr/>
          </ns0:nvSpPr>
          <ns0:spPr bwMode="auto">
            <ns1:xfrm>
              <ns1:off x="8439150" y="687388"/>
              <ns1:ext cx="114300" cy="125413"/>
            </ns1:xfrm>
            <ns1:custGeom>
              <ns1:avLst/>
              <ns1:gdLst>
                <ns1:gd name="T0" fmla="*/ 161 w 161"/>
                <ns1:gd name="T1" fmla="*/ 81 h 177"/>
                <ns1:gd name="T2" fmla="*/ 117 w 161"/>
                <ns1:gd name="T3" fmla="*/ 0 h 177"/>
                <ns1:gd name="T4" fmla="*/ 37 w 161"/>
                <ns1:gd name="T5" fmla="*/ 0 h 177"/>
                <ns1:gd name="T6" fmla="*/ 0 w 161"/>
                <ns1:gd name="T7" fmla="*/ 40 h 177"/>
                <ns1:gd name="T8" fmla="*/ 0 w 161"/>
                <ns1:gd name="T9" fmla="*/ 149 h 177"/>
                <ns1:gd name="T10" fmla="*/ 67 w 161"/>
                <ns1:gd name="T11" fmla="*/ 177 h 177"/>
                <ns1:gd name="T12" fmla="*/ 161 w 161"/>
                <ns1:gd name="T13" fmla="*/ 81 h 177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</ns1:cxnLst>
              <ns1:rect l="0" t="0" r="r" b="b"/>
              <ns1:pathLst>
                <ns1:path w="161" h="177">
                  <ns1:moveTo>
                    <ns1:pt x="161" y="81"/>
                  </ns1:moveTo>
                  <ns1:cubicBezTo>
                    <ns1:pt x="161" y="47"/>
                    <ns1:pt x="143" y="16"/>
                    <ns1:pt x="117" y="0"/>
                  </ns1:cubicBezTo>
                  <ns1:cubicBezTo>
                    <ns1:pt x="37" y="0"/>
                    <ns1:pt x="37" y="0"/>
                    <ns1:pt x="37" y="0"/>
                  </ns1:cubicBezTo>
                  <ns1:cubicBezTo>
                    <ns1:pt x="15" y="0"/>
                    <ns1:pt x="0" y="18"/>
                    <ns1:pt x="0" y="40"/>
                  </ns1:cubicBezTo>
                  <ns1:cubicBezTo>
                    <ns1:pt x="0" y="149"/>
                    <ns1:pt x="0" y="149"/>
                    <ns1:pt x="0" y="149"/>
                  </ns1:cubicBezTo>
                  <ns1:cubicBezTo>
                    <ns1:pt x="16" y="166"/>
                    <ns1:pt x="40" y="177"/>
                    <ns1:pt x="67" y="177"/>
                  </ns1:cubicBezTo>
                  <ns1:cubicBezTo>
                    <ns1:pt x="120" y="177"/>
                    <ns1:pt x="161" y="134"/>
                    <ns1:pt x="161" y="81"/>
                  </ns1:cubicBezTo>
                  <ns1:close/>
                </ns1:path>
              </ns1:pathLst>
            </ns1:custGeom>
            <ns1:grpFill/>
            <ns1:ln>
              <ns1:noFill/>
            </ns1:ln>
            <ns1:extLst>
              <ns1:ext uri="{91240B29-F687-4F45-9708-019B960494DF}">
                <ns2:hiddenLine w="9525">
                  <ns1:solidFill>
                    <ns1:srgbClr val="000000"/>
                  </ns1:solidFill>
                  <ns1:round/>
                  <ns1:headEnd/>
                  <ns1:tailEnd/>
                </ns2:hiddenLine>
              </ns1:ext>
            </ns1:extLst>
          </ns0:spPr>
          <ns0:txBody>
            <ns1:bodyPr vert="horz" wrap="square" lIns="91440" tIns="45720" rIns="91440" bIns="45720" numCol="1" anchor="t" anchorCtr="0" compatLnSpc="1">
              <ns1:prstTxWarp prst="textNoShape">
                <ns1:avLst/>
              </ns1:prstTxWarp>
            </ns1:bodyPr>
            <ns1:lstStyle/>
            <ns1:p>
              <ns1:endParaRPr lang="id-ID" sz="2700"/>
            </ns1:p>
          </ns0:txBody>
        </ns0:sp>
        <ns0:sp>
          <ns0:nvSpPr>
            <ns0:cNvPr id="211" name="Freeform 12"/>
            <ns0:cNvSpPr>
              <ns1:spLocks noEditPoints="1"/>
            </ns0:cNvSpPr>
            <ns0:nvPr/>
          </ns0:nvSpPr>
          <ns0:spPr bwMode="auto">
            <ns1:xfrm>
              <ns1:off x="8366125" y="614363"/>
              <ns1:ext cx="568325" cy="642938"/>
            </ns1:xfrm>
            <ns1:custGeom>
              <ns1:avLst/>
              <ns1:gdLst>
                <ns1:gd name="T0" fmla="*/ 757 w 800"/>
                <ns1:gd name="T1" fmla="*/ 0 h 904"/>
                <ns1:gd name="T2" fmla="*/ 37 w 800"/>
                <ns1:gd name="T3" fmla="*/ 0 h 904"/>
                <ns1:gd name="T4" fmla="*/ 0 w 800"/>
                <ns1:gd name="T5" fmla="*/ 40 h 904"/>
                <ns1:gd name="T6" fmla="*/ 0 w 800"/>
                <ns1:gd name="T7" fmla="*/ 864 h 904"/>
                <ns1:gd name="T8" fmla="*/ 37 w 800"/>
                <ns1:gd name="T9" fmla="*/ 904 h 904"/>
                <ns1:gd name="T10" fmla="*/ 757 w 800"/>
                <ns1:gd name="T11" fmla="*/ 904 h 904"/>
                <ns1:gd name="T12" fmla="*/ 800 w 800"/>
                <ns1:gd name="T13" fmla="*/ 864 h 904"/>
                <ns1:gd name="T14" fmla="*/ 800 w 800"/>
                <ns1:gd name="T15" fmla="*/ 693 h 904"/>
                <ns1:gd name="T16" fmla="*/ 800 w 800"/>
                <ns1:gd name="T17" fmla="*/ 375 h 904"/>
                <ns1:gd name="T18" fmla="*/ 800 w 800"/>
                <ns1:gd name="T19" fmla="*/ 40 h 904"/>
                <ns1:gd name="T20" fmla="*/ 757 w 800"/>
                <ns1:gd name="T21" fmla="*/ 0 h 904"/>
                <ns1:gd name="T22" fmla="*/ 724 w 800"/>
                <ns1:gd name="T23" fmla="*/ 323 h 904"/>
                <ns1:gd name="T24" fmla="*/ 724 w 800"/>
                <ns1:gd name="T25" fmla="*/ 676 h 904"/>
                <ns1:gd name="T26" fmla="*/ 681 w 800"/>
                <ns1:gd name="T27" fmla="*/ 716 h 904"/>
                <ns1:gd name="T28" fmla="*/ 113 w 800"/>
                <ns1:gd name="T29" fmla="*/ 716 h 904"/>
                <ns1:gd name="T30" fmla="*/ 76 w 800"/>
                <ns1:gd name="T31" fmla="*/ 676 h 904"/>
                <ns1:gd name="T32" fmla="*/ 76 w 800"/>
                <ns1:gd name="T33" fmla="*/ 511 h 904"/>
                <ns1:gd name="T34" fmla="*/ 76 w 800"/>
                <ns1:gd name="T35" fmla="*/ 116 h 904"/>
                <ns1:gd name="T36" fmla="*/ 113 w 800"/>
                <ns1:gd name="T37" fmla="*/ 76 h 904"/>
                <ns1:gd name="T38" fmla="*/ 681 w 800"/>
                <ns1:gd name="T39" fmla="*/ 76 h 904"/>
                <ns1:gd name="T40" fmla="*/ 724 w 800"/>
                <ns1:gd name="T41" fmla="*/ 116 h 904"/>
                <ns1:gd name="T42" fmla="*/ 724 w 800"/>
                <ns1:gd name="T43" fmla="*/ 323 h 904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  <ns1:cxn ang="0">
                  <ns1:pos x="T14" y="T15"/>
                </ns1:cxn>
                <ns1:cxn ang="0">
                  <ns1:pos x="T16" y="T17"/>
                </ns1:cxn>
                <ns1:cxn ang="0">
                  <ns1:pos x="T18" y="T19"/>
                </ns1:cxn>
                <ns1:cxn ang="0">
                  <ns1:pos x="T20" y="T21"/>
                </ns1:cxn>
                <ns1:cxn ang="0">
                  <ns1:pos x="T22" y="T23"/>
                </ns1:cxn>
                <ns1:cxn ang="0">
                  <ns1:pos x="T24" y="T25"/>
                </ns1:cxn>
                <ns1:cxn ang="0">
                  <ns1:pos x="T26" y="T27"/>
                </ns1:cxn>
                <ns1:cxn ang="0">
                  <ns1:pos x="T28" y="T29"/>
                </ns1:cxn>
                <ns1:cxn ang="0">
                  <ns1:pos x="T30" y="T31"/>
                </ns1:cxn>
                <ns1:cxn ang="0">
                  <ns1:pos x="T32" y="T33"/>
                </ns1:cxn>
                <ns1:cxn ang="0">
                  <ns1:pos x="T34" y="T35"/>
                </ns1:cxn>
                <ns1:cxn ang="0">
                  <ns1:pos x="T36" y="T37"/>
                </ns1:cxn>
                <ns1:cxn ang="0">
                  <ns1:pos x="T38" y="T39"/>
                </ns1:cxn>
                <ns1:cxn ang="0">
                  <ns1:pos x="T40" y="T41"/>
                </ns1:cxn>
                <ns1:cxn ang="0">
                  <ns1:pos x="T42" y="T43"/>
                </ns1:cxn>
              </ns1:cxnLst>
              <ns1:rect l="0" t="0" r="r" b="b"/>
              <ns1:pathLst>
                <ns1:path w="800" h="904">
                  <ns1:moveTo>
                    <ns1:pt x="757" y="0"/>
                  </ns1:moveTo>
                  <ns1:cubicBezTo>
                    <ns1:pt x="37" y="0"/>
                    <ns1:pt x="37" y="0"/>
                    <ns1:pt x="37" y="0"/>
                  </ns1:cubicBezTo>
                  <ns1:cubicBezTo>
                    <ns1:pt x="15" y="0"/>
                    <ns1:pt x="0" y="18"/>
                    <ns1:pt x="0" y="40"/>
                  </ns1:cubicBezTo>
                  <ns1:cubicBezTo>
                    <ns1:pt x="0" y="864"/>
                    <ns1:pt x="0" y="864"/>
                    <ns1:pt x="0" y="864"/>
                  </ns1:cubicBezTo>
                  <ns1:cubicBezTo>
                    <ns1:pt x="0" y="886"/>
                    <ns1:pt x="15" y="904"/>
                    <ns1:pt x="37" y="904"/>
                  </ns1:cubicBezTo>
                  <ns1:cubicBezTo>
                    <ns1:pt x="757" y="904"/>
                    <ns1:pt x="757" y="904"/>
                    <ns1:pt x="757" y="904"/>
                  </ns1:cubicBezTo>
                  <ns1:cubicBezTo>
                    <ns1:pt x="779" y="904"/>
                    <ns1:pt x="800" y="886"/>
                    <ns1:pt x="800" y="864"/>
                  </ns1:cubicBezTo>
                  <ns1:cubicBezTo>
                    <ns1:pt x="800" y="693"/>
                    <ns1:pt x="800" y="693"/>
                    <ns1:pt x="800" y="693"/>
                  </ns1:cubicBezTo>
                  <ns1:cubicBezTo>
                    <ns1:pt x="800" y="375"/>
                    <ns1:pt x="800" y="375"/>
                    <ns1:pt x="800" y="375"/>
                  </ns1:cubicBezTo>
                  <ns1:cubicBezTo>
                    <ns1:pt x="800" y="40"/>
                    <ns1:pt x="800" y="40"/>
                    <ns1:pt x="800" y="40"/>
                  </ns1:cubicBezTo>
                  <ns1:cubicBezTo>
                    <ns1:pt x="800" y="18"/>
                    <ns1:pt x="779" y="0"/>
                    <ns1:pt x="757" y="0"/>
                  </ns1:cubicBezTo>
                  <ns1:close/>
                  <ns1:moveTo>
                    <ns1:pt x="724" y="323"/>
                  </ns1:moveTo>
                  <ns1:cubicBezTo>
                    <ns1:pt x="724" y="676"/>
                    <ns1:pt x="724" y="676"/>
                    <ns1:pt x="724" y="676"/>
                  </ns1:cubicBezTo>
                  <ns1:cubicBezTo>
                    <ns1:pt x="724" y="698"/>
                    <ns1:pt x="703" y="716"/>
                    <ns1:pt x="681" y="716"/>
                  </ns1:cubicBezTo>
                  <ns1:cubicBezTo>
                    <ns1:pt x="113" y="716"/>
                    <ns1:pt x="113" y="716"/>
                    <ns1:pt x="113" y="716"/>
                  </ns1:cubicBezTo>
                  <ns1:cubicBezTo>
                    <ns1:pt x="91" y="716"/>
                    <ns1:pt x="76" y="698"/>
                    <ns1:pt x="76" y="676"/>
                  </ns1:cubicBezTo>
                  <ns1:cubicBezTo>
                    <ns1:pt x="76" y="511"/>
                    <ns1:pt x="76" y="511"/>
                    <ns1:pt x="76" y="511"/>
                  </ns1:cubicBezTo>
                  <ns1:cubicBezTo>
                    <ns1:pt x="76" y="116"/>
                    <ns1:pt x="76" y="116"/>
                    <ns1:pt x="76" y="116"/>
                  </ns1:cubicBezTo>
                  <ns1:cubicBezTo>
                    <ns1:pt x="76" y="94"/>
                    <ns1:pt x="91" y="76"/>
                    <ns1:pt x="113" y="76"/>
                  </ns1:cubicBezTo>
                  <ns1:cubicBezTo>
                    <ns1:pt x="681" y="76"/>
                    <ns1:pt x="681" y="76"/>
                    <ns1:pt x="681" y="76"/>
                  </ns1:cubicBezTo>
                  <ns1:cubicBezTo>
                    <ns1:pt x="703" y="76"/>
                    <ns1:pt x="724" y="94"/>
                    <ns1:pt x="724" y="116"/>
                  </ns1:cubicBezTo>
                  <ns1:lnTo>
                    <ns1:pt x="724" y="323"/>
                  </ns1:lnTo>
                  <ns1:close/>
                </ns1:path>
              </ns1:pathLst>
            </ns1:custGeom>
            <ns1:grpFill/>
            <ns1:ln>
              <ns1:noFill/>
            </ns1:ln>
            <ns1:extLst>
              <ns1:ext uri="{91240B29-F687-4F45-9708-019B960494DF}">
                <ns2:hiddenLine w="9525">
                  <ns1:solidFill>
                    <ns1:srgbClr val="000000"/>
                  </ns1:solidFill>
                  <ns1:round/>
                  <ns1:headEnd/>
                  <ns1:tailEnd/>
                </ns2:hiddenLine>
              </ns1:ext>
            </ns1:extLst>
          </ns0:spPr>
          <ns0:txBody>
            <ns1:bodyPr vert="horz" wrap="square" lIns="91440" tIns="45720" rIns="91440" bIns="45720" numCol="1" anchor="t" anchorCtr="0" compatLnSpc="1">
              <ns1:prstTxWarp prst="textNoShape">
                <ns1:avLst/>
              </ns1:prstTxWarp>
            </ns1:bodyPr>
            <ns1:lstStyle/>
            <ns1:p>
              <ns1:endParaRPr lang="id-ID" sz="2700"/>
            </ns1:p>
          </ns0:txBody>
        </ns0:sp>
      </ns0:grpSp>
      <ns0:sp>
        <ns0:nvSpPr>
          <ns0:cNvPr id="212" name="Freeform 16"/>
          <ns0:cNvSpPr>
            <ns1:spLocks noEditPoints="1"/>
          </ns0:cNvSpPr>
          <ns0:nvPr/>
        </ns0:nvSpPr>
        <ns0:spPr bwMode="auto">
          <ns1:xfrm>
            <ns1:off x="6397836" y="2832541"/>
            <ns1:ext cx="479425" cy="331787"/>
          </ns1:xfrm>
          <ns1:custGeom>
            <ns1:avLst/>
            <ns1:gdLst>
              <ns1:gd name="T0" fmla="*/ 835 w 896"/>
              <ns1:gd name="T1" fmla="*/ 273 h 620"/>
              <ns1:gd name="T2" fmla="*/ 833 w 896"/>
              <ns1:gd name="T3" fmla="*/ 273 h 620"/>
              <ns1:gd name="T4" fmla="*/ 706 w 896"/>
              <ns1:gd name="T5" fmla="*/ 51 h 620"/>
              <ns1:gd name="T6" fmla="*/ 606 w 896"/>
              <ns1:gd name="T7" fmla="*/ 0 h 620"/>
              <ns1:gd name="T8" fmla="*/ 595 w 896"/>
              <ns1:gd name="T9" fmla="*/ 0 h 620"/>
              <ns1:gd name="T10" fmla="*/ 505 w 896"/>
              <ns1:gd name="T11" fmla="*/ 0 h 620"/>
              <ns1:gd name="T12" fmla="*/ 385 w 896"/>
              <ns1:gd name="T13" fmla="*/ 0 h 620"/>
              <ns1:gd name="T14" fmla="*/ 296 w 896"/>
              <ns1:gd name="T15" fmla="*/ 0 h 620"/>
              <ns1:gd name="T16" fmla="*/ 284 w 896"/>
              <ns1:gd name="T17" fmla="*/ 0 h 620"/>
              <ns1:gd name="T18" fmla="*/ 185 w 896"/>
              <ns1:gd name="T19" fmla="*/ 51 h 620"/>
              <ns1:gd name="T20" fmla="*/ 58 w 896"/>
              <ns1:gd name="T21" fmla="*/ 273 h 620"/>
              <ns1:gd name="T22" fmla="*/ 59 w 896"/>
              <ns1:gd name="T23" fmla="*/ 274 h 620"/>
              <ns1:gd name="T24" fmla="*/ 0 w 896"/>
              <ns1:gd name="T25" fmla="*/ 382 h 620"/>
              <ns1:gd name="T26" fmla="*/ 0 w 896"/>
              <ns1:gd name="T27" fmla="*/ 492 h 620"/>
              <ns1:gd name="T28" fmla="*/ 68 w 896"/>
              <ns1:gd name="T29" fmla="*/ 492 h 620"/>
              <ns1:gd name="T30" fmla="*/ 68 w 896"/>
              <ns1:gd name="T31" fmla="*/ 556 h 620"/>
              <ns1:gd name="T32" fmla="*/ 134 w 896"/>
              <ns1:gd name="T33" fmla="*/ 620 h 620"/>
              <ns1:gd name="T34" fmla="*/ 200 w 896"/>
              <ns1:gd name="T35" fmla="*/ 556 h 620"/>
              <ns1:gd name="T36" fmla="*/ 200 w 896"/>
              <ns1:gd name="T37" fmla="*/ 492 h 620"/>
              <ns1:gd name="T38" fmla="*/ 385 w 896"/>
              <ns1:gd name="T39" fmla="*/ 492 h 620"/>
              <ns1:gd name="T40" fmla="*/ 505 w 896"/>
              <ns1:gd name="T41" fmla="*/ 492 h 620"/>
              <ns1:gd name="T42" fmla="*/ 696 w 896"/>
              <ns1:gd name="T43" fmla="*/ 492 h 620"/>
              <ns1:gd name="T44" fmla="*/ 696 w 896"/>
              <ns1:gd name="T45" fmla="*/ 556 h 620"/>
              <ns1:gd name="T46" fmla="*/ 762 w 896"/>
              <ns1:gd name="T47" fmla="*/ 620 h 620"/>
              <ns1:gd name="T48" fmla="*/ 828 w 896"/>
              <ns1:gd name="T49" fmla="*/ 556 h 620"/>
              <ns1:gd name="T50" fmla="*/ 828 w 896"/>
              <ns1:gd name="T51" fmla="*/ 492 h 620"/>
              <ns1:gd name="T52" fmla="*/ 896 w 896"/>
              <ns1:gd name="T53" fmla="*/ 492 h 620"/>
              <ns1:gd name="T54" fmla="*/ 896 w 896"/>
              <ns1:gd name="T55" fmla="*/ 382 h 620"/>
              <ns1:gd name="T56" fmla="*/ 835 w 896"/>
              <ns1:gd name="T57" fmla="*/ 273 h 620"/>
              <ns1:gd name="T58" fmla="*/ 196 w 896"/>
              <ns1:gd name="T59" fmla="*/ 399 h 620"/>
              <ns1:gd name="T60" fmla="*/ 132 w 896"/>
              <ns1:gd name="T61" fmla="*/ 449 h 620"/>
              <ns1:gd name="T62" fmla="*/ 68 w 896"/>
              <ns1:gd name="T63" fmla="*/ 385 h 620"/>
              <ns1:gd name="T64" fmla="*/ 132 w 896"/>
              <ns1:gd name="T65" fmla="*/ 320 h 620"/>
              <ns1:gd name="T66" fmla="*/ 160 w 896"/>
              <ns1:gd name="T67" fmla="*/ 326 h 620"/>
              <ns1:gd name="T68" fmla="*/ 197 w 896"/>
              <ns1:gd name="T69" fmla="*/ 385 h 620"/>
              <ns1:gd name="T70" fmla="*/ 196 w 896"/>
              <ns1:gd name="T71" fmla="*/ 399 h 620"/>
              <ns1:gd name="T72" fmla="*/ 165 w 896"/>
              <ns1:gd name="T73" fmla="*/ 256 h 620"/>
              <ns1:gd name="T74" fmla="*/ 246 w 896"/>
              <ns1:gd name="T75" fmla="*/ 113 h 620"/>
              <ns1:gd name="T76" fmla="*/ 325 w 896"/>
              <ns1:gd name="T77" fmla="*/ 72 h 620"/>
              <ns1:gd name="T78" fmla="*/ 334 w 896"/>
              <ns1:gd name="T79" fmla="*/ 72 h 620"/>
              <ns1:gd name="T80" fmla="*/ 556 w 896"/>
              <ns1:gd name="T81" fmla="*/ 72 h 620"/>
              <ns1:gd name="T82" fmla="*/ 565 w 896"/>
              <ns1:gd name="T83" fmla="*/ 72 h 620"/>
              <ns1:gd name="T84" fmla="*/ 644 w 896"/>
              <ns1:gd name="T85" fmla="*/ 113 h 620"/>
              <ns1:gd name="T86" fmla="*/ 725 w 896"/>
              <ns1:gd name="T87" fmla="*/ 256 h 620"/>
              <ns1:gd name="T88" fmla="*/ 165 w 896"/>
              <ns1:gd name="T89" fmla="*/ 256 h 620"/>
              <ns1:gd name="T90" fmla="*/ 758 w 896"/>
              <ns1:gd name="T91" fmla="*/ 449 h 620"/>
              <ns1:gd name="T92" fmla="*/ 695 w 896"/>
              <ns1:gd name="T93" fmla="*/ 399 h 620"/>
              <ns1:gd name="T94" fmla="*/ 693 w 896"/>
              <ns1:gd name="T95" fmla="*/ 385 h 620"/>
              <ns1:gd name="T96" fmla="*/ 730 w 896"/>
              <ns1:gd name="T97" fmla="*/ 326 h 620"/>
              <ns1:gd name="T98" fmla="*/ 758 w 896"/>
              <ns1:gd name="T99" fmla="*/ 320 h 620"/>
              <ns1:gd name="T100" fmla="*/ 823 w 896"/>
              <ns1:gd name="T101" fmla="*/ 385 h 620"/>
              <ns1:gd name="T102" fmla="*/ 758 w 896"/>
              <ns1:gd name="T103" fmla="*/ 449 h 620"/>
            </ns1:gdLst>
            <ns1:ahLst/>
            <ns1:cxnLst>
              <ns1:cxn ang="0">
                <ns1:pos x="T0" y="T1"/>
              </ns1:cxn>
              <ns1:cxn ang="0">
                <ns1:pos x="T2" y="T3"/>
              </ns1:cxn>
              <ns1:cxn ang="0">
                <ns1:pos x="T4" y="T5"/>
              </ns1:cxn>
              <ns1:cxn ang="0">
                <ns1:pos x="T6" y="T7"/>
              </ns1:cxn>
              <ns1:cxn ang="0">
                <ns1:pos x="T8" y="T9"/>
              </ns1:cxn>
              <ns1:cxn ang="0">
                <ns1:pos x="T10" y="T11"/>
              </ns1:cxn>
              <ns1:cxn ang="0">
                <ns1:pos x="T12" y="T13"/>
              </ns1:cxn>
              <ns1:cxn ang="0">
                <ns1:pos x="T14" y="T15"/>
              </ns1:cxn>
              <ns1:cxn ang="0">
                <ns1:pos x="T16" y="T17"/>
              </ns1:cxn>
              <ns1:cxn ang="0">
                <ns1:pos x="T18" y="T19"/>
              </ns1:cxn>
              <ns1:cxn ang="0">
                <ns1:pos x="T20" y="T21"/>
              </ns1:cxn>
              <ns1:cxn ang="0">
                <ns1:pos x="T22" y="T23"/>
              </ns1:cxn>
              <ns1:cxn ang="0">
                <ns1:pos x="T24" y="T25"/>
              </ns1:cxn>
              <ns1:cxn ang="0">
                <ns1:pos x="T26" y="T27"/>
              </ns1:cxn>
              <ns1:cxn ang="0">
                <ns1:pos x="T28" y="T29"/>
              </ns1:cxn>
              <ns1:cxn ang="0">
                <ns1:pos x="T30" y="T31"/>
              </ns1:cxn>
              <ns1:cxn ang="0">
                <ns1:pos x="T32" y="T33"/>
              </ns1:cxn>
              <ns1:cxn ang="0">
                <ns1:pos x="T34" y="T35"/>
              </ns1:cxn>
              <ns1:cxn ang="0">
                <ns1:pos x="T36" y="T37"/>
              </ns1:cxn>
              <ns1:cxn ang="0">
                <ns1:pos x="T38" y="T39"/>
              </ns1:cxn>
              <ns1:cxn ang="0">
                <ns1:pos x="T40" y="T41"/>
              </ns1:cxn>
              <ns1:cxn ang="0">
                <ns1:pos x="T42" y="T43"/>
              </ns1:cxn>
              <ns1:cxn ang="0">
                <ns1:pos x="T44" y="T45"/>
              </ns1:cxn>
              <ns1:cxn ang="0">
                <ns1:pos x="T46" y="T47"/>
              </ns1:cxn>
              <ns1:cxn ang="0">
                <ns1:pos x="T48" y="T49"/>
              </ns1:cxn>
              <ns1:cxn ang="0">
                <ns1:pos x="T50" y="T51"/>
              </ns1:cxn>
              <ns1:cxn ang="0">
                <ns1:pos x="T52" y="T53"/>
              </ns1:cxn>
              <ns1:cxn ang="0">
                <ns1:pos x="T54" y="T55"/>
              </ns1:cxn>
              <ns1:cxn ang="0">
                <ns1:pos x="T56" y="T57"/>
              </ns1:cxn>
              <ns1:cxn ang="0">
                <ns1:pos x="T58" y="T59"/>
              </ns1:cxn>
              <ns1:cxn ang="0">
                <ns1:pos x="T60" y="T61"/>
              </ns1:cxn>
              <ns1:cxn ang="0">
                <ns1:pos x="T62" y="T63"/>
              </ns1:cxn>
              <ns1:cxn ang="0">
                <ns1:pos x="T64" y="T65"/>
              </ns1:cxn>
              <ns1:cxn ang="0">
                <ns1:pos x="T66" y="T67"/>
              </ns1:cxn>
              <ns1:cxn ang="0">
                <ns1:pos x="T68" y="T69"/>
              </ns1:cxn>
              <ns1:cxn ang="0">
                <ns1:pos x="T70" y="T71"/>
              </ns1:cxn>
              <ns1:cxn ang="0">
                <ns1:pos x="T72" y="T73"/>
              </ns1:cxn>
              <ns1:cxn ang="0">
                <ns1:pos x="T74" y="T75"/>
              </ns1:cxn>
              <ns1:cxn ang="0">
                <ns1:pos x="T76" y="T77"/>
              </ns1:cxn>
              <ns1:cxn ang="0">
                <ns1:pos x="T78" y="T79"/>
              </ns1:cxn>
              <ns1:cxn ang="0">
                <ns1:pos x="T80" y="T81"/>
              </ns1:cxn>
              <ns1:cxn ang="0">
                <ns1:pos x="T82" y="T83"/>
              </ns1:cxn>
              <ns1:cxn ang="0">
                <ns1:pos x="T84" y="T85"/>
              </ns1:cxn>
              <ns1:cxn ang="0">
                <ns1:pos x="T86" y="T87"/>
              </ns1:cxn>
              <ns1:cxn ang="0">
                <ns1:pos x="T88" y="T89"/>
              </ns1:cxn>
              <ns1:cxn ang="0">
                <ns1:pos x="T90" y="T91"/>
              </ns1:cxn>
              <ns1:cxn ang="0">
                <ns1:pos x="T92" y="T93"/>
              </ns1:cxn>
              <ns1:cxn ang="0">
                <ns1:pos x="T94" y="T95"/>
              </ns1:cxn>
              <ns1:cxn ang="0">
                <ns1:pos x="T96" y="T97"/>
              </ns1:cxn>
              <ns1:cxn ang="0">
                <ns1:pos x="T98" y="T99"/>
              </ns1:cxn>
              <ns1:cxn ang="0">
                <ns1:pos x="T100" y="T101"/>
              </ns1:cxn>
              <ns1:cxn ang="0">
                <ns1:pos x="T102" y="T103"/>
              </ns1:cxn>
            </ns1:cxnLst>
            <ns1:rect l="0" t="0" r="r" b="b"/>
            <ns1:pathLst>
              <ns1:path w="896" h="620">
                <ns1:moveTo>
                  <ns1:pt x="835" y="273"/>
                </ns1:moveTo>
                <ns1:cubicBezTo>
                  <ns1:pt x="834" y="273"/>
                  <ns1:pt x="834" y="273"/>
                  <ns1:pt x="833" y="273"/>
                </ns1:cubicBezTo>
                <ns1:cubicBezTo>
                  <ns1:pt x="706" y="51"/>
                  <ns1:pt x="706" y="51"/>
                  <ns1:pt x="706" y="51"/>
                </ns1:cubicBezTo>
                <ns1:cubicBezTo>
                  <ns1:pt x="689" y="21"/>
                  <ns1:pt x="644" y="0"/>
                  <ns1:pt x="606" y="0"/>
                </ns1:cubicBezTo>
                <ns1:cubicBezTo>
                  <ns1:pt x="595" y="0"/>
                  <ns1:pt x="595" y="0"/>
                  <ns1:pt x="595" y="0"/>
                </ns1:cubicBezTo>
                <ns1:cubicBezTo>
                  <ns1:pt x="505" y="0"/>
                  <ns1:pt x="505" y="0"/>
                  <ns1:pt x="505" y="0"/>
                </ns1:cubicBezTo>
                <ns1:cubicBezTo>
                  <ns1:pt x="385" y="0"/>
                  <ns1:pt x="385" y="0"/>
                  <ns1:pt x="385" y="0"/>
                </ns1:cubicBezTo>
                <ns1:cubicBezTo>
                  <ns1:pt x="296" y="0"/>
                  <ns1:pt x="296" y="0"/>
                  <ns1:pt x="296" y="0"/>
                </ns1:cubicBezTo>
                <ns1:cubicBezTo>
                  <ns1:pt x="284" y="0"/>
                  <ns1:pt x="284" y="0"/>
                  <ns1:pt x="284" y="0"/>
                </ns1:cubicBezTo>
                <ns1:cubicBezTo>
                  <ns1:pt x="246" y="0"/>
                  <ns1:pt x="202" y="21"/>
                  <ns1:pt x="185" y="51"/>
                </ns1:cubicBezTo>
                <ns1:cubicBezTo>
                  <ns1:pt x="58" y="273"/>
                  <ns1:pt x="58" y="273"/>
                  <ns1:pt x="58" y="273"/>
                </ns1:cubicBezTo>
                <ns1:cubicBezTo>
                  <ns1:pt x="58" y="274"/>
                  <ns1:pt x="59" y="274"/>
                  <ns1:pt x="59" y="274"/>
                </ns1:cubicBezTo>
                <ns1:cubicBezTo>
                  <ns1:pt x="23" y="296"/>
                  <ns1:pt x="0" y="336"/>
                  <ns1:pt x="0" y="382"/>
                </ns1:cubicBezTo>
                <ns1:cubicBezTo>
                  <ns1:pt x="0" y="492"/>
                  <ns1:pt x="0" y="492"/>
                  <ns1:pt x="0" y="492"/>
                </ns1:cubicBezTo>
                <ns1:cubicBezTo>
                  <ns1:pt x="68" y="492"/>
                  <ns1:pt x="68" y="492"/>
                  <ns1:pt x="68" y="492"/>
                </ns1:cubicBezTo>
                <ns1:cubicBezTo>
                  <ns1:pt x="68" y="556"/>
                  <ns1:pt x="68" y="556"/>
                  <ns1:pt x="68" y="556"/>
                </ns1:cubicBezTo>
                <ns1:cubicBezTo>
                  <ns1:pt x="68" y="591"/>
                  <ns1:pt x="98" y="620"/>
                  <ns1:pt x="134" y="620"/>
                </ns1:cubicBezTo>
                <ns1:cubicBezTo>
                  <ns1:pt x="170" y="620"/>
                  <ns1:pt x="200" y="591"/>
                  <ns1:pt x="200" y="556"/>
                </ns1:cubicBezTo>
                <ns1:cubicBezTo>
                  <ns1:pt x="200" y="492"/>
                  <ns1:pt x="200" y="492"/>
                  <ns1:pt x="200" y="492"/>
                </ns1:cubicBezTo>
                <ns1:cubicBezTo>
                  <ns1:pt x="385" y="492"/>
                  <ns1:pt x="385" y="492"/>
                  <ns1:pt x="385" y="492"/>
                </ns1:cubicBezTo>
                <ns1:cubicBezTo>
                  <ns1:pt x="505" y="492"/>
                  <ns1:pt x="505" y="492"/>
                  <ns1:pt x="505" y="492"/>
                </ns1:cubicBezTo>
                <ns1:cubicBezTo>
                  <ns1:pt x="696" y="492"/>
                  <ns1:pt x="696" y="492"/>
                  <ns1:pt x="696" y="492"/>
                </ns1:cubicBezTo>
                <ns1:cubicBezTo>
                  <ns1:pt x="696" y="556"/>
                  <ns1:pt x="696" y="556"/>
                  <ns1:pt x="696" y="556"/>
                </ns1:cubicBezTo>
                <ns1:cubicBezTo>
                  <ns1:pt x="696" y="591"/>
                  <ns1:pt x="726" y="620"/>
                  <ns1:pt x="762" y="620"/>
                </ns1:cubicBezTo>
                <ns1:cubicBezTo>
                  <ns1:pt x="798" y="620"/>
                  <ns1:pt x="828" y="591"/>
                  <ns1:pt x="828" y="556"/>
                </ns1:cubicBezTo>
                <ns1:cubicBezTo>
                  <ns1:pt x="828" y="492"/>
                  <ns1:pt x="828" y="492"/>
                  <ns1:pt x="828" y="492"/>
                </ns1:cubicBezTo>
                <ns1:cubicBezTo>
                  <ns1:pt x="896" y="492"/>
                  <ns1:pt x="896" y="492"/>
                  <ns1:pt x="896" y="492"/>
                </ns1:cubicBezTo>
                <ns1:cubicBezTo>
                  <ns1:pt x="896" y="382"/>
                  <ns1:pt x="896" y="382"/>
                  <ns1:pt x="896" y="382"/>
                </ns1:cubicBezTo>
                <ns1:cubicBezTo>
                  <ns1:pt x="896" y="336"/>
                  <ns1:pt x="870" y="296"/>
                  <ns1:pt x="835" y="273"/>
                </ns1:cubicBezTo>
                <ns1:close/>
                <ns1:moveTo>
                  <ns1:pt x="196" y="399"/>
                </ns1:moveTo>
                <ns1:cubicBezTo>
                  <ns1:pt x="189" y="428"/>
                  <ns1:pt x="163" y="449"/>
                  <ns1:pt x="132" y="449"/>
                </ns1:cubicBezTo>
                <ns1:cubicBezTo>
                  <ns1:pt x="97" y="449"/>
                  <ns1:pt x="68" y="420"/>
                  <ns1:pt x="68" y="385"/>
                </ns1:cubicBezTo>
                <ns1:cubicBezTo>
                  <ns1:pt x="68" y="349"/>
                  <ns1:pt x="97" y="320"/>
                  <ns1:pt x="132" y="320"/>
                </ns1:cubicBezTo>
                <ns1:cubicBezTo>
                  <ns1:pt x="142" y="320"/>
                  <ns1:pt x="152" y="322"/>
                  <ns1:pt x="160" y="326"/>
                </ns1:cubicBezTo>
                <ns1:cubicBezTo>
                  <ns1:pt x="182" y="337"/>
                  <ns1:pt x="197" y="359"/>
                  <ns1:pt x="197" y="385"/>
                </ns1:cubicBezTo>
                <ns1:cubicBezTo>
                  <ns1:pt x="197" y="389"/>
                  <ns1:pt x="197" y="394"/>
                  <ns1:pt x="196" y="399"/>
                </ns1:cubicBezTo>
                <ns1:close/>
                <ns1:moveTo>
                  <ns1:pt x="165" y="256"/>
                </ns1:moveTo>
                <ns1:cubicBezTo>
                  <ns1:pt x="246" y="113"/>
                  <ns1:pt x="246" y="113"/>
                  <ns1:pt x="246" y="113"/>
                </ns1:cubicBezTo>
                <ns1:cubicBezTo>
                  <ns1:pt x="260" y="90"/>
                  <ns1:pt x="295" y="72"/>
                  <ns1:pt x="325" y="72"/>
                </ns1:cubicBezTo>
                <ns1:cubicBezTo>
                  <ns1:pt x="334" y="72"/>
                  <ns1:pt x="334" y="72"/>
                  <ns1:pt x="334" y="72"/>
                </ns1:cubicBezTo>
                <ns1:cubicBezTo>
                  <ns1:pt x="556" y="72"/>
                  <ns1:pt x="556" y="72"/>
                  <ns1:pt x="556" y="72"/>
                </ns1:cubicBezTo>
                <ns1:cubicBezTo>
                  <ns1:pt x="565" y="72"/>
                  <ns1:pt x="565" y="72"/>
                  <ns1:pt x="565" y="72"/>
                </ns1:cubicBezTo>
                <ns1:cubicBezTo>
                  <ns1:pt x="595" y="72"/>
                  <ns1:pt x="630" y="90"/>
                  <ns1:pt x="644" y="113"/>
                </ns1:cubicBezTo>
                <ns1:cubicBezTo>
                  <ns1:pt x="725" y="256"/>
                  <ns1:pt x="725" y="256"/>
                  <ns1:pt x="725" y="256"/>
                </ns1:cubicBezTo>
                <ns1:lnTo>
                  <ns1:pt x="165" y="256"/>
                </ns1:lnTo>
                <ns1:close/>
                <ns1:moveTo>
                  <ns1:pt x="758" y="449"/>
                </ns1:moveTo>
                <ns1:cubicBezTo>
                  <ns1:pt x="727" y="449"/>
                  <ns1:pt x="701" y="428"/>
                  <ns1:pt x="695" y="399"/>
                </ns1:cubicBezTo>
                <ns1:cubicBezTo>
                  <ns1:pt x="694" y="394"/>
                  <ns1:pt x="693" y="389"/>
                  <ns1:pt x="693" y="385"/>
                </ns1:cubicBezTo>
                <ns1:cubicBezTo>
                  <ns1:pt x="693" y="359"/>
                  <ns1:pt x="708" y="337"/>
                  <ns1:pt x="730" y="326"/>
                </ns1:cubicBezTo>
                <ns1:cubicBezTo>
                  <ns1:pt x="739" y="322"/>
                  <ns1:pt x="748" y="320"/>
                  <ns1:pt x="758" y="320"/>
                </ns1:cubicBezTo>
                <ns1:cubicBezTo>
                  <ns1:pt x="794" y="320"/>
                  <ns1:pt x="823" y="349"/>
                  <ns1:pt x="823" y="385"/>
                </ns1:cubicBezTo>
                <ns1:cubicBezTo>
                  <ns1:pt x="823" y="420"/>
                  <ns1:pt x="794" y="449"/>
                  <ns1:pt x="758" y="449"/>
                </ns1:cubicBezTo>
                <ns1:close/>
              </ns1:path>
            </ns1:pathLst>
          </ns1:custGeom>
          <ns1:solidFill>
            <ns1:schemeClr val="tx1"/>
          </ns1:solidFill>
          <ns1:ln>
            <ns1:noFill/>
          </ns1:ln>
        </ns0:spPr>
        <ns0:txBody>
          <ns1:bodyPr vert="horz" wrap="square" lIns="91440" tIns="45720" rIns="91440" bIns="45720" numCol="1" anchor="t" anchorCtr="0" compatLnSpc="1">
            <ns1:prstTxWarp prst="textNoShape">
              <ns1:avLst/>
            </ns1:prstTxWarp>
          </ns1:bodyPr>
          <ns1:lstStyle/>
          <ns1:p>
            <ns1:endParaRPr lang="id-ID" sz="2700"/>
          </ns1:p>
        </ns0:txBody>
      </ns0:sp>
      <ns0:grpSp>
        <ns0:nvGrpSpPr>
          <ns0:cNvPr id="213" name="Group 212"/>
          <ns0:cNvGrpSpPr/>
          <ns0:nvPr/>
        </ns0:nvGrpSpPr>
        <ns0:grpSpPr>
          <ns1:xfrm>
            <ns1:off x="1289558" y="3638797"/>
            <ns1:ext cx="357108" cy="352148"/>
            <ns1:chOff x="5978526" y="184151"/>
            <ns1:chExt cx="228600" cy="225425"/>
          </ns1:xfrm>
          <ns1:solidFill>
            <ns1:schemeClr val="tx1"/>
          </ns1:solidFill>
        </ns0:grpSpPr>
        <ns0:sp>
          <ns0:nvSpPr>
            <ns0:cNvPr id="214" name="Freeform 14"/>
            <ns0:cNvSpPr>
              <ns1:spLocks/>
            </ns0:cNvSpPr>
            <ns0:nvPr/>
          </ns0:nvSpPr>
          <ns0:spPr bwMode="auto">
            <ns1:xfrm>
              <ns1:off x="5978526" y="334963"/>
              <ns1:ext cx="74613" cy="74613"/>
            </ns1:xfrm>
            <ns1:custGeom>
              <ns1:avLst/>
              <ns1:gdLst>
                <ns1:gd name="T0" fmla="*/ 7 w 47"/>
                <ns1:gd name="T1" fmla="*/ 0 h 47"/>
                <ns1:gd name="T2" fmla="*/ 2 w 47"/>
                <ns1:gd name="T3" fmla="*/ 23 h 47"/>
                <ns1:gd name="T4" fmla="*/ 0 w 47"/>
                <ns1:gd name="T5" fmla="*/ 47 h 47"/>
                <ns1:gd name="T6" fmla="*/ 23 w 47"/>
                <ns1:gd name="T7" fmla="*/ 45 h 47"/>
                <ns1:gd name="T8" fmla="*/ 47 w 47"/>
                <ns1:gd name="T9" fmla="*/ 40 h 47"/>
                <ns1:gd name="T10" fmla="*/ 26 w 47"/>
                <ns1:gd name="T11" fmla="*/ 21 h 47"/>
                <ns1:gd name="T12" fmla="*/ 7 w 47"/>
                <ns1:gd name="T13" fmla="*/ 0 h 47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</ns1:cxnLst>
              <ns1:rect l="0" t="0" r="r" b="b"/>
              <ns1:pathLst>
                <ns1:path w="47" h="47">
                  <ns1:moveTo>
                    <ns1:pt x="7" y="0"/>
                  </ns1:moveTo>
                  <ns1:lnTo>
                    <ns1:pt x="2" y="23"/>
                  </ns1:lnTo>
                  <ns1:lnTo>
                    <ns1:pt x="0" y="47"/>
                  </ns1:lnTo>
                  <ns1:lnTo>
                    <ns1:pt x="23" y="45"/>
                  </ns1:lnTo>
                  <ns1:lnTo>
                    <ns1:pt x="47" y="40"/>
                  </ns1:lnTo>
                  <ns1:lnTo>
                    <ns1:pt x="26" y="21"/>
                  </ns1:lnTo>
                  <ns1:lnTo>
                    <ns1:pt x="7" y="0"/>
                  </ns1:lnTo>
                  <ns1:close/>
                </ns1:path>
              </ns1:pathLst>
            </ns1:custGeom>
            <ns1:grpFill/>
            <ns1:ln>
              <ns1:noFill/>
            </ns1:ln>
            <ns1:extLst>
              <ns1:ext uri="{91240B29-F687-4F45-9708-019B960494DF}">
                <ns2:hiddenLine w="9525">
                  <ns1:solidFill>
                    <ns1:srgbClr val="000000"/>
                  </ns1:solidFill>
                  <ns1:round/>
                  <ns1:headEnd/>
                  <ns1:tailEnd/>
                </ns2:hiddenLine>
              </ns1:ext>
            </ns1:extLst>
          </ns0:spPr>
          <ns0:txBody>
            <ns1:bodyPr vert="horz" wrap="square" lIns="91440" tIns="45720" rIns="91440" bIns="45720" numCol="1" anchor="t" anchorCtr="0" compatLnSpc="1">
              <ns1:prstTxWarp prst="textNoShape">
                <ns1:avLst/>
              </ns1:prstTxWarp>
            </ns1:bodyPr>
            <ns1:lstStyle/>
            <ns1:p>
              <ns1:endParaRPr lang="id-ID" sz="2700"/>
            </ns1:p>
          </ns0:txBody>
        </ns0:sp>
        <ns0:sp>
          <ns0:nvSpPr>
            <ns0:cNvPr id="215" name="Freeform 15"/>
            <ns0:cNvSpPr>
              <ns1:spLocks/>
            </ns0:cNvSpPr>
            <ns0:nvPr/>
          </ns0:nvSpPr>
          <ns0:spPr bwMode="auto">
            <ns1:xfrm>
              <ns1:off x="6000751" y="217488"/>
              <ns1:ext cx="165100" cy="169863"/>
            </ns1:xfrm>
            <ns1:custGeom>
              <ns1:avLst/>
              <ns1:gdLst>
                <ns1:gd name="T0" fmla="*/ 38 w 104"/>
                <ns1:gd name="T1" fmla="*/ 95 h 107"/>
                <ns1:gd name="T2" fmla="*/ 33 w 104"/>
                <ns1:gd name="T3" fmla="*/ 88 h 107"/>
                <ns1:gd name="T4" fmla="*/ 92 w 104"/>
                <ns1:gd name="T5" fmla="*/ 29 h 107"/>
                <ns1:gd name="T6" fmla="*/ 78 w 104"/>
                <ns1:gd name="T7" fmla="*/ 15 h 107"/>
                <ns1:gd name="T8" fmla="*/ 19 w 104"/>
                <ns1:gd name="T9" fmla="*/ 74 h 107"/>
                <ns1:gd name="T10" fmla="*/ 12 w 104"/>
                <ns1:gd name="T11" fmla="*/ 67 h 107"/>
                <ns1:gd name="T12" fmla="*/ 71 w 104"/>
                <ns1:gd name="T13" fmla="*/ 7 h 107"/>
                <ns1:gd name="T14" fmla="*/ 66 w 104"/>
                <ns1:gd name="T15" fmla="*/ 0 h 107"/>
                <ns1:gd name="T16" fmla="*/ 0 w 104"/>
                <ns1:gd name="T17" fmla="*/ 67 h 107"/>
                <ns1:gd name="T18" fmla="*/ 38 w 104"/>
                <ns1:gd name="T19" fmla="*/ 107 h 107"/>
                <ns1:gd name="T20" fmla="*/ 104 w 104"/>
                <ns1:gd name="T21" fmla="*/ 41 h 107"/>
                <ns1:gd name="T22" fmla="*/ 99 w 104"/>
                <ns1:gd name="T23" fmla="*/ 33 h 107"/>
                <ns1:gd name="T24" fmla="*/ 38 w 104"/>
                <ns1:gd name="T25" fmla="*/ 95 h 107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  <ns1:cxn ang="0">
                  <ns1:pos x="T14" y="T15"/>
                </ns1:cxn>
                <ns1:cxn ang="0">
                  <ns1:pos x="T16" y="T17"/>
                </ns1:cxn>
                <ns1:cxn ang="0">
                  <ns1:pos x="T18" y="T19"/>
                </ns1:cxn>
                <ns1:cxn ang="0">
                  <ns1:pos x="T20" y="T21"/>
                </ns1:cxn>
                <ns1:cxn ang="0">
                  <ns1:pos x="T22" y="T23"/>
                </ns1:cxn>
                <ns1:cxn ang="0">
                  <ns1:pos x="T24" y="T25"/>
                </ns1:cxn>
              </ns1:cxnLst>
              <ns1:rect l="0" t="0" r="r" b="b"/>
              <ns1:pathLst>
                <ns1:path w="104" h="107">
                  <ns1:moveTo>
                    <ns1:pt x="38" y="95"/>
                  </ns1:moveTo>
                  <ns1:lnTo>
                    <ns1:pt x="33" y="88"/>
                  </ns1:lnTo>
                  <ns1:lnTo>
                    <ns1:pt x="92" y="29"/>
                  </ns1:lnTo>
                  <ns1:lnTo>
                    <ns1:pt x="78" y="15"/>
                  </ns1:lnTo>
                  <ns1:lnTo>
                    <ns1:pt x="19" y="74"/>
                  </ns1:lnTo>
                  <ns1:lnTo>
                    <ns1:pt x="12" y="67"/>
                  </ns1:lnTo>
                  <ns1:lnTo>
                    <ns1:pt x="71" y="7"/>
                  </ns1:lnTo>
                  <ns1:lnTo>
                    <ns1:pt x="66" y="0"/>
                  </ns1:lnTo>
                  <ns1:lnTo>
                    <ns1:pt x="0" y="67"/>
                  </ns1:lnTo>
                  <ns1:lnTo>
                    <ns1:pt x="38" y="107"/>
                  </ns1:lnTo>
                  <ns1:lnTo>
                    <ns1:pt x="104" y="41"/>
                  </ns1:lnTo>
                  <ns1:lnTo>
                    <ns1:pt x="99" y="33"/>
                  </ns1:lnTo>
                  <ns1:lnTo>
                    <ns1:pt x="38" y="95"/>
                  </ns1:lnTo>
                  <ns1:close/>
                </ns1:path>
              </ns1:pathLst>
            </ns1:custGeom>
            <ns1:grpFill/>
            <ns1:ln>
              <ns1:noFill/>
            </ns1:ln>
            <ns1:extLst>
              <ns1:ext uri="{91240B29-F687-4F45-9708-019B960494DF}">
                <ns2:hiddenLine w="9525">
                  <ns1:solidFill>
                    <ns1:srgbClr val="000000"/>
                  </ns1:solidFill>
                  <ns1:round/>
                  <ns1:headEnd/>
                  <ns1:tailEnd/>
                </ns2:hiddenLine>
              </ns1:ext>
            </ns1:extLst>
          </ns0:spPr>
          <ns0:txBody>
            <ns1:bodyPr vert="horz" wrap="square" lIns="91440" tIns="45720" rIns="91440" bIns="45720" numCol="1" anchor="t" anchorCtr="0" compatLnSpc="1">
              <ns1:prstTxWarp prst="textNoShape">
                <ns1:avLst/>
              </ns1:prstTxWarp>
            </ns1:bodyPr>
            <ns1:lstStyle/>
            <ns1:p>
              <ns1:endParaRPr lang="id-ID" sz="2700"/>
            </ns1:p>
          </ns0:txBody>
        </ns0:sp>
        <ns0:sp>
          <ns0:nvSpPr>
            <ns0:cNvPr id="216" name="Freeform 16"/>
            <ns0:cNvSpPr>
              <ns1:spLocks/>
            </ns0:cNvSpPr>
            <ns0:nvPr/>
          </ns0:nvSpPr>
          <ns0:spPr bwMode="auto">
            <ns1:xfrm>
              <ns1:off x="6116638" y="184151"/>
              <ns1:ext cx="90488" cy="90488"/>
            </ns1:xfrm>
            <ns1:custGeom>
              <ns1:avLst/>
              <ns1:gdLst>
                <ns1:gd name="T0" fmla="*/ 22 w 24"/>
                <ns1:gd name="T1" fmla="*/ 12 h 24"/>
                <ns1:gd name="T2" fmla="*/ 11 w 24"/>
                <ns1:gd name="T3" fmla="*/ 1 h 24"/>
                <ns1:gd name="T4" fmla="*/ 5 w 24"/>
                <ns1:gd name="T5" fmla="*/ 1 h 24"/>
                <ns1:gd name="T6" fmla="*/ 5 w 24"/>
                <ns1:gd name="T7" fmla="*/ 1 h 24"/>
                <ns1:gd name="T8" fmla="*/ 5 w 24"/>
                <ns1:gd name="T9" fmla="*/ 1 h 24"/>
                <ns1:gd name="T10" fmla="*/ 0 w 24"/>
                <ns1:gd name="T11" fmla="*/ 7 h 24"/>
                <ns1:gd name="T12" fmla="*/ 17 w 24"/>
                <ns1:gd name="T13" fmla="*/ 24 h 24"/>
                <ns1:gd name="T14" fmla="*/ 22 w 24"/>
                <ns1:gd name="T15" fmla="*/ 18 h 24"/>
                <ns1:gd name="T16" fmla="*/ 22 w 24"/>
                <ns1:gd name="T17" fmla="*/ 18 h 24"/>
                <ns1:gd name="T18" fmla="*/ 22 w 24"/>
                <ns1:gd name="T19" fmla="*/ 18 h 24"/>
                <ns1:gd name="T20" fmla="*/ 22 w 24"/>
                <ns1:gd name="T21" fmla="*/ 12 h 24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  <ns1:cxn ang="0">
                  <ns1:pos x="T14" y="T15"/>
                </ns1:cxn>
                <ns1:cxn ang="0">
                  <ns1:pos x="T16" y="T17"/>
                </ns1:cxn>
                <ns1:cxn ang="0">
                  <ns1:pos x="T18" y="T19"/>
                </ns1:cxn>
                <ns1:cxn ang="0">
                  <ns1:pos x="T20" y="T21"/>
                </ns1:cxn>
              </ns1:cxnLst>
              <ns1:rect l="0" t="0" r="r" b="b"/>
              <ns1:pathLst>
                <ns1:path w="24" h="24">
                  <ns1:moveTo>
                    <ns1:pt x="22" y="12"/>
                  </ns1:moveTo>
                  <ns1:cubicBezTo>
                    <ns1:pt x="11" y="1"/>
                    <ns1:pt x="11" y="1"/>
                    <ns1:pt x="11" y="1"/>
                  </ns1:cubicBezTo>
                  <ns1:cubicBezTo>
                    <ns1:pt x="9" y="0"/>
                    <ns1:pt x="7" y="0"/>
                    <ns1:pt x="5" y="1"/>
                  </ns1:cubicBezTo>
                  <ns1:cubicBezTo>
                    <ns1:pt x="5" y="1"/>
                    <ns1:pt x="5" y="1"/>
                    <ns1:pt x="5" y="1"/>
                  </ns1:cubicBezTo>
                  <ns1:cubicBezTo>
                    <ns1:pt x="5" y="1"/>
                    <ns1:pt x="5" y="1"/>
                    <ns1:pt x="5" y="1"/>
                  </ns1:cubicBezTo>
                  <ns1:cubicBezTo>
                    <ns1:pt x="0" y="7"/>
                    <ns1:pt x="0" y="7"/>
                    <ns1:pt x="0" y="7"/>
                  </ns1:cubicBezTo>
                  <ns1:cubicBezTo>
                    <ns1:pt x="17" y="24"/>
                    <ns1:pt x="17" y="24"/>
                    <ns1:pt x="17" y="24"/>
                  </ns1:cubicBezTo>
                  <ns1:cubicBezTo>
                    <ns1:pt x="22" y="18"/>
                    <ns1:pt x="22" y="18"/>
                    <ns1:pt x="22" y="18"/>
                  </ns1:cubicBezTo>
                  <ns1:cubicBezTo>
                    <ns1:pt x="22" y="18"/>
                    <ns1:pt x="22" y="18"/>
                    <ns1:pt x="22" y="18"/>
                  </ns1:cubicBezTo>
                  <ns1:cubicBezTo>
                    <ns1:pt x="22" y="18"/>
                    <ns1:pt x="22" y="18"/>
                    <ns1:pt x="22" y="18"/>
                  </ns1:cubicBezTo>
                  <ns1:cubicBezTo>
                    <ns1:pt x="24" y="16"/>
                    <ns1:pt x="24" y="14"/>
                    <ns1:pt x="22" y="12"/>
                  </ns1:cubicBezTo>
                  <ns1:close/>
                </ns1:path>
              </ns1:pathLst>
            </ns1:custGeom>
            <ns1:grpFill/>
            <ns1:ln>
              <ns1:noFill/>
            </ns1:ln>
            <ns1:extLst>
              <ns1:ext uri="{91240B29-F687-4F45-9708-019B960494DF}">
                <ns2:hiddenLine w="9525">
                  <ns1:solidFill>
                    <ns1:srgbClr val="000000"/>
                  </ns1:solidFill>
                  <ns1:round/>
                  <ns1:headEnd/>
                  <ns1:tailEnd/>
                </ns2:hiddenLine>
              </ns1:ext>
            </ns1:extLst>
          </ns0:spPr>
          <ns0:txBody>
            <ns1:bodyPr vert="horz" wrap="square" lIns="91440" tIns="45720" rIns="91440" bIns="45720" numCol="1" anchor="t" anchorCtr="0" compatLnSpc="1">
              <ns1:prstTxWarp prst="textNoShape">
                <ns1:avLst/>
              </ns1:prstTxWarp>
            </ns1:bodyPr>
            <ns1:lstStyle/>
            <ns1:p>
              <ns1:endParaRPr lang="id-ID" sz="2700"/>
            </ns1:p>
          </ns0:txBody>
        </ns0:sp>
      </ns0:grpSp>
      <ns0:sp>
        <ns0:nvSpPr>
          <ns0:cNvPr id="217" name="Freeform 17"/>
          <ns0:cNvSpPr>
            <ns1:spLocks/>
          </ns0:cNvSpPr>
          <ns0:nvPr/>
        </ns0:nvSpPr>
        <ns0:spPr bwMode="auto">
          <ns1:xfrm>
            <ns1:off x="4416790" y="3652076"/>
            <ns1:ext cx="377235" cy="325590"/>
          </ns1:xfrm>
          <ns1:custGeom>
            <ns1:avLst/>
            <ns1:gdLst>
              <ns1:gd name="T0" fmla="*/ 19 w 71"/>
              <ns1:gd name="T1" fmla="*/ 61 h 61"/>
              <ns1:gd name="T2" fmla="*/ 12 w 71"/>
              <ns1:gd name="T3" fmla="*/ 57 h 61"/>
              <ns1:gd name="T4" fmla="*/ 12 w 71"/>
              <ns1:gd name="T5" fmla="*/ 57 h 61"/>
              <ns1:gd name="T6" fmla="*/ 12 w 71"/>
              <ns1:gd name="T7" fmla="*/ 35 h 61"/>
              <ns1:gd name="T8" fmla="*/ 30 w 71"/>
              <ns1:gd name="T9" fmla="*/ 18 h 61"/>
              <ns1:gd name="T10" fmla="*/ 41 w 71"/>
              <ns1:gd name="T11" fmla="*/ 6 h 61"/>
              <ns1:gd name="T12" fmla="*/ 61 w 71"/>
              <ns1:gd name="T13" fmla="*/ 8 h 61"/>
              <ns1:gd name="T14" fmla="*/ 68 w 71"/>
              <ns1:gd name="T15" fmla="*/ 30 h 61"/>
              <ns1:gd name="T16" fmla="*/ 42 w 71"/>
              <ns1:gd name="T17" fmla="*/ 57 h 61"/>
              <ns1:gd name="T18" fmla="*/ 37 w 71"/>
              <ns1:gd name="T19" fmla="*/ 57 h 61"/>
              <ns1:gd name="T20" fmla="*/ 37 w 71"/>
              <ns1:gd name="T21" fmla="*/ 53 h 61"/>
              <ns1:gd name="T22" fmla="*/ 63 w 71"/>
              <ns1:gd name="T23" fmla="*/ 27 h 61"/>
              <ns1:gd name="T24" fmla="*/ 57 w 71"/>
              <ns1:gd name="T25" fmla="*/ 13 h 61"/>
              <ns1:gd name="T26" fmla="*/ 45 w 71"/>
              <ns1:gd name="T27" fmla="*/ 10 h 61"/>
              <ns1:gd name="T28" fmla="*/ 34 w 71"/>
              <ns1:gd name="T29" fmla="*/ 22 h 61"/>
              <ns1:gd name="T30" fmla="*/ 16 w 71"/>
              <ns1:gd name="T31" fmla="*/ 39 h 61"/>
              <ns1:gd name="T32" fmla="*/ 16 w 71"/>
              <ns1:gd name="T33" fmla="*/ 53 h 61"/>
              <ns1:gd name="T34" fmla="*/ 16 w 71"/>
              <ns1:gd name="T35" fmla="*/ 53 h 61"/>
              <ns1:gd name="T36" fmla="*/ 23 w 71"/>
              <ns1:gd name="T37" fmla="*/ 53 h 61"/>
              <ns1:gd name="T38" fmla="*/ 28 w 71"/>
              <ns1:gd name="T39" fmla="*/ 48 h 61"/>
              <ns1:gd name="T40" fmla="*/ 48 w 71"/>
              <ns1:gd name="T41" fmla="*/ 28 h 61"/>
              <ns1:gd name="T42" fmla="*/ 49 w 71"/>
              <ns1:gd name="T43" fmla="*/ 24 h 61"/>
              <ns1:gd name="T44" fmla="*/ 44 w 71"/>
              <ns1:gd name="T45" fmla="*/ 26 h 61"/>
              <ns1:gd name="T46" fmla="*/ 25 w 71"/>
              <ns1:gd name="T47" fmla="*/ 45 h 61"/>
              <ns1:gd name="T48" fmla="*/ 21 w 71"/>
              <ns1:gd name="T49" fmla="*/ 45 h 61"/>
              <ns1:gd name="T50" fmla="*/ 21 w 71"/>
              <ns1:gd name="T51" fmla="*/ 41 h 61"/>
              <ns1:gd name="T52" fmla="*/ 40 w 71"/>
              <ns1:gd name="T53" fmla="*/ 22 h 61"/>
              <ns1:gd name="T54" fmla="*/ 53 w 71"/>
              <ns1:gd name="T55" fmla="*/ 20 h 61"/>
              <ns1:gd name="T56" fmla="*/ 52 w 71"/>
              <ns1:gd name="T57" fmla="*/ 32 h 61"/>
              <ns1:gd name="T58" fmla="*/ 32 w 71"/>
              <ns1:gd name="T59" fmla="*/ 52 h 61"/>
              <ns1:gd name="T60" fmla="*/ 27 w 71"/>
              <ns1:gd name="T61" fmla="*/ 57 h 61"/>
              <ns1:gd name="T62" fmla="*/ 19 w 71"/>
              <ns1:gd name="T63" fmla="*/ 61 h 61"/>
            </ns1:gdLst>
            <ns1:ahLst/>
            <ns1:cxnLst>
              <ns1:cxn ang="0">
                <ns1:pos x="T0" y="T1"/>
              </ns1:cxn>
              <ns1:cxn ang="0">
                <ns1:pos x="T2" y="T3"/>
              </ns1:cxn>
              <ns1:cxn ang="0">
                <ns1:pos x="T4" y="T5"/>
              </ns1:cxn>
              <ns1:cxn ang="0">
                <ns1:pos x="T6" y="T7"/>
              </ns1:cxn>
              <ns1:cxn ang="0">
                <ns1:pos x="T8" y="T9"/>
              </ns1:cxn>
              <ns1:cxn ang="0">
                <ns1:pos x="T10" y="T11"/>
              </ns1:cxn>
              <ns1:cxn ang="0">
                <ns1:pos x="T12" y="T13"/>
              </ns1:cxn>
              <ns1:cxn ang="0">
                <ns1:pos x="T14" y="T15"/>
              </ns1:cxn>
              <ns1:cxn ang="0">
                <ns1:pos x="T16" y="T17"/>
              </ns1:cxn>
              <ns1:cxn ang="0">
                <ns1:pos x="T18" y="T19"/>
              </ns1:cxn>
              <ns1:cxn ang="0">
                <ns1:pos x="T20" y="T21"/>
              </ns1:cxn>
              <ns1:cxn ang="0">
                <ns1:pos x="T22" y="T23"/>
              </ns1:cxn>
              <ns1:cxn ang="0">
                <ns1:pos x="T24" y="T25"/>
              </ns1:cxn>
              <ns1:cxn ang="0">
                <ns1:pos x="T26" y="T27"/>
              </ns1:cxn>
              <ns1:cxn ang="0">
                <ns1:pos x="T28" y="T29"/>
              </ns1:cxn>
              <ns1:cxn ang="0">
                <ns1:pos x="T30" y="T31"/>
              </ns1:cxn>
              <ns1:cxn ang="0">
                <ns1:pos x="T32" y="T33"/>
              </ns1:cxn>
              <ns1:cxn ang="0">
                <ns1:pos x="T34" y="T35"/>
              </ns1:cxn>
              <ns1:cxn ang="0">
                <ns1:pos x="T36" y="T37"/>
              </ns1:cxn>
              <ns1:cxn ang="0">
                <ns1:pos x="T38" y="T39"/>
              </ns1:cxn>
              <ns1:cxn ang="0">
                <ns1:pos x="T40" y="T41"/>
              </ns1:cxn>
              <ns1:cxn ang="0">
                <ns1:pos x="T42" y="T43"/>
              </ns1:cxn>
              <ns1:cxn ang="0">
                <ns1:pos x="T44" y="T45"/>
              </ns1:cxn>
              <ns1:cxn ang="0">
                <ns1:pos x="T46" y="T47"/>
              </ns1:cxn>
              <ns1:cxn ang="0">
                <ns1:pos x="T48" y="T49"/>
              </ns1:cxn>
              <ns1:cxn ang="0">
                <ns1:pos x="T50" y="T51"/>
              </ns1:cxn>
              <ns1:cxn ang="0">
                <ns1:pos x="T52" y="T53"/>
              </ns1:cxn>
              <ns1:cxn ang="0">
                <ns1:pos x="T54" y="T55"/>
              </ns1:cxn>
              <ns1:cxn ang="0">
                <ns1:pos x="T56" y="T57"/>
              </ns1:cxn>
              <ns1:cxn ang="0">
                <ns1:pos x="T58" y="T59"/>
              </ns1:cxn>
              <ns1:cxn ang="0">
                <ns1:pos x="T60" y="T61"/>
              </ns1:cxn>
              <ns1:cxn ang="0">
                <ns1:pos x="T62" y="T63"/>
              </ns1:cxn>
            </ns1:cxnLst>
            <ns1:rect l="0" t="0" r="r" b="b"/>
            <ns1:pathLst>
              <ns1:path w="71" h="61">
                <ns1:moveTo>
                  <ns1:pt x="19" y="61"/>
                </ns1:moveTo>
                <ns1:cubicBezTo>
                  <ns1:pt x="17" y="61"/>
                  <ns1:pt x="15" y="60"/>
                  <ns1:pt x="12" y="57"/>
                </ns1:cubicBezTo>
                <ns1:cubicBezTo>
                  <ns1:pt x="12" y="57"/>
                  <ns1:pt x="12" y="57"/>
                  <ns1:pt x="12" y="57"/>
                </ns1:cubicBezTo>
                <ns1:cubicBezTo>
                  <ns1:pt x="10" y="55"/>
                  <ns1:pt x="0" y="47"/>
                  <ns1:pt x="12" y="35"/>
                </ns1:cubicBezTo>
                <ns1:cubicBezTo>
                  <ns1:pt x="17" y="31"/>
                  <ns1:pt x="23" y="24"/>
                  <ns1:pt x="30" y="18"/>
                </ns1:cubicBezTo>
                <ns1:cubicBezTo>
                  <ns1:pt x="33" y="14"/>
                  <ns1:pt x="37" y="10"/>
                  <ns1:pt x="41" y="6"/>
                </ns1:cubicBezTo>
                <ns1:cubicBezTo>
                  <ns1:pt x="48" y="0"/>
                  <ns1:pt x="53" y="1"/>
                  <ns1:pt x="61" y="8"/>
                </ns1:cubicBezTo>
                <ns1:cubicBezTo>
                  <ns1:pt x="70" y="17"/>
                  <ns1:pt x="71" y="26"/>
                  <ns1:pt x="68" y="30"/>
                </ns1:cubicBezTo>
                <ns1:cubicBezTo>
                  <ns1:pt x="62" y="36"/>
                  <ns1:pt x="42" y="56"/>
                  <ns1:pt x="42" y="57"/>
                </ns1:cubicBezTo>
                <ns1:cubicBezTo>
                  <ns1:pt x="40" y="58"/>
                  <ns1:pt x="39" y="58"/>
                  <ns1:pt x="37" y="57"/>
                </ns1:cubicBezTo>
                <ns1:cubicBezTo>
                  <ns1:pt x="36" y="56"/>
                  <ns1:pt x="36" y="54"/>
                  <ns1:pt x="37" y="53"/>
                </ns1:cubicBezTo>
                <ns1:cubicBezTo>
                  <ns1:pt x="38" y="53"/>
                  <ns1:pt x="58" y="32"/>
                  <ns1:pt x="63" y="27"/>
                </ns1:cubicBezTo>
                <ns1:cubicBezTo>
                  <ns1:pt x="64" y="25"/>
                  <ns1:pt x="65" y="20"/>
                  <ns1:pt x="57" y="13"/>
                </ns1:cubicBezTo>
                <ns1:cubicBezTo>
                  <ns1:pt x="52" y="8"/>
                  <ns1:pt x="51" y="5"/>
                  <ns1:pt x="45" y="10"/>
                </ns1:cubicBezTo>
                <ns1:cubicBezTo>
                  <ns1:pt x="41" y="14"/>
                  <ns1:pt x="37" y="18"/>
                  <ns1:pt x="34" y="22"/>
                </ns1:cubicBezTo>
                <ns1:cubicBezTo>
                  <ns1:pt x="27" y="28"/>
                  <ns1:pt x="21" y="35"/>
                  <ns1:pt x="16" y="39"/>
                </ns1:cubicBezTo>
                <ns1:cubicBezTo>
                  <ns1:pt x="9" y="47"/>
                  <ns1:pt x="13" y="51"/>
                  <ns1:pt x="16" y="53"/>
                </ns1:cubicBezTo>
                <ns1:cubicBezTo>
                  <ns1:pt x="16" y="53"/>
                  <ns1:pt x="16" y="53"/>
                  <ns1:pt x="16" y="53"/>
                </ns1:cubicBezTo>
                <ns1:cubicBezTo>
                  <ns1:pt x="18" y="55"/>
                  <ns1:pt x="20" y="56"/>
                  <ns1:pt x="23" y="53"/>
                </ns1:cubicBezTo>
                <ns1:cubicBezTo>
                  <ns1:pt x="24" y="52"/>
                  <ns1:pt x="26" y="50"/>
                  <ns1:pt x="28" y="48"/>
                </ns1:cubicBezTo>
                <ns1:cubicBezTo>
                  <ns1:pt x="34" y="42"/>
                  <ns1:pt x="46" y="31"/>
                  <ns1:pt x="48" y="28"/>
                </ns1:cubicBezTo>
                <ns1:cubicBezTo>
                  <ns1:pt x="49" y="27"/>
                  <ns1:pt x="50" y="25"/>
                  <ns1:pt x="49" y="24"/>
                </ns1:cubicBezTo>
                <ns1:cubicBezTo>
                  <ns1:pt x="47" y="23"/>
                  <ns1:pt x="45" y="25"/>
                  <ns1:pt x="44" y="26"/>
                </ns1:cubicBezTo>
                <ns1:cubicBezTo>
                  <ns1:pt x="36" y="35"/>
                  <ns1:pt x="25" y="45"/>
                  <ns1:pt x="25" y="45"/>
                </ns1:cubicBezTo>
                <ns1:cubicBezTo>
                  <ns1:pt x="24" y="46"/>
                  <ns1:pt x="22" y="46"/>
                  <ns1:pt x="21" y="45"/>
                </ns1:cubicBezTo>
                <ns1:cubicBezTo>
                  <ns1:pt x="20" y="44"/>
                  <ns1:pt x="20" y="42"/>
                  <ns1:pt x="21" y="41"/>
                </ns1:cubicBezTo>
                <ns1:cubicBezTo>
                  <ns1:pt x="21" y="41"/>
                  <ns1:pt x="32" y="31"/>
                  <ns1:pt x="40" y="22"/>
                </ns1:cubicBezTo>
                <ns1:cubicBezTo>
                  <ns1:pt x="45" y="17"/>
                  <ns1:pt x="50" y="17"/>
                  <ns1:pt x="53" y="20"/>
                </ns1:cubicBezTo>
                <ns1:cubicBezTo>
                  <ns1:pt x="56" y="23"/>
                  <ns1:pt x="55" y="28"/>
                  <ns1:pt x="52" y="32"/>
                </ns1:cubicBezTo>
                <ns1:cubicBezTo>
                  <ns1:pt x="50" y="35"/>
                  <ns1:pt x="41" y="43"/>
                  <ns1:pt x="32" y="52"/>
                </ns1:cubicBezTo>
                <ns1:cubicBezTo>
                  <ns1:pt x="30" y="54"/>
                  <ns1:pt x="28" y="56"/>
                  <ns1:pt x="27" y="57"/>
                </ns1:cubicBezTo>
                <ns1:cubicBezTo>
                  <ns1:pt x="25" y="60"/>
                  <ns1:pt x="22" y="61"/>
                  <ns1:pt x="19" y="61"/>
                </ns1:cubicBezTo>
                <ns1:close/>
              </ns1:path>
            </ns1:pathLst>
          </ns1:custGeom>
          <ns1:solidFill>
            <ns1:schemeClr val="tx1"/>
          </ns1:solidFill>
          <ns1:ln>
            <ns1:noFill/>
          </ns1:ln>
          <ns1:extLst/>
        </ns0:spPr>
        <ns0:txBody>
          <ns1:bodyPr vert="horz" wrap="square" lIns="91440" tIns="45720" rIns="91440" bIns="45720" numCol="1" anchor="t" anchorCtr="0" compatLnSpc="1">
            <ns1:prstTxWarp prst="textNoShape">
              <ns1:avLst/>
            </ns1:prstTxWarp>
          </ns1:bodyPr>
          <ns1:lstStyle/>
          <ns1:p>
            <ns1:endParaRPr lang="id-ID" sz="2700"/>
          </ns1:p>
        </ns0:txBody>
      </ns0:sp>
      <ns0:grpSp>
        <ns0:nvGrpSpPr>
          <ns0:cNvPr id="218" name="Group 217"/>
          <ns0:cNvGrpSpPr/>
          <ns0:nvPr/>
        </ns0:nvGrpSpPr>
        <ns0:grpSpPr>
          <ns1:xfrm>
            <ns1:off x="8550170" y="2789681"/>
            <ns1:ext cx="414758" cy="417504"/>
            <ns1:chOff x="9344026" y="2587626"/>
            <ns1:chExt cx="239713" cy="241300"/>
          </ns1:xfrm>
          <ns1:solidFill>
            <ns1:schemeClr val="tx1"/>
          </ns1:solidFill>
        </ns0:grpSpPr>
        <ns0:sp>
          <ns0:nvSpPr>
            <ns0:cNvPr id="219" name="Oval 339"/>
            <ns0:cNvSpPr>
              <ns1:spLocks noChangeArrowheads="1"/>
            </ns0:cNvSpPr>
            <ns0:nvPr/>
          </ns0:nvSpPr>
          <ns0:spPr bwMode="auto">
            <ns1:xfrm>
              <ns1:off x="9380538" y="2614613"/>
              <ns1:ext cx="22225" cy="22225"/>
            </ns1:xfrm>
            <ns1:prstGeom prst="ellipse">
              <ns1:avLst/>
            </ns1:prstGeom>
            <ns1:grpFill/>
            <ns1:ln>
              <ns1:noFill/>
            </ns1:ln>
            <ns1:extLst>
              <ns1:ext uri="{91240B29-F687-4F45-9708-019B960494DF}">
                <ns2:hiddenLine w="9525">
                  <ns1:solidFill>
                    <ns1:srgbClr val="000000"/>
                  </ns1:solidFill>
                  <ns1:round/>
                  <ns1:headEnd/>
                  <ns1:tailEnd/>
                </ns2:hiddenLine>
              </ns1:ext>
            </ns1:extLst>
          </ns0:spPr>
          <ns0:txBody>
            <ns1:bodyPr vert="horz" wrap="square" lIns="91440" tIns="45720" rIns="91440" bIns="45720" numCol="1" anchor="t" anchorCtr="0" compatLnSpc="1">
              <ns1:prstTxWarp prst="textNoShape">
                <ns1:avLst/>
              </ns1:prstTxWarp>
            </ns1:bodyPr>
            <ns1:lstStyle/>
            <ns1:p>
              <ns1:endParaRPr lang="id-ID" sz="2700"/>
            </ns1:p>
          </ns0:txBody>
        </ns0:sp>
        <ns0:sp>
          <ns0:nvSpPr>
            <ns0:cNvPr id="220" name="Oval 340"/>
            <ns0:cNvSpPr>
              <ns1:spLocks noChangeArrowheads="1"/>
            </ns0:cNvSpPr>
            <ns0:nvPr/>
          </ns0:nvSpPr>
          <ns0:spPr bwMode="auto">
            <ns1:xfrm>
              <ns1:off x="9410701" y="2614613"/>
              <ns1:ext cx="22225" cy="22225"/>
            </ns1:xfrm>
            <ns1:prstGeom prst="ellipse">
              <ns1:avLst/>
            </ns1:prstGeom>
            <ns1:grpFill/>
            <ns1:ln>
              <ns1:noFill/>
            </ns1:ln>
            <ns1:extLst>
              <ns1:ext uri="{91240B29-F687-4F45-9708-019B960494DF}">
                <ns2:hiddenLine w="9525">
                  <ns1:solidFill>
                    <ns1:srgbClr val="000000"/>
                  </ns1:solidFill>
                  <ns1:round/>
                  <ns1:headEnd/>
                  <ns1:tailEnd/>
                </ns2:hiddenLine>
              </ns1:ext>
            </ns1:extLst>
          </ns0:spPr>
          <ns0:txBody>
            <ns1:bodyPr vert="horz" wrap="square" lIns="91440" tIns="45720" rIns="91440" bIns="45720" numCol="1" anchor="t" anchorCtr="0" compatLnSpc="1">
              <ns1:prstTxWarp prst="textNoShape">
                <ns1:avLst/>
              </ns1:prstTxWarp>
            </ns1:bodyPr>
            <ns1:lstStyle/>
            <ns1:p>
              <ns1:endParaRPr lang="id-ID" sz="2700"/>
            </ns1:p>
          </ns0:txBody>
        </ns0:sp>
        <ns0:sp>
          <ns0:nvSpPr>
            <ns0:cNvPr id="221" name="Oval 341"/>
            <ns0:cNvSpPr>
              <ns1:spLocks noChangeArrowheads="1"/>
            </ns0:cNvSpPr>
            <ns0:nvPr/>
          </ns0:nvSpPr>
          <ns0:spPr bwMode="auto">
            <ns1:xfrm>
              <ns1:off x="9440863" y="2614613"/>
              <ns1:ext cx="22225" cy="22225"/>
            </ns1:xfrm>
            <ns1:prstGeom prst="ellipse">
              <ns1:avLst/>
            </ns1:prstGeom>
            <ns1:grpFill/>
            <ns1:ln>
              <ns1:noFill/>
            </ns1:ln>
            <ns1:extLst>
              <ns1:ext uri="{91240B29-F687-4F45-9708-019B960494DF}">
                <ns2:hiddenLine w="9525">
                  <ns1:solidFill>
                    <ns1:srgbClr val="000000"/>
                  </ns1:solidFill>
                  <ns1:round/>
                  <ns1:headEnd/>
                  <ns1:tailEnd/>
                </ns2:hiddenLine>
              </ns1:ext>
            </ns1:extLst>
          </ns0:spPr>
          <ns0:txBody>
            <ns1:bodyPr vert="horz" wrap="square" lIns="91440" tIns="45720" rIns="91440" bIns="45720" numCol="1" anchor="t" anchorCtr="0" compatLnSpc="1">
              <ns1:prstTxWarp prst="textNoShape">
                <ns1:avLst/>
              </ns1:prstTxWarp>
            </ns1:bodyPr>
            <ns1:lstStyle/>
            <ns1:p>
              <ns1:endParaRPr lang="id-ID" sz="2700"/>
            </ns1:p>
          </ns0:txBody>
        </ns0:sp>
        <ns0:sp>
          <ns0:nvSpPr>
            <ns0:cNvPr id="222" name="Freeform 342"/>
            <ns0:cNvSpPr>
              <ns1:spLocks noEditPoints="1"/>
            </ns0:cNvSpPr>
            <ns0:nvPr/>
          </ns0:nvSpPr>
          <ns0:spPr bwMode="auto">
            <ns1:xfrm>
              <ns1:off x="9344026" y="2587626"/>
              <ns1:ext cx="239713" cy="241300"/>
            </ns1:xfrm>
            <ns1:custGeom>
              <ns1:avLst/>
              <ns1:gdLst>
                <ns1:gd name="T0" fmla="*/ 56 w 64"/>
                <ns1:gd name="T1" fmla="*/ 12 h 64"/>
                <ns1:gd name="T2" fmla="*/ 52 w 64"/>
                <ns1:gd name="T3" fmla="*/ 12 h 64"/>
                <ns1:gd name="T4" fmla="*/ 52 w 64"/>
                <ns1:gd name="T5" fmla="*/ 8 h 64"/>
                <ns1:gd name="T6" fmla="*/ 44 w 64"/>
                <ns1:gd name="T7" fmla="*/ 0 h 64"/>
                <ns1:gd name="T8" fmla="*/ 8 w 64"/>
                <ns1:gd name="T9" fmla="*/ 0 h 64"/>
                <ns1:gd name="T10" fmla="*/ 0 w 64"/>
                <ns1:gd name="T11" fmla="*/ 8 h 64"/>
                <ns1:gd name="T12" fmla="*/ 0 w 64"/>
                <ns1:gd name="T13" fmla="*/ 44 h 64"/>
                <ns1:gd name="T14" fmla="*/ 8 w 64"/>
                <ns1:gd name="T15" fmla="*/ 52 h 64"/>
                <ns1:gd name="T16" fmla="*/ 12 w 64"/>
                <ns1:gd name="T17" fmla="*/ 52 h 64"/>
                <ns1:gd name="T18" fmla="*/ 12 w 64"/>
                <ns1:gd name="T19" fmla="*/ 56 h 64"/>
                <ns1:gd name="T20" fmla="*/ 20 w 64"/>
                <ns1:gd name="T21" fmla="*/ 64 h 64"/>
                <ns1:gd name="T22" fmla="*/ 56 w 64"/>
                <ns1:gd name="T23" fmla="*/ 64 h 64"/>
                <ns1:gd name="T24" fmla="*/ 64 w 64"/>
                <ns1:gd name="T25" fmla="*/ 56 h 64"/>
                <ns1:gd name="T26" fmla="*/ 64 w 64"/>
                <ns1:gd name="T27" fmla="*/ 20 h 64"/>
                <ns1:gd name="T28" fmla="*/ 56 w 64"/>
                <ns1:gd name="T29" fmla="*/ 12 h 64"/>
                <ns1:gd name="T30" fmla="*/ 4 w 64"/>
                <ns1:gd name="T31" fmla="*/ 8 h 64"/>
                <ns1:gd name="T32" fmla="*/ 8 w 64"/>
                <ns1:gd name="T33" fmla="*/ 4 h 64"/>
                <ns1:gd name="T34" fmla="*/ 44 w 64"/>
                <ns1:gd name="T35" fmla="*/ 4 h 64"/>
                <ns1:gd name="T36" fmla="*/ 48 w 64"/>
                <ns1:gd name="T37" fmla="*/ 8 h 64"/>
                <ns1:gd name="T38" fmla="*/ 48 w 64"/>
                <ns1:gd name="T39" fmla="*/ 16 h 64"/>
                <ns1:gd name="T40" fmla="*/ 4 w 64"/>
                <ns1:gd name="T41" fmla="*/ 16 h 64"/>
                <ns1:gd name="T42" fmla="*/ 4 w 64"/>
                <ns1:gd name="T43" fmla="*/ 8 h 64"/>
                <ns1:gd name="T44" fmla="*/ 8 w 64"/>
                <ns1:gd name="T45" fmla="*/ 48 h 64"/>
                <ns1:gd name="T46" fmla="*/ 4 w 64"/>
                <ns1:gd name="T47" fmla="*/ 44 h 64"/>
                <ns1:gd name="T48" fmla="*/ 4 w 64"/>
                <ns1:gd name="T49" fmla="*/ 20 h 64"/>
                <ns1:gd name="T50" fmla="*/ 48 w 64"/>
                <ns1:gd name="T51" fmla="*/ 20 h 64"/>
                <ns1:gd name="T52" fmla="*/ 48 w 64"/>
                <ns1:gd name="T53" fmla="*/ 44 h 64"/>
                <ns1:gd name="T54" fmla="*/ 44 w 64"/>
                <ns1:gd name="T55" fmla="*/ 48 h 64"/>
                <ns1:gd name="T56" fmla="*/ 8 w 64"/>
                <ns1:gd name="T57" fmla="*/ 48 h 64"/>
                <ns1:gd name="T58" fmla="*/ 60 w 64"/>
                <ns1:gd name="T59" fmla="*/ 56 h 64"/>
                <ns1:gd name="T60" fmla="*/ 56 w 64"/>
                <ns1:gd name="T61" fmla="*/ 60 h 64"/>
                <ns1:gd name="T62" fmla="*/ 20 w 64"/>
                <ns1:gd name="T63" fmla="*/ 60 h 64"/>
                <ns1:gd name="T64" fmla="*/ 16 w 64"/>
                <ns1:gd name="T65" fmla="*/ 56 h 64"/>
                <ns1:gd name="T66" fmla="*/ 16 w 64"/>
                <ns1:gd name="T67" fmla="*/ 52 h 64"/>
                <ns1:gd name="T68" fmla="*/ 44 w 64"/>
                <ns1:gd name="T69" fmla="*/ 52 h 64"/>
                <ns1:gd name="T70" fmla="*/ 52 w 64"/>
                <ns1:gd name="T71" fmla="*/ 44 h 64"/>
                <ns1:gd name="T72" fmla="*/ 52 w 64"/>
                <ns1:gd name="T73" fmla="*/ 28 h 64"/>
                <ns1:gd name="T74" fmla="*/ 60 w 64"/>
                <ns1:gd name="T75" fmla="*/ 28 h 64"/>
                <ns1:gd name="T76" fmla="*/ 60 w 64"/>
                <ns1:gd name="T77" fmla="*/ 56 h 64"/>
                <ns1:gd name="T78" fmla="*/ 60 w 64"/>
                <ns1:gd name="T79" fmla="*/ 24 h 64"/>
                <ns1:gd name="T80" fmla="*/ 52 w 64"/>
                <ns1:gd name="T81" fmla="*/ 24 h 64"/>
                <ns1:gd name="T82" fmla="*/ 52 w 64"/>
                <ns1:gd name="T83" fmla="*/ 16 h 64"/>
                <ns1:gd name="T84" fmla="*/ 56 w 64"/>
                <ns1:gd name="T85" fmla="*/ 16 h 64"/>
                <ns1:gd name="T86" fmla="*/ 60 w 64"/>
                <ns1:gd name="T87" fmla="*/ 20 h 64"/>
                <ns1:gd name="T88" fmla="*/ 60 w 64"/>
                <ns1:gd name="T89" fmla="*/ 24 h 64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  <ns1:cxn ang="0">
                  <ns1:pos x="T14" y="T15"/>
                </ns1:cxn>
                <ns1:cxn ang="0">
                  <ns1:pos x="T16" y="T17"/>
                </ns1:cxn>
                <ns1:cxn ang="0">
                  <ns1:pos x="T18" y="T19"/>
                </ns1:cxn>
                <ns1:cxn ang="0">
                  <ns1:pos x="T20" y="T21"/>
                </ns1:cxn>
                <ns1:cxn ang="0">
                  <ns1:pos x="T22" y="T23"/>
                </ns1:cxn>
                <ns1:cxn ang="0">
                  <ns1:pos x="T24" y="T25"/>
                </ns1:cxn>
                <ns1:cxn ang="0">
                  <ns1:pos x="T26" y="T27"/>
                </ns1:cxn>
                <ns1:cxn ang="0">
                  <ns1:pos x="T28" y="T29"/>
                </ns1:cxn>
                <ns1:cxn ang="0">
                  <ns1:pos x="T30" y="T31"/>
                </ns1:cxn>
                <ns1:cxn ang="0">
                  <ns1:pos x="T32" y="T33"/>
                </ns1:cxn>
                <ns1:cxn ang="0">
                  <ns1:pos x="T34" y="T35"/>
                </ns1:cxn>
                <ns1:cxn ang="0">
                  <ns1:pos x="T36" y="T37"/>
                </ns1:cxn>
                <ns1:cxn ang="0">
                  <ns1:pos x="T38" y="T39"/>
                </ns1:cxn>
                <ns1:cxn ang="0">
                  <ns1:pos x="T40" y="T41"/>
                </ns1:cxn>
                <ns1:cxn ang="0">
                  <ns1:pos x="T42" y="T43"/>
                </ns1:cxn>
                <ns1:cxn ang="0">
                  <ns1:pos x="T44" y="T45"/>
                </ns1:cxn>
                <ns1:cxn ang="0">
                  <ns1:pos x="T46" y="T47"/>
                </ns1:cxn>
                <ns1:cxn ang="0">
                  <ns1:pos x="T48" y="T49"/>
                </ns1:cxn>
                <ns1:cxn ang="0">
                  <ns1:pos x="T50" y="T51"/>
                </ns1:cxn>
                <ns1:cxn ang="0">
                  <ns1:pos x="T52" y="T53"/>
                </ns1:cxn>
                <ns1:cxn ang="0">
                  <ns1:pos x="T54" y="T55"/>
                </ns1:cxn>
                <ns1:cxn ang="0">
                  <ns1:pos x="T56" y="T57"/>
                </ns1:cxn>
                <ns1:cxn ang="0">
                  <ns1:pos x="T58" y="T59"/>
                </ns1:cxn>
                <ns1:cxn ang="0">
                  <ns1:pos x="T60" y="T61"/>
                </ns1:cxn>
                <ns1:cxn ang="0">
                  <ns1:pos x="T62" y="T63"/>
                </ns1:cxn>
                <ns1:cxn ang="0">
                  <ns1:pos x="T64" y="T65"/>
                </ns1:cxn>
                <ns1:cxn ang="0">
                  <ns1:pos x="T66" y="T67"/>
                </ns1:cxn>
                <ns1:cxn ang="0">
                  <ns1:pos x="T68" y="T69"/>
                </ns1:cxn>
                <ns1:cxn ang="0">
                  <ns1:pos x="T70" y="T71"/>
                </ns1:cxn>
                <ns1:cxn ang="0">
                  <ns1:pos x="T72" y="T73"/>
                </ns1:cxn>
                <ns1:cxn ang="0">
                  <ns1:pos x="T74" y="T75"/>
                </ns1:cxn>
                <ns1:cxn ang="0">
                  <ns1:pos x="T76" y="T77"/>
                </ns1:cxn>
                <ns1:cxn ang="0">
                  <ns1:pos x="T78" y="T79"/>
                </ns1:cxn>
                <ns1:cxn ang="0">
                  <ns1:pos x="T80" y="T81"/>
                </ns1:cxn>
                <ns1:cxn ang="0">
                  <ns1:pos x="T82" y="T83"/>
                </ns1:cxn>
                <ns1:cxn ang="0">
                  <ns1:pos x="T84" y="T85"/>
                </ns1:cxn>
                <ns1:cxn ang="0">
                  <ns1:pos x="T86" y="T87"/>
                </ns1:cxn>
                <ns1:cxn ang="0">
                  <ns1:pos x="T88" y="T89"/>
                </ns1:cxn>
              </ns1:cxnLst>
              <ns1:rect l="0" t="0" r="r" b="b"/>
              <ns1:pathLst>
                <ns1:path w="64" h="64">
                  <ns1:moveTo>
                    <ns1:pt x="56" y="12"/>
                  </ns1:moveTo>
                  <ns1:cubicBezTo>
                    <ns1:pt x="52" y="12"/>
                    <ns1:pt x="52" y="12"/>
                    <ns1:pt x="52" y="12"/>
                  </ns1:cubicBezTo>
                  <ns1:cubicBezTo>
                    <ns1:pt x="52" y="8"/>
                    <ns1:pt x="52" y="8"/>
                    <ns1:pt x="52" y="8"/>
                  </ns1:cubicBezTo>
                  <ns1:cubicBezTo>
                    <ns1:pt x="52" y="4"/>
                    <ns1:pt x="48" y="0"/>
                    <ns1:pt x="44" y="0"/>
                  </ns1:cubicBezTo>
                  <ns1:cubicBezTo>
                    <ns1:pt x="8" y="0"/>
                    <ns1:pt x="8" y="0"/>
                    <ns1:pt x="8" y="0"/>
                  </ns1:cubicBezTo>
                  <ns1:cubicBezTo>
                    <ns1:pt x="4" y="0"/>
                    <ns1:pt x="0" y="4"/>
                    <ns1:pt x="0" y="8"/>
                  </ns1:cubicBezTo>
                  <ns1:cubicBezTo>
                    <ns1:pt x="0" y="44"/>
                    <ns1:pt x="0" y="44"/>
                    <ns1:pt x="0" y="44"/>
                  </ns1:cubicBezTo>
                  <ns1:cubicBezTo>
                    <ns1:pt x="0" y="48"/>
                    <ns1:pt x="4" y="52"/>
                    <ns1:pt x="8" y="52"/>
                  </ns1:cubicBezTo>
                  <ns1:cubicBezTo>
                    <ns1:pt x="12" y="52"/>
                    <ns1:pt x="12" y="52"/>
                    <ns1:pt x="12" y="52"/>
                  </ns1:cubicBezTo>
                  <ns1:cubicBezTo>
                    <ns1:pt x="12" y="56"/>
                    <ns1:pt x="12" y="56"/>
                    <ns1:pt x="12" y="56"/>
                  </ns1:cubicBezTo>
                  <ns1:cubicBezTo>
                    <ns1:pt x="12" y="60"/>
                    <ns1:pt x="16" y="64"/>
                    <ns1:pt x="20" y="64"/>
                  </ns1:cubicBezTo>
                  <ns1:cubicBezTo>
                    <ns1:pt x="56" y="64"/>
                    <ns1:pt x="56" y="64"/>
                    <ns1:pt x="56" y="64"/>
                  </ns1:cubicBezTo>
                  <ns1:cubicBezTo>
                    <ns1:pt x="60" y="64"/>
                    <ns1:pt x="64" y="60"/>
                    <ns1:pt x="64" y="56"/>
                  </ns1:cubicBezTo>
                  <ns1:cubicBezTo>
                    <ns1:pt x="64" y="20"/>
                    <ns1:pt x="64" y="20"/>
                    <ns1:pt x="64" y="20"/>
                  </ns1:cubicBezTo>
                  <ns1:cubicBezTo>
                    <ns1:pt x="64" y="16"/>
                    <ns1:pt x="60" y="12"/>
                    <ns1:pt x="56" y="12"/>
                  </ns1:cubicBezTo>
                  <ns1:close/>
                  <ns1:moveTo>
                    <ns1:pt x="4" y="8"/>
                  </ns1:moveTo>
                  <ns1:cubicBezTo>
                    <ns1:pt x="4" y="6"/>
                    <ns1:pt x="6" y="4"/>
                    <ns1:pt x="8" y="4"/>
                  </ns1:cubicBezTo>
                  <ns1:cubicBezTo>
                    <ns1:pt x="44" y="4"/>
                    <ns1:pt x="44" y="4"/>
                    <ns1:pt x="44" y="4"/>
                  </ns1:cubicBezTo>
                  <ns1:cubicBezTo>
                    <ns1:pt x="46" y="4"/>
                    <ns1:pt x="48" y="6"/>
                    <ns1:pt x="48" y="8"/>
                  </ns1:cubicBezTo>
                  <ns1:cubicBezTo>
                    <ns1:pt x="48" y="16"/>
                    <ns1:pt x="48" y="16"/>
                    <ns1:pt x="48" y="16"/>
                  </ns1:cubicBezTo>
                  <ns1:cubicBezTo>
                    <ns1:pt x="4" y="16"/>
                    <ns1:pt x="4" y="16"/>
                    <ns1:pt x="4" y="16"/>
                  </ns1:cubicBezTo>
                  <ns1:lnTo>
                    <ns1:pt x="4" y="8"/>
                  </ns1:lnTo>
                  <ns1:close/>
                  <ns1:moveTo>
                    <ns1:pt x="8" y="48"/>
                  </ns1:moveTo>
                  <ns1:cubicBezTo>
                    <ns1:pt x="6" y="48"/>
                    <ns1:pt x="4" y="46"/>
                    <ns1:pt x="4" y="44"/>
                  </ns1:cubicBezTo>
                  <ns1:cubicBezTo>
                    <ns1:pt x="4" y="20"/>
                    <ns1:pt x="4" y="20"/>
                    <ns1:pt x="4" y="20"/>
                  </ns1:cubicBezTo>
                  <ns1:cubicBezTo>
                    <ns1:pt x="48" y="20"/>
                    <ns1:pt x="48" y="20"/>
                    <ns1:pt x="48" y="20"/>
                  </ns1:cubicBezTo>
                  <ns1:cubicBezTo>
                    <ns1:pt x="48" y="44"/>
                    <ns1:pt x="48" y="44"/>
                    <ns1:pt x="48" y="44"/>
                  </ns1:cubicBezTo>
                  <ns1:cubicBezTo>
                    <ns1:pt x="48" y="46"/>
                    <ns1:pt x="46" y="48"/>
                    <ns1:pt x="44" y="48"/>
                  </ns1:cubicBezTo>
                  <ns1:lnTo>
                    <ns1:pt x="8" y="48"/>
                  </ns1:lnTo>
                  <ns1:close/>
                  <ns1:moveTo>
                    <ns1:pt x="60" y="56"/>
                  </ns1:moveTo>
                  <ns1:cubicBezTo>
                    <ns1:pt x="60" y="58"/>
                    <ns1:pt x="58" y="60"/>
                    <ns1:pt x="56" y="60"/>
                  </ns1:cubicBezTo>
                  <ns1:cubicBezTo>
                    <ns1:pt x="20" y="60"/>
                    <ns1:pt x="20" y="60"/>
                    <ns1:pt x="20" y="60"/>
                  </ns1:cubicBezTo>
                  <ns1:cubicBezTo>
                    <ns1:pt x="18" y="60"/>
                    <ns1:pt x="16" y="58"/>
                    <ns1:pt x="16" y="56"/>
                  </ns1:cubicBezTo>
                  <ns1:cubicBezTo>
                    <ns1:pt x="16" y="52"/>
                    <ns1:pt x="16" y="52"/>
                    <ns1:pt x="16" y="52"/>
                  </ns1:cubicBezTo>
                  <ns1:cubicBezTo>
                    <ns1:pt x="44" y="52"/>
                    <ns1:pt x="44" y="52"/>
                    <ns1:pt x="44" y="52"/>
                  </ns1:cubicBezTo>
                  <ns1:cubicBezTo>
                    <ns1:pt x="48" y="52"/>
                    <ns1:pt x="52" y="48"/>
                    <ns1:pt x="52" y="44"/>
                  </ns1:cubicBezTo>
                  <ns1:cubicBezTo>
                    <ns1:pt x="52" y="28"/>
                    <ns1:pt x="52" y="28"/>
                    <ns1:pt x="52" y="28"/>
                  </ns1:cubicBezTo>
                  <ns1:cubicBezTo>
                    <ns1:pt x="60" y="28"/>
                    <ns1:pt x="60" y="28"/>
                    <ns1:pt x="60" y="28"/>
                  </ns1:cubicBezTo>
                  <ns1:lnTo>
                    <ns1:pt x="60" y="56"/>
                  </ns1:lnTo>
                  <ns1:close/>
                  <ns1:moveTo>
                    <ns1:pt x="60" y="24"/>
                  </ns1:moveTo>
                  <ns1:cubicBezTo>
                    <ns1:pt x="52" y="24"/>
                    <ns1:pt x="52" y="24"/>
                    <ns1:pt x="52" y="24"/>
                  </ns1:cubicBezTo>
                  <ns1:cubicBezTo>
                    <ns1:pt x="52" y="16"/>
                    <ns1:pt x="52" y="16"/>
                    <ns1:pt x="52" y="16"/>
                  </ns1:cubicBezTo>
                  <ns1:cubicBezTo>
                    <ns1:pt x="56" y="16"/>
                    <ns1:pt x="56" y="16"/>
                    <ns1:pt x="56" y="16"/>
                  </ns1:cubicBezTo>
                  <ns1:cubicBezTo>
                    <ns1:pt x="58" y="16"/>
                    <ns1:pt x="60" y="18"/>
                    <ns1:pt x="60" y="20"/>
                  </ns1:cubicBezTo>
                  <ns1:lnTo>
                    <ns1:pt x="60" y="24"/>
                  </ns1:lnTo>
                  <ns1:close/>
                </ns1:path>
              </ns1:pathLst>
            </ns1:custGeom>
            <ns1:grpFill/>
            <ns1:ln>
              <ns1:noFill/>
            </ns1:ln>
            <ns1:extLst>
              <ns1:ext uri="{91240B29-F687-4F45-9708-019B960494DF}">
                <ns2:hiddenLine w="9525">
                  <ns1:solidFill>
                    <ns1:srgbClr val="000000"/>
                  </ns1:solidFill>
                  <ns1:round/>
                  <ns1:headEnd/>
                  <ns1:tailEnd/>
                </ns2:hiddenLine>
              </ns1:ext>
            </ns1:extLst>
          </ns0:spPr>
          <ns0:txBody>
            <ns1:bodyPr vert="horz" wrap="square" lIns="91440" tIns="45720" rIns="91440" bIns="45720" numCol="1" anchor="t" anchorCtr="0" compatLnSpc="1">
              <ns1:prstTxWarp prst="textNoShape">
                <ns1:avLst/>
              </ns1:prstTxWarp>
            </ns1:bodyPr>
            <ns1:lstStyle/>
            <ns1:p>
              <ns1:endParaRPr lang="id-ID" sz="2700"/>
            </ns1:p>
          </ns0:txBody>
        </ns0:sp>
      </ns0:grpSp>
      <ns0:grpSp>
        <ns0:nvGrpSpPr>
          <ns0:cNvPr id="223" name="Group 222"/>
          <ns0:cNvGrpSpPr/>
          <ns0:nvPr/>
        </ns0:nvGrpSpPr>
        <ns0:grpSpPr>
          <ns1:xfrm>
            <ns1:off x="10458268" y="2755527"/>
            <ns1:ext cx="484747" cy="485815"/>
            <ns1:chOff x="7305675" y="2468563"/>
            <ns1:chExt cx="720725" cy="722313"/>
          </ns1:xfrm>
          <ns1:solidFill>
            <ns1:schemeClr val="tx1"/>
          </ns1:solidFill>
        </ns0:grpSpPr>
        <ns0:sp>
          <ns0:nvSpPr>
            <ns0:cNvPr id="224" name="Freeform 132"/>
            <ns0:cNvSpPr>
              <ns1:spLocks noEditPoints="1"/>
            </ns0:cNvSpPr>
            <ns0:nvPr/>
          </ns0:nvSpPr>
          <ns0:spPr bwMode="auto">
            <ns1:xfrm>
              <ns1:off x="7556500" y="2719388"/>
              <ns1:ext cx="217488" cy="219075"/>
            </ns1:xfrm>
            <ns1:custGeom>
              <ns1:avLst/>
              <ns1:gdLst>
                <ns1:gd name="T0" fmla="*/ 29 w 58"/>
                <ns1:gd name="T1" fmla="*/ 0 h 58"/>
                <ns1:gd name="T2" fmla="*/ 0 w 58"/>
                <ns1:gd name="T3" fmla="*/ 29 h 58"/>
                <ns1:gd name="T4" fmla="*/ 29 w 58"/>
                <ns1:gd name="T5" fmla="*/ 58 h 58"/>
                <ns1:gd name="T6" fmla="*/ 58 w 58"/>
                <ns1:gd name="T7" fmla="*/ 29 h 58"/>
                <ns1:gd name="T8" fmla="*/ 29 w 58"/>
                <ns1:gd name="T9" fmla="*/ 0 h 58"/>
                <ns1:gd name="T10" fmla="*/ 29 w 58"/>
                <ns1:gd name="T11" fmla="*/ 50 h 58"/>
                <ns1:gd name="T12" fmla="*/ 8 w 58"/>
                <ns1:gd name="T13" fmla="*/ 29 h 58"/>
                <ns1:gd name="T14" fmla="*/ 29 w 58"/>
                <ns1:gd name="T15" fmla="*/ 8 h 58"/>
                <ns1:gd name="T16" fmla="*/ 50 w 58"/>
                <ns1:gd name="T17" fmla="*/ 29 h 58"/>
                <ns1:gd name="T18" fmla="*/ 29 w 58"/>
                <ns1:gd name="T19" fmla="*/ 50 h 58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  <ns1:cxn ang="0">
                  <ns1:pos x="T14" y="T15"/>
                </ns1:cxn>
                <ns1:cxn ang="0">
                  <ns1:pos x="T16" y="T17"/>
                </ns1:cxn>
                <ns1:cxn ang="0">
                  <ns1:pos x="T18" y="T19"/>
                </ns1:cxn>
              </ns1:cxnLst>
              <ns1:rect l="0" t="0" r="r" b="b"/>
              <ns1:pathLst>
                <ns1:path w="58" h="58">
                  <ns1:moveTo>
                    <ns1:pt x="29" y="0"/>
                  </ns1:moveTo>
                  <ns1:cubicBezTo>
                    <ns1:pt x="13" y="0"/>
                    <ns1:pt x="0" y="13"/>
                    <ns1:pt x="0" y="29"/>
                  </ns1:cubicBezTo>
                  <ns1:cubicBezTo>
                    <ns1:pt x="0" y="45"/>
                    <ns1:pt x="13" y="58"/>
                    <ns1:pt x="29" y="58"/>
                  </ns1:cubicBezTo>
                  <ns1:cubicBezTo>
                    <ns1:pt x="45" y="58"/>
                    <ns1:pt x="58" y="45"/>
                    <ns1:pt x="58" y="29"/>
                  </ns1:cubicBezTo>
                  <ns1:cubicBezTo>
                    <ns1:pt x="58" y="13"/>
                    <ns1:pt x="45" y="0"/>
                    <ns1:pt x="29" y="0"/>
                  </ns1:cubicBezTo>
                  <ns1:close/>
                  <ns1:moveTo>
                    <ns1:pt x="29" y="50"/>
                  </ns1:moveTo>
                  <ns1:cubicBezTo>
                    <ns1:pt x="18" y="50"/>
                    <ns1:pt x="8" y="40"/>
                    <ns1:pt x="8" y="29"/>
                  </ns1:cubicBezTo>
                  <ns1:cubicBezTo>
                    <ns1:pt x="8" y="18"/>
                    <ns1:pt x="18" y="8"/>
                    <ns1:pt x="29" y="8"/>
                  </ns1:cubicBezTo>
                  <ns1:cubicBezTo>
                    <ns1:pt x="40" y="8"/>
                    <ns1:pt x="50" y="18"/>
                    <ns1:pt x="50" y="29"/>
                  </ns1:cubicBezTo>
                  <ns1:cubicBezTo>
                    <ns1:pt x="50" y="40"/>
                    <ns1:pt x="40" y="50"/>
                    <ns1:pt x="29" y="50"/>
                  </ns1:cubicBezTo>
                  <ns1:close/>
                </ns1:path>
              </ns1:pathLst>
            </ns1:custGeom>
            <ns1:grpFill/>
            <ns1:ln>
              <ns1:noFill/>
            </ns1:ln>
            <ns1:extLst>
              <ns1:ext uri="{91240B29-F687-4F45-9708-019B960494DF}">
                <ns2:hiddenLine w="9525">
                  <ns1:solidFill>
                    <ns1:srgbClr val="000000"/>
                  </ns1:solidFill>
                  <ns1:round/>
                  <ns1:headEnd/>
                  <ns1:tailEnd/>
                </ns2:hiddenLine>
              </ns1:ext>
            </ns1:extLst>
          </ns0:spPr>
          <ns0:txBody>
            <ns1:bodyPr vert="horz" wrap="square" lIns="91440" tIns="45720" rIns="91440" bIns="45720" numCol="1" anchor="t" anchorCtr="0" compatLnSpc="1">
              <ns1:prstTxWarp prst="textNoShape">
                <ns1:avLst/>
              </ns1:prstTxWarp>
            </ns1:bodyPr>
            <ns1:lstStyle/>
            <ns1:p>
              <ns1:endParaRPr lang="id-ID" sz="2700"/>
            </ns1:p>
          </ns0:txBody>
        </ns0:sp>
        <ns0:sp>
          <ns0:nvSpPr>
            <ns0:cNvPr id="225" name="Freeform 133"/>
            <ns0:cNvSpPr>
              <ns1:spLocks noEditPoints="1"/>
            </ns0:cNvSpPr>
            <ns0:nvPr/>
          </ns0:nvSpPr>
          <ns0:spPr bwMode="auto">
            <ns1:xfrm>
              <ns1:off x="7305675" y="2468563"/>
              <ns1:ext cx="720725" cy="722313"/>
            </ns1:xfrm>
            <ns1:custGeom>
              <ns1:avLst/>
              <ns1:gdLst>
                <ns1:gd name="T0" fmla="*/ 192 w 192"/>
                <ns1:gd name="T1" fmla="*/ 90 h 192"/>
                <ns1:gd name="T2" fmla="*/ 167 w 192"/>
                <ns1:gd name="T3" fmla="*/ 90 h 192"/>
                <ns1:gd name="T4" fmla="*/ 102 w 192"/>
                <ns1:gd name="T5" fmla="*/ 25 h 192"/>
                <ns1:gd name="T6" fmla="*/ 102 w 192"/>
                <ns1:gd name="T7" fmla="*/ 0 h 192"/>
                <ns1:gd name="T8" fmla="*/ 90 w 192"/>
                <ns1:gd name="T9" fmla="*/ 0 h 192"/>
                <ns1:gd name="T10" fmla="*/ 90 w 192"/>
                <ns1:gd name="T11" fmla="*/ 25 h 192"/>
                <ns1:gd name="T12" fmla="*/ 25 w 192"/>
                <ns1:gd name="T13" fmla="*/ 90 h 192"/>
                <ns1:gd name="T14" fmla="*/ 0 w 192"/>
                <ns1:gd name="T15" fmla="*/ 90 h 192"/>
                <ns1:gd name="T16" fmla="*/ 0 w 192"/>
                <ns1:gd name="T17" fmla="*/ 102 h 192"/>
                <ns1:gd name="T18" fmla="*/ 25 w 192"/>
                <ns1:gd name="T19" fmla="*/ 102 h 192"/>
                <ns1:gd name="T20" fmla="*/ 90 w 192"/>
                <ns1:gd name="T21" fmla="*/ 167 h 192"/>
                <ns1:gd name="T22" fmla="*/ 90 w 192"/>
                <ns1:gd name="T23" fmla="*/ 192 h 192"/>
                <ns1:gd name="T24" fmla="*/ 102 w 192"/>
                <ns1:gd name="T25" fmla="*/ 192 h 192"/>
                <ns1:gd name="T26" fmla="*/ 102 w 192"/>
                <ns1:gd name="T27" fmla="*/ 167 h 192"/>
                <ns1:gd name="T28" fmla="*/ 167 w 192"/>
                <ns1:gd name="T29" fmla="*/ 102 h 192"/>
                <ns1:gd name="T30" fmla="*/ 192 w 192"/>
                <ns1:gd name="T31" fmla="*/ 102 h 192"/>
                <ns1:gd name="T32" fmla="*/ 192 w 192"/>
                <ns1:gd name="T33" fmla="*/ 90 h 192"/>
                <ns1:gd name="T34" fmla="*/ 102 w 192"/>
                <ns1:gd name="T35" fmla="*/ 151 h 192"/>
                <ns1:gd name="T36" fmla="*/ 102 w 192"/>
                <ns1:gd name="T37" fmla="*/ 140 h 192"/>
                <ns1:gd name="T38" fmla="*/ 97 w 192"/>
                <ns1:gd name="T39" fmla="*/ 135 h 192"/>
                <ns1:gd name="T40" fmla="*/ 95 w 192"/>
                <ns1:gd name="T41" fmla="*/ 135 h 192"/>
                <ns1:gd name="T42" fmla="*/ 90 w 192"/>
                <ns1:gd name="T43" fmla="*/ 140 h 192"/>
                <ns1:gd name="T44" fmla="*/ 90 w 192"/>
                <ns1:gd name="T45" fmla="*/ 151 h 192"/>
                <ns1:gd name="T46" fmla="*/ 41 w 192"/>
                <ns1:gd name="T47" fmla="*/ 102 h 192"/>
                <ns1:gd name="T48" fmla="*/ 52 w 192"/>
                <ns1:gd name="T49" fmla="*/ 102 h 192"/>
                <ns1:gd name="T50" fmla="*/ 57 w 192"/>
                <ns1:gd name="T51" fmla="*/ 97 h 192"/>
                <ns1:gd name="T52" fmla="*/ 57 w 192"/>
                <ns1:gd name="T53" fmla="*/ 95 h 192"/>
                <ns1:gd name="T54" fmla="*/ 52 w 192"/>
                <ns1:gd name="T55" fmla="*/ 90 h 192"/>
                <ns1:gd name="T56" fmla="*/ 41 w 192"/>
                <ns1:gd name="T57" fmla="*/ 90 h 192"/>
                <ns1:gd name="T58" fmla="*/ 90 w 192"/>
                <ns1:gd name="T59" fmla="*/ 41 h 192"/>
                <ns1:gd name="T60" fmla="*/ 90 w 192"/>
                <ns1:gd name="T61" fmla="*/ 52 h 192"/>
                <ns1:gd name="T62" fmla="*/ 95 w 192"/>
                <ns1:gd name="T63" fmla="*/ 57 h 192"/>
                <ns1:gd name="T64" fmla="*/ 97 w 192"/>
                <ns1:gd name="T65" fmla="*/ 57 h 192"/>
                <ns1:gd name="T66" fmla="*/ 102 w 192"/>
                <ns1:gd name="T67" fmla="*/ 52 h 192"/>
                <ns1:gd name="T68" fmla="*/ 102 w 192"/>
                <ns1:gd name="T69" fmla="*/ 41 h 192"/>
                <ns1:gd name="T70" fmla="*/ 151 w 192"/>
                <ns1:gd name="T71" fmla="*/ 90 h 192"/>
                <ns1:gd name="T72" fmla="*/ 140 w 192"/>
                <ns1:gd name="T73" fmla="*/ 90 h 192"/>
                <ns1:gd name="T74" fmla="*/ 135 w 192"/>
                <ns1:gd name="T75" fmla="*/ 95 h 192"/>
                <ns1:gd name="T76" fmla="*/ 135 w 192"/>
                <ns1:gd name="T77" fmla="*/ 97 h 192"/>
                <ns1:gd name="T78" fmla="*/ 140 w 192"/>
                <ns1:gd name="T79" fmla="*/ 102 h 192"/>
                <ns1:gd name="T80" fmla="*/ 151 w 192"/>
                <ns1:gd name="T81" fmla="*/ 102 h 192"/>
                <ns1:gd name="T82" fmla="*/ 102 w 192"/>
                <ns1:gd name="T83" fmla="*/ 151 h 192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  <ns1:cxn ang="0">
                  <ns1:pos x="T14" y="T15"/>
                </ns1:cxn>
                <ns1:cxn ang="0">
                  <ns1:pos x="T16" y="T17"/>
                </ns1:cxn>
                <ns1:cxn ang="0">
                  <ns1:pos x="T18" y="T19"/>
                </ns1:cxn>
                <ns1:cxn ang="0">
                  <ns1:pos x="T20" y="T21"/>
                </ns1:cxn>
                <ns1:cxn ang="0">
                  <ns1:pos x="T22" y="T23"/>
                </ns1:cxn>
                <ns1:cxn ang="0">
                  <ns1:pos x="T24" y="T25"/>
                </ns1:cxn>
                <ns1:cxn ang="0">
                  <ns1:pos x="T26" y="T27"/>
                </ns1:cxn>
                <ns1:cxn ang="0">
                  <ns1:pos x="T28" y="T29"/>
                </ns1:cxn>
                <ns1:cxn ang="0">
                  <ns1:pos x="T30" y="T31"/>
                </ns1:cxn>
                <ns1:cxn ang="0">
                  <ns1:pos x="T32" y="T33"/>
                </ns1:cxn>
                <ns1:cxn ang="0">
                  <ns1:pos x="T34" y="T35"/>
                </ns1:cxn>
                <ns1:cxn ang="0">
                  <ns1:pos x="T36" y="T37"/>
                </ns1:cxn>
                <ns1:cxn ang="0">
                  <ns1:pos x="T38" y="T39"/>
                </ns1:cxn>
                <ns1:cxn ang="0">
                  <ns1:pos x="T40" y="T41"/>
                </ns1:cxn>
                <ns1:cxn ang="0">
                  <ns1:pos x="T42" y="T43"/>
                </ns1:cxn>
                <ns1:cxn ang="0">
                  <ns1:pos x="T44" y="T45"/>
                </ns1:cxn>
                <ns1:cxn ang="0">
                  <ns1:pos x="T46" y="T47"/>
                </ns1:cxn>
                <ns1:cxn ang="0">
                  <ns1:pos x="T48" y="T49"/>
                </ns1:cxn>
                <ns1:cxn ang="0">
                  <ns1:pos x="T50" y="T51"/>
                </ns1:cxn>
                <ns1:cxn ang="0">
                  <ns1:pos x="T52" y="T53"/>
                </ns1:cxn>
                <ns1:cxn ang="0">
                  <ns1:pos x="T54" y="T55"/>
                </ns1:cxn>
                <ns1:cxn ang="0">
                  <ns1:pos x="T56" y="T57"/>
                </ns1:cxn>
                <ns1:cxn ang="0">
                  <ns1:pos x="T58" y="T59"/>
                </ns1:cxn>
                <ns1:cxn ang="0">
                  <ns1:pos x="T60" y="T61"/>
                </ns1:cxn>
                <ns1:cxn ang="0">
                  <ns1:pos x="T62" y="T63"/>
                </ns1:cxn>
                <ns1:cxn ang="0">
                  <ns1:pos x="T64" y="T65"/>
                </ns1:cxn>
                <ns1:cxn ang="0">
                  <ns1:pos x="T66" y="T67"/>
                </ns1:cxn>
                <ns1:cxn ang="0">
                  <ns1:pos x="T68" y="T69"/>
                </ns1:cxn>
                <ns1:cxn ang="0">
                  <ns1:pos x="T70" y="T71"/>
                </ns1:cxn>
                <ns1:cxn ang="0">
                  <ns1:pos x="T72" y="T73"/>
                </ns1:cxn>
                <ns1:cxn ang="0">
                  <ns1:pos x="T74" y="T75"/>
                </ns1:cxn>
                <ns1:cxn ang="0">
                  <ns1:pos x="T76" y="T77"/>
                </ns1:cxn>
                <ns1:cxn ang="0">
                  <ns1:pos x="T78" y="T79"/>
                </ns1:cxn>
                <ns1:cxn ang="0">
                  <ns1:pos x="T80" y="T81"/>
                </ns1:cxn>
                <ns1:cxn ang="0">
                  <ns1:pos x="T82" y="T83"/>
                </ns1:cxn>
              </ns1:cxnLst>
              <ns1:rect l="0" t="0" r="r" b="b"/>
              <ns1:pathLst>
                <ns1:path w="192" h="192">
                  <ns1:moveTo>
                    <ns1:pt x="192" y="90"/>
                  </ns1:moveTo>
                  <ns1:cubicBezTo>
                    <ns1:pt x="167" y="90"/>
                    <ns1:pt x="167" y="90"/>
                    <ns1:pt x="167" y="90"/>
                  </ns1:cubicBezTo>
                  <ns1:cubicBezTo>
                    <ns1:pt x="164" y="55"/>
                    <ns1:pt x="137" y="28"/>
                    <ns1:pt x="102" y="25"/>
                  </ns1:cubicBezTo>
                  <ns1:cubicBezTo>
                    <ns1:pt x="102" y="0"/>
                    <ns1:pt x="102" y="0"/>
                    <ns1:pt x="102" y="0"/>
                  </ns1:cubicBezTo>
                  <ns1:cubicBezTo>
                    <ns1:pt x="90" y="0"/>
                    <ns1:pt x="90" y="0"/>
                    <ns1:pt x="90" y="0"/>
                  </ns1:cubicBezTo>
                  <ns1:cubicBezTo>
                    <ns1:pt x="90" y="25"/>
                    <ns1:pt x="90" y="25"/>
                    <ns1:pt x="90" y="25"/>
                  </ns1:cubicBezTo>
                  <ns1:cubicBezTo>
                    <ns1:pt x="55" y="28"/>
                    <ns1:pt x="28" y="55"/>
                    <ns1:pt x="25" y="90"/>
                  </ns1:cubicBezTo>
                  <ns1:cubicBezTo>
                    <ns1:pt x="0" y="90"/>
                    <ns1:pt x="0" y="90"/>
                    <ns1:pt x="0" y="90"/>
                  </ns1:cubicBezTo>
                  <ns1:cubicBezTo>
                    <ns1:pt x="0" y="102"/>
                    <ns1:pt x="0" y="102"/>
                    <ns1:pt x="0" y="102"/>
                  </ns1:cubicBezTo>
                  <ns1:cubicBezTo>
                    <ns1:pt x="25" y="102"/>
                    <ns1:pt x="25" y="102"/>
                    <ns1:pt x="25" y="102"/>
                  </ns1:cubicBezTo>
                  <ns1:cubicBezTo>
                    <ns1:pt x="28" y="137"/>
                    <ns1:pt x="55" y="164"/>
                    <ns1:pt x="90" y="167"/>
                  </ns1:cubicBezTo>
                  <ns1:cubicBezTo>
                    <ns1:pt x="90" y="192"/>
                    <ns1:pt x="90" y="192"/>
                    <ns1:pt x="90" y="192"/>
                  </ns1:cubicBezTo>
                  <ns1:cubicBezTo>
                    <ns1:pt x="102" y="192"/>
                    <ns1:pt x="102" y="192"/>
                    <ns1:pt x="102" y="192"/>
                  </ns1:cubicBezTo>
                  <ns1:cubicBezTo>
                    <ns1:pt x="102" y="167"/>
                    <ns1:pt x="102" y="167"/>
                    <ns1:pt x="102" y="167"/>
                  </ns1:cubicBezTo>
                  <ns1:cubicBezTo>
                    <ns1:pt x="137" y="164"/>
                    <ns1:pt x="164" y="137"/>
                    <ns1:pt x="167" y="102"/>
                  </ns1:cubicBezTo>
                  <ns1:cubicBezTo>
                    <ns1:pt x="192" y="102"/>
                    <ns1:pt x="192" y="102"/>
                    <ns1:pt x="192" y="102"/>
                  </ns1:cubicBezTo>
                  <ns1:lnTo>
                    <ns1:pt x="192" y="90"/>
                  </ns1:lnTo>
                  <ns1:close/>
                  <ns1:moveTo>
                    <ns1:pt x="102" y="151"/>
                  </ns1:moveTo>
                  <ns1:cubicBezTo>
                    <ns1:pt x="102" y="140"/>
                    <ns1:pt x="102" y="140"/>
                    <ns1:pt x="102" y="140"/>
                  </ns1:cubicBezTo>
                  <ns1:cubicBezTo>
                    <ns1:pt x="102" y="137"/>
                    <ns1:pt x="100" y="135"/>
                    <ns1:pt x="97" y="135"/>
                  </ns1:cubicBezTo>
                  <ns1:cubicBezTo>
                    <ns1:pt x="95" y="135"/>
                    <ns1:pt x="95" y="135"/>
                    <ns1:pt x="95" y="135"/>
                  </ns1:cubicBezTo>
                  <ns1:cubicBezTo>
                    <ns1:pt x="92" y="135"/>
                    <ns1:pt x="90" y="137"/>
                    <ns1:pt x="90" y="140"/>
                  </ns1:cubicBezTo>
                  <ns1:cubicBezTo>
                    <ns1:pt x="90" y="151"/>
                    <ns1:pt x="90" y="151"/>
                    <ns1:pt x="90" y="151"/>
                  </ns1:cubicBezTo>
                  <ns1:cubicBezTo>
                    <ns1:pt x="64" y="148"/>
                    <ns1:pt x="44" y="128"/>
                    <ns1:pt x="41" y="102"/>
                  </ns1:cubicBezTo>
                  <ns1:cubicBezTo>
                    <ns1:pt x="52" y="102"/>
                    <ns1:pt x="52" y="102"/>
                    <ns1:pt x="52" y="102"/>
                  </ns1:cubicBezTo>
                  <ns1:cubicBezTo>
                    <ns1:pt x="55" y="102"/>
                    <ns1:pt x="57" y="100"/>
                    <ns1:pt x="57" y="97"/>
                  </ns1:cubicBezTo>
                  <ns1:cubicBezTo>
                    <ns1:pt x="57" y="95"/>
                    <ns1:pt x="57" y="95"/>
                    <ns1:pt x="57" y="95"/>
                  </ns1:cubicBezTo>
                  <ns1:cubicBezTo>
                    <ns1:pt x="57" y="92"/>
                    <ns1:pt x="55" y="90"/>
                    <ns1:pt x="52" y="90"/>
                  </ns1:cubicBezTo>
                  <ns1:cubicBezTo>
                    <ns1:pt x="41" y="90"/>
                    <ns1:pt x="41" y="90"/>
                    <ns1:pt x="41" y="90"/>
                  </ns1:cubicBezTo>
                  <ns1:cubicBezTo>
                    <ns1:pt x="44" y="64"/>
                    <ns1:pt x="64" y="44"/>
                    <ns1:pt x="90" y="41"/>
                  </ns1:cubicBezTo>
                  <ns1:cubicBezTo>
                    <ns1:pt x="90" y="52"/>
                    <ns1:pt x="90" y="52"/>
                    <ns1:pt x="90" y="52"/>
                  </ns1:cubicBezTo>
                  <ns1:cubicBezTo>
                    <ns1:pt x="90" y="55"/>
                    <ns1:pt x="92" y="57"/>
                    <ns1:pt x="95" y="57"/>
                  </ns1:cubicBezTo>
                  <ns1:cubicBezTo>
                    <ns1:pt x="97" y="57"/>
                    <ns1:pt x="97" y="57"/>
                    <ns1:pt x="97" y="57"/>
                  </ns1:cubicBezTo>
                  <ns1:cubicBezTo>
                    <ns1:pt x="100" y="57"/>
                    <ns1:pt x="102" y="55"/>
                    <ns1:pt x="102" y="52"/>
                  </ns1:cubicBezTo>
                  <ns1:cubicBezTo>
                    <ns1:pt x="102" y="41"/>
                    <ns1:pt x="102" y="41"/>
                    <ns1:pt x="102" y="41"/>
                  </ns1:cubicBezTo>
                  <ns1:cubicBezTo>
                    <ns1:pt x="128" y="44"/>
                    <ns1:pt x="148" y="64"/>
                    <ns1:pt x="151" y="90"/>
                  </ns1:cubicBezTo>
                  <ns1:cubicBezTo>
                    <ns1:pt x="140" y="90"/>
                    <ns1:pt x="140" y="90"/>
                    <ns1:pt x="140" y="90"/>
                  </ns1:cubicBezTo>
                  <ns1:cubicBezTo>
                    <ns1:pt x="137" y="90"/>
                    <ns1:pt x="135" y="92"/>
                    <ns1:pt x="135" y="95"/>
                  </ns1:cubicBezTo>
                  <ns1:cubicBezTo>
                    <ns1:pt x="135" y="97"/>
                    <ns1:pt x="135" y="97"/>
                    <ns1:pt x="135" y="97"/>
                  </ns1:cubicBezTo>
                  <ns1:cubicBezTo>
                    <ns1:pt x="135" y="100"/>
                    <ns1:pt x="137" y="102"/>
                    <ns1:pt x="140" y="102"/>
                  </ns1:cubicBezTo>
                  <ns1:cubicBezTo>
                    <ns1:pt x="151" y="102"/>
                    <ns1:pt x="151" y="102"/>
                    <ns1:pt x="151" y="102"/>
                  </ns1:cubicBezTo>
                  <ns1:cubicBezTo>
                    <ns1:pt x="148" y="128"/>
                    <ns1:pt x="128" y="148"/>
                    <ns1:pt x="102" y="151"/>
                  </ns1:cubicBezTo>
                  <ns1:close/>
                </ns1:path>
              </ns1:pathLst>
            </ns1:custGeom>
            <ns1:grpFill/>
            <ns1:ln>
              <ns1:noFill/>
            </ns1:ln>
            <ns1:extLst>
              <ns1:ext uri="{91240B29-F687-4F45-9708-019B960494DF}">
                <ns2:hiddenLine w="9525">
                  <ns1:solidFill>
                    <ns1:srgbClr val="000000"/>
                  </ns1:solidFill>
                  <ns1:round/>
                  <ns1:headEnd/>
                  <ns1:tailEnd/>
                </ns2:hiddenLine>
              </ns1:ext>
            </ns1:extLst>
          </ns0:spPr>
          <ns0:txBody>
            <ns1:bodyPr vert="horz" wrap="square" lIns="91440" tIns="45720" rIns="91440" bIns="45720" numCol="1" anchor="t" anchorCtr="0" compatLnSpc="1">
              <ns1:prstTxWarp prst="textNoShape">
                <ns1:avLst/>
              </ns1:prstTxWarp>
            </ns1:bodyPr>
            <ns1:lstStyle/>
            <ns1:p>
              <ns1:endParaRPr lang="id-ID" sz="2700"/>
            </ns1:p>
          </ns0:txBody>
        </ns0:sp>
      </ns0:grpSp>
      <ns0:sp>
        <ns0:nvSpPr>
          <ns0:cNvPr id="226" name="Freeform 213"/>
          <ns0:cNvSpPr>
            <ns1:spLocks noEditPoints="1"/>
          </ns0:cNvSpPr>
          <ns0:nvPr/>
        </ns0:nvSpPr>
        <ns0:spPr bwMode="auto">
          <ns1:xfrm>
            <ns1:off x="9568892" y="2815004"/>
            <ns1:ext cx="318590" cy="366861"/>
          </ns1:xfrm>
          <ns1:custGeom>
            <ns1:avLst/>
            <ns1:gdLst>
              <ns1:gd name="T0" fmla="*/ 90 w 132"/>
              <ns1:gd name="T1" fmla="*/ 0 h 152"/>
              <ns1:gd name="T2" fmla="*/ 0 w 132"/>
              <ns1:gd name="T3" fmla="*/ 0 h 152"/>
              <ns1:gd name="T4" fmla="*/ 0 w 132"/>
              <ns1:gd name="T5" fmla="*/ 152 h 152"/>
              <ns1:gd name="T6" fmla="*/ 132 w 132"/>
              <ns1:gd name="T7" fmla="*/ 152 h 152"/>
              <ns1:gd name="T8" fmla="*/ 132 w 132"/>
              <ns1:gd name="T9" fmla="*/ 43 h 152"/>
              <ns1:gd name="T10" fmla="*/ 90 w 132"/>
              <ns1:gd name="T11" fmla="*/ 0 h 152"/>
              <ns1:gd name="T12" fmla="*/ 113 w 132"/>
              <ns1:gd name="T13" fmla="*/ 133 h 152"/>
              <ns1:gd name="T14" fmla="*/ 19 w 132"/>
              <ns1:gd name="T15" fmla="*/ 133 h 152"/>
              <ns1:gd name="T16" fmla="*/ 19 w 132"/>
              <ns1:gd name="T17" fmla="*/ 19 h 152"/>
              <ns1:gd name="T18" fmla="*/ 38 w 132"/>
              <ns1:gd name="T19" fmla="*/ 19 h 152"/>
              <ns1:gd name="T20" fmla="*/ 38 w 132"/>
              <ns1:gd name="T21" fmla="*/ 104 h 152"/>
              <ns1:gd name="T22" fmla="*/ 57 w 132"/>
              <ns1:gd name="T23" fmla="*/ 76 h 152"/>
              <ns1:gd name="T24" fmla="*/ 76 w 132"/>
              <ns1:gd name="T25" fmla="*/ 104 h 152"/>
              <ns1:gd name="T26" fmla="*/ 76 w 132"/>
              <ns1:gd name="T27" fmla="*/ 19 h 152"/>
              <ns1:gd name="T28" fmla="*/ 80 w 132"/>
              <ns1:gd name="T29" fmla="*/ 19 h 152"/>
              <ns1:gd name="T30" fmla="*/ 113 w 132"/>
              <ns1:gd name="T31" fmla="*/ 52 h 152"/>
              <ns1:gd name="T32" fmla="*/ 113 w 132"/>
              <ns1:gd name="T33" fmla="*/ 133 h 152"/>
            </ns1:gdLst>
            <ns1:ahLst/>
            <ns1:cxnLst>
              <ns1:cxn ang="0">
                <ns1:pos x="T0" y="T1"/>
              </ns1:cxn>
              <ns1:cxn ang="0">
                <ns1:pos x="T2" y="T3"/>
              </ns1:cxn>
              <ns1:cxn ang="0">
                <ns1:pos x="T4" y="T5"/>
              </ns1:cxn>
              <ns1:cxn ang="0">
                <ns1:pos x="T6" y="T7"/>
              </ns1:cxn>
              <ns1:cxn ang="0">
                <ns1:pos x="T8" y="T9"/>
              </ns1:cxn>
              <ns1:cxn ang="0">
                <ns1:pos x="T10" y="T11"/>
              </ns1:cxn>
              <ns1:cxn ang="0">
                <ns1:pos x="T12" y="T13"/>
              </ns1:cxn>
              <ns1:cxn ang="0">
                <ns1:pos x="T14" y="T15"/>
              </ns1:cxn>
              <ns1:cxn ang="0">
                <ns1:pos x="T16" y="T17"/>
              </ns1:cxn>
              <ns1:cxn ang="0">
                <ns1:pos x="T18" y="T19"/>
              </ns1:cxn>
              <ns1:cxn ang="0">
                <ns1:pos x="T20" y="T21"/>
              </ns1:cxn>
              <ns1:cxn ang="0">
                <ns1:pos x="T22" y="T23"/>
              </ns1:cxn>
              <ns1:cxn ang="0">
                <ns1:pos x="T24" y="T25"/>
              </ns1:cxn>
              <ns1:cxn ang="0">
                <ns1:pos x="T26" y="T27"/>
              </ns1:cxn>
              <ns1:cxn ang="0">
                <ns1:pos x="T28" y="T29"/>
              </ns1:cxn>
              <ns1:cxn ang="0">
                <ns1:pos x="T30" y="T31"/>
              </ns1:cxn>
              <ns1:cxn ang="0">
                <ns1:pos x="T32" y="T33"/>
              </ns1:cxn>
            </ns1:cxnLst>
            <ns1:rect l="0" t="0" r="r" b="b"/>
            <ns1:pathLst>
              <ns1:path w="132" h="152">
                <ns1:moveTo>
                  <ns1:pt x="90" y="0"/>
                </ns1:moveTo>
                <ns1:lnTo>
                  <ns1:pt x="0" y="0"/>
                </ns1:lnTo>
                <ns1:lnTo>
                  <ns1:pt x="0" y="152"/>
                </ns1:lnTo>
                <ns1:lnTo>
                  <ns1:pt x="132" y="152"/>
                </ns1:lnTo>
                <ns1:lnTo>
                  <ns1:pt x="132" y="43"/>
                </ns1:lnTo>
                <ns1:lnTo>
                  <ns1:pt x="90" y="0"/>
                </ns1:lnTo>
                <ns1:close/>
                <ns1:moveTo>
                  <ns1:pt x="113" y="133"/>
                </ns1:moveTo>
                <ns1:lnTo>
                  <ns1:pt x="19" y="133"/>
                </ns1:lnTo>
                <ns1:lnTo>
                  <ns1:pt x="19" y="19"/>
                </ns1:lnTo>
                <ns1:lnTo>
                  <ns1:pt x="38" y="19"/>
                </ns1:lnTo>
                <ns1:lnTo>
                  <ns1:pt x="38" y="104"/>
                </ns1:lnTo>
                <ns1:lnTo>
                  <ns1:pt x="57" y="76"/>
                </ns1:lnTo>
                <ns1:lnTo>
                  <ns1:pt x="76" y="104"/>
                </ns1:lnTo>
                <ns1:lnTo>
                  <ns1:pt x="76" y="19"/>
                </ns1:lnTo>
                <ns1:lnTo>
                  <ns1:pt x="80" y="19"/>
                </ns1:lnTo>
                <ns1:lnTo>
                  <ns1:pt x="113" y="52"/>
                </ns1:lnTo>
                <ns1:lnTo>
                  <ns1:pt x="113" y="133"/>
                </ns1:lnTo>
                <ns1:close/>
              </ns1:path>
            </ns1:pathLst>
          </ns1:custGeom>
          <ns1:solidFill>
            <ns1:schemeClr val="tx1"/>
          </ns1:solidFill>
          <ns1:ln>
            <ns1:noFill/>
          </ns1:ln>
          <ns1:extLst/>
        </ns0:spPr>
        <ns0:txBody>
          <ns1:bodyPr vert="horz" wrap="square" lIns="91440" tIns="45720" rIns="91440" bIns="45720" numCol="1" anchor="t" anchorCtr="0" compatLnSpc="1">
            <ns1:prstTxWarp prst="textNoShape">
              <ns1:avLst/>
            </ns1:prstTxWarp>
          </ns1:bodyPr>
          <ns1:lstStyle/>
          <ns1:p>
            <ns1:endParaRPr lang="id-ID" sz="2700"/>
          </ns1:p>
        </ns0:txBody>
      </ns0:sp>
      <ns0:sp>
        <ns0:nvSpPr>
          <ns0:cNvPr id="227" name="Freeform 248"/>
          <ns0:cNvSpPr>
            <ns1:spLocks noEditPoints="1"/>
          </ns0:cNvSpPr>
          <ns0:nvPr/>
        </ns0:nvSpPr>
        <ns0:spPr bwMode="auto">
          <ns1:xfrm>
            <ns1:off x="11474579" y="2816210"/>
            <ns1:ext cx="318591" cy="364449"/>
          </ns1:xfrm>
          <ns1:custGeom>
            <ns1:avLst/>
            <ns1:gdLst>
              <ns1:gd name="T0" fmla="*/ 48 w 56"/>
              <ns1:gd name="T1" fmla="*/ 60 h 64"/>
              <ns1:gd name="T2" fmla="*/ 45 w 56"/>
              <ns1:gd name="T3" fmla="*/ 60 h 64"/>
              <ns1:gd name="T4" fmla="*/ 56 w 56"/>
              <ns1:gd name="T5" fmla="*/ 40 h 64"/>
              <ns1:gd name="T6" fmla="*/ 38 w 56"/>
              <ns1:gd name="T7" fmla="*/ 17 h 64"/>
              <ns1:gd name="T8" fmla="*/ 42 w 56"/>
              <ns1:gd name="T9" fmla="*/ 8 h 64"/>
              <ns1:gd name="T10" fmla="*/ 42 w 56"/>
              <ns1:gd name="T11" fmla="*/ 5 h 64"/>
              <ns1:gd name="T12" fmla="*/ 31 w 56"/>
              <ns1:gd name="T13" fmla="*/ 0 h 64"/>
              <ns1:gd name="T14" fmla="*/ 29 w 56"/>
              <ns1:gd name="T15" fmla="*/ 0 h 64"/>
              <ns1:gd name="T16" fmla="*/ 28 w 56"/>
              <ns1:gd name="T17" fmla="*/ 1 h 64"/>
              <ns1:gd name="T18" fmla="*/ 15 w 56"/>
              <ns1:gd name="T19" fmla="*/ 25 h 64"/>
              <ns1:gd name="T20" fmla="*/ 17 w 56"/>
              <ns1:gd name="T21" fmla="*/ 31 h 64"/>
              <ns1:gd name="T22" fmla="*/ 15 w 56"/>
              <ns1:gd name="T23" fmla="*/ 35 h 64"/>
              <ns1:gd name="T24" fmla="*/ 22 w 56"/>
              <ns1:gd name="T25" fmla="*/ 38 h 64"/>
              <ns1:gd name="T26" fmla="*/ 24 w 56"/>
              <ns1:gd name="T27" fmla="*/ 35 h 64"/>
              <ns1:gd name="T28" fmla="*/ 24 w 56"/>
              <ns1:gd name="T29" fmla="*/ 35 h 64"/>
              <ns1:gd name="T30" fmla="*/ 30 w 56"/>
              <ns1:gd name="T31" fmla="*/ 32 h 64"/>
              <ns1:gd name="T32" fmla="*/ 34 w 56"/>
              <ns1:gd name="T33" fmla="*/ 24 h 64"/>
              <ns1:gd name="T34" fmla="*/ 48 w 56"/>
              <ns1:gd name="T35" fmla="*/ 40 h 64"/>
              <ns1:gd name="T36" fmla="*/ 32 w 56"/>
              <ns1:gd name="T37" fmla="*/ 56 h 64"/>
              <ns1:gd name="T38" fmla="*/ 20 w 56"/>
              <ns1:gd name="T39" fmla="*/ 52 h 64"/>
              <ns1:gd name="T40" fmla="*/ 20 w 56"/>
              <ns1:gd name="T41" fmla="*/ 50 h 64"/>
              <ns1:gd name="T42" fmla="*/ 22 w 56"/>
              <ns1:gd name="T43" fmla="*/ 48 h 64"/>
              <ns1:gd name="T44" fmla="*/ 32 w 56"/>
              <ns1:gd name="T45" fmla="*/ 48 h 64"/>
              <ns1:gd name="T46" fmla="*/ 32 w 56"/>
              <ns1:gd name="T47" fmla="*/ 44 h 64"/>
              <ns1:gd name="T48" fmla="*/ 17 w 56"/>
              <ns1:gd name="T49" fmla="*/ 44 h 64"/>
              <ns1:gd name="T50" fmla="*/ 8 w 56"/>
              <ns1:gd name="T51" fmla="*/ 44 h 64"/>
              <ns1:gd name="T52" fmla="*/ 0 w 56"/>
              <ns1:gd name="T53" fmla="*/ 44 h 64"/>
              <ns1:gd name="T54" fmla="*/ 0 w 56"/>
              <ns1:gd name="T55" fmla="*/ 48 h 64"/>
              <ns1:gd name="T56" fmla="*/ 9 w 56"/>
              <ns1:gd name="T57" fmla="*/ 48 h 64"/>
              <ns1:gd name="T58" fmla="*/ 10 w 56"/>
              <ns1:gd name="T59" fmla="*/ 48 h 64"/>
              <ns1:gd name="T60" fmla="*/ 12 w 56"/>
              <ns1:gd name="T61" fmla="*/ 50 h 64"/>
              <ns1:gd name="T62" fmla="*/ 12 w 56"/>
              <ns1:gd name="T63" fmla="*/ 52 h 64"/>
              <ns1:gd name="T64" fmla="*/ 12 w 56"/>
              <ns1:gd name="T65" fmla="*/ 60 h 64"/>
              <ns1:gd name="T66" fmla="*/ 4 w 56"/>
              <ns1:gd name="T67" fmla="*/ 64 h 64"/>
              <ns1:gd name="T68" fmla="*/ 56 w 56"/>
              <ns1:gd name="T69" fmla="*/ 64 h 64"/>
              <ns1:gd name="T70" fmla="*/ 48 w 56"/>
              <ns1:gd name="T71" fmla="*/ 60 h 64"/>
              <ns1:gd name="T72" fmla="*/ 34 w 56"/>
              <ns1:gd name="T73" fmla="*/ 5 h 64"/>
              <ns1:gd name="T74" fmla="*/ 33 w 56"/>
              <ns1:gd name="T75" fmla="*/ 7 h 64"/>
              <ns1:gd name="T76" fmla="*/ 24 w 56"/>
              <ns1:gd name="T77" fmla="*/ 24 h 64"/>
              <ns1:gd name="T78" fmla="*/ 20 w 56"/>
              <ns1:gd name="T79" fmla="*/ 22 h 64"/>
              <ns1:gd name="T80" fmla="*/ 20 w 56"/>
              <ns1:gd name="T81" fmla="*/ 22 h 64"/>
              <ns1:gd name="T82" fmla="*/ 29 w 56"/>
              <ns1:gd name="T83" fmla="*/ 5 h 64"/>
              <ns1:gd name="T84" fmla="*/ 30 w 56"/>
              <ns1:gd name="T85" fmla="*/ 4 h 64"/>
              <ns1:gd name="T86" fmla="*/ 32 w 56"/>
              <ns1:gd name="T87" fmla="*/ 4 h 64"/>
              <ns1:gd name="T88" fmla="*/ 34 w 56"/>
              <ns1:gd name="T89" fmla="*/ 5 h 64"/>
              <ns1:gd name="T90" fmla="*/ 34 w 56"/>
              <ns1:gd name="T91" fmla="*/ 5 h 64"/>
            </ns1:gdLst>
            <ns1:ahLst/>
            <ns1:cxnLst>
              <ns1:cxn ang="0">
                <ns1:pos x="T0" y="T1"/>
              </ns1:cxn>
              <ns1:cxn ang="0">
                <ns1:pos x="T2" y="T3"/>
              </ns1:cxn>
              <ns1:cxn ang="0">
                <ns1:pos x="T4" y="T5"/>
              </ns1:cxn>
              <ns1:cxn ang="0">
                <ns1:pos x="T6" y="T7"/>
              </ns1:cxn>
              <ns1:cxn ang="0">
                <ns1:pos x="T8" y="T9"/>
              </ns1:cxn>
              <ns1:cxn ang="0">
                <ns1:pos x="T10" y="T11"/>
              </ns1:cxn>
              <ns1:cxn ang="0">
                <ns1:pos x="T12" y="T13"/>
              </ns1:cxn>
              <ns1:cxn ang="0">
                <ns1:pos x="T14" y="T15"/>
              </ns1:cxn>
              <ns1:cxn ang="0">
                <ns1:pos x="T16" y="T17"/>
              </ns1:cxn>
              <ns1:cxn ang="0">
                <ns1:pos x="T18" y="T19"/>
              </ns1:cxn>
              <ns1:cxn ang="0">
                <ns1:pos x="T20" y="T21"/>
              </ns1:cxn>
              <ns1:cxn ang="0">
                <ns1:pos x="T22" y="T23"/>
              </ns1:cxn>
              <ns1:cxn ang="0">
                <ns1:pos x="T24" y="T25"/>
              </ns1:cxn>
              <ns1:cxn ang="0">
                <ns1:pos x="T26" y="T27"/>
              </ns1:cxn>
              <ns1:cxn ang="0">
                <ns1:pos x="T28" y="T29"/>
              </ns1:cxn>
              <ns1:cxn ang="0">
                <ns1:pos x="T30" y="T31"/>
              </ns1:cxn>
              <ns1:cxn ang="0">
                <ns1:pos x="T32" y="T33"/>
              </ns1:cxn>
              <ns1:cxn ang="0">
                <ns1:pos x="T34" y="T35"/>
              </ns1:cxn>
              <ns1:cxn ang="0">
                <ns1:pos x="T36" y="T37"/>
              </ns1:cxn>
              <ns1:cxn ang="0">
                <ns1:pos x="T38" y="T39"/>
              </ns1:cxn>
              <ns1:cxn ang="0">
                <ns1:pos x="T40" y="T41"/>
              </ns1:cxn>
              <ns1:cxn ang="0">
                <ns1:pos x="T42" y="T43"/>
              </ns1:cxn>
              <ns1:cxn ang="0">
                <ns1:pos x="T44" y="T45"/>
              </ns1:cxn>
              <ns1:cxn ang="0">
                <ns1:pos x="T46" y="T47"/>
              </ns1:cxn>
              <ns1:cxn ang="0">
                <ns1:pos x="T48" y="T49"/>
              </ns1:cxn>
              <ns1:cxn ang="0">
                <ns1:pos x="T50" y="T51"/>
              </ns1:cxn>
              <ns1:cxn ang="0">
                <ns1:pos x="T52" y="T53"/>
              </ns1:cxn>
              <ns1:cxn ang="0">
                <ns1:pos x="T54" y="T55"/>
              </ns1:cxn>
              <ns1:cxn ang="0">
                <ns1:pos x="T56" y="T57"/>
              </ns1:cxn>
              <ns1:cxn ang="0">
                <ns1:pos x="T58" y="T59"/>
              </ns1:cxn>
              <ns1:cxn ang="0">
                <ns1:pos x="T60" y="T61"/>
              </ns1:cxn>
              <ns1:cxn ang="0">
                <ns1:pos x="T62" y="T63"/>
              </ns1:cxn>
              <ns1:cxn ang="0">
                <ns1:pos x="T64" y="T65"/>
              </ns1:cxn>
              <ns1:cxn ang="0">
                <ns1:pos x="T66" y="T67"/>
              </ns1:cxn>
              <ns1:cxn ang="0">
                <ns1:pos x="T68" y="T69"/>
              </ns1:cxn>
              <ns1:cxn ang="0">
                <ns1:pos x="T70" y="T71"/>
              </ns1:cxn>
              <ns1:cxn ang="0">
                <ns1:pos x="T72" y="T73"/>
              </ns1:cxn>
              <ns1:cxn ang="0">
                <ns1:pos x="T74" y="T75"/>
              </ns1:cxn>
              <ns1:cxn ang="0">
                <ns1:pos x="T76" y="T77"/>
              </ns1:cxn>
              <ns1:cxn ang="0">
                <ns1:pos x="T78" y="T79"/>
              </ns1:cxn>
              <ns1:cxn ang="0">
                <ns1:pos x="T80" y="T81"/>
              </ns1:cxn>
              <ns1:cxn ang="0">
                <ns1:pos x="T82" y="T83"/>
              </ns1:cxn>
              <ns1:cxn ang="0">
                <ns1:pos x="T84" y="T85"/>
              </ns1:cxn>
              <ns1:cxn ang="0">
                <ns1:pos x="T86" y="T87"/>
              </ns1:cxn>
              <ns1:cxn ang="0">
                <ns1:pos x="T88" y="T89"/>
              </ns1:cxn>
              <ns1:cxn ang="0">
                <ns1:pos x="T90" y="T91"/>
              </ns1:cxn>
            </ns1:cxnLst>
            <ns1:rect l="0" t="0" r="r" b="b"/>
            <ns1:pathLst>
              <ns1:path w="56" h="64">
                <ns1:moveTo>
                  <ns1:pt x="48" y="60"/>
                </ns1:moveTo>
                <ns1:cubicBezTo>
                  <ns1:pt x="45" y="60"/>
                  <ns1:pt x="45" y="60"/>
                  <ns1:pt x="45" y="60"/>
                </ns1:cubicBezTo>
                <ns1:cubicBezTo>
                  <ns1:pt x="52" y="56"/>
                  <ns1:pt x="56" y="48"/>
                  <ns1:pt x="56" y="40"/>
                </ns1:cubicBezTo>
                <ns1:cubicBezTo>
                  <ns1:pt x="56" y="29"/>
                  <ns1:pt x="48" y="19"/>
                  <ns1:pt x="38" y="17"/>
                </ns1:cubicBezTo>
                <ns1:cubicBezTo>
                  <ns1:pt x="42" y="8"/>
                  <ns1:pt x="42" y="8"/>
                  <ns1:pt x="42" y="8"/>
                </ns1:cubicBezTo>
                <ns1:cubicBezTo>
                  <ns1:pt x="43" y="7"/>
                  <ns1:pt x="43" y="6"/>
                  <ns1:pt x="42" y="5"/>
                </ns1:cubicBezTo>
                <ns1:cubicBezTo>
                  <ns1:pt x="31" y="0"/>
                  <ns1:pt x="31" y="0"/>
                  <ns1:pt x="31" y="0"/>
                </ns1:cubicBezTo>
                <ns1:cubicBezTo>
                  <ns1:pt x="30" y="0"/>
                  <ns1:pt x="30" y="0"/>
                  <ns1:pt x="29" y="0"/>
                </ns1:cubicBezTo>
                <ns1:cubicBezTo>
                  <ns1:pt x="29" y="0"/>
                  <ns1:pt x="28" y="1"/>
                  <ns1:pt x="28" y="1"/>
                </ns1:cubicBezTo>
                <ns1:cubicBezTo>
                  <ns1:pt x="15" y="25"/>
                  <ns1:pt x="15" y="25"/>
                  <ns1:pt x="15" y="25"/>
                </ns1:cubicBezTo>
                <ns1:cubicBezTo>
                  <ns1:pt x="14" y="28"/>
                  <ns1:pt x="15" y="30"/>
                  <ns1:pt x="17" y="31"/>
                </ns1:cubicBezTo>
                <ns1:cubicBezTo>
                  <ns1:pt x="15" y="35"/>
                  <ns1:pt x="15" y="35"/>
                  <ns1:pt x="15" y="35"/>
                </ns1:cubicBezTo>
                <ns1:cubicBezTo>
                  <ns1:pt x="22" y="38"/>
                  <ns1:pt x="22" y="38"/>
                  <ns1:pt x="22" y="38"/>
                </ns1:cubicBezTo>
                <ns1:cubicBezTo>
                  <ns1:pt x="24" y="35"/>
                  <ns1:pt x="24" y="35"/>
                  <ns1:pt x="24" y="35"/>
                </ns1:cubicBezTo>
                <ns1:cubicBezTo>
                  <ns1:pt x="24" y="35"/>
                  <ns1:pt x="24" y="35"/>
                  <ns1:pt x="24" y="35"/>
                </ns1:cubicBezTo>
                <ns1:cubicBezTo>
                  <ns1:pt x="26" y="35"/>
                  <ns1:pt x="29" y="35"/>
                  <ns1:pt x="30" y="32"/>
                </ns1:cubicBezTo>
                <ns1:cubicBezTo>
                  <ns1:pt x="34" y="24"/>
                  <ns1:pt x="34" y="24"/>
                  <ns1:pt x="34" y="24"/>
                </ns1:cubicBezTo>
                <ns1:cubicBezTo>
                  <ns1:pt x="42" y="25"/>
                  <ns1:pt x="48" y="32"/>
                  <ns1:pt x="48" y="40"/>
                </ns1:cubicBezTo>
                <ns1:cubicBezTo>
                  <ns1:pt x="48" y="49"/>
                  <ns1:pt x="41" y="56"/>
                  <ns1:pt x="32" y="56"/>
                </ns1:cubicBezTo>
                <ns1:cubicBezTo>
                  <ns1:pt x="28" y="56"/>
                  <ns1:pt x="23" y="54"/>
                  <ns1:pt x="20" y="52"/>
                </ns1:cubicBezTo>
                <ns1:cubicBezTo>
                  <ns1:pt x="20" y="50"/>
                  <ns1:pt x="20" y="50"/>
                  <ns1:pt x="20" y="50"/>
                </ns1:cubicBezTo>
                <ns1:cubicBezTo>
                  <ns1:pt x="20" y="49"/>
                  <ns1:pt x="21" y="48"/>
                  <ns1:pt x="22" y="48"/>
                </ns1:cubicBezTo>
                <ns1:cubicBezTo>
                  <ns1:pt x="32" y="48"/>
                  <ns1:pt x="32" y="48"/>
                  <ns1:pt x="32" y="48"/>
                </ns1:cubicBezTo>
                <ns1:cubicBezTo>
                  <ns1:pt x="32" y="44"/>
                  <ns1:pt x="32" y="44"/>
                  <ns1:pt x="32" y="44"/>
                </ns1:cubicBezTo>
                <ns1:cubicBezTo>
                  <ns1:pt x="17" y="44"/>
                  <ns1:pt x="17" y="44"/>
                  <ns1:pt x="17" y="44"/>
                </ns1:cubicBezTo>
                <ns1:cubicBezTo>
                  <ns1:pt x="8" y="44"/>
                  <ns1:pt x="8" y="44"/>
                  <ns1:pt x="8" y="44"/>
                </ns1:cubicBezTo>
                <ns1:cubicBezTo>
                  <ns1:pt x="0" y="44"/>
                  <ns1:pt x="0" y="44"/>
                  <ns1:pt x="0" y="44"/>
                </ns1:cubicBezTo>
                <ns1:cubicBezTo>
                  <ns1:pt x="0" y="48"/>
                  <ns1:pt x="0" y="48"/>
                  <ns1:pt x="0" y="48"/>
                </ns1:cubicBezTo>
                <ns1:cubicBezTo>
                  <ns1:pt x="9" y="48"/>
                  <ns1:pt x="9" y="48"/>
                  <ns1:pt x="9" y="48"/>
                </ns1:cubicBezTo>
                <ns1:cubicBezTo>
                  <ns1:pt x="10" y="48"/>
                  <ns1:pt x="10" y="48"/>
                  <ns1:pt x="10" y="48"/>
                </ns1:cubicBezTo>
                <ns1:cubicBezTo>
                  <ns1:pt x="11" y="48"/>
                  <ns1:pt x="12" y="49"/>
                  <ns1:pt x="12" y="50"/>
                </ns1:cubicBezTo>
                <ns1:cubicBezTo>
                  <ns1:pt x="12" y="52"/>
                  <ns1:pt x="12" y="52"/>
                  <ns1:pt x="12" y="52"/>
                </ns1:cubicBezTo>
                <ns1:cubicBezTo>
                  <ns1:pt x="12" y="60"/>
                  <ns1:pt x="12" y="60"/>
                  <ns1:pt x="12" y="60"/>
                </ns1:cubicBezTo>
                <ns1:cubicBezTo>
                  <ns1:pt x="8" y="60"/>
                  <ns1:pt x="4" y="60"/>
                  <ns1:pt x="4" y="64"/>
                </ns1:cubicBezTo>
                <ns1:cubicBezTo>
                  <ns1:pt x="56" y="64"/>
                  <ns1:pt x="56" y="64"/>
                  <ns1:pt x="56" y="64"/>
                </ns1:cubicBezTo>
                <ns1:cubicBezTo>
                  <ns1:pt x="56" y="60"/>
                  <ns1:pt x="52" y="60"/>
                  <ns1:pt x="48" y="60"/>
                </ns1:cubicBezTo>
                <ns1:close/>
                <ns1:moveTo>
                  <ns1:pt x="34" y="5"/>
                </ns1:moveTo>
                <ns1:cubicBezTo>
                  <ns1:pt x="33" y="6"/>
                  <ns1:pt x="33" y="6"/>
                  <ns1:pt x="33" y="7"/>
                </ns1:cubicBezTo>
                <ns1:cubicBezTo>
                  <ns1:pt x="24" y="24"/>
                  <ns1:pt x="24" y="24"/>
                  <ns1:pt x="24" y="24"/>
                </ns1:cubicBezTo>
                <ns1:cubicBezTo>
                  <ns1:pt x="20" y="22"/>
                  <ns1:pt x="20" y="22"/>
                  <ns1:pt x="20" y="22"/>
                </ns1:cubicBezTo>
                <ns1:cubicBezTo>
                  <ns1:pt x="20" y="22"/>
                  <ns1:pt x="20" y="22"/>
                  <ns1:pt x="20" y="22"/>
                </ns1:cubicBezTo>
                <ns1:cubicBezTo>
                  <ns1:pt x="29" y="5"/>
                  <ns1:pt x="29" y="5"/>
                  <ns1:pt x="29" y="5"/>
                </ns1:cubicBezTo>
                <ns1:cubicBezTo>
                  <ns1:pt x="29" y="5"/>
                  <ns1:pt x="30" y="4"/>
                  <ns1:pt x="30" y="4"/>
                </ns1:cubicBezTo>
                <ns1:cubicBezTo>
                  <ns1:pt x="31" y="4"/>
                  <ns1:pt x="31" y="4"/>
                  <ns1:pt x="32" y="4"/>
                </ns1:cubicBezTo>
                <ns1:cubicBezTo>
                  <ns1:pt x="34" y="5"/>
                  <ns1:pt x="34" y="5"/>
                  <ns1:pt x="34" y="5"/>
                </ns1:cubicBezTo>
                <ns1:cubicBezTo>
                  <ns1:pt x="34" y="5"/>
                  <ns1:pt x="34" y="5"/>
                  <ns1:pt x="34" y="5"/>
                </ns1:cubicBezTo>
                <ns1:close/>
              </ns1:path>
            </ns1:pathLst>
          </ns1:custGeom>
          <ns1:solidFill>
            <ns1:schemeClr val="tx1"/>
          </ns1:solidFill>
          <ns1:ln>
            <ns1:noFill/>
          </ns1:ln>
          <ns1:extLst/>
        </ns0:spPr>
        <ns0:txBody>
          <ns1:bodyPr vert="horz" wrap="square" lIns="91440" tIns="45720" rIns="91440" bIns="45720" numCol="1" anchor="t" anchorCtr="0" compatLnSpc="1">
            <ns1:prstTxWarp prst="textNoShape">
              <ns1:avLst/>
            </ns1:prstTxWarp>
          </ns1:bodyPr>
          <ns1:lstStyle/>
          <ns1:p>
            <ns1:endParaRPr lang="id-ID" sz="2700"/>
          </ns1:p>
        </ns0:txBody>
      </ns0:sp>
      <ns0:grpSp>
        <ns0:nvGrpSpPr>
          <ns0:cNvPr id="228" name="Group 227"/>
          <ns0:cNvGrpSpPr/>
          <ns0:nvPr/>
        </ns0:nvGrpSpPr>
        <ns0:grpSpPr>
          <ns1:xfrm>
            <ns1:off x="3345786" y="4405912"/>
            <ns1:ext cx="403225" cy="439738"/>
            <ns1:chOff x="9217025" y="1244600"/>
            <ns1:chExt cx="403225" cy="439738"/>
          </ns1:xfrm>
          <ns1:solidFill>
            <ns1:schemeClr val="tx1"/>
          </ns1:solidFill>
        </ns0:grpSpPr>
        <ns0:sp>
          <ns0:nvSpPr>
            <ns0:cNvPr id="229" name="Rectangle 5"/>
            <ns0:cNvSpPr>
              <ns1:spLocks noChangeArrowheads="1"/>
            </ns0:cNvSpPr>
            <ns0:nvPr/>
          </ns0:nvSpPr>
          <ns0:spPr bwMode="auto">
            <ns1:xfrm>
              <ns1:off x="9278938" y="1422400"/>
              <ns1:ext cx="46038" cy="46038"/>
            </ns1:xfrm>
            <ns1:prstGeom prst="rect">
              <ns1:avLst/>
            </ns1:prstGeom>
            <ns1:grpFill/>
            <ns1:ln>
              <ns1:noFill/>
            </ns1:ln>
            <ns1:extLst>
              <ns1:ext uri="{91240B29-F687-4F45-9708-019B960494DF}">
                <ns2:hiddenLine w="9525">
                  <ns1:solidFill>
                    <ns1:srgbClr val="000000"/>
                  </ns1:solidFill>
                  <ns1:miter lim="800000"/>
                  <ns1:headEnd/>
                  <ns1:tailEnd/>
                </ns2:hiddenLine>
              </ns1:ext>
            </ns1:extLst>
          </ns0:spPr>
          <ns0:txBody>
            <ns1:bodyPr vert="horz" wrap="square" lIns="91440" tIns="45720" rIns="91440" bIns="45720" numCol="1" anchor="t" anchorCtr="0" compatLnSpc="1">
              <ns1:prstTxWarp prst="textNoShape">
                <ns1:avLst/>
              </ns1:prstTxWarp>
            </ns1:bodyPr>
            <ns1:lstStyle/>
            <ns1:p>
              <ns1:endParaRPr lang="id-ID" sz="2700"/>
            </ns1:p>
          </ns0:txBody>
        </ns0:sp>
        <ns0:sp>
          <ns0:nvSpPr>
            <ns0:cNvPr id="230" name="Rectangle 6"/>
            <ns0:cNvSpPr>
              <ns1:spLocks noChangeArrowheads="1"/>
            </ns0:cNvSpPr>
            <ns0:nvPr/>
          </ns0:nvSpPr>
          <ns0:spPr bwMode="auto">
            <ns1:xfrm>
              <ns1:off x="9278938" y="1498600"/>
              <ns1:ext cx="46038" cy="46038"/>
            </ns1:xfrm>
            <ns1:prstGeom prst="rect">
              <ns1:avLst/>
            </ns1:prstGeom>
            <ns1:grpFill/>
            <ns1:ln>
              <ns1:noFill/>
            </ns1:ln>
            <ns1:extLst>
              <ns1:ext uri="{91240B29-F687-4F45-9708-019B960494DF}">
                <ns2:hiddenLine w="9525">
                  <ns1:solidFill>
                    <ns1:srgbClr val="000000"/>
                  </ns1:solidFill>
                  <ns1:miter lim="800000"/>
                  <ns1:headEnd/>
                  <ns1:tailEnd/>
                </ns2:hiddenLine>
              </ns1:ext>
            </ns1:extLst>
          </ns0:spPr>
          <ns0:txBody>
            <ns1:bodyPr vert="horz" wrap="square" lIns="91440" tIns="45720" rIns="91440" bIns="45720" numCol="1" anchor="t" anchorCtr="0" compatLnSpc="1">
              <ns1:prstTxWarp prst="textNoShape">
                <ns1:avLst/>
              </ns1:prstTxWarp>
            </ns1:bodyPr>
            <ns1:lstStyle/>
            <ns1:p>
              <ns1:endParaRPr lang="id-ID" sz="2700"/>
            </ns1:p>
          </ns0:txBody>
        </ns0:sp>
        <ns0:sp>
          <ns0:nvSpPr>
            <ns0:cNvPr id="231" name="Rectangle 7"/>
            <ns0:cNvSpPr>
              <ns1:spLocks noChangeArrowheads="1"/>
            </ns0:cNvSpPr>
            <ns0:nvPr/>
          </ns0:nvSpPr>
          <ns0:spPr bwMode="auto">
            <ns1:xfrm>
              <ns1:off x="9278938" y="1576388"/>
              <ns1:ext cx="46038" cy="46038"/>
            </ns1:xfrm>
            <ns1:prstGeom prst="rect">
              <ns1:avLst/>
            </ns1:prstGeom>
            <ns1:grpFill/>
            <ns1:ln>
              <ns1:noFill/>
            </ns1:ln>
            <ns1:extLst>
              <ns1:ext uri="{91240B29-F687-4F45-9708-019B960494DF}">
                <ns2:hiddenLine w="9525">
                  <ns1:solidFill>
                    <ns1:srgbClr val="000000"/>
                  </ns1:solidFill>
                  <ns1:miter lim="800000"/>
                  <ns1:headEnd/>
                  <ns1:tailEnd/>
                </ns2:hiddenLine>
              </ns1:ext>
            </ns1:extLst>
          </ns0:spPr>
          <ns0:txBody>
            <ns1:bodyPr vert="horz" wrap="square" lIns="91440" tIns="45720" rIns="91440" bIns="45720" numCol="1" anchor="t" anchorCtr="0" compatLnSpc="1">
              <ns1:prstTxWarp prst="textNoShape">
                <ns1:avLst/>
              </ns1:prstTxWarp>
            </ns1:bodyPr>
            <ns1:lstStyle/>
            <ns1:p>
              <ns1:endParaRPr lang="id-ID" sz="2700"/>
            </ns1:p>
          </ns0:txBody>
        </ns0:sp>
        <ns0:sp>
          <ns0:nvSpPr>
            <ns0:cNvPr id="232" name="Rectangle 8"/>
            <ns0:cNvSpPr>
              <ns1:spLocks noChangeArrowheads="1"/>
            </ns0:cNvSpPr>
            <ns0:nvPr/>
          </ns0:nvSpPr>
          <ns0:spPr bwMode="auto">
            <ns1:xfrm>
              <ns1:off x="9356725" y="1452563"/>
              <ns1:ext cx="201613" cy="15875"/>
            </ns1:xfrm>
            <ns1:prstGeom prst="rect">
              <ns1:avLst/>
            </ns1:prstGeom>
            <ns1:grpFill/>
            <ns1:ln>
              <ns1:noFill/>
            </ns1:ln>
            <ns1:extLst>
              <ns1:ext uri="{91240B29-F687-4F45-9708-019B960494DF}">
                <ns2:hiddenLine w="9525">
                  <ns1:solidFill>
                    <ns1:srgbClr val="000000"/>
                  </ns1:solidFill>
                  <ns1:miter lim="800000"/>
                  <ns1:headEnd/>
                  <ns1:tailEnd/>
                </ns2:hiddenLine>
              </ns1:ext>
            </ns1:extLst>
          </ns0:spPr>
          <ns0:txBody>
            <ns1:bodyPr vert="horz" wrap="square" lIns="91440" tIns="45720" rIns="91440" bIns="45720" numCol="1" anchor="t" anchorCtr="0" compatLnSpc="1">
              <ns1:prstTxWarp prst="textNoShape">
                <ns1:avLst/>
              </ns1:prstTxWarp>
            </ns1:bodyPr>
            <ns1:lstStyle/>
            <ns1:p>
              <ns1:endParaRPr lang="id-ID" sz="2700"/>
            </ns1:p>
          </ns0:txBody>
        </ns0:sp>
        <ns0:sp>
          <ns0:nvSpPr>
            <ns0:cNvPr id="233" name="Rectangle 9"/>
            <ns0:cNvSpPr>
              <ns1:spLocks noChangeArrowheads="1"/>
            </ns0:cNvSpPr>
            <ns0:nvPr/>
          </ns0:nvSpPr>
          <ns0:spPr bwMode="auto">
            <ns1:xfrm>
              <ns1:off x="9356725" y="1530350"/>
              <ns1:ext cx="201613" cy="14288"/>
            </ns1:xfrm>
            <ns1:prstGeom prst="rect">
              <ns1:avLst/>
            </ns1:prstGeom>
            <ns1:grpFill/>
            <ns1:ln>
              <ns1:noFill/>
            </ns1:ln>
            <ns1:extLst>
              <ns1:ext uri="{91240B29-F687-4F45-9708-019B960494DF}">
                <ns2:hiddenLine w="9525">
                  <ns1:solidFill>
                    <ns1:srgbClr val="000000"/>
                  </ns1:solidFill>
                  <ns1:miter lim="800000"/>
                  <ns1:headEnd/>
                  <ns1:tailEnd/>
                </ns2:hiddenLine>
              </ns1:ext>
            </ns1:extLst>
          </ns0:spPr>
          <ns0:txBody>
            <ns1:bodyPr vert="horz" wrap="square" lIns="91440" tIns="45720" rIns="91440" bIns="45720" numCol="1" anchor="t" anchorCtr="0" compatLnSpc="1">
              <ns1:prstTxWarp prst="textNoShape">
                <ns1:avLst/>
              </ns1:prstTxWarp>
            </ns1:bodyPr>
            <ns1:lstStyle/>
            <ns1:p>
              <ns1:endParaRPr lang="id-ID" sz="2700"/>
            </ns1:p>
          </ns0:txBody>
        </ns0:sp>
        <ns0:sp>
          <ns0:nvSpPr>
            <ns0:cNvPr id="234" name="Rectangle 10"/>
            <ns0:cNvSpPr>
              <ns1:spLocks noChangeArrowheads="1"/>
            </ns0:cNvSpPr>
            <ns0:nvPr/>
          </ns0:nvSpPr>
          <ns0:spPr bwMode="auto">
            <ns1:xfrm>
              <ns1:off x="9356725" y="1606550"/>
              <ns1:ext cx="201613" cy="15875"/>
            </ns1:xfrm>
            <ns1:prstGeom prst="rect">
              <ns1:avLst/>
            </ns1:prstGeom>
            <ns1:grpFill/>
            <ns1:ln>
              <ns1:noFill/>
            </ns1:ln>
            <ns1:extLst>
              <ns1:ext uri="{91240B29-F687-4F45-9708-019B960494DF}">
                <ns2:hiddenLine w="9525">
                  <ns1:solidFill>
                    <ns1:srgbClr val="000000"/>
                  </ns1:solidFill>
                  <ns1:miter lim="800000"/>
                  <ns1:headEnd/>
                  <ns1:tailEnd/>
                </ns2:hiddenLine>
              </ns1:ext>
            </ns1:extLst>
          </ns0:spPr>
          <ns0:txBody>
            <ns1:bodyPr vert="horz" wrap="square" lIns="91440" tIns="45720" rIns="91440" bIns="45720" numCol="1" anchor="t" anchorCtr="0" compatLnSpc="1">
              <ns1:prstTxWarp prst="textNoShape">
                <ns1:avLst/>
              </ns1:prstTxWarp>
            </ns1:bodyPr>
            <ns1:lstStyle/>
            <ns1:p>
              <ns1:endParaRPr lang="id-ID" sz="2700"/>
            </ns1:p>
          </ns0:txBody>
        </ns0:sp>
        <ns0:sp>
          <ns0:nvSpPr>
            <ns0:cNvPr id="235" name="Freeform 11"/>
            <ns0:cNvSpPr>
              <ns1:spLocks noEditPoints="1"/>
            </ns0:cNvSpPr>
            <ns0:nvPr/>
          </ns0:nvSpPr>
          <ns0:spPr bwMode="auto">
            <ns1:xfrm>
              <ns1:off x="9217025" y="1290638"/>
              <ns1:ext cx="403225" cy="393700"/>
            </ns1:xfrm>
            <ns1:custGeom>
              <ns1:avLst/>
              <ns1:gdLst>
                <ns1:gd name="T0" fmla="*/ 92 w 104"/>
                <ns1:gd name="T1" fmla="*/ 0 h 102"/>
                <ns1:gd name="T2" fmla="*/ 84 w 104"/>
                <ns1:gd name="T3" fmla="*/ 0 h 102"/>
                <ns1:gd name="T4" fmla="*/ 84 w 104"/>
                <ns1:gd name="T5" fmla="*/ 16 h 102"/>
                <ns1:gd name="T6" fmla="*/ 80 w 104"/>
                <ns1:gd name="T7" fmla="*/ 20 h 102"/>
                <ns1:gd name="T8" fmla="*/ 72 w 104"/>
                <ns1:gd name="T9" fmla="*/ 20 h 102"/>
                <ns1:gd name="T10" fmla="*/ 68 w 104"/>
                <ns1:gd name="T11" fmla="*/ 16 h 102"/>
                <ns1:gd name="T12" fmla="*/ 68 w 104"/>
                <ns1:gd name="T13" fmla="*/ 0 h 102"/>
                <ns1:gd name="T14" fmla="*/ 36 w 104"/>
                <ns1:gd name="T15" fmla="*/ 0 h 102"/>
                <ns1:gd name="T16" fmla="*/ 36 w 104"/>
                <ns1:gd name="T17" fmla="*/ 16 h 102"/>
                <ns1:gd name="T18" fmla="*/ 32 w 104"/>
                <ns1:gd name="T19" fmla="*/ 20 h 102"/>
                <ns1:gd name="T20" fmla="*/ 24 w 104"/>
                <ns1:gd name="T21" fmla="*/ 20 h 102"/>
                <ns1:gd name="T22" fmla="*/ 20 w 104"/>
                <ns1:gd name="T23" fmla="*/ 16 h 102"/>
                <ns1:gd name="T24" fmla="*/ 20 w 104"/>
                <ns1:gd name="T25" fmla="*/ 0 h 102"/>
                <ns1:gd name="T26" fmla="*/ 12 w 104"/>
                <ns1:gd name="T27" fmla="*/ 0 h 102"/>
                <ns1:gd name="T28" fmla="*/ 0 w 104"/>
                <ns1:gd name="T29" fmla="*/ 12 h 102"/>
                <ns1:gd name="T30" fmla="*/ 0 w 104"/>
                <ns1:gd name="T31" fmla="*/ 20 h 102"/>
                <ns1:gd name="T32" fmla="*/ 0 w 104"/>
                <ns1:gd name="T33" fmla="*/ 24 h 102"/>
                <ns1:gd name="T34" fmla="*/ 0 w 104"/>
                <ns1:gd name="T35" fmla="*/ 28 h 102"/>
                <ns1:gd name="T36" fmla="*/ 0 w 104"/>
                <ns1:gd name="T37" fmla="*/ 91 h 102"/>
                <ns1:gd name="T38" fmla="*/ 12 w 104"/>
                <ns1:gd name="T39" fmla="*/ 102 h 102"/>
                <ns1:gd name="T40" fmla="*/ 92 w 104"/>
                <ns1:gd name="T41" fmla="*/ 102 h 102"/>
                <ns1:gd name="T42" fmla="*/ 104 w 104"/>
                <ns1:gd name="T43" fmla="*/ 91 h 102"/>
                <ns1:gd name="T44" fmla="*/ 104 w 104"/>
                <ns1:gd name="T45" fmla="*/ 28 h 102"/>
                <ns1:gd name="T46" fmla="*/ 104 w 104"/>
                <ns1:gd name="T47" fmla="*/ 24 h 102"/>
                <ns1:gd name="T48" fmla="*/ 104 w 104"/>
                <ns1:gd name="T49" fmla="*/ 20 h 102"/>
                <ns1:gd name="T50" fmla="*/ 104 w 104"/>
                <ns1:gd name="T51" fmla="*/ 12 h 102"/>
                <ns1:gd name="T52" fmla="*/ 92 w 104"/>
                <ns1:gd name="T53" fmla="*/ 0 h 102"/>
                <ns1:gd name="T54" fmla="*/ 96 w 104"/>
                <ns1:gd name="T55" fmla="*/ 91 h 102"/>
                <ns1:gd name="T56" fmla="*/ 92 w 104"/>
                <ns1:gd name="T57" fmla="*/ 94 h 102"/>
                <ns1:gd name="T58" fmla="*/ 12 w 104"/>
                <ns1:gd name="T59" fmla="*/ 94 h 102"/>
                <ns1:gd name="T60" fmla="*/ 8 w 104"/>
                <ns1:gd name="T61" fmla="*/ 91 h 102"/>
                <ns1:gd name="T62" fmla="*/ 8 w 104"/>
                <ns1:gd name="T63" fmla="*/ 28 h 102"/>
                <ns1:gd name="T64" fmla="*/ 96 w 104"/>
                <ns1:gd name="T65" fmla="*/ 28 h 102"/>
                <ns1:gd name="T66" fmla="*/ 96 w 104"/>
                <ns1:gd name="T67" fmla="*/ 91 h 102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  <ns1:cxn ang="0">
                  <ns1:pos x="T14" y="T15"/>
                </ns1:cxn>
                <ns1:cxn ang="0">
                  <ns1:pos x="T16" y="T17"/>
                </ns1:cxn>
                <ns1:cxn ang="0">
                  <ns1:pos x="T18" y="T19"/>
                </ns1:cxn>
                <ns1:cxn ang="0">
                  <ns1:pos x="T20" y="T21"/>
                </ns1:cxn>
                <ns1:cxn ang="0">
                  <ns1:pos x="T22" y="T23"/>
                </ns1:cxn>
                <ns1:cxn ang="0">
                  <ns1:pos x="T24" y="T25"/>
                </ns1:cxn>
                <ns1:cxn ang="0">
                  <ns1:pos x="T26" y="T27"/>
                </ns1:cxn>
                <ns1:cxn ang="0">
                  <ns1:pos x="T28" y="T29"/>
                </ns1:cxn>
                <ns1:cxn ang="0">
                  <ns1:pos x="T30" y="T31"/>
                </ns1:cxn>
                <ns1:cxn ang="0">
                  <ns1:pos x="T32" y="T33"/>
                </ns1:cxn>
                <ns1:cxn ang="0">
                  <ns1:pos x="T34" y="T35"/>
                </ns1:cxn>
                <ns1:cxn ang="0">
                  <ns1:pos x="T36" y="T37"/>
                </ns1:cxn>
                <ns1:cxn ang="0">
                  <ns1:pos x="T38" y="T39"/>
                </ns1:cxn>
                <ns1:cxn ang="0">
                  <ns1:pos x="T40" y="T41"/>
                </ns1:cxn>
                <ns1:cxn ang="0">
                  <ns1:pos x="T42" y="T43"/>
                </ns1:cxn>
                <ns1:cxn ang="0">
                  <ns1:pos x="T44" y="T45"/>
                </ns1:cxn>
                <ns1:cxn ang="0">
                  <ns1:pos x="T46" y="T47"/>
                </ns1:cxn>
                <ns1:cxn ang="0">
                  <ns1:pos x="T48" y="T49"/>
                </ns1:cxn>
                <ns1:cxn ang="0">
                  <ns1:pos x="T50" y="T51"/>
                </ns1:cxn>
                <ns1:cxn ang="0">
                  <ns1:pos x="T52" y="T53"/>
                </ns1:cxn>
                <ns1:cxn ang="0">
                  <ns1:pos x="T54" y="T55"/>
                </ns1:cxn>
                <ns1:cxn ang="0">
                  <ns1:pos x="T56" y="T57"/>
                </ns1:cxn>
                <ns1:cxn ang="0">
                  <ns1:pos x="T58" y="T59"/>
                </ns1:cxn>
                <ns1:cxn ang="0">
                  <ns1:pos x="T60" y="T61"/>
                </ns1:cxn>
                <ns1:cxn ang="0">
                  <ns1:pos x="T62" y="T63"/>
                </ns1:cxn>
                <ns1:cxn ang="0">
                  <ns1:pos x="T64" y="T65"/>
                </ns1:cxn>
                <ns1:cxn ang="0">
                  <ns1:pos x="T66" y="T67"/>
                </ns1:cxn>
              </ns1:cxnLst>
              <ns1:rect l="0" t="0" r="r" b="b"/>
              <ns1:pathLst>
                <ns1:path w="104" h="102">
                  <ns1:moveTo>
                    <ns1:pt x="92" y="0"/>
                  </ns1:moveTo>
                  <ns1:cubicBezTo>
                    <ns1:pt x="84" y="0"/>
                    <ns1:pt x="84" y="0"/>
                    <ns1:pt x="84" y="0"/>
                  </ns1:cubicBezTo>
                  <ns1:cubicBezTo>
                    <ns1:pt x="84" y="16"/>
                    <ns1:pt x="84" y="16"/>
                    <ns1:pt x="84" y="16"/>
                  </ns1:cubicBezTo>
                  <ns1:cubicBezTo>
                    <ns1:pt x="84" y="18"/>
                    <ns1:pt x="82" y="20"/>
                    <ns1:pt x="80" y="20"/>
                  </ns1:cubicBezTo>
                  <ns1:cubicBezTo>
                    <ns1:pt x="72" y="20"/>
                    <ns1:pt x="72" y="20"/>
                    <ns1:pt x="72" y="20"/>
                  </ns1:cubicBezTo>
                  <ns1:cubicBezTo>
                    <ns1:pt x="70" y="20"/>
                    <ns1:pt x="68" y="18"/>
                    <ns1:pt x="68" y="16"/>
                  </ns1:cubicBezTo>
                  <ns1:cubicBezTo>
                    <ns1:pt x="68" y="0"/>
                    <ns1:pt x="68" y="0"/>
                    <ns1:pt x="68" y="0"/>
                  </ns1:cubicBezTo>
                  <ns1:cubicBezTo>
                    <ns1:pt x="36" y="0"/>
                    <ns1:pt x="36" y="0"/>
                    <ns1:pt x="36" y="0"/>
                  </ns1:cubicBezTo>
                  <ns1:cubicBezTo>
                    <ns1:pt x="36" y="16"/>
                    <ns1:pt x="36" y="16"/>
                    <ns1:pt x="36" y="16"/>
                  </ns1:cubicBezTo>
                  <ns1:cubicBezTo>
                    <ns1:pt x="36" y="18"/>
                    <ns1:pt x="34" y="20"/>
                    <ns1:pt x="32" y="20"/>
                  </ns1:cubicBezTo>
                  <ns1:cubicBezTo>
                    <ns1:pt x="24" y="20"/>
                    <ns1:pt x="24" y="20"/>
                    <ns1:pt x="24" y="20"/>
                  </ns1:cubicBezTo>
                  <ns1:cubicBezTo>
                    <ns1:pt x="22" y="20"/>
                    <ns1:pt x="20" y="18"/>
                    <ns1:pt x="20" y="16"/>
                  </ns1:cubicBezTo>
                  <ns1:cubicBezTo>
                    <ns1:pt x="20" y="0"/>
                    <ns1:pt x="20" y="0"/>
                    <ns1:pt x="20" y="0"/>
                  </ns1:cubicBezTo>
                  <ns1:cubicBezTo>
                    <ns1:pt x="12" y="0"/>
                    <ns1:pt x="12" y="0"/>
                    <ns1:pt x="12" y="0"/>
                  </ns1:cubicBezTo>
                  <ns1:cubicBezTo>
                    <ns1:pt x="5" y="0"/>
                    <ns1:pt x="0" y="5"/>
                    <ns1:pt x="0" y="12"/>
                  </ns1:cubicBezTo>
                  <ns1:cubicBezTo>
                    <ns1:pt x="0" y="20"/>
                    <ns1:pt x="0" y="20"/>
                    <ns1:pt x="0" y="20"/>
                  </ns1:cubicBezTo>
                  <ns1:cubicBezTo>
                    <ns1:pt x="0" y="24"/>
                    <ns1:pt x="0" y="24"/>
                    <ns1:pt x="0" y="24"/>
                  </ns1:cubicBezTo>
                  <ns1:cubicBezTo>
                    <ns1:pt x="0" y="28"/>
                    <ns1:pt x="0" y="28"/>
                    <ns1:pt x="0" y="28"/>
                  </ns1:cubicBezTo>
                  <ns1:cubicBezTo>
                    <ns1:pt x="0" y="91"/>
                    <ns1:pt x="0" y="91"/>
                    <ns1:pt x="0" y="91"/>
                  </ns1:cubicBezTo>
                  <ns1:cubicBezTo>
                    <ns1:pt x="0" y="97"/>
                    <ns1:pt x="5" y="102"/>
                    <ns1:pt x="12" y="102"/>
                  </ns1:cubicBezTo>
                  <ns1:cubicBezTo>
                    <ns1:pt x="92" y="102"/>
                    <ns1:pt x="92" y="102"/>
                    <ns1:pt x="92" y="102"/>
                  </ns1:cubicBezTo>
                  <ns1:cubicBezTo>
                    <ns1:pt x="99" y="102"/>
                    <ns1:pt x="104" y="97"/>
                    <ns1:pt x="104" y="91"/>
                  </ns1:cubicBezTo>
                  <ns1:cubicBezTo>
                    <ns1:pt x="104" y="28"/>
                    <ns1:pt x="104" y="28"/>
                    <ns1:pt x="104" y="28"/>
                  </ns1:cubicBezTo>
                  <ns1:cubicBezTo>
                    <ns1:pt x="104" y="24"/>
                    <ns1:pt x="104" y="24"/>
                    <ns1:pt x="104" y="24"/>
                  </ns1:cubicBezTo>
                  <ns1:cubicBezTo>
                    <ns1:pt x="104" y="20"/>
                    <ns1:pt x="104" y="20"/>
                    <ns1:pt x="104" y="20"/>
                  </ns1:cubicBezTo>
                  <ns1:cubicBezTo>
                    <ns1:pt x="104" y="12"/>
                    <ns1:pt x="104" y="12"/>
                    <ns1:pt x="104" y="12"/>
                  </ns1:cubicBezTo>
                  <ns1:cubicBezTo>
                    <ns1:pt x="104" y="5"/>
                    <ns1:pt x="99" y="0"/>
                    <ns1:pt x="92" y="0"/>
                  </ns1:cubicBezTo>
                  <ns1:close/>
                  <ns1:moveTo>
                    <ns1:pt x="96" y="91"/>
                  </ns1:moveTo>
                  <ns1:cubicBezTo>
                    <ns1:pt x="96" y="92"/>
                    <ns1:pt x="94" y="94"/>
                    <ns1:pt x="92" y="94"/>
                  </ns1:cubicBezTo>
                  <ns1:cubicBezTo>
                    <ns1:pt x="12" y="94"/>
                    <ns1:pt x="12" y="94"/>
                    <ns1:pt x="12" y="94"/>
                  </ns1:cubicBezTo>
                  <ns1:cubicBezTo>
                    <ns1:pt x="10" y="94"/>
                    <ns1:pt x="8" y="92"/>
                    <ns1:pt x="8" y="91"/>
                  </ns1:cubicBezTo>
                  <ns1:cubicBezTo>
                    <ns1:pt x="8" y="28"/>
                    <ns1:pt x="8" y="28"/>
                    <ns1:pt x="8" y="28"/>
                  </ns1:cubicBezTo>
                  <ns1:cubicBezTo>
                    <ns1:pt x="96" y="28"/>
                    <ns1:pt x="96" y="28"/>
                    <ns1:pt x="96" y="28"/>
                  </ns1:cubicBezTo>
                  <ns1:lnTo>
                    <ns1:pt x="96" y="91"/>
                  </ns1:lnTo>
                  <ns1:close/>
                </ns1:path>
              </ns1:pathLst>
            </ns1:custGeom>
            <ns1:grpFill/>
            <ns1:ln>
              <ns1:noFill/>
            </ns1:ln>
            <ns1:extLst>
              <ns1:ext uri="{91240B29-F687-4F45-9708-019B960494DF}">
                <ns2:hiddenLine w="9525">
                  <ns1:solidFill>
                    <ns1:srgbClr val="000000"/>
                  </ns1:solidFill>
                  <ns1:round/>
                  <ns1:headEnd/>
                  <ns1:tailEnd/>
                </ns2:hiddenLine>
              </ns1:ext>
            </ns1:extLst>
          </ns0:spPr>
          <ns0:txBody>
            <ns1:bodyPr vert="horz" wrap="square" lIns="91440" tIns="45720" rIns="91440" bIns="45720" numCol="1" anchor="t" anchorCtr="0" compatLnSpc="1">
              <ns1:prstTxWarp prst="textNoShape">
                <ns1:avLst/>
              </ns1:prstTxWarp>
            </ns1:bodyPr>
            <ns1:lstStyle/>
            <ns1:p>
              <ns1:endParaRPr lang="id-ID" sz="2700"/>
            </ns1:p>
          </ns0:txBody>
        </ns0:sp>
        <ns0:sp>
          <ns0:nvSpPr>
            <ns0:cNvPr id="236" name="Freeform 12"/>
            <ns0:cNvSpPr>
              <ns1:spLocks/>
            </ns0:cNvSpPr>
            <ns0:nvPr/>
          </ns0:nvSpPr>
          <ns0:spPr bwMode="auto">
            <ns1:xfrm>
              <ns1:off x="9310688" y="1244600"/>
              <ns1:ext cx="30163" cy="107950"/>
            </ns1:xfrm>
            <ns1:custGeom>
              <ns1:avLst/>
              <ns1:gdLst>
                <ns1:gd name="T0" fmla="*/ 4 w 8"/>
                <ns1:gd name="T1" fmla="*/ 28 h 28"/>
                <ns1:gd name="T2" fmla="*/ 8 w 8"/>
                <ns1:gd name="T3" fmla="*/ 24 h 28"/>
                <ns1:gd name="T4" fmla="*/ 8 w 8"/>
                <ns1:gd name="T5" fmla="*/ 4 h 28"/>
                <ns1:gd name="T6" fmla="*/ 4 w 8"/>
                <ns1:gd name="T7" fmla="*/ 0 h 28"/>
                <ns1:gd name="T8" fmla="*/ 0 w 8"/>
                <ns1:gd name="T9" fmla="*/ 4 h 28"/>
                <ns1:gd name="T10" fmla="*/ 0 w 8"/>
                <ns1:gd name="T11" fmla="*/ 24 h 28"/>
                <ns1:gd name="T12" fmla="*/ 4 w 8"/>
                <ns1:gd name="T13" fmla="*/ 28 h 28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</ns1:cxnLst>
              <ns1:rect l="0" t="0" r="r" b="b"/>
              <ns1:pathLst>
                <ns1:path w="8" h="28">
                  <ns1:moveTo>
                    <ns1:pt x="4" y="28"/>
                  </ns1:moveTo>
                  <ns1:cubicBezTo>
                    <ns1:pt x="6" y="28"/>
                    <ns1:pt x="8" y="26"/>
                    <ns1:pt x="8" y="24"/>
                  </ns1:cubicBezTo>
                  <ns1:cubicBezTo>
                    <ns1:pt x="8" y="4"/>
                    <ns1:pt x="8" y="4"/>
                    <ns1:pt x="8" y="4"/>
                  </ns1:cubicBezTo>
                  <ns1:cubicBezTo>
                    <ns1:pt x="8" y="2"/>
                    <ns1:pt x="6" y="0"/>
                    <ns1:pt x="4" y="0"/>
                  </ns1:cubicBezTo>
                  <ns1:cubicBezTo>
                    <ns1:pt x="2" y="0"/>
                    <ns1:pt x="0" y="2"/>
                    <ns1:pt x="0" y="4"/>
                  </ns1:cubicBezTo>
                  <ns1:cubicBezTo>
                    <ns1:pt x="0" y="24"/>
                    <ns1:pt x="0" y="24"/>
                    <ns1:pt x="0" y="24"/>
                  </ns1:cubicBezTo>
                  <ns1:cubicBezTo>
                    <ns1:pt x="0" y="26"/>
                    <ns1:pt x="2" y="28"/>
                    <ns1:pt x="4" y="28"/>
                  </ns1:cubicBezTo>
                  <ns1:close/>
                </ns1:path>
              </ns1:pathLst>
            </ns1:custGeom>
            <ns1:grpFill/>
            <ns1:ln>
              <ns1:noFill/>
            </ns1:ln>
            <ns1:extLst>
              <ns1:ext uri="{91240B29-F687-4F45-9708-019B960494DF}">
                <ns2:hiddenLine w="9525">
                  <ns1:solidFill>
                    <ns1:srgbClr val="000000"/>
                  </ns1:solidFill>
                  <ns1:round/>
                  <ns1:headEnd/>
                  <ns1:tailEnd/>
                </ns2:hiddenLine>
              </ns1:ext>
            </ns1:extLst>
          </ns0:spPr>
          <ns0:txBody>
            <ns1:bodyPr vert="horz" wrap="square" lIns="91440" tIns="45720" rIns="91440" bIns="45720" numCol="1" anchor="t" anchorCtr="0" compatLnSpc="1">
              <ns1:prstTxWarp prst="textNoShape">
                <ns1:avLst/>
              </ns1:prstTxWarp>
            </ns1:bodyPr>
            <ns1:lstStyle/>
            <ns1:p>
              <ns1:endParaRPr lang="id-ID" sz="2700"/>
            </ns1:p>
          </ns0:txBody>
        </ns0:sp>
        <ns0:sp>
          <ns0:nvSpPr>
            <ns0:cNvPr id="237" name="Freeform 13"/>
            <ns0:cNvSpPr>
              <ns1:spLocks/>
            </ns0:cNvSpPr>
            <ns0:nvPr/>
          </ns0:nvSpPr>
          <ns0:spPr bwMode="auto">
            <ns1:xfrm>
              <ns1:off x="9496425" y="1244600"/>
              <ns1:ext cx="30163" cy="107950"/>
            </ns1:xfrm>
            <ns1:custGeom>
              <ns1:avLst/>
              <ns1:gdLst>
                <ns1:gd name="T0" fmla="*/ 4 w 8"/>
                <ns1:gd name="T1" fmla="*/ 28 h 28"/>
                <ns1:gd name="T2" fmla="*/ 8 w 8"/>
                <ns1:gd name="T3" fmla="*/ 24 h 28"/>
                <ns1:gd name="T4" fmla="*/ 8 w 8"/>
                <ns1:gd name="T5" fmla="*/ 4 h 28"/>
                <ns1:gd name="T6" fmla="*/ 4 w 8"/>
                <ns1:gd name="T7" fmla="*/ 0 h 28"/>
                <ns1:gd name="T8" fmla="*/ 0 w 8"/>
                <ns1:gd name="T9" fmla="*/ 4 h 28"/>
                <ns1:gd name="T10" fmla="*/ 0 w 8"/>
                <ns1:gd name="T11" fmla="*/ 24 h 28"/>
                <ns1:gd name="T12" fmla="*/ 4 w 8"/>
                <ns1:gd name="T13" fmla="*/ 28 h 28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</ns1:cxnLst>
              <ns1:rect l="0" t="0" r="r" b="b"/>
              <ns1:pathLst>
                <ns1:path w="8" h="28">
                  <ns1:moveTo>
                    <ns1:pt x="4" y="28"/>
                  </ns1:moveTo>
                  <ns1:cubicBezTo>
                    <ns1:pt x="6" y="28"/>
                    <ns1:pt x="8" y="26"/>
                    <ns1:pt x="8" y="24"/>
                  </ns1:cubicBezTo>
                  <ns1:cubicBezTo>
                    <ns1:pt x="8" y="4"/>
                    <ns1:pt x="8" y="4"/>
                    <ns1:pt x="8" y="4"/>
                  </ns1:cubicBezTo>
                  <ns1:cubicBezTo>
                    <ns1:pt x="8" y="2"/>
                    <ns1:pt x="6" y="0"/>
                    <ns1:pt x="4" y="0"/>
                  </ns1:cubicBezTo>
                  <ns1:cubicBezTo>
                    <ns1:pt x="2" y="0"/>
                    <ns1:pt x="0" y="2"/>
                    <ns1:pt x="0" y="4"/>
                  </ns1:cubicBezTo>
                  <ns1:cubicBezTo>
                    <ns1:pt x="0" y="24"/>
                    <ns1:pt x="0" y="24"/>
                    <ns1:pt x="0" y="24"/>
                  </ns1:cubicBezTo>
                  <ns1:cubicBezTo>
                    <ns1:pt x="0" y="26"/>
                    <ns1:pt x="2" y="28"/>
                    <ns1:pt x="4" y="28"/>
                  </ns1:cubicBezTo>
                  <ns1:close/>
                </ns1:path>
              </ns1:pathLst>
            </ns1:custGeom>
            <ns1:grpFill/>
            <ns1:ln>
              <ns1:noFill/>
            </ns1:ln>
            <ns1:extLst>
              <ns1:ext uri="{91240B29-F687-4F45-9708-019B960494DF}">
                <ns2:hiddenLine w="9525">
                  <ns1:solidFill>
                    <ns1:srgbClr val="000000"/>
                  </ns1:solidFill>
                  <ns1:round/>
                  <ns1:headEnd/>
                  <ns1:tailEnd/>
                </ns2:hiddenLine>
              </ns1:ext>
            </ns1:extLst>
          </ns0:spPr>
          <ns0:txBody>
            <ns1:bodyPr vert="horz" wrap="square" lIns="91440" tIns="45720" rIns="91440" bIns="45720" numCol="1" anchor="t" anchorCtr="0" compatLnSpc="1">
              <ns1:prstTxWarp prst="textNoShape">
                <ns1:avLst/>
              </ns1:prstTxWarp>
            </ns1:bodyPr>
            <ns1:lstStyle/>
            <ns1:p>
              <ns1:endParaRPr lang="id-ID" sz="2700"/>
            </ns1:p>
          </ns0:txBody>
        </ns0:sp>
      </ns0:grpSp>
      <ns0:sp>
        <ns0:nvSpPr>
          <ns0:cNvPr id="238" name="Freeform 25"/>
          <ns0:cNvSpPr>
            <ns1:spLocks noEditPoints="1"/>
          </ns0:cNvSpPr>
          <ns0:nvPr/>
        </ns0:nvSpPr>
        <ns0:spPr bwMode="auto">
          <ns1:xfrm rot="2700000">
            <ns1:off x="2338538" y="4440149"/>
            <ns1:ext cx="273233" cy="404995"/>
          </ns1:xfrm>
          <ns1:custGeom>
            <ns1:avLst/>
            <ns1:gdLst>
              <ns1:gd name="T0" fmla="*/ 163 w 164"/>
              <ns1:gd name="T1" fmla="*/ 109 h 244"/>
              <ns1:gd name="T2" fmla="*/ 125 w 164"/>
              <ns1:gd name="T3" fmla="*/ 46 h 244"/>
              <ns1:gd name="T4" fmla="*/ 143 w 164"/>
              <ns1:gd name="T5" fmla="*/ 9 h 244"/>
              <ns1:gd name="T6" fmla="*/ 143 w 164"/>
              <ns1:gd name="T7" fmla="*/ 3 h 244"/>
              <ns1:gd name="T8" fmla="*/ 138 w 164"/>
              <ns1:gd name="T9" fmla="*/ 0 h 244"/>
              <ns1:gd name="T10" fmla="*/ 22 w 164"/>
              <ns1:gd name="T11" fmla="*/ 0 h 244"/>
              <ns1:gd name="T12" fmla="*/ 17 w 164"/>
              <ns1:gd name="T13" fmla="*/ 3 h 244"/>
              <ns1:gd name="T14" fmla="*/ 17 w 164"/>
              <ns1:gd name="T15" fmla="*/ 9 h 244"/>
              <ns1:gd name="T16" fmla="*/ 39 w 164"/>
              <ns1:gd name="T17" fmla="*/ 46 h 244"/>
              <ns1:gd name="T18" fmla="*/ 2 w 164"/>
              <ns1:gd name="T19" fmla="*/ 109 h 244"/>
              <ns1:gd name="T20" fmla="*/ 1 w 164"/>
              <ns1:gd name="T21" fmla="*/ 114 h 244"/>
              <ns1:gd name="T22" fmla="*/ 61 w 164"/>
              <ns1:gd name="T23" fmla="*/ 241 h 244"/>
              <ns1:gd name="T24" fmla="*/ 66 w 164"/>
              <ns1:gd name="T25" fmla="*/ 244 h 244"/>
              <ns1:gd name="T26" fmla="*/ 98 w 164"/>
              <ns1:gd name="T27" fmla="*/ 244 h 244"/>
              <ns1:gd name="T28" fmla="*/ 103 w 164"/>
              <ns1:gd name="T29" fmla="*/ 241 h 244"/>
              <ns1:gd name="T30" fmla="*/ 163 w 164"/>
              <ns1:gd name="T31" fmla="*/ 114 h 244"/>
              <ns1:gd name="T32" fmla="*/ 163 w 164"/>
              <ns1:gd name="T33" fmla="*/ 109 h 244"/>
              <ns1:gd name="T34" fmla="*/ 128 w 164"/>
              <ns1:gd name="T35" fmla="*/ 12 h 244"/>
              <ns1:gd name="T36" fmla="*/ 114 w 164"/>
              <ns1:gd name="T37" fmla="*/ 40 h 244"/>
              <ns1:gd name="T38" fmla="*/ 49 w 164"/>
              <ns1:gd name="T39" fmla="*/ 40 h 244"/>
              <ns1:gd name="T40" fmla="*/ 33 w 164"/>
              <ns1:gd name="T41" fmla="*/ 12 h 244"/>
              <ns1:gd name="T42" fmla="*/ 128 w 164"/>
              <ns1:gd name="T43" fmla="*/ 12 h 244"/>
              <ns1:gd name="T44" fmla="*/ 82 w 164"/>
              <ns1:gd name="T45" fmla="*/ 120 h 244"/>
              <ns1:gd name="T46" fmla="*/ 68 w 164"/>
              <ns1:gd name="T47" fmla="*/ 106 h 244"/>
              <ns1:gd name="T48" fmla="*/ 82 w 164"/>
              <ns1:gd name="T49" fmla="*/ 92 h 244"/>
              <ns1:gd name="T50" fmla="*/ 96 w 164"/>
              <ns1:gd name="T51" fmla="*/ 106 h 244"/>
              <ns1:gd name="T52" fmla="*/ 82 w 164"/>
              <ns1:gd name="T53" fmla="*/ 120 h 244"/>
              <ns1:gd name="T54" fmla="*/ 94 w 164"/>
              <ns1:gd name="T55" fmla="*/ 232 h 244"/>
              <ns1:gd name="T56" fmla="*/ 88 w 164"/>
              <ns1:gd name="T57" fmla="*/ 232 h 244"/>
              <ns1:gd name="T58" fmla="*/ 88 w 164"/>
              <ns1:gd name="T59" fmla="*/ 131 h 244"/>
              <ns1:gd name="T60" fmla="*/ 108 w 164"/>
              <ns1:gd name="T61" fmla="*/ 106 h 244"/>
              <ns1:gd name="T62" fmla="*/ 82 w 164"/>
              <ns1:gd name="T63" fmla="*/ 80 h 244"/>
              <ns1:gd name="T64" fmla="*/ 56 w 164"/>
              <ns1:gd name="T65" fmla="*/ 106 h 244"/>
              <ns1:gd name="T66" fmla="*/ 76 w 164"/>
              <ns1:gd name="T67" fmla="*/ 131 h 244"/>
              <ns1:gd name="T68" fmla="*/ 76 w 164"/>
              <ns1:gd name="T69" fmla="*/ 232 h 244"/>
              <ns1:gd name="T70" fmla="*/ 70 w 164"/>
              <ns1:gd name="T71" fmla="*/ 232 h 244"/>
              <ns1:gd name="T72" fmla="*/ 13 w 164"/>
              <ns1:gd name="T73" fmla="*/ 112 h 244"/>
              <ns1:gd name="T74" fmla="*/ 49 w 164"/>
              <ns1:gd name="T75" fmla="*/ 52 h 244"/>
              <ns1:gd name="T76" fmla="*/ 115 w 164"/>
              <ns1:gd name="T77" fmla="*/ 52 h 244"/>
              <ns1:gd name="T78" fmla="*/ 151 w 164"/>
              <ns1:gd name="T79" fmla="*/ 112 h 244"/>
              <ns1:gd name="T80" fmla="*/ 94 w 164"/>
              <ns1:gd name="T81" fmla="*/ 232 h 244"/>
            </ns1:gdLst>
            <ns1:ahLst/>
            <ns1:cxnLst>
              <ns1:cxn ang="0">
                <ns1:pos x="T0" y="T1"/>
              </ns1:cxn>
              <ns1:cxn ang="0">
                <ns1:pos x="T2" y="T3"/>
              </ns1:cxn>
              <ns1:cxn ang="0">
                <ns1:pos x="T4" y="T5"/>
              </ns1:cxn>
              <ns1:cxn ang="0">
                <ns1:pos x="T6" y="T7"/>
              </ns1:cxn>
              <ns1:cxn ang="0">
                <ns1:pos x="T8" y="T9"/>
              </ns1:cxn>
              <ns1:cxn ang="0">
                <ns1:pos x="T10" y="T11"/>
              </ns1:cxn>
              <ns1:cxn ang="0">
                <ns1:pos x="T12" y="T13"/>
              </ns1:cxn>
              <ns1:cxn ang="0">
                <ns1:pos x="T14" y="T15"/>
              </ns1:cxn>
              <ns1:cxn ang="0">
                <ns1:pos x="T16" y="T17"/>
              </ns1:cxn>
              <ns1:cxn ang="0">
                <ns1:pos x="T18" y="T19"/>
              </ns1:cxn>
              <ns1:cxn ang="0">
                <ns1:pos x="T20" y="T21"/>
              </ns1:cxn>
              <ns1:cxn ang="0">
                <ns1:pos x="T22" y="T23"/>
              </ns1:cxn>
              <ns1:cxn ang="0">
                <ns1:pos x="T24" y="T25"/>
              </ns1:cxn>
              <ns1:cxn ang="0">
                <ns1:pos x="T26" y="T27"/>
              </ns1:cxn>
              <ns1:cxn ang="0">
                <ns1:pos x="T28" y="T29"/>
              </ns1:cxn>
              <ns1:cxn ang="0">
                <ns1:pos x="T30" y="T31"/>
              </ns1:cxn>
              <ns1:cxn ang="0">
                <ns1:pos x="T32" y="T33"/>
              </ns1:cxn>
              <ns1:cxn ang="0">
                <ns1:pos x="T34" y="T35"/>
              </ns1:cxn>
              <ns1:cxn ang="0">
                <ns1:pos x="T36" y="T37"/>
              </ns1:cxn>
              <ns1:cxn ang="0">
                <ns1:pos x="T38" y="T39"/>
              </ns1:cxn>
              <ns1:cxn ang="0">
                <ns1:pos x="T40" y="T41"/>
              </ns1:cxn>
              <ns1:cxn ang="0">
                <ns1:pos x="T42" y="T43"/>
              </ns1:cxn>
              <ns1:cxn ang="0">
                <ns1:pos x="T44" y="T45"/>
              </ns1:cxn>
              <ns1:cxn ang="0">
                <ns1:pos x="T46" y="T47"/>
              </ns1:cxn>
              <ns1:cxn ang="0">
                <ns1:pos x="T48" y="T49"/>
              </ns1:cxn>
              <ns1:cxn ang="0">
                <ns1:pos x="T50" y="T51"/>
              </ns1:cxn>
              <ns1:cxn ang="0">
                <ns1:pos x="T52" y="T53"/>
              </ns1:cxn>
              <ns1:cxn ang="0">
                <ns1:pos x="T54" y="T55"/>
              </ns1:cxn>
              <ns1:cxn ang="0">
                <ns1:pos x="T56" y="T57"/>
              </ns1:cxn>
              <ns1:cxn ang="0">
                <ns1:pos x="T58" y="T59"/>
              </ns1:cxn>
              <ns1:cxn ang="0">
                <ns1:pos x="T60" y="T61"/>
              </ns1:cxn>
              <ns1:cxn ang="0">
                <ns1:pos x="T62" y="T63"/>
              </ns1:cxn>
              <ns1:cxn ang="0">
                <ns1:pos x="T64" y="T65"/>
              </ns1:cxn>
              <ns1:cxn ang="0">
                <ns1:pos x="T66" y="T67"/>
              </ns1:cxn>
              <ns1:cxn ang="0">
                <ns1:pos x="T68" y="T69"/>
              </ns1:cxn>
              <ns1:cxn ang="0">
                <ns1:pos x="T70" y="T71"/>
              </ns1:cxn>
              <ns1:cxn ang="0">
                <ns1:pos x="T72" y="T73"/>
              </ns1:cxn>
              <ns1:cxn ang="0">
                <ns1:pos x="T74" y="T75"/>
              </ns1:cxn>
              <ns1:cxn ang="0">
                <ns1:pos x="T76" y="T77"/>
              </ns1:cxn>
              <ns1:cxn ang="0">
                <ns1:pos x="T78" y="T79"/>
              </ns1:cxn>
              <ns1:cxn ang="0">
                <ns1:pos x="T80" y="T81"/>
              </ns1:cxn>
            </ns1:cxnLst>
            <ns1:rect l="0" t="0" r="r" b="b"/>
            <ns1:pathLst>
              <ns1:path w="164" h="244">
                <ns1:moveTo>
                  <ns1:pt x="163" y="109"/>
                </ns1:moveTo>
                <ns1:cubicBezTo>
                  <ns1:pt x="125" y="46"/>
                  <ns1:pt x="125" y="46"/>
                  <ns1:pt x="125" y="46"/>
                </ns1:cubicBezTo>
                <ns1:cubicBezTo>
                  <ns1:pt x="143" y="9"/>
                  <ns1:pt x="143" y="9"/>
                  <ns1:pt x="143" y="9"/>
                </ns1:cubicBezTo>
                <ns1:cubicBezTo>
                  <ns1:pt x="144" y="7"/>
                  <ns1:pt x="144" y="5"/>
                  <ns1:pt x="143" y="3"/>
                </ns1:cubicBezTo>
                <ns1:cubicBezTo>
                  <ns1:pt x="142" y="1"/>
                  <ns1:pt x="140" y="0"/>
                  <ns1:pt x="138" y="0"/>
                </ns1:cubicBezTo>
                <ns1:cubicBezTo>
                  <ns1:pt x="22" y="0"/>
                  <ns1:pt x="22" y="0"/>
                  <ns1:pt x="22" y="0"/>
                </ns1:cubicBezTo>
                <ns1:cubicBezTo>
                  <ns1:pt x="20" y="0"/>
                  <ns1:pt x="18" y="1"/>
                  <ns1:pt x="17" y="3"/>
                </ns1:cubicBezTo>
                <ns1:cubicBezTo>
                  <ns1:pt x="16" y="5"/>
                  <ns1:pt x="16" y="7"/>
                  <ns1:pt x="17" y="9"/>
                </ns1:cubicBezTo>
                <ns1:cubicBezTo>
                  <ns1:pt x="39" y="46"/>
                  <ns1:pt x="39" y="46"/>
                  <ns1:pt x="39" y="46"/>
                </ns1:cubicBezTo>
                <ns1:cubicBezTo>
                  <ns1:pt x="2" y="109"/>
                  <ns1:pt x="2" y="109"/>
                  <ns1:pt x="2" y="109"/>
                </ns1:cubicBezTo>
                <ns1:cubicBezTo>
                  <ns1:pt x="1" y="111"/>
                  <ns1:pt x="0" y="113"/>
                  <ns1:pt x="1" y="114"/>
                </ns1:cubicBezTo>
                <ns1:cubicBezTo>
                  <ns1:pt x="61" y="241"/>
                  <ns1:pt x="61" y="241"/>
                  <ns1:pt x="61" y="241"/>
                </ns1:cubicBezTo>
                <ns1:cubicBezTo>
                  <ns1:pt x="62" y="243"/>
                  <ns1:pt x="64" y="244"/>
                  <ns1:pt x="66" y="244"/>
                </ns1:cubicBezTo>
                <ns1:cubicBezTo>
                  <ns1:pt x="98" y="244"/>
                  <ns1:pt x="98" y="244"/>
                  <ns1:pt x="98" y="244"/>
                </ns1:cubicBezTo>
                <ns1:cubicBezTo>
                  <ns1:pt x="100" y="244"/>
                  <ns1:pt x="102" y="243"/>
                  <ns1:pt x="103" y="241"/>
                </ns1:cubicBezTo>
                <ns1:cubicBezTo>
                  <ns1:pt x="163" y="114"/>
                  <ns1:pt x="163" y="114"/>
                  <ns1:pt x="163" y="114"/>
                </ns1:cubicBezTo>
                <ns1:cubicBezTo>
                  <ns1:pt x="164" y="113"/>
                  <ns1:pt x="164" y="111"/>
                  <ns1:pt x="163" y="109"/>
                </ns1:cubicBezTo>
                <ns1:close/>
                <ns1:moveTo>
                  <ns1:pt x="128" y="12"/>
                </ns1:moveTo>
                <ns1:cubicBezTo>
                  <ns1:pt x="114" y="40"/>
                  <ns1:pt x="114" y="40"/>
                  <ns1:pt x="114" y="40"/>
                </ns1:cubicBezTo>
                <ns1:cubicBezTo>
                  <ns1:pt x="49" y="40"/>
                  <ns1:pt x="49" y="40"/>
                  <ns1:pt x="49" y="40"/>
                </ns1:cubicBezTo>
                <ns1:cubicBezTo>
                  <ns1:pt x="33" y="12"/>
                  <ns1:pt x="33" y="12"/>
                  <ns1:pt x="33" y="12"/>
                </ns1:cubicBezTo>
                <ns1:lnTo>
                  <ns1:pt x="128" y="12"/>
                </ns1:lnTo>
                <ns1:close/>
                <ns1:moveTo>
                  <ns1:pt x="82" y="120"/>
                </ns1:moveTo>
                <ns1:cubicBezTo>
                  <ns1:pt x="74" y="120"/>
                  <ns1:pt x="68" y="114"/>
                  <ns1:pt x="68" y="106"/>
                </ns1:cubicBezTo>
                <ns1:cubicBezTo>
                  <ns1:pt x="68" y="98"/>
                  <ns1:pt x="74" y="92"/>
                  <ns1:pt x="82" y="92"/>
                </ns1:cubicBezTo>
                <ns1:cubicBezTo>
                  <ns1:pt x="90" y="92"/>
                  <ns1:pt x="96" y="98"/>
                  <ns1:pt x="96" y="106"/>
                </ns1:cubicBezTo>
                <ns1:cubicBezTo>
                  <ns1:pt x="96" y="114"/>
                  <ns1:pt x="90" y="120"/>
                  <ns1:pt x="82" y="120"/>
                </ns1:cubicBezTo>
                <ns1:close/>
                <ns1:moveTo>
                  <ns1:pt x="94" y="232"/>
                </ns1:moveTo>
                <ns1:cubicBezTo>
                  <ns1:pt x="88" y="232"/>
                  <ns1:pt x="88" y="232"/>
                  <ns1:pt x="88" y="232"/>
                </ns1:cubicBezTo>
                <ns1:cubicBezTo>
                  <ns1:pt x="88" y="131"/>
                  <ns1:pt x="88" y="131"/>
                  <ns1:pt x="88" y="131"/>
                </ns1:cubicBezTo>
                <ns1:cubicBezTo>
                  <ns1:pt x="99" y="129"/>
                  <ns1:pt x="108" y="118"/>
                  <ns1:pt x="108" y="106"/>
                </ns1:cubicBezTo>
                <ns1:cubicBezTo>
                  <ns1:pt x="108" y="92"/>
                  <ns1:pt x="96" y="80"/>
                  <ns1:pt x="82" y="80"/>
                </ns1:cubicBezTo>
                <ns1:cubicBezTo>
                  <ns1:pt x="68" y="80"/>
                  <ns1:pt x="56" y="92"/>
                  <ns1:pt x="56" y="106"/>
                </ns1:cubicBezTo>
                <ns1:cubicBezTo>
                  <ns1:pt x="56" y="118"/>
                  <ns1:pt x="65" y="129"/>
                  <ns1:pt x="76" y="131"/>
                </ns1:cubicBezTo>
                <ns1:cubicBezTo>
                  <ns1:pt x="76" y="232"/>
                  <ns1:pt x="76" y="232"/>
                  <ns1:pt x="76" y="232"/>
                </ns1:cubicBezTo>
                <ns1:cubicBezTo>
                  <ns1:pt x="70" y="232"/>
                  <ns1:pt x="70" y="232"/>
                  <ns1:pt x="70" y="232"/>
                </ns1:cubicBezTo>
                <ns1:cubicBezTo>
                  <ns1:pt x="13" y="112"/>
                  <ns1:pt x="13" y="112"/>
                  <ns1:pt x="13" y="112"/>
                </ns1:cubicBezTo>
                <ns1:cubicBezTo>
                  <ns1:pt x="49" y="52"/>
                  <ns1:pt x="49" y="52"/>
                  <ns1:pt x="49" y="52"/>
                </ns1:cubicBezTo>
                <ns1:cubicBezTo>
                  <ns1:pt x="115" y="52"/>
                  <ns1:pt x="115" y="52"/>
                  <ns1:pt x="115" y="52"/>
                </ns1:cubicBezTo>
                <ns1:cubicBezTo>
                  <ns1:pt x="151" y="112"/>
                  <ns1:pt x="151" y="112"/>
                  <ns1:pt x="151" y="112"/>
                </ns1:cubicBezTo>
                <ns1:lnTo>
                  <ns1:pt x="94" y="232"/>
                </ns1:lnTo>
                <ns1:close/>
              </ns1:path>
            </ns1:pathLst>
          </ns1:custGeom>
          <ns1:solidFill>
            <ns1:schemeClr val="tx1"/>
          </ns1:solidFill>
          <ns1:ln>
            <ns1:noFill/>
          </ns1:ln>
        </ns0:spPr>
        <ns0:txBody>
          <ns1:bodyPr vert="horz" wrap="square" lIns="91440" tIns="45720" rIns="91440" bIns="45720" numCol="1" anchor="t" anchorCtr="0" compatLnSpc="1">
            <ns1:prstTxWarp prst="textNoShape">
              <ns1:avLst/>
            </ns1:prstTxWarp>
          </ns1:bodyPr>
          <ns1:lstStyle/>
          <ns1:p>
            <ns1:endParaRPr lang="id-ID" sz="2700"/>
          </ns1:p>
        </ns0:txBody>
      </ns0:sp>
      <ns0:grpSp>
        <ns0:nvGrpSpPr>
          <ns0:cNvPr id="239" name="Group 238"/>
          <ns0:cNvGrpSpPr/>
          <ns0:nvPr/>
        </ns0:nvGrpSpPr>
        <ns0:grpSpPr>
          <ns1:xfrm>
            <ns1:off x="5420020" y="4396960"/>
            <ns1:ext cx="405074" cy="331166"/>
            <ns1:chOff x="8497888" y="1333500"/>
            <ns1:chExt cx="452438" cy="369888"/>
          </ns1:xfrm>
          <ns1:solidFill>
            <ns1:schemeClr val="tx1"/>
          </ns1:solidFill>
        </ns0:grpSpPr>
        <ns0:sp>
          <ns0:nvSpPr>
            <ns0:cNvPr id="240" name="Freeform 17"/>
            <ns0:cNvSpPr>
              <ns1:spLocks noEditPoints="1"/>
            </ns0:cNvSpPr>
            <ns0:nvPr/>
          </ns0:nvSpPr>
          <ns0:spPr bwMode="auto">
            <ns1:xfrm>
              <ns1:off x="8497888" y="1333500"/>
              <ns1:ext cx="452438" cy="369888"/>
            </ns1:xfrm>
            <ns1:custGeom>
              <ns1:avLst/>
              <ns1:gdLst>
                <ns1:gd name="T0" fmla="*/ 112 w 120"/>
                <ns1:gd name="T1" fmla="*/ 16 h 96"/>
                <ns1:gd name="T2" fmla="*/ 59 w 120"/>
                <ns1:gd name="T3" fmla="*/ 16 h 96"/>
                <ns1:gd name="T4" fmla="*/ 56 w 120"/>
                <ns1:gd name="T5" fmla="*/ 7 h 96"/>
                <ns1:gd name="T6" fmla="*/ 48 w 120"/>
                <ns1:gd name="T7" fmla="*/ 0 h 96"/>
                <ns1:gd name="T8" fmla="*/ 16 w 120"/>
                <ns1:gd name="T9" fmla="*/ 0 h 96"/>
                <ns1:gd name="T10" fmla="*/ 8 w 120"/>
                <ns1:gd name="T11" fmla="*/ 7 h 96"/>
                <ns1:gd name="T12" fmla="*/ 5 w 120"/>
                <ns1:gd name="T13" fmla="*/ 17 h 96"/>
                <ns1:gd name="T14" fmla="*/ 0 w 120"/>
                <ns1:gd name="T15" fmla="*/ 24 h 96"/>
                <ns1:gd name="T16" fmla="*/ 4 w 120"/>
                <ns1:gd name="T17" fmla="*/ 88 h 96"/>
                <ns1:gd name="T18" fmla="*/ 12 w 120"/>
                <ns1:gd name="T19" fmla="*/ 96 h 96"/>
                <ns1:gd name="T20" fmla="*/ 108 w 120"/>
                <ns1:gd name="T21" fmla="*/ 96 h 96"/>
                <ns1:gd name="T22" fmla="*/ 116 w 120"/>
                <ns1:gd name="T23" fmla="*/ 88 h 96"/>
                <ns1:gd name="T24" fmla="*/ 120 w 120"/>
                <ns1:gd name="T25" fmla="*/ 24 h 96"/>
                <ns1:gd name="T26" fmla="*/ 112 w 120"/>
                <ns1:gd name="T27" fmla="*/ 16 h 96"/>
                <ns1:gd name="T28" fmla="*/ 16 w 120"/>
                <ns1:gd name="T29" fmla="*/ 9 h 96"/>
                <ns1:gd name="T30" fmla="*/ 16 w 120"/>
                <ns1:gd name="T31" fmla="*/ 8 h 96"/>
                <ns1:gd name="T32" fmla="*/ 48 w 120"/>
                <ns1:gd name="T33" fmla="*/ 8 h 96"/>
                <ns1:gd name="T34" fmla="*/ 48 w 120"/>
                <ns1:gd name="T35" fmla="*/ 9 h 96"/>
                <ns1:gd name="T36" fmla="*/ 52 w 120"/>
                <ns1:gd name="T37" fmla="*/ 20 h 96"/>
                <ns1:gd name="T38" fmla="*/ 12 w 120"/>
                <ns1:gd name="T39" fmla="*/ 20 h 96"/>
                <ns1:gd name="T40" fmla="*/ 16 w 120"/>
                <ns1:gd name="T41" fmla="*/ 9 h 96"/>
                <ns1:gd name="T42" fmla="*/ 108 w 120"/>
                <ns1:gd name="T43" fmla="*/ 88 h 96"/>
                <ns1:gd name="T44" fmla="*/ 12 w 120"/>
                <ns1:gd name="T45" fmla="*/ 88 h 96"/>
                <ns1:gd name="T46" fmla="*/ 8 w 120"/>
                <ns1:gd name="T47" fmla="*/ 24 h 96"/>
                <ns1:gd name="T48" fmla="*/ 8 w 120"/>
                <ns1:gd name="T49" fmla="*/ 24 h 96"/>
                <ns1:gd name="T50" fmla="*/ 56 w 120"/>
                <ns1:gd name="T51" fmla="*/ 24 h 96"/>
                <ns1:gd name="T52" fmla="*/ 112 w 120"/>
                <ns1:gd name="T53" fmla="*/ 24 h 96"/>
                <ns1:gd name="T54" fmla="*/ 108 w 120"/>
                <ns1:gd name="T55" fmla="*/ 88 h 96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  <ns1:cxn ang="0">
                  <ns1:pos x="T14" y="T15"/>
                </ns1:cxn>
                <ns1:cxn ang="0">
                  <ns1:pos x="T16" y="T17"/>
                </ns1:cxn>
                <ns1:cxn ang="0">
                  <ns1:pos x="T18" y="T19"/>
                </ns1:cxn>
                <ns1:cxn ang="0">
                  <ns1:pos x="T20" y="T21"/>
                </ns1:cxn>
                <ns1:cxn ang="0">
                  <ns1:pos x="T22" y="T23"/>
                </ns1:cxn>
                <ns1:cxn ang="0">
                  <ns1:pos x="T24" y="T25"/>
                </ns1:cxn>
                <ns1:cxn ang="0">
                  <ns1:pos x="T26" y="T27"/>
                </ns1:cxn>
                <ns1:cxn ang="0">
                  <ns1:pos x="T28" y="T29"/>
                </ns1:cxn>
                <ns1:cxn ang="0">
                  <ns1:pos x="T30" y="T31"/>
                </ns1:cxn>
                <ns1:cxn ang="0">
                  <ns1:pos x="T32" y="T33"/>
                </ns1:cxn>
                <ns1:cxn ang="0">
                  <ns1:pos x="T34" y="T35"/>
                </ns1:cxn>
                <ns1:cxn ang="0">
                  <ns1:pos x="T36" y="T37"/>
                </ns1:cxn>
                <ns1:cxn ang="0">
                  <ns1:pos x="T38" y="T39"/>
                </ns1:cxn>
                <ns1:cxn ang="0">
                  <ns1:pos x="T40" y="T41"/>
                </ns1:cxn>
                <ns1:cxn ang="0">
                  <ns1:pos x="T42" y="T43"/>
                </ns1:cxn>
                <ns1:cxn ang="0">
                  <ns1:pos x="T44" y="T45"/>
                </ns1:cxn>
                <ns1:cxn ang="0">
                  <ns1:pos x="T46" y="T47"/>
                </ns1:cxn>
                <ns1:cxn ang="0">
                  <ns1:pos x="T48" y="T49"/>
                </ns1:cxn>
                <ns1:cxn ang="0">
                  <ns1:pos x="T50" y="T51"/>
                </ns1:cxn>
                <ns1:cxn ang="0">
                  <ns1:pos x="T52" y="T53"/>
                </ns1:cxn>
                <ns1:cxn ang="0">
                  <ns1:pos x="T54" y="T55"/>
                </ns1:cxn>
              </ns1:cxnLst>
              <ns1:rect l="0" t="0" r="r" b="b"/>
              <ns1:pathLst>
                <ns1:path w="120" h="96">
                  <ns1:moveTo>
                    <ns1:pt x="112" y="16"/>
                  </ns1:moveTo>
                  <ns1:cubicBezTo>
                    <ns1:pt x="59" y="16"/>
                    <ns1:pt x="59" y="16"/>
                    <ns1:pt x="59" y="16"/>
                  </ns1:cubicBezTo>
                  <ns1:cubicBezTo>
                    <ns1:pt x="56" y="7"/>
                    <ns1:pt x="56" y="7"/>
                    <ns1:pt x="56" y="7"/>
                  </ns1:cubicBezTo>
                  <ns1:cubicBezTo>
                    <ns1:pt x="56" y="3"/>
                    <ns1:pt x="52" y="0"/>
                    <ns1:pt x="48" y="0"/>
                  </ns1:cubicBezTo>
                  <ns1:cubicBezTo>
                    <ns1:pt x="16" y="0"/>
                    <ns1:pt x="16" y="0"/>
                    <ns1:pt x="16" y="0"/>
                  </ns1:cubicBezTo>
                  <ns1:cubicBezTo>
                    <ns1:pt x="12" y="0"/>
                    <ns1:pt x="8" y="3"/>
                    <ns1:pt x="8" y="7"/>
                  </ns1:cubicBezTo>
                  <ns1:cubicBezTo>
                    <ns1:pt x="5" y="17"/>
                    <ns1:pt x="5" y="17"/>
                    <ns1:pt x="5" y="17"/>
                  </ns1:cubicBezTo>
                  <ns1:cubicBezTo>
                    <ns1:pt x="2" y="18"/>
                    <ns1:pt x="0" y="21"/>
                    <ns1:pt x="0" y="24"/>
                  </ns1:cubicBezTo>
                  <ns1:cubicBezTo>
                    <ns1:pt x="4" y="88"/>
                    <ns1:pt x="4" y="88"/>
                    <ns1:pt x="4" y="88"/>
                  </ns1:cubicBezTo>
                  <ns1:cubicBezTo>
                    <ns1:pt x="4" y="92"/>
                    <ns1:pt x="8" y="96"/>
                    <ns1:pt x="12" y="96"/>
                  </ns1:cubicBezTo>
                  <ns1:cubicBezTo>
                    <ns1:pt x="108" y="96"/>
                    <ns1:pt x="108" y="96"/>
                    <ns1:pt x="108" y="96"/>
                  </ns1:cubicBezTo>
                  <ns1:cubicBezTo>
                    <ns1:pt x="112" y="96"/>
                    <ns1:pt x="116" y="92"/>
                    <ns1:pt x="116" y="88"/>
                  </ns1:cubicBezTo>
                  <ns1:cubicBezTo>
                    <ns1:pt x="120" y="24"/>
                    <ns1:pt x="120" y="24"/>
                    <ns1:pt x="120" y="24"/>
                  </ns1:cubicBezTo>
                  <ns1:cubicBezTo>
                    <ns1:pt x="120" y="20"/>
                    <ns1:pt x="116" y="16"/>
                    <ns1:pt x="112" y="16"/>
                  </ns1:cubicBezTo>
                  <ns1:close/>
                  <ns1:moveTo>
                    <ns1:pt x="16" y="9"/>
                  </ns1:moveTo>
                  <ns1:cubicBezTo>
                    <ns1:pt x="16" y="9"/>
                    <ns1:pt x="16" y="8"/>
                    <ns1:pt x="16" y="8"/>
                  </ns1:cubicBezTo>
                  <ns1:cubicBezTo>
                    <ns1:pt x="48" y="8"/>
                    <ns1:pt x="48" y="8"/>
                    <ns1:pt x="48" y="8"/>
                  </ns1:cubicBezTo>
                  <ns1:cubicBezTo>
                    <ns1:pt x="48" y="8"/>
                    <ns1:pt x="48" y="9"/>
                    <ns1:pt x="48" y="9"/>
                  </ns1:cubicBezTo>
                  <ns1:cubicBezTo>
                    <ns1:pt x="52" y="20"/>
                    <ns1:pt x="52" y="20"/>
                    <ns1:pt x="52" y="20"/>
                  </ns1:cubicBezTo>
                  <ns1:cubicBezTo>
                    <ns1:pt x="12" y="20"/>
                    <ns1:pt x="12" y="20"/>
                    <ns1:pt x="12" y="20"/>
                  </ns1:cubicBezTo>
                  <ns1:lnTo>
                    <ns1:pt x="16" y="9"/>
                  </ns1:lnTo>
                  <ns1:close/>
                  <ns1:moveTo>
                    <ns1:pt x="108" y="88"/>
                  </ns1:moveTo>
                  <ns1:cubicBezTo>
                    <ns1:pt x="12" y="88"/>
                    <ns1:pt x="12" y="88"/>
                    <ns1:pt x="12" y="88"/>
                  </ns1:cubicBezTo>
                  <ns1:cubicBezTo>
                    <ns1:pt x="8" y="24"/>
                    <ns1:pt x="8" y="24"/>
                    <ns1:pt x="8" y="24"/>
                  </ns1:cubicBezTo>
                  <ns1:cubicBezTo>
                    <ns1:pt x="8" y="24"/>
                    <ns1:pt x="8" y="24"/>
                    <ns1:pt x="8" y="24"/>
                  </ns1:cubicBezTo>
                  <ns1:cubicBezTo>
                    <ns1:pt x="56" y="24"/>
                    <ns1:pt x="56" y="24"/>
                    <ns1:pt x="56" y="24"/>
                  </ns1:cubicBezTo>
                  <ns1:cubicBezTo>
                    <ns1:pt x="112" y="24"/>
                    <ns1:pt x="112" y="24"/>
                    <ns1:pt x="112" y="24"/>
                  </ns1:cubicBezTo>
                  <ns1:lnTo>
                    <ns1:pt x="108" y="88"/>
                  </ns1:lnTo>
                  <ns1:close/>
                </ns1:path>
              </ns1:pathLst>
            </ns1:custGeom>
            <ns1:grpFill/>
            <ns1:ln>
              <ns1:noFill/>
            </ns1:ln>
            <ns1:extLst>
              <ns1:ext uri="{91240B29-F687-4F45-9708-019B960494DF}">
                <ns2:hiddenLine w="9525">
                  <ns1:solidFill>
                    <ns1:srgbClr val="000000"/>
                  </ns1:solidFill>
                  <ns1:round/>
                  <ns1:headEnd/>
                  <ns1:tailEnd/>
                </ns2:hiddenLine>
              </ns1:ext>
            </ns1:extLst>
          </ns0:spPr>
          <ns0:txBody>
            <ns1:bodyPr vert="horz" wrap="square" lIns="91440" tIns="45720" rIns="91440" bIns="45720" numCol="1" anchor="t" anchorCtr="0" compatLnSpc="1">
              <ns1:prstTxWarp prst="textNoShape">
                <ns1:avLst/>
              </ns1:prstTxWarp>
            </ns1:bodyPr>
            <ns1:lstStyle/>
            <ns1:p>
              <ns1:endParaRPr lang="id-ID" sz="2700"/>
            </ns1:p>
          </ns0:txBody>
        </ns0:sp>
        <ns0:sp>
          <ns0:nvSpPr>
            <ns0:cNvPr id="241" name="Freeform 18"/>
            <ns0:cNvSpPr>
              <ns1:spLocks/>
            </ns0:cNvSpPr>
            <ns0:nvPr/>
          </ns0:nvSpPr>
          <ns0:spPr bwMode="auto">
            <ns1:xfrm>
              <ns1:off x="8664576" y="1487488"/>
              <ns1:ext cx="120650" cy="123825"/>
            </ns1:xfrm>
            <ns1:custGeom>
              <ns1:avLst/>
              <ns1:gdLst>
                <ns1:gd name="T0" fmla="*/ 4 w 32"/>
                <ns1:gd name="T1" fmla="*/ 12 h 32"/>
                <ns1:gd name="T2" fmla="*/ 0 w 32"/>
                <ns1:gd name="T3" fmla="*/ 16 h 32"/>
                <ns1:gd name="T4" fmla="*/ 4 w 32"/>
                <ns1:gd name="T5" fmla="*/ 20 h 32"/>
                <ns1:gd name="T6" fmla="*/ 12 w 32"/>
                <ns1:gd name="T7" fmla="*/ 20 h 32"/>
                <ns1:gd name="T8" fmla="*/ 12 w 32"/>
                <ns1:gd name="T9" fmla="*/ 28 h 32"/>
                <ns1:gd name="T10" fmla="*/ 16 w 32"/>
                <ns1:gd name="T11" fmla="*/ 32 h 32"/>
                <ns1:gd name="T12" fmla="*/ 20 w 32"/>
                <ns1:gd name="T13" fmla="*/ 28 h 32"/>
                <ns1:gd name="T14" fmla="*/ 20 w 32"/>
                <ns1:gd name="T15" fmla="*/ 20 h 32"/>
                <ns1:gd name="T16" fmla="*/ 28 w 32"/>
                <ns1:gd name="T17" fmla="*/ 20 h 32"/>
                <ns1:gd name="T18" fmla="*/ 32 w 32"/>
                <ns1:gd name="T19" fmla="*/ 16 h 32"/>
                <ns1:gd name="T20" fmla="*/ 28 w 32"/>
                <ns1:gd name="T21" fmla="*/ 12 h 32"/>
                <ns1:gd name="T22" fmla="*/ 20 w 32"/>
                <ns1:gd name="T23" fmla="*/ 12 h 32"/>
                <ns1:gd name="T24" fmla="*/ 20 w 32"/>
                <ns1:gd name="T25" fmla="*/ 4 h 32"/>
                <ns1:gd name="T26" fmla="*/ 16 w 32"/>
                <ns1:gd name="T27" fmla="*/ 0 h 32"/>
                <ns1:gd name="T28" fmla="*/ 12 w 32"/>
                <ns1:gd name="T29" fmla="*/ 4 h 32"/>
                <ns1:gd name="T30" fmla="*/ 12 w 32"/>
                <ns1:gd name="T31" fmla="*/ 12 h 32"/>
                <ns1:gd name="T32" fmla="*/ 4 w 32"/>
                <ns1:gd name="T33" fmla="*/ 12 h 32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  <ns1:cxn ang="0">
                  <ns1:pos x="T14" y="T15"/>
                </ns1:cxn>
                <ns1:cxn ang="0">
                  <ns1:pos x="T16" y="T17"/>
                </ns1:cxn>
                <ns1:cxn ang="0">
                  <ns1:pos x="T18" y="T19"/>
                </ns1:cxn>
                <ns1:cxn ang="0">
                  <ns1:pos x="T20" y="T21"/>
                </ns1:cxn>
                <ns1:cxn ang="0">
                  <ns1:pos x="T22" y="T23"/>
                </ns1:cxn>
                <ns1:cxn ang="0">
                  <ns1:pos x="T24" y="T25"/>
                </ns1:cxn>
                <ns1:cxn ang="0">
                  <ns1:pos x="T26" y="T27"/>
                </ns1:cxn>
                <ns1:cxn ang="0">
                  <ns1:pos x="T28" y="T29"/>
                </ns1:cxn>
                <ns1:cxn ang="0">
                  <ns1:pos x="T30" y="T31"/>
                </ns1:cxn>
                <ns1:cxn ang="0">
                  <ns1:pos x="T32" y="T33"/>
                </ns1:cxn>
              </ns1:cxnLst>
              <ns1:rect l="0" t="0" r="r" b="b"/>
              <ns1:pathLst>
                <ns1:path w="32" h="32">
                  <ns1:moveTo>
                    <ns1:pt x="4" y="12"/>
                  </ns1:moveTo>
                  <ns1:cubicBezTo>
                    <ns1:pt x="2" y="12"/>
                    <ns1:pt x="0" y="14"/>
                    <ns1:pt x="0" y="16"/>
                  </ns1:cubicBezTo>
                  <ns1:cubicBezTo>
                    <ns1:pt x="0" y="18"/>
                    <ns1:pt x="2" y="20"/>
                    <ns1:pt x="4" y="20"/>
                  </ns1:cubicBezTo>
                  <ns1:cubicBezTo>
                    <ns1:pt x="12" y="20"/>
                    <ns1:pt x="12" y="20"/>
                    <ns1:pt x="12" y="20"/>
                  </ns1:cubicBezTo>
                  <ns1:cubicBezTo>
                    <ns1:pt x="12" y="28"/>
                    <ns1:pt x="12" y="28"/>
                    <ns1:pt x="12" y="28"/>
                  </ns1:cubicBezTo>
                  <ns1:cubicBezTo>
                    <ns1:pt x="12" y="30"/>
                    <ns1:pt x="14" y="32"/>
                    <ns1:pt x="16" y="32"/>
                  </ns1:cubicBezTo>
                  <ns1:cubicBezTo>
                    <ns1:pt x="18" y="32"/>
                    <ns1:pt x="20" y="30"/>
                    <ns1:pt x="20" y="28"/>
                  </ns1:cubicBezTo>
                  <ns1:cubicBezTo>
                    <ns1:pt x="20" y="20"/>
                    <ns1:pt x="20" y="20"/>
                    <ns1:pt x="20" y="20"/>
                  </ns1:cubicBezTo>
                  <ns1:cubicBezTo>
                    <ns1:pt x="28" y="20"/>
                    <ns1:pt x="28" y="20"/>
                    <ns1:pt x="28" y="20"/>
                  </ns1:cubicBezTo>
                  <ns1:cubicBezTo>
                    <ns1:pt x="30" y="20"/>
                    <ns1:pt x="32" y="18"/>
                    <ns1:pt x="32" y="16"/>
                  </ns1:cubicBezTo>
                  <ns1:cubicBezTo>
                    <ns1:pt x="32" y="14"/>
                    <ns1:pt x="30" y="12"/>
                    <ns1:pt x="28" y="12"/>
                  </ns1:cubicBezTo>
                  <ns1:cubicBezTo>
                    <ns1:pt x="20" y="12"/>
                    <ns1:pt x="20" y="12"/>
                    <ns1:pt x="20" y="12"/>
                  </ns1:cubicBezTo>
                  <ns1:cubicBezTo>
                    <ns1:pt x="20" y="4"/>
                    <ns1:pt x="20" y="4"/>
                    <ns1:pt x="20" y="4"/>
                  </ns1:cubicBezTo>
                  <ns1:cubicBezTo>
                    <ns1:pt x="20" y="2"/>
                    <ns1:pt x="18" y="0"/>
                    <ns1:pt x="16" y="0"/>
                  </ns1:cubicBezTo>
                  <ns1:cubicBezTo>
                    <ns1:pt x="14" y="0"/>
                    <ns1:pt x="12" y="2"/>
                    <ns1:pt x="12" y="4"/>
                  </ns1:cubicBezTo>
                  <ns1:cubicBezTo>
                    <ns1:pt x="12" y="12"/>
                    <ns1:pt x="12" y="12"/>
                    <ns1:pt x="12" y="12"/>
                  </ns1:cubicBezTo>
                  <ns1:lnTo>
                    <ns1:pt x="4" y="12"/>
                  </ns1:lnTo>
                  <ns1:close/>
                </ns1:path>
              </ns1:pathLst>
            </ns1:custGeom>
            <ns1:grpFill/>
            <ns1:ln>
              <ns1:noFill/>
            </ns1:ln>
            <ns1:extLst>
              <ns1:ext uri="{91240B29-F687-4F45-9708-019B960494DF}">
                <ns2:hiddenLine w="9525">
                  <ns1:solidFill>
                    <ns1:srgbClr val="000000"/>
                  </ns1:solidFill>
                  <ns1:round/>
                  <ns1:headEnd/>
                  <ns1:tailEnd/>
                </ns2:hiddenLine>
              </ns1:ext>
            </ns1:extLst>
          </ns0:spPr>
          <ns0:txBody>
            <ns1:bodyPr vert="horz" wrap="square" lIns="91440" tIns="45720" rIns="91440" bIns="45720" numCol="1" anchor="t" anchorCtr="0" compatLnSpc="1">
              <ns1:prstTxWarp prst="textNoShape">
                <ns1:avLst/>
              </ns1:prstTxWarp>
            </ns1:bodyPr>
            <ns1:lstStyle/>
            <ns1:p>
              <ns1:endParaRPr lang="id-ID" sz="2700"/>
            </ns1:p>
          </ns0:txBody>
        </ns0:sp>
      </ns0:grpSp>
      <ns0:grpSp>
        <ns0:nvGrpSpPr>
          <ns0:cNvPr id="242" name="Group 241"/>
          <ns0:cNvGrpSpPr/>
          <ns0:nvPr/>
        </ns0:nvGrpSpPr>
        <ns0:grpSpPr>
          <ns1:xfrm>
            <ns1:off x="4391930" y="4400221"/>
            <ns1:ext cx="426954" cy="382413"/>
            <ns1:chOff x="5326063" y="2705101"/>
            <ns1:chExt cx="1506538" cy="1349374"/>
          </ns1:xfrm>
          <ns1:solidFill>
            <ns1:schemeClr val="tx1"/>
          </ns1:solidFill>
        </ns0:grpSpPr>
        <ns0:sp>
          <ns0:nvSpPr>
            <ns0:cNvPr id="243" name="Freeform 5"/>
            <ns0:cNvSpPr>
              <ns1:spLocks noEditPoints="1"/>
            </ns0:cNvSpPr>
            <ns0:nvPr/>
          </ns0:nvSpPr>
          <ns0:spPr bwMode="auto">
            <ns1:xfrm>
              <ns1:off x="5326063" y="2705101"/>
              <ns1:ext cx="1506538" cy="1349374"/>
            </ns1:xfrm>
            <ns1:custGeom>
              <ns1:avLst/>
              <ns1:gdLst>
                <ns1:gd name="T0" fmla="*/ 109 w 112"/>
                <ns1:gd name="T1" fmla="*/ 4 h 100"/>
                <ns1:gd name="T2" fmla="*/ 83 w 112"/>
                <ns1:gd name="T3" fmla="*/ 0 h 100"/>
                <ns1:gd name="T4" fmla="*/ 67 w 112"/>
                <ns1:gd name="T5" fmla="*/ 3 h 100"/>
                <ns1:gd name="T6" fmla="*/ 56 w 112"/>
                <ns1:gd name="T7" fmla="*/ 10 h 100"/>
                <ns1:gd name="T8" fmla="*/ 45 w 112"/>
                <ns1:gd name="T9" fmla="*/ 3 h 100"/>
                <ns1:gd name="T10" fmla="*/ 29 w 112"/>
                <ns1:gd name="T11" fmla="*/ 0 h 100"/>
                <ns1:gd name="T12" fmla="*/ 3 w 112"/>
                <ns1:gd name="T13" fmla="*/ 4 h 100"/>
                <ns1:gd name="T14" fmla="*/ 0 w 112"/>
                <ns1:gd name="T15" fmla="*/ 5 h 100"/>
                <ns1:gd name="T16" fmla="*/ 0 w 112"/>
                <ns1:gd name="T17" fmla="*/ 92 h 100"/>
                <ns1:gd name="T18" fmla="*/ 5 w 112"/>
                <ns1:gd name="T19" fmla="*/ 91 h 100"/>
                <ns1:gd name="T20" fmla="*/ 41 w 112"/>
                <ns1:gd name="T21" fmla="*/ 91 h 100"/>
                <ns1:gd name="T22" fmla="*/ 56 w 112"/>
                <ns1:gd name="T23" fmla="*/ 100 h 100"/>
                <ns1:gd name="T24" fmla="*/ 71 w 112"/>
                <ns1:gd name="T25" fmla="*/ 91 h 100"/>
                <ns1:gd name="T26" fmla="*/ 107 w 112"/>
                <ns1:gd name="T27" fmla="*/ 91 h 100"/>
                <ns1:gd name="T28" fmla="*/ 112 w 112"/>
                <ns1:gd name="T29" fmla="*/ 92 h 100"/>
                <ns1:gd name="T30" fmla="*/ 112 w 112"/>
                <ns1:gd name="T31" fmla="*/ 5 h 100"/>
                <ns1:gd name="T32" fmla="*/ 109 w 112"/>
                <ns1:gd name="T33" fmla="*/ 4 h 100"/>
                <ns1:gd name="T34" fmla="*/ 52 w 112"/>
                <ns1:gd name="T35" fmla="*/ 87 h 100"/>
                <ns1:gd name="T36" fmla="*/ 44 w 112"/>
                <ns1:gd name="T37" fmla="*/ 83 h 100"/>
                <ns1:gd name="T38" fmla="*/ 27 w 112"/>
                <ns1:gd name="T39" fmla="*/ 81 h 100"/>
                <ns1:gd name="T40" fmla="*/ 8 w 112"/>
                <ns1:gd name="T41" fmla="*/ 82 h 100"/>
                <ns1:gd name="T42" fmla="*/ 8 w 112"/>
                <ns1:gd name="T43" fmla="*/ 11 h 100"/>
                <ns1:gd name="T44" fmla="*/ 29 w 112"/>
                <ns1:gd name="T45" fmla="*/ 8 h 100"/>
                <ns1:gd name="T46" fmla="*/ 42 w 112"/>
                <ns1:gd name="T47" fmla="*/ 11 h 100"/>
                <ns1:gd name="T48" fmla="*/ 52 w 112"/>
                <ns1:gd name="T49" fmla="*/ 20 h 100"/>
                <ns1:gd name="T50" fmla="*/ 52 w 112"/>
                <ns1:gd name="T51" fmla="*/ 21 h 100"/>
                <ns1:gd name="T52" fmla="*/ 52 w 112"/>
                <ns1:gd name="T53" fmla="*/ 84 h 100"/>
                <ns1:gd name="T54" fmla="*/ 52 w 112"/>
                <ns1:gd name="T55" fmla="*/ 84 h 100"/>
                <ns1:gd name="T56" fmla="*/ 52 w 112"/>
                <ns1:gd name="T57" fmla="*/ 87 h 100"/>
                <ns1:gd name="T58" fmla="*/ 104 w 112"/>
                <ns1:gd name="T59" fmla="*/ 82 h 100"/>
                <ns1:gd name="T60" fmla="*/ 85 w 112"/>
                <ns1:gd name="T61" fmla="*/ 81 h 100"/>
                <ns1:gd name="T62" fmla="*/ 68 w 112"/>
                <ns1:gd name="T63" fmla="*/ 83 h 100"/>
                <ns1:gd name="T64" fmla="*/ 60 w 112"/>
                <ns1:gd name="T65" fmla="*/ 87 h 100"/>
                <ns1:gd name="T66" fmla="*/ 60 w 112"/>
                <ns1:gd name="T67" fmla="*/ 84 h 100"/>
                <ns1:gd name="T68" fmla="*/ 60 w 112"/>
                <ns1:gd name="T69" fmla="*/ 84 h 100"/>
                <ns1:gd name="T70" fmla="*/ 60 w 112"/>
                <ns1:gd name="T71" fmla="*/ 21 h 100"/>
                <ns1:gd name="T72" fmla="*/ 60 w 112"/>
                <ns1:gd name="T73" fmla="*/ 20 h 100"/>
                <ns1:gd name="T74" fmla="*/ 70 w 112"/>
                <ns1:gd name="T75" fmla="*/ 11 h 100"/>
                <ns1:gd name="T76" fmla="*/ 83 w 112"/>
                <ns1:gd name="T77" fmla="*/ 8 h 100"/>
                <ns1:gd name="T78" fmla="*/ 104 w 112"/>
                <ns1:gd name="T79" fmla="*/ 11 h 100"/>
                <ns1:gd name="T80" fmla="*/ 104 w 112"/>
                <ns1:gd name="T81" fmla="*/ 82 h 100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  <ns1:cxn ang="0">
                  <ns1:pos x="T14" y="T15"/>
                </ns1:cxn>
                <ns1:cxn ang="0">
                  <ns1:pos x="T16" y="T17"/>
                </ns1:cxn>
                <ns1:cxn ang="0">
                  <ns1:pos x="T18" y="T19"/>
                </ns1:cxn>
                <ns1:cxn ang="0">
                  <ns1:pos x="T20" y="T21"/>
                </ns1:cxn>
                <ns1:cxn ang="0">
                  <ns1:pos x="T22" y="T23"/>
                </ns1:cxn>
                <ns1:cxn ang="0">
                  <ns1:pos x="T24" y="T25"/>
                </ns1:cxn>
                <ns1:cxn ang="0">
                  <ns1:pos x="T26" y="T27"/>
                </ns1:cxn>
                <ns1:cxn ang="0">
                  <ns1:pos x="T28" y="T29"/>
                </ns1:cxn>
                <ns1:cxn ang="0">
                  <ns1:pos x="T30" y="T31"/>
                </ns1:cxn>
                <ns1:cxn ang="0">
                  <ns1:pos x="T32" y="T33"/>
                </ns1:cxn>
                <ns1:cxn ang="0">
                  <ns1:pos x="T34" y="T35"/>
                </ns1:cxn>
                <ns1:cxn ang="0">
                  <ns1:pos x="T36" y="T37"/>
                </ns1:cxn>
                <ns1:cxn ang="0">
                  <ns1:pos x="T38" y="T39"/>
                </ns1:cxn>
                <ns1:cxn ang="0">
                  <ns1:pos x="T40" y="T41"/>
                </ns1:cxn>
                <ns1:cxn ang="0">
                  <ns1:pos x="T42" y="T43"/>
                </ns1:cxn>
                <ns1:cxn ang="0">
                  <ns1:pos x="T44" y="T45"/>
                </ns1:cxn>
                <ns1:cxn ang="0">
                  <ns1:pos x="T46" y="T47"/>
                </ns1:cxn>
                <ns1:cxn ang="0">
                  <ns1:pos x="T48" y="T49"/>
                </ns1:cxn>
                <ns1:cxn ang="0">
                  <ns1:pos x="T50" y="T51"/>
                </ns1:cxn>
                <ns1:cxn ang="0">
                  <ns1:pos x="T52" y="T53"/>
                </ns1:cxn>
                <ns1:cxn ang="0">
                  <ns1:pos x="T54" y="T55"/>
                </ns1:cxn>
                <ns1:cxn ang="0">
                  <ns1:pos x="T56" y="T57"/>
                </ns1:cxn>
                <ns1:cxn ang="0">
                  <ns1:pos x="T58" y="T59"/>
                </ns1:cxn>
                <ns1:cxn ang="0">
                  <ns1:pos x="T60" y="T61"/>
                </ns1:cxn>
                <ns1:cxn ang="0">
                  <ns1:pos x="T62" y="T63"/>
                </ns1:cxn>
                <ns1:cxn ang="0">
                  <ns1:pos x="T64" y="T65"/>
                </ns1:cxn>
                <ns1:cxn ang="0">
                  <ns1:pos x="T66" y="T67"/>
                </ns1:cxn>
                <ns1:cxn ang="0">
                  <ns1:pos x="T68" y="T69"/>
                </ns1:cxn>
                <ns1:cxn ang="0">
                  <ns1:pos x="T70" y="T71"/>
                </ns1:cxn>
                <ns1:cxn ang="0">
                  <ns1:pos x="T72" y="T73"/>
                </ns1:cxn>
                <ns1:cxn ang="0">
                  <ns1:pos x="T74" y="T75"/>
                </ns1:cxn>
                <ns1:cxn ang="0">
                  <ns1:pos x="T76" y="T77"/>
                </ns1:cxn>
                <ns1:cxn ang="0">
                  <ns1:pos x="T78" y="T79"/>
                </ns1:cxn>
                <ns1:cxn ang="0">
                  <ns1:pos x="T80" y="T81"/>
                </ns1:cxn>
              </ns1:cxnLst>
              <ns1:rect l="0" t="0" r="r" b="b"/>
              <ns1:pathLst>
                <ns1:path w="112" h="100">
                  <ns1:moveTo>
                    <ns1:pt x="109" y="4"/>
                  </ns1:moveTo>
                  <ns1:cubicBezTo>
                    <ns1:pt x="109" y="4"/>
                    <ns1:pt x="96" y="0"/>
                    <ns1:pt x="83" y="0"/>
                  </ns1:cubicBezTo>
                  <ns1:cubicBezTo>
                    <ns1:pt x="77" y="0"/>
                    <ns1:pt x="71" y="1"/>
                    <ns1:pt x="67" y="3"/>
                  </ns1:cubicBezTo>
                  <ns1:cubicBezTo>
                    <ns1:pt x="62" y="5"/>
                    <ns1:pt x="58" y="7"/>
                    <ns1:pt x="56" y="10"/>
                  </ns1:cubicBezTo>
                  <ns1:cubicBezTo>
                    <ns1:pt x="54" y="7"/>
                    <ns1:pt x="50" y="5"/>
                    <ns1:pt x="45" y="3"/>
                  </ns1:cubicBezTo>
                  <ns1:cubicBezTo>
                    <ns1:pt x="41" y="1"/>
                    <ns1:pt x="35" y="0"/>
                    <ns1:pt x="29" y="0"/>
                  </ns1:cubicBezTo>
                  <ns1:cubicBezTo>
                    <ns1:pt x="16" y="0"/>
                    <ns1:pt x="3" y="4"/>
                    <ns1:pt x="3" y="4"/>
                  </ns1:cubicBezTo>
                  <ns1:cubicBezTo>
                    <ns1:pt x="0" y="5"/>
                    <ns1:pt x="0" y="5"/>
                    <ns1:pt x="0" y="5"/>
                  </ns1:cubicBezTo>
                  <ns1:cubicBezTo>
                    <ns1:pt x="0" y="92"/>
                    <ns1:pt x="0" y="92"/>
                    <ns1:pt x="0" y="92"/>
                  </ns1:cubicBezTo>
                  <ns1:cubicBezTo>
                    <ns1:pt x="5" y="91"/>
                    <ns1:pt x="5" y="91"/>
                    <ns1:pt x="5" y="91"/>
                  </ns1:cubicBezTo>
                  <ns1:cubicBezTo>
                    <ns1:pt x="19" y="88"/>
                    <ns1:pt x="28" y="88"/>
                    <ns1:pt x="41" y="91"/>
                  </ns1:cubicBezTo>
                  <ns1:cubicBezTo>
                    <ns1:pt x="41" y="91"/>
                    <ns1:pt x="52" y="92"/>
                    <ns1:pt x="56" y="100"/>
                  </ns1:cubicBezTo>
                  <ns1:cubicBezTo>
                    <ns1:pt x="60" y="92"/>
                    <ns1:pt x="71" y="91"/>
                    <ns1:pt x="71" y="91"/>
                  </ns1:cubicBezTo>
                  <ns1:cubicBezTo>
                    <ns1:pt x="84" y="88"/>
                    <ns1:pt x="93" y="88"/>
                    <ns1:pt x="107" y="91"/>
                  </ns1:cubicBezTo>
                  <ns1:cubicBezTo>
                    <ns1:pt x="112" y="92"/>
                    <ns1:pt x="112" y="92"/>
                    <ns1:pt x="112" y="92"/>
                  </ns1:cubicBezTo>
                  <ns1:cubicBezTo>
                    <ns1:pt x="112" y="5"/>
                    <ns1:pt x="112" y="5"/>
                    <ns1:pt x="112" y="5"/>
                  </ns1:cubicBezTo>
                  <ns1:lnTo>
                    <ns1:pt x="109" y="4"/>
                  </ns1:lnTo>
                  <ns1:close/>
                  <ns1:moveTo>
                    <ns1:pt x="52" y="87"/>
                  </ns1:moveTo>
                  <ns1:cubicBezTo>
                    <ns1:pt x="49" y="85"/>
                    <ns1:pt x="47" y="84"/>
                    <ns1:pt x="44" y="83"/>
                  </ns1:cubicBezTo>
                  <ns1:cubicBezTo>
                    <ns1:pt x="39" y="81"/>
                    <ns1:pt x="32" y="81"/>
                    <ns1:pt x="27" y="81"/>
                  </ns1:cubicBezTo>
                  <ns1:cubicBezTo>
                    <ns1:pt x="21" y="81"/>
                    <ns1:pt x="15" y="81"/>
                    <ns1:pt x="8" y="82"/>
                  </ns1:cubicBezTo>
                  <ns1:cubicBezTo>
                    <ns1:pt x="8" y="11"/>
                    <ns1:pt x="8" y="11"/>
                    <ns1:pt x="8" y="11"/>
                  </ns1:cubicBezTo>
                  <ns1:cubicBezTo>
                    <ns1:pt x="12" y="10"/>
                    <ns1:pt x="20" y="8"/>
                    <ns1:pt x="29" y="8"/>
                  </ns1:cubicBezTo>
                  <ns1:cubicBezTo>
                    <ns1:pt x="34" y="8"/>
                    <ns1:pt x="39" y="9"/>
                    <ns1:pt x="42" y="11"/>
                  </ns1:cubicBezTo>
                  <ns1:cubicBezTo>
                    <ns1:pt x="50" y="13"/>
                    <ns1:pt x="52" y="17"/>
                    <ns1:pt x="52" y="20"/>
                  </ns1:cubicBezTo>
                  <ns1:cubicBezTo>
                    <ns1:pt x="52" y="20"/>
                    <ns1:pt x="52" y="21"/>
                    <ns1:pt x="52" y="21"/>
                  </ns1:cubicBezTo>
                  <ns1:cubicBezTo>
                    <ns1:pt x="52" y="84"/>
                    <ns1:pt x="52" y="84"/>
                    <ns1:pt x="52" y="84"/>
                  </ns1:cubicBezTo>
                  <ns1:cubicBezTo>
                    <ns1:pt x="52" y="84"/>
                    <ns1:pt x="52" y="84"/>
                    <ns1:pt x="52" y="84"/>
                  </ns1:cubicBezTo>
                  <ns1:lnTo>
                    <ns1:pt x="52" y="87"/>
                  </ns1:lnTo>
                  <ns1:close/>
                  <ns1:moveTo>
                    <ns1:pt x="104" y="82"/>
                  </ns1:moveTo>
                  <ns1:cubicBezTo>
                    <ns1:pt x="97" y="81"/>
                    <ns1:pt x="91" y="81"/>
                    <ns1:pt x="85" y="81"/>
                  </ns1:cubicBezTo>
                  <ns1:cubicBezTo>
                    <ns1:pt x="80" y="81"/>
                    <ns1:pt x="73" y="81"/>
                    <ns1:pt x="68" y="83"/>
                  </ns1:cubicBezTo>
                  <ns1:cubicBezTo>
                    <ns1:pt x="65" y="84"/>
                    <ns1:pt x="63" y="85"/>
                    <ns1:pt x="60" y="87"/>
                  </ns1:cubicBezTo>
                  <ns1:cubicBezTo>
                    <ns1:pt x="60" y="84"/>
                    <ns1:pt x="60" y="84"/>
                    <ns1:pt x="60" y="84"/>
                  </ns1:cubicBezTo>
                  <ns1:cubicBezTo>
                    <ns1:pt x="60" y="84"/>
                    <ns1:pt x="60" y="84"/>
                    <ns1:pt x="60" y="84"/>
                  </ns1:cubicBezTo>
                  <ns1:cubicBezTo>
                    <ns1:pt x="60" y="21"/>
                    <ns1:pt x="60" y="21"/>
                    <ns1:pt x="60" y="21"/>
                  </ns1:cubicBezTo>
                  <ns1:cubicBezTo>
                    <ns1:pt x="60" y="21"/>
                    <ns1:pt x="60" y="20"/>
                    <ns1:pt x="60" y="20"/>
                  </ns1:cubicBezTo>
                  <ns1:cubicBezTo>
                    <ns1:pt x="60" y="17"/>
                    <ns1:pt x="62" y="13"/>
                    <ns1:pt x="70" y="11"/>
                  </ns1:cubicBezTo>
                  <ns1:cubicBezTo>
                    <ns1:pt x="73" y="9"/>
                    <ns1:pt x="78" y="8"/>
                    <ns1:pt x="83" y="8"/>
                  </ns1:cubicBezTo>
                  <ns1:cubicBezTo>
                    <ns1:pt x="91" y="8"/>
                    <ns1:pt x="100" y="10"/>
                    <ns1:pt x="104" y="11"/>
                  </ns1:cubicBezTo>
                  <ns1:lnTo>
                    <ns1:pt x="104" y="82"/>
                  </ns1:lnTo>
                  <ns1:close/>
                </ns1:path>
              </ns1:pathLst>
            </ns1:custGeom>
            <ns1:grpFill/>
            <ns1:ln>
              <ns1:noFill/>
            </ns1:ln>
            <ns1:extLst>
              <ns1:ext uri="{91240B29-F687-4F45-9708-019B960494DF}">
                <ns2:hiddenLine w="9525">
                  <ns1:solidFill>
                    <ns1:srgbClr val="000000"/>
                  </ns1:solidFill>
                  <ns1:round/>
                  <ns1:headEnd/>
                  <ns1:tailEnd/>
                </ns2:hiddenLine>
              </ns1:ext>
            </ns1:extLst>
          </ns0:spPr>
          <ns0:txBody>
            <ns1:bodyPr vert="horz" wrap="square" lIns="91440" tIns="45720" rIns="91440" bIns="45720" numCol="1" anchor="t" anchorCtr="0" compatLnSpc="1">
              <ns1:prstTxWarp prst="textNoShape">
                <ns1:avLst/>
              </ns1:prstTxWarp>
            </ns1:bodyPr>
            <ns1:lstStyle/>
            <ns1:p>
              <ns1:endParaRPr lang="id-ID" sz="2700"/>
            </ns1:p>
          </ns0:txBody>
        </ns0:sp>
        <ns0:sp>
          <ns0:nvSpPr>
            <ns0:cNvPr id="244" name="Freeform 6"/>
            <ns0:cNvSpPr>
              <ns1:spLocks/>
            </ns0:cNvSpPr>
            <ns0:nvPr/>
          </ns0:nvSpPr>
          <ns0:spPr bwMode="auto">
            <ns1:xfrm>
              <ns1:off x="5514975" y="2921000"/>
              <ns1:ext cx="430213" cy="161925"/>
            </ns1:xfrm>
            <ns1:custGeom>
              <ns1:avLst/>
              <ns1:gdLst>
                <ns1:gd name="T0" fmla="*/ 1 w 32"/>
                <ns1:gd name="T1" fmla="*/ 4 h 12"/>
                <ns1:gd name="T2" fmla="*/ 0 w 32"/>
                <ns1:gd name="T3" fmla="*/ 7 h 12"/>
                <ns1:gd name="T4" fmla="*/ 3 w 32"/>
                <ns1:gd name="T5" fmla="*/ 8 h 12"/>
                <ns1:gd name="T6" fmla="*/ 29 w 32"/>
                <ns1:gd name="T7" fmla="*/ 12 h 12"/>
                <ns1:gd name="T8" fmla="*/ 30 w 32"/>
                <ns1:gd name="T9" fmla="*/ 12 h 12"/>
                <ns1:gd name="T10" fmla="*/ 31 w 32"/>
                <ns1:gd name="T11" fmla="*/ 12 h 12"/>
                <ns1:gd name="T12" fmla="*/ 31 w 32"/>
                <ns1:gd name="T13" fmla="*/ 9 h 12"/>
                <ns1:gd name="T14" fmla="*/ 1 w 32"/>
                <ns1:gd name="T15" fmla="*/ 4 h 12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  <ns1:cxn ang="0">
                  <ns1:pos x="T14" y="T15"/>
                </ns1:cxn>
              </ns1:cxnLst>
              <ns1:rect l="0" t="0" r="r" b="b"/>
              <ns1:pathLst>
                <ns1:path w="32" h="12">
                  <ns1:moveTo>
                    <ns1:pt x="1" y="4"/>
                  </ns1:moveTo>
                  <ns1:cubicBezTo>
                    <ns1:pt x="0" y="5"/>
                    <ns1:pt x="0" y="6"/>
                    <ns1:pt x="0" y="7"/>
                  </ns1:cubicBezTo>
                  <ns1:cubicBezTo>
                    <ns1:pt x="1" y="8"/>
                    <ns1:pt x="2" y="9"/>
                    <ns1:pt x="3" y="8"/>
                  </ns1:cubicBezTo>
                  <ns1:cubicBezTo>
                    <ns1:pt x="10" y="5"/>
                    <ns1:pt x="21" y="4"/>
                    <ns1:pt x="29" y="12"/>
                  </ns1:cubicBezTo>
                  <ns1:cubicBezTo>
                    <ns1:pt x="29" y="12"/>
                    <ns1:pt x="29" y="12"/>
                    <ns1:pt x="30" y="12"/>
                  </ns1:cubicBezTo>
                  <ns1:cubicBezTo>
                    <ns1:pt x="30" y="12"/>
                    <ns1:pt x="31" y="12"/>
                    <ns1:pt x="31" y="12"/>
                  </ns1:cubicBezTo>
                  <ns1:cubicBezTo>
                    <ns1:pt x="32" y="11"/>
                    <ns1:pt x="32" y="10"/>
                    <ns1:pt x="31" y="9"/>
                  </ns1:cubicBezTo>
                  <ns1:cubicBezTo>
                    <ns1:pt x="23" y="0"/>
                    <ns1:pt x="10" y="1"/>
                    <ns1:pt x="1" y="4"/>
                  </ns1:cubicBezTo>
                  <ns1:close/>
                </ns1:path>
              </ns1:pathLst>
            </ns1:custGeom>
            <ns1:grpFill/>
            <ns1:ln>
              <ns1:noFill/>
            </ns1:ln>
            <ns1:extLst>
              <ns1:ext uri="{91240B29-F687-4F45-9708-019B960494DF}">
                <ns2:hiddenLine w="9525">
                  <ns1:solidFill>
                    <ns1:srgbClr val="000000"/>
                  </ns1:solidFill>
                  <ns1:round/>
                  <ns1:headEnd/>
                  <ns1:tailEnd/>
                </ns2:hiddenLine>
              </ns1:ext>
            </ns1:extLst>
          </ns0:spPr>
          <ns0:txBody>
            <ns1:bodyPr vert="horz" wrap="square" lIns="91440" tIns="45720" rIns="91440" bIns="45720" numCol="1" anchor="t" anchorCtr="0" compatLnSpc="1">
              <ns1:prstTxWarp prst="textNoShape">
                <ns1:avLst/>
              </ns1:prstTxWarp>
            </ns1:bodyPr>
            <ns1:lstStyle/>
            <ns1:p>
              <ns1:endParaRPr lang="id-ID" sz="2700"/>
            </ns1:p>
          </ns0:txBody>
        </ns0:sp>
        <ns0:sp>
          <ns0:nvSpPr>
            <ns0:cNvPr id="245" name="Freeform 7"/>
            <ns0:cNvSpPr>
              <ns1:spLocks/>
            </ns0:cNvSpPr>
            <ns0:nvPr/>
          </ns0:nvSpPr>
          <ns0:spPr bwMode="auto">
            <ns1:xfrm>
              <ns1:off x="5514975" y="3082925"/>
              <ns1:ext cx="430213" cy="161925"/>
            </ns1:xfrm>
            <ns1:custGeom>
              <ns1:avLst/>
              <ns1:gdLst>
                <ns1:gd name="T0" fmla="*/ 1 w 32"/>
                <ns1:gd name="T1" fmla="*/ 4 h 12"/>
                <ns1:gd name="T2" fmla="*/ 0 w 32"/>
                <ns1:gd name="T3" fmla="*/ 7 h 12"/>
                <ns1:gd name="T4" fmla="*/ 3 w 32"/>
                <ns1:gd name="T5" fmla="*/ 8 h 12"/>
                <ns1:gd name="T6" fmla="*/ 29 w 32"/>
                <ns1:gd name="T7" fmla="*/ 11 h 12"/>
                <ns1:gd name="T8" fmla="*/ 30 w 32"/>
                <ns1:gd name="T9" fmla="*/ 12 h 12"/>
                <ns1:gd name="T10" fmla="*/ 31 w 32"/>
                <ns1:gd name="T11" fmla="*/ 11 h 12"/>
                <ns1:gd name="T12" fmla="*/ 31 w 32"/>
                <ns1:gd name="T13" fmla="*/ 8 h 12"/>
                <ns1:gd name="T14" fmla="*/ 1 w 32"/>
                <ns1:gd name="T15" fmla="*/ 4 h 12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  <ns1:cxn ang="0">
                  <ns1:pos x="T14" y="T15"/>
                </ns1:cxn>
              </ns1:cxnLst>
              <ns1:rect l="0" t="0" r="r" b="b"/>
              <ns1:pathLst>
                <ns1:path w="32" h="12">
                  <ns1:moveTo>
                    <ns1:pt x="1" y="4"/>
                  </ns1:moveTo>
                  <ns1:cubicBezTo>
                    <ns1:pt x="0" y="4"/>
                    <ns1:pt x="0" y="6"/>
                    <ns1:pt x="0" y="7"/>
                  </ns1:cubicBezTo>
                  <ns1:cubicBezTo>
                    <ns1:pt x="1" y="8"/>
                    <ns1:pt x="2" y="8"/>
                    <ns1:pt x="3" y="8"/>
                  </ns1:cubicBezTo>
                  <ns1:cubicBezTo>
                    <ns1:pt x="10" y="5"/>
                    <ns1:pt x="21" y="4"/>
                    <ns1:pt x="29" y="11"/>
                  </ns1:cubicBezTo>
                  <ns1:cubicBezTo>
                    <ns1:pt x="29" y="12"/>
                    <ns1:pt x="29" y="12"/>
                    <ns1:pt x="30" y="12"/>
                  </ns1:cubicBezTo>
                  <ns1:cubicBezTo>
                    <ns1:pt x="30" y="12"/>
                    <ns1:pt x="31" y="12"/>
                    <ns1:pt x="31" y="11"/>
                  </ns1:cubicBezTo>
                  <ns1:cubicBezTo>
                    <ns1:pt x="32" y="10"/>
                    <ns1:pt x="32" y="9"/>
                    <ns1:pt x="31" y="8"/>
                  </ns1:cubicBezTo>
                  <ns1:cubicBezTo>
                    <ns1:pt x="23" y="0"/>
                    <ns1:pt x="10" y="0"/>
                    <ns1:pt x="1" y="4"/>
                  </ns1:cubicBezTo>
                  <ns1:close/>
                </ns1:path>
              </ns1:pathLst>
            </ns1:custGeom>
            <ns1:grpFill/>
            <ns1:ln>
              <ns1:noFill/>
            </ns1:ln>
            <ns1:extLst>
              <ns1:ext uri="{91240B29-F687-4F45-9708-019B960494DF}">
                <ns2:hiddenLine w="9525">
                  <ns1:solidFill>
                    <ns1:srgbClr val="000000"/>
                  </ns1:solidFill>
                  <ns1:round/>
                  <ns1:headEnd/>
                  <ns1:tailEnd/>
                </ns2:hiddenLine>
              </ns1:ext>
            </ns1:extLst>
          </ns0:spPr>
          <ns0:txBody>
            <ns1:bodyPr vert="horz" wrap="square" lIns="91440" tIns="45720" rIns="91440" bIns="45720" numCol="1" anchor="t" anchorCtr="0" compatLnSpc="1">
              <ns1:prstTxWarp prst="textNoShape">
                <ns1:avLst/>
              </ns1:prstTxWarp>
            </ns1:bodyPr>
            <ns1:lstStyle/>
            <ns1:p>
              <ns1:endParaRPr lang="id-ID" sz="2700"/>
            </ns1:p>
          </ns0:txBody>
        </ns0:sp>
        <ns0:sp>
          <ns0:nvSpPr>
            <ns0:cNvPr id="246" name="Freeform 8"/>
            <ns0:cNvSpPr>
              <ns1:spLocks/>
            </ns0:cNvSpPr>
            <ns0:nvPr/>
          </ns0:nvSpPr>
          <ns0:spPr bwMode="auto">
            <ns1:xfrm>
              <ns1:off x="5514975" y="3232150"/>
              <ns1:ext cx="430213" cy="161925"/>
            </ns1:xfrm>
            <ns1:custGeom>
              <ns1:avLst/>
              <ns1:gdLst>
                <ns1:gd name="T0" fmla="*/ 1 w 32"/>
                <ns1:gd name="T1" fmla="*/ 5 h 12"/>
                <ns1:gd name="T2" fmla="*/ 0 w 32"/>
                <ns1:gd name="T3" fmla="*/ 7 h 12"/>
                <ns1:gd name="T4" fmla="*/ 3 w 32"/>
                <ns1:gd name="T5" fmla="*/ 8 h 12"/>
                <ns1:gd name="T6" fmla="*/ 29 w 32"/>
                <ns1:gd name="T7" fmla="*/ 12 h 12"/>
                <ns1:gd name="T8" fmla="*/ 30 w 32"/>
                <ns1:gd name="T9" fmla="*/ 12 h 12"/>
                <ns1:gd name="T10" fmla="*/ 31 w 32"/>
                <ns1:gd name="T11" fmla="*/ 12 h 12"/>
                <ns1:gd name="T12" fmla="*/ 31 w 32"/>
                <ns1:gd name="T13" fmla="*/ 9 h 12"/>
                <ns1:gd name="T14" fmla="*/ 1 w 32"/>
                <ns1:gd name="T15" fmla="*/ 5 h 12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  <ns1:cxn ang="0">
                  <ns1:pos x="T14" y="T15"/>
                </ns1:cxn>
              </ns1:cxnLst>
              <ns1:rect l="0" t="0" r="r" b="b"/>
              <ns1:pathLst>
                <ns1:path w="32" h="12">
                  <ns1:moveTo>
                    <ns1:pt x="1" y="5"/>
                  </ns1:moveTo>
                  <ns1:cubicBezTo>
                    <ns1:pt x="0" y="5"/>
                    <ns1:pt x="0" y="6"/>
                    <ns1:pt x="0" y="7"/>
                  </ns1:cubicBezTo>
                  <ns1:cubicBezTo>
                    <ns1:pt x="1" y="8"/>
                    <ns1:pt x="2" y="9"/>
                    <ns1:pt x="3" y="8"/>
                  </ns1:cubicBezTo>
                  <ns1:cubicBezTo>
                    <ns1:pt x="10" y="5"/>
                    <ns1:pt x="21" y="5"/>
                    <ns1:pt x="29" y="12"/>
                  </ns1:cubicBezTo>
                  <ns1:cubicBezTo>
                    <ns1:pt x="29" y="12"/>
                    <ns1:pt x="29" y="12"/>
                    <ns1:pt x="30" y="12"/>
                  </ns1:cubicBezTo>
                  <ns1:cubicBezTo>
                    <ns1:pt x="30" y="12"/>
                    <ns1:pt x="31" y="12"/>
                    <ns1:pt x="31" y="12"/>
                  </ns1:cubicBezTo>
                  <ns1:cubicBezTo>
                    <ns1:pt x="32" y="11"/>
                    <ns1:pt x="32" y="10"/>
                    <ns1:pt x="31" y="9"/>
                  </ns1:cubicBezTo>
                  <ns1:cubicBezTo>
                    <ns1:pt x="23" y="0"/>
                    <ns1:pt x="10" y="1"/>
                    <ns1:pt x="1" y="5"/>
                  </ns1:cubicBezTo>
                  <ns1:close/>
                </ns1:path>
              </ns1:pathLst>
            </ns1:custGeom>
            <ns1:grpFill/>
            <ns1:ln>
              <ns1:noFill/>
            </ns1:ln>
            <ns1:extLst>
              <ns1:ext uri="{91240B29-F687-4F45-9708-019B960494DF}">
                <ns2:hiddenLine w="9525">
                  <ns1:solidFill>
                    <ns1:srgbClr val="000000"/>
                  </ns1:solidFill>
                  <ns1:round/>
                  <ns1:headEnd/>
                  <ns1:tailEnd/>
                </ns2:hiddenLine>
              </ns1:ext>
            </ns1:extLst>
          </ns0:spPr>
          <ns0:txBody>
            <ns1:bodyPr vert="horz" wrap="square" lIns="91440" tIns="45720" rIns="91440" bIns="45720" numCol="1" anchor="t" anchorCtr="0" compatLnSpc="1">
              <ns1:prstTxWarp prst="textNoShape">
                <ns1:avLst/>
              </ns1:prstTxWarp>
            </ns1:bodyPr>
            <ns1:lstStyle/>
            <ns1:p>
              <ns1:endParaRPr lang="id-ID" sz="2700"/>
            </ns1:p>
          </ns0:txBody>
        </ns0:sp>
        <ns0:sp>
          <ns0:nvSpPr>
            <ns0:cNvPr id="247" name="Freeform 9"/>
            <ns0:cNvSpPr>
              <ns1:spLocks/>
            </ns0:cNvSpPr>
            <ns0:nvPr/>
          </ns0:nvSpPr>
          <ns0:spPr bwMode="auto">
            <ns1:xfrm>
              <ns1:off x="5514975" y="3394075"/>
              <ns1:ext cx="430213" cy="161925"/>
            </ns1:xfrm>
            <ns1:custGeom>
              <ns1:avLst/>
              <ns1:gdLst>
                <ns1:gd name="T0" fmla="*/ 1 w 32"/>
                <ns1:gd name="T1" fmla="*/ 4 h 12"/>
                <ns1:gd name="T2" fmla="*/ 0 w 32"/>
                <ns1:gd name="T3" fmla="*/ 7 h 12"/>
                <ns1:gd name="T4" fmla="*/ 3 w 32"/>
                <ns1:gd name="T5" fmla="*/ 8 h 12"/>
                <ns1:gd name="T6" fmla="*/ 29 w 32"/>
                <ns1:gd name="T7" fmla="*/ 11 h 12"/>
                <ns1:gd name="T8" fmla="*/ 30 w 32"/>
                <ns1:gd name="T9" fmla="*/ 12 h 12"/>
                <ns1:gd name="T10" fmla="*/ 31 w 32"/>
                <ns1:gd name="T11" fmla="*/ 11 h 12"/>
                <ns1:gd name="T12" fmla="*/ 31 w 32"/>
                <ns1:gd name="T13" fmla="*/ 9 h 12"/>
                <ns1:gd name="T14" fmla="*/ 1 w 32"/>
                <ns1:gd name="T15" fmla="*/ 4 h 12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  <ns1:cxn ang="0">
                  <ns1:pos x="T14" y="T15"/>
                </ns1:cxn>
              </ns1:cxnLst>
              <ns1:rect l="0" t="0" r="r" b="b"/>
              <ns1:pathLst>
                <ns1:path w="32" h="12">
                  <ns1:moveTo>
                    <ns1:pt x="1" y="4"/>
                  </ns1:moveTo>
                  <ns1:cubicBezTo>
                    <ns1:pt x="0" y="4"/>
                    <ns1:pt x="0" y="6"/>
                    <ns1:pt x="0" y="7"/>
                  </ns1:cubicBezTo>
                  <ns1:cubicBezTo>
                    <ns1:pt x="1" y="8"/>
                    <ns1:pt x="2" y="8"/>
                    <ns1:pt x="3" y="8"/>
                  </ns1:cubicBezTo>
                  <ns1:cubicBezTo>
                    <ns1:pt x="10" y="5"/>
                    <ns1:pt x="21" y="4"/>
                    <ns1:pt x="29" y="11"/>
                  </ns1:cubicBezTo>
                  <ns1:cubicBezTo>
                    <ns1:pt x="29" y="12"/>
                    <ns1:pt x="29" y="12"/>
                    <ns1:pt x="30" y="12"/>
                  </ns1:cubicBezTo>
                  <ns1:cubicBezTo>
                    <ns1:pt x="30" y="12"/>
                    <ns1:pt x="31" y="12"/>
                    <ns1:pt x="31" y="11"/>
                  </ns1:cubicBezTo>
                  <ns1:cubicBezTo>
                    <ns1:pt x="32" y="11"/>
                    <ns1:pt x="32" y="9"/>
                    <ns1:pt x="31" y="9"/>
                  </ns1:cubicBezTo>
                  <ns1:cubicBezTo>
                    <ns1:pt x="23" y="0"/>
                    <ns1:pt x="10" y="1"/>
                    <ns1:pt x="1" y="4"/>
                  </ns1:cubicBezTo>
                  <ns1:close/>
                </ns1:path>
              </ns1:pathLst>
            </ns1:custGeom>
            <ns1:grpFill/>
            <ns1:ln>
              <ns1:noFill/>
            </ns1:ln>
            <ns1:extLst>
              <ns1:ext uri="{91240B29-F687-4F45-9708-019B960494DF}">
                <ns2:hiddenLine w="9525">
                  <ns1:solidFill>
                    <ns1:srgbClr val="000000"/>
                  </ns1:solidFill>
                  <ns1:round/>
                  <ns1:headEnd/>
                  <ns1:tailEnd/>
                </ns2:hiddenLine>
              </ns1:ext>
            </ns1:extLst>
          </ns0:spPr>
          <ns0:txBody>
            <ns1:bodyPr vert="horz" wrap="square" lIns="91440" tIns="45720" rIns="91440" bIns="45720" numCol="1" anchor="t" anchorCtr="0" compatLnSpc="1">
              <ns1:prstTxWarp prst="textNoShape">
                <ns1:avLst/>
              </ns1:prstTxWarp>
            </ns1:bodyPr>
            <ns1:lstStyle/>
            <ns1:p>
              <ns1:endParaRPr lang="id-ID" sz="2700"/>
            </ns1:p>
          </ns0:txBody>
        </ns0:sp>
        <ns0:sp>
          <ns0:nvSpPr>
            <ns0:cNvPr id="248" name="Freeform 10"/>
            <ns0:cNvSpPr>
              <ns1:spLocks/>
            </ns0:cNvSpPr>
            <ns0:nvPr/>
          </ns0:nvSpPr>
          <ns0:spPr bwMode="auto">
            <ns1:xfrm>
              <ns1:off x="5514975" y="3556000"/>
              <ns1:ext cx="430213" cy="161925"/>
            </ns1:xfrm>
            <ns1:custGeom>
              <ns1:avLst/>
              <ns1:gdLst>
                <ns1:gd name="T0" fmla="*/ 1 w 32"/>
                <ns1:gd name="T1" fmla="*/ 4 h 12"/>
                <ns1:gd name="T2" fmla="*/ 0 w 32"/>
                <ns1:gd name="T3" fmla="*/ 6 h 12"/>
                <ns1:gd name="T4" fmla="*/ 3 w 32"/>
                <ns1:gd name="T5" fmla="*/ 7 h 12"/>
                <ns1:gd name="T6" fmla="*/ 29 w 32"/>
                <ns1:gd name="T7" fmla="*/ 11 h 12"/>
                <ns1:gd name="T8" fmla="*/ 30 w 32"/>
                <ns1:gd name="T9" fmla="*/ 12 h 12"/>
                <ns1:gd name="T10" fmla="*/ 31 w 32"/>
                <ns1:gd name="T11" fmla="*/ 11 h 12"/>
                <ns1:gd name="T12" fmla="*/ 31 w 32"/>
                <ns1:gd name="T13" fmla="*/ 8 h 12"/>
                <ns1:gd name="T14" fmla="*/ 1 w 32"/>
                <ns1:gd name="T15" fmla="*/ 4 h 12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  <ns1:cxn ang="0">
                  <ns1:pos x="T14" y="T15"/>
                </ns1:cxn>
              </ns1:cxnLst>
              <ns1:rect l="0" t="0" r="r" b="b"/>
              <ns1:pathLst>
                <ns1:path w="32" h="12">
                  <ns1:moveTo>
                    <ns1:pt x="1" y="4"/>
                  </ns1:moveTo>
                  <ns1:cubicBezTo>
                    <ns1:pt x="0" y="4"/>
                    <ns1:pt x="0" y="5"/>
                    <ns1:pt x="0" y="6"/>
                  </ns1:cubicBezTo>
                  <ns1:cubicBezTo>
                    <ns1:pt x="1" y="7"/>
                    <ns1:pt x="2" y="8"/>
                    <ns1:pt x="3" y="7"/>
                  </ns1:cubicBezTo>
                  <ns1:cubicBezTo>
                    <ns1:pt x="10" y="4"/>
                    <ns1:pt x="21" y="4"/>
                    <ns1:pt x="29" y="11"/>
                  </ns1:cubicBezTo>
                  <ns1:cubicBezTo>
                    <ns1:pt x="29" y="11"/>
                    <ns1:pt x="29" y="12"/>
                    <ns1:pt x="30" y="12"/>
                  </ns1:cubicBezTo>
                  <ns1:cubicBezTo>
                    <ns1:pt x="30" y="12"/>
                    <ns1:pt x="31" y="11"/>
                    <ns1:pt x="31" y="11"/>
                  </ns1:cubicBezTo>
                  <ns1:cubicBezTo>
                    <ns1:pt x="32" y="10"/>
                    <ns1:pt x="32" y="9"/>
                    <ns1:pt x="31" y="8"/>
                  </ns1:cubicBezTo>
                  <ns1:cubicBezTo>
                    <ns1:pt x="23" y="0"/>
                    <ns1:pt x="10" y="0"/>
                    <ns1:pt x="1" y="4"/>
                  </ns1:cubicBezTo>
                  <ns1:close/>
                </ns1:path>
              </ns1:pathLst>
            </ns1:custGeom>
            <ns1:grpFill/>
            <ns1:ln>
              <ns1:noFill/>
            </ns1:ln>
            <ns1:extLst>
              <ns1:ext uri="{91240B29-F687-4F45-9708-019B960494DF}">
                <ns2:hiddenLine w="9525">
                  <ns1:solidFill>
                    <ns1:srgbClr val="000000"/>
                  </ns1:solidFill>
                  <ns1:round/>
                  <ns1:headEnd/>
                  <ns1:tailEnd/>
                </ns2:hiddenLine>
              </ns1:ext>
            </ns1:extLst>
          </ns0:spPr>
          <ns0:txBody>
            <ns1:bodyPr vert="horz" wrap="square" lIns="91440" tIns="45720" rIns="91440" bIns="45720" numCol="1" anchor="t" anchorCtr="0" compatLnSpc="1">
              <ns1:prstTxWarp prst="textNoShape">
                <ns1:avLst/>
              </ns1:prstTxWarp>
            </ns1:bodyPr>
            <ns1:lstStyle/>
            <ns1:p>
              <ns1:endParaRPr lang="id-ID" sz="2700"/>
            </ns1:p>
          </ns0:txBody>
        </ns0:sp>
        <ns0:sp>
          <ns0:nvSpPr>
            <ns0:cNvPr id="249" name="Freeform 11"/>
            <ns0:cNvSpPr>
              <ns1:spLocks/>
            </ns0:cNvSpPr>
            <ns0:nvPr/>
          </ns0:nvSpPr>
          <ns0:spPr bwMode="auto">
            <ns1:xfrm>
              <ns1:off x="6213475" y="2921000"/>
              <ns1:ext cx="430213" cy="161925"/>
            </ns1:xfrm>
            <ns1:custGeom>
              <ns1:avLst/>
              <ns1:gdLst>
                <ns1:gd name="T0" fmla="*/ 1 w 32"/>
                <ns1:gd name="T1" fmla="*/ 12 h 12"/>
                <ns1:gd name="T2" fmla="*/ 2 w 32"/>
                <ns1:gd name="T3" fmla="*/ 12 h 12"/>
                <ns1:gd name="T4" fmla="*/ 3 w 32"/>
                <ns1:gd name="T5" fmla="*/ 12 h 12"/>
                <ns1:gd name="T6" fmla="*/ 29 w 32"/>
                <ns1:gd name="T7" fmla="*/ 8 h 12"/>
                <ns1:gd name="T8" fmla="*/ 32 w 32"/>
                <ns1:gd name="T9" fmla="*/ 7 h 12"/>
                <ns1:gd name="T10" fmla="*/ 31 w 32"/>
                <ns1:gd name="T11" fmla="*/ 4 h 12"/>
                <ns1:gd name="T12" fmla="*/ 1 w 32"/>
                <ns1:gd name="T13" fmla="*/ 9 h 12"/>
                <ns1:gd name="T14" fmla="*/ 1 w 32"/>
                <ns1:gd name="T15" fmla="*/ 12 h 12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  <ns1:cxn ang="0">
                  <ns1:pos x="T14" y="T15"/>
                </ns1:cxn>
              </ns1:cxnLst>
              <ns1:rect l="0" t="0" r="r" b="b"/>
              <ns1:pathLst>
                <ns1:path w="32" h="12">
                  <ns1:moveTo>
                    <ns1:pt x="1" y="12"/>
                  </ns1:moveTo>
                  <ns1:cubicBezTo>
                    <ns1:pt x="1" y="12"/>
                    <ns1:pt x="1" y="12"/>
                    <ns1:pt x="2" y="12"/>
                  </ns1:cubicBezTo>
                  <ns1:cubicBezTo>
                    <ns1:pt x="2" y="12"/>
                    <ns1:pt x="3" y="12"/>
                    <ns1:pt x="3" y="12"/>
                  </ns1:cubicBezTo>
                  <ns1:cubicBezTo>
                    <ns1:pt x="11" y="4"/>
                    <ns1:pt x="21" y="5"/>
                    <ns1:pt x="29" y="8"/>
                  </ns1:cubicBezTo>
                  <ns1:cubicBezTo>
                    <ns1:pt x="30" y="9"/>
                    <ns1:pt x="31" y="8"/>
                    <ns1:pt x="32" y="7"/>
                  </ns1:cubicBezTo>
                  <ns1:cubicBezTo>
                    <ns1:pt x="32" y="6"/>
                    <ns1:pt x="32" y="5"/>
                    <ns1:pt x="31" y="4"/>
                  </ns1:cubicBezTo>
                  <ns1:cubicBezTo>
                    <ns1:pt x="22" y="1"/>
                    <ns1:pt x="9" y="0"/>
                    <ns1:pt x="1" y="9"/>
                  </ns1:cubicBezTo>
                  <ns1:cubicBezTo>
                    <ns1:pt x="0" y="10"/>
                    <ns1:pt x="0" y="11"/>
                    <ns1:pt x="1" y="12"/>
                  </ns1:cubicBezTo>
                  <ns1:close/>
                </ns1:path>
              </ns1:pathLst>
            </ns1:custGeom>
            <ns1:grpFill/>
            <ns1:ln>
              <ns1:noFill/>
            </ns1:ln>
            <ns1:extLst>
              <ns1:ext uri="{91240B29-F687-4F45-9708-019B960494DF}">
                <ns2:hiddenLine w="9525">
                  <ns1:solidFill>
                    <ns1:srgbClr val="000000"/>
                  </ns1:solidFill>
                  <ns1:round/>
                  <ns1:headEnd/>
                  <ns1:tailEnd/>
                </ns2:hiddenLine>
              </ns1:ext>
            </ns1:extLst>
          </ns0:spPr>
          <ns0:txBody>
            <ns1:bodyPr vert="horz" wrap="square" lIns="91440" tIns="45720" rIns="91440" bIns="45720" numCol="1" anchor="t" anchorCtr="0" compatLnSpc="1">
              <ns1:prstTxWarp prst="textNoShape">
                <ns1:avLst/>
              </ns1:prstTxWarp>
            </ns1:bodyPr>
            <ns1:lstStyle/>
            <ns1:p>
              <ns1:endParaRPr lang="id-ID" sz="2700"/>
            </ns1:p>
          </ns0:txBody>
        </ns0:sp>
        <ns0:sp>
          <ns0:nvSpPr>
            <ns0:cNvPr id="250" name="Freeform 12"/>
            <ns0:cNvSpPr>
              <ns1:spLocks/>
            </ns0:cNvSpPr>
            <ns0:nvPr/>
          </ns0:nvSpPr>
          <ns0:spPr bwMode="auto">
            <ns1:xfrm>
              <ns1:off x="6213475" y="3082925"/>
              <ns1:ext cx="430213" cy="161925"/>
            </ns1:xfrm>
            <ns1:custGeom>
              <ns1:avLst/>
              <ns1:gdLst>
                <ns1:gd name="T0" fmla="*/ 31 w 32"/>
                <ns1:gd name="T1" fmla="*/ 4 h 12"/>
                <ns1:gd name="T2" fmla="*/ 1 w 32"/>
                <ns1:gd name="T3" fmla="*/ 8 h 12"/>
                <ns1:gd name="T4" fmla="*/ 1 w 32"/>
                <ns1:gd name="T5" fmla="*/ 11 h 12"/>
                <ns1:gd name="T6" fmla="*/ 2 w 32"/>
                <ns1:gd name="T7" fmla="*/ 12 h 12"/>
                <ns1:gd name="T8" fmla="*/ 3 w 32"/>
                <ns1:gd name="T9" fmla="*/ 11 h 12"/>
                <ns1:gd name="T10" fmla="*/ 29 w 32"/>
                <ns1:gd name="T11" fmla="*/ 8 h 12"/>
                <ns1:gd name="T12" fmla="*/ 32 w 32"/>
                <ns1:gd name="T13" fmla="*/ 7 h 12"/>
                <ns1:gd name="T14" fmla="*/ 31 w 32"/>
                <ns1:gd name="T15" fmla="*/ 4 h 12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  <ns1:cxn ang="0">
                  <ns1:pos x="T14" y="T15"/>
                </ns1:cxn>
              </ns1:cxnLst>
              <ns1:rect l="0" t="0" r="r" b="b"/>
              <ns1:pathLst>
                <ns1:path w="32" h="12">
                  <ns1:moveTo>
                    <ns1:pt x="31" y="4"/>
                  </ns1:moveTo>
                  <ns1:cubicBezTo>
                    <ns1:pt x="22" y="0"/>
                    <ns1:pt x="9" y="0"/>
                    <ns1:pt x="1" y="8"/>
                  </ns1:cubicBezTo>
                  <ns1:cubicBezTo>
                    <ns1:pt x="0" y="9"/>
                    <ns1:pt x="0" y="10"/>
                    <ns1:pt x="1" y="11"/>
                  </ns1:cubicBezTo>
                  <ns1:cubicBezTo>
                    <ns1:pt x="1" y="12"/>
                    <ns1:pt x="1" y="12"/>
                    <ns1:pt x="2" y="12"/>
                  </ns1:cubicBezTo>
                  <ns1:cubicBezTo>
                    <ns1:pt x="2" y="12"/>
                    <ns1:pt x="3" y="12"/>
                    <ns1:pt x="3" y="11"/>
                  </ns1:cubicBezTo>
                  <ns1:cubicBezTo>
                    <ns1:pt x="11" y="4"/>
                    <ns1:pt x="21" y="5"/>
                    <ns1:pt x="29" y="8"/>
                  </ns1:cubicBezTo>
                  <ns1:cubicBezTo>
                    <ns1:pt x="30" y="8"/>
                    <ns1:pt x="31" y="8"/>
                    <ns1:pt x="32" y="7"/>
                  </ns1:cubicBezTo>
                  <ns1:cubicBezTo>
                    <ns1:pt x="32" y="6"/>
                    <ns1:pt x="32" y="4"/>
                    <ns1:pt x="31" y="4"/>
                  </ns1:cubicBezTo>
                  <ns1:close/>
                </ns1:path>
              </ns1:pathLst>
            </ns1:custGeom>
            <ns1:grpFill/>
            <ns1:ln>
              <ns1:noFill/>
            </ns1:ln>
            <ns1:extLst>
              <ns1:ext uri="{91240B29-F687-4F45-9708-019B960494DF}">
                <ns2:hiddenLine w="9525">
                  <ns1:solidFill>
                    <ns1:srgbClr val="000000"/>
                  </ns1:solidFill>
                  <ns1:round/>
                  <ns1:headEnd/>
                  <ns1:tailEnd/>
                </ns2:hiddenLine>
              </ns1:ext>
            </ns1:extLst>
          </ns0:spPr>
          <ns0:txBody>
            <ns1:bodyPr vert="horz" wrap="square" lIns="91440" tIns="45720" rIns="91440" bIns="45720" numCol="1" anchor="t" anchorCtr="0" compatLnSpc="1">
              <ns1:prstTxWarp prst="textNoShape">
                <ns1:avLst/>
              </ns1:prstTxWarp>
            </ns1:bodyPr>
            <ns1:lstStyle/>
            <ns1:p>
              <ns1:endParaRPr lang="id-ID" sz="2700"/>
            </ns1:p>
          </ns0:txBody>
        </ns0:sp>
        <ns0:sp>
          <ns0:nvSpPr>
            <ns0:cNvPr id="251" name="Freeform 13"/>
            <ns0:cNvSpPr>
              <ns1:spLocks/>
            </ns0:cNvSpPr>
            <ns0:nvPr/>
          </ns0:nvSpPr>
          <ns0:spPr bwMode="auto">
            <ns1:xfrm>
              <ns1:off x="6213475" y="3232150"/>
              <ns1:ext cx="430213" cy="161925"/>
            </ns1:xfrm>
            <ns1:custGeom>
              <ns1:avLst/>
              <ns1:gdLst>
                <ns1:gd name="T0" fmla="*/ 31 w 32"/>
                <ns1:gd name="T1" fmla="*/ 5 h 12"/>
                <ns1:gd name="T2" fmla="*/ 1 w 32"/>
                <ns1:gd name="T3" fmla="*/ 9 h 12"/>
                <ns1:gd name="T4" fmla="*/ 1 w 32"/>
                <ns1:gd name="T5" fmla="*/ 12 h 12"/>
                <ns1:gd name="T6" fmla="*/ 2 w 32"/>
                <ns1:gd name="T7" fmla="*/ 12 h 12"/>
                <ns1:gd name="T8" fmla="*/ 3 w 32"/>
                <ns1:gd name="T9" fmla="*/ 12 h 12"/>
                <ns1:gd name="T10" fmla="*/ 29 w 32"/>
                <ns1:gd name="T11" fmla="*/ 8 h 12"/>
                <ns1:gd name="T12" fmla="*/ 32 w 32"/>
                <ns1:gd name="T13" fmla="*/ 7 h 12"/>
                <ns1:gd name="T14" fmla="*/ 31 w 32"/>
                <ns1:gd name="T15" fmla="*/ 5 h 12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  <ns1:cxn ang="0">
                  <ns1:pos x="T14" y="T15"/>
                </ns1:cxn>
              </ns1:cxnLst>
              <ns1:rect l="0" t="0" r="r" b="b"/>
              <ns1:pathLst>
                <ns1:path w="32" h="12">
                  <ns1:moveTo>
                    <ns1:pt x="31" y="5"/>
                  </ns1:moveTo>
                  <ns1:cubicBezTo>
                    <ns1:pt x="22" y="1"/>
                    <ns1:pt x="9" y="0"/>
                    <ns1:pt x="1" y="9"/>
                  </ns1:cubicBezTo>
                  <ns1:cubicBezTo>
                    <ns1:pt x="0" y="10"/>
                    <ns1:pt x="0" y="11"/>
                    <ns1:pt x="1" y="12"/>
                  </ns1:cubicBezTo>
                  <ns1:cubicBezTo>
                    <ns1:pt x="1" y="12"/>
                    <ns1:pt x="1" y="12"/>
                    <ns1:pt x="2" y="12"/>
                  </ns1:cubicBezTo>
                  <ns1:cubicBezTo>
                    <ns1:pt x="2" y="12"/>
                    <ns1:pt x="3" y="12"/>
                    <ns1:pt x="3" y="12"/>
                  </ns1:cubicBezTo>
                  <ns1:cubicBezTo>
                    <ns1:pt x="11" y="5"/>
                    <ns1:pt x="21" y="5"/>
                    <ns1:pt x="29" y="8"/>
                  </ns1:cubicBezTo>
                  <ns1:cubicBezTo>
                    <ns1:pt x="30" y="9"/>
                    <ns1:pt x="31" y="8"/>
                    <ns1:pt x="32" y="7"/>
                  </ns1:cubicBezTo>
                  <ns1:cubicBezTo>
                    <ns1:pt x="32" y="6"/>
                    <ns1:pt x="32" y="5"/>
                    <ns1:pt x="31" y="5"/>
                  </ns1:cubicBezTo>
                  <ns1:close/>
                </ns1:path>
              </ns1:pathLst>
            </ns1:custGeom>
            <ns1:grpFill/>
            <ns1:ln>
              <ns1:noFill/>
            </ns1:ln>
            <ns1:extLst>
              <ns1:ext uri="{91240B29-F687-4F45-9708-019B960494DF}">
                <ns2:hiddenLine w="9525">
                  <ns1:solidFill>
                    <ns1:srgbClr val="000000"/>
                  </ns1:solidFill>
                  <ns1:round/>
                  <ns1:headEnd/>
                  <ns1:tailEnd/>
                </ns2:hiddenLine>
              </ns1:ext>
            </ns1:extLst>
          </ns0:spPr>
          <ns0:txBody>
            <ns1:bodyPr vert="horz" wrap="square" lIns="91440" tIns="45720" rIns="91440" bIns="45720" numCol="1" anchor="t" anchorCtr="0" compatLnSpc="1">
              <ns1:prstTxWarp prst="textNoShape">
                <ns1:avLst/>
              </ns1:prstTxWarp>
            </ns1:bodyPr>
            <ns1:lstStyle/>
            <ns1:p>
              <ns1:endParaRPr lang="id-ID" sz="2700"/>
            </ns1:p>
          </ns0:txBody>
        </ns0:sp>
        <ns0:sp>
          <ns0:nvSpPr>
            <ns0:cNvPr id="252" name="Freeform 14"/>
            <ns0:cNvSpPr>
              <ns1:spLocks/>
            </ns0:cNvSpPr>
            <ns0:nvPr/>
          </ns0:nvSpPr>
          <ns0:spPr bwMode="auto">
            <ns1:xfrm>
              <ns1:off x="6213475" y="3394075"/>
              <ns1:ext cx="430213" cy="161925"/>
            </ns1:xfrm>
            <ns1:custGeom>
              <ns1:avLst/>
              <ns1:gdLst>
                <ns1:gd name="T0" fmla="*/ 31 w 32"/>
                <ns1:gd name="T1" fmla="*/ 4 h 12"/>
                <ns1:gd name="T2" fmla="*/ 1 w 32"/>
                <ns1:gd name="T3" fmla="*/ 9 h 12"/>
                <ns1:gd name="T4" fmla="*/ 1 w 32"/>
                <ns1:gd name="T5" fmla="*/ 11 h 12"/>
                <ns1:gd name="T6" fmla="*/ 2 w 32"/>
                <ns1:gd name="T7" fmla="*/ 12 h 12"/>
                <ns1:gd name="T8" fmla="*/ 3 w 32"/>
                <ns1:gd name="T9" fmla="*/ 11 h 12"/>
                <ns1:gd name="T10" fmla="*/ 29 w 32"/>
                <ns1:gd name="T11" fmla="*/ 8 h 12"/>
                <ns1:gd name="T12" fmla="*/ 32 w 32"/>
                <ns1:gd name="T13" fmla="*/ 7 h 12"/>
                <ns1:gd name="T14" fmla="*/ 31 w 32"/>
                <ns1:gd name="T15" fmla="*/ 4 h 12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  <ns1:cxn ang="0">
                  <ns1:pos x="T14" y="T15"/>
                </ns1:cxn>
              </ns1:cxnLst>
              <ns1:rect l="0" t="0" r="r" b="b"/>
              <ns1:pathLst>
                <ns1:path w="32" h="12">
                  <ns1:moveTo>
                    <ns1:pt x="31" y="4"/>
                  </ns1:moveTo>
                  <ns1:cubicBezTo>
                    <ns1:pt x="22" y="1"/>
                    <ns1:pt x="9" y="0"/>
                    <ns1:pt x="1" y="9"/>
                  </ns1:cubicBezTo>
                  <ns1:cubicBezTo>
                    <ns1:pt x="0" y="9"/>
                    <ns1:pt x="0" y="11"/>
                    <ns1:pt x="1" y="11"/>
                  </ns1:cubicBezTo>
                  <ns1:cubicBezTo>
                    <ns1:pt x="1" y="12"/>
                    <ns1:pt x="1" y="12"/>
                    <ns1:pt x="2" y="12"/>
                  </ns1:cubicBezTo>
                  <ns1:cubicBezTo>
                    <ns1:pt x="2" y="12"/>
                    <ns1:pt x="3" y="12"/>
                    <ns1:pt x="3" y="11"/>
                  </ns1:cubicBezTo>
                  <ns1:cubicBezTo>
                    <ns1:pt x="11" y="4"/>
                    <ns1:pt x="21" y="5"/>
                    <ns1:pt x="29" y="8"/>
                  </ns1:cubicBezTo>
                  <ns1:cubicBezTo>
                    <ns1:pt x="30" y="8"/>
                    <ns1:pt x="31" y="8"/>
                    <ns1:pt x="32" y="7"/>
                  </ns1:cubicBezTo>
                  <ns1:cubicBezTo>
                    <ns1:pt x="32" y="6"/>
                    <ns1:pt x="32" y="4"/>
                    <ns1:pt x="31" y="4"/>
                  </ns1:cubicBezTo>
                  <ns1:close/>
                </ns1:path>
              </ns1:pathLst>
            </ns1:custGeom>
            <ns1:grpFill/>
            <ns1:ln>
              <ns1:noFill/>
            </ns1:ln>
            <ns1:extLst>
              <ns1:ext uri="{91240B29-F687-4F45-9708-019B960494DF}">
                <ns2:hiddenLine w="9525">
                  <ns1:solidFill>
                    <ns1:srgbClr val="000000"/>
                  </ns1:solidFill>
                  <ns1:round/>
                  <ns1:headEnd/>
                  <ns1:tailEnd/>
                </ns2:hiddenLine>
              </ns1:ext>
            </ns1:extLst>
          </ns0:spPr>
          <ns0:txBody>
            <ns1:bodyPr vert="horz" wrap="square" lIns="91440" tIns="45720" rIns="91440" bIns="45720" numCol="1" anchor="t" anchorCtr="0" compatLnSpc="1">
              <ns1:prstTxWarp prst="textNoShape">
                <ns1:avLst/>
              </ns1:prstTxWarp>
            </ns1:bodyPr>
            <ns1:lstStyle/>
            <ns1:p>
              <ns1:endParaRPr lang="id-ID" sz="2700"/>
            </ns1:p>
          </ns0:txBody>
        </ns0:sp>
      </ns0:grpSp>
      <ns0:grpSp>
        <ns0:nvGrpSpPr>
          <ns0:cNvPr id="253" name="Group 252"/>
          <ns0:cNvGrpSpPr/>
          <ns0:nvPr/>
        </ns0:nvGrpSpPr>
        <ns0:grpSpPr>
          <ns1:xfrm>
            <ns1:off x="11417691" y="4427053"/>
            <ns1:ext cx="432364" cy="330459"/>
            <ns1:chOff x="5516563" y="84138"/>
            <ns1:chExt cx="1414463" cy="1081087"/>
          </ns1:xfrm>
          <ns1:solidFill>
            <ns1:schemeClr val="tx1"/>
          </ns1:solidFill>
        </ns0:grpSpPr>
        <ns0:sp>
          <ns0:nvSpPr>
            <ns0:cNvPr id="254" name="Freeform 13"/>
            <ns0:cNvSpPr>
              <ns1:spLocks noEditPoints="1"/>
            </ns0:cNvSpPr>
            <ns0:nvPr/>
          </ns0:nvSpPr>
          <ns0:spPr bwMode="auto">
            <ns1:xfrm>
              <ns1:off x="5688013" y="249238"/>
              <ns1:ext cx="896938" cy="698500"/>
            </ns1:xfrm>
            <ns1:custGeom>
              <ns1:avLst/>
              <ns1:gdLst>
                <ns1:gd name="T0" fmla="*/ 214 w 239"/>
                <ns1:gd name="T1" fmla="*/ 9 h 186"/>
                <ns1:gd name="T2" fmla="*/ 120 w 239"/>
                <ns1:gd name="T3" fmla="*/ 0 h 186"/>
                <ns1:gd name="T4" fmla="*/ 26 w 239"/>
                <ns1:gd name="T5" fmla="*/ 9 h 186"/>
                <ns1:gd name="T6" fmla="*/ 17 w 239"/>
                <ns1:gd name="T7" fmla="*/ 17 h 186"/>
                <ns1:gd name="T8" fmla="*/ 17 w 239"/>
                <ns1:gd name="T9" fmla="*/ 169 h 186"/>
                <ns1:gd name="T10" fmla="*/ 26 w 239"/>
                <ns1:gd name="T11" fmla="*/ 177 h 186"/>
                <ns1:gd name="T12" fmla="*/ 120 w 239"/>
                <ns1:gd name="T13" fmla="*/ 186 h 186"/>
                <ns1:gd name="T14" fmla="*/ 214 w 239"/>
                <ns1:gd name="T15" fmla="*/ 177 h 186"/>
                <ns1:gd name="T16" fmla="*/ 222 w 239"/>
                <ns1:gd name="T17" fmla="*/ 169 h 186"/>
                <ns1:gd name="T18" fmla="*/ 222 w 239"/>
                <ns1:gd name="T19" fmla="*/ 17 h 186"/>
                <ns1:gd name="T20" fmla="*/ 214 w 239"/>
                <ns1:gd name="T21" fmla="*/ 9 h 186"/>
                <ns1:gd name="T22" fmla="*/ 211 w 239"/>
                <ns1:gd name="T23" fmla="*/ 165 h 186"/>
                <ns1:gd name="T24" fmla="*/ 28 w 239"/>
                <ns1:gd name="T25" fmla="*/ 165 h 186"/>
                <ns1:gd name="T26" fmla="*/ 28 w 239"/>
                <ns1:gd name="T27" fmla="*/ 21 h 186"/>
                <ns1:gd name="T28" fmla="*/ 211 w 239"/>
                <ns1:gd name="T29" fmla="*/ 21 h 186"/>
                <ns1:gd name="T30" fmla="*/ 211 w 239"/>
                <ns1:gd name="T31" fmla="*/ 165 h 186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  <ns1:cxn ang="0">
                  <ns1:pos x="T14" y="T15"/>
                </ns1:cxn>
                <ns1:cxn ang="0">
                  <ns1:pos x="T16" y="T17"/>
                </ns1:cxn>
                <ns1:cxn ang="0">
                  <ns1:pos x="T18" y="T19"/>
                </ns1:cxn>
                <ns1:cxn ang="0">
                  <ns1:pos x="T20" y="T21"/>
                </ns1:cxn>
                <ns1:cxn ang="0">
                  <ns1:pos x="T22" y="T23"/>
                </ns1:cxn>
                <ns1:cxn ang="0">
                  <ns1:pos x="T24" y="T25"/>
                </ns1:cxn>
                <ns1:cxn ang="0">
                  <ns1:pos x="T26" y="T27"/>
                </ns1:cxn>
                <ns1:cxn ang="0">
                  <ns1:pos x="T28" y="T29"/>
                </ns1:cxn>
                <ns1:cxn ang="0">
                  <ns1:pos x="T30" y="T31"/>
                </ns1:cxn>
              </ns1:cxnLst>
              <ns1:rect l="0" t="0" r="r" b="b"/>
              <ns1:pathLst>
                <ns1:path w="239" h="186">
                  <ns1:moveTo>
                    <ns1:pt x="214" y="9"/>
                  </ns1:moveTo>
                  <ns1:cubicBezTo>
                    <ns1:pt x="182" y="3"/>
                    <ns1:pt x="151" y="0"/>
                    <ns1:pt x="120" y="0"/>
                  </ns1:cubicBezTo>
                  <ns1:cubicBezTo>
                    <ns1:pt x="88" y="0"/>
                    <ns1:pt x="57" y="3"/>
                    <ns1:pt x="26" y="9"/>
                  </ns1:cubicBezTo>
                  <ns1:cubicBezTo>
                    <ns1:pt x="22" y="10"/>
                    <ns1:pt x="18" y="13"/>
                    <ns1:pt x="17" y="17"/>
                  </ns1:cubicBezTo>
                  <ns1:cubicBezTo>
                    <ns1:pt x="0" y="67"/>
                    <ns1:pt x="0" y="118"/>
                    <ns1:pt x="17" y="169"/>
                  </ns1:cubicBezTo>
                  <ns1:cubicBezTo>
                    <ns1:pt x="18" y="173"/>
                    <ns1:pt x="22" y="176"/>
                    <ns1:pt x="26" y="177"/>
                  </ns1:cubicBezTo>
                  <ns1:cubicBezTo>
                    <ns1:pt x="57" y="183"/>
                    <ns1:pt x="88" y="186"/>
                    <ns1:pt x="120" y="186"/>
                  </ns1:cubicBezTo>
                  <ns1:cubicBezTo>
                    <ns1:pt x="151" y="186"/>
                    <ns1:pt x="182" y="183"/>
                    <ns1:pt x="214" y="177"/>
                  </ns1:cubicBezTo>
                  <ns1:cubicBezTo>
                    <ns1:pt x="218" y="176"/>
                    <ns1:pt x="221" y="173"/>
                    <ns1:pt x="222" y="169"/>
                  </ns1:cubicBezTo>
                  <ns1:cubicBezTo>
                    <ns1:pt x="239" y="118"/>
                    <ns1:pt x="239" y="67"/>
                    <ns1:pt x="222" y="17"/>
                  </ns1:cubicBezTo>
                  <ns1:cubicBezTo>
                    <ns1:pt x="221" y="13"/>
                    <ns1:pt x="218" y="10"/>
                    <ns1:pt x="214" y="9"/>
                  </ns1:cubicBezTo>
                  <ns1:close/>
                  <ns1:moveTo>
                    <ns1:pt x="211" y="165"/>
                  </ns1:moveTo>
                  <ns1:cubicBezTo>
                    <ns1:pt x="150" y="178"/>
                    <ns1:pt x="89" y="178"/>
                    <ns1:pt x="28" y="165"/>
                  </ns1:cubicBezTo>
                  <ns1:cubicBezTo>
                    <ns1:pt x="12" y="117"/>
                    <ns1:pt x="12" y="69"/>
                    <ns1:pt x="28" y="21"/>
                  </ns1:cubicBezTo>
                  <ns1:cubicBezTo>
                    <ns1:pt x="89" y="8"/>
                    <ns1:pt x="150" y="8"/>
                    <ns1:pt x="211" y="21"/>
                  </ns1:cubicBezTo>
                  <ns1:cubicBezTo>
                    <ns1:pt x="227" y="69"/>
                    <ns1:pt x="227" y="117"/>
                    <ns1:pt x="211" y="165"/>
                  </ns1:cubicBezTo>
                  <ns1:close/>
                </ns1:path>
              </ns1:pathLst>
            </ns1:custGeom>
            <ns1:grpFill/>
            <ns1:ln>
              <ns1:noFill/>
            </ns1:ln>
            <ns1:extLst>
              <ns1:ext uri="{91240B29-F687-4f45-9708-019B960494DF}">
                <ns2:hiddenLine w="9525">
                  <ns1:solidFill>
                    <ns1:srgbClr val="000000"/>
                  </ns1:solidFill>
                  <ns1:round/>
                  <ns1:headEnd/>
                  <ns1:tailEnd/>
                </ns2:hiddenLine>
              </ns1:ext>
            </ns1:extLst>
          </ns0:spPr>
          <ns0:txBody>
            <ns1:bodyPr vert="horz" wrap="square" lIns="91440" tIns="45720" rIns="91440" bIns="45720" numCol="1" anchor="t" anchorCtr="0" compatLnSpc="1">
              <ns1:prstTxWarp prst="textNoShape">
                <ns1:avLst/>
              </ns1:prstTxWarp>
            </ns1:bodyPr>
            <ns1:lstStyle/>
            <ns1:p>
              <ns1:endParaRPr lang="id-ID" sz="2700"/>
            </ns1:p>
          </ns0:txBody>
        </ns0:sp>
        <ns0:sp>
          <ns0:nvSpPr>
            <ns0:cNvPr id="255" name="Freeform 14"/>
            <ns0:cNvSpPr>
              <ns1:spLocks noEditPoints="1"/>
            </ns0:cNvSpPr>
            <ns0:nvPr/>
          </ns0:nvSpPr>
          <ns0:spPr bwMode="auto">
            <ns1:xfrm>
              <ns1:off x="5516563" y="84138"/>
              <ns1:ext cx="1414463" cy="1081087"/>
            </ns1:xfrm>
            <ns1:custGeom>
              <ns1:avLst/>
              <ns1:gdLst>
                <ns1:gd name="T0" fmla="*/ 359 w 377"/>
                <ns1:gd name="T1" fmla="*/ 27 h 288"/>
                <ns1:gd name="T2" fmla="*/ 340 w 377"/>
                <ns1:gd name="T3" fmla="*/ 9 h 288"/>
                <ns1:gd name="T4" fmla="*/ 189 w 377"/>
                <ns1:gd name="T5" fmla="*/ 0 h 288"/>
                <ns1:gd name="T6" fmla="*/ 37 w 377"/>
                <ns1:gd name="T7" fmla="*/ 9 h 288"/>
                <ns1:gd name="T8" fmla="*/ 18 w 377"/>
                <ns1:gd name="T9" fmla="*/ 27 h 288"/>
                <ns1:gd name="T10" fmla="*/ 18 w 377"/>
                <ns1:gd name="T11" fmla="*/ 250 h 288"/>
                <ns1:gd name="T12" fmla="*/ 37 w 377"/>
                <ns1:gd name="T13" fmla="*/ 267 h 288"/>
                <ns1:gd name="T14" fmla="*/ 110 w 377"/>
                <ns1:gd name="T15" fmla="*/ 274 h 288"/>
                <ns1:gd name="T16" fmla="*/ 108 w 377"/>
                <ns1:gd name="T17" fmla="*/ 276 h 288"/>
                <ns1:gd name="T18" fmla="*/ 189 w 377"/>
                <ns1:gd name="T19" fmla="*/ 288 h 288"/>
                <ns1:gd name="T20" fmla="*/ 269 w 377"/>
                <ns1:gd name="T21" fmla="*/ 276 h 288"/>
                <ns1:gd name="T22" fmla="*/ 267 w 377"/>
                <ns1:gd name="T23" fmla="*/ 274 h 288"/>
                <ns1:gd name="T24" fmla="*/ 340 w 377"/>
                <ns1:gd name="T25" fmla="*/ 267 h 288"/>
                <ns1:gd name="T26" fmla="*/ 359 w 377"/>
                <ns1:gd name="T27" fmla="*/ 250 h 288"/>
                <ns1:gd name="T28" fmla="*/ 359 w 377"/>
                <ns1:gd name="T29" fmla="*/ 27 h 288"/>
                <ns1:gd name="T30" fmla="*/ 337 w 377"/>
                <ns1:gd name="T31" fmla="*/ 244 h 288"/>
                <ns1:gd name="T32" fmla="*/ 40 w 377"/>
                <ns1:gd name="T33" fmla="*/ 244 h 288"/>
                <ns1:gd name="T34" fmla="*/ 40 w 377"/>
                <ns1:gd name="T35" fmla="*/ 32 h 288"/>
                <ns1:gd name="T36" fmla="*/ 337 w 377"/>
                <ns1:gd name="T37" fmla="*/ 32 h 288"/>
                <ns1:gd name="T38" fmla="*/ 337 w 377"/>
                <ns1:gd name="T39" fmla="*/ 244 h 288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  <ns1:cxn ang="0">
                  <ns1:pos x="T14" y="T15"/>
                </ns1:cxn>
                <ns1:cxn ang="0">
                  <ns1:pos x="T16" y="T17"/>
                </ns1:cxn>
                <ns1:cxn ang="0">
                  <ns1:pos x="T18" y="T19"/>
                </ns1:cxn>
                <ns1:cxn ang="0">
                  <ns1:pos x="T20" y="T21"/>
                </ns1:cxn>
                <ns1:cxn ang="0">
                  <ns1:pos x="T22" y="T23"/>
                </ns1:cxn>
                <ns1:cxn ang="0">
                  <ns1:pos x="T24" y="T25"/>
                </ns1:cxn>
                <ns1:cxn ang="0">
                  <ns1:pos x="T26" y="T27"/>
                </ns1:cxn>
                <ns1:cxn ang="0">
                  <ns1:pos x="T28" y="T29"/>
                </ns1:cxn>
                <ns1:cxn ang="0">
                  <ns1:pos x="T30" y="T31"/>
                </ns1:cxn>
                <ns1:cxn ang="0">
                  <ns1:pos x="T32" y="T33"/>
                </ns1:cxn>
                <ns1:cxn ang="0">
                  <ns1:pos x="T34" y="T35"/>
                </ns1:cxn>
                <ns1:cxn ang="0">
                  <ns1:pos x="T36" y="T37"/>
                </ns1:cxn>
                <ns1:cxn ang="0">
                  <ns1:pos x="T38" y="T39"/>
                </ns1:cxn>
              </ns1:cxnLst>
              <ns1:rect l="0" t="0" r="r" b="b"/>
              <ns1:pathLst>
                <ns1:path w="377" h="288">
                  <ns1:moveTo>
                    <ns1:pt x="359" y="27"/>
                  </ns1:moveTo>
                  <ns1:cubicBezTo>
                    <ns1:pt x="357" y="17"/>
                    <ns1:pt x="349" y="10"/>
                    <ns1:pt x="340" y="9"/>
                  </ns1:cubicBezTo>
                  <ns1:cubicBezTo>
                    <ns1:pt x="290" y="3"/>
                    <ns1:pt x="239" y="0"/>
                    <ns1:pt x="189" y="0"/>
                  </ns1:cubicBezTo>
                  <ns1:cubicBezTo>
                    <ns1:pt x="138" y="0"/>
                    <ns1:pt x="87" y="3"/>
                    <ns1:pt x="37" y="9"/>
                  </ns1:cubicBezTo>
                  <ns1:cubicBezTo>
                    <ns1:pt x="28" y="10"/>
                    <ns1:pt x="20" y="17"/>
                    <ns1:pt x="18" y="27"/>
                  </ns1:cubicBezTo>
                  <ns1:cubicBezTo>
                    <ns1:pt x="0" y="101"/>
                    <ns1:pt x="0" y="176"/>
                    <ns1:pt x="18" y="250"/>
                  </ns1:cubicBezTo>
                  <ns1:cubicBezTo>
                    <ns1:pt x="20" y="259"/>
                    <ns1:pt x="28" y="266"/>
                    <ns1:pt x="37" y="267"/>
                  </ns1:cubicBezTo>
                  <ns1:cubicBezTo>
                    <ns1:pt x="61" y="270"/>
                    <ns1:pt x="86" y="272"/>
                    <ns1:pt x="110" y="274"/>
                  </ns1:cubicBezTo>
                  <ns1:cubicBezTo>
                    <ns1:pt x="109" y="275"/>
                    <ns1:pt x="108" y="275"/>
                    <ns1:pt x="108" y="276"/>
                  </ns1:cubicBezTo>
                  <ns1:cubicBezTo>
                    <ns1:pt x="108" y="283"/>
                    <ns1:pt x="144" y="288"/>
                    <ns1:pt x="189" y="288"/>
                  </ns1:cubicBezTo>
                  <ns1:cubicBezTo>
                    <ns1:pt x="233" y="288"/>
                    <ns1:pt x="269" y="283"/>
                    <ns1:pt x="269" y="276"/>
                  </ns1:cubicBezTo>
                  <ns1:cubicBezTo>
                    <ns1:pt x="269" y="275"/>
                    <ns1:pt x="268" y="275"/>
                    <ns1:pt x="267" y="274"/>
                  </ns1:cubicBezTo>
                  <ns1:cubicBezTo>
                    <ns1:pt x="291" y="272"/>
                    <ns1:pt x="316" y="270"/>
                    <ns1:pt x="340" y="267"/>
                  </ns1:cubicBezTo>
                  <ns1:cubicBezTo>
                    <ns1:pt x="349" y="266"/>
                    <ns1:pt x="357" y="259"/>
                    <ns1:pt x="359" y="250"/>
                  </ns1:cubicBezTo>
                  <ns1:cubicBezTo>
                    <ns1:pt x="377" y="176"/>
                    <ns1:pt x="377" y="101"/>
                    <ns1:pt x="359" y="27"/>
                  </ns1:cubicBezTo>
                  <ns1:close/>
                  <ns1:moveTo>
                    <ns1:pt x="337" y="244"/>
                  </ns1:moveTo>
                  <ns1:cubicBezTo>
                    <ns1:pt x="238" y="256"/>
                    <ns1:pt x="139" y="256"/>
                    <ns1:pt x="40" y="244"/>
                  </ns1:cubicBezTo>
                  <ns1:cubicBezTo>
                    <ns1:pt x="23" y="174"/>
                    <ns1:pt x="23" y="103"/>
                    <ns1:pt x="40" y="32"/>
                  </ns1:cubicBezTo>
                  <ns1:cubicBezTo>
                    <ns1:pt x="139" y="20"/>
                    <ns1:pt x="238" y="20"/>
                    <ns1:pt x="337" y="32"/>
                  </ns1:cubicBezTo>
                  <ns1:cubicBezTo>
                    <ns1:pt x="354" y="103"/>
                    <ns1:pt x="354" y="174"/>
                    <ns1:pt x="337" y="244"/>
                  </ns1:cubicBezTo>
                  <ns1:close/>
                </ns1:path>
              </ns1:pathLst>
            </ns1:custGeom>
            <ns1:grpFill/>
            <ns1:ln>
              <ns1:noFill/>
            </ns1:ln>
            <ns1:extLst>
              <ns1:ext uri="{91240B29-F687-4f45-9708-019B960494DF}">
                <ns2:hiddenLine w="9525">
                  <ns1:solidFill>
                    <ns1:srgbClr val="000000"/>
                  </ns1:solidFill>
                  <ns1:round/>
                  <ns1:headEnd/>
                  <ns1:tailEnd/>
                </ns2:hiddenLine>
              </ns1:ext>
            </ns1:extLst>
          </ns0:spPr>
          <ns0:txBody>
            <ns1:bodyPr vert="horz" wrap="square" lIns="91440" tIns="45720" rIns="91440" bIns="45720" numCol="1" anchor="t" anchorCtr="0" compatLnSpc="1">
              <ns1:prstTxWarp prst="textNoShape">
                <ns1:avLst/>
              </ns1:prstTxWarp>
            </ns1:bodyPr>
            <ns1:lstStyle/>
            <ns1:p>
              <ns1:endParaRPr lang="id-ID" sz="2700"/>
            </ns1:p>
          </ns0:txBody>
        </ns0:sp>
        <ns0:sp>
          <ns0:nvSpPr>
            <ns0:cNvPr id="256" name="Freeform 15"/>
            <ns0:cNvSpPr>
              <ns1:spLocks noEditPoints="1"/>
            </ns0:cNvSpPr>
            <ns0:nvPr/>
          </ns0:nvSpPr>
          <ns0:spPr bwMode="auto">
            <ns1:xfrm>
              <ns1:off x="6611938" y="301625"/>
              <ns1:ext cx="131763" cy="128587"/>
            </ns1:xfrm>
            <ns1:custGeom>
              <ns1:avLst/>
              <ns1:gdLst>
                <ns1:gd name="T0" fmla="*/ 17 w 35"/>
                <ns1:gd name="T1" fmla="*/ 34 h 34"/>
                <ns1:gd name="T2" fmla="*/ 35 w 35"/>
                <ns1:gd name="T3" fmla="*/ 17 h 34"/>
                <ns1:gd name="T4" fmla="*/ 17 w 35"/>
                <ns1:gd name="T5" fmla="*/ 0 h 34"/>
                <ns1:gd name="T6" fmla="*/ 0 w 35"/>
                <ns1:gd name="T7" fmla="*/ 17 h 34"/>
                <ns1:gd name="T8" fmla="*/ 17 w 35"/>
                <ns1:gd name="T9" fmla="*/ 34 h 34"/>
                <ns1:gd name="T10" fmla="*/ 17 w 35"/>
                <ns1:gd name="T11" fmla="*/ 11 h 34"/>
                <ns1:gd name="T12" fmla="*/ 23 w 35"/>
                <ns1:gd name="T13" fmla="*/ 17 h 34"/>
                <ns1:gd name="T14" fmla="*/ 17 w 35"/>
                <ns1:gd name="T15" fmla="*/ 23 h 34"/>
                <ns1:gd name="T16" fmla="*/ 12 w 35"/>
                <ns1:gd name="T17" fmla="*/ 17 h 34"/>
                <ns1:gd name="T18" fmla="*/ 17 w 35"/>
                <ns1:gd name="T19" fmla="*/ 11 h 34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  <ns1:cxn ang="0">
                  <ns1:pos x="T14" y="T15"/>
                </ns1:cxn>
                <ns1:cxn ang="0">
                  <ns1:pos x="T16" y="T17"/>
                </ns1:cxn>
                <ns1:cxn ang="0">
                  <ns1:pos x="T18" y="T19"/>
                </ns1:cxn>
              </ns1:cxnLst>
              <ns1:rect l="0" t="0" r="r" b="b"/>
              <ns1:pathLst>
                <ns1:path w="35" h="34">
                  <ns1:moveTo>
                    <ns1:pt x="17" y="34"/>
                  </ns1:moveTo>
                  <ns1:cubicBezTo>
                    <ns1:pt x="27" y="34"/>
                    <ns1:pt x="35" y="26"/>
                    <ns1:pt x="35" y="17"/>
                  </ns1:cubicBezTo>
                  <ns1:cubicBezTo>
                    <ns1:pt x="35" y="7"/>
                    <ns1:pt x="27" y="0"/>
                    <ns1:pt x="17" y="0"/>
                  </ns1:cubicBezTo>
                  <ns1:cubicBezTo>
                    <ns1:pt x="8" y="0"/>
                    <ns1:pt x="0" y="7"/>
                    <ns1:pt x="0" y="17"/>
                  </ns1:cubicBezTo>
                  <ns1:cubicBezTo>
                    <ns1:pt x="0" y="26"/>
                    <ns1:pt x="8" y="34"/>
                    <ns1:pt x="17" y="34"/>
                  </ns1:cubicBezTo>
                  <ns1:close/>
                  <ns1:moveTo>
                    <ns1:pt x="17" y="11"/>
                  </ns1:moveTo>
                  <ns1:cubicBezTo>
                    <ns1:pt x="21" y="11"/>
                    <ns1:pt x="23" y="14"/>
                    <ns1:pt x="23" y="17"/>
                  </ns1:cubicBezTo>
                  <ns1:cubicBezTo>
                    <ns1:pt x="23" y="20"/>
                    <ns1:pt x="21" y="23"/>
                    <ns1:pt x="17" y="23"/>
                  </ns1:cubicBezTo>
                  <ns1:cubicBezTo>
                    <ns1:pt x="14" y="23"/>
                    <ns1:pt x="12" y="20"/>
                    <ns1:pt x="12" y="17"/>
                  </ns1:cubicBezTo>
                  <ns1:cubicBezTo>
                    <ns1:pt x="12" y="14"/>
                    <ns1:pt x="14" y="11"/>
                    <ns1:pt x="17" y="11"/>
                  </ns1:cubicBezTo>
                  <ns1:close/>
                </ns1:path>
              </ns1:pathLst>
            </ns1:custGeom>
            <ns1:grpFill/>
            <ns1:ln>
              <ns1:noFill/>
            </ns1:ln>
            <ns1:extLst>
              <ns1:ext uri="{91240B29-F687-4f45-9708-019B960494DF}">
                <ns2:hiddenLine w="9525">
                  <ns1:solidFill>
                    <ns1:srgbClr val="000000"/>
                  </ns1:solidFill>
                  <ns1:round/>
                  <ns1:headEnd/>
                  <ns1:tailEnd/>
                </ns2:hiddenLine>
              </ns1:ext>
            </ns1:extLst>
          </ns0:spPr>
          <ns0:txBody>
            <ns1:bodyPr vert="horz" wrap="square" lIns="91440" tIns="45720" rIns="91440" bIns="45720" numCol="1" anchor="t" anchorCtr="0" compatLnSpc="1">
              <ns1:prstTxWarp prst="textNoShape">
                <ns1:avLst/>
              </ns1:prstTxWarp>
            </ns1:bodyPr>
            <ns1:lstStyle/>
            <ns1:p>
              <ns1:endParaRPr lang="id-ID" sz="2700"/>
            </ns1:p>
          </ns0:txBody>
        </ns0:sp>
        <ns0:sp>
          <ns0:nvSpPr>
            <ns0:cNvPr id="257" name="Freeform 16"/>
            <ns0:cNvSpPr>
              <ns1:spLocks/>
            </ns0:cNvSpPr>
            <ns0:nvPr/>
          </ns0:nvSpPr>
          <ns0:spPr bwMode="auto">
            <ns1:xfrm>
              <ns1:off x="6570663" y="860425"/>
              <ns1:ext cx="173038" cy="46037"/>
            </ns1:xfrm>
            <ns1:custGeom>
              <ns1:avLst/>
              <ns1:gdLst>
                <ns1:gd name="T0" fmla="*/ 40 w 46"/>
                <ns1:gd name="T1" fmla="*/ 0 h 12"/>
                <ns1:gd name="T2" fmla="*/ 5 w 46"/>
                <ns1:gd name="T3" fmla="*/ 0 h 12"/>
                <ns1:gd name="T4" fmla="*/ 0 w 46"/>
                <ns1:gd name="T5" fmla="*/ 6 h 12"/>
                <ns1:gd name="T6" fmla="*/ 5 w 46"/>
                <ns1:gd name="T7" fmla="*/ 12 h 12"/>
                <ns1:gd name="T8" fmla="*/ 40 w 46"/>
                <ns1:gd name="T9" fmla="*/ 12 h 12"/>
                <ns1:gd name="T10" fmla="*/ 46 w 46"/>
                <ns1:gd name="T11" fmla="*/ 6 h 12"/>
                <ns1:gd name="T12" fmla="*/ 40 w 46"/>
                <ns1:gd name="T13" fmla="*/ 0 h 12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</ns1:cxnLst>
              <ns1:rect l="0" t="0" r="r" b="b"/>
              <ns1:pathLst>
                <ns1:path w="46" h="12">
                  <ns1:moveTo>
                    <ns1:pt x="40" y="0"/>
                  </ns1:moveTo>
                  <ns1:cubicBezTo>
                    <ns1:pt x="5" y="0"/>
                    <ns1:pt x="5" y="0"/>
                    <ns1:pt x="5" y="0"/>
                  </ns1:cubicBezTo>
                  <ns1:cubicBezTo>
                    <ns1:pt x="2" y="0"/>
                    <ns1:pt x="0" y="3"/>
                    <ns1:pt x="0" y="6"/>
                  </ns1:cubicBezTo>
                  <ns1:cubicBezTo>
                    <ns1:pt x="0" y="9"/>
                    <ns1:pt x="2" y="12"/>
                    <ns1:pt x="5" y="12"/>
                  </ns1:cubicBezTo>
                  <ns1:cubicBezTo>
                    <ns1:pt x="40" y="12"/>
                    <ns1:pt x="40" y="12"/>
                    <ns1:pt x="40" y="12"/>
                  </ns1:cubicBezTo>
                  <ns1:cubicBezTo>
                    <ns1:pt x="43" y="12"/>
                    <ns1:pt x="46" y="9"/>
                    <ns1:pt x="46" y="6"/>
                  </ns1:cubicBezTo>
                  <ns1:cubicBezTo>
                    <ns1:pt x="46" y="3"/>
                    <ns1:pt x="43" y="0"/>
                    <ns1:pt x="40" y="0"/>
                  </ns1:cubicBezTo>
                  <ns1:close/>
                </ns1:path>
              </ns1:pathLst>
            </ns1:custGeom>
            <ns1:grpFill/>
            <ns1:ln>
              <ns1:noFill/>
            </ns1:ln>
            <ns1:extLst>
              <ns1:ext uri="{91240B29-F687-4f45-9708-019B960494DF}">
                <ns2:hiddenLine w="9525">
                  <ns1:solidFill>
                    <ns1:srgbClr val="000000"/>
                  </ns1:solidFill>
                  <ns1:round/>
                  <ns1:headEnd/>
                  <ns1:tailEnd/>
                </ns2:hiddenLine>
              </ns1:ext>
            </ns1:extLst>
          </ns0:spPr>
          <ns0:txBody>
            <ns1:bodyPr vert="horz" wrap="square" lIns="91440" tIns="45720" rIns="91440" bIns="45720" numCol="1" anchor="t" anchorCtr="0" compatLnSpc="1">
              <ns1:prstTxWarp prst="textNoShape">
                <ns1:avLst/>
              </ns1:prstTxWarp>
            </ns1:bodyPr>
            <ns1:lstStyle/>
            <ns1:p>
              <ns1:endParaRPr lang="id-ID" sz="2700"/>
            </ns1:p>
          </ns0:txBody>
        </ns0:sp>
        <ns0:sp>
          <ns0:nvSpPr>
            <ns0:cNvPr id="258" name="Freeform 17"/>
            <ns0:cNvSpPr>
              <ns1:spLocks/>
            </ns0:cNvSpPr>
            <ns0:nvPr/>
          </ns0:nvSpPr>
          <ns0:spPr bwMode="auto">
            <ns1:xfrm>
              <ns1:off x="6611938" y="733425"/>
              <ns1:ext cx="173038" cy="41275"/>
            </ns1:xfrm>
            <ns1:custGeom>
              <ns1:avLst/>
              <ns1:gdLst>
                <ns1:gd name="T0" fmla="*/ 40 w 46"/>
                <ns1:gd name="T1" fmla="*/ 0 h 11"/>
                <ns1:gd name="T2" fmla="*/ 6 w 46"/>
                <ns1:gd name="T3" fmla="*/ 0 h 11"/>
                <ns1:gd name="T4" fmla="*/ 0 w 46"/>
                <ns1:gd name="T5" fmla="*/ 5 h 11"/>
                <ns1:gd name="T6" fmla="*/ 6 w 46"/>
                <ns1:gd name="T7" fmla="*/ 11 h 11"/>
                <ns1:gd name="T8" fmla="*/ 40 w 46"/>
                <ns1:gd name="T9" fmla="*/ 11 h 11"/>
                <ns1:gd name="T10" fmla="*/ 46 w 46"/>
                <ns1:gd name="T11" fmla="*/ 5 h 11"/>
                <ns1:gd name="T12" fmla="*/ 40 w 46"/>
                <ns1:gd name="T13" fmla="*/ 0 h 11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</ns1:cxnLst>
              <ns1:rect l="0" t="0" r="r" b="b"/>
              <ns1:pathLst>
                <ns1:path w="46" h="11">
                  <ns1:moveTo>
                    <ns1:pt x="40" y="0"/>
                  </ns1:moveTo>
                  <ns1:cubicBezTo>
                    <ns1:pt x="6" y="0"/>
                    <ns1:pt x="6" y="0"/>
                    <ns1:pt x="6" y="0"/>
                  </ns1:cubicBezTo>
                  <ns1:cubicBezTo>
                    <ns1:pt x="3" y="0"/>
                    <ns1:pt x="0" y="2"/>
                    <ns1:pt x="0" y="5"/>
                  </ns1:cubicBezTo>
                  <ns1:cubicBezTo>
                    <ns1:pt x="0" y="9"/>
                    <ns1:pt x="3" y="11"/>
                    <ns1:pt x="6" y="11"/>
                  </ns1:cubicBezTo>
                  <ns1:cubicBezTo>
                    <ns1:pt x="40" y="11"/>
                    <ns1:pt x="40" y="11"/>
                    <ns1:pt x="40" y="11"/>
                  </ns1:cubicBezTo>
                  <ns1:cubicBezTo>
                    <ns1:pt x="44" y="11"/>
                    <ns1:pt x="46" y="9"/>
                    <ns1:pt x="46" y="5"/>
                  </ns1:cubicBezTo>
                  <ns1:cubicBezTo>
                    <ns1:pt x="46" y="2"/>
                    <ns1:pt x="44" y="0"/>
                    <ns1:pt x="40" y="0"/>
                  </ns1:cubicBezTo>
                  <ns1:close/>
                </ns1:path>
              </ns1:pathLst>
            </ns1:custGeom>
            <ns1:grpFill/>
            <ns1:ln>
              <ns1:noFill/>
            </ns1:ln>
            <ns1:extLst>
              <ns1:ext uri="{91240B29-F687-4f45-9708-019B960494DF}">
                <ns2:hiddenLine w="9525">
                  <ns1:solidFill>
                    <ns1:srgbClr val="000000"/>
                  </ns1:solidFill>
                  <ns1:round/>
                  <ns1:headEnd/>
                  <ns1:tailEnd/>
                </ns2:hiddenLine>
              </ns1:ext>
            </ns1:extLst>
          </ns0:spPr>
          <ns0:txBody>
            <ns1:bodyPr vert="horz" wrap="square" lIns="91440" tIns="45720" rIns="91440" bIns="45720" numCol="1" anchor="t" anchorCtr="0" compatLnSpc="1">
              <ns1:prstTxWarp prst="textNoShape">
                <ns1:avLst/>
              </ns1:prstTxWarp>
            </ns1:bodyPr>
            <ns1:lstStyle/>
            <ns1:p>
              <ns1:endParaRPr lang="id-ID" sz="2700"/>
            </ns1:p>
          </ns0:txBody>
        </ns0:sp>
        <ns0:sp>
          <ns0:nvSpPr>
            <ns0:cNvPr id="259" name="Freeform 18"/>
            <ns0:cNvSpPr>
              <ns1:spLocks/>
            </ns0:cNvSpPr>
            <ns0:nvPr/>
          </ns0:nvSpPr>
          <ns0:spPr bwMode="auto">
            <ns1:xfrm>
              <ns1:off x="6611938" y="601663"/>
              <ns1:ext cx="173038" cy="46037"/>
            </ns1:xfrm>
            <ns1:custGeom>
              <ns1:avLst/>
              <ns1:gdLst>
                <ns1:gd name="T0" fmla="*/ 40 w 46"/>
                <ns1:gd name="T1" fmla="*/ 0 h 12"/>
                <ns1:gd name="T2" fmla="*/ 6 w 46"/>
                <ns1:gd name="T3" fmla="*/ 0 h 12"/>
                <ns1:gd name="T4" fmla="*/ 0 w 46"/>
                <ns1:gd name="T5" fmla="*/ 6 h 12"/>
                <ns1:gd name="T6" fmla="*/ 6 w 46"/>
                <ns1:gd name="T7" fmla="*/ 12 h 12"/>
                <ns1:gd name="T8" fmla="*/ 40 w 46"/>
                <ns1:gd name="T9" fmla="*/ 12 h 12"/>
                <ns1:gd name="T10" fmla="*/ 46 w 46"/>
                <ns1:gd name="T11" fmla="*/ 6 h 12"/>
                <ns1:gd name="T12" fmla="*/ 40 w 46"/>
                <ns1:gd name="T13" fmla="*/ 0 h 12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</ns1:cxnLst>
              <ns1:rect l="0" t="0" r="r" b="b"/>
              <ns1:pathLst>
                <ns1:path w="46" h="12">
                  <ns1:moveTo>
                    <ns1:pt x="40" y="0"/>
                  </ns1:moveTo>
                  <ns1:cubicBezTo>
                    <ns1:pt x="6" y="0"/>
                    <ns1:pt x="6" y="0"/>
                    <ns1:pt x="6" y="0"/>
                  </ns1:cubicBezTo>
                  <ns1:cubicBezTo>
                    <ns1:pt x="3" y="0"/>
                    <ns1:pt x="0" y="3"/>
                    <ns1:pt x="0" y="6"/>
                  </ns1:cubicBezTo>
                  <ns1:cubicBezTo>
                    <ns1:pt x="0" y="9"/>
                    <ns1:pt x="3" y="12"/>
                    <ns1:pt x="6" y="12"/>
                  </ns1:cubicBezTo>
                  <ns1:cubicBezTo>
                    <ns1:pt x="40" y="12"/>
                    <ns1:pt x="40" y="12"/>
                    <ns1:pt x="40" y="12"/>
                  </ns1:cubicBezTo>
                  <ns1:cubicBezTo>
                    <ns1:pt x="44" y="12"/>
                    <ns1:pt x="46" y="9"/>
                    <ns1:pt x="46" y="6"/>
                  </ns1:cubicBezTo>
                  <ns1:cubicBezTo>
                    <ns1:pt x="46" y="3"/>
                    <ns1:pt x="44" y="0"/>
                    <ns1:pt x="40" y="0"/>
                  </ns1:cubicBezTo>
                  <ns1:close/>
                </ns1:path>
              </ns1:pathLst>
            </ns1:custGeom>
            <ns1:grpFill/>
            <ns1:ln>
              <ns1:noFill/>
            </ns1:ln>
            <ns1:extLst>
              <ns1:ext uri="{91240B29-F687-4f45-9708-019B960494DF}">
                <ns2:hiddenLine w="9525">
                  <ns1:solidFill>
                    <ns1:srgbClr val="000000"/>
                  </ns1:solidFill>
                  <ns1:round/>
                  <ns1:headEnd/>
                  <ns1:tailEnd/>
                </ns2:hiddenLine>
              </ns1:ext>
            </ns1:extLst>
          </ns0:spPr>
          <ns0:txBody>
            <ns1:bodyPr vert="horz" wrap="square" lIns="91440" tIns="45720" rIns="91440" bIns="45720" numCol="1" anchor="t" anchorCtr="0" compatLnSpc="1">
              <ns1:prstTxWarp prst="textNoShape">
                <ns1:avLst/>
              </ns1:prstTxWarp>
            </ns1:bodyPr>
            <ns1:lstStyle/>
            <ns1:p>
              <ns1:endParaRPr lang="id-ID" sz="2700"/>
            </ns1:p>
          </ns0:txBody>
        </ns0:sp>
        <ns0:sp>
          <ns0:nvSpPr>
            <ns0:cNvPr id="260" name="Freeform 19"/>
            <ns0:cNvSpPr>
              <ns1:spLocks/>
            </ns0:cNvSpPr>
            <ns0:nvPr/>
          </ns0:nvSpPr>
          <ns0:spPr bwMode="auto">
            <ns1:xfrm>
              <ns1:off x="5880100" y="422275"/>
              <ns1:ext cx="258763" cy="179387"/>
            </ns1:xfrm>
            <ns1:custGeom>
              <ns1:avLst/>
              <ns1:gdLst>
                <ns1:gd name="T0" fmla="*/ 63 w 69"/>
                <ns1:gd name="T1" fmla="*/ 0 h 48"/>
                <ns1:gd name="T2" fmla="*/ 10 w 69"/>
                <ns1:gd name="T3" fmla="*/ 4 h 48"/>
                <ns1:gd name="T4" fmla="*/ 3 w 69"/>
                <ns1:gd name="T5" fmla="*/ 10 h 48"/>
                <ns1:gd name="T6" fmla="*/ 0 w 69"/>
                <ns1:gd name="T7" fmla="*/ 42 h 48"/>
                <ns1:gd name="T8" fmla="*/ 5 w 69"/>
                <ns1:gd name="T9" fmla="*/ 48 h 48"/>
                <ns1:gd name="T10" fmla="*/ 11 w 69"/>
                <ns1:gd name="T11" fmla="*/ 42 h 48"/>
                <ns1:gd name="T12" fmla="*/ 13 w 69"/>
                <ns1:gd name="T13" fmla="*/ 21 h 48"/>
                <ns1:gd name="T14" fmla="*/ 20 w 69"/>
                <ns1:gd name="T15" fmla="*/ 14 h 48"/>
                <ns1:gd name="T16" fmla="*/ 63 w 69"/>
                <ns1:gd name="T17" fmla="*/ 11 h 48"/>
                <ns1:gd name="T18" fmla="*/ 69 w 69"/>
                <ns1:gd name="T19" fmla="*/ 5 h 48"/>
                <ns1:gd name="T20" fmla="*/ 63 w 69"/>
                <ns1:gd name="T21" fmla="*/ 0 h 48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  <ns1:cxn ang="0">
                  <ns1:pos x="T14" y="T15"/>
                </ns1:cxn>
                <ns1:cxn ang="0">
                  <ns1:pos x="T16" y="T17"/>
                </ns1:cxn>
                <ns1:cxn ang="0">
                  <ns1:pos x="T18" y="T19"/>
                </ns1:cxn>
                <ns1:cxn ang="0">
                  <ns1:pos x="T20" y="T21"/>
                </ns1:cxn>
              </ns1:cxnLst>
              <ns1:rect l="0" t="0" r="r" b="b"/>
              <ns1:pathLst>
                <ns1:path w="69" h="48">
                  <ns1:moveTo>
                    <ns1:pt x="63" y="0"/>
                  </ns1:moveTo>
                  <ns1:cubicBezTo>
                    <ns1:pt x="10" y="4"/>
                    <ns1:pt x="10" y="4"/>
                    <ns1:pt x="10" y="4"/>
                  </ns1:cubicBezTo>
                  <ns1:cubicBezTo>
                    <ns1:pt x="7" y="4"/>
                    <ns1:pt x="4" y="7"/>
                    <ns1:pt x="3" y="10"/>
                  </ns1:cubicBezTo>
                  <ns1:cubicBezTo>
                    <ns1:pt x="0" y="42"/>
                    <ns1:pt x="0" y="42"/>
                    <ns1:pt x="0" y="42"/>
                  </ns1:cubicBezTo>
                  <ns1:cubicBezTo>
                    <ns1:pt x="0" y="46"/>
                    <ns1:pt x="2" y="48"/>
                    <ns1:pt x="5" y="48"/>
                  </ns1:cubicBezTo>
                  <ns1:cubicBezTo>
                    <ns1:pt x="8" y="48"/>
                    <ns1:pt x="11" y="46"/>
                    <ns1:pt x="11" y="42"/>
                  </ns1:cubicBezTo>
                  <ns1:cubicBezTo>
                    <ns1:pt x="13" y="21"/>
                    <ns1:pt x="13" y="21"/>
                    <ns1:pt x="13" y="21"/>
                  </ns1:cubicBezTo>
                  <ns1:cubicBezTo>
                    <ns1:pt x="14" y="17"/>
                    <ns1:pt x="16" y="15"/>
                    <ns1:pt x="20" y="14"/>
                  </ns1:cubicBezTo>
                  <ns1:cubicBezTo>
                    <ns1:pt x="63" y="11"/>
                    <ns1:pt x="63" y="11"/>
                    <ns1:pt x="63" y="11"/>
                  </ns1:cubicBezTo>
                  <ns1:cubicBezTo>
                    <ns1:pt x="66" y="11"/>
                    <ns1:pt x="69" y="9"/>
                    <ns1:pt x="69" y="5"/>
                  </ns1:cubicBezTo>
                  <ns1:cubicBezTo>
                    <ns1:pt x="69" y="2"/>
                    <ns1:pt x="66" y="0"/>
                    <ns1:pt x="63" y="0"/>
                  </ns1:cubicBezTo>
                  <ns1:close/>
                </ns1:path>
              </ns1:pathLst>
            </ns1:custGeom>
            <ns1:grpFill/>
            <ns1:ln>
              <ns1:noFill/>
            </ns1:ln>
            <ns1:extLst>
              <ns1:ext uri="{91240B29-F687-4f45-9708-019B960494DF}">
                <ns2:hiddenLine w="9525">
                  <ns1:solidFill>
                    <ns1:srgbClr val="000000"/>
                  </ns1:solidFill>
                  <ns1:round/>
                  <ns1:headEnd/>
                  <ns1:tailEnd/>
                </ns2:hiddenLine>
              </ns1:ext>
            </ns1:extLst>
          </ns0:spPr>
          <ns0:txBody>
            <ns1:bodyPr vert="horz" wrap="square" lIns="91440" tIns="45720" rIns="91440" bIns="45720" numCol="1" anchor="t" anchorCtr="0" compatLnSpc="1">
              <ns1:prstTxWarp prst="textNoShape">
                <ns1:avLst/>
              </ns1:prstTxWarp>
            </ns1:bodyPr>
            <ns1:lstStyle/>
            <ns1:p>
              <ns1:endParaRPr lang="id-ID" sz="2700"/>
            </ns1:p>
          </ns0:txBody>
        </ns0:sp>
      </ns0:grpSp>
      <ns0:grpSp>
        <ns0:nvGrpSpPr>
          <ns0:cNvPr id="261" name="Group 260"/>
          <ns0:cNvGrpSpPr/>
          <ns0:nvPr/>
        </ns0:nvGrpSpPr>
        <ns0:grpSpPr>
          <ns1:xfrm>
            <ns1:off x="6475662" y="4377211"/>
            <ns1:ext cx="323770" cy="345619"/>
            <ns1:chOff x="8342313" y="10972800"/>
            <ns1:chExt cx="1293813" cy="1381125"/>
          </ns1:xfrm>
          <ns1:solidFill>
            <ns1:schemeClr val="tx1"/>
          </ns1:solidFill>
        </ns0:grpSpPr>
        <ns0:sp>
          <ns0:nvSpPr>
            <ns0:cNvPr id="262" name="Freeform 5"/>
            <ns0:cNvSpPr>
              <ns1:spLocks noEditPoints="1"/>
            </ns0:cNvSpPr>
            <ns0:nvPr/>
          </ns0:nvSpPr>
          <ns0:spPr bwMode="auto">
            <ns1:xfrm>
              <ns1:off x="8342313" y="10972800"/>
              <ns1:ext cx="1293813" cy="1381125"/>
            </ns1:xfrm>
            <ns1:custGeom>
              <ns1:avLst/>
              <ns1:gdLst>
                <ns1:gd name="T0" fmla="*/ 299 w 345"/>
                <ns1:gd name="T1" fmla="*/ 0 h 368"/>
                <ns1:gd name="T2" fmla="*/ 46 w 345"/>
                <ns1:gd name="T3" fmla="*/ 0 h 368"/>
                <ns1:gd name="T4" fmla="*/ 0 w 345"/>
                <ns1:gd name="T5" fmla="*/ 46 h 368"/>
                <ns1:gd name="T6" fmla="*/ 0 w 345"/>
                <ns1:gd name="T7" fmla="*/ 322 h 368"/>
                <ns1:gd name="T8" fmla="*/ 46 w 345"/>
                <ns1:gd name="T9" fmla="*/ 368 h 368"/>
                <ns1:gd name="T10" fmla="*/ 299 w 345"/>
                <ns1:gd name="T11" fmla="*/ 368 h 368"/>
                <ns1:gd name="T12" fmla="*/ 345 w 345"/>
                <ns1:gd name="T13" fmla="*/ 322 h 368"/>
                <ns1:gd name="T14" fmla="*/ 345 w 345"/>
                <ns1:gd name="T15" fmla="*/ 46 h 368"/>
                <ns1:gd name="T16" fmla="*/ 299 w 345"/>
                <ns1:gd name="T17" fmla="*/ 0 h 368"/>
                <ns1:gd name="T18" fmla="*/ 322 w 345"/>
                <ns1:gd name="T19" fmla="*/ 322 h 368"/>
                <ns1:gd name="T20" fmla="*/ 299 w 345"/>
                <ns1:gd name="T21" fmla="*/ 345 h 368"/>
                <ns1:gd name="T22" fmla="*/ 46 w 345"/>
                <ns1:gd name="T23" fmla="*/ 345 h 368"/>
                <ns1:gd name="T24" fmla="*/ 23 w 345"/>
                <ns1:gd name="T25" fmla="*/ 322 h 368"/>
                <ns1:gd name="T26" fmla="*/ 23 w 345"/>
                <ns1:gd name="T27" fmla="*/ 46 h 368"/>
                <ns1:gd name="T28" fmla="*/ 46 w 345"/>
                <ns1:gd name="T29" fmla="*/ 23 h 368"/>
                <ns1:gd name="T30" fmla="*/ 299 w 345"/>
                <ns1:gd name="T31" fmla="*/ 23 h 368"/>
                <ns1:gd name="T32" fmla="*/ 322 w 345"/>
                <ns1:gd name="T33" fmla="*/ 46 h 368"/>
                <ns1:gd name="T34" fmla="*/ 322 w 345"/>
                <ns1:gd name="T35" fmla="*/ 322 h 368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  <ns1:cxn ang="0">
                  <ns1:pos x="T14" y="T15"/>
                </ns1:cxn>
                <ns1:cxn ang="0">
                  <ns1:pos x="T16" y="T17"/>
                </ns1:cxn>
                <ns1:cxn ang="0">
                  <ns1:pos x="T18" y="T19"/>
                </ns1:cxn>
                <ns1:cxn ang="0">
                  <ns1:pos x="T20" y="T21"/>
                </ns1:cxn>
                <ns1:cxn ang="0">
                  <ns1:pos x="T22" y="T23"/>
                </ns1:cxn>
                <ns1:cxn ang="0">
                  <ns1:pos x="T24" y="T25"/>
                </ns1:cxn>
                <ns1:cxn ang="0">
                  <ns1:pos x="T26" y="T27"/>
                </ns1:cxn>
                <ns1:cxn ang="0">
                  <ns1:pos x="T28" y="T29"/>
                </ns1:cxn>
                <ns1:cxn ang="0">
                  <ns1:pos x="T30" y="T31"/>
                </ns1:cxn>
                <ns1:cxn ang="0">
                  <ns1:pos x="T32" y="T33"/>
                </ns1:cxn>
                <ns1:cxn ang="0">
                  <ns1:pos x="T34" y="T35"/>
                </ns1:cxn>
              </ns1:cxnLst>
              <ns1:rect l="0" t="0" r="r" b="b"/>
              <ns1:pathLst>
                <ns1:path w="345" h="368">
                  <ns1:moveTo>
                    <ns1:pt x="299" y="0"/>
                  </ns1:moveTo>
                  <ns1:cubicBezTo>
                    <ns1:pt x="46" y="0"/>
                    <ns1:pt x="46" y="0"/>
                    <ns1:pt x="46" y="0"/>
                  </ns1:cubicBezTo>
                  <ns1:cubicBezTo>
                    <ns1:pt x="20" y="0"/>
                    <ns1:pt x="0" y="21"/>
                    <ns1:pt x="0" y="46"/>
                  </ns1:cubicBezTo>
                  <ns1:cubicBezTo>
                    <ns1:pt x="0" y="322"/>
                    <ns1:pt x="0" y="322"/>
                    <ns1:pt x="0" y="322"/>
                  </ns1:cubicBezTo>
                  <ns1:cubicBezTo>
                    <ns1:pt x="0" y="348"/>
                    <ns1:pt x="20" y="368"/>
                    <ns1:pt x="46" y="368"/>
                  </ns1:cubicBezTo>
                  <ns1:cubicBezTo>
                    <ns1:pt x="299" y="368"/>
                    <ns1:pt x="299" y="368"/>
                    <ns1:pt x="299" y="368"/>
                  </ns1:cubicBezTo>
                  <ns1:cubicBezTo>
                    <ns1:pt x="324" y="368"/>
                    <ns1:pt x="345" y="348"/>
                    <ns1:pt x="345" y="322"/>
                  </ns1:cubicBezTo>
                  <ns1:cubicBezTo>
                    <ns1:pt x="345" y="46"/>
                    <ns1:pt x="345" y="46"/>
                    <ns1:pt x="345" y="46"/>
                  </ns1:cubicBezTo>
                  <ns1:cubicBezTo>
                    <ns1:pt x="345" y="21"/>
                    <ns1:pt x="324" y="0"/>
                    <ns1:pt x="299" y="0"/>
                  </ns1:cubicBezTo>
                  <ns1:close/>
                  <ns1:moveTo>
                    <ns1:pt x="322" y="322"/>
                  </ns1:moveTo>
                  <ns1:cubicBezTo>
                    <ns1:pt x="322" y="335"/>
                    <ns1:pt x="312" y="345"/>
                    <ns1:pt x="299" y="345"/>
                  </ns1:cubicBezTo>
                  <ns1:cubicBezTo>
                    <ns1:pt x="46" y="345"/>
                    <ns1:pt x="46" y="345"/>
                    <ns1:pt x="46" y="345"/>
                  </ns1:cubicBezTo>
                  <ns1:cubicBezTo>
                    <ns1:pt x="33" y="345"/>
                    <ns1:pt x="23" y="335"/>
                    <ns1:pt x="23" y="322"/>
                  </ns1:cubicBezTo>
                  <ns1:cubicBezTo>
                    <ns1:pt x="23" y="46"/>
                    <ns1:pt x="23" y="46"/>
                    <ns1:pt x="23" y="46"/>
                  </ns1:cubicBezTo>
                  <ns1:cubicBezTo>
                    <ns1:pt x="23" y="33"/>
                    <ns1:pt x="33" y="23"/>
                    <ns1:pt x="46" y="23"/>
                  </ns1:cubicBezTo>
                  <ns1:cubicBezTo>
                    <ns1:pt x="299" y="23"/>
                    <ns1:pt x="299" y="23"/>
                    <ns1:pt x="299" y="23"/>
                  </ns1:cubicBezTo>
                  <ns1:cubicBezTo>
                    <ns1:pt x="312" y="23"/>
                    <ns1:pt x="322" y="33"/>
                    <ns1:pt x="322" y="46"/>
                  </ns1:cubicBezTo>
                  <ns1:lnTo>
                    <ns1:pt x="322" y="322"/>
                  </ns1:lnTo>
                  <ns1:close/>
                </ns1:path>
              </ns1:pathLst>
            </ns1:custGeom>
            <ns1:grpFill/>
            <ns1:ln>
              <ns1:noFill/>
            </ns1:ln>
            <ns1:extLst>
              <ns1:ext uri="{91240B29-F687-4f45-9708-019B960494DF}">
                <ns2:hiddenLine w="9525">
                  <ns1:solidFill>
                    <ns1:srgbClr val="000000"/>
                  </ns1:solidFill>
                  <ns1:round/>
                  <ns1:headEnd/>
                  <ns1:tailEnd/>
                </ns2:hiddenLine>
              </ns1:ext>
            </ns1:extLst>
          </ns0:spPr>
          <ns0:txBody>
            <ns1:bodyPr vert="horz" wrap="square" lIns="91440" tIns="45720" rIns="91440" bIns="45720" numCol="1" anchor="t" anchorCtr="0" compatLnSpc="1">
              <ns1:prstTxWarp prst="textNoShape">
                <ns1:avLst/>
              </ns1:prstTxWarp>
            </ns1:bodyPr>
            <ns1:lstStyle/>
            <ns1:p>
              <ns1:endParaRPr lang="id-ID" sz="2700"/>
            </ns1:p>
          </ns0:txBody>
        </ns0:sp>
        <ns0:sp>
          <ns0:nvSpPr>
            <ns0:cNvPr id="263" name="Freeform 6"/>
            <ns0:cNvSpPr>
              <ns1:spLocks noEditPoints="1"/>
            </ns0:cNvSpPr>
            <ns0:nvPr/>
          </ns0:nvSpPr>
          <ns0:spPr bwMode="auto">
            <ns1:xfrm>
              <ns1:off x="8513763" y="11145838"/>
              <ns1:ext cx="949325" cy="863600"/>
            </ns1:xfrm>
            <ns1:custGeom>
              <ns1:avLst/>
              <ns1:gdLst>
                <ns1:gd name="T0" fmla="*/ 241 w 253"/>
                <ns1:gd name="T1" fmla="*/ 0 h 230"/>
                <ns1:gd name="T2" fmla="*/ 11 w 253"/>
                <ns1:gd name="T3" fmla="*/ 0 h 230"/>
                <ns1:gd name="T4" fmla="*/ 0 w 253"/>
                <ns1:gd name="T5" fmla="*/ 11 h 230"/>
                <ns1:gd name="T6" fmla="*/ 0 w 253"/>
                <ns1:gd name="T7" fmla="*/ 219 h 230"/>
                <ns1:gd name="T8" fmla="*/ 11 w 253"/>
                <ns1:gd name="T9" fmla="*/ 230 h 230"/>
                <ns1:gd name="T10" fmla="*/ 241 w 253"/>
                <ns1:gd name="T11" fmla="*/ 230 h 230"/>
                <ns1:gd name="T12" fmla="*/ 253 w 253"/>
                <ns1:gd name="T13" fmla="*/ 219 h 230"/>
                <ns1:gd name="T14" fmla="*/ 253 w 253"/>
                <ns1:gd name="T15" fmla="*/ 11 h 230"/>
                <ns1:gd name="T16" fmla="*/ 241 w 253"/>
                <ns1:gd name="T17" fmla="*/ 0 h 230"/>
                <ns1:gd name="T18" fmla="*/ 241 w 253"/>
                <ns1:gd name="T19" fmla="*/ 11 h 230"/>
                <ns1:gd name="T20" fmla="*/ 241 w 253"/>
                <ns1:gd name="T21" fmla="*/ 171 h 230"/>
                <ns1:gd name="T22" fmla="*/ 204 w 253"/>
                <ns1:gd name="T23" fmla="*/ 130 h 230"/>
                <ns1:gd name="T24" fmla="*/ 195 w 253"/>
                <ns1:gd name="T25" fmla="*/ 127 h 230"/>
                <ns1:gd name="T26" fmla="*/ 187 w 253"/>
                <ns1:gd name="T27" fmla="*/ 130 h 230"/>
                <ns1:gd name="T28" fmla="*/ 157 w 253"/>
                <ns1:gd name="T29" fmla="*/ 164 h 230"/>
                <ns1:gd name="T30" fmla="*/ 66 w 253"/>
                <ns1:gd name="T31" fmla="*/ 61 h 230"/>
                <ns1:gd name="T32" fmla="*/ 57 w 253"/>
                <ns1:gd name="T33" fmla="*/ 57 h 230"/>
                <ns1:gd name="T34" fmla="*/ 49 w 253"/>
                <ns1:gd name="T35" fmla="*/ 61 h 230"/>
                <ns1:gd name="T36" fmla="*/ 11 w 253"/>
                <ns1:gd name="T37" fmla="*/ 105 h 230"/>
                <ns1:gd name="T38" fmla="*/ 11 w 253"/>
                <ns1:gd name="T39" fmla="*/ 11 h 230"/>
                <ns1:gd name="T40" fmla="*/ 241 w 253"/>
                <ns1:gd name="T41" fmla="*/ 11 h 230"/>
                <ns1:gd name="T42" fmla="*/ 11 w 253"/>
                <ns1:gd name="T43" fmla="*/ 122 h 230"/>
                <ns1:gd name="T44" fmla="*/ 57 w 253"/>
                <ns1:gd name="T45" fmla="*/ 69 h 230"/>
                <ns1:gd name="T46" fmla="*/ 150 w 253"/>
                <ns1:gd name="T47" fmla="*/ 174 h 230"/>
                <ns1:gd name="T48" fmla="*/ 157 w 253"/>
                <ns1:gd name="T49" fmla="*/ 182 h 230"/>
                <ns1:gd name="T50" fmla="*/ 189 w 253"/>
                <ns1:gd name="T51" fmla="*/ 219 h 230"/>
                <ns1:gd name="T52" fmla="*/ 11 w 253"/>
                <ns1:gd name="T53" fmla="*/ 219 h 230"/>
                <ns1:gd name="T54" fmla="*/ 11 w 253"/>
                <ns1:gd name="T55" fmla="*/ 122 h 230"/>
                <ns1:gd name="T56" fmla="*/ 204 w 253"/>
                <ns1:gd name="T57" fmla="*/ 219 h 230"/>
                <ns1:gd name="T58" fmla="*/ 165 w 253"/>
                <ns1:gd name="T59" fmla="*/ 173 h 230"/>
                <ns1:gd name="T60" fmla="*/ 195 w 253"/>
                <ns1:gd name="T61" fmla="*/ 138 h 230"/>
                <ns1:gd name="T62" fmla="*/ 241 w 253"/>
                <ns1:gd name="T63" fmla="*/ 188 h 230"/>
                <ns1:gd name="T64" fmla="*/ 241 w 253"/>
                <ns1:gd name="T65" fmla="*/ 219 h 230"/>
                <ns1:gd name="T66" fmla="*/ 204 w 253"/>
                <ns1:gd name="T67" fmla="*/ 219 h 230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  <ns1:cxn ang="0">
                  <ns1:pos x="T14" y="T15"/>
                </ns1:cxn>
                <ns1:cxn ang="0">
                  <ns1:pos x="T16" y="T17"/>
                </ns1:cxn>
                <ns1:cxn ang="0">
                  <ns1:pos x="T18" y="T19"/>
                </ns1:cxn>
                <ns1:cxn ang="0">
                  <ns1:pos x="T20" y="T21"/>
                </ns1:cxn>
                <ns1:cxn ang="0">
                  <ns1:pos x="T22" y="T23"/>
                </ns1:cxn>
                <ns1:cxn ang="0">
                  <ns1:pos x="T24" y="T25"/>
                </ns1:cxn>
                <ns1:cxn ang="0">
                  <ns1:pos x="T26" y="T27"/>
                </ns1:cxn>
                <ns1:cxn ang="0">
                  <ns1:pos x="T28" y="T29"/>
                </ns1:cxn>
                <ns1:cxn ang="0">
                  <ns1:pos x="T30" y="T31"/>
                </ns1:cxn>
                <ns1:cxn ang="0">
                  <ns1:pos x="T32" y="T33"/>
                </ns1:cxn>
                <ns1:cxn ang="0">
                  <ns1:pos x="T34" y="T35"/>
                </ns1:cxn>
                <ns1:cxn ang="0">
                  <ns1:pos x="T36" y="T37"/>
                </ns1:cxn>
                <ns1:cxn ang="0">
                  <ns1:pos x="T38" y="T39"/>
                </ns1:cxn>
                <ns1:cxn ang="0">
                  <ns1:pos x="T40" y="T41"/>
                </ns1:cxn>
                <ns1:cxn ang="0">
                  <ns1:pos x="T42" y="T43"/>
                </ns1:cxn>
                <ns1:cxn ang="0">
                  <ns1:pos x="T44" y="T45"/>
                </ns1:cxn>
                <ns1:cxn ang="0">
                  <ns1:pos x="T46" y="T47"/>
                </ns1:cxn>
                <ns1:cxn ang="0">
                  <ns1:pos x="T48" y="T49"/>
                </ns1:cxn>
                <ns1:cxn ang="0">
                  <ns1:pos x="T50" y="T51"/>
                </ns1:cxn>
                <ns1:cxn ang="0">
                  <ns1:pos x="T52" y="T53"/>
                </ns1:cxn>
                <ns1:cxn ang="0">
                  <ns1:pos x="T54" y="T55"/>
                </ns1:cxn>
                <ns1:cxn ang="0">
                  <ns1:pos x="T56" y="T57"/>
                </ns1:cxn>
                <ns1:cxn ang="0">
                  <ns1:pos x="T58" y="T59"/>
                </ns1:cxn>
                <ns1:cxn ang="0">
                  <ns1:pos x="T60" y="T61"/>
                </ns1:cxn>
                <ns1:cxn ang="0">
                  <ns1:pos x="T62" y="T63"/>
                </ns1:cxn>
                <ns1:cxn ang="0">
                  <ns1:pos x="T64" y="T65"/>
                </ns1:cxn>
                <ns1:cxn ang="0">
                  <ns1:pos x="T66" y="T67"/>
                </ns1:cxn>
              </ns1:cxnLst>
              <ns1:rect l="0" t="0" r="r" b="b"/>
              <ns1:pathLst>
                <ns1:path w="253" h="230">
                  <ns1:moveTo>
                    <ns1:pt x="241" y="0"/>
                  </ns1:moveTo>
                  <ns1:cubicBezTo>
                    <ns1:pt x="11" y="0"/>
                    <ns1:pt x="11" y="0"/>
                    <ns1:pt x="11" y="0"/>
                  </ns1:cubicBezTo>
                  <ns1:cubicBezTo>
                    <ns1:pt x="5" y="0"/>
                    <ns1:pt x="0" y="5"/>
                    <ns1:pt x="0" y="11"/>
                  </ns1:cubicBezTo>
                  <ns1:cubicBezTo>
                    <ns1:pt x="0" y="219"/>
                    <ns1:pt x="0" y="219"/>
                    <ns1:pt x="0" y="219"/>
                  </ns1:cubicBezTo>
                  <ns1:cubicBezTo>
                    <ns1:pt x="0" y="225"/>
                    <ns1:pt x="5" y="230"/>
                    <ns1:pt x="11" y="230"/>
                  </ns1:cubicBezTo>
                  <ns1:cubicBezTo>
                    <ns1:pt x="241" y="230"/>
                    <ns1:pt x="241" y="230"/>
                    <ns1:pt x="241" y="230"/>
                  </ns1:cubicBezTo>
                  <ns1:cubicBezTo>
                    <ns1:pt x="248" y="230"/>
                    <ns1:pt x="253" y="225"/>
                    <ns1:pt x="253" y="219"/>
                  </ns1:cubicBezTo>
                  <ns1:cubicBezTo>
                    <ns1:pt x="253" y="11"/>
                    <ns1:pt x="253" y="11"/>
                    <ns1:pt x="253" y="11"/>
                  </ns1:cubicBezTo>
                  <ns1:cubicBezTo>
                    <ns1:pt x="253" y="5"/>
                    <ns1:pt x="248" y="0"/>
                    <ns1:pt x="241" y="0"/>
                  </ns1:cubicBezTo>
                  <ns1:close/>
                  <ns1:moveTo>
                    <ns1:pt x="241" y="11"/>
                  </ns1:moveTo>
                  <ns1:cubicBezTo>
                    <ns1:pt x="241" y="171"/>
                    <ns1:pt x="241" y="171"/>
                    <ns1:pt x="241" y="171"/>
                  </ns1:cubicBezTo>
                  <ns1:cubicBezTo>
                    <ns1:pt x="204" y="130"/>
                    <ns1:pt x="204" y="130"/>
                    <ns1:pt x="204" y="130"/>
                  </ns1:cubicBezTo>
                  <ns1:cubicBezTo>
                    <ns1:pt x="202" y="128"/>
                    <ns1:pt x="199" y="127"/>
                    <ns1:pt x="195" y="127"/>
                  </ns1:cubicBezTo>
                  <ns1:cubicBezTo>
                    <ns1:pt x="192" y="127"/>
                    <ns1:pt x="189" y="128"/>
                    <ns1:pt x="187" y="130"/>
                  </ns1:cubicBezTo>
                  <ns1:cubicBezTo>
                    <ns1:pt x="157" y="164"/>
                    <ns1:pt x="157" y="164"/>
                    <ns1:pt x="157" y="164"/>
                  </ns1:cubicBezTo>
                  <ns1:cubicBezTo>
                    <ns1:pt x="66" y="61"/>
                    <ns1:pt x="66" y="61"/>
                    <ns1:pt x="66" y="61"/>
                  </ns1:cubicBezTo>
                  <ns1:cubicBezTo>
                    <ns1:pt x="64" y="59"/>
                    <ns1:pt x="61" y="57"/>
                    <ns1:pt x="57" y="57"/>
                  </ns1:cubicBezTo>
                  <ns1:cubicBezTo>
                    <ns1:pt x="54" y="57"/>
                    <ns1:pt x="51" y="59"/>
                    <ns1:pt x="49" y="61"/>
                  </ns1:cubicBezTo>
                  <ns1:cubicBezTo>
                    <ns1:pt x="11" y="105"/>
                    <ns1:pt x="11" y="105"/>
                    <ns1:pt x="11" y="105"/>
                  </ns1:cubicBezTo>
                  <ns1:cubicBezTo>
                    <ns1:pt x="11" y="11"/>
                    <ns1:pt x="11" y="11"/>
                    <ns1:pt x="11" y="11"/>
                  </ns1:cubicBezTo>
                  <ns1:lnTo>
                    <ns1:pt x="241" y="11"/>
                  </ns1:lnTo>
                  <ns1:close/>
                  <ns1:moveTo>
                    <ns1:pt x="11" y="122"/>
                  </ns1:moveTo>
                  <ns1:cubicBezTo>
                    <ns1:pt x="57" y="69"/>
                    <ns1:pt x="57" y="69"/>
                    <ns1:pt x="57" y="69"/>
                  </ns1:cubicBezTo>
                  <ns1:cubicBezTo>
                    <ns1:pt x="150" y="174"/>
                    <ns1:pt x="150" y="174"/>
                    <ns1:pt x="150" y="174"/>
                  </ns1:cubicBezTo>
                  <ns1:cubicBezTo>
                    <ns1:pt x="157" y="182"/>
                    <ns1:pt x="157" y="182"/>
                    <ns1:pt x="157" y="182"/>
                  </ns1:cubicBezTo>
                  <ns1:cubicBezTo>
                    <ns1:pt x="189" y="219"/>
                    <ns1:pt x="189" y="219"/>
                    <ns1:pt x="189" y="219"/>
                  </ns1:cubicBezTo>
                  <ns1:cubicBezTo>
                    <ns1:pt x="11" y="219"/>
                    <ns1:pt x="11" y="219"/>
                    <ns1:pt x="11" y="219"/>
                  </ns1:cubicBezTo>
                  <ns1:lnTo>
                    <ns1:pt x="11" y="122"/>
                  </ns1:lnTo>
                  <ns1:close/>
                  <ns1:moveTo>
                    <ns1:pt x="204" y="219"/>
                  </ns1:moveTo>
                  <ns1:cubicBezTo>
                    <ns1:pt x="165" y="173"/>
                    <ns1:pt x="165" y="173"/>
                    <ns1:pt x="165" y="173"/>
                  </ns1:cubicBezTo>
                  <ns1:cubicBezTo>
                    <ns1:pt x="195" y="138"/>
                    <ns1:pt x="195" y="138"/>
                    <ns1:pt x="195" y="138"/>
                  </ns1:cubicBezTo>
                  <ns1:cubicBezTo>
                    <ns1:pt x="241" y="188"/>
                    <ns1:pt x="241" y="188"/>
                    <ns1:pt x="241" y="188"/>
                  </ns1:cubicBezTo>
                  <ns1:cubicBezTo>
                    <ns1:pt x="241" y="219"/>
                    <ns1:pt x="241" y="219"/>
                    <ns1:pt x="241" y="219"/>
                  </ns1:cubicBezTo>
                  <ns1:lnTo>
                    <ns1:pt x="204" y="219"/>
                  </ns1:lnTo>
                  <ns1:close/>
                </ns1:path>
              </ns1:pathLst>
            </ns1:custGeom>
            <ns1:grpFill/>
            <ns1:ln>
              <ns1:noFill/>
            </ns1:ln>
            <ns1:extLst>
              <ns1:ext uri="{91240B29-F687-4f45-9708-019B960494DF}">
                <ns2:hiddenLine w="9525">
                  <ns1:solidFill>
                    <ns1:srgbClr val="000000"/>
                  </ns1:solidFill>
                  <ns1:round/>
                  <ns1:headEnd/>
                  <ns1:tailEnd/>
                </ns2:hiddenLine>
              </ns1:ext>
            </ns1:extLst>
          </ns0:spPr>
          <ns0:txBody>
            <ns1:bodyPr vert="horz" wrap="square" lIns="91440" tIns="45720" rIns="91440" bIns="45720" numCol="1" anchor="t" anchorCtr="0" compatLnSpc="1">
              <ns1:prstTxWarp prst="textNoShape">
                <ns1:avLst/>
              </ns1:prstTxWarp>
            </ns1:bodyPr>
            <ns1:lstStyle/>
            <ns1:p>
              <ns1:endParaRPr lang="id-ID" sz="2700"/>
            </ns1:p>
          </ns0:txBody>
        </ns0:sp>
        <ns0:sp>
          <ns0:nvSpPr>
            <ns0:cNvPr id="264" name="Freeform 7"/>
            <ns0:cNvSpPr>
              <ns1:spLocks noEditPoints="1"/>
            </ns0:cNvSpPr>
            <ns0:nvPr/>
          </ns0:nvSpPr>
          <ns0:spPr bwMode="auto">
            <ns1:xfrm>
              <ns1:off x="9032875" y="11272838"/>
              <ns1:ext cx="258763" cy="263525"/>
            </ns1:xfrm>
            <ns1:custGeom>
              <ns1:avLst/>
              <ns1:gdLst>
                <ns1:gd name="T0" fmla="*/ 34 w 69"/>
                <ns1:gd name="T1" fmla="*/ 70 h 70"/>
                <ns1:gd name="T2" fmla="*/ 69 w 69"/>
                <ns1:gd name="T3" fmla="*/ 35 h 70"/>
                <ns1:gd name="T4" fmla="*/ 34 w 69"/>
                <ns1:gd name="T5" fmla="*/ 0 h 70"/>
                <ns1:gd name="T6" fmla="*/ 0 w 69"/>
                <ns1:gd name="T7" fmla="*/ 35 h 70"/>
                <ns1:gd name="T8" fmla="*/ 34 w 69"/>
                <ns1:gd name="T9" fmla="*/ 70 h 70"/>
                <ns1:gd name="T10" fmla="*/ 34 w 69"/>
                <ns1:gd name="T11" fmla="*/ 12 h 70"/>
                <ns1:gd name="T12" fmla="*/ 57 w 69"/>
                <ns1:gd name="T13" fmla="*/ 35 h 70"/>
                <ns1:gd name="T14" fmla="*/ 34 w 69"/>
                <ns1:gd name="T15" fmla="*/ 58 h 70"/>
                <ns1:gd name="T16" fmla="*/ 11 w 69"/>
                <ns1:gd name="T17" fmla="*/ 35 h 70"/>
                <ns1:gd name="T18" fmla="*/ 34 w 69"/>
                <ns1:gd name="T19" fmla="*/ 12 h 70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  <ns1:cxn ang="0">
                  <ns1:pos x="T14" y="T15"/>
                </ns1:cxn>
                <ns1:cxn ang="0">
                  <ns1:pos x="T16" y="T17"/>
                </ns1:cxn>
                <ns1:cxn ang="0">
                  <ns1:pos x="T18" y="T19"/>
                </ns1:cxn>
              </ns1:cxnLst>
              <ns1:rect l="0" t="0" r="r" b="b"/>
              <ns1:pathLst>
                <ns1:path w="69" h="70">
                  <ns1:moveTo>
                    <ns1:pt x="34" y="70"/>
                  </ns1:moveTo>
                  <ns1:cubicBezTo>
                    <ns1:pt x="53" y="70"/>
                    <ns1:pt x="69" y="54"/>
                    <ns1:pt x="69" y="35"/>
                  </ns1:cubicBezTo>
                  <ns1:cubicBezTo>
                    <ns1:pt x="69" y="16"/>
                    <ns1:pt x="53" y="0"/>
                    <ns1:pt x="34" y="0"/>
                  </ns1:cubicBezTo>
                  <ns1:cubicBezTo>
                    <ns1:pt x="15" y="0"/>
                    <ns1:pt x="0" y="16"/>
                    <ns1:pt x="0" y="35"/>
                  </ns1:cubicBezTo>
                  <ns1:cubicBezTo>
                    <ns1:pt x="0" y="54"/>
                    <ns1:pt x="15" y="70"/>
                    <ns1:pt x="34" y="70"/>
                  </ns1:cubicBezTo>
                  <ns1:close/>
                  <ns1:moveTo>
                    <ns1:pt x="34" y="12"/>
                  </ns1:moveTo>
                  <ns1:cubicBezTo>
                    <ns1:pt x="47" y="12"/>
                    <ns1:pt x="57" y="22"/>
                    <ns1:pt x="57" y="35"/>
                  </ns1:cubicBezTo>
                  <ns1:cubicBezTo>
                    <ns1:pt x="57" y="48"/>
                    <ns1:pt x="47" y="58"/>
                    <ns1:pt x="34" y="58"/>
                  </ns1:cubicBezTo>
                  <ns1:cubicBezTo>
                    <ns1:pt x="22" y="58"/>
                    <ns1:pt x="11" y="48"/>
                    <ns1:pt x="11" y="35"/>
                  </ns1:cubicBezTo>
                  <ns1:cubicBezTo>
                    <ns1:pt x="11" y="22"/>
                    <ns1:pt x="22" y="12"/>
                    <ns1:pt x="34" y="12"/>
                  </ns1:cubicBezTo>
                  <ns1:close/>
                </ns1:path>
              </ns1:pathLst>
            </ns1:custGeom>
            <ns1:grpFill/>
            <ns1:ln>
              <ns1:noFill/>
            </ns1:ln>
            <ns1:extLst>
              <ns1:ext uri="{91240B29-F687-4f45-9708-019B960494DF}">
                <ns2:hiddenLine w="9525">
                  <ns1:solidFill>
                    <ns1:srgbClr val="000000"/>
                  </ns1:solidFill>
                  <ns1:round/>
                  <ns1:headEnd/>
                  <ns1:tailEnd/>
                </ns2:hiddenLine>
              </ns1:ext>
            </ns1:extLst>
          </ns0:spPr>
          <ns0:txBody>
            <ns1:bodyPr vert="horz" wrap="square" lIns="91440" tIns="45720" rIns="91440" bIns="45720" numCol="1" anchor="t" anchorCtr="0" compatLnSpc="1">
              <ns1:prstTxWarp prst="textNoShape">
                <ns1:avLst/>
              </ns1:prstTxWarp>
            </ns1:bodyPr>
            <ns1:lstStyle/>
            <ns1:p>
              <ns1:endParaRPr lang="id-ID" sz="2700"/>
            </ns1:p>
          </ns0:txBody>
        </ns0:sp>
      </ns0:grpSp>
      <ns0:grpSp>
        <ns0:nvGrpSpPr>
          <ns0:cNvPr id="265" name="Group 264"/>
          <ns0:cNvGrpSpPr/>
          <ns0:nvPr/>
        </ns0:nvGrpSpPr>
        <ns0:grpSpPr>
          <ns1:xfrm>
            <ns1:off x="8545735" y="4438126"/>
            <ns1:ext cx="423629" cy="370251"/>
            <ns1:chOff x="8296275" y="8293096"/>
            <ns1:chExt cx="1385888" cy="1211261"/>
          </ns1:xfrm>
          <ns1:solidFill>
            <ns1:schemeClr val="tx1"/>
          </ns1:solidFill>
        </ns0:grpSpPr>
        <ns0:sp>
          <ns0:nvSpPr>
            <ns0:cNvPr id="266" name="Freeform 8"/>
            <ns0:cNvSpPr>
              <ns1:spLocks noEditPoints="1"/>
            </ns0:cNvSpPr>
            <ns0:nvPr/>
          </ns0:nvSpPr>
          <ns0:spPr bwMode="auto">
            <ns1:xfrm>
              <ns1:off x="8296275" y="8293096"/>
              <ns1:ext cx="1385888" cy="1211261"/>
            </ns1:xfrm>
            <ns1:custGeom>
              <ns1:avLst/>
              <ns1:gdLst>
                <ns1:gd name="T0" fmla="*/ 368 w 369"/>
                <ns1:gd name="T1" fmla="*/ 190 h 323"/>
                <ns1:gd name="T2" fmla="*/ 322 w 369"/>
                <ns1:gd name="T3" fmla="*/ 17 h 323"/>
                <ns1:gd name="T4" fmla="*/ 299 w 369"/>
                <ns1:gd name="T5" fmla="*/ 0 h 323"/>
                <ns1:gd name="T6" fmla="*/ 184 w 369"/>
                <ns1:gd name="T7" fmla="*/ 0 h 323"/>
                <ns1:gd name="T8" fmla="*/ 69 w 369"/>
                <ns1:gd name="T9" fmla="*/ 0 h 323"/>
                <ns1:gd name="T10" fmla="*/ 47 w 369"/>
                <ns1:gd name="T11" fmla="*/ 17 h 323"/>
                <ns1:gd name="T12" fmla="*/ 1 w 369"/>
                <ns1:gd name="T13" fmla="*/ 190 h 323"/>
                <ns1:gd name="T14" fmla="*/ 0 w 369"/>
                <ns1:gd name="T15" fmla="*/ 196 h 323"/>
                <ns1:gd name="T16" fmla="*/ 0 w 369"/>
                <ns1:gd name="T17" fmla="*/ 276 h 323"/>
                <ns1:gd name="T18" fmla="*/ 46 w 369"/>
                <ns1:gd name="T19" fmla="*/ 323 h 323"/>
                <ns1:gd name="T20" fmla="*/ 323 w 369"/>
                <ns1:gd name="T21" fmla="*/ 323 h 323"/>
                <ns1:gd name="T22" fmla="*/ 369 w 369"/>
                <ns1:gd name="T23" fmla="*/ 276 h 323"/>
                <ns1:gd name="T24" fmla="*/ 369 w 369"/>
                <ns1:gd name="T25" fmla="*/ 196 h 323"/>
                <ns1:gd name="T26" fmla="*/ 368 w 369"/>
                <ns1:gd name="T27" fmla="*/ 190 h 323"/>
                <ns1:gd name="T28" fmla="*/ 346 w 369"/>
                <ns1:gd name="T29" fmla="*/ 276 h 323"/>
                <ns1:gd name="T30" fmla="*/ 323 w 369"/>
                <ns1:gd name="T31" fmla="*/ 299 h 323"/>
                <ns1:gd name="T32" fmla="*/ 46 w 369"/>
                <ns1:gd name="T33" fmla="*/ 299 h 323"/>
                <ns1:gd name="T34" fmla="*/ 23 w 369"/>
                <ns1:gd name="T35" fmla="*/ 276 h 323"/>
                <ns1:gd name="T36" fmla="*/ 23 w 369"/>
                <ns1:gd name="T37" fmla="*/ 196 h 323"/>
                <ns1:gd name="T38" fmla="*/ 69 w 369"/>
                <ns1:gd name="T39" fmla="*/ 23 h 323"/>
                <ns1:gd name="T40" fmla="*/ 299 w 369"/>
                <ns1:gd name="T41" fmla="*/ 23 h 323"/>
                <ns1:gd name="T42" fmla="*/ 346 w 369"/>
                <ns1:gd name="T43" fmla="*/ 196 h 323"/>
                <ns1:gd name="T44" fmla="*/ 346 w 369"/>
                <ns1:gd name="T45" fmla="*/ 276 h 323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  <ns1:cxn ang="0">
                  <ns1:pos x="T14" y="T15"/>
                </ns1:cxn>
                <ns1:cxn ang="0">
                  <ns1:pos x="T16" y="T17"/>
                </ns1:cxn>
                <ns1:cxn ang="0">
                  <ns1:pos x="T18" y="T19"/>
                </ns1:cxn>
                <ns1:cxn ang="0">
                  <ns1:pos x="T20" y="T21"/>
                </ns1:cxn>
                <ns1:cxn ang="0">
                  <ns1:pos x="T22" y="T23"/>
                </ns1:cxn>
                <ns1:cxn ang="0">
                  <ns1:pos x="T24" y="T25"/>
                </ns1:cxn>
                <ns1:cxn ang="0">
                  <ns1:pos x="T26" y="T27"/>
                </ns1:cxn>
                <ns1:cxn ang="0">
                  <ns1:pos x="T28" y="T29"/>
                </ns1:cxn>
                <ns1:cxn ang="0">
                  <ns1:pos x="T30" y="T31"/>
                </ns1:cxn>
                <ns1:cxn ang="0">
                  <ns1:pos x="T32" y="T33"/>
                </ns1:cxn>
                <ns1:cxn ang="0">
                  <ns1:pos x="T34" y="T35"/>
                </ns1:cxn>
                <ns1:cxn ang="0">
                  <ns1:pos x="T36" y="T37"/>
                </ns1:cxn>
                <ns1:cxn ang="0">
                  <ns1:pos x="T38" y="T39"/>
                </ns1:cxn>
                <ns1:cxn ang="0">
                  <ns1:pos x="T40" y="T41"/>
                </ns1:cxn>
                <ns1:cxn ang="0">
                  <ns1:pos x="T42" y="T43"/>
                </ns1:cxn>
                <ns1:cxn ang="0">
                  <ns1:pos x="T44" y="T45"/>
                </ns1:cxn>
              </ns1:cxnLst>
              <ns1:rect l="0" t="0" r="r" b="b"/>
              <ns1:pathLst>
                <ns1:path w="369" h="323">
                  <ns1:moveTo>
                    <ns1:pt x="368" y="190"/>
                  </ns1:moveTo>
                  <ns1:cubicBezTo>
                    <ns1:pt x="322" y="17"/>
                    <ns1:pt x="322" y="17"/>
                    <ns1:pt x="322" y="17"/>
                  </ns1:cubicBezTo>
                  <ns1:cubicBezTo>
                    <ns1:pt x="319" y="7"/>
                    <ns1:pt x="310" y="0"/>
                    <ns1:pt x="299" y="0"/>
                  </ns1:cubicBezTo>
                  <ns1:cubicBezTo>
                    <ns1:pt x="184" y="0"/>
                    <ns1:pt x="184" y="0"/>
                    <ns1:pt x="184" y="0"/>
                  </ns1:cubicBezTo>
                  <ns1:cubicBezTo>
                    <ns1:pt x="69" y="0"/>
                    <ns1:pt x="69" y="0"/>
                    <ns1:pt x="69" y="0"/>
                  </ns1:cubicBezTo>
                  <ns1:cubicBezTo>
                    <ns1:pt x="59" y="0"/>
                    <ns1:pt x="50" y="7"/>
                    <ns1:pt x="47" y="17"/>
                  </ns1:cubicBezTo>
                  <ns1:cubicBezTo>
                    <ns1:pt x="1" y="190"/>
                    <ns1:pt x="1" y="190"/>
                    <ns1:pt x="1" y="190"/>
                  </ns1:cubicBezTo>
                  <ns1:cubicBezTo>
                    <ns1:pt x="0" y="192"/>
                    <ns1:pt x="0" y="194"/>
                    <ns1:pt x="0" y="196"/>
                  </ns1:cubicBezTo>
                  <ns1:cubicBezTo>
                    <ns1:pt x="0" y="276"/>
                    <ns1:pt x="0" y="276"/>
                    <ns1:pt x="0" y="276"/>
                  </ns1:cubicBezTo>
                  <ns1:cubicBezTo>
                    <ns1:pt x="0" y="302"/>
                    <ns1:pt x="21" y="323"/>
                    <ns1:pt x="46" y="323"/>
                  </ns1:cubicBezTo>
                  <ns1:cubicBezTo>
                    <ns1:pt x="323" y="323"/>
                    <ns1:pt x="323" y="323"/>
                    <ns1:pt x="323" y="323"/>
                  </ns1:cubicBezTo>
                  <ns1:cubicBezTo>
                    <ns1:pt x="348" y="323"/>
                    <ns1:pt x="369" y="302"/>
                    <ns1:pt x="369" y="276"/>
                  </ns1:cubicBezTo>
                  <ns1:cubicBezTo>
                    <ns1:pt x="369" y="196"/>
                    <ns1:pt x="369" y="196"/>
                    <ns1:pt x="369" y="196"/>
                  </ns1:cubicBezTo>
                  <ns1:cubicBezTo>
                    <ns1:pt x="369" y="194"/>
                    <ns1:pt x="368" y="192"/>
                    <ns1:pt x="368" y="190"/>
                  </ns1:cubicBezTo>
                  <ns1:close/>
                  <ns1:moveTo>
                    <ns1:pt x="346" y="276"/>
                  </ns1:moveTo>
                  <ns1:cubicBezTo>
                    <ns1:pt x="346" y="289"/>
                    <ns1:pt x="335" y="299"/>
                    <ns1:pt x="323" y="299"/>
                  </ns1:cubicBezTo>
                  <ns1:cubicBezTo>
                    <ns1:pt x="46" y="299"/>
                    <ns1:pt x="46" y="299"/>
                    <ns1:pt x="46" y="299"/>
                  </ns1:cubicBezTo>
                  <ns1:cubicBezTo>
                    <ns1:pt x="34" y="299"/>
                    <ns1:pt x="23" y="289"/>
                    <ns1:pt x="23" y="276"/>
                  </ns1:cubicBezTo>
                  <ns1:cubicBezTo>
                    <ns1:pt x="23" y="196"/>
                    <ns1:pt x="23" y="196"/>
                    <ns1:pt x="23" y="196"/>
                  </ns1:cubicBezTo>
                  <ns1:cubicBezTo>
                    <ns1:pt x="69" y="23"/>
                    <ns1:pt x="69" y="23"/>
                    <ns1:pt x="69" y="23"/>
                  </ns1:cubicBezTo>
                  <ns1:cubicBezTo>
                    <ns1:pt x="299" y="23"/>
                    <ns1:pt x="299" y="23"/>
                    <ns1:pt x="299" y="23"/>
                  </ns1:cubicBezTo>
                  <ns1:cubicBezTo>
                    <ns1:pt x="346" y="196"/>
                    <ns1:pt x="346" y="196"/>
                    <ns1:pt x="346" y="196"/>
                  </ns1:cubicBezTo>
                  <ns1:lnTo>
                    <ns1:pt x="346" y="276"/>
                  </ns1:lnTo>
                  <ns1:close/>
                </ns1:path>
              </ns1:pathLst>
            </ns1:custGeom>
            <ns1:grpFill/>
            <ns1:ln>
              <ns1:noFill/>
            </ns1:ln>
            <ns1:extLst>
              <ns1:ext uri="{91240B29-F687-4f45-9708-019B960494DF}">
                <ns2:hiddenLine w="9525">
                  <ns1:solidFill>
                    <ns1:srgbClr val="000000"/>
                  </ns1:solidFill>
                  <ns1:round/>
                  <ns1:headEnd/>
                  <ns1:tailEnd/>
                </ns2:hiddenLine>
              </ns1:ext>
            </ns1:extLst>
          </ns0:spPr>
          <ns0:txBody>
            <ns1:bodyPr vert="horz" wrap="square" lIns="91440" tIns="45720" rIns="91440" bIns="45720" numCol="1" anchor="t" anchorCtr="0" compatLnSpc="1">
              <ns1:prstTxWarp prst="textNoShape">
                <ns1:avLst/>
              </ns1:prstTxWarp>
            </ns1:bodyPr>
            <ns1:lstStyle/>
            <ns1:p>
              <ns1:endParaRPr lang="id-ID" sz="2700"/>
            </ns1:p>
          </ns0:txBody>
        </ns0:sp>
        <ns0:sp>
          <ns0:nvSpPr>
            <ns0:cNvPr id="267" name="Freeform 9"/>
            <ns0:cNvSpPr>
              <ns1:spLocks noEditPoints="1"/>
            </ns0:cNvSpPr>
            <ns0:nvPr/>
          </ns0:nvSpPr>
          <ns0:spPr bwMode="auto">
            <ns1:xfrm>
              <ns1:off x="8461376" y="8466137"/>
              <ns1:ext cx="1055689" cy="776288"/>
            </ns1:xfrm>
            <ns1:custGeom>
              <ns1:avLst/>
              <ns1:gdLst>
                <ns1:gd name="T0" fmla="*/ 229 w 281"/>
                <ns1:gd name="T1" fmla="*/ 0 h 207"/>
                <ns1:gd name="T2" fmla="*/ 51 w 281"/>
                <ns1:gd name="T3" fmla="*/ 0 h 207"/>
                <ns1:gd name="T4" fmla="*/ 40 w 281"/>
                <ns1:gd name="T5" fmla="*/ 9 h 207"/>
                <ns1:gd name="T6" fmla="*/ 0 w 281"/>
                <ns1:gd name="T7" fmla="*/ 147 h 207"/>
                <ns1:gd name="T8" fmla="*/ 2 w 281"/>
                <ns1:gd name="T9" fmla="*/ 157 h 207"/>
                <ns1:gd name="T10" fmla="*/ 12 w 281"/>
                <ns1:gd name="T11" fmla="*/ 161 h 207"/>
                <ns1:gd name="T12" fmla="*/ 45 w 281"/>
                <ns1:gd name="T13" fmla="*/ 161 h 207"/>
                <ns1:gd name="T14" fmla="*/ 58 w 281"/>
                <ns1:gd name="T15" fmla="*/ 161 h 207"/>
                <ns1:gd name="T16" fmla="*/ 64 w 281"/>
                <ns1:gd name="T17" fmla="*/ 161 h 207"/>
                <ns1:gd name="T18" fmla="*/ 81 w 281"/>
                <ns1:gd name="T19" fmla="*/ 195 h 207"/>
                <ns1:gd name="T20" fmla="*/ 101 w 281"/>
                <ns1:gd name="T21" fmla="*/ 207 h 207"/>
                <ns1:gd name="T22" fmla="*/ 179 w 281"/>
                <ns1:gd name="T23" fmla="*/ 207 h 207"/>
                <ns1:gd name="T24" fmla="*/ 200 w 281"/>
                <ns1:gd name="T25" fmla="*/ 195 h 207"/>
                <ns1:gd name="T26" fmla="*/ 217 w 281"/>
                <ns1:gd name="T27" fmla="*/ 161 h 207"/>
                <ns1:gd name="T28" fmla="*/ 223 w 281"/>
                <ns1:gd name="T29" fmla="*/ 161 h 207"/>
                <ns1:gd name="T30" fmla="*/ 236 w 281"/>
                <ns1:gd name="T31" fmla="*/ 161 h 207"/>
                <ns1:gd name="T32" fmla="*/ 269 w 281"/>
                <ns1:gd name="T33" fmla="*/ 161 h 207"/>
                <ns1:gd name="T34" fmla="*/ 278 w 281"/>
                <ns1:gd name="T35" fmla="*/ 157 h 207"/>
                <ns1:gd name="T36" fmla="*/ 280 w 281"/>
                <ns1:gd name="T37" fmla="*/ 147 h 207"/>
                <ns1:gd name="T38" fmla="*/ 241 w 281"/>
                <ns1:gd name="T39" fmla="*/ 9 h 207"/>
                <ns1:gd name="T40" fmla="*/ 229 w 281"/>
                <ns1:gd name="T41" fmla="*/ 0 h 207"/>
                <ns1:gd name="T42" fmla="*/ 236 w 281"/>
                <ns1:gd name="T43" fmla="*/ 138 h 207"/>
                <ns1:gd name="T44" fmla="*/ 217 w 281"/>
                <ns1:gd name="T45" fmla="*/ 138 h 207"/>
                <ns1:gd name="T46" fmla="*/ 196 w 281"/>
                <ns1:gd name="T47" fmla="*/ 151 h 207"/>
                <ns1:gd name="T48" fmla="*/ 179 w 281"/>
                <ns1:gd name="T49" fmla="*/ 184 h 207"/>
                <ns1:gd name="T50" fmla="*/ 101 w 281"/>
                <ns1:gd name="T51" fmla="*/ 184 h 207"/>
                <ns1:gd name="T52" fmla="*/ 85 w 281"/>
                <ns1:gd name="T53" fmla="*/ 151 h 207"/>
                <ns1:gd name="T54" fmla="*/ 64 w 281"/>
                <ns1:gd name="T55" fmla="*/ 138 h 207"/>
                <ns1:gd name="T56" fmla="*/ 45 w 281"/>
                <ns1:gd name="T57" fmla="*/ 138 h 207"/>
                <ns1:gd name="T58" fmla="*/ 18 w 281"/>
                <ns1:gd name="T59" fmla="*/ 138 h 207"/>
                <ns1:gd name="T60" fmla="*/ 51 w 281"/>
                <ns1:gd name="T61" fmla="*/ 12 h 207"/>
                <ns1:gd name="T62" fmla="*/ 229 w 281"/>
                <ns1:gd name="T63" fmla="*/ 12 h 207"/>
                <ns1:gd name="T64" fmla="*/ 263 w 281"/>
                <ns1:gd name="T65" fmla="*/ 138 h 207"/>
                <ns1:gd name="T66" fmla="*/ 236 w 281"/>
                <ns1:gd name="T67" fmla="*/ 138 h 207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  <ns1:cxn ang="0">
                  <ns1:pos x="T14" y="T15"/>
                </ns1:cxn>
                <ns1:cxn ang="0">
                  <ns1:pos x="T16" y="T17"/>
                </ns1:cxn>
                <ns1:cxn ang="0">
                  <ns1:pos x="T18" y="T19"/>
                </ns1:cxn>
                <ns1:cxn ang="0">
                  <ns1:pos x="T20" y="T21"/>
                </ns1:cxn>
                <ns1:cxn ang="0">
                  <ns1:pos x="T22" y="T23"/>
                </ns1:cxn>
                <ns1:cxn ang="0">
                  <ns1:pos x="T24" y="T25"/>
                </ns1:cxn>
                <ns1:cxn ang="0">
                  <ns1:pos x="T26" y="T27"/>
                </ns1:cxn>
                <ns1:cxn ang="0">
                  <ns1:pos x="T28" y="T29"/>
                </ns1:cxn>
                <ns1:cxn ang="0">
                  <ns1:pos x="T30" y="T31"/>
                </ns1:cxn>
                <ns1:cxn ang="0">
                  <ns1:pos x="T32" y="T33"/>
                </ns1:cxn>
                <ns1:cxn ang="0">
                  <ns1:pos x="T34" y="T35"/>
                </ns1:cxn>
                <ns1:cxn ang="0">
                  <ns1:pos x="T36" y="T37"/>
                </ns1:cxn>
                <ns1:cxn ang="0">
                  <ns1:pos x="T38" y="T39"/>
                </ns1:cxn>
                <ns1:cxn ang="0">
                  <ns1:pos x="T40" y="T41"/>
                </ns1:cxn>
                <ns1:cxn ang="0">
                  <ns1:pos x="T42" y="T43"/>
                </ns1:cxn>
                <ns1:cxn ang="0">
                  <ns1:pos x="T44" y="T45"/>
                </ns1:cxn>
                <ns1:cxn ang="0">
                  <ns1:pos x="T46" y="T47"/>
                </ns1:cxn>
                <ns1:cxn ang="0">
                  <ns1:pos x="T48" y="T49"/>
                </ns1:cxn>
                <ns1:cxn ang="0">
                  <ns1:pos x="T50" y="T51"/>
                </ns1:cxn>
                <ns1:cxn ang="0">
                  <ns1:pos x="T52" y="T53"/>
                </ns1:cxn>
                <ns1:cxn ang="0">
                  <ns1:pos x="T54" y="T55"/>
                </ns1:cxn>
                <ns1:cxn ang="0">
                  <ns1:pos x="T56" y="T57"/>
                </ns1:cxn>
                <ns1:cxn ang="0">
                  <ns1:pos x="T58" y="T59"/>
                </ns1:cxn>
                <ns1:cxn ang="0">
                  <ns1:pos x="T60" y="T61"/>
                </ns1:cxn>
                <ns1:cxn ang="0">
                  <ns1:pos x="T62" y="T63"/>
                </ns1:cxn>
                <ns1:cxn ang="0">
                  <ns1:pos x="T64" y="T65"/>
                </ns1:cxn>
                <ns1:cxn ang="0">
                  <ns1:pos x="T66" y="T67"/>
                </ns1:cxn>
              </ns1:cxnLst>
              <ns1:rect l="0" t="0" r="r" b="b"/>
              <ns1:pathLst>
                <ns1:path w="281" h="207">
                  <ns1:moveTo>
                    <ns1:pt x="229" y="0"/>
                  </ns1:moveTo>
                  <ns1:cubicBezTo>
                    <ns1:pt x="51" y="0"/>
                    <ns1:pt x="51" y="0"/>
                    <ns1:pt x="51" y="0"/>
                  </ns1:cubicBezTo>
                  <ns1:cubicBezTo>
                    <ns1:pt x="46" y="0"/>
                    <ns1:pt x="41" y="4"/>
                    <ns1:pt x="40" y="9"/>
                  </ns1:cubicBezTo>
                  <ns1:cubicBezTo>
                    <ns1:pt x="0" y="147"/>
                    <ns1:pt x="0" y="147"/>
                    <ns1:pt x="0" y="147"/>
                  </ns1:cubicBezTo>
                  <ns1:cubicBezTo>
                    <ns1:pt x="0" y="150"/>
                    <ns1:pt x="0" y="154"/>
                    <ns1:pt x="2" y="157"/>
                  </ns1:cubicBezTo>
                  <ns1:cubicBezTo>
                    <ns1:pt x="5" y="160"/>
                    <ns1:pt x="8" y="161"/>
                    <ns1:pt x="12" y="161"/>
                  </ns1:cubicBezTo>
                  <ns1:cubicBezTo>
                    <ns1:pt x="45" y="161"/>
                    <ns1:pt x="45" y="161"/>
                    <ns1:pt x="45" y="161"/>
                  </ns1:cubicBezTo>
                  <ns1:cubicBezTo>
                    <ns1:pt x="58" y="161"/>
                    <ns1:pt x="58" y="161"/>
                    <ns1:pt x="58" y="161"/>
                  </ns1:cubicBezTo>
                  <ns1:cubicBezTo>
                    <ns1:pt x="64" y="161"/>
                    <ns1:pt x="64" y="161"/>
                    <ns1:pt x="64" y="161"/>
                  </ns1:cubicBezTo>
                  <ns1:cubicBezTo>
                    <ns1:pt x="81" y="195"/>
                    <ns1:pt x="81" y="195"/>
                    <ns1:pt x="81" y="195"/>
                  </ns1:cubicBezTo>
                  <ns1:cubicBezTo>
                    <ns1:pt x="85" y="203"/>
                    <ns1:pt x="93" y="207"/>
                    <ns1:pt x="101" y="207"/>
                  </ns1:cubicBezTo>
                  <ns1:cubicBezTo>
                    <ns1:pt x="179" y="207"/>
                    <ns1:pt x="179" y="207"/>
                    <ns1:pt x="179" y="207"/>
                  </ns1:cubicBezTo>
                  <ns1:cubicBezTo>
                    <ns1:pt x="188" y="207"/>
                    <ns1:pt x="196" y="203"/>
                    <ns1:pt x="200" y="195"/>
                  </ns1:cubicBezTo>
                  <ns1:cubicBezTo>
                    <ns1:pt x="217" y="161"/>
                    <ns1:pt x="217" y="161"/>
                    <ns1:pt x="217" y="161"/>
                  </ns1:cubicBezTo>
                  <ns1:cubicBezTo>
                    <ns1:pt x="223" y="161"/>
                    <ns1:pt x="223" y="161"/>
                    <ns1:pt x="223" y="161"/>
                  </ns1:cubicBezTo>
                  <ns1:cubicBezTo>
                    <ns1:pt x="236" y="161"/>
                    <ns1:pt x="236" y="161"/>
                    <ns1:pt x="236" y="161"/>
                  </ns1:cubicBezTo>
                  <ns1:cubicBezTo>
                    <ns1:pt x="269" y="161"/>
                    <ns1:pt x="269" y="161"/>
                    <ns1:pt x="269" y="161"/>
                  </ns1:cubicBezTo>
                  <ns1:cubicBezTo>
                    <ns1:pt x="273" y="161"/>
                    <ns1:pt x="276" y="160"/>
                    <ns1:pt x="278" y="157"/>
                  </ns1:cubicBezTo>
                  <ns1:cubicBezTo>
                    <ns1:pt x="280" y="154"/>
                    <ns1:pt x="281" y="150"/>
                    <ns1:pt x="280" y="147"/>
                  </ns1:cubicBezTo>
                  <ns1:cubicBezTo>
                    <ns1:pt x="241" y="9"/>
                    <ns1:pt x="241" y="9"/>
                    <ns1:pt x="241" y="9"/>
                  </ns1:cubicBezTo>
                  <ns1:cubicBezTo>
                    <ns1:pt x="239" y="4"/>
                    <ns1:pt x="235" y="0"/>
                    <ns1:pt x="229" y="0"/>
                  </ns1:cubicBezTo>
                  <ns1:close/>
                  <ns1:moveTo>
                    <ns1:pt x="236" y="138"/>
                  </ns1:moveTo>
                  <ns1:cubicBezTo>
                    <ns1:pt x="217" y="138"/>
                    <ns1:pt x="217" y="138"/>
                    <ns1:pt x="217" y="138"/>
                  </ns1:cubicBezTo>
                  <ns1:cubicBezTo>
                    <ns1:pt x="208" y="138"/>
                    <ns1:pt x="200" y="143"/>
                    <ns1:pt x="196" y="151"/>
                  </ns1:cubicBezTo>
                  <ns1:cubicBezTo>
                    <ns1:pt x="179" y="184"/>
                    <ns1:pt x="179" y="184"/>
                    <ns1:pt x="179" y="184"/>
                  </ns1:cubicBezTo>
                  <ns1:cubicBezTo>
                    <ns1:pt x="101" y="184"/>
                    <ns1:pt x="101" y="184"/>
                    <ns1:pt x="101" y="184"/>
                  </ns1:cubicBezTo>
                  <ns1:cubicBezTo>
                    <ns1:pt x="85" y="151"/>
                    <ns1:pt x="85" y="151"/>
                    <ns1:pt x="85" y="151"/>
                  </ns1:cubicBezTo>
                  <ns1:cubicBezTo>
                    <ns1:pt x="81" y="143"/>
                    <ns1:pt x="73" y="138"/>
                    <ns1:pt x="64" y="138"/>
                  </ns1:cubicBezTo>
                  <ns1:cubicBezTo>
                    <ns1:pt x="45" y="138"/>
                    <ns1:pt x="45" y="138"/>
                    <ns1:pt x="45" y="138"/>
                  </ns1:cubicBezTo>
                  <ns1:cubicBezTo>
                    <ns1:pt x="18" y="138"/>
                    <ns1:pt x="18" y="138"/>
                    <ns1:pt x="18" y="138"/>
                  </ns1:cubicBezTo>
                  <ns1:cubicBezTo>
                    <ns1:pt x="51" y="12"/>
                    <ns1:pt x="51" y="12"/>
                    <ns1:pt x="51" y="12"/>
                  </ns1:cubicBezTo>
                  <ns1:cubicBezTo>
                    <ns1:pt x="229" y="12"/>
                    <ns1:pt x="229" y="12"/>
                    <ns1:pt x="229" y="12"/>
                  </ns1:cubicBezTo>
                  <ns1:cubicBezTo>
                    <ns1:pt x="263" y="138"/>
                    <ns1:pt x="263" y="138"/>
                    <ns1:pt x="263" y="138"/>
                  </ns1:cubicBezTo>
                  <ns1:lnTo>
                    <ns1:pt x="236" y="138"/>
                  </ns1:lnTo>
                  <ns1:close/>
                </ns1:path>
              </ns1:pathLst>
            </ns1:custGeom>
            <ns1:grpFill/>
            <ns1:ln>
              <ns1:noFill/>
            </ns1:ln>
            <ns1:extLst>
              <ns1:ext uri="{91240B29-F687-4f45-9708-019B960494DF}">
                <ns2:hiddenLine w="9525">
                  <ns1:solidFill>
                    <ns1:srgbClr val="000000"/>
                  </ns1:solidFill>
                  <ns1:round/>
                  <ns1:headEnd/>
                  <ns1:tailEnd/>
                </ns2:hiddenLine>
              </ns1:ext>
            </ns1:extLst>
          </ns0:spPr>
          <ns0:txBody>
            <ns1:bodyPr vert="horz" wrap="square" lIns="91440" tIns="45720" rIns="91440" bIns="45720" numCol="1" anchor="t" anchorCtr="0" compatLnSpc="1">
              <ns1:prstTxWarp prst="textNoShape">
                <ns1:avLst/>
              </ns1:prstTxWarp>
            </ns1:bodyPr>
            <ns1:lstStyle/>
            <ns1:p>
              <ns1:endParaRPr lang="id-ID" sz="2700"/>
            </ns1:p>
          </ns0:txBody>
        </ns0:sp>
      </ns0:grpSp>
      <ns0:grpSp>
        <ns0:nvGrpSpPr>
          <ns0:cNvPr id="268" name="Group 267"/>
          <ns0:cNvGrpSpPr/>
          <ns0:nvPr/>
        </ns0:nvGrpSpPr>
        <ns0:grpSpPr>
          <ns1:xfrm>
            <ns1:off x="10489555" y="4369506"/>
            <ns1:ext cx="422173" cy="356663"/>
            <ns1:chOff x="13828713" y="2805113"/>
            <ns1:chExt cx="1381125" cy="1166812"/>
          </ns1:xfrm>
          <ns1:solidFill>
            <ns1:schemeClr val="tx1"/>
          </ns1:solidFill>
        </ns0:grpSpPr>
        <ns0:sp>
          <ns0:nvSpPr>
            <ns0:cNvPr id="269" name="Freeform 10"/>
            <ns0:cNvSpPr>
              <ns1:spLocks noEditPoints="1"/>
            </ns0:cNvSpPr>
            <ns0:nvPr/>
          </ns0:nvSpPr>
          <ns0:spPr bwMode="auto">
            <ns1:xfrm>
              <ns1:off x="14173200" y="3109913"/>
              <ns1:ext cx="690563" cy="690562"/>
            </ns1:xfrm>
            <ns1:custGeom>
              <ns1:avLst/>
              <ns1:gdLst>
                <ns1:gd name="T0" fmla="*/ 92 w 184"/>
                <ns1:gd name="T1" fmla="*/ 0 h 184"/>
                <ns1:gd name="T2" fmla="*/ 0 w 184"/>
                <ns1:gd name="T3" fmla="*/ 92 h 184"/>
                <ns1:gd name="T4" fmla="*/ 92 w 184"/>
                <ns1:gd name="T5" fmla="*/ 184 h 184"/>
                <ns1:gd name="T6" fmla="*/ 184 w 184"/>
                <ns1:gd name="T7" fmla="*/ 92 h 184"/>
                <ns1:gd name="T8" fmla="*/ 92 w 184"/>
                <ns1:gd name="T9" fmla="*/ 0 h 184"/>
                <ns1:gd name="T10" fmla="*/ 144 w 184"/>
                <ns1:gd name="T11" fmla="*/ 137 h 184"/>
                <ns1:gd name="T12" fmla="*/ 47 w 184"/>
                <ns1:gd name="T13" fmla="*/ 144 h 184"/>
                <ns1:gd name="T14" fmla="*/ 39 w 184"/>
                <ns1:gd name="T15" fmla="*/ 47 h 184"/>
                <ns1:gd name="T16" fmla="*/ 137 w 184"/>
                <ns1:gd name="T17" fmla="*/ 39 h 184"/>
                <ns1:gd name="T18" fmla="*/ 144 w 184"/>
                <ns1:gd name="T19" fmla="*/ 137 h 184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  <ns1:cxn ang="0">
                  <ns1:pos x="T14" y="T15"/>
                </ns1:cxn>
                <ns1:cxn ang="0">
                  <ns1:pos x="T16" y="T17"/>
                </ns1:cxn>
                <ns1:cxn ang="0">
                  <ns1:pos x="T18" y="T19"/>
                </ns1:cxn>
              </ns1:cxnLst>
              <ns1:rect l="0" t="0" r="r" b="b"/>
              <ns1:pathLst>
                <ns1:path w="184" h="184">
                  <ns1:moveTo>
                    <ns1:pt x="92" y="0"/>
                  </ns1:moveTo>
                  <ns1:cubicBezTo>
                    <ns1:pt x="41" y="0"/>
                    <ns1:pt x="0" y="41"/>
                    <ns1:pt x="0" y="92"/>
                  </ns1:cubicBezTo>
                  <ns1:cubicBezTo>
                    <ns1:pt x="0" y="143"/>
                    <ns1:pt x="41" y="184"/>
                    <ns1:pt x="92" y="184"/>
                  </ns1:cubicBezTo>
                  <ns1:cubicBezTo>
                    <ns1:pt x="143" y="184"/>
                    <ns1:pt x="184" y="143"/>
                    <ns1:pt x="184" y="92"/>
                  </ns1:cubicBezTo>
                  <ns1:cubicBezTo>
                    <ns1:pt x="184" y="41"/>
                    <ns1:pt x="143" y="0"/>
                    <ns1:pt x="92" y="0"/>
                  </ns1:cubicBezTo>
                  <ns1:close/>
                  <ns1:moveTo>
                    <ns1:pt x="144" y="137"/>
                  </ns1:moveTo>
                  <ns1:cubicBezTo>
                    <ns1:pt x="119" y="166"/>
                    <ns1:pt x="76" y="169"/>
                    <ns1:pt x="47" y="144"/>
                  </ns1:cubicBezTo>
                  <ns1:cubicBezTo>
                    <ns1:pt x="18" y="120"/>
                    <ns1:pt x="15" y="76"/>
                    <ns1:pt x="39" y="47"/>
                  </ns1:cubicBezTo>
                  <ns1:cubicBezTo>
                    <ns1:pt x="64" y="18"/>
                    <ns1:pt x="108" y="15"/>
                    <ns1:pt x="137" y="39"/>
                  </ns1:cubicBezTo>
                  <ns1:cubicBezTo>
                    <ns1:pt x="166" y="64"/>
                    <ns1:pt x="169" y="108"/>
                    <ns1:pt x="144" y="137"/>
                  </ns1:cubicBezTo>
                  <ns1:close/>
                </ns1:path>
              </ns1:pathLst>
            </ns1:custGeom>
            <ns1:grpFill/>
            <ns1:ln>
              <ns1:noFill/>
            </ns1:ln>
            <ns1:extLst>
              <ns1:ext uri="{91240B29-F687-4f45-9708-019B960494DF}">
                <ns2:hiddenLine w="9525">
                  <ns1:solidFill>
                    <ns1:srgbClr val="000000"/>
                  </ns1:solidFill>
                  <ns1:round/>
                  <ns1:headEnd/>
                  <ns1:tailEnd/>
                </ns2:hiddenLine>
              </ns1:ext>
            </ns1:extLst>
          </ns0:spPr>
          <ns0:txBody>
            <ns1:bodyPr vert="horz" wrap="square" lIns="91440" tIns="45720" rIns="91440" bIns="45720" numCol="1" anchor="t" anchorCtr="0" compatLnSpc="1">
              <ns1:prstTxWarp prst="textNoShape">
                <ns1:avLst/>
              </ns1:prstTxWarp>
            </ns1:bodyPr>
            <ns1:lstStyle/>
            <ns1:p>
              <ns1:endParaRPr lang="id-ID" sz="2700"/>
            </ns1:p>
          </ns0:txBody>
        </ns0:sp>
        <ns0:sp>
          <ns0:nvSpPr>
            <ns0:cNvPr id="270" name="Freeform 11"/>
            <ns0:cNvSpPr>
              <ns1:spLocks/>
            </ns0:cNvSpPr>
            <ns0:nvPr/>
          </ns0:nvSpPr>
          <ns0:spPr bwMode="auto">
            <ns1:xfrm>
              <ns1:off x="14346238" y="3281363"/>
              <ns1:ext cx="195263" cy="195262"/>
            </ns1:xfrm>
            <ns1:custGeom>
              <ns1:avLst/>
              <ns1:gdLst>
                <ns1:gd name="T0" fmla="*/ 46 w 52"/>
                <ns1:gd name="T1" fmla="*/ 0 h 52"/>
                <ns1:gd name="T2" fmla="*/ 0 w 52"/>
                <ns1:gd name="T3" fmla="*/ 46 h 52"/>
                <ns1:gd name="T4" fmla="*/ 0 w 52"/>
                <ns1:gd name="T5" fmla="*/ 46 h 52"/>
                <ns1:gd name="T6" fmla="*/ 6 w 52"/>
                <ns1:gd name="T7" fmla="*/ 52 h 52"/>
                <ns1:gd name="T8" fmla="*/ 11 w 52"/>
                <ns1:gd name="T9" fmla="*/ 46 h 52"/>
                <ns1:gd name="T10" fmla="*/ 11 w 52"/>
                <ns1:gd name="T11" fmla="*/ 46 h 52"/>
                <ns1:gd name="T12" fmla="*/ 46 w 52"/>
                <ns1:gd name="T13" fmla="*/ 11 h 52"/>
                <ns1:gd name="T14" fmla="*/ 52 w 52"/>
                <ns1:gd name="T15" fmla="*/ 6 h 52"/>
                <ns1:gd name="T16" fmla="*/ 46 w 52"/>
                <ns1:gd name="T17" fmla="*/ 0 h 52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  <ns1:cxn ang="0">
                  <ns1:pos x="T14" y="T15"/>
                </ns1:cxn>
                <ns1:cxn ang="0">
                  <ns1:pos x="T16" y="T17"/>
                </ns1:cxn>
              </ns1:cxnLst>
              <ns1:rect l="0" t="0" r="r" b="b"/>
              <ns1:pathLst>
                <ns1:path w="52" h="52">
                  <ns1:moveTo>
                    <ns1:pt x="46" y="0"/>
                  </ns1:moveTo>
                  <ns1:cubicBezTo>
                    <ns1:pt x="20" y="0"/>
                    <ns1:pt x="0" y="20"/>
                    <ns1:pt x="0" y="46"/>
                  </ns1:cubicBezTo>
                  <ns1:cubicBezTo>
                    <ns1:pt x="0" y="46"/>
                    <ns1:pt x="0" y="46"/>
                    <ns1:pt x="0" y="46"/>
                  </ns1:cubicBezTo>
                  <ns1:cubicBezTo>
                    <ns1:pt x="0" y="49"/>
                    <ns1:pt x="2" y="52"/>
                    <ns1:pt x="6" y="52"/>
                  </ns1:cubicBezTo>
                  <ns1:cubicBezTo>
                    <ns1:pt x="9" y="52"/>
                    <ns1:pt x="11" y="49"/>
                    <ns1:pt x="11" y="46"/>
                  </ns1:cubicBezTo>
                  <ns1:cubicBezTo>
                    <ns1:pt x="11" y="46"/>
                    <ns1:pt x="11" y="46"/>
                    <ns1:pt x="11" y="46"/>
                  </ns1:cubicBezTo>
                  <ns1:cubicBezTo>
                    <ns1:pt x="11" y="27"/>
                    <ns1:pt x="27" y="11"/>
                    <ns1:pt x="46" y="11"/>
                  </ns1:cubicBezTo>
                  <ns1:cubicBezTo>
                    <ns1:pt x="49" y="11"/>
                    <ns1:pt x="52" y="9"/>
                    <ns1:pt x="52" y="6"/>
                  </ns1:cubicBezTo>
                  <ns1:cubicBezTo>
                    <ns1:pt x="52" y="2"/>
                    <ns1:pt x="49" y="0"/>
                    <ns1:pt x="46" y="0"/>
                  </ns1:cubicBezTo>
                  <ns1:close/>
                </ns1:path>
              </ns1:pathLst>
            </ns1:custGeom>
            <ns1:grpFill/>
            <ns1:ln>
              <ns1:noFill/>
            </ns1:ln>
            <ns1:extLst>
              <ns1:ext uri="{91240B29-F687-4f45-9708-019B960494DF}">
                <ns2:hiddenLine w="9525">
                  <ns1:solidFill>
                    <ns1:srgbClr val="000000"/>
                  </ns1:solidFill>
                  <ns1:round/>
                  <ns1:headEnd/>
                  <ns1:tailEnd/>
                </ns2:hiddenLine>
              </ns1:ext>
            </ns1:extLst>
          </ns0:spPr>
          <ns0:txBody>
            <ns1:bodyPr vert="horz" wrap="square" lIns="91440" tIns="45720" rIns="91440" bIns="45720" numCol="1" anchor="t" anchorCtr="0" compatLnSpc="1">
              <ns1:prstTxWarp prst="textNoShape">
                <ns1:avLst/>
              </ns1:prstTxWarp>
            </ns1:bodyPr>
            <ns1:lstStyle/>
            <ns1:p>
              <ns1:endParaRPr lang="id-ID" sz="2700"/>
            </ns1:p>
          </ns0:txBody>
        </ns0:sp>
        <ns0:sp>
          <ns0:nvSpPr>
            <ns0:cNvPr id="271" name="Freeform 12"/>
            <ns0:cNvSpPr>
              <ns1:spLocks noEditPoints="1"/>
            </ns0:cNvSpPr>
            <ns0:nvPr/>
          </ns0:nvSpPr>
          <ns0:spPr bwMode="auto">
            <ns1:xfrm>
              <ns1:off x="13828713" y="2805113"/>
              <ns1:ext cx="1381125" cy="1166812"/>
            </ns1:xfrm>
            <ns1:custGeom>
              <ns1:avLst/>
              <ns1:gdLst>
                <ns1:gd name="T0" fmla="*/ 339 w 368"/>
                <ns1:gd name="T1" fmla="*/ 70 h 311"/>
                <ns1:gd name="T2" fmla="*/ 289 w 368"/>
                <ns1:gd name="T3" fmla="*/ 61 h 311"/>
                <ns1:gd name="T4" fmla="*/ 273 w 368"/>
                <ns1:gd name="T5" fmla="*/ 22 h 311"/>
                <ns1:gd name="T6" fmla="*/ 241 w 368"/>
                <ns1:gd name="T7" fmla="*/ 0 h 311"/>
                <ns1:gd name="T8" fmla="*/ 126 w 368"/>
                <ns1:gd name="T9" fmla="*/ 0 h 311"/>
                <ns1:gd name="T10" fmla="*/ 94 w 368"/>
                <ns1:gd name="T11" fmla="*/ 22 h 311"/>
                <ns1:gd name="T12" fmla="*/ 78 w 368"/>
                <ns1:gd name="T13" fmla="*/ 61 h 311"/>
                <ns1:gd name="T14" fmla="*/ 29 w 368"/>
                <ns1:gd name="T15" fmla="*/ 70 h 311"/>
                <ns1:gd name="T16" fmla="*/ 0 w 368"/>
                <ns1:gd name="T17" fmla="*/ 104 h 311"/>
                <ns1:gd name="T18" fmla="*/ 0 w 368"/>
                <ns1:gd name="T19" fmla="*/ 277 h 311"/>
                <ns1:gd name="T20" fmla="*/ 34 w 368"/>
                <ns1:gd name="T21" fmla="*/ 311 h 311"/>
                <ns1:gd name="T22" fmla="*/ 333 w 368"/>
                <ns1:gd name="T23" fmla="*/ 311 h 311"/>
                <ns1:gd name="T24" fmla="*/ 368 w 368"/>
                <ns1:gd name="T25" fmla="*/ 277 h 311"/>
                <ns1:gd name="T26" fmla="*/ 368 w 368"/>
                <ns1:gd name="T27" fmla="*/ 104 h 311"/>
                <ns1:gd name="T28" fmla="*/ 339 w 368"/>
                <ns1:gd name="T29" fmla="*/ 70 h 311"/>
                <ns1:gd name="T30" fmla="*/ 345 w 368"/>
                <ns1:gd name="T31" fmla="*/ 277 h 311"/>
                <ns1:gd name="T32" fmla="*/ 333 w 368"/>
                <ns1:gd name="T33" fmla="*/ 288 h 311"/>
                <ns1:gd name="T34" fmla="*/ 34 w 368"/>
                <ns1:gd name="T35" fmla="*/ 288 h 311"/>
                <ns1:gd name="T36" fmla="*/ 23 w 368"/>
                <ns1:gd name="T37" fmla="*/ 277 h 311"/>
                <ns1:gd name="T38" fmla="*/ 23 w 368"/>
                <ns1:gd name="T39" fmla="*/ 104 h 311"/>
                <ns1:gd name="T40" fmla="*/ 32 w 368"/>
                <ns1:gd name="T41" fmla="*/ 92 h 311"/>
                <ns1:gd name="T42" fmla="*/ 95 w 368"/>
                <ns1:gd name="T43" fmla="*/ 82 h 311"/>
                <ns1:gd name="T44" fmla="*/ 116 w 368"/>
                <ns1:gd name="T45" fmla="*/ 31 h 311"/>
                <ns1:gd name="T46" fmla="*/ 126 w 368"/>
                <ns1:gd name="T47" fmla="*/ 23 h 311"/>
                <ns1:gd name="T48" fmla="*/ 241 w 368"/>
                <ns1:gd name="T49" fmla="*/ 23 h 311"/>
                <ns1:gd name="T50" fmla="*/ 252 w 368"/>
                <ns1:gd name="T51" fmla="*/ 31 h 311"/>
                <ns1:gd name="T52" fmla="*/ 273 w 368"/>
                <ns1:gd name="T53" fmla="*/ 82 h 311"/>
                <ns1:gd name="T54" fmla="*/ 335 w 368"/>
                <ns1:gd name="T55" fmla="*/ 92 h 311"/>
                <ns1:gd name="T56" fmla="*/ 345 w 368"/>
                <ns1:gd name="T57" fmla="*/ 104 h 311"/>
                <ns1:gd name="T58" fmla="*/ 345 w 368"/>
                <ns1:gd name="T59" fmla="*/ 277 h 311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  <ns1:cxn ang="0">
                  <ns1:pos x="T14" y="T15"/>
                </ns1:cxn>
                <ns1:cxn ang="0">
                  <ns1:pos x="T16" y="T17"/>
                </ns1:cxn>
                <ns1:cxn ang="0">
                  <ns1:pos x="T18" y="T19"/>
                </ns1:cxn>
                <ns1:cxn ang="0">
                  <ns1:pos x="T20" y="T21"/>
                </ns1:cxn>
                <ns1:cxn ang="0">
                  <ns1:pos x="T22" y="T23"/>
                </ns1:cxn>
                <ns1:cxn ang="0">
                  <ns1:pos x="T24" y="T25"/>
                </ns1:cxn>
                <ns1:cxn ang="0">
                  <ns1:pos x="T26" y="T27"/>
                </ns1:cxn>
                <ns1:cxn ang="0">
                  <ns1:pos x="T28" y="T29"/>
                </ns1:cxn>
                <ns1:cxn ang="0">
                  <ns1:pos x="T30" y="T31"/>
                </ns1:cxn>
                <ns1:cxn ang="0">
                  <ns1:pos x="T32" y="T33"/>
                </ns1:cxn>
                <ns1:cxn ang="0">
                  <ns1:pos x="T34" y="T35"/>
                </ns1:cxn>
                <ns1:cxn ang="0">
                  <ns1:pos x="T36" y="T37"/>
                </ns1:cxn>
                <ns1:cxn ang="0">
                  <ns1:pos x="T38" y="T39"/>
                </ns1:cxn>
                <ns1:cxn ang="0">
                  <ns1:pos x="T40" y="T41"/>
                </ns1:cxn>
                <ns1:cxn ang="0">
                  <ns1:pos x="T42" y="T43"/>
                </ns1:cxn>
                <ns1:cxn ang="0">
                  <ns1:pos x="T44" y="T45"/>
                </ns1:cxn>
                <ns1:cxn ang="0">
                  <ns1:pos x="T46" y="T47"/>
                </ns1:cxn>
                <ns1:cxn ang="0">
                  <ns1:pos x="T48" y="T49"/>
                </ns1:cxn>
                <ns1:cxn ang="0">
                  <ns1:pos x="T50" y="T51"/>
                </ns1:cxn>
                <ns1:cxn ang="0">
                  <ns1:pos x="T52" y="T53"/>
                </ns1:cxn>
                <ns1:cxn ang="0">
                  <ns1:pos x="T54" y="T55"/>
                </ns1:cxn>
                <ns1:cxn ang="0">
                  <ns1:pos x="T56" y="T57"/>
                </ns1:cxn>
                <ns1:cxn ang="0">
                  <ns1:pos x="T58" y="T59"/>
                </ns1:cxn>
              </ns1:cxnLst>
              <ns1:rect l="0" t="0" r="r" b="b"/>
              <ns1:pathLst>
                <ns1:path w="368" h="311">
                  <ns1:moveTo>
                    <ns1:pt x="339" y="70"/>
                  </ns1:moveTo>
                  <ns1:cubicBezTo>
                    <ns1:pt x="289" y="61"/>
                    <ns1:pt x="289" y="61"/>
                    <ns1:pt x="289" y="61"/>
                  </ns1:cubicBezTo>
                  <ns1:cubicBezTo>
                    <ns1:pt x="273" y="22"/>
                    <ns1:pt x="273" y="22"/>
                    <ns1:pt x="273" y="22"/>
                  </ns1:cubicBezTo>
                  <ns1:cubicBezTo>
                    <ns1:pt x="268" y="9"/>
                    <ns1:pt x="256" y="0"/>
                    <ns1:pt x="241" y="0"/>
                  </ns1:cubicBezTo>
                  <ns1:cubicBezTo>
                    <ns1:pt x="126" y="0"/>
                    <ns1:pt x="126" y="0"/>
                    <ns1:pt x="126" y="0"/>
                  </ns1:cubicBezTo>
                  <ns1:cubicBezTo>
                    <ns1:pt x="112" y="0"/>
                    <ns1:pt x="99" y="9"/>
                    <ns1:pt x="94" y="22"/>
                  </ns1:cubicBezTo>
                  <ns1:cubicBezTo>
                    <ns1:pt x="78" y="61"/>
                    <ns1:pt x="78" y="61"/>
                    <ns1:pt x="78" y="61"/>
                  </ns1:cubicBezTo>
                  <ns1:cubicBezTo>
                    <ns1:pt x="29" y="70"/>
                    <ns1:pt x="29" y="70"/>
                    <ns1:pt x="29" y="70"/>
                  </ns1:cubicBezTo>
                  <ns1:cubicBezTo>
                    <ns1:pt x="12" y="73"/>
                    <ns1:pt x="0" y="87"/>
                    <ns1:pt x="0" y="104"/>
                  </ns1:cubicBezTo>
                  <ns1:cubicBezTo>
                    <ns1:pt x="0" y="277"/>
                    <ns1:pt x="0" y="277"/>
                    <ns1:pt x="0" y="277"/>
                  </ns1:cubicBezTo>
                  <ns1:cubicBezTo>
                    <ns1:pt x="0" y="296"/>
                    <ns1:pt x="15" y="311"/>
                    <ns1:pt x="34" y="311"/>
                  </ns1:cubicBezTo>
                  <ns1:cubicBezTo>
                    <ns1:pt x="333" y="311"/>
                    <ns1:pt x="333" y="311"/>
                    <ns1:pt x="333" y="311"/>
                  </ns1:cubicBezTo>
                  <ns1:cubicBezTo>
                    <ns1:pt x="353" y="311"/>
                    <ns1:pt x="368" y="296"/>
                    <ns1:pt x="368" y="277"/>
                  </ns1:cubicBezTo>
                  <ns1:cubicBezTo>
                    <ns1:pt x="368" y="104"/>
                    <ns1:pt x="368" y="104"/>
                    <ns1:pt x="368" y="104"/>
                  </ns1:cubicBezTo>
                  <ns1:cubicBezTo>
                    <ns1:pt x="368" y="87"/>
                    <ns1:pt x="356" y="73"/>
                    <ns1:pt x="339" y="70"/>
                  </ns1:cubicBezTo>
                  <ns1:close/>
                  <ns1:moveTo>
                    <ns1:pt x="345" y="277"/>
                  </ns1:moveTo>
                  <ns1:cubicBezTo>
                    <ns1:pt x="345" y="283"/>
                    <ns1:pt x="340" y="288"/>
                    <ns1:pt x="333" y="288"/>
                  </ns1:cubicBezTo>
                  <ns1:cubicBezTo>
                    <ns1:pt x="34" y="288"/>
                    <ns1:pt x="34" y="288"/>
                    <ns1:pt x="34" y="288"/>
                  </ns1:cubicBezTo>
                  <ns1:cubicBezTo>
                    <ns1:pt x="28" y="288"/>
                    <ns1:pt x="23" y="283"/>
                    <ns1:pt x="23" y="277"/>
                  </ns1:cubicBezTo>
                  <ns1:cubicBezTo>
                    <ns1:pt x="23" y="104"/>
                    <ns1:pt x="23" y="104"/>
                    <ns1:pt x="23" y="104"/>
                  </ns1:cubicBezTo>
                  <ns1:cubicBezTo>
                    <ns1:pt x="23" y="98"/>
                    <ns1:pt x="27" y="93"/>
                    <ns1:pt x="32" y="92"/>
                  </ns1:cubicBezTo>
                  <ns1:cubicBezTo>
                    <ns1:pt x="95" y="82"/>
                    <ns1:pt x="95" y="82"/>
                    <ns1:pt x="95" y="82"/>
                  </ns1:cubicBezTo>
                  <ns1:cubicBezTo>
                    <ns1:pt x="116" y="31"/>
                    <ns1:pt x="116" y="31"/>
                    <ns1:pt x="116" y="31"/>
                  </ns1:cubicBezTo>
                  <ns1:cubicBezTo>
                    <ns1:pt x="117" y="26"/>
                    <ns1:pt x="122" y="23"/>
                    <ns1:pt x="126" y="23"/>
                  </ns1:cubicBezTo>
                  <ns1:cubicBezTo>
                    <ns1:pt x="241" y="23"/>
                    <ns1:pt x="241" y="23"/>
                    <ns1:pt x="241" y="23"/>
                  </ns1:cubicBezTo>
                  <ns1:cubicBezTo>
                    <ns1:pt x="246" y="23"/>
                    <ns1:pt x="250" y="26"/>
                    <ns1:pt x="252" y="31"/>
                  </ns1:cubicBezTo>
                  <ns1:cubicBezTo>
                    <ns1:pt x="273" y="82"/>
                    <ns1:pt x="273" y="82"/>
                    <ns1:pt x="273" y="82"/>
                  </ns1:cubicBezTo>
                  <ns1:cubicBezTo>
                    <ns1:pt x="335" y="92"/>
                    <ns1:pt x="335" y="92"/>
                    <ns1:pt x="335" y="92"/>
                  </ns1:cubicBezTo>
                  <ns1:cubicBezTo>
                    <ns1:pt x="341" y="93"/>
                    <ns1:pt x="345" y="98"/>
                    <ns1:pt x="345" y="104"/>
                  </ns1:cubicBezTo>
                  <ns1:lnTo>
                    <ns1:pt x="345" y="277"/>
                  </ns1:lnTo>
                  <ns1:close/>
                </ns1:path>
              </ns1:pathLst>
            </ns1:custGeom>
            <ns1:grpFill/>
            <ns1:ln>
              <ns1:noFill/>
            </ns1:ln>
            <ns1:extLst>
              <ns1:ext uri="{91240B29-F687-4f45-9708-019B960494DF}">
                <ns2:hiddenLine w="9525">
                  <ns1:solidFill>
                    <ns1:srgbClr val="000000"/>
                  </ns1:solidFill>
                  <ns1:round/>
                  <ns1:headEnd/>
                  <ns1:tailEnd/>
                </ns2:hiddenLine>
              </ns1:ext>
            </ns1:extLst>
          </ns0:spPr>
          <ns0:txBody>
            <ns1:bodyPr vert="horz" wrap="square" lIns="91440" tIns="45720" rIns="91440" bIns="45720" numCol="1" anchor="t" anchorCtr="0" compatLnSpc="1">
              <ns1:prstTxWarp prst="textNoShape">
                <ns1:avLst/>
              </ns1:prstTxWarp>
            </ns1:bodyPr>
            <ns1:lstStyle/>
            <ns1:p>
              <ns1:endParaRPr lang="id-ID" sz="2700"/>
            </ns1:p>
          </ns0:txBody>
        </ns0:sp>
      </ns0:grpSp>
      <ns0:sp>
        <ns0:nvSpPr>
          <ns0:cNvPr id="272" name="Freeform 22"/>
          <ns0:cNvSpPr>
            <ns1:spLocks noEditPoints="1"/>
          </ns0:cNvSpPr>
          <ns0:nvPr/>
        </ns0:nvSpPr>
        <ns0:spPr bwMode="auto">
          <ns1:xfrm>
            <ns1:off x="9517102" y="4393019"/>
            <ns1:ext cx="422173" cy="304256"/>
          </ns1:xfrm>
          <ns1:custGeom>
            <ns1:avLst/>
            <ns1:gdLst>
              <ns1:gd name="T0" fmla="*/ 298 w 368"/>
              <ns1:gd name="T1" fmla="*/ 94 h 265"/>
              <ns1:gd name="T2" fmla="*/ 196 w 368"/>
              <ns1:gd name="T3" fmla="*/ 0 h 265"/>
              <ns1:gd name="T4" fmla="*/ 102 w 368"/>
              <ns1:gd name="T5" fmla="*/ 60 h 265"/>
              <ns1:gd name="T6" fmla="*/ 86 w 368"/>
              <ns1:gd name="T7" fmla="*/ 58 h 265"/>
              <ns1:gd name="T8" fmla="*/ 35 w 368"/>
              <ns1:gd name="T9" fmla="*/ 109 h 265"/>
              <ns1:gd name="T10" fmla="*/ 37 w 368"/>
              <ns1:gd name="T11" fmla="*/ 126 h 265"/>
              <ns1:gd name="T12" fmla="*/ 0 w 368"/>
              <ns1:gd name="T13" fmla="*/ 190 h 265"/>
              <ns1:gd name="T14" fmla="*/ 75 w 368"/>
              <ns1:gd name="T15" fmla="*/ 265 h 265"/>
              <ns1:gd name="T16" fmla="*/ 75 w 368"/>
              <ns1:gd name="T17" fmla="*/ 265 h 265"/>
              <ns1:gd name="T18" fmla="*/ 282 w 368"/>
              <ns1:gd name="T19" fmla="*/ 265 h 265"/>
              <ns1:gd name="T20" fmla="*/ 282 w 368"/>
              <ns1:gd name="T21" fmla="*/ 265 h 265"/>
              <ns1:gd name="T22" fmla="*/ 368 w 368"/>
              <ns1:gd name="T23" fmla="*/ 178 h 265"/>
              <ns1:gd name="T24" fmla="*/ 298 w 368"/>
              <ns1:gd name="T25" fmla="*/ 94 h 265"/>
              <ns1:gd name="T26" fmla="*/ 282 w 368"/>
              <ns1:gd name="T27" fmla="*/ 242 h 265"/>
              <ns1:gd name="T28" fmla="*/ 282 w 368"/>
              <ns1:gd name="T29" fmla="*/ 242 h 265"/>
              <ns1:gd name="T30" fmla="*/ 75 w 368"/>
              <ns1:gd name="T31" fmla="*/ 242 h 265"/>
              <ns1:gd name="T32" fmla="*/ 23 w 368"/>
              <ns1:gd name="T33" fmla="*/ 190 h 265"/>
              <ns1:gd name="T34" fmla="*/ 49 w 368"/>
              <ns1:gd name="T35" fmla="*/ 145 h 265"/>
              <ns1:gd name="T36" fmla="*/ 59 w 368"/>
              <ns1:gd name="T37" fmla="*/ 118 h 265"/>
              <ns1:gd name="T38" fmla="*/ 58 w 368"/>
              <ns1:gd name="T39" fmla="*/ 109 h 265"/>
              <ns1:gd name="T40" fmla="*/ 86 w 368"/>
              <ns1:gd name="T41" fmla="*/ 81 h 265"/>
              <ns1:gd name="T42" fmla="*/ 102 w 368"/>
              <ns1:gd name="T43" fmla="*/ 83 h 265"/>
              <ns1:gd name="T44" fmla="*/ 123 w 368"/>
              <ns1:gd name="T45" fmla="*/ 70 h 265"/>
              <ns1:gd name="T46" fmla="*/ 196 w 368"/>
              <ns1:gd name="T47" fmla="*/ 23 h 265"/>
              <ns1:gd name="T48" fmla="*/ 275 w 368"/>
              <ns1:gd name="T49" fmla="*/ 96 h 265"/>
              <ns1:gd name="T50" fmla="*/ 294 w 368"/>
              <ns1:gd name="T51" fmla="*/ 116 h 265"/>
              <ns1:gd name="T52" fmla="*/ 345 w 368"/>
              <ns1:gd name="T53" fmla="*/ 178 h 265"/>
              <ns1:gd name="T54" fmla="*/ 282 w 368"/>
              <ns1:gd name="T55" fmla="*/ 242 h 265"/>
            </ns1:gdLst>
            <ns1:ahLst/>
            <ns1:cxnLst>
              <ns1:cxn ang="0">
                <ns1:pos x="T0" y="T1"/>
              </ns1:cxn>
              <ns1:cxn ang="0">
                <ns1:pos x="T2" y="T3"/>
              </ns1:cxn>
              <ns1:cxn ang="0">
                <ns1:pos x="T4" y="T5"/>
              </ns1:cxn>
              <ns1:cxn ang="0">
                <ns1:pos x="T6" y="T7"/>
              </ns1:cxn>
              <ns1:cxn ang="0">
                <ns1:pos x="T8" y="T9"/>
              </ns1:cxn>
              <ns1:cxn ang="0">
                <ns1:pos x="T10" y="T11"/>
              </ns1:cxn>
              <ns1:cxn ang="0">
                <ns1:pos x="T12" y="T13"/>
              </ns1:cxn>
              <ns1:cxn ang="0">
                <ns1:pos x="T14" y="T15"/>
              </ns1:cxn>
              <ns1:cxn ang="0">
                <ns1:pos x="T16" y="T17"/>
              </ns1:cxn>
              <ns1:cxn ang="0">
                <ns1:pos x="T18" y="T19"/>
              </ns1:cxn>
              <ns1:cxn ang="0">
                <ns1:pos x="T20" y="T21"/>
              </ns1:cxn>
              <ns1:cxn ang="0">
                <ns1:pos x="T22" y="T23"/>
              </ns1:cxn>
              <ns1:cxn ang="0">
                <ns1:pos x="T24" y="T25"/>
              </ns1:cxn>
              <ns1:cxn ang="0">
                <ns1:pos x="T26" y="T27"/>
              </ns1:cxn>
              <ns1:cxn ang="0">
                <ns1:pos x="T28" y="T29"/>
              </ns1:cxn>
              <ns1:cxn ang="0">
                <ns1:pos x="T30" y="T31"/>
              </ns1:cxn>
              <ns1:cxn ang="0">
                <ns1:pos x="T32" y="T33"/>
              </ns1:cxn>
              <ns1:cxn ang="0">
                <ns1:pos x="T34" y="T35"/>
              </ns1:cxn>
              <ns1:cxn ang="0">
                <ns1:pos x="T36" y="T37"/>
              </ns1:cxn>
              <ns1:cxn ang="0">
                <ns1:pos x="T38" y="T39"/>
              </ns1:cxn>
              <ns1:cxn ang="0">
                <ns1:pos x="T40" y="T41"/>
              </ns1:cxn>
              <ns1:cxn ang="0">
                <ns1:pos x="T42" y="T43"/>
              </ns1:cxn>
              <ns1:cxn ang="0">
                <ns1:pos x="T44" y="T45"/>
              </ns1:cxn>
              <ns1:cxn ang="0">
                <ns1:pos x="T46" y="T47"/>
              </ns1:cxn>
              <ns1:cxn ang="0">
                <ns1:pos x="T48" y="T49"/>
              </ns1:cxn>
              <ns1:cxn ang="0">
                <ns1:pos x="T50" y="T51"/>
              </ns1:cxn>
              <ns1:cxn ang="0">
                <ns1:pos x="T52" y="T53"/>
              </ns1:cxn>
              <ns1:cxn ang="0">
                <ns1:pos x="T54" y="T55"/>
              </ns1:cxn>
            </ns1:cxnLst>
            <ns1:rect l="0" t="0" r="r" b="b"/>
            <ns1:pathLst>
              <ns1:path w="368" h="265">
                <ns1:moveTo>
                  <ns1:pt x="298" y="94"/>
                </ns1:moveTo>
                <ns1:cubicBezTo>
                  <ns1:pt x="293" y="41"/>
                  <ns1:pt x="250" y="0"/>
                  <ns1:pt x="196" y="0"/>
                </ns1:cubicBezTo>
                <ns1:cubicBezTo>
                  <ns1:pt x="154" y="0"/>
                  <ns1:pt x="118" y="25"/>
                  <ns1:pt x="102" y="60"/>
                </ns1:cubicBezTo>
                <ns1:cubicBezTo>
                  <ns1:pt x="97" y="59"/>
                  <ns1:pt x="92" y="58"/>
                  <ns1:pt x="86" y="58"/>
                </ns1:cubicBezTo>
                <ns1:cubicBezTo>
                  <ns1:pt x="58" y="58"/>
                  <ns1:pt x="35" y="81"/>
                  <ns1:pt x="35" y="109"/>
                </ns1:cubicBezTo>
                <ns1:cubicBezTo>
                  <ns1:pt x="35" y="115"/>
                  <ns1:pt x="36" y="120"/>
                  <ns1:pt x="37" y="126"/>
                </ns1:cubicBezTo>
                <ns1:cubicBezTo>
                  <ns1:pt x="15" y="139"/>
                  <ns1:pt x="0" y="162"/>
                  <ns1:pt x="0" y="190"/>
                </ns1:cubicBezTo>
                <ns1:cubicBezTo>
                  <ns1:pt x="0" y="231"/>
                  <ns1:pt x="34" y="265"/>
                  <ns1:pt x="75" y="265"/>
                </ns1:cubicBezTo>
                <ns1:cubicBezTo>
                  <ns1:pt x="75" y="265"/>
                  <ns1:pt x="75" y="265"/>
                  <ns1:pt x="75" y="265"/>
                </ns1:cubicBezTo>
                <ns1:cubicBezTo>
                  <ns1:pt x="282" y="265"/>
                  <ns1:pt x="282" y="265"/>
                  <ns1:pt x="282" y="265"/>
                </ns1:cubicBezTo>
                <ns1:cubicBezTo>
                  <ns1:pt x="282" y="265"/>
                  <ns1:pt x="282" y="265"/>
                  <ns1:pt x="282" y="265"/>
                </ns1:cubicBezTo>
                <ns1:cubicBezTo>
                  <ns1:pt x="330" y="265"/>
                  <ns1:pt x="368" y="226"/>
                  <ns1:pt x="368" y="178"/>
                </ns1:cubicBezTo>
                <ns1:cubicBezTo>
                  <ns1:pt x="368" y="136"/>
                  <ns1:pt x="338" y="101"/>
                  <ns1:pt x="298" y="94"/>
                </ns1:cubicBezTo>
                <ns1:close/>
                <ns1:moveTo>
                  <ns1:pt x="282" y="242"/>
                </ns1:moveTo>
                <ns1:cubicBezTo>
                  <ns1:pt x="282" y="242"/>
                  <ns1:pt x="282" y="242"/>
                  <ns1:pt x="282" y="242"/>
                </ns1:cubicBezTo>
                <ns1:cubicBezTo>
                  <ns1:pt x="75" y="242"/>
                  <ns1:pt x="75" y="242"/>
                  <ns1:pt x="75" y="242"/>
                </ns1:cubicBezTo>
                <ns1:cubicBezTo>
                  <ns1:pt x="46" y="242"/>
                  <ns1:pt x="23" y="219"/>
                  <ns1:pt x="23" y="190"/>
                </ns1:cubicBezTo>
                <ns1:cubicBezTo>
                  <ns1:pt x="23" y="172"/>
                  <ns1:pt x="33" y="155"/>
                  <ns1:pt x="49" y="145"/>
                </ns1:cubicBezTo>
                <ns1:cubicBezTo>
                  <ns1:pt x="65" y="136"/>
                  <ns1:pt x="66" y="135"/>
                  <ns1:pt x="59" y="118"/>
                </ns1:cubicBezTo>
                <ns1:cubicBezTo>
                  <ns1:pt x="58" y="115"/>
                  <ns1:pt x="58" y="112"/>
                  <ns1:pt x="58" y="109"/>
                </ns1:cubicBezTo>
                <ns1:cubicBezTo>
                  <ns1:pt x="58" y="94"/>
                  <ns1:pt x="70" y="81"/>
                  <ns1:pt x="86" y="81"/>
                </ns1:cubicBezTo>
                <ns1:cubicBezTo>
                  <ns1:pt x="86" y="81"/>
                  <ns1:pt x="94" y="80"/>
                  <ns1:pt x="102" y="83"/>
                </ns1:cubicBezTo>
                <ns1:cubicBezTo>
                  <ns1:pt x="115" y="89"/>
                  <ns1:pt x="117" y="83"/>
                  <ns1:pt x="123" y="70"/>
                </ns1:cubicBezTo>
                <ns1:cubicBezTo>
                  <ns1:pt x="136" y="41"/>
                  <ns1:pt x="165" y="23"/>
                  <ns1:pt x="196" y="23"/>
                </ns1:cubicBezTo>
                <ns1:cubicBezTo>
                  <ns1:pt x="237" y="23"/>
                  <ns1:pt x="271" y="54"/>
                  <ns1:pt x="275" y="96"/>
                </ns1:cubicBezTo>
                <ns1:cubicBezTo>
                  <ns1:pt x="277" y="112"/>
                  <ns1:pt x="277" y="112"/>
                  <ns1:pt x="294" y="116"/>
                </ns1:cubicBezTo>
                <ns1:cubicBezTo>
                  <ns1:pt x="324" y="122"/>
                  <ns1:pt x="345" y="148"/>
                  <ns1:pt x="345" y="178"/>
                </ns1:cubicBezTo>
                <ns1:cubicBezTo>
                  <ns1:pt x="345" y="213"/>
                  <ns1:pt x="317" y="242"/>
                  <ns1:pt x="282" y="242"/>
                </ns1:cubicBezTo>
                <ns1:close/>
              </ns1:path>
            </ns1:pathLst>
          </ns1:custGeom>
          <ns1:solidFill>
            <ns1:schemeClr val="tx1"/>
          </ns1:solidFill>
          <ns1:ln>
            <ns1:noFill/>
          </ns1:ln>
        </ns0:spPr>
        <ns0:txBody>
          <ns1:bodyPr vert="horz" wrap="square" lIns="91440" tIns="45720" rIns="91440" bIns="45720" numCol="1" anchor="t" anchorCtr="0" compatLnSpc="1">
            <ns1:prstTxWarp prst="textNoShape">
              <ns1:avLst/>
            </ns1:prstTxWarp>
          </ns1:bodyPr>
          <ns1:lstStyle/>
          <ns1:p>
            <ns1:endParaRPr lang="id-ID" sz="2700"/>
          </ns1:p>
        </ns0:txBody>
      </ns0:sp>
      <ns0:sp>
        <ns0:nvSpPr>
          <ns0:cNvPr id="273" name="Freeform 136"/>
          <ns0:cNvSpPr>
            <ns1:spLocks noEditPoints="1"/>
          </ns0:cNvSpPr>
          <ns0:nvPr/>
        </ns0:nvSpPr>
        <ns0:spPr bwMode="auto">
          <ns1:xfrm>
            <ns1:off x="7492663" y="4426530"/>
            <ns1:ext cx="428916" cy="294438"/>
          </ns1:xfrm>
          <ns1:custGeom>
            <ns1:avLst/>
            <ns1:gdLst>
              <ns1:gd name="T0" fmla="*/ 120 w 128"/>
              <ns1:gd name="T1" fmla="*/ 4 h 88"/>
              <ns1:gd name="T2" fmla="*/ 116 w 128"/>
              <ns1:gd name="T3" fmla="*/ 4 h 88"/>
              <ns1:gd name="T4" fmla="*/ 111 w 128"/>
              <ns1:gd name="T5" fmla="*/ 6 h 88"/>
              <ns1:gd name="T6" fmla="*/ 100 w 128"/>
              <ns1:gd name="T7" fmla="*/ 17 h 88"/>
              <ns1:gd name="T8" fmla="*/ 100 w 128"/>
              <ns1:gd name="T9" fmla="*/ 12 h 88"/>
              <ns1:gd name="T10" fmla="*/ 88 w 128"/>
              <ns1:gd name="T11" fmla="*/ 0 h 88"/>
              <ns1:gd name="T12" fmla="*/ 12 w 128"/>
              <ns1:gd name="T13" fmla="*/ 0 h 88"/>
              <ns1:gd name="T14" fmla="*/ 0 w 128"/>
              <ns1:gd name="T15" fmla="*/ 12 h 88"/>
              <ns1:gd name="T16" fmla="*/ 0 w 128"/>
              <ns1:gd name="T17" fmla="*/ 40 h 88"/>
              <ns1:gd name="T18" fmla="*/ 0 w 128"/>
              <ns1:gd name="T19" fmla="*/ 76 h 88"/>
              <ns1:gd name="T20" fmla="*/ 12 w 128"/>
              <ns1:gd name="T21" fmla="*/ 88 h 88"/>
              <ns1:gd name="T22" fmla="*/ 88 w 128"/>
              <ns1:gd name="T23" fmla="*/ 88 h 88"/>
              <ns1:gd name="T24" fmla="*/ 100 w 128"/>
              <ns1:gd name="T25" fmla="*/ 76 h 88"/>
              <ns1:gd name="T26" fmla="*/ 100 w 128"/>
              <ns1:gd name="T27" fmla="*/ 71 h 88"/>
              <ns1:gd name="T28" fmla="*/ 111 w 128"/>
              <ns1:gd name="T29" fmla="*/ 82 h 88"/>
              <ns1:gd name="T30" fmla="*/ 116 w 128"/>
              <ns1:gd name="T31" fmla="*/ 84 h 88"/>
              <ns1:gd name="T32" fmla="*/ 120 w 128"/>
              <ns1:gd name="T33" fmla="*/ 84 h 88"/>
              <ns1:gd name="T34" fmla="*/ 128 w 128"/>
              <ns1:gd name="T35" fmla="*/ 76 h 88"/>
              <ns1:gd name="T36" fmla="*/ 128 w 128"/>
              <ns1:gd name="T37" fmla="*/ 12 h 88"/>
              <ns1:gd name="T38" fmla="*/ 120 w 128"/>
              <ns1:gd name="T39" fmla="*/ 4 h 88"/>
              <ns1:gd name="T40" fmla="*/ 12 w 128"/>
              <ns1:gd name="T41" fmla="*/ 80 h 88"/>
              <ns1:gd name="T42" fmla="*/ 8 w 128"/>
              <ns1:gd name="T43" fmla="*/ 76 h 88"/>
              <ns1:gd name="T44" fmla="*/ 8 w 128"/>
              <ns1:gd name="T45" fmla="*/ 12 h 88"/>
              <ns1:gd name="T46" fmla="*/ 12 w 128"/>
              <ns1:gd name="T47" fmla="*/ 8 h 88"/>
              <ns1:gd name="T48" fmla="*/ 88 w 128"/>
              <ns1:gd name="T49" fmla="*/ 8 h 88"/>
              <ns1:gd name="T50" fmla="*/ 92 w 128"/>
              <ns1:gd name="T51" fmla="*/ 12 h 88"/>
              <ns1:gd name="T52" fmla="*/ 92 w 128"/>
              <ns1:gd name="T53" fmla="*/ 76 h 88"/>
              <ns1:gd name="T54" fmla="*/ 88 w 128"/>
              <ns1:gd name="T55" fmla="*/ 80 h 88"/>
              <ns1:gd name="T56" fmla="*/ 12 w 128"/>
              <ns1:gd name="T57" fmla="*/ 80 h 88"/>
              <ns1:gd name="T58" fmla="*/ 120 w 128"/>
              <ns1:gd name="T59" fmla="*/ 76 h 88"/>
              <ns1:gd name="T60" fmla="*/ 116 w 128"/>
              <ns1:gd name="T61" fmla="*/ 76 h 88"/>
              <ns1:gd name="T62" fmla="*/ 116 w 128"/>
              <ns1:gd name="T63" fmla="*/ 76 h 88"/>
              <ns1:gd name="T64" fmla="*/ 100 w 128"/>
              <ns1:gd name="T65" fmla="*/ 60 h 88"/>
              <ns1:gd name="T66" fmla="*/ 100 w 128"/>
              <ns1:gd name="T67" fmla="*/ 60 h 88"/>
              <ns1:gd name="T68" fmla="*/ 96 w 128"/>
              <ns1:gd name="T69" fmla="*/ 56 h 88"/>
              <ns1:gd name="T70" fmla="*/ 96 w 128"/>
              <ns1:gd name="T71" fmla="*/ 32 h 88"/>
              <ns1:gd name="T72" fmla="*/ 116 w 128"/>
              <ns1:gd name="T73" fmla="*/ 12 h 88"/>
              <ns1:gd name="T74" fmla="*/ 116 w 128"/>
              <ns1:gd name="T75" fmla="*/ 12 h 88"/>
              <ns1:gd name="T76" fmla="*/ 120 w 128"/>
              <ns1:gd name="T77" fmla="*/ 12 h 88"/>
              <ns1:gd name="T78" fmla="*/ 120 w 128"/>
              <ns1:gd name="T79" fmla="*/ 76 h 88"/>
            </ns1:gdLst>
            <ns1:ahLst/>
            <ns1:cxnLst>
              <ns1:cxn ang="0">
                <ns1:pos x="T0" y="T1"/>
              </ns1:cxn>
              <ns1:cxn ang="0">
                <ns1:pos x="T2" y="T3"/>
              </ns1:cxn>
              <ns1:cxn ang="0">
                <ns1:pos x="T4" y="T5"/>
              </ns1:cxn>
              <ns1:cxn ang="0">
                <ns1:pos x="T6" y="T7"/>
              </ns1:cxn>
              <ns1:cxn ang="0">
                <ns1:pos x="T8" y="T9"/>
              </ns1:cxn>
              <ns1:cxn ang="0">
                <ns1:pos x="T10" y="T11"/>
              </ns1:cxn>
              <ns1:cxn ang="0">
                <ns1:pos x="T12" y="T13"/>
              </ns1:cxn>
              <ns1:cxn ang="0">
                <ns1:pos x="T14" y="T15"/>
              </ns1:cxn>
              <ns1:cxn ang="0">
                <ns1:pos x="T16" y="T17"/>
              </ns1:cxn>
              <ns1:cxn ang="0">
                <ns1:pos x="T18" y="T19"/>
              </ns1:cxn>
              <ns1:cxn ang="0">
                <ns1:pos x="T20" y="T21"/>
              </ns1:cxn>
              <ns1:cxn ang="0">
                <ns1:pos x="T22" y="T23"/>
              </ns1:cxn>
              <ns1:cxn ang="0">
                <ns1:pos x="T24" y="T25"/>
              </ns1:cxn>
              <ns1:cxn ang="0">
                <ns1:pos x="T26" y="T27"/>
              </ns1:cxn>
              <ns1:cxn ang="0">
                <ns1:pos x="T28" y="T29"/>
              </ns1:cxn>
              <ns1:cxn ang="0">
                <ns1:pos x="T30" y="T31"/>
              </ns1:cxn>
              <ns1:cxn ang="0">
                <ns1:pos x="T32" y="T33"/>
              </ns1:cxn>
              <ns1:cxn ang="0">
                <ns1:pos x="T34" y="T35"/>
              </ns1:cxn>
              <ns1:cxn ang="0">
                <ns1:pos x="T36" y="T37"/>
              </ns1:cxn>
              <ns1:cxn ang="0">
                <ns1:pos x="T38" y="T39"/>
              </ns1:cxn>
              <ns1:cxn ang="0">
                <ns1:pos x="T40" y="T41"/>
              </ns1:cxn>
              <ns1:cxn ang="0">
                <ns1:pos x="T42" y="T43"/>
              </ns1:cxn>
              <ns1:cxn ang="0">
                <ns1:pos x="T44" y="T45"/>
              </ns1:cxn>
              <ns1:cxn ang="0">
                <ns1:pos x="T46" y="T47"/>
              </ns1:cxn>
              <ns1:cxn ang="0">
                <ns1:pos x="T48" y="T49"/>
              </ns1:cxn>
              <ns1:cxn ang="0">
                <ns1:pos x="T50" y="T51"/>
              </ns1:cxn>
              <ns1:cxn ang="0">
                <ns1:pos x="T52" y="T53"/>
              </ns1:cxn>
              <ns1:cxn ang="0">
                <ns1:pos x="T54" y="T55"/>
              </ns1:cxn>
              <ns1:cxn ang="0">
                <ns1:pos x="T56" y="T57"/>
              </ns1:cxn>
              <ns1:cxn ang="0">
                <ns1:pos x="T58" y="T59"/>
              </ns1:cxn>
              <ns1:cxn ang="0">
                <ns1:pos x="T60" y="T61"/>
              </ns1:cxn>
              <ns1:cxn ang="0">
                <ns1:pos x="T62" y="T63"/>
              </ns1:cxn>
              <ns1:cxn ang="0">
                <ns1:pos x="T64" y="T65"/>
              </ns1:cxn>
              <ns1:cxn ang="0">
                <ns1:pos x="T66" y="T67"/>
              </ns1:cxn>
              <ns1:cxn ang="0">
                <ns1:pos x="T68" y="T69"/>
              </ns1:cxn>
              <ns1:cxn ang="0">
                <ns1:pos x="T70" y="T71"/>
              </ns1:cxn>
              <ns1:cxn ang="0">
                <ns1:pos x="T72" y="T73"/>
              </ns1:cxn>
              <ns1:cxn ang="0">
                <ns1:pos x="T74" y="T75"/>
              </ns1:cxn>
              <ns1:cxn ang="0">
                <ns1:pos x="T76" y="T77"/>
              </ns1:cxn>
              <ns1:cxn ang="0">
                <ns1:pos x="T78" y="T79"/>
              </ns1:cxn>
            </ns1:cxnLst>
            <ns1:rect l="0" t="0" r="r" b="b"/>
            <ns1:pathLst>
              <ns1:path w="128" h="88">
                <ns1:moveTo>
                  <ns1:pt x="120" y="4"/>
                </ns1:moveTo>
                <ns1:cubicBezTo>
                  <ns1:pt x="116" y="4"/>
                  <ns1:pt x="116" y="4"/>
                  <ns1:pt x="116" y="4"/>
                </ns1:cubicBezTo>
                <ns1:cubicBezTo>
                  <ns1:pt x="114" y="4"/>
                  <ns1:pt x="112" y="5"/>
                  <ns1:pt x="111" y="6"/>
                </ns1:cubicBezTo>
                <ns1:cubicBezTo>
                  <ns1:pt x="100" y="17"/>
                  <ns1:pt x="100" y="17"/>
                  <ns1:pt x="100" y="17"/>
                </ns1:cubicBezTo>
                <ns1:cubicBezTo>
                  <ns1:pt x="100" y="12"/>
                  <ns1:pt x="100" y="12"/>
                  <ns1:pt x="100" y="12"/>
                </ns1:cubicBezTo>
                <ns1:cubicBezTo>
                  <ns1:pt x="100" y="5"/>
                  <ns1:pt x="95" y="0"/>
                  <ns1:pt x="88" y="0"/>
                </ns1:cubicBezTo>
                <ns1:cubicBezTo>
                  <ns1:pt x="12" y="0"/>
                  <ns1:pt x="12" y="0"/>
                  <ns1:pt x="12" y="0"/>
                </ns1:cubicBezTo>
                <ns1:cubicBezTo>
                  <ns1:pt x="5" y="0"/>
                  <ns1:pt x="0" y="5"/>
                  <ns1:pt x="0" y="12"/>
                </ns1:cubicBezTo>
                <ns1:cubicBezTo>
                  <ns1:pt x="0" y="40"/>
                  <ns1:pt x="0" y="40"/>
                  <ns1:pt x="0" y="40"/>
                </ns1:cubicBezTo>
                <ns1:cubicBezTo>
                  <ns1:pt x="0" y="76"/>
                  <ns1:pt x="0" y="76"/>
                  <ns1:pt x="0" y="76"/>
                </ns1:cubicBezTo>
                <ns1:cubicBezTo>
                  <ns1:pt x="0" y="83"/>
                  <ns1:pt x="5" y="88"/>
                  <ns1:pt x="12" y="88"/>
                </ns1:cubicBezTo>
                <ns1:cubicBezTo>
                  <ns1:pt x="88" y="88"/>
                  <ns1:pt x="88" y="88"/>
                  <ns1:pt x="88" y="88"/>
                </ns1:cubicBezTo>
                <ns1:cubicBezTo>
                  <ns1:pt x="95" y="88"/>
                  <ns1:pt x="100" y="83"/>
                  <ns1:pt x="100" y="76"/>
                </ns1:cubicBezTo>
                <ns1:cubicBezTo>
                  <ns1:pt x="100" y="71"/>
                  <ns1:pt x="100" y="71"/>
                  <ns1:pt x="100" y="71"/>
                </ns1:cubicBezTo>
                <ns1:cubicBezTo>
                  <ns1:pt x="111" y="82"/>
                  <ns1:pt x="111" y="82"/>
                  <ns1:pt x="111" y="82"/>
                </ns1:cubicBezTo>
                <ns1:cubicBezTo>
                  <ns1:pt x="112" y="83"/>
                  <ns1:pt x="114" y="84"/>
                  <ns1:pt x="116" y="84"/>
                </ns1:cubicBezTo>
                <ns1:cubicBezTo>
                  <ns1:pt x="120" y="84"/>
                  <ns1:pt x="120" y="84"/>
                  <ns1:pt x="120" y="84"/>
                </ns1:cubicBezTo>
                <ns1:cubicBezTo>
                  <ns1:pt x="124" y="84"/>
                  <ns1:pt x="128" y="81"/>
                  <ns1:pt x="128" y="76"/>
                </ns1:cubicBezTo>
                <ns1:cubicBezTo>
                  <ns1:pt x="128" y="12"/>
                  <ns1:pt x="128" y="12"/>
                  <ns1:pt x="128" y="12"/>
                </ns1:cubicBezTo>
                <ns1:cubicBezTo>
                  <ns1:pt x="128" y="8"/>
                  <ns1:pt x="124" y="4"/>
                  <ns1:pt x="120" y="4"/>
                </ns1:cubicBezTo>
                <ns1:close/>
                <ns1:moveTo>
                  <ns1:pt x="12" y="80"/>
                </ns1:moveTo>
                <ns1:cubicBezTo>
                  <ns1:pt x="10" y="80"/>
                  <ns1:pt x="8" y="78"/>
                  <ns1:pt x="8" y="76"/>
                </ns1:cubicBezTo>
                <ns1:cubicBezTo>
                  <ns1:pt x="8" y="12"/>
                  <ns1:pt x="8" y="12"/>
                  <ns1:pt x="8" y="12"/>
                </ns1:cubicBezTo>
                <ns1:cubicBezTo>
                  <ns1:pt x="8" y="10"/>
                  <ns1:pt x="10" y="8"/>
                  <ns1:pt x="12" y="8"/>
                </ns1:cubicBezTo>
                <ns1:cubicBezTo>
                  <ns1:pt x="88" y="8"/>
                  <ns1:pt x="88" y="8"/>
                  <ns1:pt x="88" y="8"/>
                </ns1:cubicBezTo>
                <ns1:cubicBezTo>
                  <ns1:pt x="90" y="8"/>
                  <ns1:pt x="92" y="10"/>
                  <ns1:pt x="92" y="12"/>
                </ns1:cubicBezTo>
                <ns1:cubicBezTo>
                  <ns1:pt x="92" y="76"/>
                  <ns1:pt x="92" y="76"/>
                  <ns1:pt x="92" y="76"/>
                </ns1:cubicBezTo>
                <ns1:cubicBezTo>
                  <ns1:pt x="92" y="78"/>
                  <ns1:pt x="90" y="80"/>
                  <ns1:pt x="88" y="80"/>
                </ns1:cubicBezTo>
                <ns1:lnTo>
                  <ns1:pt x="12" y="80"/>
                </ns1:lnTo>
                <ns1:close/>
                <ns1:moveTo>
                  <ns1:pt x="120" y="76"/>
                </ns1:moveTo>
                <ns1:cubicBezTo>
                  <ns1:pt x="116" y="76"/>
                  <ns1:pt x="116" y="76"/>
                  <ns1:pt x="116" y="76"/>
                </ns1:cubicBezTo>
                <ns1:cubicBezTo>
                  <ns1:pt x="116" y="76"/>
                  <ns1:pt x="116" y="76"/>
                  <ns1:pt x="116" y="76"/>
                </ns1:cubicBezTo>
                <ns1:cubicBezTo>
                  <ns1:pt x="100" y="60"/>
                  <ns1:pt x="100" y="60"/>
                  <ns1:pt x="100" y="60"/>
                </ns1:cubicBezTo>
                <ns1:cubicBezTo>
                  <ns1:pt x="100" y="60"/>
                  <ns1:pt x="100" y="60"/>
                  <ns1:pt x="100" y="60"/>
                </ns1:cubicBezTo>
                <ns1:cubicBezTo>
                  <ns1:pt x="96" y="56"/>
                  <ns1:pt x="96" y="56"/>
                  <ns1:pt x="96" y="56"/>
                </ns1:cubicBezTo>
                <ns1:cubicBezTo>
                  <ns1:pt x="96" y="32"/>
                  <ns1:pt x="96" y="32"/>
                  <ns1:pt x="96" y="32"/>
                </ns1:cubicBezTo>
                <ns1:cubicBezTo>
                  <ns1:pt x="116" y="12"/>
                  <ns1:pt x="116" y="12"/>
                  <ns1:pt x="116" y="12"/>
                </ns1:cubicBezTo>
                <ns1:cubicBezTo>
                  <ns1:pt x="116" y="12"/>
                  <ns1:pt x="116" y="12"/>
                  <ns1:pt x="116" y="12"/>
                </ns1:cubicBezTo>
                <ns1:cubicBezTo>
                  <ns1:pt x="120" y="12"/>
                  <ns1:pt x="120" y="12"/>
                  <ns1:pt x="120" y="12"/>
                </ns1:cubicBezTo>
                <ns1:lnTo>
                  <ns1:pt x="120" y="76"/>
                </ns1:lnTo>
                <ns1:close/>
              </ns1:path>
            </ns1:pathLst>
          </ns1:custGeom>
          <ns1:solidFill>
            <ns1:schemeClr val="tx1"/>
          </ns1:solidFill>
          <ns1:ln>
            <ns1:noFill/>
          </ns1:ln>
          <ns1:extLst/>
        </ns0:spPr>
        <ns0:txBody>
          <ns1:bodyPr vert="horz" wrap="square" lIns="91440" tIns="45720" rIns="91440" bIns="45720" numCol="1" anchor="t" anchorCtr="0" compatLnSpc="1">
            <ns1:prstTxWarp prst="textNoShape">
              <ns1:avLst/>
            </ns1:prstTxWarp>
          </ns1:bodyPr>
          <ns1:lstStyle/>
          <ns1:p>
            <ns1:endParaRPr lang="id-ID" sz="2700"/>
          </ns1:p>
        </ns0:txBody>
      </ns0:sp>
      <ns0:grpSp>
        <ns0:nvGrpSpPr>
          <ns0:cNvPr id="274" name="Group 273"/>
          <ns0:cNvGrpSpPr/>
          <ns0:nvPr/>
        </ns0:nvGrpSpPr>
        <ns0:grpSpPr>
          <ns1:xfrm>
            <ns1:off x="1259515" y="5234333"/>
            <ns1:ext cx="417197" cy="364703"/>
            <ns1:chOff x="9344026" y="4030663"/>
            <ns1:chExt cx="239713" cy="209551"/>
          </ns1:xfrm>
          <ns1:solidFill>
            <ns1:schemeClr val="tx1"/>
          </ns1:solidFill>
        </ns0:grpSpPr>
        <ns0:sp>
          <ns0:nvSpPr>
            <ns0:cNvPr id="275" name="Freeform 173"/>
            <ns0:cNvSpPr>
              <ns1:spLocks/>
            </ns0:cNvSpPr>
            <ns0:nvPr/>
          </ns0:nvSpPr>
          <ns0:spPr bwMode="auto">
            <ns1:xfrm>
              <ns1:off x="9344026" y="4030663"/>
              <ns1:ext cx="239713" cy="179388"/>
            </ns1:xfrm>
            <ns1:custGeom>
              <ns1:avLst/>
              <ns1:gdLst>
                <ns1:gd name="T0" fmla="*/ 56 w 64"/>
                <ns1:gd name="T1" fmla="*/ 18 h 48"/>
                <ns1:gd name="T2" fmla="*/ 56 w 64"/>
                <ns1:gd name="T3" fmla="*/ 18 h 48"/>
                <ns1:gd name="T4" fmla="*/ 38 w 64"/>
                <ns1:gd name="T5" fmla="*/ 0 h 48"/>
                <ns1:gd name="T6" fmla="*/ 22 w 64"/>
                <ns1:gd name="T7" fmla="*/ 9 h 48"/>
                <ns1:gd name="T8" fmla="*/ 18 w 64"/>
                <ns1:gd name="T9" fmla="*/ 8 h 48"/>
                <ns1:gd name="T10" fmla="*/ 8 w 64"/>
                <ns1:gd name="T11" fmla="*/ 18 h 48"/>
                <ns1:gd name="T12" fmla="*/ 8 w 64"/>
                <ns1:gd name="T13" fmla="*/ 18 h 48"/>
                <ns1:gd name="T14" fmla="*/ 0 w 64"/>
                <ns1:gd name="T15" fmla="*/ 32 h 48"/>
                <ns1:gd name="T16" fmla="*/ 16 w 64"/>
                <ns1:gd name="T17" fmla="*/ 48 h 48"/>
                <ns1:gd name="T18" fmla="*/ 20 w 64"/>
                <ns1:gd name="T19" fmla="*/ 48 h 48"/>
                <ns1:gd name="T20" fmla="*/ 20 w 64"/>
                <ns1:gd name="T21" fmla="*/ 44 h 48"/>
                <ns1:gd name="T22" fmla="*/ 16 w 64"/>
                <ns1:gd name="T23" fmla="*/ 44 h 48"/>
                <ns1:gd name="T24" fmla="*/ 4 w 64"/>
                <ns1:gd name="T25" fmla="*/ 32 h 48"/>
                <ns1:gd name="T26" fmla="*/ 10 w 64"/>
                <ns1:gd name="T27" fmla="*/ 22 h 48"/>
                <ns1:gd name="T28" fmla="*/ 12 w 64"/>
                <ns1:gd name="T29" fmla="*/ 21 h 48"/>
                <ns1:gd name="T30" fmla="*/ 12 w 64"/>
                <ns1:gd name="T31" fmla="*/ 18 h 48"/>
                <ns1:gd name="T32" fmla="*/ 12 w 64"/>
                <ns1:gd name="T33" fmla="*/ 18 h 48"/>
                <ns1:gd name="T34" fmla="*/ 18 w 64"/>
                <ns1:gd name="T35" fmla="*/ 12 h 48"/>
                <ns1:gd name="T36" fmla="*/ 21 w 64"/>
                <ns1:gd name="T37" fmla="*/ 13 h 48"/>
                <ns1:gd name="T38" fmla="*/ 24 w 64"/>
                <ns1:gd name="T39" fmla="*/ 14 h 48"/>
                <ns1:gd name="T40" fmla="*/ 26 w 64"/>
                <ns1:gd name="T41" fmla="*/ 11 h 48"/>
                <ns1:gd name="T42" fmla="*/ 38 w 64"/>
                <ns1:gd name="T43" fmla="*/ 4 h 48"/>
                <ns1:gd name="T44" fmla="*/ 52 w 64"/>
                <ns1:gd name="T45" fmla="*/ 18 h 48"/>
                <ns1:gd name="T46" fmla="*/ 52 w 64"/>
                <ns1:gd name="T47" fmla="*/ 18 h 48"/>
                <ns1:gd name="T48" fmla="*/ 52 w 64"/>
                <ns1:gd name="T49" fmla="*/ 21 h 48"/>
                <ns1:gd name="T50" fmla="*/ 54 w 64"/>
                <ns1:gd name="T51" fmla="*/ 22 h 48"/>
                <ns1:gd name="T52" fmla="*/ 60 w 64"/>
                <ns1:gd name="T53" fmla="*/ 32 h 48"/>
                <ns1:gd name="T54" fmla="*/ 48 w 64"/>
                <ns1:gd name="T55" fmla="*/ 44 h 48"/>
                <ns1:gd name="T56" fmla="*/ 44 w 64"/>
                <ns1:gd name="T57" fmla="*/ 44 h 48"/>
                <ns1:gd name="T58" fmla="*/ 44 w 64"/>
                <ns1:gd name="T59" fmla="*/ 48 h 48"/>
                <ns1:gd name="T60" fmla="*/ 48 w 64"/>
                <ns1:gd name="T61" fmla="*/ 48 h 48"/>
                <ns1:gd name="T62" fmla="*/ 64 w 64"/>
                <ns1:gd name="T63" fmla="*/ 32 h 48"/>
                <ns1:gd name="T64" fmla="*/ 56 w 64"/>
                <ns1:gd name="T65" fmla="*/ 18 h 48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  <ns1:cxn ang="0">
                  <ns1:pos x="T14" y="T15"/>
                </ns1:cxn>
                <ns1:cxn ang="0">
                  <ns1:pos x="T16" y="T17"/>
                </ns1:cxn>
                <ns1:cxn ang="0">
                  <ns1:pos x="T18" y="T19"/>
                </ns1:cxn>
                <ns1:cxn ang="0">
                  <ns1:pos x="T20" y="T21"/>
                </ns1:cxn>
                <ns1:cxn ang="0">
                  <ns1:pos x="T22" y="T23"/>
                </ns1:cxn>
                <ns1:cxn ang="0">
                  <ns1:pos x="T24" y="T25"/>
                </ns1:cxn>
                <ns1:cxn ang="0">
                  <ns1:pos x="T26" y="T27"/>
                </ns1:cxn>
                <ns1:cxn ang="0">
                  <ns1:pos x="T28" y="T29"/>
                </ns1:cxn>
                <ns1:cxn ang="0">
                  <ns1:pos x="T30" y="T31"/>
                </ns1:cxn>
                <ns1:cxn ang="0">
                  <ns1:pos x="T32" y="T33"/>
                </ns1:cxn>
                <ns1:cxn ang="0">
                  <ns1:pos x="T34" y="T35"/>
                </ns1:cxn>
                <ns1:cxn ang="0">
                  <ns1:pos x="T36" y="T37"/>
                </ns1:cxn>
                <ns1:cxn ang="0">
                  <ns1:pos x="T38" y="T39"/>
                </ns1:cxn>
                <ns1:cxn ang="0">
                  <ns1:pos x="T40" y="T41"/>
                </ns1:cxn>
                <ns1:cxn ang="0">
                  <ns1:pos x="T42" y="T43"/>
                </ns1:cxn>
                <ns1:cxn ang="0">
                  <ns1:pos x="T44" y="T45"/>
                </ns1:cxn>
                <ns1:cxn ang="0">
                  <ns1:pos x="T46" y="T47"/>
                </ns1:cxn>
                <ns1:cxn ang="0">
                  <ns1:pos x="T48" y="T49"/>
                </ns1:cxn>
                <ns1:cxn ang="0">
                  <ns1:pos x="T50" y="T51"/>
                </ns1:cxn>
                <ns1:cxn ang="0">
                  <ns1:pos x="T52" y="T53"/>
                </ns1:cxn>
                <ns1:cxn ang="0">
                  <ns1:pos x="T54" y="T55"/>
                </ns1:cxn>
                <ns1:cxn ang="0">
                  <ns1:pos x="T56" y="T57"/>
                </ns1:cxn>
                <ns1:cxn ang="0">
                  <ns1:pos x="T58" y="T59"/>
                </ns1:cxn>
                <ns1:cxn ang="0">
                  <ns1:pos x="T60" y="T61"/>
                </ns1:cxn>
                <ns1:cxn ang="0">
                  <ns1:pos x="T62" y="T63"/>
                </ns1:cxn>
                <ns1:cxn ang="0">
                  <ns1:pos x="T64" y="T65"/>
                </ns1:cxn>
              </ns1:cxnLst>
              <ns1:rect l="0" t="0" r="r" b="b"/>
              <ns1:pathLst>
                <ns1:path w="64" h="48">
                  <ns1:moveTo>
                    <ns1:pt x="56" y="18"/>
                  </ns1:moveTo>
                  <ns1:cubicBezTo>
                    <ns1:pt x="56" y="18"/>
                    <ns1:pt x="56" y="18"/>
                    <ns1:pt x="56" y="18"/>
                  </ns1:cubicBezTo>
                  <ns1:cubicBezTo>
                    <ns1:pt x="56" y="8"/>
                    <ns1:pt x="48" y="0"/>
                    <ns1:pt x="38" y="0"/>
                  </ns1:cubicBezTo>
                  <ns1:cubicBezTo>
                    <ns1:pt x="31" y="0"/>
                    <ns1:pt x="26" y="4"/>
                    <ns1:pt x="22" y="9"/>
                  </ns1:cubicBezTo>
                  <ns1:cubicBezTo>
                    <ns1:pt x="21" y="8"/>
                    <ns1:pt x="20" y="8"/>
                    <ns1:pt x="18" y="8"/>
                  </ns1:cubicBezTo>
                  <ns1:cubicBezTo>
                    <ns1:pt x="12" y="8"/>
                    <ns1:pt x="8" y="12"/>
                    <ns1:pt x="8" y="18"/>
                  </ns1:cubicBezTo>
                  <ns1:cubicBezTo>
                    <ns1:pt x="8" y="18"/>
                    <ns1:pt x="8" y="18"/>
                    <ns1:pt x="8" y="18"/>
                  </ns1:cubicBezTo>
                  <ns1:cubicBezTo>
                    <ns1:pt x="3" y="21"/>
                    <ns1:pt x="0" y="26"/>
                    <ns1:pt x="0" y="32"/>
                  </ns1:cubicBezTo>
                  <ns1:cubicBezTo>
                    <ns1:pt x="0" y="41"/>
                    <ns1:pt x="7" y="48"/>
                    <ns1:pt x="16" y="48"/>
                  </ns1:cubicBezTo>
                  <ns1:cubicBezTo>
                    <ns1:pt x="20" y="48"/>
                    <ns1:pt x="20" y="48"/>
                    <ns1:pt x="20" y="48"/>
                  </ns1:cubicBezTo>
                  <ns1:cubicBezTo>
                    <ns1:pt x="20" y="44"/>
                    <ns1:pt x="20" y="44"/>
                    <ns1:pt x="20" y="44"/>
                  </ns1:cubicBezTo>
                  <ns1:cubicBezTo>
                    <ns1:pt x="16" y="44"/>
                    <ns1:pt x="16" y="44"/>
                    <ns1:pt x="16" y="44"/>
                  </ns1:cubicBezTo>
                  <ns1:cubicBezTo>
                    <ns1:pt x="9" y="44"/>
                    <ns1:pt x="4" y="39"/>
                    <ns1:pt x="4" y="32"/>
                  </ns1:cubicBezTo>
                  <ns1:cubicBezTo>
                    <ns1:pt x="4" y="28"/>
                    <ns1:pt x="6" y="24"/>
                    <ns1:pt x="10" y="22"/>
                  </ns1:cubicBezTo>
                  <ns1:cubicBezTo>
                    <ns1:pt x="12" y="21"/>
                    <ns1:pt x="12" y="21"/>
                    <ns1:pt x="12" y="21"/>
                  </ns1:cubicBezTo>
                  <ns1:cubicBezTo>
                    <ns1:pt x="12" y="18"/>
                    <ns1:pt x="12" y="18"/>
                    <ns1:pt x="12" y="18"/>
                  </ns1:cubicBezTo>
                  <ns1:cubicBezTo>
                    <ns1:pt x="12" y="18"/>
                    <ns1:pt x="12" y="18"/>
                    <ns1:pt x="12" y="18"/>
                  </ns1:cubicBezTo>
                  <ns1:cubicBezTo>
                    <ns1:pt x="12" y="15"/>
                    <ns1:pt x="15" y="12"/>
                    <ns1:pt x="18" y="12"/>
                  </ns1:cubicBezTo>
                  <ns1:cubicBezTo>
                    <ns1:pt x="19" y="12"/>
                    <ns1:pt x="20" y="12"/>
                    <ns1:pt x="21" y="13"/>
                  </ns1:cubicBezTo>
                  <ns1:cubicBezTo>
                    <ns1:pt x="24" y="14"/>
                    <ns1:pt x="24" y="14"/>
                    <ns1:pt x="24" y="14"/>
                  </ns1:cubicBezTo>
                  <ns1:cubicBezTo>
                    <ns1:pt x="26" y="11"/>
                    <ns1:pt x="26" y="11"/>
                    <ns1:pt x="26" y="11"/>
                  </ns1:cubicBezTo>
                  <ns1:cubicBezTo>
                    <ns1:pt x="28" y="7"/>
                    <ns1:pt x="33" y="4"/>
                    <ns1:pt x="38" y="4"/>
                  </ns1:cubicBezTo>
                  <ns1:cubicBezTo>
                    <ns1:pt x="46" y="4"/>
                    <ns1:pt x="52" y="10"/>
                    <ns1:pt x="52" y="18"/>
                  </ns1:cubicBezTo>
                  <ns1:cubicBezTo>
                    <ns1:pt x="52" y="18"/>
                    <ns1:pt x="52" y="18"/>
                    <ns1:pt x="52" y="18"/>
                  </ns1:cubicBezTo>
                  <ns1:cubicBezTo>
                    <ns1:pt x="52" y="21"/>
                    <ns1:pt x="52" y="21"/>
                    <ns1:pt x="52" y="21"/>
                  </ns1:cubicBezTo>
                  <ns1:cubicBezTo>
                    <ns1:pt x="54" y="22"/>
                    <ns1:pt x="54" y="22"/>
                    <ns1:pt x="54" y="22"/>
                  </ns1:cubicBezTo>
                  <ns1:cubicBezTo>
                    <ns1:pt x="58" y="24"/>
                    <ns1:pt x="60" y="28"/>
                    <ns1:pt x="60" y="32"/>
                  </ns1:cubicBezTo>
                  <ns1:cubicBezTo>
                    <ns1:pt x="60" y="39"/>
                    <ns1:pt x="55" y="44"/>
                    <ns1:pt x="48" y="44"/>
                  </ns1:cubicBezTo>
                  <ns1:cubicBezTo>
                    <ns1:pt x="44" y="44"/>
                    <ns1:pt x="44" y="44"/>
                    <ns1:pt x="44" y="44"/>
                  </ns1:cubicBezTo>
                  <ns1:cubicBezTo>
                    <ns1:pt x="44" y="48"/>
                    <ns1:pt x="44" y="48"/>
                    <ns1:pt x="44" y="48"/>
                  </ns1:cubicBezTo>
                  <ns1:cubicBezTo>
                    <ns1:pt x="48" y="48"/>
                    <ns1:pt x="48" y="48"/>
                    <ns1:pt x="48" y="48"/>
                  </ns1:cubicBezTo>
                  <ns1:cubicBezTo>
                    <ns1:pt x="57" y="48"/>
                    <ns1:pt x="64" y="41"/>
                    <ns1:pt x="64" y="32"/>
                  </ns1:cubicBezTo>
                  <ns1:cubicBezTo>
                    <ns1:pt x="64" y="26"/>
                    <ns1:pt x="61" y="21"/>
                    <ns1:pt x="56" y="18"/>
                  </ns1:cubicBezTo>
                  <ns1:close/>
                </ns1:path>
              </ns1:pathLst>
            </ns1:custGeom>
            <ns1:grpFill/>
            <ns1:ln>
              <ns1:noFill/>
            </ns1:ln>
            <ns1:extLst>
              <ns1:ext uri="{91240B29-F687-4F45-9708-019B960494DF}">
                <ns2:hiddenLine w="9525">
                  <ns1:solidFill>
                    <ns1:srgbClr val="000000"/>
                  </ns1:solidFill>
                  <ns1:round/>
                  <ns1:headEnd/>
                  <ns1:tailEnd/>
                </ns2:hiddenLine>
              </ns1:ext>
            </ns1:extLst>
          </ns0:spPr>
          <ns0:txBody>
            <ns1:bodyPr vert="horz" wrap="square" lIns="91440" tIns="45720" rIns="91440" bIns="45720" numCol="1" anchor="t" anchorCtr="0" compatLnSpc="1">
              <ns1:prstTxWarp prst="textNoShape">
                <ns1:avLst/>
              </ns1:prstTxWarp>
            </ns1:bodyPr>
            <ns1:lstStyle/>
            <ns1:p>
              <ns1:endParaRPr lang="id-ID" sz="2700"/>
            </ns1:p>
          </ns0:txBody>
        </ns0:sp>
        <ns0:sp>
          <ns0:nvSpPr>
            <ns0:cNvPr id="276" name="Freeform 174"/>
            <ns0:cNvSpPr>
              <ns1:spLocks/>
            </ns0:cNvSpPr>
            <ns0:nvPr/>
          </ns0:nvSpPr>
          <ns0:spPr bwMode="auto">
            <ns1:xfrm>
              <ns1:off x="9418638" y="4105276"/>
              <ns1:ext cx="90488" cy="134938"/>
            </ns1:xfrm>
            <ns1:custGeom>
              <ns1:avLst/>
              <ns1:gdLst>
                <ns1:gd name="T0" fmla="*/ 28 w 57"/>
                <ns1:gd name="T1" fmla="*/ 0 h 85"/>
                <ns1:gd name="T2" fmla="*/ 0 w 57"/>
                <ns1:gd name="T3" fmla="*/ 38 h 85"/>
                <ns1:gd name="T4" fmla="*/ 19 w 57"/>
                <ns1:gd name="T5" fmla="*/ 38 h 85"/>
                <ns1:gd name="T6" fmla="*/ 19 w 57"/>
                <ns1:gd name="T7" fmla="*/ 85 h 85"/>
                <ns1:gd name="T8" fmla="*/ 38 w 57"/>
                <ns1:gd name="T9" fmla="*/ 85 h 85"/>
                <ns1:gd name="T10" fmla="*/ 38 w 57"/>
                <ns1:gd name="T11" fmla="*/ 38 h 85"/>
                <ns1:gd name="T12" fmla="*/ 57 w 57"/>
                <ns1:gd name="T13" fmla="*/ 38 h 85"/>
                <ns1:gd name="T14" fmla="*/ 28 w 57"/>
                <ns1:gd name="T15" fmla="*/ 0 h 85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  <ns1:cxn ang="0">
                  <ns1:pos x="T14" y="T15"/>
                </ns1:cxn>
              </ns1:cxnLst>
              <ns1:rect l="0" t="0" r="r" b="b"/>
              <ns1:pathLst>
                <ns1:path w="57" h="85">
                  <ns1:moveTo>
                    <ns1:pt x="28" y="0"/>
                  </ns1:moveTo>
                  <ns1:lnTo>
                    <ns1:pt x="0" y="38"/>
                  </ns1:lnTo>
                  <ns1:lnTo>
                    <ns1:pt x="19" y="38"/>
                  </ns1:lnTo>
                  <ns1:lnTo>
                    <ns1:pt x="19" y="85"/>
                  </ns1:lnTo>
                  <ns1:lnTo>
                    <ns1:pt x="38" y="85"/>
                  </ns1:lnTo>
                  <ns1:lnTo>
                    <ns1:pt x="38" y="38"/>
                  </ns1:lnTo>
                  <ns1:lnTo>
                    <ns1:pt x="57" y="38"/>
                  </ns1:lnTo>
                  <ns1:lnTo>
                    <ns1:pt x="28" y="0"/>
                  </ns1:lnTo>
                  <ns1:close/>
                </ns1:path>
              </ns1:pathLst>
            </ns1:custGeom>
            <ns1:grpFill/>
            <ns1:ln>
              <ns1:noFill/>
            </ns1:ln>
            <ns1:extLst>
              <ns1:ext uri="{91240B29-F687-4F45-9708-019B960494DF}">
                <ns2:hiddenLine w="9525">
                  <ns1:solidFill>
                    <ns1:srgbClr val="000000"/>
                  </ns1:solidFill>
                  <ns1:round/>
                  <ns1:headEnd/>
                  <ns1:tailEnd/>
                </ns2:hiddenLine>
              </ns1:ext>
            </ns1:extLst>
          </ns0:spPr>
          <ns0:txBody>
            <ns1:bodyPr vert="horz" wrap="square" lIns="91440" tIns="45720" rIns="91440" bIns="45720" numCol="1" anchor="t" anchorCtr="0" compatLnSpc="1">
              <ns1:prstTxWarp prst="textNoShape">
                <ns1:avLst/>
              </ns1:prstTxWarp>
            </ns1:bodyPr>
            <ns1:lstStyle/>
            <ns1:p>
              <ns1:endParaRPr lang="id-ID" sz="2700"/>
            </ns1:p>
          </ns0:txBody>
        </ns0:sp>
      </ns0:grpSp>
      <ns0:grpSp>
        <ns0:nvGrpSpPr>
          <ns0:cNvPr id="277" name="Group 276"/>
          <ns0:cNvGrpSpPr/>
          <ns0:nvPr/>
        </ns0:nvGrpSpPr>
        <ns0:grpSpPr>
          <ns1:xfrm>
            <ns1:off x="321387" y="5234333"/>
            <ns1:ext cx="417197" cy="364703"/>
            <ns1:chOff x="8863013" y="4030663"/>
            <ns1:chExt cx="239713" cy="209551"/>
          </ns1:xfrm>
          <ns1:solidFill>
            <ns1:schemeClr val="tx1"/>
          </ns1:solidFill>
        </ns0:grpSpPr>
        <ns0:sp>
          <ns0:nvSpPr>
            <ns0:cNvPr id="278" name="Freeform 175"/>
            <ns0:cNvSpPr>
              <ns1:spLocks/>
            </ns0:cNvSpPr>
            <ns0:nvPr/>
          </ns0:nvSpPr>
          <ns0:spPr bwMode="auto">
            <ns1:xfrm>
              <ns1:off x="8937626" y="4105276"/>
              <ns1:ext cx="90488" cy="134938"/>
            </ns1:xfrm>
            <ns1:custGeom>
              <ns1:avLst/>
              <ns1:gdLst>
                <ns1:gd name="T0" fmla="*/ 38 w 57"/>
                <ns1:gd name="T1" fmla="*/ 0 h 85"/>
                <ns1:gd name="T2" fmla="*/ 19 w 57"/>
                <ns1:gd name="T3" fmla="*/ 0 h 85"/>
                <ns1:gd name="T4" fmla="*/ 19 w 57"/>
                <ns1:gd name="T5" fmla="*/ 47 h 85"/>
                <ns1:gd name="T6" fmla="*/ 0 w 57"/>
                <ns1:gd name="T7" fmla="*/ 47 h 85"/>
                <ns1:gd name="T8" fmla="*/ 28 w 57"/>
                <ns1:gd name="T9" fmla="*/ 85 h 85"/>
                <ns1:gd name="T10" fmla="*/ 57 w 57"/>
                <ns1:gd name="T11" fmla="*/ 47 h 85"/>
                <ns1:gd name="T12" fmla="*/ 38 w 57"/>
                <ns1:gd name="T13" fmla="*/ 47 h 85"/>
                <ns1:gd name="T14" fmla="*/ 38 w 57"/>
                <ns1:gd name="T15" fmla="*/ 0 h 85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  <ns1:cxn ang="0">
                  <ns1:pos x="T14" y="T15"/>
                </ns1:cxn>
              </ns1:cxnLst>
              <ns1:rect l="0" t="0" r="r" b="b"/>
              <ns1:pathLst>
                <ns1:path w="57" h="85">
                  <ns1:moveTo>
                    <ns1:pt x="38" y="0"/>
                  </ns1:moveTo>
                  <ns1:lnTo>
                    <ns1:pt x="19" y="0"/>
                  </ns1:lnTo>
                  <ns1:lnTo>
                    <ns1:pt x="19" y="47"/>
                  </ns1:lnTo>
                  <ns1:lnTo>
                    <ns1:pt x="0" y="47"/>
                  </ns1:lnTo>
                  <ns1:lnTo>
                    <ns1:pt x="28" y="85"/>
                  </ns1:lnTo>
                  <ns1:lnTo>
                    <ns1:pt x="57" y="47"/>
                  </ns1:lnTo>
                  <ns1:lnTo>
                    <ns1:pt x="38" y="47"/>
                  </ns1:lnTo>
                  <ns1:lnTo>
                    <ns1:pt x="38" y="0"/>
                  </ns1:lnTo>
                  <ns1:close/>
                </ns1:path>
              </ns1:pathLst>
            </ns1:custGeom>
            <ns1:grpFill/>
            <ns1:ln>
              <ns1:noFill/>
            </ns1:ln>
            <ns1:extLst>
              <ns1:ext uri="{91240B29-F687-4F45-9708-019B960494DF}">
                <ns2:hiddenLine w="9525">
                  <ns1:solidFill>
                    <ns1:srgbClr val="000000"/>
                  </ns1:solidFill>
                  <ns1:round/>
                  <ns1:headEnd/>
                  <ns1:tailEnd/>
                </ns2:hiddenLine>
              </ns1:ext>
            </ns1:extLst>
          </ns0:spPr>
          <ns0:txBody>
            <ns1:bodyPr vert="horz" wrap="square" lIns="91440" tIns="45720" rIns="91440" bIns="45720" numCol="1" anchor="t" anchorCtr="0" compatLnSpc="1">
              <ns1:prstTxWarp prst="textNoShape">
                <ns1:avLst/>
              </ns1:prstTxWarp>
            </ns1:bodyPr>
            <ns1:lstStyle/>
            <ns1:p>
              <ns1:endParaRPr lang="id-ID" sz="2700"/>
            </ns1:p>
          </ns0:txBody>
        </ns0:sp>
        <ns0:sp>
          <ns0:nvSpPr>
            <ns0:cNvPr id="279" name="Freeform 176"/>
            <ns0:cNvSpPr>
              <ns1:spLocks/>
            </ns0:cNvSpPr>
            <ns0:nvPr/>
          </ns0:nvSpPr>
          <ns0:spPr bwMode="auto">
            <ns1:xfrm>
              <ns1:off x="8863013" y="4030663"/>
              <ns1:ext cx="239713" cy="179388"/>
            </ns1:xfrm>
            <ns1:custGeom>
              <ns1:avLst/>
              <ns1:gdLst>
                <ns1:gd name="T0" fmla="*/ 56 w 64"/>
                <ns1:gd name="T1" fmla="*/ 18 h 48"/>
                <ns1:gd name="T2" fmla="*/ 56 w 64"/>
                <ns1:gd name="T3" fmla="*/ 18 h 48"/>
                <ns1:gd name="T4" fmla="*/ 38 w 64"/>
                <ns1:gd name="T5" fmla="*/ 0 h 48"/>
                <ns1:gd name="T6" fmla="*/ 22 w 64"/>
                <ns1:gd name="T7" fmla="*/ 9 h 48"/>
                <ns1:gd name="T8" fmla="*/ 18 w 64"/>
                <ns1:gd name="T9" fmla="*/ 8 h 48"/>
                <ns1:gd name="T10" fmla="*/ 8 w 64"/>
                <ns1:gd name="T11" fmla="*/ 18 h 48"/>
                <ns1:gd name="T12" fmla="*/ 8 w 64"/>
                <ns1:gd name="T13" fmla="*/ 18 h 48"/>
                <ns1:gd name="T14" fmla="*/ 0 w 64"/>
                <ns1:gd name="T15" fmla="*/ 32 h 48"/>
                <ns1:gd name="T16" fmla="*/ 16 w 64"/>
                <ns1:gd name="T17" fmla="*/ 48 h 48"/>
                <ns1:gd name="T18" fmla="*/ 16 w 64"/>
                <ns1:gd name="T19" fmla="*/ 44 h 48"/>
                <ns1:gd name="T20" fmla="*/ 4 w 64"/>
                <ns1:gd name="T21" fmla="*/ 32 h 48"/>
                <ns1:gd name="T22" fmla="*/ 10 w 64"/>
                <ns1:gd name="T23" fmla="*/ 22 h 48"/>
                <ns1:gd name="T24" fmla="*/ 12 w 64"/>
                <ns1:gd name="T25" fmla="*/ 21 h 48"/>
                <ns1:gd name="T26" fmla="*/ 12 w 64"/>
                <ns1:gd name="T27" fmla="*/ 18 h 48"/>
                <ns1:gd name="T28" fmla="*/ 12 w 64"/>
                <ns1:gd name="T29" fmla="*/ 18 h 48"/>
                <ns1:gd name="T30" fmla="*/ 18 w 64"/>
                <ns1:gd name="T31" fmla="*/ 12 h 48"/>
                <ns1:gd name="T32" fmla="*/ 21 w 64"/>
                <ns1:gd name="T33" fmla="*/ 13 h 48"/>
                <ns1:gd name="T34" fmla="*/ 24 w 64"/>
                <ns1:gd name="T35" fmla="*/ 14 h 48"/>
                <ns1:gd name="T36" fmla="*/ 26 w 64"/>
                <ns1:gd name="T37" fmla="*/ 11 h 48"/>
                <ns1:gd name="T38" fmla="*/ 38 w 64"/>
                <ns1:gd name="T39" fmla="*/ 4 h 48"/>
                <ns1:gd name="T40" fmla="*/ 52 w 64"/>
                <ns1:gd name="T41" fmla="*/ 18 h 48"/>
                <ns1:gd name="T42" fmla="*/ 52 w 64"/>
                <ns1:gd name="T43" fmla="*/ 18 h 48"/>
                <ns1:gd name="T44" fmla="*/ 52 w 64"/>
                <ns1:gd name="T45" fmla="*/ 21 h 48"/>
                <ns1:gd name="T46" fmla="*/ 54 w 64"/>
                <ns1:gd name="T47" fmla="*/ 22 h 48"/>
                <ns1:gd name="T48" fmla="*/ 60 w 64"/>
                <ns1:gd name="T49" fmla="*/ 32 h 48"/>
                <ns1:gd name="T50" fmla="*/ 48 w 64"/>
                <ns1:gd name="T51" fmla="*/ 44 h 48"/>
                <ns1:gd name="T52" fmla="*/ 48 w 64"/>
                <ns1:gd name="T53" fmla="*/ 48 h 48"/>
                <ns1:gd name="T54" fmla="*/ 64 w 64"/>
                <ns1:gd name="T55" fmla="*/ 32 h 48"/>
                <ns1:gd name="T56" fmla="*/ 56 w 64"/>
                <ns1:gd name="T57" fmla="*/ 18 h 48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  <ns1:cxn ang="0">
                  <ns1:pos x="T14" y="T15"/>
                </ns1:cxn>
                <ns1:cxn ang="0">
                  <ns1:pos x="T16" y="T17"/>
                </ns1:cxn>
                <ns1:cxn ang="0">
                  <ns1:pos x="T18" y="T19"/>
                </ns1:cxn>
                <ns1:cxn ang="0">
                  <ns1:pos x="T20" y="T21"/>
                </ns1:cxn>
                <ns1:cxn ang="0">
                  <ns1:pos x="T22" y="T23"/>
                </ns1:cxn>
                <ns1:cxn ang="0">
                  <ns1:pos x="T24" y="T25"/>
                </ns1:cxn>
                <ns1:cxn ang="0">
                  <ns1:pos x="T26" y="T27"/>
                </ns1:cxn>
                <ns1:cxn ang="0">
                  <ns1:pos x="T28" y="T29"/>
                </ns1:cxn>
                <ns1:cxn ang="0">
                  <ns1:pos x="T30" y="T31"/>
                </ns1:cxn>
                <ns1:cxn ang="0">
                  <ns1:pos x="T32" y="T33"/>
                </ns1:cxn>
                <ns1:cxn ang="0">
                  <ns1:pos x="T34" y="T35"/>
                </ns1:cxn>
                <ns1:cxn ang="0">
                  <ns1:pos x="T36" y="T37"/>
                </ns1:cxn>
                <ns1:cxn ang="0">
                  <ns1:pos x="T38" y="T39"/>
                </ns1:cxn>
                <ns1:cxn ang="0">
                  <ns1:pos x="T40" y="T41"/>
                </ns1:cxn>
                <ns1:cxn ang="0">
                  <ns1:pos x="T42" y="T43"/>
                </ns1:cxn>
                <ns1:cxn ang="0">
                  <ns1:pos x="T44" y="T45"/>
                </ns1:cxn>
                <ns1:cxn ang="0">
                  <ns1:pos x="T46" y="T47"/>
                </ns1:cxn>
                <ns1:cxn ang="0">
                  <ns1:pos x="T48" y="T49"/>
                </ns1:cxn>
                <ns1:cxn ang="0">
                  <ns1:pos x="T50" y="T51"/>
                </ns1:cxn>
                <ns1:cxn ang="0">
                  <ns1:pos x="T52" y="T53"/>
                </ns1:cxn>
                <ns1:cxn ang="0">
                  <ns1:pos x="T54" y="T55"/>
                </ns1:cxn>
                <ns1:cxn ang="0">
                  <ns1:pos x="T56" y="T57"/>
                </ns1:cxn>
              </ns1:cxnLst>
              <ns1:rect l="0" t="0" r="r" b="b"/>
              <ns1:pathLst>
                <ns1:path w="64" h="48">
                  <ns1:moveTo>
                    <ns1:pt x="56" y="18"/>
                  </ns1:moveTo>
                  <ns1:cubicBezTo>
                    <ns1:pt x="56" y="18"/>
                    <ns1:pt x="56" y="18"/>
                    <ns1:pt x="56" y="18"/>
                  </ns1:cubicBezTo>
                  <ns1:cubicBezTo>
                    <ns1:pt x="56" y="8"/>
                    <ns1:pt x="48" y="0"/>
                    <ns1:pt x="38" y="0"/>
                  </ns1:cubicBezTo>
                  <ns1:cubicBezTo>
                    <ns1:pt x="31" y="0"/>
                    <ns1:pt x="26" y="4"/>
                    <ns1:pt x="22" y="9"/>
                  </ns1:cubicBezTo>
                  <ns1:cubicBezTo>
                    <ns1:pt x="21" y="8"/>
                    <ns1:pt x="20" y="8"/>
                    <ns1:pt x="18" y="8"/>
                  </ns1:cubicBezTo>
                  <ns1:cubicBezTo>
                    <ns1:pt x="12" y="8"/>
                    <ns1:pt x="8" y="12"/>
                    <ns1:pt x="8" y="18"/>
                  </ns1:cubicBezTo>
                  <ns1:cubicBezTo>
                    <ns1:pt x="8" y="18"/>
                    <ns1:pt x="8" y="18"/>
                    <ns1:pt x="8" y="18"/>
                  </ns1:cubicBezTo>
                  <ns1:cubicBezTo>
                    <ns1:pt x="3" y="21"/>
                    <ns1:pt x="0" y="26"/>
                    <ns1:pt x="0" y="32"/>
                  </ns1:cubicBezTo>
                  <ns1:cubicBezTo>
                    <ns1:pt x="0" y="41"/>
                    <ns1:pt x="7" y="48"/>
                    <ns1:pt x="16" y="48"/>
                  </ns1:cubicBezTo>
                  <ns1:cubicBezTo>
                    <ns1:pt x="16" y="44"/>
                    <ns1:pt x="16" y="44"/>
                    <ns1:pt x="16" y="44"/>
                  </ns1:cubicBezTo>
                  <ns1:cubicBezTo>
                    <ns1:pt x="9" y="44"/>
                    <ns1:pt x="4" y="39"/>
                    <ns1:pt x="4" y="32"/>
                  </ns1:cubicBezTo>
                  <ns1:cubicBezTo>
                    <ns1:pt x="4" y="28"/>
                    <ns1:pt x="6" y="24"/>
                    <ns1:pt x="10" y="22"/>
                  </ns1:cubicBezTo>
                  <ns1:cubicBezTo>
                    <ns1:pt x="12" y="21"/>
                    <ns1:pt x="12" y="21"/>
                    <ns1:pt x="12" y="21"/>
                  </ns1:cubicBezTo>
                  <ns1:cubicBezTo>
                    <ns1:pt x="12" y="18"/>
                    <ns1:pt x="12" y="18"/>
                    <ns1:pt x="12" y="18"/>
                  </ns1:cubicBezTo>
                  <ns1:cubicBezTo>
                    <ns1:pt x="12" y="18"/>
                    <ns1:pt x="12" y="18"/>
                    <ns1:pt x="12" y="18"/>
                  </ns1:cubicBezTo>
                  <ns1:cubicBezTo>
                    <ns1:pt x="12" y="15"/>
                    <ns1:pt x="15" y="12"/>
                    <ns1:pt x="18" y="12"/>
                  </ns1:cubicBezTo>
                  <ns1:cubicBezTo>
                    <ns1:pt x="19" y="12"/>
                    <ns1:pt x="20" y="12"/>
                    <ns1:pt x="21" y="13"/>
                  </ns1:cubicBezTo>
                  <ns1:cubicBezTo>
                    <ns1:pt x="24" y="14"/>
                    <ns1:pt x="24" y="14"/>
                    <ns1:pt x="24" y="14"/>
                  </ns1:cubicBezTo>
                  <ns1:cubicBezTo>
                    <ns1:pt x="26" y="11"/>
                    <ns1:pt x="26" y="11"/>
                    <ns1:pt x="26" y="11"/>
                  </ns1:cubicBezTo>
                  <ns1:cubicBezTo>
                    <ns1:pt x="28" y="7"/>
                    <ns1:pt x="33" y="4"/>
                    <ns1:pt x="38" y="4"/>
                  </ns1:cubicBezTo>
                  <ns1:cubicBezTo>
                    <ns1:pt x="46" y="4"/>
                    <ns1:pt x="52" y="10"/>
                    <ns1:pt x="52" y="18"/>
                  </ns1:cubicBezTo>
                  <ns1:cubicBezTo>
                    <ns1:pt x="52" y="18"/>
                    <ns1:pt x="52" y="18"/>
                    <ns1:pt x="52" y="18"/>
                  </ns1:cubicBezTo>
                  <ns1:cubicBezTo>
                    <ns1:pt x="52" y="21"/>
                    <ns1:pt x="52" y="21"/>
                    <ns1:pt x="52" y="21"/>
                  </ns1:cubicBezTo>
                  <ns1:cubicBezTo>
                    <ns1:pt x="54" y="22"/>
                    <ns1:pt x="54" y="22"/>
                    <ns1:pt x="54" y="22"/>
                  </ns1:cubicBezTo>
                  <ns1:cubicBezTo>
                    <ns1:pt x="58" y="24"/>
                    <ns1:pt x="60" y="28"/>
                    <ns1:pt x="60" y="32"/>
                  </ns1:cubicBezTo>
                  <ns1:cubicBezTo>
                    <ns1:pt x="60" y="39"/>
                    <ns1:pt x="55" y="44"/>
                    <ns1:pt x="48" y="44"/>
                  </ns1:cubicBezTo>
                  <ns1:cubicBezTo>
                    <ns1:pt x="48" y="48"/>
                    <ns1:pt x="48" y="48"/>
                    <ns1:pt x="48" y="48"/>
                  </ns1:cubicBezTo>
                  <ns1:cubicBezTo>
                    <ns1:pt x="57" y="48"/>
                    <ns1:pt x="64" y="41"/>
                    <ns1:pt x="64" y="32"/>
                  </ns1:cubicBezTo>
                  <ns1:cubicBezTo>
                    <ns1:pt x="64" y="26"/>
                    <ns1:pt x="61" y="21"/>
                    <ns1:pt x="56" y="18"/>
                  </ns1:cubicBezTo>
                  <ns1:close/>
                </ns1:path>
              </ns1:pathLst>
            </ns1:custGeom>
            <ns1:grpFill/>
            <ns1:ln>
              <ns1:noFill/>
            </ns1:ln>
            <ns1:extLst>
              <ns1:ext uri="{91240B29-F687-4F45-9708-019B960494DF}">
                <ns2:hiddenLine w="9525">
                  <ns1:solidFill>
                    <ns1:srgbClr val="000000"/>
                  </ns1:solidFill>
                  <ns1:round/>
                  <ns1:headEnd/>
                  <ns1:tailEnd/>
                </ns2:hiddenLine>
              </ns1:ext>
            </ns1:extLst>
          </ns0:spPr>
          <ns0:txBody>
            <ns1:bodyPr vert="horz" wrap="square" lIns="91440" tIns="45720" rIns="91440" bIns="45720" numCol="1" anchor="t" anchorCtr="0" compatLnSpc="1">
              <ns1:prstTxWarp prst="textNoShape">
                <ns1:avLst/>
              </ns1:prstTxWarp>
            </ns1:bodyPr>
            <ns1:lstStyle/>
            <ns1:p>
              <ns1:endParaRPr lang="id-ID" sz="2700"/>
            </ns1:p>
          </ns0:txBody>
        </ns0:sp>
      </ns0:grpSp>
      <ns0:sp>
        <ns0:nvSpPr>
          <ns0:cNvPr id="280" name="Freeform 280"/>
          <ns0:cNvSpPr>
            <ns1:spLocks noEditPoints="1"/>
          </ns0:cNvSpPr>
          <ns0:nvPr/>
        </ns0:nvSpPr>
        <ns0:spPr bwMode="auto">
          <ns1:xfrm>
            <ns1:off x="2300898" y="5274739"/>
            <ns1:ext cx="348513" cy="283888"/>
          </ns1:xfrm>
          <ns1:custGeom>
            <ns1:avLst/>
            <ns1:gdLst>
              <ns1:gd name="T0" fmla="*/ 56 w 64"/>
              <ns1:gd name="T1" fmla="*/ 12 h 52"/>
              <ns1:gd name="T2" fmla="*/ 46 w 64"/>
              <ns1:gd name="T3" fmla="*/ 12 h 52"/>
              <ns1:gd name="T4" fmla="*/ 45 w 64"/>
              <ns1:gd name="T5" fmla="*/ 4 h 52"/>
              <ns1:gd name="T6" fmla="*/ 40 w 64"/>
              <ns1:gd name="T7" fmla="*/ 0 h 52"/>
              <ns1:gd name="T8" fmla="*/ 24 w 64"/>
              <ns1:gd name="T9" fmla="*/ 0 h 52"/>
              <ns1:gd name="T10" fmla="*/ 19 w 64"/>
              <ns1:gd name="T11" fmla="*/ 4 h 52"/>
              <ns1:gd name="T12" fmla="*/ 18 w 64"/>
              <ns1:gd name="T13" fmla="*/ 12 h 52"/>
              <ns1:gd name="T14" fmla="*/ 8 w 64"/>
              <ns1:gd name="T15" fmla="*/ 12 h 52"/>
              <ns1:gd name="T16" fmla="*/ 0 w 64"/>
              <ns1:gd name="T17" fmla="*/ 20 h 52"/>
              <ns1:gd name="T18" fmla="*/ 0 w 64"/>
              <ns1:gd name="T19" fmla="*/ 44 h 52"/>
              <ns1:gd name="T20" fmla="*/ 8 w 64"/>
              <ns1:gd name="T21" fmla="*/ 52 h 52"/>
              <ns1:gd name="T22" fmla="*/ 56 w 64"/>
              <ns1:gd name="T23" fmla="*/ 52 h 52"/>
              <ns1:gd name="T24" fmla="*/ 64 w 64"/>
              <ns1:gd name="T25" fmla="*/ 44 h 52"/>
              <ns1:gd name="T26" fmla="*/ 64 w 64"/>
              <ns1:gd name="T27" fmla="*/ 20 h 52"/>
              <ns1:gd name="T28" fmla="*/ 56 w 64"/>
              <ns1:gd name="T29" fmla="*/ 12 h 52"/>
              <ns1:gd name="T30" fmla="*/ 23 w 64"/>
              <ns1:gd name="T31" fmla="*/ 5 h 52"/>
              <ns1:gd name="T32" fmla="*/ 24 w 64"/>
              <ns1:gd name="T33" fmla="*/ 4 h 52"/>
              <ns1:gd name="T34" fmla="*/ 40 w 64"/>
              <ns1:gd name="T35" fmla="*/ 4 h 52"/>
              <ns1:gd name="T36" fmla="*/ 41 w 64"/>
              <ns1:gd name="T37" fmla="*/ 5 h 52"/>
              <ns1:gd name="T38" fmla="*/ 42 w 64"/>
              <ns1:gd name="T39" fmla="*/ 12 h 52"/>
              <ns1:gd name="T40" fmla="*/ 22 w 64"/>
              <ns1:gd name="T41" fmla="*/ 12 h 52"/>
              <ns1:gd name="T42" fmla="*/ 23 w 64"/>
              <ns1:gd name="T43" fmla="*/ 5 h 52"/>
              <ns1:gd name="T44" fmla="*/ 44 w 64"/>
              <ns1:gd name="T45" fmla="*/ 36 h 52"/>
              <ns1:gd name="T46" fmla="*/ 36 w 64"/>
              <ns1:gd name="T47" fmla="*/ 36 h 52"/>
              <ns1:gd name="T48" fmla="*/ 36 w 64"/>
              <ns1:gd name="T49" fmla="*/ 44 h 52"/>
              <ns1:gd name="T50" fmla="*/ 28 w 64"/>
              <ns1:gd name="T51" fmla="*/ 44 h 52"/>
              <ns1:gd name="T52" fmla="*/ 28 w 64"/>
              <ns1:gd name="T53" fmla="*/ 36 h 52"/>
              <ns1:gd name="T54" fmla="*/ 20 w 64"/>
              <ns1:gd name="T55" fmla="*/ 36 h 52"/>
              <ns1:gd name="T56" fmla="*/ 20 w 64"/>
              <ns1:gd name="T57" fmla="*/ 28 h 52"/>
              <ns1:gd name="T58" fmla="*/ 28 w 64"/>
              <ns1:gd name="T59" fmla="*/ 28 h 52"/>
              <ns1:gd name="T60" fmla="*/ 28 w 64"/>
              <ns1:gd name="T61" fmla="*/ 20 h 52"/>
              <ns1:gd name="T62" fmla="*/ 36 w 64"/>
              <ns1:gd name="T63" fmla="*/ 20 h 52"/>
              <ns1:gd name="T64" fmla="*/ 36 w 64"/>
              <ns1:gd name="T65" fmla="*/ 28 h 52"/>
              <ns1:gd name="T66" fmla="*/ 44 w 64"/>
              <ns1:gd name="T67" fmla="*/ 28 h 52"/>
              <ns1:gd name="T68" fmla="*/ 44 w 64"/>
              <ns1:gd name="T69" fmla="*/ 36 h 52"/>
            </ns1:gdLst>
            <ns1:ahLst/>
            <ns1:cxnLst>
              <ns1:cxn ang="0">
                <ns1:pos x="T0" y="T1"/>
              </ns1:cxn>
              <ns1:cxn ang="0">
                <ns1:pos x="T2" y="T3"/>
              </ns1:cxn>
              <ns1:cxn ang="0">
                <ns1:pos x="T4" y="T5"/>
              </ns1:cxn>
              <ns1:cxn ang="0">
                <ns1:pos x="T6" y="T7"/>
              </ns1:cxn>
              <ns1:cxn ang="0">
                <ns1:pos x="T8" y="T9"/>
              </ns1:cxn>
              <ns1:cxn ang="0">
                <ns1:pos x="T10" y="T11"/>
              </ns1:cxn>
              <ns1:cxn ang="0">
                <ns1:pos x="T12" y="T13"/>
              </ns1:cxn>
              <ns1:cxn ang="0">
                <ns1:pos x="T14" y="T15"/>
              </ns1:cxn>
              <ns1:cxn ang="0">
                <ns1:pos x="T16" y="T17"/>
              </ns1:cxn>
              <ns1:cxn ang="0">
                <ns1:pos x="T18" y="T19"/>
              </ns1:cxn>
              <ns1:cxn ang="0">
                <ns1:pos x="T20" y="T21"/>
              </ns1:cxn>
              <ns1:cxn ang="0">
                <ns1:pos x="T22" y="T23"/>
              </ns1:cxn>
              <ns1:cxn ang="0">
                <ns1:pos x="T24" y="T25"/>
              </ns1:cxn>
              <ns1:cxn ang="0">
                <ns1:pos x="T26" y="T27"/>
              </ns1:cxn>
              <ns1:cxn ang="0">
                <ns1:pos x="T28" y="T29"/>
              </ns1:cxn>
              <ns1:cxn ang="0">
                <ns1:pos x="T30" y="T31"/>
              </ns1:cxn>
              <ns1:cxn ang="0">
                <ns1:pos x="T32" y="T33"/>
              </ns1:cxn>
              <ns1:cxn ang="0">
                <ns1:pos x="T34" y="T35"/>
              </ns1:cxn>
              <ns1:cxn ang="0">
                <ns1:pos x="T36" y="T37"/>
              </ns1:cxn>
              <ns1:cxn ang="0">
                <ns1:pos x="T38" y="T39"/>
              </ns1:cxn>
              <ns1:cxn ang="0">
                <ns1:pos x="T40" y="T41"/>
              </ns1:cxn>
              <ns1:cxn ang="0">
                <ns1:pos x="T42" y="T43"/>
              </ns1:cxn>
              <ns1:cxn ang="0">
                <ns1:pos x="T44" y="T45"/>
              </ns1:cxn>
              <ns1:cxn ang="0">
                <ns1:pos x="T46" y="T47"/>
              </ns1:cxn>
              <ns1:cxn ang="0">
                <ns1:pos x="T48" y="T49"/>
              </ns1:cxn>
              <ns1:cxn ang="0">
                <ns1:pos x="T50" y="T51"/>
              </ns1:cxn>
              <ns1:cxn ang="0">
                <ns1:pos x="T52" y="T53"/>
              </ns1:cxn>
              <ns1:cxn ang="0">
                <ns1:pos x="T54" y="T55"/>
              </ns1:cxn>
              <ns1:cxn ang="0">
                <ns1:pos x="T56" y="T57"/>
              </ns1:cxn>
              <ns1:cxn ang="0">
                <ns1:pos x="T58" y="T59"/>
              </ns1:cxn>
              <ns1:cxn ang="0">
                <ns1:pos x="T60" y="T61"/>
              </ns1:cxn>
              <ns1:cxn ang="0">
                <ns1:pos x="T62" y="T63"/>
              </ns1:cxn>
              <ns1:cxn ang="0">
                <ns1:pos x="T64" y="T65"/>
              </ns1:cxn>
              <ns1:cxn ang="0">
                <ns1:pos x="T66" y="T67"/>
              </ns1:cxn>
              <ns1:cxn ang="0">
                <ns1:pos x="T68" y="T69"/>
              </ns1:cxn>
            </ns1:cxnLst>
            <ns1:rect l="0" t="0" r="r" b="b"/>
            <ns1:pathLst>
              <ns1:path w="64" h="52">
                <ns1:moveTo>
                  <ns1:pt x="56" y="12"/>
                </ns1:moveTo>
                <ns1:cubicBezTo>
                  <ns1:pt x="46" y="12"/>
                  <ns1:pt x="46" y="12"/>
                  <ns1:pt x="46" y="12"/>
                </ns1:cubicBezTo>
                <ns1:cubicBezTo>
                  <ns1:pt x="45" y="4"/>
                  <ns1:pt x="45" y="4"/>
                  <ns1:pt x="45" y="4"/>
                </ns1:cubicBezTo>
                <ns1:cubicBezTo>
                  <ns1:pt x="44" y="2"/>
                  <ns1:pt x="42" y="0"/>
                  <ns1:pt x="40" y="0"/>
                </ns1:cubicBezTo>
                <ns1:cubicBezTo>
                  <ns1:pt x="24" y="0"/>
                  <ns1:pt x="24" y="0"/>
                  <ns1:pt x="24" y="0"/>
                </ns1:cubicBezTo>
                <ns1:cubicBezTo>
                  <ns1:pt x="22" y="0"/>
                  <ns1:pt x="20" y="2"/>
                  <ns1:pt x="19" y="4"/>
                </ns1:cubicBezTo>
                <ns1:cubicBezTo>
                  <ns1:pt x="18" y="12"/>
                  <ns1:pt x="18" y="12"/>
                  <ns1:pt x="18" y="12"/>
                </ns1:cubicBezTo>
                <ns1:cubicBezTo>
                  <ns1:pt x="8" y="12"/>
                  <ns1:pt x="8" y="12"/>
                  <ns1:pt x="8" y="12"/>
                </ns1:cubicBezTo>
                <ns1:cubicBezTo>
                  <ns1:pt x="4" y="12"/>
                  <ns1:pt x="0" y="16"/>
                  <ns1:pt x="0" y="20"/>
                </ns1:cubicBezTo>
                <ns1:cubicBezTo>
                  <ns1:pt x="0" y="44"/>
                  <ns1:pt x="0" y="44"/>
                  <ns1:pt x="0" y="44"/>
                </ns1:cubicBezTo>
                <ns1:cubicBezTo>
                  <ns1:pt x="0" y="48"/>
                  <ns1:pt x="4" y="52"/>
                  <ns1:pt x="8" y="52"/>
                </ns1:cubicBezTo>
                <ns1:cubicBezTo>
                  <ns1:pt x="56" y="52"/>
                  <ns1:pt x="56" y="52"/>
                  <ns1:pt x="56" y="52"/>
                </ns1:cubicBezTo>
                <ns1:cubicBezTo>
                  <ns1:pt x="60" y="52"/>
                  <ns1:pt x="64" y="48"/>
                  <ns1:pt x="64" y="44"/>
                </ns1:cubicBezTo>
                <ns1:cubicBezTo>
                  <ns1:pt x="64" y="20"/>
                  <ns1:pt x="64" y="20"/>
                  <ns1:pt x="64" y="20"/>
                </ns1:cubicBezTo>
                <ns1:cubicBezTo>
                  <ns1:pt x="64" y="16"/>
                  <ns1:pt x="60" y="12"/>
                  <ns1:pt x="56" y="12"/>
                </ns1:cubicBezTo>
                <ns1:close/>
                <ns1:moveTo>
                  <ns1:pt x="23" y="5"/>
                </ns1:moveTo>
                <ns1:cubicBezTo>
                  <ns1:pt x="24" y="4"/>
                  <ns1:pt x="24" y="4"/>
                  <ns1:pt x="24" y="4"/>
                </ns1:cubicBezTo>
                <ns1:cubicBezTo>
                  <ns1:pt x="40" y="4"/>
                  <ns1:pt x="40" y="4"/>
                  <ns1:pt x="40" y="4"/>
                </ns1:cubicBezTo>
                <ns1:cubicBezTo>
                  <ns1:pt x="41" y="5"/>
                  <ns1:pt x="41" y="5"/>
                  <ns1:pt x="41" y="5"/>
                </ns1:cubicBezTo>
                <ns1:cubicBezTo>
                  <ns1:pt x="42" y="12"/>
                  <ns1:pt x="42" y="12"/>
                  <ns1:pt x="42" y="12"/>
                </ns1:cubicBezTo>
                <ns1:cubicBezTo>
                  <ns1:pt x="22" y="12"/>
                  <ns1:pt x="22" y="12"/>
                  <ns1:pt x="22" y="12"/>
                </ns1:cubicBezTo>
                <ns1:lnTo>
                  <ns1:pt x="23" y="5"/>
                </ns1:lnTo>
                <ns1:close/>
                <ns1:moveTo>
                  <ns1:pt x="44" y="36"/>
                </ns1:moveTo>
                <ns1:cubicBezTo>
                  <ns1:pt x="36" y="36"/>
                  <ns1:pt x="36" y="36"/>
                  <ns1:pt x="36" y="36"/>
                </ns1:cubicBezTo>
                <ns1:cubicBezTo>
                  <ns1:pt x="36" y="44"/>
                  <ns1:pt x="36" y="44"/>
                  <ns1:pt x="36" y="44"/>
                </ns1:cubicBezTo>
                <ns1:cubicBezTo>
                  <ns1:pt x="28" y="44"/>
                  <ns1:pt x="28" y="44"/>
                  <ns1:pt x="28" y="44"/>
                </ns1:cubicBezTo>
                <ns1:cubicBezTo>
                  <ns1:pt x="28" y="36"/>
                  <ns1:pt x="28" y="36"/>
                  <ns1:pt x="28" y="36"/>
                </ns1:cubicBezTo>
                <ns1:cubicBezTo>
                  <ns1:pt x="20" y="36"/>
                  <ns1:pt x="20" y="36"/>
                  <ns1:pt x="20" y="36"/>
                </ns1:cubicBezTo>
                <ns1:cubicBezTo>
                  <ns1:pt x="20" y="28"/>
                  <ns1:pt x="20" y="28"/>
                  <ns1:pt x="20" y="28"/>
                </ns1:cubicBezTo>
                <ns1:cubicBezTo>
                  <ns1:pt x="28" y="28"/>
                  <ns1:pt x="28" y="28"/>
                  <ns1:pt x="28" y="28"/>
                </ns1:cubicBezTo>
                <ns1:cubicBezTo>
                  <ns1:pt x="28" y="20"/>
                  <ns1:pt x="28" y="20"/>
                  <ns1:pt x="28" y="20"/>
                </ns1:cubicBezTo>
                <ns1:cubicBezTo>
                  <ns1:pt x="36" y="20"/>
                  <ns1:pt x="36" y="20"/>
                  <ns1:pt x="36" y="20"/>
                </ns1:cubicBezTo>
                <ns1:cubicBezTo>
                  <ns1:pt x="36" y="28"/>
                  <ns1:pt x="36" y="28"/>
                  <ns1:pt x="36" y="28"/>
                </ns1:cubicBezTo>
                <ns1:cubicBezTo>
                  <ns1:pt x="44" y="28"/>
                  <ns1:pt x="44" y="28"/>
                  <ns1:pt x="44" y="28"/>
                </ns1:cubicBezTo>
                <ns1:lnTo>
                  <ns1:pt x="44" y="36"/>
                </ns1:lnTo>
                <ns1:close/>
              </ns1:path>
            </ns1:pathLst>
          </ns1:custGeom>
          <ns1:solidFill>
            <ns1:schemeClr val="tx1"/>
          </ns1:solidFill>
          <ns1:ln>
            <ns1:noFill/>
          </ns1:ln>
          <ns1:extLst/>
        </ns0:spPr>
        <ns0:txBody>
          <ns1:bodyPr vert="horz" wrap="square" lIns="91440" tIns="45720" rIns="91440" bIns="45720" numCol="1" anchor="t" anchorCtr="0" compatLnSpc="1">
            <ns1:prstTxWarp prst="textNoShape">
              <ns1:avLst/>
            </ns1:prstTxWarp>
          </ns1:bodyPr>
          <ns1:lstStyle/>
          <ns1:p>
            <ns1:endParaRPr lang="id-ID" sz="2700"/>
          </ns1:p>
        </ns0:txBody>
      </ns0:sp>
      <ns0:sp>
        <ns0:nvSpPr>
          <ns0:cNvPr id="281" name="Freeform 249"/>
          <ns0:cNvSpPr>
            <ns1:spLocks noEditPoints="1"/>
          </ns0:cNvSpPr>
          <ns0:nvPr/>
        </ns0:nvSpPr>
        <ns0:spPr bwMode="auto">
          <ns1:xfrm>
            <ns1:off x="5420487" y="5244999"/>
            <ns1:ext cx="404141" cy="343368"/>
          </ns1:xfrm>
          <ns1:custGeom>
            <ns1:avLst/>
            <ns1:gdLst>
              <ns1:gd name="T0" fmla="*/ 51 w 56"/>
              <ns1:gd name="T1" fmla="*/ 20 h 48"/>
              <ns1:gd name="T2" fmla="*/ 54 w 56"/>
              <ns1:gd name="T3" fmla="*/ 16 h 48"/>
              <ns1:gd name="T4" fmla="*/ 54 w 56"/>
              <ns1:gd name="T5" fmla="*/ 12 h 48"/>
              <ns1:gd name="T6" fmla="*/ 45 w 56"/>
              <ns1:gd name="T7" fmla="*/ 4 h 48"/>
              <ns1:gd name="T8" fmla="*/ 16 w 56"/>
              <ns1:gd name="T9" fmla="*/ 0 h 48"/>
              <ns1:gd name="T10" fmla="*/ 8 w 56"/>
              <ns1:gd name="T11" fmla="*/ 12 h 48"/>
              <ns1:gd name="T12" fmla="*/ 0 w 56"/>
              <ns1:gd name="T13" fmla="*/ 14 h 48"/>
              <ns1:gd name="T14" fmla="*/ 7 w 56"/>
              <ns1:gd name="T15" fmla="*/ 16 h 48"/>
              <ns1:gd name="T16" fmla="*/ 2 w 56"/>
              <ns1:gd name="T17" fmla="*/ 20 h 48"/>
              <ns1:gd name="T18" fmla="*/ 0 w 56"/>
              <ns1:gd name="T19" fmla="*/ 34 h 48"/>
              <ns1:gd name="T20" fmla="*/ 4 w 56"/>
              <ns1:gd name="T21" fmla="*/ 36 h 48"/>
              <ns1:gd name="T22" fmla="*/ 8 w 56"/>
              <ns1:gd name="T23" fmla="*/ 48 h 48"/>
              <ns1:gd name="T24" fmla="*/ 16 w 56"/>
              <ns1:gd name="T25" fmla="*/ 44 h 48"/>
              <ns1:gd name="T26" fmla="*/ 40 w 56"/>
              <ns1:gd name="T27" fmla="*/ 36 h 48"/>
              <ns1:gd name="T28" fmla="*/ 44 w 56"/>
              <ns1:gd name="T29" fmla="*/ 48 h 48"/>
              <ns1:gd name="T30" fmla="*/ 52 w 56"/>
              <ns1:gd name="T31" fmla="*/ 44 h 48"/>
              <ns1:gd name="T32" fmla="*/ 54 w 56"/>
              <ns1:gd name="T33" fmla="*/ 36 h 48"/>
              <ns1:gd name="T34" fmla="*/ 56 w 56"/>
              <ns1:gd name="T35" fmla="*/ 22 h 48"/>
              <ns1:gd name="T36" fmla="*/ 15 w 56"/>
              <ns1:gd name="T37" fmla="*/ 5 h 48"/>
              <ns1:gd name="T38" fmla="*/ 24 w 56"/>
              <ns1:gd name="T39" fmla="*/ 4 h 48"/>
              <ns1:gd name="T40" fmla="*/ 26 w 56"/>
              <ns1:gd name="T41" fmla="*/ 8 h 48"/>
              <ns1:gd name="T42" fmla="*/ 32 w 56"/>
              <ns1:gd name="T43" fmla="*/ 6 h 48"/>
              <ns1:gd name="T44" fmla="*/ 40 w 56"/>
              <ns1:gd name="T45" fmla="*/ 4 h 48"/>
              <ns1:gd name="T46" fmla="*/ 46 w 56"/>
              <ns1:gd name="T47" fmla="*/ 20 h 48"/>
              <ns1:gd name="T48" fmla="*/ 15 w 56"/>
              <ns1:gd name="T49" fmla="*/ 5 h 48"/>
              <ns1:gd name="T50" fmla="*/ 8 w 56"/>
              <ns1:gd name="T51" fmla="*/ 28 h 48"/>
              <ns1:gd name="T52" fmla="*/ 16 w 56"/>
              <ns1:gd name="T53" fmla="*/ 28 h 48"/>
              <ns1:gd name="T54" fmla="*/ 36 w 56"/>
              <ns1:gd name="T55" fmla="*/ 32 h 48"/>
              <ns1:gd name="T56" fmla="*/ 20 w 56"/>
              <ns1:gd name="T57" fmla="*/ 28 h 48"/>
              <ns1:gd name="T58" fmla="*/ 36 w 56"/>
              <ns1:gd name="T59" fmla="*/ 32 h 48"/>
              <ns1:gd name="T60" fmla="*/ 40 w 56"/>
              <ns1:gd name="T61" fmla="*/ 28 h 48"/>
              <ns1:gd name="T62" fmla="*/ 48 w 56"/>
              <ns1:gd name="T63" fmla="*/ 28 h 48"/>
            </ns1:gdLst>
            <ns1:ahLst/>
            <ns1:cxnLst>
              <ns1:cxn ang="0">
                <ns1:pos x="T0" y="T1"/>
              </ns1:cxn>
              <ns1:cxn ang="0">
                <ns1:pos x="T2" y="T3"/>
              </ns1:cxn>
              <ns1:cxn ang="0">
                <ns1:pos x="T4" y="T5"/>
              </ns1:cxn>
              <ns1:cxn ang="0">
                <ns1:pos x="T6" y="T7"/>
              </ns1:cxn>
              <ns1:cxn ang="0">
                <ns1:pos x="T8" y="T9"/>
              </ns1:cxn>
              <ns1:cxn ang="0">
                <ns1:pos x="T10" y="T11"/>
              </ns1:cxn>
              <ns1:cxn ang="0">
                <ns1:pos x="T12" y="T13"/>
              </ns1:cxn>
              <ns1:cxn ang="0">
                <ns1:pos x="T14" y="T15"/>
              </ns1:cxn>
              <ns1:cxn ang="0">
                <ns1:pos x="T16" y="T17"/>
              </ns1:cxn>
              <ns1:cxn ang="0">
                <ns1:pos x="T18" y="T19"/>
              </ns1:cxn>
              <ns1:cxn ang="0">
                <ns1:pos x="T20" y="T21"/>
              </ns1:cxn>
              <ns1:cxn ang="0">
                <ns1:pos x="T22" y="T23"/>
              </ns1:cxn>
              <ns1:cxn ang="0">
                <ns1:pos x="T24" y="T25"/>
              </ns1:cxn>
              <ns1:cxn ang="0">
                <ns1:pos x="T26" y="T27"/>
              </ns1:cxn>
              <ns1:cxn ang="0">
                <ns1:pos x="T28" y="T29"/>
              </ns1:cxn>
              <ns1:cxn ang="0">
                <ns1:pos x="T30" y="T31"/>
              </ns1:cxn>
              <ns1:cxn ang="0">
                <ns1:pos x="T32" y="T33"/>
              </ns1:cxn>
              <ns1:cxn ang="0">
                <ns1:pos x="T34" y="T35"/>
              </ns1:cxn>
              <ns1:cxn ang="0">
                <ns1:pos x="T36" y="T37"/>
              </ns1:cxn>
              <ns1:cxn ang="0">
                <ns1:pos x="T38" y="T39"/>
              </ns1:cxn>
              <ns1:cxn ang="0">
                <ns1:pos x="T40" y="T41"/>
              </ns1:cxn>
              <ns1:cxn ang="0">
                <ns1:pos x="T42" y="T43"/>
              </ns1:cxn>
              <ns1:cxn ang="0">
                <ns1:pos x="T44" y="T45"/>
              </ns1:cxn>
              <ns1:cxn ang="0">
                <ns1:pos x="T46" y="T47"/>
              </ns1:cxn>
              <ns1:cxn ang="0">
                <ns1:pos x="T48" y="T49"/>
              </ns1:cxn>
              <ns1:cxn ang="0">
                <ns1:pos x="T50" y="T51"/>
              </ns1:cxn>
              <ns1:cxn ang="0">
                <ns1:pos x="T52" y="T53"/>
              </ns1:cxn>
              <ns1:cxn ang="0">
                <ns1:pos x="T54" y="T55"/>
              </ns1:cxn>
              <ns1:cxn ang="0">
                <ns1:pos x="T56" y="T57"/>
              </ns1:cxn>
              <ns1:cxn ang="0">
                <ns1:pos x="T58" y="T59"/>
              </ns1:cxn>
              <ns1:cxn ang="0">
                <ns1:pos x="T60" y="T61"/>
              </ns1:cxn>
              <ns1:cxn ang="0">
                <ns1:pos x="T62" y="T63"/>
              </ns1:cxn>
            </ns1:cxnLst>
            <ns1:rect l="0" t="0" r="r" b="b"/>
            <ns1:pathLst>
              <ns1:path w="56" h="48">
                <ns1:moveTo>
                  <ns1:pt x="54" y="20"/>
                </ns1:moveTo>
                <ns1:cubicBezTo>
                  <ns1:pt x="51" y="20"/>
                  <ns1:pt x="51" y="20"/>
                  <ns1:pt x="51" y="20"/>
                </ns1:cubicBezTo>
                <ns1:cubicBezTo>
                  <ns1:pt x="49" y="16"/>
                  <ns1:pt x="49" y="16"/>
                  <ns1:pt x="49" y="16"/>
                </ns1:cubicBezTo>
                <ns1:cubicBezTo>
                  <ns1:pt x="54" y="16"/>
                  <ns1:pt x="54" y="16"/>
                  <ns1:pt x="54" y="16"/>
                </ns1:cubicBezTo>
                <ns1:cubicBezTo>
                  <ns1:pt x="55" y="16"/>
                  <ns1:pt x="56" y="15"/>
                  <ns1:pt x="56" y="14"/>
                </ns1:cubicBezTo>
                <ns1:cubicBezTo>
                  <ns1:pt x="56" y="13"/>
                  <ns1:pt x="55" y="12"/>
                  <ns1:pt x="54" y="12"/>
                </ns1:cubicBezTo>
                <ns1:cubicBezTo>
                  <ns1:pt x="48" y="12"/>
                  <ns1:pt x="48" y="12"/>
                  <ns1:pt x="48" y="12"/>
                </ns1:cubicBezTo>
                <ns1:cubicBezTo>
                  <ns1:pt x="45" y="4"/>
                  <ns1:pt x="45" y="4"/>
                  <ns1:pt x="45" y="4"/>
                </ns1:cubicBezTo>
                <ns1:cubicBezTo>
                  <ns1:pt x="45" y="2"/>
                  <ns1:pt x="42" y="0"/>
                  <ns1:pt x="40" y="0"/>
                </ns1:cubicBezTo>
                <ns1:cubicBezTo>
                  <ns1:pt x="16" y="0"/>
                  <ns1:pt x="16" y="0"/>
                  <ns1:pt x="16" y="0"/>
                </ns1:cubicBezTo>
                <ns1:cubicBezTo>
                  <ns1:pt x="14" y="0"/>
                  <ns1:pt x="11" y="2"/>
                  <ns1:pt x="11" y="4"/>
                </ns1:cubicBezTo>
                <ns1:cubicBezTo>
                  <ns1:pt x="8" y="12"/>
                  <ns1:pt x="8" y="12"/>
                  <ns1:pt x="8" y="12"/>
                </ns1:cubicBezTo>
                <ns1:cubicBezTo>
                  <ns1:pt x="2" y="12"/>
                  <ns1:pt x="2" y="12"/>
                  <ns1:pt x="2" y="12"/>
                </ns1:cubicBezTo>
                <ns1:cubicBezTo>
                  <ns1:pt x="1" y="12"/>
                  <ns1:pt x="0" y="13"/>
                  <ns1:pt x="0" y="14"/>
                </ns1:cubicBezTo>
                <ns1:cubicBezTo>
                  <ns1:pt x="0" y="15"/>
                  <ns1:pt x="1" y="16"/>
                  <ns1:pt x="2" y="16"/>
                </ns1:cubicBezTo>
                <ns1:cubicBezTo>
                  <ns1:pt x="7" y="16"/>
                  <ns1:pt x="7" y="16"/>
                  <ns1:pt x="7" y="16"/>
                </ns1:cubicBezTo>
                <ns1:cubicBezTo>
                  <ns1:pt x="5" y="20"/>
                  <ns1:pt x="5" y="20"/>
                  <ns1:pt x="5" y="20"/>
                </ns1:cubicBezTo>
                <ns1:cubicBezTo>
                  <ns1:pt x="2" y="20"/>
                  <ns1:pt x="2" y="20"/>
                  <ns1:pt x="2" y="20"/>
                </ns1:cubicBezTo>
                <ns1:cubicBezTo>
                  <ns1:pt x="1" y="20"/>
                  <ns1:pt x="0" y="21"/>
                  <ns1:pt x="0" y="22"/>
                </ns1:cubicBezTo>
                <ns1:cubicBezTo>
                  <ns1:pt x="0" y="34"/>
                  <ns1:pt x="0" y="34"/>
                  <ns1:pt x="0" y="34"/>
                </ns1:cubicBezTo>
                <ns1:cubicBezTo>
                  <ns1:pt x="0" y="35"/>
                  <ns1:pt x="1" y="36"/>
                  <ns1:pt x="2" y="36"/>
                </ns1:cubicBezTo>
                <ns1:cubicBezTo>
                  <ns1:pt x="4" y="36"/>
                  <ns1:pt x="4" y="36"/>
                  <ns1:pt x="4" y="36"/>
                </ns1:cubicBezTo>
                <ns1:cubicBezTo>
                  <ns1:pt x="4" y="44"/>
                  <ns1:pt x="4" y="44"/>
                  <ns1:pt x="4" y="44"/>
                </ns1:cubicBezTo>
                <ns1:cubicBezTo>
                  <ns1:pt x="4" y="46"/>
                  <ns1:pt x="6" y="48"/>
                  <ns1:pt x="8" y="48"/>
                </ns1:cubicBezTo>
                <ns1:cubicBezTo>
                  <ns1:pt x="12" y="48"/>
                  <ns1:pt x="12" y="48"/>
                  <ns1:pt x="12" y="48"/>
                </ns1:cubicBezTo>
                <ns1:cubicBezTo>
                  <ns1:pt x="14" y="48"/>
                  <ns1:pt x="16" y="46"/>
                  <ns1:pt x="16" y="44"/>
                </ns1:cubicBezTo>
                <ns1:cubicBezTo>
                  <ns1:pt x="16" y="36"/>
                  <ns1:pt x="16" y="36"/>
                  <ns1:pt x="16" y="36"/>
                </ns1:cubicBezTo>
                <ns1:cubicBezTo>
                  <ns1:pt x="40" y="36"/>
                  <ns1:pt x="40" y="36"/>
                  <ns1:pt x="40" y="36"/>
                </ns1:cubicBezTo>
                <ns1:cubicBezTo>
                  <ns1:pt x="40" y="44"/>
                  <ns1:pt x="40" y="44"/>
                  <ns1:pt x="40" y="44"/>
                </ns1:cubicBezTo>
                <ns1:cubicBezTo>
                  <ns1:pt x="40" y="46"/>
                  <ns1:pt x="42" y="48"/>
                  <ns1:pt x="44" y="48"/>
                </ns1:cubicBezTo>
                <ns1:cubicBezTo>
                  <ns1:pt x="48" y="48"/>
                  <ns1:pt x="48" y="48"/>
                  <ns1:pt x="48" y="48"/>
                </ns1:cubicBezTo>
                <ns1:cubicBezTo>
                  <ns1:pt x="50" y="48"/>
                  <ns1:pt x="52" y="46"/>
                  <ns1:pt x="52" y="44"/>
                </ns1:cubicBezTo>
                <ns1:cubicBezTo>
                  <ns1:pt x="52" y="36"/>
                  <ns1:pt x="52" y="36"/>
                  <ns1:pt x="52" y="36"/>
                </ns1:cubicBezTo>
                <ns1:cubicBezTo>
                  <ns1:pt x="54" y="36"/>
                  <ns1:pt x="54" y="36"/>
                  <ns1:pt x="54" y="36"/>
                </ns1:cubicBezTo>
                <ns1:cubicBezTo>
                  <ns1:pt x="55" y="36"/>
                  <ns1:pt x="56" y="35"/>
                  <ns1:pt x="56" y="34"/>
                </ns1:cubicBezTo>
                <ns1:cubicBezTo>
                  <ns1:pt x="56" y="22"/>
                  <ns1:pt x="56" y="22"/>
                  <ns1:pt x="56" y="22"/>
                </ns1:cubicBezTo>
                <ns1:cubicBezTo>
                  <ns1:pt x="56" y="21"/>
                  <ns1:pt x="55" y="20"/>
                  <ns1:pt x="54" y="20"/>
                </ns1:cubicBezTo>
                <ns1:close/>
                <ns1:moveTo>
                  <ns1:pt x="15" y="5"/>
                </ns1:moveTo>
                <ns1:cubicBezTo>
                  <ns1:pt x="15" y="5"/>
                  <ns1:pt x="16" y="4"/>
                  <ns1:pt x="16" y="4"/>
                </ns1:cubicBezTo>
                <ns1:cubicBezTo>
                  <ns1:pt x="24" y="4"/>
                  <ns1:pt x="24" y="4"/>
                  <ns1:pt x="24" y="4"/>
                </ns1:cubicBezTo>
                <ns1:cubicBezTo>
                  <ns1:pt x="24" y="6"/>
                  <ns1:pt x="24" y="6"/>
                  <ns1:pt x="24" y="6"/>
                </ns1:cubicBezTo>
                <ns1:cubicBezTo>
                  <ns1:pt x="24" y="7"/>
                  <ns1:pt x="25" y="8"/>
                  <ns1:pt x="26" y="8"/>
                </ns1:cubicBezTo>
                <ns1:cubicBezTo>
                  <ns1:pt x="30" y="8"/>
                  <ns1:pt x="30" y="8"/>
                  <ns1:pt x="30" y="8"/>
                </ns1:cubicBezTo>
                <ns1:cubicBezTo>
                  <ns1:pt x="31" y="8"/>
                  <ns1:pt x="32" y="7"/>
                  <ns1:pt x="32" y="6"/>
                </ns1:cubicBezTo>
                <ns1:cubicBezTo>
                  <ns1:pt x="32" y="4"/>
                  <ns1:pt x="32" y="4"/>
                  <ns1:pt x="32" y="4"/>
                </ns1:cubicBezTo>
                <ns1:cubicBezTo>
                  <ns1:pt x="40" y="4"/>
                  <ns1:pt x="40" y="4"/>
                  <ns1:pt x="40" y="4"/>
                </ns1:cubicBezTo>
                <ns1:cubicBezTo>
                  <ns1:pt x="40" y="4"/>
                  <ns1:pt x="41" y="5"/>
                  <ns1:pt x="41" y="5"/>
                </ns1:cubicBezTo>
                <ns1:cubicBezTo>
                  <ns1:pt x="46" y="20"/>
                  <ns1:pt x="46" y="20"/>
                  <ns1:pt x="46" y="20"/>
                </ns1:cubicBezTo>
                <ns1:cubicBezTo>
                  <ns1:pt x="10" y="20"/>
                  <ns1:pt x="10" y="20"/>
                  <ns1:pt x="10" y="20"/>
                </ns1:cubicBezTo>
                <ns1:lnTo>
                  <ns1:pt x="15" y="5"/>
                </ns1:lnTo>
                <ns1:close/>
                <ns1:moveTo>
                  <ns1:pt x="12" y="32"/>
                </ns1:moveTo>
                <ns1:cubicBezTo>
                  <ns1:pt x="10" y="32"/>
                  <ns1:pt x="8" y="30"/>
                  <ns1:pt x="8" y="28"/>
                </ns1:cubicBezTo>
                <ns1:cubicBezTo>
                  <ns1:pt x="8" y="26"/>
                  <ns1:pt x="10" y="24"/>
                  <ns1:pt x="12" y="24"/>
                </ns1:cubicBezTo>
                <ns1:cubicBezTo>
                  <ns1:pt x="14" y="24"/>
                  <ns1:pt x="16" y="26"/>
                  <ns1:pt x="16" y="28"/>
                </ns1:cubicBezTo>
                <ns1:cubicBezTo>
                  <ns1:pt x="16" y="30"/>
                  <ns1:pt x="14" y="32"/>
                  <ns1:pt x="12" y="32"/>
                </ns1:cubicBezTo>
                <ns1:close/>
                <ns1:moveTo>
                  <ns1:pt x="36" y="32"/>
                </ns1:moveTo>
                <ns1:cubicBezTo>
                  <ns1:pt x="20" y="32"/>
                  <ns1:pt x="20" y="32"/>
                  <ns1:pt x="20" y="32"/>
                </ns1:cubicBezTo>
                <ns1:cubicBezTo>
                  <ns1:pt x="20" y="28"/>
                  <ns1:pt x="20" y="28"/>
                  <ns1:pt x="20" y="28"/>
                </ns1:cubicBezTo>
                <ns1:cubicBezTo>
                  <ns1:pt x="36" y="28"/>
                  <ns1:pt x="36" y="28"/>
                  <ns1:pt x="36" y="28"/>
                </ns1:cubicBezTo>
                <ns1:lnTo>
                  <ns1:pt x="36" y="32"/>
                </ns1:lnTo>
                <ns1:close/>
                <ns1:moveTo>
                  <ns1:pt x="44" y="32"/>
                </ns1:moveTo>
                <ns1:cubicBezTo>
                  <ns1:pt x="42" y="32"/>
                  <ns1:pt x="40" y="30"/>
                  <ns1:pt x="40" y="28"/>
                </ns1:cubicBezTo>
                <ns1:cubicBezTo>
                  <ns1:pt x="40" y="26"/>
                  <ns1:pt x="42" y="24"/>
                  <ns1:pt x="44" y="24"/>
                </ns1:cubicBezTo>
                <ns1:cubicBezTo>
                  <ns1:pt x="46" y="24"/>
                  <ns1:pt x="48" y="26"/>
                  <ns1:pt x="48" y="28"/>
                </ns1:cubicBezTo>
                <ns1:cubicBezTo>
                  <ns1:pt x="48" y="30"/>
                  <ns1:pt x="46" y="32"/>
                  <ns1:pt x="44" y="32"/>
                </ns1:cubicBezTo>
                <ns1:close/>
              </ns1:path>
            </ns1:pathLst>
          </ns1:custGeom>
          <ns1:solidFill>
            <ns1:schemeClr val="tx1"/>
          </ns1:solidFill>
          <ns1:ln>
            <ns1:noFill/>
          </ns1:ln>
          <ns1:extLst/>
        </ns0:spPr>
        <ns0:txBody>
          <ns1:bodyPr vert="horz" wrap="square" lIns="91440" tIns="45720" rIns="91440" bIns="45720" numCol="1" anchor="t" anchorCtr="0" compatLnSpc="1">
            <ns1:prstTxWarp prst="textNoShape">
              <ns1:avLst/>
            </ns1:prstTxWarp>
          </ns1:bodyPr>
          <ns1:lstStyle/>
          <ns1:p>
            <ns1:endParaRPr lang="id-ID" sz="2700"/>
          </ns1:p>
        </ns0:txBody>
      </ns0:sp>
      <ns0:grpSp>
        <ns0:nvGrpSpPr>
          <ns0:cNvPr id="282" name="Group 281"/>
          <ns0:cNvGrpSpPr/>
          <ns0:nvPr/>
        </ns0:nvGrpSpPr>
        <ns0:grpSpPr>
          <ns1:xfrm>
            <ns1:off x="3356735" y="5219621"/>
            <ns1:ext cx="381327" cy="394124"/>
            <ns1:chOff x="4054476" y="1160463"/>
            <ns1:chExt cx="236537" cy="244475"/>
          </ns1:xfrm>
          <ns1:solidFill>
            <ns1:schemeClr val="tx1"/>
          </ns1:solidFill>
        </ns0:grpSpPr>
        <ns0:sp>
          <ns0:nvSpPr>
            <ns0:cNvPr id="283" name="Freeform 58"/>
            <ns0:cNvSpPr>
              <ns1:spLocks/>
            </ns0:cNvSpPr>
            <ns0:nvPr/>
          </ns0:nvSpPr>
          <ns0:spPr bwMode="auto">
            <ns1:xfrm>
              <ns1:off x="4144963" y="1160463"/>
              <ns1:ext cx="146050" cy="146050"/>
            </ns1:xfrm>
            <ns1:custGeom>
              <ns1:avLst/>
              <ns1:gdLst>
                <ns1:gd name="T0" fmla="*/ 37 w 39"/>
                <ns1:gd name="T1" fmla="*/ 2 h 39"/>
                <ns1:gd name="T2" fmla="*/ 31 w 39"/>
                <ns1:gd name="T3" fmla="*/ 3 h 39"/>
                <ns1:gd name="T4" fmla="*/ 12 w 39"/>
                <ns1:gd name="T5" fmla="*/ 22 h 39"/>
                <ns1:gd name="T6" fmla="*/ 0 w 39"/>
                <ns1:gd name="T7" fmla="*/ 29 h 39"/>
                <ns1:gd name="T8" fmla="*/ 10 w 39"/>
                <ns1:gd name="T9" fmla="*/ 39 h 39"/>
                <ns1:gd name="T10" fmla="*/ 17 w 39"/>
                <ns1:gd name="T11" fmla="*/ 27 h 39"/>
                <ns1:gd name="T12" fmla="*/ 36 w 39"/>
                <ns1:gd name="T13" fmla="*/ 8 h 39"/>
                <ns1:gd name="T14" fmla="*/ 37 w 39"/>
                <ns1:gd name="T15" fmla="*/ 2 h 39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  <ns1:cxn ang="0">
                  <ns1:pos x="T14" y="T15"/>
                </ns1:cxn>
              </ns1:cxnLst>
              <ns1:rect l="0" t="0" r="r" b="b"/>
              <ns1:pathLst>
                <ns1:path w="39" h="39">
                  <ns1:moveTo>
                    <ns1:pt x="37" y="2"/>
                  </ns1:moveTo>
                  <ns1:cubicBezTo>
                    <ns1:pt x="34" y="0"/>
                    <ns1:pt x="31" y="3"/>
                    <ns1:pt x="31" y="3"/>
                  </ns1:cubicBezTo>
                  <ns1:cubicBezTo>
                    <ns1:pt x="31" y="3"/>
                    <ns1:pt x="15" y="19"/>
                    <ns1:pt x="12" y="22"/>
                  </ns1:cubicBezTo>
                  <ns1:cubicBezTo>
                    <ns1:pt x="9" y="25"/>
                    <ns1:pt x="0" y="29"/>
                    <ns1:pt x="0" y="29"/>
                  </ns1:cubicBezTo>
                  <ns1:cubicBezTo>
                    <ns1:pt x="10" y="39"/>
                    <ns1:pt x="10" y="39"/>
                    <ns1:pt x="10" y="39"/>
                  </ns1:cubicBezTo>
                  <ns1:cubicBezTo>
                    <ns1:pt x="10" y="39"/>
                    <ns1:pt x="14" y="30"/>
                    <ns1:pt x="17" y="27"/>
                  </ns1:cubicBezTo>
                  <ns1:cubicBezTo>
                    <ns1:pt x="20" y="24"/>
                    <ns1:pt x="36" y="8"/>
                    <ns1:pt x="36" y="8"/>
                  </ns1:cubicBezTo>
                  <ns1:cubicBezTo>
                    <ns1:pt x="36" y="8"/>
                    <ns1:pt x="39" y="5"/>
                    <ns1:pt x="37" y="2"/>
                  </ns1:cubicBezTo>
                  <ns1:close/>
                </ns1:path>
              </ns1:pathLst>
            </ns1:custGeom>
            <ns1:grpFill/>
            <ns1:ln>
              <ns1:noFill/>
            </ns1:ln>
            <ns1:extLst>
              <ns1:ext uri="{91240B29-F687-4F45-9708-019B960494DF}">
                <ns2:hiddenLine w="9525">
                  <ns1:solidFill>
                    <ns1:srgbClr val="000000"/>
                  </ns1:solidFill>
                  <ns1:round/>
                  <ns1:headEnd/>
                  <ns1:tailEnd/>
                </ns2:hiddenLine>
              </ns1:ext>
            </ns1:extLst>
          </ns0:spPr>
          <ns0:txBody>
            <ns1:bodyPr vert="horz" wrap="square" lIns="91440" tIns="45720" rIns="91440" bIns="45720" numCol="1" anchor="t" anchorCtr="0" compatLnSpc="1">
              <ns1:prstTxWarp prst="textNoShape">
                <ns1:avLst/>
              </ns1:prstTxWarp>
            </ns1:bodyPr>
            <ns1:lstStyle/>
            <ns1:p>
              <ns1:endParaRPr lang="id-ID" sz="2700"/>
            </ns1:p>
          </ns0:txBody>
        </ns0:sp>
        <ns0:sp>
          <ns0:nvSpPr>
            <ns0:cNvPr id="284" name="Freeform 59"/>
            <ns0:cNvSpPr>
              <ns1:spLocks noEditPoints="1"/>
            </ns0:cNvSpPr>
            <ns0:nvPr/>
          </ns0:nvSpPr>
          <ns0:spPr bwMode="auto">
            <ns1:xfrm>
              <ns1:off x="4054476" y="1281113"/>
              <ns1:ext cx="115888" cy="123825"/>
            </ns1:xfrm>
            <ns1:custGeom>
              <ns1:avLst/>
              <ns1:gdLst>
                <ns1:gd name="T0" fmla="*/ 12 w 31"/>
                <ns1:gd name="T1" fmla="*/ 7 h 33"/>
                <ns1:gd name="T2" fmla="*/ 0 w 31"/>
                <ns1:gd name="T3" fmla="*/ 27 h 33"/>
                <ns1:gd name="T4" fmla="*/ 31 w 31"/>
                <ns1:gd name="T5" fmla="*/ 10 h 33"/>
                <ns1:gd name="T6" fmla="*/ 21 w 31"/>
                <ns1:gd name="T7" fmla="*/ 0 h 33"/>
                <ns1:gd name="T8" fmla="*/ 12 w 31"/>
                <ns1:gd name="T9" fmla="*/ 7 h 33"/>
                <ns1:gd name="T10" fmla="*/ 9 w 31"/>
                <ns1:gd name="T11" fmla="*/ 24 h 33"/>
                <ns1:gd name="T12" fmla="*/ 20 w 31"/>
                <ns1:gd name="T13" fmla="*/ 4 h 33"/>
                <ns1:gd name="T14" fmla="*/ 9 w 31"/>
                <ns1:gd name="T15" fmla="*/ 24 h 33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  <ns1:cxn ang="0">
                  <ns1:pos x="T14" y="T15"/>
                </ns1:cxn>
              </ns1:cxnLst>
              <ns1:rect l="0" t="0" r="r" b="b"/>
              <ns1:pathLst>
                <ns1:path w="31" h="33">
                  <ns1:moveTo>
                    <ns1:pt x="12" y="7"/>
                  </ns1:moveTo>
                  <ns1:cubicBezTo>
                    <ns1:pt x="7" y="19"/>
                    <ns1:pt x="8" y="25"/>
                    <ns1:pt x="0" y="27"/>
                  </ns1:cubicBezTo>
                  <ns1:cubicBezTo>
                    <ns1:pt x="31" y="33"/>
                    <ns1:pt x="31" y="10"/>
                    <ns1:pt x="31" y="10"/>
                  </ns1:cubicBezTo>
                  <ns1:cubicBezTo>
                    <ns1:pt x="21" y="0"/>
                    <ns1:pt x="21" y="0"/>
                    <ns1:pt x="21" y="0"/>
                  </ns1:cubicBezTo>
                  <ns1:cubicBezTo>
                    <ns1:pt x="21" y="0"/>
                    <ns1:pt x="14" y="2"/>
                    <ns1:pt x="12" y="7"/>
                  </ns1:cubicBezTo>
                  <ns1:close/>
                  <ns1:moveTo>
                    <ns1:pt x="9" y="24"/>
                  </ns1:moveTo>
                  <ns1:cubicBezTo>
                    <ns1:pt x="11" y="21"/>
                    <ns1:pt x="15" y="8"/>
                    <ns1:pt x="20" y="4"/>
                  </ns1:cubicBezTo>
                  <ns1:cubicBezTo>
                    <ns1:pt x="23" y="7"/>
                    <ns1:pt x="20" y="17"/>
                    <ns1:pt x="9" y="24"/>
                  </ns1:cubicBezTo>
                  <ns1:close/>
                </ns1:path>
              </ns1:pathLst>
            </ns1:custGeom>
            <ns1:grpFill/>
            <ns1:ln>
              <ns1:noFill/>
            </ns1:ln>
            <ns1:extLst>
              <ns1:ext uri="{91240B29-F687-4F45-9708-019B960494DF}">
                <ns2:hiddenLine w="9525">
                  <ns1:solidFill>
                    <ns1:srgbClr val="000000"/>
                  </ns1:solidFill>
                  <ns1:round/>
                  <ns1:headEnd/>
                  <ns1:tailEnd/>
                </ns2:hiddenLine>
              </ns1:ext>
            </ns1:extLst>
          </ns0:spPr>
          <ns0:txBody>
            <ns1:bodyPr vert="horz" wrap="square" lIns="91440" tIns="45720" rIns="91440" bIns="45720" numCol="1" anchor="t" anchorCtr="0" compatLnSpc="1">
              <ns1:prstTxWarp prst="textNoShape">
                <ns1:avLst/>
              </ns1:prstTxWarp>
            </ns1:bodyPr>
            <ns1:lstStyle/>
            <ns1:p>
              <ns1:endParaRPr lang="id-ID" sz="2700"/>
            </ns1:p>
          </ns0:txBody>
        </ns0:sp>
      </ns0:grpSp>
      <ns0:sp>
        <ns0:nvSpPr>
          <ns0:cNvPr id="285" name="Freeform 119"/>
          <ns0:cNvSpPr>
            <ns1:spLocks noEditPoints="1"/>
          </ns0:cNvSpPr>
          <ns0:nvPr/>
        </ns0:nvSpPr>
        <ns0:spPr bwMode="auto">
          <ns1:xfrm>
            <ns1:off x="4425058" y="5236335"/>
            <ns1:ext cx="360696" cy="360696"/>
          </ns1:xfrm>
          <ns1:custGeom>
            <ns1:avLst/>
            <ns1:gdLst>
              <ns1:gd name="T0" fmla="*/ 0 w 152"/>
              <ns1:gd name="T1" fmla="*/ 0 h 152"/>
              <ns1:gd name="T2" fmla="*/ 0 w 152"/>
              <ns1:gd name="T3" fmla="*/ 114 h 152"/>
              <ns1:gd name="T4" fmla="*/ 38 w 152"/>
              <ns1:gd name="T5" fmla="*/ 114 h 152"/>
              <ns1:gd name="T6" fmla="*/ 38 w 152"/>
              <ns1:gd name="T7" fmla="*/ 152 h 152"/>
              <ns1:gd name="T8" fmla="*/ 90 w 152"/>
              <ns1:gd name="T9" fmla="*/ 114 h 152"/>
              <ns1:gd name="T10" fmla="*/ 152 w 152"/>
              <ns1:gd name="T11" fmla="*/ 114 h 152"/>
              <ns1:gd name="T12" fmla="*/ 152 w 152"/>
              <ns1:gd name="T13" fmla="*/ 0 h 152"/>
              <ns1:gd name="T14" fmla="*/ 0 w 152"/>
              <ns1:gd name="T15" fmla="*/ 0 h 152"/>
              <ns1:gd name="T16" fmla="*/ 133 w 152"/>
              <ns1:gd name="T17" fmla="*/ 95 h 152"/>
              <ns1:gd name="T18" fmla="*/ 95 w 152"/>
              <ns1:gd name="T19" fmla="*/ 95 h 152"/>
              <ns1:gd name="T20" fmla="*/ 57 w 152"/>
              <ns1:gd name="T21" fmla="*/ 124 h 152"/>
              <ns1:gd name="T22" fmla="*/ 57 w 152"/>
              <ns1:gd name="T23" fmla="*/ 95 h 152"/>
              <ns1:gd name="T24" fmla="*/ 19 w 152"/>
              <ns1:gd name="T25" fmla="*/ 95 h 152"/>
              <ns1:gd name="T26" fmla="*/ 19 w 152"/>
              <ns1:gd name="T27" fmla="*/ 19 h 152"/>
              <ns1:gd name="T28" fmla="*/ 133 w 152"/>
              <ns1:gd name="T29" fmla="*/ 19 h 152"/>
              <ns1:gd name="T30" fmla="*/ 133 w 152"/>
              <ns1:gd name="T31" fmla="*/ 95 h 152"/>
            </ns1:gdLst>
            <ns1:ahLst/>
            <ns1:cxnLst>
              <ns1:cxn ang="0">
                <ns1:pos x="T0" y="T1"/>
              </ns1:cxn>
              <ns1:cxn ang="0">
                <ns1:pos x="T2" y="T3"/>
              </ns1:cxn>
              <ns1:cxn ang="0">
                <ns1:pos x="T4" y="T5"/>
              </ns1:cxn>
              <ns1:cxn ang="0">
                <ns1:pos x="T6" y="T7"/>
              </ns1:cxn>
              <ns1:cxn ang="0">
                <ns1:pos x="T8" y="T9"/>
              </ns1:cxn>
              <ns1:cxn ang="0">
                <ns1:pos x="T10" y="T11"/>
              </ns1:cxn>
              <ns1:cxn ang="0">
                <ns1:pos x="T12" y="T13"/>
              </ns1:cxn>
              <ns1:cxn ang="0">
                <ns1:pos x="T14" y="T15"/>
              </ns1:cxn>
              <ns1:cxn ang="0">
                <ns1:pos x="T16" y="T17"/>
              </ns1:cxn>
              <ns1:cxn ang="0">
                <ns1:pos x="T18" y="T19"/>
              </ns1:cxn>
              <ns1:cxn ang="0">
                <ns1:pos x="T20" y="T21"/>
              </ns1:cxn>
              <ns1:cxn ang="0">
                <ns1:pos x="T22" y="T23"/>
              </ns1:cxn>
              <ns1:cxn ang="0">
                <ns1:pos x="T24" y="T25"/>
              </ns1:cxn>
              <ns1:cxn ang="0">
                <ns1:pos x="T26" y="T27"/>
              </ns1:cxn>
              <ns1:cxn ang="0">
                <ns1:pos x="T28" y="T29"/>
              </ns1:cxn>
              <ns1:cxn ang="0">
                <ns1:pos x="T30" y="T31"/>
              </ns1:cxn>
            </ns1:cxnLst>
            <ns1:rect l="0" t="0" r="r" b="b"/>
            <ns1:pathLst>
              <ns1:path w="152" h="152">
                <ns1:moveTo>
                  <ns1:pt x="0" y="0"/>
                </ns1:moveTo>
                <ns1:lnTo>
                  <ns1:pt x="0" y="114"/>
                </ns1:lnTo>
                <ns1:lnTo>
                  <ns1:pt x="38" y="114"/>
                </ns1:lnTo>
                <ns1:lnTo>
                  <ns1:pt x="38" y="152"/>
                </ns1:lnTo>
                <ns1:lnTo>
                  <ns1:pt x="90" y="114"/>
                </ns1:lnTo>
                <ns1:lnTo>
                  <ns1:pt x="152" y="114"/>
                </ns1:lnTo>
                <ns1:lnTo>
                  <ns1:pt x="152" y="0"/>
                </ns1:lnTo>
                <ns1:lnTo>
                  <ns1:pt x="0" y="0"/>
                </ns1:lnTo>
                <ns1:close/>
                <ns1:moveTo>
                  <ns1:pt x="133" y="95"/>
                </ns1:moveTo>
                <ns1:lnTo>
                  <ns1:pt x="95" y="95"/>
                </ns1:lnTo>
                <ns1:lnTo>
                  <ns1:pt x="57" y="124"/>
                </ns1:lnTo>
                <ns1:lnTo>
                  <ns1:pt x="57" y="95"/>
                </ns1:lnTo>
                <ns1:lnTo>
                  <ns1:pt x="19" y="95"/>
                </ns1:lnTo>
                <ns1:lnTo>
                  <ns1:pt x="19" y="19"/>
                </ns1:lnTo>
                <ns1:lnTo>
                  <ns1:pt x="133" y="19"/>
                </ns1:lnTo>
                <ns1:lnTo>
                  <ns1:pt x="133" y="95"/>
                </ns1:lnTo>
                <ns1:close/>
              </ns1:path>
            </ns1:pathLst>
          </ns1:custGeom>
          <ns1:solidFill>
            <ns1:schemeClr val="tx1"/>
          </ns1:solidFill>
          <ns1:ln>
            <ns1:noFill/>
          </ns1:ln>
          <ns1:extLst/>
        </ns0:spPr>
        <ns0:txBody>
          <ns1:bodyPr vert="horz" wrap="square" lIns="91440" tIns="45720" rIns="91440" bIns="45720" numCol="1" anchor="t" anchorCtr="0" compatLnSpc="1">
            <ns1:prstTxWarp prst="textNoShape">
              <ns1:avLst/>
            </ns1:prstTxWarp>
          </ns1:bodyPr>
          <ns1:lstStyle/>
          <ns1:p>
            <ns1:endParaRPr lang="id-ID" sz="2700"/>
          </ns1:p>
        </ns0:txBody>
      </ns0:sp>
      <ns0:sp>
        <ns0:nvSpPr>
          <ns0:cNvPr id="286" name="Freeform 48"/>
          <ns0:cNvSpPr>
            <ns1:spLocks noEditPoints="1"/>
          </ns0:cNvSpPr>
          <ns0:nvPr/>
        </ns0:nvSpPr>
        <ns0:spPr bwMode="auto">
          <ns1:xfrm>
            <ns1:off x="6435555" y="5216671"/>
            <ns1:ext cx="403984" cy="400024"/>
          </ns1:xfrm>
          <ns1:custGeom>
            <ns1:avLst/>
            <ns1:gdLst>
              <ns1:gd name="T0" fmla="*/ 126 w 129"/>
              <ns1:gd name="T1" fmla="*/ 2 h 128"/>
              <ns1:gd name="T2" fmla="*/ 121 w 129"/>
              <ns1:gd name="T3" fmla="*/ 0 h 128"/>
              <ns1:gd name="T4" fmla="*/ 120 w 129"/>
              <ns1:gd name="T5" fmla="*/ 0 h 128"/>
              <ns1:gd name="T6" fmla="*/ 52 w 129"/>
              <ns1:gd name="T7" fmla="*/ 12 h 128"/>
              <ns1:gd name="T8" fmla="*/ 45 w 129"/>
              <ns1:gd name="T9" fmla="*/ 20 h 128"/>
              <ns1:gd name="T10" fmla="*/ 45 w 129"/>
              <ns1:gd name="T11" fmla="*/ 28 h 128"/>
              <ns1:gd name="T12" fmla="*/ 45 w 129"/>
              <ns1:gd name="T13" fmla="*/ 32 h 128"/>
              <ns1:gd name="T14" fmla="*/ 45 w 129"/>
              <ns1:gd name="T15" fmla="*/ 89 h 128"/>
              <ns1:gd name="T16" fmla="*/ 30 w 129"/>
              <ns1:gd name="T17" fmla="*/ 84 h 128"/>
              <ns1:gd name="T18" fmla="*/ 20 w 129"/>
              <ns1:gd name="T19" fmla="*/ 86 h 128"/>
              <ns1:gd name="T20" fmla="*/ 3 w 129"/>
              <ns1:gd name="T21" fmla="*/ 100 h 128"/>
              <ns1:gd name="T22" fmla="*/ 2 w 129"/>
              <ns1:gd name="T23" fmla="*/ 115 h 128"/>
              <ns1:gd name="T24" fmla="*/ 24 w 129"/>
              <ns1:gd name="T25" fmla="*/ 128 h 128"/>
              <ns1:gd name="T26" fmla="*/ 34 w 129"/>
              <ns1:gd name="T27" fmla="*/ 126 h 128"/>
              <ns1:gd name="T28" fmla="*/ 51 w 129"/>
              <ns1:gd name="T29" fmla="*/ 112 h 128"/>
              <ns1:gd name="T30" fmla="*/ 53 w 129"/>
              <ns1:gd name="T31" fmla="*/ 104 h 128"/>
              <ns1:gd name="T32" fmla="*/ 53 w 129"/>
              <ns1:gd name="T33" fmla="*/ 104 h 128"/>
              <ns1:gd name="T34" fmla="*/ 53 w 129"/>
              <ns1:gd name="T35" fmla="*/ 40 h 128"/>
              <ns1:gd name="T36" fmla="*/ 54 w 129"/>
              <ns1:gd name="T37" fmla="*/ 40 h 128"/>
              <ns1:gd name="T38" fmla="*/ 121 w 129"/>
              <ns1:gd name="T39" fmla="*/ 28 h 128"/>
              <ns1:gd name="T40" fmla="*/ 121 w 129"/>
              <ns1:gd name="T41" fmla="*/ 77 h 128"/>
              <ns1:gd name="T42" fmla="*/ 106 w 129"/>
              <ns1:gd name="T43" fmla="*/ 72 h 128"/>
              <ns1:gd name="T44" fmla="*/ 96 w 129"/>
              <ns1:gd name="T45" fmla="*/ 74 h 128"/>
              <ns1:gd name="T46" fmla="*/ 79 w 129"/>
              <ns1:gd name="T47" fmla="*/ 88 h 128"/>
              <ns1:gd name="T48" fmla="*/ 78 w 129"/>
              <ns1:gd name="T49" fmla="*/ 103 h 128"/>
              <ns1:gd name="T50" fmla="*/ 100 w 129"/>
              <ns1:gd name="T51" fmla="*/ 116 h 128"/>
              <ns1:gd name="T52" fmla="*/ 110 w 129"/>
              <ns1:gd name="T53" fmla="*/ 114 h 128"/>
              <ns1:gd name="T54" fmla="*/ 127 w 129"/>
              <ns1:gd name="T55" fmla="*/ 100 h 128"/>
              <ns1:gd name="T56" fmla="*/ 129 w 129"/>
              <ns1:gd name="T57" fmla="*/ 92 h 128"/>
              <ns1:gd name="T58" fmla="*/ 129 w 129"/>
              <ns1:gd name="T59" fmla="*/ 92 h 128"/>
              <ns1:gd name="T60" fmla="*/ 129 w 129"/>
              <ns1:gd name="T61" fmla="*/ 20 h 128"/>
              <ns1:gd name="T62" fmla="*/ 129 w 129"/>
              <ns1:gd name="T63" fmla="*/ 16 h 128"/>
              <ns1:gd name="T64" fmla="*/ 129 w 129"/>
              <ns1:gd name="T65" fmla="*/ 8 h 128"/>
              <ns1:gd name="T66" fmla="*/ 126 w 129"/>
              <ns1:gd name="T67" fmla="*/ 2 h 128"/>
              <ns1:gd name="T68" fmla="*/ 32 w 129"/>
              <ns1:gd name="T69" fmla="*/ 119 h 128"/>
              <ns1:gd name="T70" fmla="*/ 10 w 129"/>
              <ns1:gd name="T71" fmla="*/ 112 h 128"/>
              <ns1:gd name="T72" fmla="*/ 22 w 129"/>
              <ns1:gd name="T73" fmla="*/ 93 h 128"/>
              <ns1:gd name="T74" fmla="*/ 44 w 129"/>
              <ns1:gd name="T75" fmla="*/ 100 h 128"/>
              <ns1:gd name="T76" fmla="*/ 32 w 129"/>
              <ns1:gd name="T77" fmla="*/ 119 h 128"/>
              <ns1:gd name="T78" fmla="*/ 108 w 129"/>
              <ns1:gd name="T79" fmla="*/ 107 h 128"/>
              <ns1:gd name="T80" fmla="*/ 85 w 129"/>
              <ns1:gd name="T81" fmla="*/ 100 h 128"/>
              <ns1:gd name="T82" fmla="*/ 98 w 129"/>
              <ns1:gd name="T83" fmla="*/ 81 h 128"/>
              <ns1:gd name="T84" fmla="*/ 120 w 129"/>
              <ns1:gd name="T85" fmla="*/ 88 h 128"/>
              <ns1:gd name="T86" fmla="*/ 108 w 129"/>
              <ns1:gd name="T87" fmla="*/ 107 h 128"/>
              <ns1:gd name="T88" fmla="*/ 121 w 129"/>
              <ns1:gd name="T89" fmla="*/ 20 h 128"/>
              <ns1:gd name="T90" fmla="*/ 53 w 129"/>
              <ns1:gd name="T91" fmla="*/ 32 h 128"/>
              <ns1:gd name="T92" fmla="*/ 53 w 129"/>
              <ns1:gd name="T93" fmla="*/ 28 h 128"/>
              <ns1:gd name="T94" fmla="*/ 53 w 129"/>
              <ns1:gd name="T95" fmla="*/ 20 h 128"/>
              <ns1:gd name="T96" fmla="*/ 121 w 129"/>
              <ns1:gd name="T97" fmla="*/ 8 h 128"/>
              <ns1:gd name="T98" fmla="*/ 121 w 129"/>
              <ns1:gd name="T99" fmla="*/ 16 h 128"/>
              <ns1:gd name="T100" fmla="*/ 121 w 129"/>
              <ns1:gd name="T101" fmla="*/ 20 h 128"/>
            </ns1:gdLst>
            <ns1:ahLst/>
            <ns1:cxnLst>
              <ns1:cxn ang="0">
                <ns1:pos x="T0" y="T1"/>
              </ns1:cxn>
              <ns1:cxn ang="0">
                <ns1:pos x="T2" y="T3"/>
              </ns1:cxn>
              <ns1:cxn ang="0">
                <ns1:pos x="T4" y="T5"/>
              </ns1:cxn>
              <ns1:cxn ang="0">
                <ns1:pos x="T6" y="T7"/>
              </ns1:cxn>
              <ns1:cxn ang="0">
                <ns1:pos x="T8" y="T9"/>
              </ns1:cxn>
              <ns1:cxn ang="0">
                <ns1:pos x="T10" y="T11"/>
              </ns1:cxn>
              <ns1:cxn ang="0">
                <ns1:pos x="T12" y="T13"/>
              </ns1:cxn>
              <ns1:cxn ang="0">
                <ns1:pos x="T14" y="T15"/>
              </ns1:cxn>
              <ns1:cxn ang="0">
                <ns1:pos x="T16" y="T17"/>
              </ns1:cxn>
              <ns1:cxn ang="0">
                <ns1:pos x="T18" y="T19"/>
              </ns1:cxn>
              <ns1:cxn ang="0">
                <ns1:pos x="T20" y="T21"/>
              </ns1:cxn>
              <ns1:cxn ang="0">
                <ns1:pos x="T22" y="T23"/>
              </ns1:cxn>
              <ns1:cxn ang="0">
                <ns1:pos x="T24" y="T25"/>
              </ns1:cxn>
              <ns1:cxn ang="0">
                <ns1:pos x="T26" y="T27"/>
              </ns1:cxn>
              <ns1:cxn ang="0">
                <ns1:pos x="T28" y="T29"/>
              </ns1:cxn>
              <ns1:cxn ang="0">
                <ns1:pos x="T30" y="T31"/>
              </ns1:cxn>
              <ns1:cxn ang="0">
                <ns1:pos x="T32" y="T33"/>
              </ns1:cxn>
              <ns1:cxn ang="0">
                <ns1:pos x="T34" y="T35"/>
              </ns1:cxn>
              <ns1:cxn ang="0">
                <ns1:pos x="T36" y="T37"/>
              </ns1:cxn>
              <ns1:cxn ang="0">
                <ns1:pos x="T38" y="T39"/>
              </ns1:cxn>
              <ns1:cxn ang="0">
                <ns1:pos x="T40" y="T41"/>
              </ns1:cxn>
              <ns1:cxn ang="0">
                <ns1:pos x="T42" y="T43"/>
              </ns1:cxn>
              <ns1:cxn ang="0">
                <ns1:pos x="T44" y="T45"/>
              </ns1:cxn>
              <ns1:cxn ang="0">
                <ns1:pos x="T46" y="T47"/>
              </ns1:cxn>
              <ns1:cxn ang="0">
                <ns1:pos x="T48" y="T49"/>
              </ns1:cxn>
              <ns1:cxn ang="0">
                <ns1:pos x="T50" y="T51"/>
              </ns1:cxn>
              <ns1:cxn ang="0">
                <ns1:pos x="T52" y="T53"/>
              </ns1:cxn>
              <ns1:cxn ang="0">
                <ns1:pos x="T54" y="T55"/>
              </ns1:cxn>
              <ns1:cxn ang="0">
                <ns1:pos x="T56" y="T57"/>
              </ns1:cxn>
              <ns1:cxn ang="0">
                <ns1:pos x="T58" y="T59"/>
              </ns1:cxn>
              <ns1:cxn ang="0">
                <ns1:pos x="T60" y="T61"/>
              </ns1:cxn>
              <ns1:cxn ang="0">
                <ns1:pos x="T62" y="T63"/>
              </ns1:cxn>
              <ns1:cxn ang="0">
                <ns1:pos x="T64" y="T65"/>
              </ns1:cxn>
              <ns1:cxn ang="0">
                <ns1:pos x="T66" y="T67"/>
              </ns1:cxn>
              <ns1:cxn ang="0">
                <ns1:pos x="T68" y="T69"/>
              </ns1:cxn>
              <ns1:cxn ang="0">
                <ns1:pos x="T70" y="T71"/>
              </ns1:cxn>
              <ns1:cxn ang="0">
                <ns1:pos x="T72" y="T73"/>
              </ns1:cxn>
              <ns1:cxn ang="0">
                <ns1:pos x="T74" y="T75"/>
              </ns1:cxn>
              <ns1:cxn ang="0">
                <ns1:pos x="T76" y="T77"/>
              </ns1:cxn>
              <ns1:cxn ang="0">
                <ns1:pos x="T78" y="T79"/>
              </ns1:cxn>
              <ns1:cxn ang="0">
                <ns1:pos x="T80" y="T81"/>
              </ns1:cxn>
              <ns1:cxn ang="0">
                <ns1:pos x="T82" y="T83"/>
              </ns1:cxn>
              <ns1:cxn ang="0">
                <ns1:pos x="T84" y="T85"/>
              </ns1:cxn>
              <ns1:cxn ang="0">
                <ns1:pos x="T86" y="T87"/>
              </ns1:cxn>
              <ns1:cxn ang="0">
                <ns1:pos x="T88" y="T89"/>
              </ns1:cxn>
              <ns1:cxn ang="0">
                <ns1:pos x="T90" y="T91"/>
              </ns1:cxn>
              <ns1:cxn ang="0">
                <ns1:pos x="T92" y="T93"/>
              </ns1:cxn>
              <ns1:cxn ang="0">
                <ns1:pos x="T94" y="T95"/>
              </ns1:cxn>
              <ns1:cxn ang="0">
                <ns1:pos x="T96" y="T97"/>
              </ns1:cxn>
              <ns1:cxn ang="0">
                <ns1:pos x="T98" y="T99"/>
              </ns1:cxn>
              <ns1:cxn ang="0">
                <ns1:pos x="T100" y="T101"/>
              </ns1:cxn>
            </ns1:cxnLst>
            <ns1:rect l="0" t="0" r="r" b="b"/>
            <ns1:pathLst>
              <ns1:path w="129" h="128">
                <ns1:moveTo>
                  <ns1:pt x="126" y="2"/>
                </ns1:moveTo>
                <ns1:cubicBezTo>
                  <ns1:pt x="125" y="1"/>
                  <ns1:pt x="123" y="0"/>
                  <ns1:pt x="121" y="0"/>
                </ns1:cubicBezTo>
                <ns1:cubicBezTo>
                  <ns1:pt x="121" y="0"/>
                  <ns1:pt x="120" y="0"/>
                  <ns1:pt x="120" y="0"/>
                </ns1:cubicBezTo>
                <ns1:cubicBezTo>
                  <ns1:pt x="52" y="12"/>
                  <ns1:pt x="52" y="12"/>
                  <ns1:pt x="52" y="12"/>
                </ns1:cubicBezTo>
                <ns1:cubicBezTo>
                  <ns1:pt x="48" y="13"/>
                  <ns1:pt x="45" y="16"/>
                  <ns1:pt x="45" y="20"/>
                </ns1:cubicBezTo>
                <ns1:cubicBezTo>
                  <ns1:pt x="45" y="28"/>
                  <ns1:pt x="45" y="28"/>
                  <ns1:pt x="45" y="28"/>
                </ns1:cubicBezTo>
                <ns1:cubicBezTo>
                  <ns1:pt x="45" y="32"/>
                  <ns1:pt x="45" y="32"/>
                  <ns1:pt x="45" y="32"/>
                </ns1:cubicBezTo>
                <ns1:cubicBezTo>
                  <ns1:pt x="45" y="89"/>
                  <ns1:pt x="45" y="89"/>
                  <ns1:pt x="45" y="89"/>
                </ns1:cubicBezTo>
                <ns1:cubicBezTo>
                  <ns1:pt x="41" y="86"/>
                  <ns1:pt x="36" y="84"/>
                  <ns1:pt x="30" y="84"/>
                </ns1:cubicBezTo>
                <ns1:cubicBezTo>
                  <ns1:pt x="26" y="84"/>
                  <ns1:pt x="23" y="85"/>
                  <ns1:pt x="20" y="86"/>
                </ns1:cubicBezTo>
                <ns1:cubicBezTo>
                  <ns1:pt x="12" y="88"/>
                  <ns1:pt x="6" y="93"/>
                  <ns1:pt x="3" y="100"/>
                </ns1:cubicBezTo>
                <ns1:cubicBezTo>
                  <ns1:pt x="1" y="104"/>
                  <ns1:pt x="0" y="110"/>
                  <ns1:pt x="2" y="115"/>
                </ns1:cubicBezTo>
                <ns1:cubicBezTo>
                  <ns1:pt x="5" y="123"/>
                  <ns1:pt x="14" y="128"/>
                  <ns1:pt x="24" y="128"/>
                </ns1:cubicBezTo>
                <ns1:cubicBezTo>
                  <ns1:pt x="28" y="128"/>
                  <ns1:pt x="31" y="127"/>
                  <ns1:pt x="34" y="126"/>
                </ns1:cubicBezTo>
                <ns1:cubicBezTo>
                  <ns1:pt x="42" y="124"/>
                  <ns1:pt x="48" y="119"/>
                  <ns1:pt x="51" y="112"/>
                </ns1:cubicBezTo>
                <ns1:cubicBezTo>
                  <ns1:pt x="52" y="110"/>
                  <ns1:pt x="53" y="107"/>
                  <ns1:pt x="53" y="104"/>
                </ns1:cubicBezTo>
                <ns1:cubicBezTo>
                  <ns1:pt x="53" y="104"/>
                  <ns1:pt x="53" y="104"/>
                  <ns1:pt x="53" y="104"/>
                </ns1:cubicBezTo>
                <ns1:cubicBezTo>
                  <ns1:pt x="53" y="40"/>
                  <ns1:pt x="53" y="40"/>
                  <ns1:pt x="53" y="40"/>
                </ns1:cubicBezTo>
                <ns1:cubicBezTo>
                  <ns1:pt x="53" y="40"/>
                  <ns1:pt x="54" y="40"/>
                  <ns1:pt x="54" y="40"/>
                </ns1:cubicBezTo>
                <ns1:cubicBezTo>
                  <ns1:pt x="121" y="28"/>
                  <ns1:pt x="121" y="28"/>
                  <ns1:pt x="121" y="28"/>
                </ns1:cubicBezTo>
                <ns1:cubicBezTo>
                  <ns1:pt x="121" y="77"/>
                  <ns1:pt x="121" y="77"/>
                  <ns1:pt x="121" y="77"/>
                </ns1:cubicBezTo>
                <ns1:cubicBezTo>
                  <ns1:pt x="117" y="74"/>
                  <ns1:pt x="112" y="72"/>
                  <ns1:pt x="106" y="72"/>
                </ns1:cubicBezTo>
                <ns1:cubicBezTo>
                  <ns1:pt x="102" y="72"/>
                  <ns1:pt x="99" y="73"/>
                  <ns1:pt x="96" y="74"/>
                </ns1:cubicBezTo>
                <ns1:cubicBezTo>
                  <ns1:pt x="88" y="76"/>
                  <ns1:pt x="82" y="81"/>
                  <ns1:pt x="79" y="88"/>
                </ns1:cubicBezTo>
                <ns1:cubicBezTo>
                  <ns1:pt x="77" y="92"/>
                  <ns1:pt x="76" y="98"/>
                  <ns1:pt x="78" y="103"/>
                </ns1:cubicBezTo>
                <ns1:cubicBezTo>
                  <ns1:pt x="81" y="111"/>
                  <ns1:pt x="90" y="116"/>
                  <ns1:pt x="100" y="116"/>
                </ns1:cubicBezTo>
                <ns1:cubicBezTo>
                  <ns1:pt x="104" y="116"/>
                  <ns1:pt x="107" y="115"/>
                  <ns1:pt x="110" y="114"/>
                </ns1:cubicBezTo>
                <ns1:cubicBezTo>
                  <ns1:pt x="118" y="112"/>
                  <ns1:pt x="124" y="107"/>
                  <ns1:pt x="127" y="100"/>
                </ns1:cubicBezTo>
                <ns1:cubicBezTo>
                  <ns1:pt x="128" y="98"/>
                  <ns1:pt x="129" y="95"/>
                  <ns1:pt x="129" y="92"/>
                </ns1:cubicBezTo>
                <ns1:cubicBezTo>
                  <ns1:pt x="129" y="92"/>
                  <ns1:pt x="129" y="92"/>
                  <ns1:pt x="129" y="92"/>
                </ns1:cubicBezTo>
                <ns1:cubicBezTo>
                  <ns1:pt x="129" y="20"/>
                  <ns1:pt x="129" y="20"/>
                  <ns1:pt x="129" y="20"/>
                </ns1:cubicBezTo>
                <ns1:cubicBezTo>
                  <ns1:pt x="129" y="16"/>
                  <ns1:pt x="129" y="16"/>
                  <ns1:pt x="129" y="16"/>
                </ns1:cubicBezTo>
                <ns1:cubicBezTo>
                  <ns1:pt x="129" y="8"/>
                  <ns1:pt x="129" y="8"/>
                  <ns1:pt x="129" y="8"/>
                </ns1:cubicBezTo>
                <ns1:cubicBezTo>
                  <ns1:pt x="129" y="6"/>
                  <ns1:pt x="128" y="3"/>
                  <ns1:pt x="126" y="2"/>
                </ns1:cubicBezTo>
                <ns1:close/>
                <ns1:moveTo>
                  <ns1:pt x="32" y="119"/>
                </ns1:moveTo>
                <ns1:cubicBezTo>
                  <ns1:pt x="22" y="122"/>
                  <ns1:pt x="12" y="119"/>
                  <ns1:pt x="10" y="112"/>
                </ns1:cubicBezTo>
                <ns1:cubicBezTo>
                  <ns1:pt x="7" y="105"/>
                  <ns1:pt x="13" y="96"/>
                  <ns1:pt x="22" y="93"/>
                </ns1:cubicBezTo>
                <ns1:cubicBezTo>
                  <ns1:pt x="32" y="90"/>
                  <ns1:pt x="42" y="93"/>
                  <ns1:pt x="44" y="100"/>
                </ns1:cubicBezTo>
                <ns1:cubicBezTo>
                  <ns1:pt x="47" y="107"/>
                  <ns1:pt x="41" y="116"/>
                  <ns1:pt x="32" y="119"/>
                </ns1:cubicBezTo>
                <ns1:close/>
                <ns1:moveTo>
                  <ns1:pt x="108" y="107"/>
                </ns1:moveTo>
                <ns1:cubicBezTo>
                  <ns1:pt x="98" y="110"/>
                  <ns1:pt x="88" y="107"/>
                  <ns1:pt x="85" y="100"/>
                </ns1:cubicBezTo>
                <ns1:cubicBezTo>
                  <ns1:pt x="83" y="93"/>
                  <ns1:pt x="88" y="84"/>
                  <ns1:pt x="98" y="81"/>
                </ns1:cubicBezTo>
                <ns1:cubicBezTo>
                  <ns1:pt x="108" y="78"/>
                  <ns1:pt x="118" y="81"/>
                  <ns1:pt x="120" y="88"/>
                </ns1:cubicBezTo>
                <ns1:cubicBezTo>
                  <ns1:pt x="123" y="95"/>
                  <ns1:pt x="117" y="104"/>
                  <ns1:pt x="108" y="107"/>
                </ns1:cubicBezTo>
                <ns1:close/>
                <ns1:moveTo>
                  <ns1:pt x="121" y="20"/>
                </ns1:moveTo>
                <ns1:cubicBezTo>
                  <ns1:pt x="53" y="32"/>
                  <ns1:pt x="53" y="32"/>
                  <ns1:pt x="53" y="32"/>
                </ns1:cubicBezTo>
                <ns1:cubicBezTo>
                  <ns1:pt x="53" y="28"/>
                  <ns1:pt x="53" y="28"/>
                  <ns1:pt x="53" y="28"/>
                </ns1:cubicBezTo>
                <ns1:cubicBezTo>
                  <ns1:pt x="53" y="20"/>
                  <ns1:pt x="53" y="20"/>
                  <ns1:pt x="53" y="20"/>
                </ns1:cubicBezTo>
                <ns1:cubicBezTo>
                  <ns1:pt x="121" y="8"/>
                  <ns1:pt x="121" y="8"/>
                  <ns1:pt x="121" y="8"/>
                </ns1:cubicBezTo>
                <ns1:cubicBezTo>
                  <ns1:pt x="121" y="16"/>
                  <ns1:pt x="121" y="16"/>
                  <ns1:pt x="121" y="16"/>
                </ns1:cubicBezTo>
                <ns1:lnTo>
                  <ns1:pt x="121" y="20"/>
                </ns1:lnTo>
                <ns1:close/>
              </ns1:path>
            </ns1:pathLst>
          </ns1:custGeom>
          <ns1:solidFill>
            <ns1:schemeClr val="tx1"/>
          </ns1:solidFill>
          <ns1:ln>
            <ns1:noFill/>
          </ns1:ln>
          <ns1:extLst/>
        </ns0:spPr>
        <ns0:txBody>
          <ns1:bodyPr vert="horz" wrap="square" lIns="91440" tIns="45720" rIns="91440" bIns="45720" numCol="1" anchor="t" anchorCtr="0" compatLnSpc="1">
            <ns1:prstTxWarp prst="textNoShape">
              <ns1:avLst/>
            </ns1:prstTxWarp>
          </ns1:bodyPr>
          <ns1:lstStyle/>
          <ns1:p>
            <ns1:endParaRPr lang="id-ID" sz="2700"/>
          </ns1:p>
        </ns0:txBody>
      </ns0:sp>
      <ns0:grpSp>
        <ns0:nvGrpSpPr>
          <ns0:cNvPr id="287" name="Group 286"/>
          <ns0:cNvGrpSpPr/>
          <ns0:nvPr/>
        </ns0:nvGrpSpPr>
        <ns0:grpSpPr>
          <ns1:xfrm>
            <ns1:off x="7524800" y="5268545"/>
            <ns1:ext cx="364642" cy="296276"/>
            <ns1:chOff x="1588" y="1588"/>
            <ns1:chExt cx="8399462" cy="6824662"/>
          </ns1:xfrm>
          <ns1:solidFill>
            <ns1:schemeClr val="tx1"/>
          </ns1:solidFill>
        </ns0:grpSpPr>
        <ns0:sp>
          <ns0:nvSpPr>
            <ns0:cNvPr id="288" name="Freeform 15"/>
            <ns0:cNvSpPr>
              <ns1:spLocks noEditPoints="1"/>
            </ns0:cNvSpPr>
            <ns0:nvPr/>
          </ns0:nvSpPr>
          <ns0:spPr bwMode="auto">
            <ns1:xfrm>
              <ns1:off x="1830388" y="2100263"/>
              <ns1:ext cx="3157537" cy="3151187"/>
            </ns1:xfrm>
            <ns1:custGeom>
              <ns1:avLst/>
              <ns1:gdLst>
                <ns1:gd name="T0" fmla="*/ 421 w 841"/>
                <ns1:gd name="T1" fmla="*/ 70 h 839"/>
                <ns1:gd name="T2" fmla="*/ 771 w 841"/>
                <ns1:gd name="T3" fmla="*/ 420 h 839"/>
                <ns1:gd name="T4" fmla="*/ 421 w 841"/>
                <ns1:gd name="T5" fmla="*/ 769 h 839"/>
                <ns1:gd name="T6" fmla="*/ 70 w 841"/>
                <ns1:gd name="T7" fmla="*/ 420 h 839"/>
                <ns1:gd name="T8" fmla="*/ 421 w 841"/>
                <ns1:gd name="T9" fmla="*/ 70 h 839"/>
                <ns1:gd name="T10" fmla="*/ 421 w 841"/>
                <ns1:gd name="T11" fmla="*/ 0 h 839"/>
                <ns1:gd name="T12" fmla="*/ 0 w 841"/>
                <ns1:gd name="T13" fmla="*/ 420 h 839"/>
                <ns1:gd name="T14" fmla="*/ 421 w 841"/>
                <ns1:gd name="T15" fmla="*/ 839 h 839"/>
                <ns1:gd name="T16" fmla="*/ 841 w 841"/>
                <ns1:gd name="T17" fmla="*/ 420 h 839"/>
                <ns1:gd name="T18" fmla="*/ 421 w 841"/>
                <ns1:gd name="T19" fmla="*/ 0 h 839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  <ns1:cxn ang="0">
                  <ns1:pos x="T14" y="T15"/>
                </ns1:cxn>
                <ns1:cxn ang="0">
                  <ns1:pos x="T16" y="T17"/>
                </ns1:cxn>
                <ns1:cxn ang="0">
                  <ns1:pos x="T18" y="T19"/>
                </ns1:cxn>
              </ns1:cxnLst>
              <ns1:rect l="0" t="0" r="r" b="b"/>
              <ns1:pathLst>
                <ns1:path w="841" h="839">
                  <ns1:moveTo>
                    <ns1:pt x="421" y="70"/>
                  </ns1:moveTo>
                  <ns1:cubicBezTo>
                    <ns1:pt x="614" y="70"/>
                    <ns1:pt x="771" y="227"/>
                    <ns1:pt x="771" y="420"/>
                  </ns1:cubicBezTo>
                  <ns1:cubicBezTo>
                    <ns1:pt x="771" y="613"/>
                    <ns1:pt x="614" y="769"/>
                    <ns1:pt x="421" y="769"/>
                  </ns1:cubicBezTo>
                  <ns1:cubicBezTo>
                    <ns1:pt x="227" y="769"/>
                    <ns1:pt x="70" y="613"/>
                    <ns1:pt x="70" y="420"/>
                  </ns1:cubicBezTo>
                  <ns1:cubicBezTo>
                    <ns1:pt x="70" y="227"/>
                    <ns1:pt x="227" y="70"/>
                    <ns1:pt x="421" y="70"/>
                  </ns1:cubicBezTo>
                  <ns1:moveTo>
                    <ns1:pt x="421" y="0"/>
                  </ns1:moveTo>
                  <ns1:cubicBezTo>
                    <ns1:pt x="189" y="0"/>
                    <ns1:pt x="0" y="188"/>
                    <ns1:pt x="0" y="420"/>
                  </ns1:cubicBezTo>
                  <ns1:cubicBezTo>
                    <ns1:pt x="0" y="651"/>
                    <ns1:pt x="189" y="839"/>
                    <ns1:pt x="421" y="839"/>
                  </ns1:cubicBezTo>
                  <ns1:cubicBezTo>
                    <ns1:pt x="652" y="839"/>
                    <ns1:pt x="841" y="651"/>
                    <ns1:pt x="841" y="420"/>
                  </ns1:cubicBezTo>
                  <ns1:cubicBezTo>
                    <ns1:pt x="841" y="188"/>
                    <ns1:pt x="652" y="0"/>
                    <ns1:pt x="421" y="0"/>
                  </ns1:cubicBezTo>
                  <ns1:close/>
                </ns1:path>
              </ns1:pathLst>
            </ns1:custGeom>
            <ns1:grpFill/>
            <ns1:ln>
              <ns1:noFill/>
            </ns1:ln>
            <ns1:extLst>
              <ns1:ext uri="{91240B29-F687-4f45-9708-019B960494DF}">
                <ns2:hiddenLine w="9525">
                  <ns1:solidFill>
                    <ns1:srgbClr val="000000"/>
                  </ns1:solidFill>
                  <ns1:round/>
                  <ns1:headEnd/>
                  <ns1:tailEnd/>
                </ns2:hiddenLine>
              </ns1:ext>
            </ns1:extLst>
          </ns0:spPr>
          <ns0:txBody>
            <ns1:bodyPr vert="horz" wrap="square" lIns="91440" tIns="45720" rIns="91440" bIns="45720" numCol="1" anchor="t" anchorCtr="0" compatLnSpc="1">
              <ns1:prstTxWarp prst="textNoShape">
                <ns1:avLst/>
              </ns1:prstTxWarp>
            </ns1:bodyPr>
            <ns1:lstStyle/>
            <ns1:p>
              <ns1:endParaRPr lang="id-ID" sz="2700"/>
            </ns1:p>
          </ns0:txBody>
        </ns0:sp>
        <ns0:sp>
          <ns0:nvSpPr>
            <ns0:cNvPr id="289" name="Freeform 16"/>
            <ns0:cNvSpPr>
              <ns1:spLocks/>
            </ns0:cNvSpPr>
            <ns0:nvPr/>
          </ns0:nvSpPr>
          <ns0:spPr bwMode="auto">
            <ns1:xfrm>
              <ns1:off x="2487613" y="2757488"/>
              <ns1:ext cx="1050925" cy="1052512"/>
            </ns1:xfrm>
            <ns1:custGeom>
              <ns1:avLst/>
              <ns1:gdLst>
                <ns1:gd name="T0" fmla="*/ 35 w 280"/>
                <ns1:gd name="T1" fmla="*/ 280 h 280"/>
                <ns1:gd name="T2" fmla="*/ 0 w 280"/>
                <ns1:gd name="T3" fmla="*/ 245 h 280"/>
                <ns1:gd name="T4" fmla="*/ 246 w 280"/>
                <ns1:gd name="T5" fmla="*/ 0 h 280"/>
                <ns1:gd name="T6" fmla="*/ 280 w 280"/>
                <ns1:gd name="T7" fmla="*/ 35 h 280"/>
                <ns1:gd name="T8" fmla="*/ 246 w 280"/>
                <ns1:gd name="T9" fmla="*/ 70 h 280"/>
                <ns1:gd name="T10" fmla="*/ 70 w 280"/>
                <ns1:gd name="T11" fmla="*/ 245 h 280"/>
                <ns1:gd name="T12" fmla="*/ 35 w 280"/>
                <ns1:gd name="T13" fmla="*/ 280 h 280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</ns1:cxnLst>
              <ns1:rect l="0" t="0" r="r" b="b"/>
              <ns1:pathLst>
                <ns1:path w="280" h="280">
                  <ns1:moveTo>
                    <ns1:pt x="35" y="280"/>
                  </ns1:moveTo>
                  <ns1:cubicBezTo>
                    <ns1:pt x="16" y="280"/>
                    <ns1:pt x="0" y="264"/>
                    <ns1:pt x="0" y="245"/>
                  </ns1:cubicBezTo>
                  <ns1:cubicBezTo>
                    <ns1:pt x="0" y="110"/>
                    <ns1:pt x="110" y="0"/>
                    <ns1:pt x="246" y="0"/>
                  </ns1:cubicBezTo>
                  <ns1:cubicBezTo>
                    <ns1:pt x="265" y="0"/>
                    <ns1:pt x="280" y="16"/>
                    <ns1:pt x="280" y="35"/>
                  </ns1:cubicBezTo>
                  <ns1:cubicBezTo>
                    <ns1:pt x="280" y="54"/>
                    <ns1:pt x="265" y="70"/>
                    <ns1:pt x="246" y="70"/>
                  </ns1:cubicBezTo>
                  <ns1:cubicBezTo>
                    <ns1:pt x="149" y="70"/>
                    <ns1:pt x="70" y="148"/>
                    <ns1:pt x="70" y="245"/>
                  </ns1:cubicBezTo>
                  <ns1:cubicBezTo>
                    <ns1:pt x="70" y="264"/>
                    <ns1:pt x="55" y="280"/>
                    <ns1:pt x="35" y="280"/>
                  </ns1:cubicBezTo>
                  <ns1:close/>
                </ns1:path>
              </ns1:pathLst>
            </ns1:custGeom>
            <ns1:grpFill/>
            <ns1:ln>
              <ns1:noFill/>
            </ns1:ln>
            <ns1:extLst>
              <ns1:ext uri="{91240B29-F687-4f45-9708-019B960494DF}">
                <ns2:hiddenLine w="9525">
                  <ns1:solidFill>
                    <ns1:srgbClr val="000000"/>
                  </ns1:solidFill>
                  <ns1:round/>
                  <ns1:headEnd/>
                  <ns1:tailEnd/>
                </ns2:hiddenLine>
              </ns1:ext>
            </ns1:extLst>
          </ns0:spPr>
          <ns0:txBody>
            <ns1:bodyPr vert="horz" wrap="square" lIns="91440" tIns="45720" rIns="91440" bIns="45720" numCol="1" anchor="t" anchorCtr="0" compatLnSpc="1">
              <ns1:prstTxWarp prst="textNoShape">
                <ns1:avLst/>
              </ns1:prstTxWarp>
            </ns1:bodyPr>
            <ns1:lstStyle/>
            <ns1:p>
              <ns1:endParaRPr lang="id-ID" sz="2700"/>
            </ns1:p>
          </ns0:txBody>
        </ns0:sp>
        <ns0:sp>
          <ns0:nvSpPr>
            <ns0:cNvPr id="290" name="Freeform 17"/>
            <ns0:cNvSpPr>
              <ns1:spLocks noEditPoints="1"/>
            </ns0:cNvSpPr>
            <ns0:nvPr/>
          </ns0:nvSpPr>
          <ns0:spPr bwMode="auto">
            <ns1:xfrm>
              <ns1:off x="1588" y="1588"/>
              <ns1:ext cx="8399462" cy="6824662"/>
            </ns1:xfrm>
            <ns1:custGeom>
              <ns1:avLst/>
              <ns1:gdLst>
                <ns1:gd name="T0" fmla="*/ 1825 w 2237"/>
                <ns1:gd name="T1" fmla="*/ 140 h 1817"/>
                <ns1:gd name="T2" fmla="*/ 1887 w 2237"/>
                <ns1:gd name="T3" fmla="*/ 202 h 1817"/>
                <ns1:gd name="T4" fmla="*/ 1887 w 2237"/>
                <ns1:gd name="T5" fmla="*/ 350 h 1817"/>
                <ns1:gd name="T6" fmla="*/ 2097 w 2237"/>
                <ns1:gd name="T7" fmla="*/ 520 h 1817"/>
                <ns1:gd name="T8" fmla="*/ 2097 w 2237"/>
                <ns1:gd name="T9" fmla="*/ 1507 h 1817"/>
                <ns1:gd name="T10" fmla="*/ 1920 w 2237"/>
                <ns1:gd name="T11" fmla="*/ 1678 h 1817"/>
                <ns1:gd name="T12" fmla="*/ 316 w 2237"/>
                <ns1:gd name="T13" fmla="*/ 1678 h 1817"/>
                <ns1:gd name="T14" fmla="*/ 140 w 2237"/>
                <ns1:gd name="T15" fmla="*/ 1507 h 1817"/>
                <ns1:gd name="T16" fmla="*/ 140 w 2237"/>
                <ns1:gd name="T17" fmla="*/ 520 h 1817"/>
                <ns1:gd name="T18" fmla="*/ 316 w 2237"/>
                <ns1:gd name="T19" fmla="*/ 349 h 1817"/>
                <ns1:gd name="T20" fmla="*/ 1258 w 2237"/>
                <ns1:gd name="T21" fmla="*/ 349 h 1817"/>
                <ns1:gd name="T22" fmla="*/ 1258 w 2237"/>
                <ns1:gd name="T23" fmla="*/ 202 h 1817"/>
                <ns1:gd name="T24" fmla="*/ 1320 w 2237"/>
                <ns1:gd name="T25" fmla="*/ 140 h 1817"/>
                <ns1:gd name="T26" fmla="*/ 1825 w 2237"/>
                <ns1:gd name="T27" fmla="*/ 140 h 1817"/>
                <ns1:gd name="T28" fmla="*/ 1825 w 2237"/>
                <ns1:gd name="T29" fmla="*/ 0 h 1817"/>
                <ns1:gd name="T30" fmla="*/ 1825 w 2237"/>
                <ns1:gd name="T31" fmla="*/ 0 h 1817"/>
                <ns1:gd name="T32" fmla="*/ 1320 w 2237"/>
                <ns1:gd name="T33" fmla="*/ 0 h 1817"/>
                <ns1:gd name="T34" fmla="*/ 1118 w 2237"/>
                <ns1:gd name="T35" fmla="*/ 202 h 1817"/>
                <ns1:gd name="T36" fmla="*/ 1118 w 2237"/>
                <ns1:gd name="T37" fmla="*/ 209 h 1817"/>
                <ns1:gd name="T38" fmla="*/ 316 w 2237"/>
                <ns1:gd name="T39" fmla="*/ 209 h 1817"/>
                <ns1:gd name="T40" fmla="*/ 0 w 2237"/>
                <ns1:gd name="T41" fmla="*/ 520 h 1817"/>
                <ns1:gd name="T42" fmla="*/ 0 w 2237"/>
                <ns1:gd name="T43" fmla="*/ 1507 h 1817"/>
                <ns1:gd name="T44" fmla="*/ 316 w 2237"/>
                <ns1:gd name="T45" fmla="*/ 1817 h 1817"/>
                <ns1:gd name="T46" fmla="*/ 1920 w 2237"/>
                <ns1:gd name="T47" fmla="*/ 1817 h 1817"/>
                <ns1:gd name="T48" fmla="*/ 2237 w 2237"/>
                <ns1:gd name="T49" fmla="*/ 1507 h 1817"/>
                <ns1:gd name="T50" fmla="*/ 2237 w 2237"/>
                <ns1:gd name="T51" fmla="*/ 520 h 1817"/>
                <ns1:gd name="T52" fmla="*/ 2027 w 2237"/>
                <ns1:gd name="T53" fmla="*/ 232 h 1817"/>
                <ns1:gd name="T54" fmla="*/ 2027 w 2237"/>
                <ns1:gd name="T55" fmla="*/ 202 h 1817"/>
                <ns1:gd name="T56" fmla="*/ 1825 w 2237"/>
                <ns1:gd name="T57" fmla="*/ 0 h 1817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  <ns1:cxn ang="0">
                  <ns1:pos x="T14" y="T15"/>
                </ns1:cxn>
                <ns1:cxn ang="0">
                  <ns1:pos x="T16" y="T17"/>
                </ns1:cxn>
                <ns1:cxn ang="0">
                  <ns1:pos x="T18" y="T19"/>
                </ns1:cxn>
                <ns1:cxn ang="0">
                  <ns1:pos x="T20" y="T21"/>
                </ns1:cxn>
                <ns1:cxn ang="0">
                  <ns1:pos x="T22" y="T23"/>
                </ns1:cxn>
                <ns1:cxn ang="0">
                  <ns1:pos x="T24" y="T25"/>
                </ns1:cxn>
                <ns1:cxn ang="0">
                  <ns1:pos x="T26" y="T27"/>
                </ns1:cxn>
                <ns1:cxn ang="0">
                  <ns1:pos x="T28" y="T29"/>
                </ns1:cxn>
                <ns1:cxn ang="0">
                  <ns1:pos x="T30" y="T31"/>
                </ns1:cxn>
                <ns1:cxn ang="0">
                  <ns1:pos x="T32" y="T33"/>
                </ns1:cxn>
                <ns1:cxn ang="0">
                  <ns1:pos x="T34" y="T35"/>
                </ns1:cxn>
                <ns1:cxn ang="0">
                  <ns1:pos x="T36" y="T37"/>
                </ns1:cxn>
                <ns1:cxn ang="0">
                  <ns1:pos x="T38" y="T39"/>
                </ns1:cxn>
                <ns1:cxn ang="0">
                  <ns1:pos x="T40" y="T41"/>
                </ns1:cxn>
                <ns1:cxn ang="0">
                  <ns1:pos x="T42" y="T43"/>
                </ns1:cxn>
                <ns1:cxn ang="0">
                  <ns1:pos x="T44" y="T45"/>
                </ns1:cxn>
                <ns1:cxn ang="0">
                  <ns1:pos x="T46" y="T47"/>
                </ns1:cxn>
                <ns1:cxn ang="0">
                  <ns1:pos x="T48" y="T49"/>
                </ns1:cxn>
                <ns1:cxn ang="0">
                  <ns1:pos x="T50" y="T51"/>
                </ns1:cxn>
                <ns1:cxn ang="0">
                  <ns1:pos x="T52" y="T53"/>
                </ns1:cxn>
                <ns1:cxn ang="0">
                  <ns1:pos x="T54" y="T55"/>
                </ns1:cxn>
                <ns1:cxn ang="0">
                  <ns1:pos x="T56" y="T57"/>
                </ns1:cxn>
              </ns1:cxnLst>
              <ns1:rect l="0" t="0" r="r" b="b"/>
              <ns1:pathLst>
                <ns1:path w="2237" h="1817">
                  <ns1:moveTo>
                    <ns1:pt x="1825" y="140"/>
                  </ns1:moveTo>
                  <ns1:cubicBezTo>
                    <ns1:pt x="1859" y="140"/>
                    <ns1:pt x="1887" y="167"/>
                    <ns1:pt x="1887" y="202"/>
                  </ns1:cubicBezTo>
                  <ns1:cubicBezTo>
                    <ns1:pt x="1887" y="350"/>
                    <ns1:pt x="1887" y="350"/>
                    <ns1:pt x="1887" y="350"/>
                  </ns1:cubicBezTo>
                  <ns1:cubicBezTo>
                    <ns1:pt x="2027" y="350"/>
                    <ns1:pt x="2097" y="428"/>
                    <ns1:pt x="2097" y="520"/>
                  </ns1:cubicBezTo>
                  <ns1:cubicBezTo>
                    <ns1:pt x="2097" y="1507"/>
                    <ns1:pt x="2097" y="1507"/>
                    <ns1:pt x="2097" y="1507"/>
                  </ns1:cubicBezTo>
                  <ns1:cubicBezTo>
                    <ns1:pt x="2097" y="1601"/>
                    <ns1:pt x="2018" y="1678"/>
                    <ns1:pt x="1920" y="1678"/>
                  </ns1:cubicBezTo>
                  <ns1:cubicBezTo>
                    <ns1:pt x="316" y="1678"/>
                    <ns1:pt x="316" y="1678"/>
                    <ns1:pt x="316" y="1678"/>
                  </ns1:cubicBezTo>
                  <ns1:cubicBezTo>
                    <ns1:pt x="219" y="1678"/>
                    <ns1:pt x="140" y="1601"/>
                    <ns1:pt x="140" y="1507"/>
                  </ns1:cubicBezTo>
                  <ns1:cubicBezTo>
                    <ns1:pt x="140" y="520"/>
                    <ns1:pt x="140" y="520"/>
                    <ns1:pt x="140" y="520"/>
                  </ns1:cubicBezTo>
                  <ns1:cubicBezTo>
                    <ns1:pt x="140" y="426"/>
                    <ns1:pt x="219" y="349"/>
                    <ns1:pt x="316" y="349"/>
                  </ns1:cubicBezTo>
                  <ns1:cubicBezTo>
                    <ns1:pt x="1258" y="349"/>
                    <ns1:pt x="1258" y="349"/>
                    <ns1:pt x="1258" y="349"/>
                  </ns1:cubicBezTo>
                  <ns1:cubicBezTo>
                    <ns1:pt x="1258" y="202"/>
                    <ns1:pt x="1258" y="202"/>
                    <ns1:pt x="1258" y="202"/>
                  </ns1:cubicBezTo>
                  <ns1:cubicBezTo>
                    <ns1:pt x="1258" y="168"/>
                    <ns1:pt x="1286" y="140"/>
                    <ns1:pt x="1320" y="140"/>
                  </ns1:cubicBezTo>
                  <ns1:cubicBezTo>
                    <ns1:pt x="1825" y="140"/>
                    <ns1:pt x="1825" y="140"/>
                    <ns1:pt x="1825" y="140"/>
                  </ns1:cubicBezTo>
                  <ns1:moveTo>
                    <ns1:pt x="1825" y="0"/>
                  </ns1:moveTo>
                  <ns1:cubicBezTo>
                    <ns1:pt x="1825" y="0"/>
                    <ns1:pt x="1825" y="0"/>
                    <ns1:pt x="1825" y="0"/>
                  </ns1:cubicBezTo>
                  <ns1:cubicBezTo>
                    <ns1:pt x="1320" y="0"/>
                    <ns1:pt x="1320" y="0"/>
                    <ns1:pt x="1320" y="0"/>
                  </ns1:cubicBezTo>
                  <ns1:cubicBezTo>
                    <ns1:pt x="1209" y="0"/>
                    <ns1:pt x="1118" y="90"/>
                    <ns1:pt x="1118" y="202"/>
                  </ns1:cubicBezTo>
                  <ns1:cubicBezTo>
                    <ns1:pt x="1118" y="209"/>
                    <ns1:pt x="1118" y="209"/>
                    <ns1:pt x="1118" y="209"/>
                  </ns1:cubicBezTo>
                  <ns1:cubicBezTo>
                    <ns1:pt x="316" y="209"/>
                    <ns1:pt x="316" y="209"/>
                    <ns1:pt x="316" y="209"/>
                  </ns1:cubicBezTo>
                  <ns1:cubicBezTo>
                    <ns1:pt x="142" y="209"/>
                    <ns1:pt x="0" y="349"/>
                    <ns1:pt x="0" y="520"/>
                  </ns1:cubicBezTo>
                  <ns1:cubicBezTo>
                    <ns1:pt x="0" y="1507"/>
                    <ns1:pt x="0" y="1507"/>
                    <ns1:pt x="0" y="1507"/>
                  </ns1:cubicBezTo>
                  <ns1:cubicBezTo>
                    <ns1:pt x="0" y="1678"/>
                    <ns1:pt x="142" y="1817"/>
                    <ns1:pt x="316" y="1817"/>
                  </ns1:cubicBezTo>
                  <ns1:cubicBezTo>
                    <ns1:pt x="1920" y="1817"/>
                    <ns1:pt x="1920" y="1817"/>
                    <ns1:pt x="1920" y="1817"/>
                  </ns1:cubicBezTo>
                  <ns1:cubicBezTo>
                    <ns1:pt x="2095" y="1817"/>
                    <ns1:pt x="2237" y="1678"/>
                    <ns1:pt x="2237" y="1507"/>
                  </ns1:cubicBezTo>
                  <ns1:cubicBezTo>
                    <ns1:pt x="2237" y="520"/>
                    <ns1:pt x="2237" y="520"/>
                    <ns1:pt x="2237" y="520"/>
                  </ns1:cubicBezTo>
                  <ns1:cubicBezTo>
                    <ns1:pt x="2237" y="404"/>
                    <ns1:pt x="2170" y="280"/>
                    <ns1:pt x="2027" y="232"/>
                  </ns1:cubicBezTo>
                  <ns1:cubicBezTo>
                    <ns1:pt x="2027" y="202"/>
                    <ns1:pt x="2027" y="202"/>
                    <ns1:pt x="2027" y="202"/>
                  </ns1:cubicBezTo>
                  <ns1:cubicBezTo>
                    <ns1:pt x="2027" y="90"/>
                    <ns1:pt x="1936" y="0"/>
                    <ns1:pt x="1825" y="0"/>
                  </ns1:cubicBezTo>
                  <ns1:close/>
                </ns1:path>
              </ns1:pathLst>
            </ns1:custGeom>
            <ns1:grpFill/>
            <ns1:ln>
              <ns1:noFill/>
            </ns1:ln>
            <ns1:extLst>
              <ns1:ext uri="{91240B29-F687-4f45-9708-019B960494DF}">
                <ns2:hiddenLine w="9525">
                  <ns1:solidFill>
                    <ns1:srgbClr val="000000"/>
                  </ns1:solidFill>
                  <ns1:round/>
                  <ns1:headEnd/>
                  <ns1:tailEnd/>
                </ns2:hiddenLine>
              </ns1:ext>
            </ns1:extLst>
          </ns0:spPr>
          <ns0:txBody>
            <ns1:bodyPr vert="horz" wrap="square" lIns="91440" tIns="45720" rIns="91440" bIns="45720" numCol="1" anchor="t" anchorCtr="0" compatLnSpc="1">
              <ns1:prstTxWarp prst="textNoShape">
                <ns1:avLst/>
              </ns1:prstTxWarp>
            </ns1:bodyPr>
            <ns1:lstStyle/>
            <ns1:p>
              <ns1:endParaRPr lang="id-ID" sz="2700"/>
            </ns1:p>
          </ns0:txBody>
        </ns0:sp>
        <ns0:sp>
          <ns0:nvSpPr>
            <ns0:cNvPr id="291" name="Rectangle 18"/>
            <ns0:cNvSpPr>
              <ns1:spLocks noChangeArrowheads="1"/>
            </ns0:cNvSpPr>
            <ns0:nvPr/>
          </ns0:nvSpPr>
          <ns0:spPr bwMode="auto">
            <ns1:xfrm>
              <ns1:off x="4987925" y="785813"/>
              <ns1:ext cx="1836737" cy="788987"/>
            </ns1:xfrm>
            <ns1:prstGeom prst="rect">
              <ns1:avLst/>
            </ns1:prstGeom>
            <ns1:grpFill/>
            <ns1:ln>
              <ns1:noFill/>
            </ns1:ln>
            <ns1:extLst>
              <ns1:ext uri="{91240B29-F687-4f45-9708-019B960494DF}">
                <ns2:hiddenLine w="9525">
                  <ns1:solidFill>
                    <ns1:srgbClr val="000000"/>
                  </ns1:solidFill>
                  <ns1:miter lim="800000"/>
                  <ns1:headEnd/>
                  <ns1:tailEnd/>
                </ns2:hiddenLine>
              </ns1:ext>
            </ns1:extLst>
          </ns0:spPr>
          <ns0:txBody>
            <ns1:bodyPr vert="horz" wrap="square" lIns="91440" tIns="45720" rIns="91440" bIns="45720" numCol="1" anchor="t" anchorCtr="0" compatLnSpc="1">
              <ns1:prstTxWarp prst="textNoShape">
                <ns1:avLst/>
              </ns1:prstTxWarp>
            </ns1:bodyPr>
            <ns1:lstStyle/>
            <ns1:p>
              <ns1:endParaRPr lang="id-ID" sz="2700"/>
            </ns1:p>
          </ns0:txBody>
        </ns0:sp>
      </ns0:grpSp>
      <ns0:grpSp>
        <ns0:nvGrpSpPr>
          <ns0:cNvPr id="292" name="Group 291"/>
          <ns0:cNvGrpSpPr/>
          <ns0:nvPr/>
        </ns0:nvGrpSpPr>
        <ns0:grpSpPr>
          <ns1:xfrm>
            <ns1:off x="8588050" y="5191151"/>
            <ns1:ext cx="338999" cy="451067"/>
            <ns1:chOff x="7913688" y="-280988"/>
            <ns1:chExt cx="1733550" cy="2306638"/>
          </ns1:xfrm>
          <ns1:solidFill>
            <ns1:schemeClr val="tx1"/>
          </ns1:solidFill>
        </ns0:grpSpPr>
        <ns0:sp>
          <ns0:nvSpPr>
            <ns0:cNvPr id="293" name="Freeform 29"/>
            <ns0:cNvSpPr>
              <ns1:spLocks/>
            </ns0:cNvSpPr>
            <ns0:nvPr/>
          </ns0:nvSpPr>
          <ns0:spPr bwMode="auto">
            <ns1:xfrm>
              <ns1:off x="8215313" y="1317625"/>
              <ns1:ext cx="1155700" cy="71438"/>
            </ns1:xfrm>
            <ns1:custGeom>
              <ns1:avLst/>
              <ns1:gdLst>
                <ns1:gd name="T0" fmla="*/ 9 w 306"/>
                <ns1:gd name="T1" fmla="*/ 0 h 19"/>
                <ns1:gd name="T2" fmla="*/ 0 w 306"/>
                <ns1:gd name="T3" fmla="*/ 10 h 19"/>
                <ns1:gd name="T4" fmla="*/ 9 w 306"/>
                <ns1:gd name="T5" fmla="*/ 19 h 19"/>
                <ns1:gd name="T6" fmla="*/ 297 w 306"/>
                <ns1:gd name="T7" fmla="*/ 19 h 19"/>
                <ns1:gd name="T8" fmla="*/ 306 w 306"/>
                <ns1:gd name="T9" fmla="*/ 10 h 19"/>
                <ns1:gd name="T10" fmla="*/ 297 w 306"/>
                <ns1:gd name="T11" fmla="*/ 0 h 19"/>
                <ns1:gd name="T12" fmla="*/ 9 w 306"/>
                <ns1:gd name="T13" fmla="*/ 0 h 19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</ns1:cxnLst>
              <ns1:rect l="0" t="0" r="r" b="b"/>
              <ns1:pathLst>
                <ns1:path w="306" h="19">
                  <ns1:moveTo>
                    <ns1:pt x="9" y="0"/>
                  </ns1:moveTo>
                  <ns1:cubicBezTo>
                    <ns1:pt x="4" y="0"/>
                    <ns1:pt x="0" y="5"/>
                    <ns1:pt x="0" y="10"/>
                  </ns1:cubicBezTo>
                  <ns1:cubicBezTo>
                    <ns1:pt x="0" y="15"/>
                    <ns1:pt x="4" y="19"/>
                    <ns1:pt x="9" y="19"/>
                  </ns1:cubicBezTo>
                  <ns1:cubicBezTo>
                    <ns1:pt x="297" y="19"/>
                    <ns1:pt x="297" y="19"/>
                    <ns1:pt x="297" y="19"/>
                  </ns1:cubicBezTo>
                  <ns1:cubicBezTo>
                    <ns1:pt x="302" y="19"/>
                    <ns1:pt x="306" y="15"/>
                    <ns1:pt x="306" y="10"/>
                  </ns1:cubicBezTo>
                  <ns1:cubicBezTo>
                    <ns1:pt x="306" y="5"/>
                    <ns1:pt x="302" y="0"/>
                    <ns1:pt x="297" y="0"/>
                  </ns1:cubicBezTo>
                  <ns1:lnTo>
                    <ns1:pt x="9" y="0"/>
                  </ns1:lnTo>
                  <ns1:close/>
                </ns1:path>
              </ns1:pathLst>
            </ns1:custGeom>
            <ns1:grpFill/>
            <ns1:ln>
              <ns1:noFill/>
            </ns1:ln>
            <ns1:extLst>
              <ns1:ext uri="{91240B29-F687-4f45-9708-019B960494DF}">
                <ns2:hiddenLine w="9525">
                  <ns1:solidFill>
                    <ns1:srgbClr val="000000"/>
                  </ns1:solidFill>
                  <ns1:round/>
                  <ns1:headEnd/>
                  <ns1:tailEnd/>
                </ns2:hiddenLine>
              </ns1:ext>
            </ns1:extLst>
          </ns0:spPr>
          <ns0:txBody>
            <ns1:bodyPr vert="horz" wrap="square" lIns="91440" tIns="45720" rIns="91440" bIns="45720" numCol="1" anchor="t" anchorCtr="0" compatLnSpc="1">
              <ns1:prstTxWarp prst="textNoShape">
                <ns1:avLst/>
              </ns1:prstTxWarp>
            </ns1:bodyPr>
            <ns1:lstStyle/>
            <ns1:p>
              <ns1:endParaRPr lang="id-ID" sz="2700"/>
            </ns1:p>
          </ns0:txBody>
        </ns0:sp>
        <ns0:sp>
          <ns0:nvSpPr>
            <ns0:cNvPr id="294" name="Freeform 30"/>
            <ns0:cNvSpPr>
              <ns1:spLocks/>
            </ns0:cNvSpPr>
            <ns0:nvPr/>
          </ns0:nvSpPr>
          <ns0:spPr bwMode="auto">
            <ns1:xfrm>
              <ns1:off x="8215313" y="1535112"/>
              <ns1:ext cx="1155700" cy="71438"/>
            </ns1:xfrm>
            <ns1:custGeom>
              <ns1:avLst/>
              <ns1:gdLst>
                <ns1:gd name="T0" fmla="*/ 297 w 306"/>
                <ns1:gd name="T1" fmla="*/ 0 h 19"/>
                <ns1:gd name="T2" fmla="*/ 9 w 306"/>
                <ns1:gd name="T3" fmla="*/ 0 h 19"/>
                <ns1:gd name="T4" fmla="*/ 0 w 306"/>
                <ns1:gd name="T5" fmla="*/ 9 h 19"/>
                <ns1:gd name="T6" fmla="*/ 9 w 306"/>
                <ns1:gd name="T7" fmla="*/ 19 h 19"/>
                <ns1:gd name="T8" fmla="*/ 297 w 306"/>
                <ns1:gd name="T9" fmla="*/ 19 h 19"/>
                <ns1:gd name="T10" fmla="*/ 306 w 306"/>
                <ns1:gd name="T11" fmla="*/ 9 h 19"/>
                <ns1:gd name="T12" fmla="*/ 297 w 306"/>
                <ns1:gd name="T13" fmla="*/ 0 h 19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</ns1:cxnLst>
              <ns1:rect l="0" t="0" r="r" b="b"/>
              <ns1:pathLst>
                <ns1:path w="306" h="19">
                  <ns1:moveTo>
                    <ns1:pt x="297" y="0"/>
                  </ns1:moveTo>
                  <ns1:cubicBezTo>
                    <ns1:pt x="9" y="0"/>
                    <ns1:pt x="9" y="0"/>
                    <ns1:pt x="9" y="0"/>
                  </ns1:cubicBezTo>
                  <ns1:cubicBezTo>
                    <ns1:pt x="4" y="0"/>
                    <ns1:pt x="0" y="4"/>
                    <ns1:pt x="0" y="9"/>
                  </ns1:cubicBezTo>
                  <ns1:cubicBezTo>
                    <ns1:pt x="0" y="15"/>
                    <ns1:pt x="4" y="19"/>
                    <ns1:pt x="9" y="19"/>
                  </ns1:cubicBezTo>
                  <ns1:cubicBezTo>
                    <ns1:pt x="297" y="19"/>
                    <ns1:pt x="297" y="19"/>
                    <ns1:pt x="297" y="19"/>
                  </ns1:cubicBezTo>
                  <ns1:cubicBezTo>
                    <ns1:pt x="302" y="19"/>
                    <ns1:pt x="306" y="15"/>
                    <ns1:pt x="306" y="9"/>
                  </ns1:cubicBezTo>
                  <ns1:cubicBezTo>
                    <ns1:pt x="306" y="4"/>
                    <ns1:pt x="302" y="0"/>
                    <ns1:pt x="297" y="0"/>
                  </ns1:cubicBezTo>
                  <ns1:close/>
                </ns1:path>
              </ns1:pathLst>
            </ns1:custGeom>
            <ns1:grpFill/>
            <ns1:ln>
              <ns1:noFill/>
            </ns1:ln>
            <ns1:extLst>
              <ns1:ext uri="{91240B29-F687-4f45-9708-019B960494DF}">
                <ns2:hiddenLine w="9525">
                  <ns1:solidFill>
                    <ns1:srgbClr val="000000"/>
                  </ns1:solidFill>
                  <ns1:round/>
                  <ns1:headEnd/>
                  <ns1:tailEnd/>
                </ns2:hiddenLine>
              </ns1:ext>
            </ns1:extLst>
          </ns0:spPr>
          <ns0:txBody>
            <ns1:bodyPr vert="horz" wrap="square" lIns="91440" tIns="45720" rIns="91440" bIns="45720" numCol="1" anchor="t" anchorCtr="0" compatLnSpc="1">
              <ns1:prstTxWarp prst="textNoShape">
                <ns1:avLst/>
              </ns1:prstTxWarp>
            </ns1:bodyPr>
            <ns1:lstStyle/>
            <ns1:p>
              <ns1:endParaRPr lang="id-ID" sz="2700"/>
            </ns1:p>
          </ns0:txBody>
        </ns0:sp>
        <ns0:sp>
          <ns0:nvSpPr>
            <ns0:cNvPr id="295" name="Freeform 31"/>
            <ns0:cNvSpPr>
              <ns1:spLocks noEditPoints="1"/>
            </ns0:cNvSpPr>
            <ns0:nvPr/>
          </ns0:nvSpPr>
          <ns0:spPr bwMode="auto">
            <ns1:xfrm>
              <ns1:off x="7913688" y="-280988"/>
              <ns1:ext cx="1733550" cy="2306638"/>
            </ns1:xfrm>
            <ns1:custGeom>
              <ns1:avLst/>
              <ns1:gdLst>
                <ns1:gd name="T0" fmla="*/ 353 w 459"/>
                <ns1:gd name="T1" fmla="*/ 12 h 612"/>
                <ns1:gd name="T2" fmla="*/ 325 w 459"/>
                <ns1:gd name="T3" fmla="*/ 0 h 612"/>
                <ns1:gd name="T4" fmla="*/ 57 w 459"/>
                <ns1:gd name="T5" fmla="*/ 0 h 612"/>
                <ns1:gd name="T6" fmla="*/ 0 w 459"/>
                <ns1:gd name="T7" fmla="*/ 57 h 612"/>
                <ns1:gd name="T8" fmla="*/ 0 w 459"/>
                <ns1:gd name="T9" fmla="*/ 555 h 612"/>
                <ns1:gd name="T10" fmla="*/ 57 w 459"/>
                <ns1:gd name="T11" fmla="*/ 612 h 612"/>
                <ns1:gd name="T12" fmla="*/ 402 w 459"/>
                <ns1:gd name="T13" fmla="*/ 612 h 612"/>
                <ns1:gd name="T14" fmla="*/ 459 w 459"/>
                <ns1:gd name="T15" fmla="*/ 555 h 612"/>
                <ns1:gd name="T16" fmla="*/ 459 w 459"/>
                <ns1:gd name="T17" fmla="*/ 153 h 612"/>
                <ns1:gd name="T18" fmla="*/ 353 w 459"/>
                <ns1:gd name="T19" fmla="*/ 12 h 612"/>
                <ns1:gd name="T20" fmla="*/ 344 w 459"/>
                <ns1:gd name="T21" fmla="*/ 59 h 612"/>
                <ns1:gd name="T22" fmla="*/ 409 w 459"/>
                <ns1:gd name="T23" fmla="*/ 134 h 612"/>
                <ns1:gd name="T24" fmla="*/ 344 w 459"/>
                <ns1:gd name="T25" fmla="*/ 134 h 612"/>
                <ns1:gd name="T26" fmla="*/ 344 w 459"/>
                <ns1:gd name="T27" fmla="*/ 59 h 612"/>
                <ns1:gd name="T28" fmla="*/ 421 w 459"/>
                <ns1:gd name="T29" fmla="*/ 555 h 612"/>
                <ns1:gd name="T30" fmla="*/ 402 w 459"/>
                <ns1:gd name="T31" fmla="*/ 574 h 612"/>
                <ns1:gd name="T32" fmla="*/ 57 w 459"/>
                <ns1:gd name="T33" fmla="*/ 574 h 612"/>
                <ns1:gd name="T34" fmla="*/ 38 w 459"/>
                <ns1:gd name="T35" fmla="*/ 555 h 612"/>
                <ns1:gd name="T36" fmla="*/ 38 w 459"/>
                <ns1:gd name="T37" fmla="*/ 57 h 612"/>
                <ns1:gd name="T38" fmla="*/ 57 w 459"/>
                <ns1:gd name="T39" fmla="*/ 38 h 612"/>
                <ns1:gd name="T40" fmla="*/ 306 w 459"/>
                <ns1:gd name="T41" fmla="*/ 38 h 612"/>
                <ns1:gd name="T42" fmla="*/ 306 w 459"/>
                <ns1:gd name="T43" fmla="*/ 172 h 612"/>
                <ns1:gd name="T44" fmla="*/ 421 w 459"/>
                <ns1:gd name="T45" fmla="*/ 172 h 612"/>
                <ns1:gd name="T46" fmla="*/ 421 w 459"/>
                <ns1:gd name="T47" fmla="*/ 555 h 612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  <ns1:cxn ang="0">
                  <ns1:pos x="T14" y="T15"/>
                </ns1:cxn>
                <ns1:cxn ang="0">
                  <ns1:pos x="T16" y="T17"/>
                </ns1:cxn>
                <ns1:cxn ang="0">
                  <ns1:pos x="T18" y="T19"/>
                </ns1:cxn>
                <ns1:cxn ang="0">
                  <ns1:pos x="T20" y="T21"/>
                </ns1:cxn>
                <ns1:cxn ang="0">
                  <ns1:pos x="T22" y="T23"/>
                </ns1:cxn>
                <ns1:cxn ang="0">
                  <ns1:pos x="T24" y="T25"/>
                </ns1:cxn>
                <ns1:cxn ang="0">
                  <ns1:pos x="T26" y="T27"/>
                </ns1:cxn>
                <ns1:cxn ang="0">
                  <ns1:pos x="T28" y="T29"/>
                </ns1:cxn>
                <ns1:cxn ang="0">
                  <ns1:pos x="T30" y="T31"/>
                </ns1:cxn>
                <ns1:cxn ang="0">
                  <ns1:pos x="T32" y="T33"/>
                </ns1:cxn>
                <ns1:cxn ang="0">
                  <ns1:pos x="T34" y="T35"/>
                </ns1:cxn>
                <ns1:cxn ang="0">
                  <ns1:pos x="T36" y="T37"/>
                </ns1:cxn>
                <ns1:cxn ang="0">
                  <ns1:pos x="T38" y="T39"/>
                </ns1:cxn>
                <ns1:cxn ang="0">
                  <ns1:pos x="T40" y="T41"/>
                </ns1:cxn>
                <ns1:cxn ang="0">
                  <ns1:pos x="T42" y="T43"/>
                </ns1:cxn>
                <ns1:cxn ang="0">
                  <ns1:pos x="T44" y="T45"/>
                </ns1:cxn>
                <ns1:cxn ang="0">
                  <ns1:pos x="T46" y="T47"/>
                </ns1:cxn>
              </ns1:cxnLst>
              <ns1:rect l="0" t="0" r="r" b="b"/>
              <ns1:pathLst>
                <ns1:path w="459" h="612">
                  <ns1:moveTo>
                    <ns1:pt x="353" y="12"/>
                  </ns1:moveTo>
                  <ns1:cubicBezTo>
                    <ns1:pt x="346" y="4"/>
                    <ns1:pt x="336" y="0"/>
                    <ns1:pt x="325" y="0"/>
                  </ns1:cubicBezTo>
                  <ns1:cubicBezTo>
                    <ns1:pt x="57" y="0"/>
                    <ns1:pt x="57" y="0"/>
                    <ns1:pt x="57" y="0"/>
                  </ns1:cubicBezTo>
                  <ns1:cubicBezTo>
                    <ns1:pt x="26" y="0"/>
                    <ns1:pt x="0" y="25"/>
                    <ns1:pt x="0" y="57"/>
                  </ns1:cubicBezTo>
                  <ns1:cubicBezTo>
                    <ns1:pt x="0" y="555"/>
                    <ns1:pt x="0" y="555"/>
                    <ns1:pt x="0" y="555"/>
                  </ns1:cubicBezTo>
                  <ns1:cubicBezTo>
                    <ns1:pt x="0" y="587"/>
                    <ns1:pt x="26" y="612"/>
                    <ns1:pt x="57" y="612"/>
                  </ns1:cubicBezTo>
                  <ns1:cubicBezTo>
                    <ns1:pt x="402" y="612"/>
                    <ns1:pt x="402" y="612"/>
                    <ns1:pt x="402" y="612"/>
                  </ns1:cubicBezTo>
                  <ns1:cubicBezTo>
                    <ns1:pt x="434" y="612"/>
                    <ns1:pt x="459" y="587"/>
                    <ns1:pt x="459" y="555"/>
                  </ns1:cubicBezTo>
                  <ns1:cubicBezTo>
                    <ns1:pt x="459" y="153"/>
                    <ns1:pt x="459" y="153"/>
                    <ns1:pt x="459" y="153"/>
                  </ns1:cubicBezTo>
                  <ns1:cubicBezTo>
                    <ns1:pt x="459" y="138"/>
                    <ns1:pt x="459" y="127"/>
                    <ns1:pt x="353" y="12"/>
                  </ns1:cubicBezTo>
                  <ns1:close/>
                  <ns1:moveTo>
                    <ns1:pt x="344" y="59"/>
                  </ns1:moveTo>
                  <ns1:cubicBezTo>
                    <ns1:pt x="364" y="80"/>
                    <ns1:pt x="392" y="113"/>
                    <ns1:pt x="409" y="134"/>
                  </ns1:cubicBezTo>
                  <ns1:cubicBezTo>
                    <ns1:pt x="344" y="134"/>
                    <ns1:pt x="344" y="134"/>
                    <ns1:pt x="344" y="134"/>
                  </ns1:cubicBezTo>
                  <ns1:lnTo>
                    <ns1:pt x="344" y="59"/>
                  </ns1:lnTo>
                  <ns1:close/>
                  <ns1:moveTo>
                    <ns1:pt x="421" y="555"/>
                  </ns1:moveTo>
                  <ns1:cubicBezTo>
                    <ns1:pt x="421" y="566"/>
                    <ns1:pt x="412" y="574"/>
                    <ns1:pt x="402" y="574"/>
                  </ns1:cubicBezTo>
                  <ns1:cubicBezTo>
                    <ns1:pt x="57" y="574"/>
                    <ns1:pt x="57" y="574"/>
                    <ns1:pt x="57" y="574"/>
                  </ns1:cubicBezTo>
                  <ns1:cubicBezTo>
                    <ns1:pt x="47" y="574"/>
                    <ns1:pt x="38" y="566"/>
                    <ns1:pt x="38" y="555"/>
                  </ns1:cubicBezTo>
                  <ns1:cubicBezTo>
                    <ns1:pt x="38" y="57"/>
                    <ns1:pt x="38" y="57"/>
                    <ns1:pt x="38" y="57"/>
                  </ns1:cubicBezTo>
                  <ns1:cubicBezTo>
                    <ns1:pt x="38" y="47"/>
                    <ns1:pt x="47" y="38"/>
                    <ns1:pt x="57" y="38"/>
                  </ns1:cubicBezTo>
                  <ns1:cubicBezTo>
                    <ns1:pt x="306" y="38"/>
                    <ns1:pt x="306" y="38"/>
                    <ns1:pt x="306" y="38"/>
                  </ns1:cubicBezTo>
                  <ns1:cubicBezTo>
                    <ns1:pt x="306" y="172"/>
                    <ns1:pt x="306" y="172"/>
                    <ns1:pt x="306" y="172"/>
                  </ns1:cubicBezTo>
                  <ns1:cubicBezTo>
                    <ns1:pt x="421" y="172"/>
                    <ns1:pt x="421" y="172"/>
                    <ns1:pt x="421" y="172"/>
                  </ns1:cubicBezTo>
                  <ns1:lnTo>
                    <ns1:pt x="421" y="555"/>
                  </ns1:lnTo>
                  <ns1:close/>
                </ns1:path>
              </ns1:pathLst>
            </ns1:custGeom>
            <ns1:grpFill/>
            <ns1:ln>
              <ns1:noFill/>
            </ns1:ln>
            <ns1:extLst>
              <ns1:ext uri="{91240B29-F687-4f45-9708-019B960494DF}">
                <ns2:hiddenLine w="9525">
                  <ns1:solidFill>
                    <ns1:srgbClr val="000000"/>
                  </ns1:solidFill>
                  <ns1:round/>
                  <ns1:headEnd/>
                  <ns1:tailEnd/>
                </ns2:hiddenLine>
              </ns1:ext>
            </ns1:extLst>
          </ns0:spPr>
          <ns0:txBody>
            <ns1:bodyPr vert="horz" wrap="square" lIns="91440" tIns="45720" rIns="91440" bIns="45720" numCol="1" anchor="t" anchorCtr="0" compatLnSpc="1">
              <ns1:prstTxWarp prst="textNoShape">
                <ns1:avLst/>
              </ns1:prstTxWarp>
            </ns1:bodyPr>
            <ns1:lstStyle/>
            <ns1:p>
              <ns1:endParaRPr lang="id-ID" sz="2700"/>
            </ns1:p>
          </ns0:txBody>
        </ns0:sp>
        <ns0:sp>
          <ns0:nvSpPr>
            <ns0:cNvPr id="296" name="Freeform 32"/>
            <ns0:cNvSpPr>
              <ns1:spLocks/>
            </ns0:cNvSpPr>
            <ns0:nvPr/>
          </ns0:nvSpPr>
          <ns0:spPr bwMode="auto">
            <ns1:xfrm>
              <ns1:off x="8199438" y="77787"/>
              <ns1:ext cx="725488" cy="146050"/>
            </ns1:xfrm>
            <ns1:custGeom>
              <ns1:avLst/>
              <ns1:gdLst>
                <ns1:gd name="T0" fmla="*/ 19 w 192"/>
                <ns1:gd name="T1" fmla="*/ 39 h 39"/>
                <ns1:gd name="T2" fmla="*/ 173 w 192"/>
                <ns1:gd name="T3" fmla="*/ 39 h 39"/>
                <ns1:gd name="T4" fmla="*/ 192 w 192"/>
                <ns1:gd name="T5" fmla="*/ 20 h 39"/>
                <ns1:gd name="T6" fmla="*/ 173 w 192"/>
                <ns1:gd name="T7" fmla="*/ 0 h 39"/>
                <ns1:gd name="T8" fmla="*/ 19 w 192"/>
                <ns1:gd name="T9" fmla="*/ 0 h 39"/>
                <ns1:gd name="T10" fmla="*/ 0 w 192"/>
                <ns1:gd name="T11" fmla="*/ 20 h 39"/>
                <ns1:gd name="T12" fmla="*/ 19 w 192"/>
                <ns1:gd name="T13" fmla="*/ 39 h 39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</ns1:cxnLst>
              <ns1:rect l="0" t="0" r="r" b="b"/>
              <ns1:pathLst>
                <ns1:path w="192" h="39">
                  <ns1:moveTo>
                    <ns1:pt x="19" y="39"/>
                  </ns1:moveTo>
                  <ns1:cubicBezTo>
                    <ns1:pt x="173" y="39"/>
                    <ns1:pt x="173" y="39"/>
                    <ns1:pt x="173" y="39"/>
                  </ns1:cubicBezTo>
                  <ns1:cubicBezTo>
                    <ns1:pt x="183" y="39"/>
                    <ns1:pt x="192" y="30"/>
                    <ns1:pt x="192" y="20"/>
                  </ns1:cubicBezTo>
                  <ns1:cubicBezTo>
                    <ns1:pt x="192" y="9"/>
                    <ns1:pt x="183" y="0"/>
                    <ns1:pt x="173" y="0"/>
                  </ns1:cubicBezTo>
                  <ns1:cubicBezTo>
                    <ns1:pt x="19" y="0"/>
                    <ns1:pt x="19" y="0"/>
                    <ns1:pt x="19" y="0"/>
                  </ns1:cubicBezTo>
                  <ns1:cubicBezTo>
                    <ns1:pt x="9" y="0"/>
                    <ns1:pt x="0" y="9"/>
                    <ns1:pt x="0" y="20"/>
                  </ns1:cubicBezTo>
                  <ns1:cubicBezTo>
                    <ns1:pt x="0" y="30"/>
                    <ns1:pt x="9" y="39"/>
                    <ns1:pt x="19" y="39"/>
                  </ns1:cubicBezTo>
                  <ns1:close/>
                </ns1:path>
              </ns1:pathLst>
            </ns1:custGeom>
            <ns1:grpFill/>
            <ns1:ln>
              <ns1:noFill/>
            </ns1:ln>
            <ns1:extLst>
              <ns1:ext uri="{91240B29-F687-4f45-9708-019B960494DF}">
                <ns2:hiddenLine w="9525">
                  <ns1:solidFill>
                    <ns1:srgbClr val="000000"/>
                  </ns1:solidFill>
                  <ns1:round/>
                  <ns1:headEnd/>
                  <ns1:tailEnd/>
                </ns2:hiddenLine>
              </ns1:ext>
            </ns1:extLst>
          </ns0:spPr>
          <ns0:txBody>
            <ns1:bodyPr vert="horz" wrap="square" lIns="91440" tIns="45720" rIns="91440" bIns="45720" numCol="1" anchor="t" anchorCtr="0" compatLnSpc="1">
              <ns1:prstTxWarp prst="textNoShape">
                <ns1:avLst/>
              </ns1:prstTxWarp>
            </ns1:bodyPr>
            <ns1:lstStyle/>
            <ns1:p>
              <ns1:endParaRPr lang="id-ID" sz="2700"/>
            </ns1:p>
          </ns0:txBody>
        </ns0:sp>
        <ns0:sp>
          <ns0:nvSpPr>
            <ns0:cNvPr id="297" name="Freeform 33"/>
            <ns0:cNvSpPr>
              <ns1:spLocks/>
            </ns0:cNvSpPr>
            <ns0:nvPr/>
          </ns0:nvSpPr>
          <ns0:spPr bwMode="auto">
            <ns1:xfrm>
              <ns1:off x="8199438" y="438150"/>
              <ns1:ext cx="725488" cy="73025"/>
            </ns1:xfrm>
            <ns1:custGeom>
              <ns1:avLst/>
              <ns1:gdLst>
                <ns1:gd name="T0" fmla="*/ 10 w 192"/>
                <ns1:gd name="T1" fmla="*/ 19 h 19"/>
                <ns1:gd name="T2" fmla="*/ 182 w 192"/>
                <ns1:gd name="T3" fmla="*/ 19 h 19"/>
                <ns1:gd name="T4" fmla="*/ 192 w 192"/>
                <ns1:gd name="T5" fmla="*/ 10 h 19"/>
                <ns1:gd name="T6" fmla="*/ 182 w 192"/>
                <ns1:gd name="T7" fmla="*/ 0 h 19"/>
                <ns1:gd name="T8" fmla="*/ 10 w 192"/>
                <ns1:gd name="T9" fmla="*/ 0 h 19"/>
                <ns1:gd name="T10" fmla="*/ 0 w 192"/>
                <ns1:gd name="T11" fmla="*/ 10 h 19"/>
                <ns1:gd name="T12" fmla="*/ 10 w 192"/>
                <ns1:gd name="T13" fmla="*/ 19 h 19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</ns1:cxnLst>
              <ns1:rect l="0" t="0" r="r" b="b"/>
              <ns1:pathLst>
                <ns1:path w="192" h="19">
                  <ns1:moveTo>
                    <ns1:pt x="10" y="19"/>
                  </ns1:moveTo>
                  <ns1:cubicBezTo>
                    <ns1:pt x="182" y="19"/>
                    <ns1:pt x="182" y="19"/>
                    <ns1:pt x="182" y="19"/>
                  </ns1:cubicBezTo>
                  <ns1:cubicBezTo>
                    <ns1:pt x="188" y="19"/>
                    <ns1:pt x="192" y="15"/>
                    <ns1:pt x="192" y="10"/>
                  </ns1:cubicBezTo>
                  <ns1:cubicBezTo>
                    <ns1:pt x="192" y="4"/>
                    <ns1:pt x="188" y="0"/>
                    <ns1:pt x="182" y="0"/>
                  </ns1:cubicBezTo>
                  <ns1:cubicBezTo>
                    <ns1:pt x="10" y="0"/>
                    <ns1:pt x="10" y="0"/>
                    <ns1:pt x="10" y="0"/>
                  </ns1:cubicBezTo>
                  <ns1:cubicBezTo>
                    <ns1:pt x="5" y="0"/>
                    <ns1:pt x="0" y="4"/>
                    <ns1:pt x="0" y="10"/>
                  </ns1:cubicBezTo>
                  <ns1:cubicBezTo>
                    <ns1:pt x="0" y="15"/>
                    <ns1:pt x="5" y="19"/>
                    <ns1:pt x="10" y="19"/>
                  </ns1:cubicBezTo>
                  <ns1:close/>
                </ns1:path>
              </ns1:pathLst>
            </ns1:custGeom>
            <ns1:grpFill/>
            <ns1:ln>
              <ns1:noFill/>
            </ns1:ln>
            <ns1:extLst>
              <ns1:ext uri="{91240B29-F687-4f45-9708-019B960494DF}">
                <ns2:hiddenLine w="9525">
                  <ns1:solidFill>
                    <ns1:srgbClr val="000000"/>
                  </ns1:solidFill>
                  <ns1:round/>
                  <ns1:headEnd/>
                  <ns1:tailEnd/>
                </ns2:hiddenLine>
              </ns1:ext>
            </ns1:extLst>
          </ns0:spPr>
          <ns0:txBody>
            <ns1:bodyPr vert="horz" wrap="square" lIns="91440" tIns="45720" rIns="91440" bIns="45720" numCol="1" anchor="t" anchorCtr="0" compatLnSpc="1">
              <ns1:prstTxWarp prst="textNoShape">
                <ns1:avLst/>
              </ns1:prstTxWarp>
            </ns1:bodyPr>
            <ns1:lstStyle/>
            <ns1:p>
              <ns1:endParaRPr lang="id-ID" sz="2700"/>
            </ns1:p>
          </ns0:txBody>
        </ns0:sp>
        <ns0:sp>
          <ns0:nvSpPr>
            <ns0:cNvPr id="298" name="Freeform 34"/>
            <ns0:cNvSpPr>
              <ns1:spLocks/>
            </ns0:cNvSpPr>
            <ns0:nvPr/>
          </ns0:nvSpPr>
          <ns0:spPr bwMode="auto">
            <ns1:xfrm>
              <ns1:off x="8199438" y="657225"/>
              <ns1:ext cx="1160463" cy="71438"/>
            </ns1:xfrm>
            <ns1:custGeom>
              <ns1:avLst/>
              <ns1:gdLst>
                <ns1:gd name="T0" fmla="*/ 0 w 307"/>
                <ns1:gd name="T1" fmla="*/ 9 h 19"/>
                <ns1:gd name="T2" fmla="*/ 10 w 307"/>
                <ns1:gd name="T3" fmla="*/ 19 h 19"/>
                <ns1:gd name="T4" fmla="*/ 297 w 307"/>
                <ns1:gd name="T5" fmla="*/ 19 h 19"/>
                <ns1:gd name="T6" fmla="*/ 307 w 307"/>
                <ns1:gd name="T7" fmla="*/ 9 h 19"/>
                <ns1:gd name="T8" fmla="*/ 297 w 307"/>
                <ns1:gd name="T9" fmla="*/ 0 h 19"/>
                <ns1:gd name="T10" fmla="*/ 10 w 307"/>
                <ns1:gd name="T11" fmla="*/ 0 h 19"/>
                <ns1:gd name="T12" fmla="*/ 0 w 307"/>
                <ns1:gd name="T13" fmla="*/ 9 h 19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</ns1:cxnLst>
              <ns1:rect l="0" t="0" r="r" b="b"/>
              <ns1:pathLst>
                <ns1:path w="307" h="19">
                  <ns1:moveTo>
                    <ns1:pt x="0" y="9"/>
                  </ns1:moveTo>
                  <ns1:cubicBezTo>
                    <ns1:pt x="0" y="14"/>
                    <ns1:pt x="5" y="19"/>
                    <ns1:pt x="10" y="19"/>
                  </ns1:cubicBezTo>
                  <ns1:cubicBezTo>
                    <ns1:pt x="297" y="19"/>
                    <ns1:pt x="297" y="19"/>
                    <ns1:pt x="297" y="19"/>
                  </ns1:cubicBezTo>
                  <ns1:cubicBezTo>
                    <ns1:pt x="302" y="19"/>
                    <ns1:pt x="307" y="14"/>
                    <ns1:pt x="307" y="9"/>
                  </ns1:cubicBezTo>
                  <ns1:cubicBezTo>
                    <ns1:pt x="307" y="4"/>
                    <ns1:pt x="302" y="0"/>
                    <ns1:pt x="297" y="0"/>
                  </ns1:cubicBezTo>
                  <ns1:cubicBezTo>
                    <ns1:pt x="10" y="0"/>
                    <ns1:pt x="10" y="0"/>
                    <ns1:pt x="10" y="0"/>
                  </ns1:cubicBezTo>
                  <ns1:cubicBezTo>
                    <ns1:pt x="5" y="0"/>
                    <ns1:pt x="0" y="4"/>
                    <ns1:pt x="0" y="9"/>
                  </ns1:cubicBezTo>
                  <ns1:close/>
                </ns1:path>
              </ns1:pathLst>
            </ns1:custGeom>
            <ns1:grpFill/>
            <ns1:ln>
              <ns1:noFill/>
            </ns1:ln>
            <ns1:extLst>
              <ns1:ext uri="{91240B29-F687-4f45-9708-019B960494DF}">
                <ns2:hiddenLine w="9525">
                  <ns1:solidFill>
                    <ns1:srgbClr val="000000"/>
                  </ns1:solidFill>
                  <ns1:round/>
                  <ns1:headEnd/>
                  <ns1:tailEnd/>
                </ns2:hiddenLine>
              </ns1:ext>
            </ns1:extLst>
          </ns0:spPr>
          <ns0:txBody>
            <ns1:bodyPr vert="horz" wrap="square" lIns="91440" tIns="45720" rIns="91440" bIns="45720" numCol="1" anchor="t" anchorCtr="0" compatLnSpc="1">
              <ns1:prstTxWarp prst="textNoShape">
                <ns1:avLst/>
              </ns1:prstTxWarp>
            </ns1:bodyPr>
            <ns1:lstStyle/>
            <ns1:p>
              <ns1:endParaRPr lang="id-ID" sz="2700"/>
            </ns1:p>
          </ns0:txBody>
        </ns0:sp>
        <ns0:sp>
          <ns0:nvSpPr>
            <ns0:cNvPr id="299" name="Freeform 35"/>
            <ns0:cNvSpPr>
              <ns1:spLocks/>
            </ns0:cNvSpPr>
            <ns0:nvPr/>
          </ns0:nvSpPr>
          <ns0:spPr bwMode="auto">
            <ns1:xfrm>
              <ns1:off x="8199438" y="1087437"/>
              <ns1:ext cx="1160463" cy="74613"/>
            </ns1:xfrm>
            <ns1:custGeom>
              <ns1:avLst/>
              <ns1:gdLst>
                <ns1:gd name="T0" fmla="*/ 297 w 307"/>
                <ns1:gd name="T1" fmla="*/ 20 h 20"/>
                <ns1:gd name="T2" fmla="*/ 307 w 307"/>
                <ns1:gd name="T3" fmla="*/ 10 h 20"/>
                <ns1:gd name="T4" fmla="*/ 297 w 307"/>
                <ns1:gd name="T5" fmla="*/ 0 h 20"/>
                <ns1:gd name="T6" fmla="*/ 10 w 307"/>
                <ns1:gd name="T7" fmla="*/ 0 h 20"/>
                <ns1:gd name="T8" fmla="*/ 0 w 307"/>
                <ns1:gd name="T9" fmla="*/ 10 h 20"/>
                <ns1:gd name="T10" fmla="*/ 10 w 307"/>
                <ns1:gd name="T11" fmla="*/ 20 h 20"/>
                <ns1:gd name="T12" fmla="*/ 297 w 307"/>
                <ns1:gd name="T13" fmla="*/ 20 h 20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</ns1:cxnLst>
              <ns1:rect l="0" t="0" r="r" b="b"/>
              <ns1:pathLst>
                <ns1:path w="307" h="20">
                  <ns1:moveTo>
                    <ns1:pt x="297" y="20"/>
                  </ns1:moveTo>
                  <ns1:cubicBezTo>
                    <ns1:pt x="302" y="20"/>
                    <ns1:pt x="307" y="15"/>
                    <ns1:pt x="307" y="10"/>
                  </ns1:cubicBezTo>
                  <ns1:cubicBezTo>
                    <ns1:pt x="307" y="5"/>
                    <ns1:pt x="302" y="0"/>
                    <ns1:pt x="297" y="0"/>
                  </ns1:cubicBezTo>
                  <ns1:cubicBezTo>
                    <ns1:pt x="10" y="0"/>
                    <ns1:pt x="10" y="0"/>
                    <ns1:pt x="10" y="0"/>
                  </ns1:cubicBezTo>
                  <ns1:cubicBezTo>
                    <ns1:pt x="5" y="0"/>
                    <ns1:pt x="0" y="5"/>
                    <ns1:pt x="0" y="10"/>
                  </ns1:cubicBezTo>
                  <ns1:cubicBezTo>
                    <ns1:pt x="0" y="15"/>
                    <ns1:pt x="5" y="20"/>
                    <ns1:pt x="10" y="20"/>
                  </ns1:cubicBezTo>
                  <ns1:lnTo>
                    <ns1:pt x="297" y="20"/>
                  </ns1:lnTo>
                  <ns1:close/>
                </ns1:path>
              </ns1:pathLst>
            </ns1:custGeom>
            <ns1:grpFill/>
            <ns1:ln>
              <ns1:noFill/>
            </ns1:ln>
            <ns1:extLst>
              <ns1:ext uri="{91240B29-F687-4f45-9708-019B960494DF}">
                <ns2:hiddenLine w="9525">
                  <ns1:solidFill>
                    <ns1:srgbClr val="000000"/>
                  </ns1:solidFill>
                  <ns1:round/>
                  <ns1:headEnd/>
                  <ns1:tailEnd/>
                </ns2:hiddenLine>
              </ns1:ext>
            </ns1:extLst>
          </ns0:spPr>
          <ns0:txBody>
            <ns1:bodyPr vert="horz" wrap="square" lIns="91440" tIns="45720" rIns="91440" bIns="45720" numCol="1" anchor="t" anchorCtr="0" compatLnSpc="1">
              <ns1:prstTxWarp prst="textNoShape">
                <ns1:avLst/>
              </ns1:prstTxWarp>
            </ns1:bodyPr>
            <ns1:lstStyle/>
            <ns1:p>
              <ns1:endParaRPr lang="id-ID" sz="2700"/>
            </ns1:p>
          </ns0:txBody>
        </ns0:sp>
        <ns0:sp>
          <ns0:nvSpPr>
            <ns0:cNvPr id="300" name="Freeform 36"/>
            <ns0:cNvSpPr>
              <ns1:spLocks/>
            </ns0:cNvSpPr>
            <ns0:nvPr/>
          </ns0:nvSpPr>
          <ns0:spPr bwMode="auto">
            <ns1:xfrm>
              <ns1:off x="8199438" y="871537"/>
              <ns1:ext cx="1089025" cy="73025"/>
            </ns1:xfrm>
            <ns1:custGeom>
              <ns1:avLst/>
              <ns1:gdLst>
                <ns1:gd name="T0" fmla="*/ 10 w 288"/>
                <ns1:gd name="T1" fmla="*/ 19 h 19"/>
                <ns1:gd name="T2" fmla="*/ 278 w 288"/>
                <ns1:gd name="T3" fmla="*/ 19 h 19"/>
                <ns1:gd name="T4" fmla="*/ 288 w 288"/>
                <ns1:gd name="T5" fmla="*/ 10 h 19"/>
                <ns1:gd name="T6" fmla="*/ 278 w 288"/>
                <ns1:gd name="T7" fmla="*/ 0 h 19"/>
                <ns1:gd name="T8" fmla="*/ 10 w 288"/>
                <ns1:gd name="T9" fmla="*/ 0 h 19"/>
                <ns1:gd name="T10" fmla="*/ 0 w 288"/>
                <ns1:gd name="T11" fmla="*/ 10 h 19"/>
                <ns1:gd name="T12" fmla="*/ 10 w 288"/>
                <ns1:gd name="T13" fmla="*/ 19 h 19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</ns1:cxnLst>
              <ns1:rect l="0" t="0" r="r" b="b"/>
              <ns1:pathLst>
                <ns1:path w="288" h="19">
                  <ns1:moveTo>
                    <ns1:pt x="10" y="19"/>
                  </ns1:moveTo>
                  <ns1:cubicBezTo>
                    <ns1:pt x="278" y="19"/>
                    <ns1:pt x="278" y="19"/>
                    <ns1:pt x="278" y="19"/>
                  </ns1:cubicBezTo>
                  <ns1:cubicBezTo>
                    <ns1:pt x="283" y="19"/>
                    <ns1:pt x="288" y="15"/>
                    <ns1:pt x="288" y="10"/>
                  </ns1:cubicBezTo>
                  <ns1:cubicBezTo>
                    <ns1:pt x="288" y="4"/>
                    <ns1:pt x="283" y="0"/>
                    <ns1:pt x="278" y="0"/>
                  </ns1:cubicBezTo>
                  <ns1:cubicBezTo>
                    <ns1:pt x="10" y="0"/>
                    <ns1:pt x="10" y="0"/>
                    <ns1:pt x="10" y="0"/>
                  </ns1:cubicBezTo>
                  <ns1:cubicBezTo>
                    <ns1:pt x="5" y="0"/>
                    <ns1:pt x="0" y="4"/>
                    <ns1:pt x="0" y="10"/>
                  </ns1:cubicBezTo>
                  <ns1:cubicBezTo>
                    <ns1:pt x="0" y="15"/>
                    <ns1:pt x="5" y="19"/>
                    <ns1:pt x="10" y="19"/>
                  </ns1:cubicBezTo>
                  <ns1:close/>
                </ns1:path>
              </ns1:pathLst>
            </ns1:custGeom>
            <ns1:grpFill/>
            <ns1:ln>
              <ns1:noFill/>
            </ns1:ln>
            <ns1:extLst>
              <ns1:ext uri="{91240B29-F687-4f45-9708-019B960494DF}">
                <ns2:hiddenLine w="9525">
                  <ns1:solidFill>
                    <ns1:srgbClr val="000000"/>
                  </ns1:solidFill>
                  <ns1:round/>
                  <ns1:headEnd/>
                  <ns1:tailEnd/>
                </ns2:hiddenLine>
              </ns1:ext>
            </ns1:extLst>
          </ns0:spPr>
          <ns0:txBody>
            <ns1:bodyPr vert="horz" wrap="square" lIns="91440" tIns="45720" rIns="91440" bIns="45720" numCol="1" anchor="t" anchorCtr="0" compatLnSpc="1">
              <ns1:prstTxWarp prst="textNoShape">
                <ns1:avLst/>
              </ns1:prstTxWarp>
            </ns1:bodyPr>
            <ns1:lstStyle/>
            <ns1:p>
              <ns1:endParaRPr lang="id-ID" sz="2700"/>
            </ns1:p>
          </ns0:txBody>
        </ns0:sp>
      </ns0:grpSp>
      <ns0:sp>
        <ns0:nvSpPr>
          <ns0:cNvPr id="301" name="Freeform 300"/>
          <ns0:cNvSpPr>
            <ns1:spLocks noEditPoints="1"/>
          </ns0:cNvSpPr>
          <ns0:nvPr/>
        </ns0:nvSpPr>
        <ns0:spPr bwMode="auto">
          <ns1:xfrm>
            <ns1:off x="9522617" y="5210433"/>
            <ns1:ext cx="411143" cy="412500"/>
          </ns1:xfrm>
          <ns1:custGeom>
            <ns1:avLst/>
            <ns1:gdLst>
              <ns1:gd name="T0" fmla="*/ 114 w 128"/>
              <ns1:gd name="T1" fmla="*/ 29 h 128"/>
              <ns1:gd name="T2" fmla="*/ 112 w 128"/>
              <ns1:gd name="T3" fmla="*/ 8 h 128"/>
              <ns1:gd name="T4" fmla="*/ 24 w 128"/>
              <ns1:gd name="T5" fmla="*/ 0 h 128"/>
              <ns1:gd name="T6" fmla="*/ 16 w 128"/>
              <ns1:gd name="T7" fmla="*/ 27 h 128"/>
              <ns1:gd name="T8" fmla="*/ 2 w 128"/>
              <ns1:gd name="T9" fmla="*/ 45 h 128"/>
              <ns1:gd name="T10" fmla="*/ 0 w 128"/>
              <ns1:gd name="T11" fmla="*/ 56 h 128"/>
              <ns1:gd name="T12" fmla="*/ 12 w 128"/>
              <ns1:gd name="T13" fmla="*/ 68 h 128"/>
              <ns1:gd name="T14" fmla="*/ 20 w 128"/>
              <ns1:gd name="T15" fmla="*/ 128 h 128"/>
              <ns1:gd name="T16" fmla="*/ 116 w 128"/>
              <ns1:gd name="T17" fmla="*/ 120 h 128"/>
              <ns1:gd name="T18" fmla="*/ 116 w 128"/>
              <ns1:gd name="T19" fmla="*/ 68 h 128"/>
              <ns1:gd name="T20" fmla="*/ 128 w 128"/>
              <ns1:gd name="T21" fmla="*/ 52 h 128"/>
              <ns1:gd name="T22" fmla="*/ 104 w 128"/>
              <ns1:gd name="T23" fmla="*/ 8 h 128"/>
              <ns1:gd name="T24" fmla="*/ 24 w 128"/>
              <ns1:gd name="T25" fmla="*/ 24 h 128"/>
              <ns1:gd name="T26" fmla="*/ 24 w 128"/>
              <ns1:gd name="T27" fmla="*/ 8 h 128"/>
              <ns1:gd name="T28" fmla="*/ 41 w 128"/>
              <ns1:gd name="T29" fmla="*/ 60 h 128"/>
              <ns1:gd name="T30" fmla="*/ 40 w 128"/>
              <ns1:gd name="T31" fmla="*/ 32 h 128"/>
              <ns1:gd name="T32" fmla="*/ 41 w 128"/>
              <ns1:gd name="T33" fmla="*/ 60 h 128"/>
              <ns1:gd name="T34" fmla="*/ 62 w 128"/>
              <ns1:gd name="T35" fmla="*/ 32 h 128"/>
              <ns1:gd name="T36" fmla="*/ 45 w 128"/>
              <ns1:gd name="T37" fmla="*/ 60 h 128"/>
              <ns1:gd name="T38" fmla="*/ 66 w 128"/>
              <ns1:gd name="T39" fmla="*/ 32 h 128"/>
              <ns1:gd name="T40" fmla="*/ 83 w 128"/>
              <ns1:gd name="T41" fmla="*/ 60 h 128"/>
              <ns1:gd name="T42" fmla="*/ 66 w 128"/>
              <ns1:gd name="T43" fmla="*/ 32 h 128"/>
              <ns1:gd name="T44" fmla="*/ 88 w 128"/>
              <ns1:gd name="T45" fmla="*/ 32 h 128"/>
              <ns1:gd name="T46" fmla="*/ 87 w 128"/>
              <ns1:gd name="T47" fmla="*/ 60 h 128"/>
              <ns1:gd name="T48" fmla="*/ 8 w 128"/>
              <ns1:gd name="T49" fmla="*/ 56 h 128"/>
              <ns1:gd name="T50" fmla="*/ 9 w 128"/>
              <ns1:gd name="T51" fmla="*/ 50 h 128"/>
              <ns1:gd name="T52" fmla="*/ 24 w 128"/>
              <ns1:gd name="T53" fmla="*/ 32 h 128"/>
              <ns1:gd name="T54" fmla="*/ 19 w 128"/>
              <ns1:gd name="T55" fmla="*/ 60 h 128"/>
              <ns1:gd name="T56" fmla="*/ 8 w 128"/>
              <ns1:gd name="T57" fmla="*/ 56 h 128"/>
              <ns1:gd name="T58" fmla="*/ 50 w 128"/>
              <ns1:gd name="T59" fmla="*/ 120 h 128"/>
              <ns1:gd name="T60" fmla="*/ 80 w 128"/>
              <ns1:gd name="T61" fmla="*/ 80 h 128"/>
              <ns1:gd name="T62" fmla="*/ 108 w 128"/>
              <ns1:gd name="T63" fmla="*/ 120 h 128"/>
              <ns1:gd name="T64" fmla="*/ 84 w 128"/>
              <ns1:gd name="T65" fmla="*/ 80 h 128"/>
              <ns1:gd name="T66" fmla="*/ 50 w 128"/>
              <ns1:gd name="T67" fmla="*/ 76 h 128"/>
              <ns1:gd name="T68" fmla="*/ 46 w 128"/>
              <ns1:gd name="T69" fmla="*/ 120 h 128"/>
              <ns1:gd name="T70" fmla="*/ 20 w 128"/>
              <ns1:gd name="T71" fmla="*/ 68 h 128"/>
              <ns1:gd name="T72" fmla="*/ 108 w 128"/>
              <ns1:gd name="T73" fmla="*/ 120 h 128"/>
              <ns1:gd name="T74" fmla="*/ 116 w 128"/>
              <ns1:gd name="T75" fmla="*/ 60 h 128"/>
              <ns1:gd name="T76" fmla="*/ 93 w 128"/>
              <ns1:gd name="T77" fmla="*/ 32 h 128"/>
              <ns1:gd name="T78" fmla="*/ 104 w 128"/>
              <ns1:gd name="T79" fmla="*/ 32 h 128"/>
              <ns1:gd name="T80" fmla="*/ 119 w 128"/>
              <ns1:gd name="T81" fmla="*/ 50 h 128"/>
              <ns1:gd name="T82" fmla="*/ 120 w 128"/>
              <ns1:gd name="T83" fmla="*/ 56 h 128"/>
            </ns1:gdLst>
            <ns1:ahLst/>
            <ns1:cxnLst>
              <ns1:cxn ang="0">
                <ns1:pos x="T0" y="T1"/>
              </ns1:cxn>
              <ns1:cxn ang="0">
                <ns1:pos x="T2" y="T3"/>
              </ns1:cxn>
              <ns1:cxn ang="0">
                <ns1:pos x="T4" y="T5"/>
              </ns1:cxn>
              <ns1:cxn ang="0">
                <ns1:pos x="T6" y="T7"/>
              </ns1:cxn>
              <ns1:cxn ang="0">
                <ns1:pos x="T8" y="T9"/>
              </ns1:cxn>
              <ns1:cxn ang="0">
                <ns1:pos x="T10" y="T11"/>
              </ns1:cxn>
              <ns1:cxn ang="0">
                <ns1:pos x="T12" y="T13"/>
              </ns1:cxn>
              <ns1:cxn ang="0">
                <ns1:pos x="T14" y="T15"/>
              </ns1:cxn>
              <ns1:cxn ang="0">
                <ns1:pos x="T16" y="T17"/>
              </ns1:cxn>
              <ns1:cxn ang="0">
                <ns1:pos x="T18" y="T19"/>
              </ns1:cxn>
              <ns1:cxn ang="0">
                <ns1:pos x="T20" y="T21"/>
              </ns1:cxn>
              <ns1:cxn ang="0">
                <ns1:pos x="T22" y="T23"/>
              </ns1:cxn>
              <ns1:cxn ang="0">
                <ns1:pos x="T24" y="T25"/>
              </ns1:cxn>
              <ns1:cxn ang="0">
                <ns1:pos x="T26" y="T27"/>
              </ns1:cxn>
              <ns1:cxn ang="0">
                <ns1:pos x="T28" y="T29"/>
              </ns1:cxn>
              <ns1:cxn ang="0">
                <ns1:pos x="T30" y="T31"/>
              </ns1:cxn>
              <ns1:cxn ang="0">
                <ns1:pos x="T32" y="T33"/>
              </ns1:cxn>
              <ns1:cxn ang="0">
                <ns1:pos x="T34" y="T35"/>
              </ns1:cxn>
              <ns1:cxn ang="0">
                <ns1:pos x="T36" y="T37"/>
              </ns1:cxn>
              <ns1:cxn ang="0">
                <ns1:pos x="T38" y="T39"/>
              </ns1:cxn>
              <ns1:cxn ang="0">
                <ns1:pos x="T40" y="T41"/>
              </ns1:cxn>
              <ns1:cxn ang="0">
                <ns1:pos x="T42" y="T43"/>
              </ns1:cxn>
              <ns1:cxn ang="0">
                <ns1:pos x="T44" y="T45"/>
              </ns1:cxn>
              <ns1:cxn ang="0">
                <ns1:pos x="T46" y="T47"/>
              </ns1:cxn>
              <ns1:cxn ang="0">
                <ns1:pos x="T48" y="T49"/>
              </ns1:cxn>
              <ns1:cxn ang="0">
                <ns1:pos x="T50" y="T51"/>
              </ns1:cxn>
              <ns1:cxn ang="0">
                <ns1:pos x="T52" y="T53"/>
              </ns1:cxn>
              <ns1:cxn ang="0">
                <ns1:pos x="T54" y="T55"/>
              </ns1:cxn>
              <ns1:cxn ang="0">
                <ns1:pos x="T56" y="T57"/>
              </ns1:cxn>
              <ns1:cxn ang="0">
                <ns1:pos x="T58" y="T59"/>
              </ns1:cxn>
              <ns1:cxn ang="0">
                <ns1:pos x="T60" y="T61"/>
              </ns1:cxn>
              <ns1:cxn ang="0">
                <ns1:pos x="T62" y="T63"/>
              </ns1:cxn>
              <ns1:cxn ang="0">
                <ns1:pos x="T64" y="T65"/>
              </ns1:cxn>
              <ns1:cxn ang="0">
                <ns1:pos x="T66" y="T67"/>
              </ns1:cxn>
              <ns1:cxn ang="0">
                <ns1:pos x="T68" y="T69"/>
              </ns1:cxn>
              <ns1:cxn ang="0">
                <ns1:pos x="T70" y="T71"/>
              </ns1:cxn>
              <ns1:cxn ang="0">
                <ns1:pos x="T72" y="T73"/>
              </ns1:cxn>
              <ns1:cxn ang="0">
                <ns1:pos x="T74" y="T75"/>
              </ns1:cxn>
              <ns1:cxn ang="0">
                <ns1:pos x="T76" y="T77"/>
              </ns1:cxn>
              <ns1:cxn ang="0">
                <ns1:pos x="T78" y="T79"/>
              </ns1:cxn>
              <ns1:cxn ang="0">
                <ns1:pos x="T80" y="T81"/>
              </ns1:cxn>
              <ns1:cxn ang="0">
                <ns1:pos x="T82" y="T83"/>
              </ns1:cxn>
            </ns1:cxnLst>
            <ns1:rect l="0" t="0" r="r" b="b"/>
            <ns1:pathLst>
              <ns1:path w="128" h="128">
                <ns1:moveTo>
                  <ns1:pt x="126" y="45"/>
                </ns1:moveTo>
                <ns1:cubicBezTo>
                  <ns1:pt x="114" y="29"/>
                  <ns1:pt x="114" y="29"/>
                  <ns1:pt x="114" y="29"/>
                </ns1:cubicBezTo>
                <ns1:cubicBezTo>
                  <ns1:pt x="113" y="28"/>
                  <ns1:pt x="113" y="28"/>
                  <ns1:pt x="112" y="27"/>
                </ns1:cubicBezTo>
                <ns1:cubicBezTo>
                  <ns1:pt x="112" y="8"/>
                  <ns1:pt x="112" y="8"/>
                  <ns1:pt x="112" y="8"/>
                </ns1:cubicBezTo>
                <ns1:cubicBezTo>
                  <ns1:pt x="112" y="4"/>
                  <ns1:pt x="108" y="0"/>
                  <ns1:pt x="104" y="0"/>
                </ns1:cubicBezTo>
                <ns1:cubicBezTo>
                  <ns1:pt x="24" y="0"/>
                  <ns1:pt x="24" y="0"/>
                  <ns1:pt x="24" y="0"/>
                </ns1:cubicBezTo>
                <ns1:cubicBezTo>
                  <ns1:pt x="20" y="0"/>
                  <ns1:pt x="16" y="4"/>
                  <ns1:pt x="16" y="8"/>
                </ns1:cubicBezTo>
                <ns1:cubicBezTo>
                  <ns1:pt x="16" y="27"/>
                  <ns1:pt x="16" y="27"/>
                  <ns1:pt x="16" y="27"/>
                </ns1:cubicBezTo>
                <ns1:cubicBezTo>
                  <ns1:pt x="15" y="28"/>
                  <ns1:pt x="15" y="28"/>
                  <ns1:pt x="14" y="29"/>
                </ns1:cubicBezTo>
                <ns1:cubicBezTo>
                  <ns1:pt x="2" y="45"/>
                  <ns1:pt x="2" y="45"/>
                  <ns1:pt x="2" y="45"/>
                </ns1:cubicBezTo>
                <ns1:cubicBezTo>
                  <ns1:pt x="1" y="47"/>
                  <ns1:pt x="0" y="49"/>
                  <ns1:pt x="0" y="52"/>
                </ns1:cubicBezTo>
                <ns1:cubicBezTo>
                  <ns1:pt x="0" y="56"/>
                  <ns1:pt x="0" y="56"/>
                  <ns1:pt x="0" y="56"/>
                </ns1:cubicBezTo>
                <ns1:cubicBezTo>
                  <ns1:pt x="0" y="63"/>
                  <ns1:pt x="5" y="68"/>
                  <ns1:pt x="12" y="68"/>
                </ns1:cubicBezTo>
                <ns1:cubicBezTo>
                  <ns1:pt x="12" y="68"/>
                  <ns1:pt x="12" y="68"/>
                  <ns1:pt x="12" y="68"/>
                </ns1:cubicBezTo>
                <ns1:cubicBezTo>
                  <ns1:pt x="12" y="120"/>
                  <ns1:pt x="12" y="120"/>
                  <ns1:pt x="12" y="120"/>
                </ns1:cubicBezTo>
                <ns1:cubicBezTo>
                  <ns1:pt x="12" y="124"/>
                  <ns1:pt x="16" y="128"/>
                  <ns1:pt x="20" y="128"/>
                </ns1:cubicBezTo>
                <ns1:cubicBezTo>
                  <ns1:pt x="108" y="128"/>
                  <ns1:pt x="108" y="128"/>
                  <ns1:pt x="108" y="128"/>
                </ns1:cubicBezTo>
                <ns1:cubicBezTo>
                  <ns1:pt x="112" y="128"/>
                  <ns1:pt x="116" y="124"/>
                  <ns1:pt x="116" y="120"/>
                </ns1:cubicBezTo>
                <ns1:cubicBezTo>
                  <ns1:pt x="116" y="68"/>
                  <ns1:pt x="116" y="68"/>
                  <ns1:pt x="116" y="68"/>
                </ns1:cubicBezTo>
                <ns1:cubicBezTo>
                  <ns1:pt x="116" y="68"/>
                  <ns1:pt x="116" y="68"/>
                  <ns1:pt x="116" y="68"/>
                </ns1:cubicBezTo>
                <ns1:cubicBezTo>
                  <ns1:pt x="123" y="68"/>
                  <ns1:pt x="128" y="63"/>
                  <ns1:pt x="128" y="56"/>
                </ns1:cubicBezTo>
                <ns1:cubicBezTo>
                  <ns1:pt x="128" y="52"/>
                  <ns1:pt x="128" y="52"/>
                  <ns1:pt x="128" y="52"/>
                </ns1:cubicBezTo>
                <ns1:cubicBezTo>
                  <ns1:pt x="128" y="49"/>
                  <ns1:pt x="127" y="47"/>
                  <ns1:pt x="126" y="45"/>
                </ns1:cubicBezTo>
                <ns1:close/>
                <ns1:moveTo>
                  <ns1:pt x="104" y="8"/>
                </ns1:moveTo>
                <ns1:cubicBezTo>
                  <ns1:pt x="104" y="24"/>
                  <ns1:pt x="104" y="24"/>
                  <ns1:pt x="104" y="24"/>
                </ns1:cubicBezTo>
                <ns1:cubicBezTo>
                  <ns1:pt x="24" y="24"/>
                  <ns1:pt x="24" y="24"/>
                  <ns1:pt x="24" y="24"/>
                </ns1:cubicBezTo>
                <ns1:cubicBezTo>
                  <ns1:pt x="24" y="24"/>
                  <ns1:pt x="24" y="24"/>
                  <ns1:pt x="24" y="24"/>
                </ns1:cubicBezTo>
                <ns1:cubicBezTo>
                  <ns1:pt x="24" y="8"/>
                  <ns1:pt x="24" y="8"/>
                  <ns1:pt x="24" y="8"/>
                </ns1:cubicBezTo>
                <ns1:lnTo>
                  <ns1:pt x="104" y="8"/>
                </ns1:lnTo>
                <ns1:close/>
                <ns1:moveTo>
                  <ns1:pt x="41" y="60"/>
                </ns1:moveTo>
                <ns1:cubicBezTo>
                  <ns1:pt x="24" y="60"/>
                  <ns1:pt x="24" y="60"/>
                  <ns1:pt x="24" y="60"/>
                </ns1:cubicBezTo>
                <ns1:cubicBezTo>
                  <ns1:pt x="40" y="32"/>
                  <ns1:pt x="40" y="32"/>
                  <ns1:pt x="40" y="32"/>
                </ns1:cubicBezTo>
                <ns1:cubicBezTo>
                  <ns1:pt x="49" y="32"/>
                  <ns1:pt x="49" y="32"/>
                  <ns1:pt x="49" y="32"/>
                </ns1:cubicBezTo>
                <ns1:lnTo>
                  <ns1:pt x="41" y="60"/>
                </ns1:lnTo>
                <ns1:close/>
                <ns1:moveTo>
                  <ns1:pt x="53" y="32"/>
                </ns1:moveTo>
                <ns1:cubicBezTo>
                  <ns1:pt x="62" y="32"/>
                  <ns1:pt x="62" y="32"/>
                  <ns1:pt x="62" y="32"/>
                </ns1:cubicBezTo>
                <ns1:cubicBezTo>
                  <ns1:pt x="62" y="60"/>
                  <ns1:pt x="62" y="60"/>
                  <ns1:pt x="62" y="60"/>
                </ns1:cubicBezTo>
                <ns1:cubicBezTo>
                  <ns1:pt x="45" y="60"/>
                  <ns1:pt x="45" y="60"/>
                  <ns1:pt x="45" y="60"/>
                </ns1:cubicBezTo>
                <ns1:lnTo>
                  <ns1:pt x="53" y="32"/>
                </ns1:lnTo>
                <ns1:close/>
                <ns1:moveTo>
                  <ns1:pt x="66" y="32"/>
                </ns1:moveTo>
                <ns1:cubicBezTo>
                  <ns1:pt x="75" y="32"/>
                  <ns1:pt x="75" y="32"/>
                  <ns1:pt x="75" y="32"/>
                </ns1:cubicBezTo>
                <ns1:cubicBezTo>
                  <ns1:pt x="83" y="60"/>
                  <ns1:pt x="83" y="60"/>
                  <ns1:pt x="83" y="60"/>
                </ns1:cubicBezTo>
                <ns1:cubicBezTo>
                  <ns1:pt x="66" y="60"/>
                  <ns1:pt x="66" y="60"/>
                  <ns1:pt x="66" y="60"/>
                </ns1:cubicBezTo>
                <ns1:lnTo>
                  <ns1:pt x="66" y="32"/>
                </ns1:lnTo>
                <ns1:close/>
                <ns1:moveTo>
                  <ns1:pt x="79" y="32"/>
                </ns1:moveTo>
                <ns1:cubicBezTo>
                  <ns1:pt x="88" y="32"/>
                  <ns1:pt x="88" y="32"/>
                  <ns1:pt x="88" y="32"/>
                </ns1:cubicBezTo>
                <ns1:cubicBezTo>
                  <ns1:pt x="104" y="60"/>
                  <ns1:pt x="104" y="60"/>
                  <ns1:pt x="104" y="60"/>
                </ns1:cubicBezTo>
                <ns1:cubicBezTo>
                  <ns1:pt x="87" y="60"/>
                  <ns1:pt x="87" y="60"/>
                  <ns1:pt x="87" y="60"/>
                </ns1:cubicBezTo>
                <ns1:lnTo>
                  <ns1:pt x="79" y="32"/>
                </ns1:lnTo>
                <ns1:close/>
                <ns1:moveTo>
                  <ns1:pt x="8" y="56"/>
                </ns1:moveTo>
                <ns1:cubicBezTo>
                  <ns1:pt x="8" y="52"/>
                  <ns1:pt x="8" y="52"/>
                  <ns1:pt x="8" y="52"/>
                </ns1:cubicBezTo>
                <ns1:cubicBezTo>
                  <ns1:pt x="8" y="51"/>
                  <ns1:pt x="8" y="50"/>
                  <ns1:pt x="9" y="50"/>
                </ns1:cubicBezTo>
                <ns1:cubicBezTo>
                  <ns1:pt x="21" y="34"/>
                  <ns1:pt x="21" y="34"/>
                  <ns1:pt x="21" y="34"/>
                </ns1:cubicBezTo>
                <ns1:cubicBezTo>
                  <ns1:pt x="22" y="33"/>
                  <ns1:pt x="23" y="32"/>
                  <ns1:pt x="24" y="32"/>
                </ns1:cubicBezTo>
                <ns1:cubicBezTo>
                  <ns1:pt x="35" y="32"/>
                  <ns1:pt x="35" y="32"/>
                  <ns1:pt x="35" y="32"/>
                </ns1:cubicBezTo>
                <ns1:cubicBezTo>
                  <ns1:pt x="19" y="60"/>
                  <ns1:pt x="19" y="60"/>
                  <ns1:pt x="19" y="60"/>
                </ns1:cubicBezTo>
                <ns1:cubicBezTo>
                  <ns1:pt x="12" y="60"/>
                  <ns1:pt x="12" y="60"/>
                  <ns1:pt x="12" y="60"/>
                </ns1:cubicBezTo>
                <ns1:cubicBezTo>
                  <ns1:pt x="10" y="60"/>
                  <ns1:pt x="8" y="58"/>
                  <ns1:pt x="8" y="56"/>
                </ns1:cubicBezTo>
                <ns1:close/>
                <ns1:moveTo>
                  <ns1:pt x="80" y="120"/>
                </ns1:moveTo>
                <ns1:cubicBezTo>
                  <ns1:pt x="50" y="120"/>
                  <ns1:pt x="50" y="120"/>
                  <ns1:pt x="50" y="120"/>
                </ns1:cubicBezTo>
                <ns1:cubicBezTo>
                  <ns1:pt x="50" y="80"/>
                  <ns1:pt x="50" y="80"/>
                  <ns1:pt x="50" y="80"/>
                </ns1:cubicBezTo>
                <ns1:cubicBezTo>
                  <ns1:pt x="80" y="80"/>
                  <ns1:pt x="80" y="80"/>
                  <ns1:pt x="80" y="80"/>
                </ns1:cubicBezTo>
                <ns1:lnTo>
                  <ns1:pt x="80" y="120"/>
                </ns1:lnTo>
                <ns1:close/>
                <ns1:moveTo>
                  <ns1:pt x="108" y="120"/>
                </ns1:moveTo>
                <ns1:cubicBezTo>
                  <ns1:pt x="84" y="120"/>
                  <ns1:pt x="84" y="120"/>
                  <ns1:pt x="84" y="120"/>
                </ns1:cubicBezTo>
                <ns1:cubicBezTo>
                  <ns1:pt x="84" y="80"/>
                  <ns1:pt x="84" y="80"/>
                  <ns1:pt x="84" y="80"/>
                </ns1:cubicBezTo>
                <ns1:cubicBezTo>
                  <ns1:pt x="84" y="78"/>
                  <ns1:pt x="82" y="76"/>
                  <ns1:pt x="80" y="76"/>
                </ns1:cubicBezTo>
                <ns1:cubicBezTo>
                  <ns1:pt x="50" y="76"/>
                  <ns1:pt x="50" y="76"/>
                  <ns1:pt x="50" y="76"/>
                </ns1:cubicBezTo>
                <ns1:cubicBezTo>
                  <ns1:pt x="48" y="76"/>
                  <ns1:pt x="46" y="78"/>
                  <ns1:pt x="46" y="80"/>
                </ns1:cubicBezTo>
                <ns1:cubicBezTo>
                  <ns1:pt x="46" y="120"/>
                  <ns1:pt x="46" y="120"/>
                  <ns1:pt x="46" y="120"/>
                </ns1:cubicBezTo>
                <ns1:cubicBezTo>
                  <ns1:pt x="20" y="120"/>
                  <ns1:pt x="20" y="120"/>
                  <ns1:pt x="20" y="120"/>
                </ns1:cubicBezTo>
                <ns1:cubicBezTo>
                  <ns1:pt x="20" y="68"/>
                  <ns1:pt x="20" y="68"/>
                  <ns1:pt x="20" y="68"/>
                </ns1:cubicBezTo>
                <ns1:cubicBezTo>
                  <ns1:pt x="108" y="68"/>
                  <ns1:pt x="108" y="68"/>
                  <ns1:pt x="108" y="68"/>
                </ns1:cubicBezTo>
                <ns1:lnTo>
                  <ns1:pt x="108" y="120"/>
                </ns1:lnTo>
                <ns1:close/>
                <ns1:moveTo>
                  <ns1:pt x="120" y="56"/>
                </ns1:moveTo>
                <ns1:cubicBezTo>
                  <ns1:pt x="120" y="58"/>
                  <ns1:pt x="118" y="60"/>
                  <ns1:pt x="116" y="60"/>
                </ns1:cubicBezTo>
                <ns1:cubicBezTo>
                  <ns1:pt x="109" y="60"/>
                  <ns1:pt x="109" y="60"/>
                  <ns1:pt x="109" y="60"/>
                </ns1:cubicBezTo>
                <ns1:cubicBezTo>
                  <ns1:pt x="93" y="32"/>
                  <ns1:pt x="93" y="32"/>
                  <ns1:pt x="93" y="32"/>
                </ns1:cubicBezTo>
                <ns1:cubicBezTo>
                  <ns1:pt x="104" y="32"/>
                  <ns1:pt x="104" y="32"/>
                  <ns1:pt x="104" y="32"/>
                </ns1:cubicBezTo>
                <ns1:cubicBezTo>
                  <ns1:pt x="104" y="32"/>
                  <ns1:pt x="104" y="32"/>
                  <ns1:pt x="104" y="32"/>
                </ns1:cubicBezTo>
                <ns1:cubicBezTo>
                  <ns1:pt x="105" y="32"/>
                  <ns1:pt x="106" y="33"/>
                  <ns1:pt x="107" y="34"/>
                </ns1:cubicBezTo>
                <ns1:cubicBezTo>
                  <ns1:pt x="119" y="50"/>
                  <ns1:pt x="119" y="50"/>
                  <ns1:pt x="119" y="50"/>
                </ns1:cubicBezTo>
                <ns1:cubicBezTo>
                  <ns1:pt x="120" y="50"/>
                  <ns1:pt x="120" y="51"/>
                  <ns1:pt x="120" y="52"/>
                </ns1:cubicBezTo>
                <ns1:lnTo>
                  <ns1:pt x="120" y="56"/>
                </ns1:lnTo>
                <ns1:close/>
              </ns1:path>
            </ns1:pathLst>
          </ns1:custGeom>
          <ns1:solidFill>
            <ns1:schemeClr val="tx1"/>
          </ns1:solidFill>
          <ns1:ln>
            <ns1:noFill/>
          </ns1:ln>
        </ns0:spPr>
        <ns0:txBody>
          <ns1:bodyPr vert="horz" wrap="square" lIns="91440" tIns="45720" rIns="91440" bIns="45720" numCol="1" anchor="t" anchorCtr="0" compatLnSpc="1">
            <ns1:prstTxWarp prst="textNoShape">
              <ns1:avLst/>
            </ns1:prstTxWarp>
          </ns1:bodyPr>
          <ns1:lstStyle/>
          <ns1:p>
            <ns1:endParaRPr lang="id-ID" sz="2700"/>
          </ns1:p>
        </ns0:txBody>
      </ns0:sp>
      <ns0:sp>
        <ns0:nvSpPr>
          <ns0:cNvPr id="302" name="Freeform 10"/>
          <ns0:cNvSpPr>
            <ns1:spLocks noEditPoints="1"/>
          </ns0:cNvSpPr>
          <ns0:nvPr/>
        </ns0:nvSpPr>
        <ns0:spPr bwMode="auto">
          <ns1:xfrm>
            <ns1:off x="10498968" y="5222054"/>
            <ns1:ext cx="403346" cy="389261"/>
          </ns1:xfrm>
          <ns1:custGeom>
            <ns1:avLst/>
            <ns1:gdLst>
              <ns1:gd name="T0" fmla="*/ 94 w 132"/>
              <ns1:gd name="T1" fmla="*/ 0 h 128"/>
              <ns1:gd name="T2" fmla="*/ 56 w 132"/>
              <ns1:gd name="T3" fmla="*/ 27 h 128"/>
              <ns1:gd name="T4" fmla="*/ 55 w 132"/>
              <ns1:gd name="T5" fmla="*/ 27 h 128"/>
              <ns1:gd name="T6" fmla="*/ 14 w 132"/>
              <ns1:gd name="T7" fmla="*/ 69 h 128"/>
              <ns1:gd name="T8" fmla="*/ 1 w 132"/>
              <ns1:gd name="T9" fmla="*/ 110 h 128"/>
              <ns1:gd name="T10" fmla="*/ 14 w 132"/>
              <ns1:gd name="T11" fmla="*/ 128 h 128"/>
              <ns1:gd name="T12" fmla="*/ 53 w 132"/>
              <ns1:gd name="T13" fmla="*/ 118 h 128"/>
              <ns1:gd name="T14" fmla="*/ 120 w 132"/>
              <ns1:gd name="T15" fmla="*/ 53 h 128"/>
              <ns1:gd name="T16" fmla="*/ 64 w 132"/>
              <ns1:gd name="T17" fmla="*/ 95 h 128"/>
              <ns1:gd name="T18" fmla="*/ 99 w 132"/>
              <ns1:gd name="T19" fmla="*/ 47 h 128"/>
              <ns1:gd name="T20" fmla="*/ 95 w 132"/>
              <ns1:gd name="T21" fmla="*/ 67 h 128"/>
              <ns1:gd name="T22" fmla="*/ 64 w 132"/>
              <ns1:gd name="T23" fmla="*/ 98 h 128"/>
              <ns1:gd name="T24" fmla="*/ 59 w 132"/>
              <ns1:gd name="T25" fmla="*/ 81 h 128"/>
              <ns1:gd name="T26" fmla="*/ 46 w 132"/>
              <ns1:gd name="T27" fmla="*/ 68 h 128"/>
              <ns1:gd name="T28" fmla="*/ 92 w 132"/>
              <ns1:gd name="T29" fmla="*/ 36 h 128"/>
              <ns1:gd name="T30" fmla="*/ 59 w 132"/>
              <ns1:gd name="T31" fmla="*/ 81 h 128"/>
              <ns1:gd name="T32" fmla="*/ 30 w 132"/>
              <ns1:gd name="T33" fmla="*/ 64 h 128"/>
              <ns1:gd name="T34" fmla="*/ 80 w 132"/>
              <ns1:gd name="T35" fmla="*/ 29 h 128"/>
              <ns1:gd name="T36" fmla="*/ 17 w 132"/>
              <ns1:gd name="T37" fmla="*/ 119 h 128"/>
              <ns1:gd name="T38" fmla="*/ 8 w 132"/>
              <ns1:gd name="T39" fmla="*/ 114 h 128"/>
              <ns1:gd name="T40" fmla="*/ 13 w 132"/>
              <ns1:gd name="T41" fmla="*/ 96 h 128"/>
              <ns1:gd name="T42" fmla="*/ 32 w 132"/>
              <ns1:gd name="T43" fmla="*/ 116 h 128"/>
              <ns1:gd name="T44" fmla="*/ 35 w 132"/>
              <ns1:gd name="T45" fmla="*/ 115 h 128"/>
              <ns1:gd name="T46" fmla="*/ 14 w 132"/>
              <ns1:gd name="T47" fmla="*/ 92 h 128"/>
              <ns1:gd name="T48" fmla="*/ 19 w 132"/>
              <ns1:gd name="T49" fmla="*/ 75 h 128"/>
              <ns1:gd name="T50" fmla="*/ 52 w 132"/>
              <ns1:gd name="T51" fmla="*/ 110 h 128"/>
              <ns1:gd name="T52" fmla="*/ 35 w 132"/>
              <ns1:gd name="T53" fmla="*/ 115 h 128"/>
              <ns1:gd name="T54" fmla="*/ 108 w 132"/>
              <ns1:gd name="T55" fmla="*/ 54 h 128"/>
              <ns1:gd name="T56" fmla="*/ 98 w 132"/>
              <ns1:gd name="T57" fmla="*/ 30 h 128"/>
              <ns1:gd name="T58" fmla="*/ 81 w 132"/>
              <ns1:gd name="T59" fmla="*/ 13 h 128"/>
              <ns1:gd name="T60" fmla="*/ 112 w 132"/>
              <ns1:gd name="T61" fmla="*/ 16 h 128"/>
              <ns1:gd name="T62" fmla="*/ 115 w 132"/>
              <ns1:gd name="T63" fmla="*/ 47 h 128"/>
            </ns1:gdLst>
            <ns1:ahLst/>
            <ns1:cxnLst>
              <ns1:cxn ang="0">
                <ns1:pos x="T0" y="T1"/>
              </ns1:cxn>
              <ns1:cxn ang="0">
                <ns1:pos x="T2" y="T3"/>
              </ns1:cxn>
              <ns1:cxn ang="0">
                <ns1:pos x="T4" y="T5"/>
              </ns1:cxn>
              <ns1:cxn ang="0">
                <ns1:pos x="T6" y="T7"/>
              </ns1:cxn>
              <ns1:cxn ang="0">
                <ns1:pos x="T8" y="T9"/>
              </ns1:cxn>
              <ns1:cxn ang="0">
                <ns1:pos x="T10" y="T11"/>
              </ns1:cxn>
              <ns1:cxn ang="0">
                <ns1:pos x="T12" y="T13"/>
              </ns1:cxn>
              <ns1:cxn ang="0">
                <ns1:pos x="T14" y="T15"/>
              </ns1:cxn>
              <ns1:cxn ang="0">
                <ns1:pos x="T16" y="T17"/>
              </ns1:cxn>
              <ns1:cxn ang="0">
                <ns1:pos x="T18" y="T19"/>
              </ns1:cxn>
              <ns1:cxn ang="0">
                <ns1:pos x="T20" y="T21"/>
              </ns1:cxn>
              <ns1:cxn ang="0">
                <ns1:pos x="T22" y="T23"/>
              </ns1:cxn>
              <ns1:cxn ang="0">
                <ns1:pos x="T24" y="T25"/>
              </ns1:cxn>
              <ns1:cxn ang="0">
                <ns1:pos x="T26" y="T27"/>
              </ns1:cxn>
              <ns1:cxn ang="0">
                <ns1:pos x="T28" y="T29"/>
              </ns1:cxn>
              <ns1:cxn ang="0">
                <ns1:pos x="T30" y="T31"/>
              </ns1:cxn>
              <ns1:cxn ang="0">
                <ns1:pos x="T32" y="T33"/>
              </ns1:cxn>
              <ns1:cxn ang="0">
                <ns1:pos x="T34" y="T35"/>
              </ns1:cxn>
              <ns1:cxn ang="0">
                <ns1:pos x="T36" y="T37"/>
              </ns1:cxn>
              <ns1:cxn ang="0">
                <ns1:pos x="T38" y="T39"/>
              </ns1:cxn>
              <ns1:cxn ang="0">
                <ns1:pos x="T40" y="T41"/>
              </ns1:cxn>
              <ns1:cxn ang="0">
                <ns1:pos x="T42" y="T43"/>
              </ns1:cxn>
              <ns1:cxn ang="0">
                <ns1:pos x="T44" y="T45"/>
              </ns1:cxn>
              <ns1:cxn ang="0">
                <ns1:pos x="T46" y="T47"/>
              </ns1:cxn>
              <ns1:cxn ang="0">
                <ns1:pos x="T48" y="T49"/>
              </ns1:cxn>
              <ns1:cxn ang="0">
                <ns1:pos x="T50" y="T51"/>
              </ns1:cxn>
              <ns1:cxn ang="0">
                <ns1:pos x="T52" y="T53"/>
              </ns1:cxn>
              <ns1:cxn ang="0">
                <ns1:pos x="T54" y="T55"/>
              </ns1:cxn>
              <ns1:cxn ang="0">
                <ns1:pos x="T56" y="T57"/>
              </ns1:cxn>
              <ns1:cxn ang="0">
                <ns1:pos x="T58" y="T59"/>
              </ns1:cxn>
              <ns1:cxn ang="0">
                <ns1:pos x="T60" y="T61"/>
              </ns1:cxn>
              <ns1:cxn ang="0">
                <ns1:pos x="T62" y="T63"/>
              </ns1:cxn>
            </ns1:cxnLst>
            <ns1:rect l="0" t="0" r="r" b="b"/>
            <ns1:pathLst>
              <ns1:path w="132" h="128">
                <ns1:moveTo>
                  <ns1:pt x="118" y="10"/>
                </ns1:moveTo>
                <ns1:cubicBezTo>
                  <ns1:pt x="111" y="4"/>
                  <ns1:pt x="102" y="0"/>
                  <ns1:pt x="94" y="0"/>
                </ns1:cubicBezTo>
                <ns1:cubicBezTo>
                  <ns1:pt x="87" y="0"/>
                  <ns1:pt x="80" y="3"/>
                  <ns1:pt x="75" y="8"/>
                </ns1:cubicBezTo>
                <ns1:cubicBezTo>
                  <ns1:pt x="56" y="27"/>
                  <ns1:pt x="56" y="27"/>
                  <ns1:pt x="56" y="27"/>
                </ns1:cubicBezTo>
                <ns1:cubicBezTo>
                  <ns1:pt x="56" y="27"/>
                  <ns1:pt x="56" y="27"/>
                  <ns1:pt x="55" y="27"/>
                </ns1:cubicBezTo>
                <ns1:cubicBezTo>
                  <ns1:pt x="55" y="27"/>
                  <ns1:pt x="55" y="27"/>
                  <ns1:pt x="55" y="27"/>
                </ns1:cubicBezTo>
                <ns1:cubicBezTo>
                  <ns1:pt x="55" y="27"/>
                  <ns1:pt x="55" y="27"/>
                  <ns1:pt x="55" y="27"/>
                </ns1:cubicBezTo>
                <ns1:cubicBezTo>
                  <ns1:pt x="14" y="69"/>
                  <ns1:pt x="14" y="69"/>
                  <ns1:pt x="14" y="69"/>
                </ns1:cubicBezTo>
                <ns1:cubicBezTo>
                  <ns1:pt x="12" y="71"/>
                  <ns1:pt x="11" y="73"/>
                  <ns1:pt x="10" y="76"/>
                </ns1:cubicBezTo>
                <ns1:cubicBezTo>
                  <ns1:pt x="1" y="110"/>
                  <ns1:pt x="1" y="110"/>
                  <ns1:pt x="1" y="110"/>
                </ns1:cubicBezTo>
                <ns1:cubicBezTo>
                  <ns1:pt x="1" y="110"/>
                  <ns1:pt x="0" y="113"/>
                  <ns1:pt x="0" y="114"/>
                </ns1:cubicBezTo>
                <ns1:cubicBezTo>
                  <ns1:pt x="0" y="122"/>
                  <ns1:pt x="6" y="128"/>
                  <ns1:pt x="14" y="128"/>
                </ns1:cubicBezTo>
                <ns1:cubicBezTo>
                  <ns1:pt x="16" y="128"/>
                  <ns1:pt x="19" y="127"/>
                  <ns1:pt x="19" y="127"/>
                </ns1:cubicBezTo>
                <ns1:cubicBezTo>
                  <ns1:pt x="53" y="118"/>
                  <ns1:pt x="53" y="118"/>
                  <ns1:pt x="53" y="118"/>
                </ns1:cubicBezTo>
                <ns1:cubicBezTo>
                  <ns1:pt x="55" y="118"/>
                  <ns1:pt x="57" y="116"/>
                  <ns1:pt x="59" y="114"/>
                </ns1:cubicBezTo>
                <ns1:cubicBezTo>
                  <ns1:pt x="120" y="53"/>
                  <ns1:pt x="120" y="53"/>
                  <ns1:pt x="120" y="53"/>
                </ns1:cubicBezTo>
                <ns1:cubicBezTo>
                  <ns1:pt x="132" y="42"/>
                  <ns1:pt x="130" y="23"/>
                  <ns1:pt x="118" y="10"/>
                </ns1:cubicBezTo>
                <ns1:close/>
                <ns1:moveTo>
                  <ns1:pt x="64" y="95"/>
                </ns1:moveTo>
                <ns1:cubicBezTo>
                  <ns1:pt x="64" y="92"/>
                  <ns1:pt x="63" y="88"/>
                  <ns1:pt x="61" y="85"/>
                </ns1:cubicBezTo>
                <ns1:cubicBezTo>
                  <ns1:pt x="99" y="47"/>
                  <ns1:pt x="99" y="47"/>
                  <ns1:pt x="99" y="47"/>
                </ns1:cubicBezTo>
                <ns1:cubicBezTo>
                  <ns1:pt x="101" y="54"/>
                  <ns1:pt x="100" y="62"/>
                  <ns1:pt x="95" y="67"/>
                </ns1:cubicBezTo>
                <ns1:cubicBezTo>
                  <ns1:pt x="95" y="67"/>
                  <ns1:pt x="95" y="67"/>
                  <ns1:pt x="95" y="67"/>
                </ns1:cubicBezTo>
                <ns1:cubicBezTo>
                  <ns1:pt x="95" y="67"/>
                  <ns1:pt x="95" y="67"/>
                  <ns1:pt x="95" y="67"/>
                </ns1:cubicBezTo>
                <ns1:cubicBezTo>
                  <ns1:pt x="64" y="98"/>
                  <ns1:pt x="64" y="98"/>
                  <ns1:pt x="64" y="98"/>
                </ns1:cubicBezTo>
                <ns1:cubicBezTo>
                  <ns1:pt x="64" y="97"/>
                  <ns1:pt x="64" y="96"/>
                  <ns1:pt x="64" y="95"/>
                </ns1:cubicBezTo>
                <ns1:close/>
                <ns1:moveTo>
                  <ns1:pt x="59" y="81"/>
                </ns1:moveTo>
                <ns1:cubicBezTo>
                  <ns1:pt x="58" y="79"/>
                  <ns1:pt x="56" y="76"/>
                  <ns1:pt x="54" y="74"/>
                </ns1:cubicBezTo>
                <ns1:cubicBezTo>
                  <ns1:pt x="51" y="72"/>
                  <ns1:pt x="49" y="70"/>
                  <ns1:pt x="46" y="68"/>
                </ns1:cubicBezTo>
                <ns1:cubicBezTo>
                  <ns1:pt x="84" y="30"/>
                  <ns1:pt x="84" y="30"/>
                  <ns1:pt x="84" y="30"/>
                </ns1:cubicBezTo>
                <ns1:cubicBezTo>
                  <ns1:pt x="87" y="31"/>
                  <ns1:pt x="90" y="33"/>
                  <ns1:pt x="92" y="36"/>
                </ns1:cubicBezTo>
                <ns1:cubicBezTo>
                  <ns1:pt x="94" y="38"/>
                  <ns1:pt x="96" y="40"/>
                  <ns1:pt x="97" y="43"/>
                </ns1:cubicBezTo>
                <ns1:lnTo>
                  <ns1:pt x="59" y="81"/>
                </ns1:lnTo>
                <ns1:close/>
                <ns1:moveTo>
                  <ns1:pt x="42" y="66"/>
                </ns1:moveTo>
                <ns1:cubicBezTo>
                  <ns1:pt x="38" y="65"/>
                  <ns1:pt x="34" y="64"/>
                  <ns1:pt x="30" y="64"/>
                </ns1:cubicBezTo>
                <ns1:cubicBezTo>
                  <ns1:pt x="61" y="33"/>
                  <ns1:pt x="61" y="33"/>
                  <ns1:pt x="61" y="33"/>
                </ns1:cubicBezTo>
                <ns1:cubicBezTo>
                  <ns1:pt x="66" y="28"/>
                  <ns1:pt x="73" y="27"/>
                  <ns1:pt x="80" y="29"/>
                </ns1:cubicBezTo>
                <ns1:lnTo>
                  <ns1:pt x="42" y="66"/>
                </ns1:lnTo>
                <ns1:close/>
                <ns1:moveTo>
                  <ns1:pt x="17" y="119"/>
                </ns1:moveTo>
                <ns1:cubicBezTo>
                  <ns1:pt x="16" y="120"/>
                  <ns1:pt x="15" y="120"/>
                  <ns1:pt x="14" y="120"/>
                </ns1:cubicBezTo>
                <ns1:cubicBezTo>
                  <ns1:pt x="11" y="120"/>
                  <ns1:pt x="8" y="117"/>
                  <ns1:pt x="8" y="114"/>
                </ns1:cubicBezTo>
                <ns1:cubicBezTo>
                  <ns1:pt x="8" y="113"/>
                  <ns1:pt x="8" y="112"/>
                  <ns1:pt x="8" y="112"/>
                </ns1:cubicBezTo>
                <ns1:cubicBezTo>
                  <ns1:pt x="13" y="96"/>
                  <ns1:pt x="13" y="96"/>
                  <ns1:pt x="13" y="96"/>
                </ns1:cubicBezTo>
                <ns1:cubicBezTo>
                  <ns1:pt x="17" y="96"/>
                  <ns1:pt x="22" y="98"/>
                  <ns1:pt x="26" y="102"/>
                </ns1:cubicBezTo>
                <ns1:cubicBezTo>
                  <ns1:pt x="30" y="106"/>
                  <ns1:pt x="32" y="111"/>
                  <ns1:pt x="32" y="116"/>
                </ns1:cubicBezTo>
                <ns1:lnTo>
                  <ns1:pt x="17" y="119"/>
                </ns1:lnTo>
                <ns1:close/>
                <ns1:moveTo>
                  <ns1:pt x="35" y="115"/>
                </ns1:moveTo>
                <ns1:cubicBezTo>
                  <ns1:pt x="35" y="109"/>
                  <ns1:pt x="33" y="104"/>
                  <ns1:pt x="29" y="99"/>
                </ns1:cubicBezTo>
                <ns1:cubicBezTo>
                  <ns1:pt x="25" y="95"/>
                  <ns1:pt x="19" y="93"/>
                  <ns1:pt x="14" y="92"/>
                </ns1:cubicBezTo>
                <ns1:cubicBezTo>
                  <ns1:pt x="18" y="78"/>
                  <ns1:pt x="18" y="78"/>
                  <ns1:pt x="18" y="78"/>
                </ns1:cubicBezTo>
                <ns1:cubicBezTo>
                  <ns1:pt x="18" y="77"/>
                  <ns1:pt x="19" y="76"/>
                  <ns1:pt x="19" y="75"/>
                </ns1:cubicBezTo>
                <ns1:cubicBezTo>
                  <ns1:pt x="27" y="69"/>
                  <ns1:pt x="40" y="71"/>
                  <ns1:pt x="48" y="80"/>
                </ns1:cubicBezTo>
                <ns1:cubicBezTo>
                  <ns1:pt x="57" y="89"/>
                  <ns1:pt x="59" y="102"/>
                  <ns1:pt x="52" y="110"/>
                </ns1:cubicBezTo>
                <ns1:cubicBezTo>
                  <ns1:pt x="51" y="110"/>
                  <ns1:pt x="51" y="111"/>
                  <ns1:pt x="50" y="111"/>
                </ns1:cubicBezTo>
                <ns1:lnTo>
                  <ns1:pt x="35" y="115"/>
                </ns1:lnTo>
                <ns1:close/>
                <ns1:moveTo>
                  <ns1:pt x="115" y="47"/>
                </ns1:moveTo>
                <ns1:cubicBezTo>
                  <ns1:pt x="108" y="54"/>
                  <ns1:pt x="108" y="54"/>
                  <ns1:pt x="108" y="54"/>
                </ns1:cubicBezTo>
                <ns1:cubicBezTo>
                  <ns1:pt x="108" y="53"/>
                  <ns1:pt x="108" y="52"/>
                  <ns1:pt x="108" y="51"/>
                </ns1:cubicBezTo>
                <ns1:cubicBezTo>
                  <ns1:pt x="107" y="43"/>
                  <ns1:pt x="104" y="36"/>
                  <ns1:pt x="98" y="30"/>
                </ns1:cubicBezTo>
                <ns1:cubicBezTo>
                  <ns1:pt x="91" y="24"/>
                  <ns1:pt x="83" y="20"/>
                  <ns1:pt x="74" y="20"/>
                </ns1:cubicBezTo>
                <ns1:cubicBezTo>
                  <ns1:pt x="81" y="13"/>
                  <ns1:pt x="81" y="13"/>
                  <ns1:pt x="81" y="13"/>
                </ns1:cubicBezTo>
                <ns1:cubicBezTo>
                  <ns1:pt x="84" y="10"/>
                  <ns1:pt x="89" y="8"/>
                  <ns1:pt x="94" y="8"/>
                </ns1:cubicBezTo>
                <ns1:cubicBezTo>
                  <ns1:pt x="100" y="8"/>
                  <ns1:pt x="107" y="11"/>
                  <ns1:pt x="112" y="16"/>
                </ns1:cubicBezTo>
                <ns1:cubicBezTo>
                  <ns1:pt x="117" y="21"/>
                  <ns1:pt x="120" y="27"/>
                  <ns1:pt x="120" y="33"/>
                </ns1:cubicBezTo>
                <ns1:cubicBezTo>
                  <ns1:pt x="120" y="38"/>
                  <ns1:pt x="118" y="43"/>
                  <ns1:pt x="115" y="47"/>
                </ns1:cubicBezTo>
                <ns1:close/>
              </ns1:path>
            </ns1:pathLst>
          </ns1:custGeom>
          <ns1:solidFill>
            <ns1:schemeClr val="tx1"/>
          </ns1:solidFill>
          <ns1:ln>
            <ns1:noFill/>
          </ns1:ln>
        </ns0:spPr>
        <ns0:txBody>
          <ns1:bodyPr vert="horz" wrap="square" lIns="91440" tIns="45720" rIns="91440" bIns="45720" numCol="1" anchor="t" anchorCtr="0" compatLnSpc="1">
            <ns1:prstTxWarp prst="textNoShape">
              <ns1:avLst/>
            </ns1:prstTxWarp>
          </ns1:bodyPr>
          <ns1:lstStyle/>
          <ns1:p>
            <ns1:endParaRPr lang="id-ID" sz="2700"/>
          </ns1:p>
        </ns0:txBody>
      </ns0:sp>
      <ns0:grpSp>
        <ns0:nvGrpSpPr>
          <ns0:cNvPr id="303" name="Group 302"/>
          <ns0:cNvGrpSpPr/>
          <ns0:nvPr/>
        </ns0:nvGrpSpPr>
        <ns0:grpSpPr>
          <ns1:xfrm>
            <ns1:off x="11415067" y="5207955"/>
            <ns1:ext cx="437612" cy="417459"/>
            <ns1:chOff x="8875713" y="2687638"/>
            <ns1:chExt cx="1447800" cy="1381125"/>
          </ns1:xfrm>
          <ns1:solidFill>
            <ns1:schemeClr val="tx1"/>
          </ns1:solidFill>
        </ns0:grpSpPr>
        <ns0:sp>
          <ns0:nvSpPr>
            <ns0:cNvPr id="304" name="Freeform 18"/>
            <ns0:cNvSpPr>
              <ns1:spLocks noEditPoints="1"/>
            </ns0:cNvSpPr>
            <ns0:nvPr/>
          </ns0:nvSpPr>
          <ns0:spPr bwMode="auto">
            <ns1:xfrm>
              <ns1:off x="8875713" y="2687638"/>
              <ns1:ext cx="1447800" cy="1381125"/>
            </ns1:xfrm>
            <ns1:custGeom>
              <ns1:avLst/>
              <ns1:gdLst>
                <ns1:gd name="T0" fmla="*/ 117 w 128"/>
                <ns1:gd name="T1" fmla="*/ 0 h 122"/>
                <ns1:gd name="T2" fmla="*/ 11 w 128"/>
                <ns1:gd name="T3" fmla="*/ 0 h 122"/>
                <ns1:gd name="T4" fmla="*/ 0 w 128"/>
                <ns1:gd name="T5" fmla="*/ 11 h 122"/>
                <ns1:gd name="T6" fmla="*/ 0 w 128"/>
                <ns1:gd name="T7" fmla="*/ 93 h 122"/>
                <ns1:gd name="T8" fmla="*/ 11 w 128"/>
                <ns1:gd name="T9" fmla="*/ 104 h 122"/>
                <ns1:gd name="T10" fmla="*/ 43 w 128"/>
                <ns1:gd name="T11" fmla="*/ 104 h 122"/>
                <ns1:gd name="T12" fmla="*/ 37 w 128"/>
                <ns1:gd name="T13" fmla="*/ 110 h 122"/>
                <ns1:gd name="T14" fmla="*/ 34 w 128"/>
                <ns1:gd name="T15" fmla="*/ 113 h 122"/>
                <ns1:gd name="T16" fmla="*/ 34 w 128"/>
                <ns1:gd name="T17" fmla="*/ 118 h 122"/>
                <ns1:gd name="T18" fmla="*/ 42 w 128"/>
                <ns1:gd name="T19" fmla="*/ 122 h 122"/>
                <ns1:gd name="T20" fmla="*/ 86 w 128"/>
                <ns1:gd name="T21" fmla="*/ 122 h 122"/>
                <ns1:gd name="T22" fmla="*/ 94 w 128"/>
                <ns1:gd name="T23" fmla="*/ 118 h 122"/>
                <ns1:gd name="T24" fmla="*/ 94 w 128"/>
                <ns1:gd name="T25" fmla="*/ 113 h 122"/>
                <ns1:gd name="T26" fmla="*/ 91 w 128"/>
                <ns1:gd name="T27" fmla="*/ 110 h 122"/>
                <ns1:gd name="T28" fmla="*/ 85 w 128"/>
                <ns1:gd name="T29" fmla="*/ 104 h 122"/>
                <ns1:gd name="T30" fmla="*/ 117 w 128"/>
                <ns1:gd name="T31" fmla="*/ 104 h 122"/>
                <ns1:gd name="T32" fmla="*/ 128 w 128"/>
                <ns1:gd name="T33" fmla="*/ 93 h 122"/>
                <ns1:gd name="T34" fmla="*/ 128 w 128"/>
                <ns1:gd name="T35" fmla="*/ 11 h 122"/>
                <ns1:gd name="T36" fmla="*/ 117 w 128"/>
                <ns1:gd name="T37" fmla="*/ 0 h 122"/>
                <ns1:gd name="T38" fmla="*/ 88 w 128"/>
                <ns1:gd name="T39" fmla="*/ 113 h 122"/>
                <ns1:gd name="T40" fmla="*/ 90 w 128"/>
                <ns1:gd name="T41" fmla="*/ 116 h 122"/>
                <ns1:gd name="T42" fmla="*/ 90 w 128"/>
                <ns1:gd name="T43" fmla="*/ 116 h 122"/>
                <ns1:gd name="T44" fmla="*/ 86 w 128"/>
                <ns1:gd name="T45" fmla="*/ 118 h 122"/>
                <ns1:gd name="T46" fmla="*/ 42 w 128"/>
                <ns1:gd name="T47" fmla="*/ 118 h 122"/>
                <ns1:gd name="T48" fmla="*/ 38 w 128"/>
                <ns1:gd name="T49" fmla="*/ 116 h 122"/>
                <ns1:gd name="T50" fmla="*/ 38 w 128"/>
                <ns1:gd name="T51" fmla="*/ 116 h 122"/>
                <ns1:gd name="T52" fmla="*/ 38 w 128"/>
                <ns1:gd name="T53" fmla="*/ 116 h 122"/>
                <ns1:gd name="T54" fmla="*/ 40 w 128"/>
                <ns1:gd name="T55" fmla="*/ 113 h 122"/>
                <ns1:gd name="T56" fmla="*/ 48 w 128"/>
                <ns1:gd name="T57" fmla="*/ 104 h 122"/>
                <ns1:gd name="T58" fmla="*/ 80 w 128"/>
                <ns1:gd name="T59" fmla="*/ 104 h 122"/>
                <ns1:gd name="T60" fmla="*/ 88 w 128"/>
                <ns1:gd name="T61" fmla="*/ 113 h 122"/>
                <ns1:gd name="T62" fmla="*/ 120 w 128"/>
                <ns1:gd name="T63" fmla="*/ 93 h 122"/>
                <ns1:gd name="T64" fmla="*/ 117 w 128"/>
                <ns1:gd name="T65" fmla="*/ 96 h 122"/>
                <ns1:gd name="T66" fmla="*/ 11 w 128"/>
                <ns1:gd name="T67" fmla="*/ 96 h 122"/>
                <ns1:gd name="T68" fmla="*/ 8 w 128"/>
                <ns1:gd name="T69" fmla="*/ 93 h 122"/>
                <ns1:gd name="T70" fmla="*/ 8 w 128"/>
                <ns1:gd name="T71" fmla="*/ 11 h 122"/>
                <ns1:gd name="T72" fmla="*/ 11 w 128"/>
                <ns1:gd name="T73" fmla="*/ 8 h 122"/>
                <ns1:gd name="T74" fmla="*/ 117 w 128"/>
                <ns1:gd name="T75" fmla="*/ 8 h 122"/>
                <ns1:gd name="T76" fmla="*/ 120 w 128"/>
                <ns1:gd name="T77" fmla="*/ 11 h 122"/>
                <ns1:gd name="T78" fmla="*/ 120 w 128"/>
                <ns1:gd name="T79" fmla="*/ 93 h 122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  <ns1:cxn ang="0">
                  <ns1:pos x="T14" y="T15"/>
                </ns1:cxn>
                <ns1:cxn ang="0">
                  <ns1:pos x="T16" y="T17"/>
                </ns1:cxn>
                <ns1:cxn ang="0">
                  <ns1:pos x="T18" y="T19"/>
                </ns1:cxn>
                <ns1:cxn ang="0">
                  <ns1:pos x="T20" y="T21"/>
                </ns1:cxn>
                <ns1:cxn ang="0">
                  <ns1:pos x="T22" y="T23"/>
                </ns1:cxn>
                <ns1:cxn ang="0">
                  <ns1:pos x="T24" y="T25"/>
                </ns1:cxn>
                <ns1:cxn ang="0">
                  <ns1:pos x="T26" y="T27"/>
                </ns1:cxn>
                <ns1:cxn ang="0">
                  <ns1:pos x="T28" y="T29"/>
                </ns1:cxn>
                <ns1:cxn ang="0">
                  <ns1:pos x="T30" y="T31"/>
                </ns1:cxn>
                <ns1:cxn ang="0">
                  <ns1:pos x="T32" y="T33"/>
                </ns1:cxn>
                <ns1:cxn ang="0">
                  <ns1:pos x="T34" y="T35"/>
                </ns1:cxn>
                <ns1:cxn ang="0">
                  <ns1:pos x="T36" y="T37"/>
                </ns1:cxn>
                <ns1:cxn ang="0">
                  <ns1:pos x="T38" y="T39"/>
                </ns1:cxn>
                <ns1:cxn ang="0">
                  <ns1:pos x="T40" y="T41"/>
                </ns1:cxn>
                <ns1:cxn ang="0">
                  <ns1:pos x="T42" y="T43"/>
                </ns1:cxn>
                <ns1:cxn ang="0">
                  <ns1:pos x="T44" y="T45"/>
                </ns1:cxn>
                <ns1:cxn ang="0">
                  <ns1:pos x="T46" y="T47"/>
                </ns1:cxn>
                <ns1:cxn ang="0">
                  <ns1:pos x="T48" y="T49"/>
                </ns1:cxn>
                <ns1:cxn ang="0">
                  <ns1:pos x="T50" y="T51"/>
                </ns1:cxn>
                <ns1:cxn ang="0">
                  <ns1:pos x="T52" y="T53"/>
                </ns1:cxn>
                <ns1:cxn ang="0">
                  <ns1:pos x="T54" y="T55"/>
                </ns1:cxn>
                <ns1:cxn ang="0">
                  <ns1:pos x="T56" y="T57"/>
                </ns1:cxn>
                <ns1:cxn ang="0">
                  <ns1:pos x="T58" y="T59"/>
                </ns1:cxn>
                <ns1:cxn ang="0">
                  <ns1:pos x="T60" y="T61"/>
                </ns1:cxn>
                <ns1:cxn ang="0">
                  <ns1:pos x="T62" y="T63"/>
                </ns1:cxn>
                <ns1:cxn ang="0">
                  <ns1:pos x="T64" y="T65"/>
                </ns1:cxn>
                <ns1:cxn ang="0">
                  <ns1:pos x="T66" y="T67"/>
                </ns1:cxn>
                <ns1:cxn ang="0">
                  <ns1:pos x="T68" y="T69"/>
                </ns1:cxn>
                <ns1:cxn ang="0">
                  <ns1:pos x="T70" y="T71"/>
                </ns1:cxn>
                <ns1:cxn ang="0">
                  <ns1:pos x="T72" y="T73"/>
                </ns1:cxn>
                <ns1:cxn ang="0">
                  <ns1:pos x="T74" y="T75"/>
                </ns1:cxn>
                <ns1:cxn ang="0">
                  <ns1:pos x="T76" y="T77"/>
                </ns1:cxn>
                <ns1:cxn ang="0">
                  <ns1:pos x="T78" y="T79"/>
                </ns1:cxn>
              </ns1:cxnLst>
              <ns1:rect l="0" t="0" r="r" b="b"/>
              <ns1:pathLst>
                <ns1:path w="128" h="122">
                  <ns1:moveTo>
                    <ns1:pt x="117" y="0"/>
                  </ns1:moveTo>
                  <ns1:cubicBezTo>
                    <ns1:pt x="11" y="0"/>
                    <ns1:pt x="11" y="0"/>
                    <ns1:pt x="11" y="0"/>
                  </ns1:cubicBezTo>
                  <ns1:cubicBezTo>
                    <ns1:pt x="5" y="0"/>
                    <ns1:pt x="0" y="5"/>
                    <ns1:pt x="0" y="11"/>
                  </ns1:cubicBezTo>
                  <ns1:cubicBezTo>
                    <ns1:pt x="0" y="93"/>
                    <ns1:pt x="0" y="93"/>
                    <ns1:pt x="0" y="93"/>
                  </ns1:cubicBezTo>
                  <ns1:cubicBezTo>
                    <ns1:pt x="0" y="99"/>
                    <ns1:pt x="5" y="104"/>
                    <ns1:pt x="11" y="104"/>
                  </ns1:cubicBezTo>
                  <ns1:cubicBezTo>
                    <ns1:pt x="43" y="104"/>
                    <ns1:pt x="43" y="104"/>
                    <ns1:pt x="43" y="104"/>
                  </ns1:cubicBezTo>
                  <ns1:cubicBezTo>
                    <ns1:pt x="41" y="106"/>
                    <ns1:pt x="39" y="109"/>
                    <ns1:pt x="37" y="110"/>
                  </ns1:cubicBezTo>
                  <ns1:cubicBezTo>
                    <ns1:pt x="36" y="111"/>
                    <ns1:pt x="35" y="112"/>
                    <ns1:pt x="34" y="113"/>
                  </ns1:cubicBezTo>
                  <ns1:cubicBezTo>
                    <ns1:pt x="34" y="114"/>
                    <ns1:pt x="33" y="116"/>
                    <ns1:pt x="34" y="118"/>
                  </ns1:cubicBezTo>
                  <ns1:cubicBezTo>
                    <ns1:pt x="35" y="120"/>
                    <ns1:pt x="37" y="122"/>
                    <ns1:pt x="42" y="122"/>
                  </ns1:cubicBezTo>
                  <ns1:cubicBezTo>
                    <ns1:pt x="86" y="122"/>
                    <ns1:pt x="86" y="122"/>
                    <ns1:pt x="86" y="122"/>
                  </ns1:cubicBezTo>
                  <ns1:cubicBezTo>
                    <ns1:pt x="91" y="122"/>
                    <ns1:pt x="93" y="120"/>
                    <ns1:pt x="94" y="118"/>
                  </ns1:cubicBezTo>
                  <ns1:cubicBezTo>
                    <ns1:pt x="95" y="116"/>
                    <ns1:pt x="94" y="114"/>
                    <ns1:pt x="94" y="113"/>
                  </ns1:cubicBezTo>
                  <ns1:cubicBezTo>
                    <ns1:pt x="93" y="112"/>
                    <ns1:pt x="92" y="111"/>
                    <ns1:pt x="91" y="110"/>
                  </ns1:cubicBezTo>
                  <ns1:cubicBezTo>
                    <ns1:pt x="89" y="109"/>
                    <ns1:pt x="87" y="106"/>
                    <ns1:pt x="85" y="104"/>
                  </ns1:cubicBezTo>
                  <ns1:cubicBezTo>
                    <ns1:pt x="117" y="104"/>
                    <ns1:pt x="117" y="104"/>
                    <ns1:pt x="117" y="104"/>
                  </ns1:cubicBezTo>
                  <ns1:cubicBezTo>
                    <ns1:pt x="123" y="104"/>
                    <ns1:pt x="128" y="99"/>
                    <ns1:pt x="128" y="93"/>
                  </ns1:cubicBezTo>
                  <ns1:cubicBezTo>
                    <ns1:pt x="128" y="11"/>
                    <ns1:pt x="128" y="11"/>
                    <ns1:pt x="128" y="11"/>
                  </ns1:cubicBezTo>
                  <ns1:cubicBezTo>
                    <ns1:pt x="128" y="5"/>
                    <ns1:pt x="123" y="0"/>
                    <ns1:pt x="117" y="0"/>
                  </ns1:cubicBezTo>
                  <ns1:close/>
                  <ns1:moveTo>
                    <ns1:pt x="88" y="113"/>
                  </ns1:moveTo>
                  <ns1:cubicBezTo>
                    <ns1:pt x="89" y="114"/>
                    <ns1:pt x="90" y="115"/>
                    <ns1:pt x="90" y="116"/>
                  </ns1:cubicBezTo>
                  <ns1:cubicBezTo>
                    <ns1:pt x="90" y="116"/>
                    <ns1:pt x="91" y="116"/>
                    <ns1:pt x="90" y="116"/>
                  </ns1:cubicBezTo>
                  <ns1:cubicBezTo>
                    <ns1:pt x="90" y="117"/>
                    <ns1:pt x="88" y="118"/>
                    <ns1:pt x="86" y="118"/>
                  </ns1:cubicBezTo>
                  <ns1:cubicBezTo>
                    <ns1:pt x="42" y="118"/>
                    <ns1:pt x="42" y="118"/>
                    <ns1:pt x="42" y="118"/>
                  </ns1:cubicBezTo>
                  <ns1:cubicBezTo>
                    <ns1:pt x="40" y="118"/>
                    <ns1:pt x="38" y="117"/>
                    <ns1:pt x="38" y="116"/>
                  </ns1:cubicBezTo>
                  <ns1:cubicBezTo>
                    <ns1:pt x="38" y="116"/>
                    <ns1:pt x="38" y="116"/>
                    <ns1:pt x="38" y="116"/>
                  </ns1:cubicBezTo>
                  <ns1:cubicBezTo>
                    <ns1:pt x="38" y="116"/>
                    <ns1:pt x="38" y="116"/>
                    <ns1:pt x="38" y="116"/>
                  </ns1:cubicBezTo>
                  <ns1:cubicBezTo>
                    <ns1:pt x="38" y="115"/>
                    <ns1:pt x="39" y="114"/>
                    <ns1:pt x="40" y="113"/>
                  </ns1:cubicBezTo>
                  <ns1:cubicBezTo>
                    <ns1:pt x="44" y="109"/>
                    <ns1:pt x="47" y="106"/>
                    <ns1:pt x="48" y="104"/>
                  </ns1:cubicBezTo>
                  <ns1:cubicBezTo>
                    <ns1:pt x="80" y="104"/>
                    <ns1:pt x="80" y="104"/>
                    <ns1:pt x="80" y="104"/>
                  </ns1:cubicBezTo>
                  <ns1:cubicBezTo>
                    <ns1:pt x="81" y="106"/>
                    <ns1:pt x="84" y="109"/>
                    <ns1:pt x="88" y="113"/>
                  </ns1:cubicBezTo>
                  <ns1:close/>
                  <ns1:moveTo>
                    <ns1:pt x="120" y="93"/>
                  </ns1:moveTo>
                  <ns1:cubicBezTo>
                    <ns1:pt x="120" y="95"/>
                    <ns1:pt x="119" y="96"/>
                    <ns1:pt x="117" y="96"/>
                  </ns1:cubicBezTo>
                  <ns1:cubicBezTo>
                    <ns1:pt x="11" y="96"/>
                    <ns1:pt x="11" y="96"/>
                    <ns1:pt x="11" y="96"/>
                  </ns1:cubicBezTo>
                  <ns1:cubicBezTo>
                    <ns1:pt x="9" y="96"/>
                    <ns1:pt x="8" y="95"/>
                    <ns1:pt x="8" y="93"/>
                  </ns1:cubicBezTo>
                  <ns1:cubicBezTo>
                    <ns1:pt x="8" y="11"/>
                    <ns1:pt x="8" y="11"/>
                    <ns1:pt x="8" y="11"/>
                  </ns1:cubicBezTo>
                  <ns1:cubicBezTo>
                    <ns1:pt x="8" y="9"/>
                    <ns1:pt x="9" y="8"/>
                    <ns1:pt x="11" y="8"/>
                  </ns1:cubicBezTo>
                  <ns1:cubicBezTo>
                    <ns1:pt x="117" y="8"/>
                    <ns1:pt x="117" y="8"/>
                    <ns1:pt x="117" y="8"/>
                  </ns1:cubicBezTo>
                  <ns1:cubicBezTo>
                    <ns1:pt x="119" y="8"/>
                    <ns1:pt x="120" y="9"/>
                    <ns1:pt x="120" y="11"/>
                  </ns1:cubicBezTo>
                  <ns1:lnTo>
                    <ns1:pt x="120" y="93"/>
                  </ns1:lnTo>
                  <ns1:close/>
                </ns1:path>
              </ns1:pathLst>
            </ns1:custGeom>
            <ns1:grpFill/>
            <ns1:ln>
              <ns1:noFill/>
            </ns1:ln>
            <ns1:extLst>
              <ns1:ext uri="{91240B29-F687-4F45-9708-019B960494DF}">
                <ns2:hiddenLine w="9525">
                  <ns1:solidFill>
                    <ns1:srgbClr val="000000"/>
                  </ns1:solidFill>
                  <ns1:round/>
                  <ns1:headEnd/>
                  <ns1:tailEnd/>
                </ns2:hiddenLine>
              </ns1:ext>
            </ns1:extLst>
          </ns0:spPr>
          <ns0:txBody>
            <ns1:bodyPr vert="horz" wrap="square" lIns="91440" tIns="45720" rIns="91440" bIns="45720" numCol="1" anchor="t" anchorCtr="0" compatLnSpc="1">
              <ns1:prstTxWarp prst="textNoShape">
                <ns1:avLst/>
              </ns1:prstTxWarp>
            </ns1:bodyPr>
            <ns1:lstStyle/>
            <ns1:p>
              <ns1:endParaRPr lang="id-ID" sz="2700">
                <ns1:solidFill>
                  <ns1:schemeClr val="bg1"/>
                </ns1:solidFill>
              </ns1:endParaRPr>
            </ns1:p>
          </ns0:txBody>
        </ns0:sp>
        <ns0:sp>
          <ns0:nvSpPr>
            <ns0:cNvPr id="305" name="Freeform 19"/>
            <ns0:cNvSpPr>
              <ns1:spLocks noEditPoints="1"/>
            </ns0:cNvSpPr>
            <ns0:nvPr/>
          </ns0:nvSpPr>
          <ns0:spPr bwMode="auto">
            <ns1:xfrm>
              <ns1:off x="9056688" y="2868613"/>
              <ns1:ext cx="1085850" cy="723900"/>
            </ns1:xfrm>
            <ns1:custGeom>
              <ns1:avLst/>
              <ns1:gdLst>
                <ns1:gd name="T0" fmla="*/ 89 w 96"/>
                <ns1:gd name="T1" fmla="*/ 0 h 64"/>
                <ns1:gd name="T2" fmla="*/ 7 w 96"/>
                <ns1:gd name="T3" fmla="*/ 0 h 64"/>
                <ns1:gd name="T4" fmla="*/ 0 w 96"/>
                <ns1:gd name="T5" fmla="*/ 7 h 64"/>
                <ns1:gd name="T6" fmla="*/ 0 w 96"/>
                <ns1:gd name="T7" fmla="*/ 57 h 64"/>
                <ns1:gd name="T8" fmla="*/ 7 w 96"/>
                <ns1:gd name="T9" fmla="*/ 64 h 64"/>
                <ns1:gd name="T10" fmla="*/ 89 w 96"/>
                <ns1:gd name="T11" fmla="*/ 64 h 64"/>
                <ns1:gd name="T12" fmla="*/ 96 w 96"/>
                <ns1:gd name="T13" fmla="*/ 57 h 64"/>
                <ns1:gd name="T14" fmla="*/ 96 w 96"/>
                <ns1:gd name="T15" fmla="*/ 7 h 64"/>
                <ns1:gd name="T16" fmla="*/ 89 w 96"/>
                <ns1:gd name="T17" fmla="*/ 0 h 64"/>
                <ns1:gd name="T18" fmla="*/ 92 w 96"/>
                <ns1:gd name="T19" fmla="*/ 57 h 64"/>
                <ns1:gd name="T20" fmla="*/ 89 w 96"/>
                <ns1:gd name="T21" fmla="*/ 60 h 64"/>
                <ns1:gd name="T22" fmla="*/ 7 w 96"/>
                <ns1:gd name="T23" fmla="*/ 60 h 64"/>
                <ns1:gd name="T24" fmla="*/ 4 w 96"/>
                <ns1:gd name="T25" fmla="*/ 57 h 64"/>
                <ns1:gd name="T26" fmla="*/ 4 w 96"/>
                <ns1:gd name="T27" fmla="*/ 7 h 64"/>
                <ns1:gd name="T28" fmla="*/ 7 w 96"/>
                <ns1:gd name="T29" fmla="*/ 4 h 64"/>
                <ns1:gd name="T30" fmla="*/ 89 w 96"/>
                <ns1:gd name="T31" fmla="*/ 4 h 64"/>
                <ns1:gd name="T32" fmla="*/ 92 w 96"/>
                <ns1:gd name="T33" fmla="*/ 7 h 64"/>
                <ns1:gd name="T34" fmla="*/ 92 w 96"/>
                <ns1:gd name="T35" fmla="*/ 57 h 64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  <ns1:cxn ang="0">
                  <ns1:pos x="T14" y="T15"/>
                </ns1:cxn>
                <ns1:cxn ang="0">
                  <ns1:pos x="T16" y="T17"/>
                </ns1:cxn>
                <ns1:cxn ang="0">
                  <ns1:pos x="T18" y="T19"/>
                </ns1:cxn>
                <ns1:cxn ang="0">
                  <ns1:pos x="T20" y="T21"/>
                </ns1:cxn>
                <ns1:cxn ang="0">
                  <ns1:pos x="T22" y="T23"/>
                </ns1:cxn>
                <ns1:cxn ang="0">
                  <ns1:pos x="T24" y="T25"/>
                </ns1:cxn>
                <ns1:cxn ang="0">
                  <ns1:pos x="T26" y="T27"/>
                </ns1:cxn>
                <ns1:cxn ang="0">
                  <ns1:pos x="T28" y="T29"/>
                </ns1:cxn>
                <ns1:cxn ang="0">
                  <ns1:pos x="T30" y="T31"/>
                </ns1:cxn>
                <ns1:cxn ang="0">
                  <ns1:pos x="T32" y="T33"/>
                </ns1:cxn>
                <ns1:cxn ang="0">
                  <ns1:pos x="T34" y="T35"/>
                </ns1:cxn>
              </ns1:cxnLst>
              <ns1:rect l="0" t="0" r="r" b="b"/>
              <ns1:pathLst>
                <ns1:path w="96" h="64">
                  <ns1:moveTo>
                    <ns1:pt x="89" y="0"/>
                  </ns1:moveTo>
                  <ns1:cubicBezTo>
                    <ns1:pt x="7" y="0"/>
                    <ns1:pt x="7" y="0"/>
                    <ns1:pt x="7" y="0"/>
                  </ns1:cubicBezTo>
                  <ns1:cubicBezTo>
                    <ns1:pt x="3" y="0"/>
                    <ns1:pt x="0" y="3"/>
                    <ns1:pt x="0" y="7"/>
                  </ns1:cubicBezTo>
                  <ns1:cubicBezTo>
                    <ns1:pt x="0" y="57"/>
                    <ns1:pt x="0" y="57"/>
                    <ns1:pt x="0" y="57"/>
                  </ns1:cubicBezTo>
                  <ns1:cubicBezTo>
                    <ns1:pt x="0" y="61"/>
                    <ns1:pt x="3" y="64"/>
                    <ns1:pt x="7" y="64"/>
                  </ns1:cubicBezTo>
                  <ns1:cubicBezTo>
                    <ns1:pt x="89" y="64"/>
                    <ns1:pt x="89" y="64"/>
                    <ns1:pt x="89" y="64"/>
                  </ns1:cubicBezTo>
                  <ns1:cubicBezTo>
                    <ns1:pt x="93" y="64"/>
                    <ns1:pt x="96" y="61"/>
                    <ns1:pt x="96" y="57"/>
                  </ns1:cubicBezTo>
                  <ns1:cubicBezTo>
                    <ns1:pt x="96" y="7"/>
                    <ns1:pt x="96" y="7"/>
                    <ns1:pt x="96" y="7"/>
                  </ns1:cubicBezTo>
                  <ns1:cubicBezTo>
                    <ns1:pt x="96" y="3"/>
                    <ns1:pt x="93" y="0"/>
                    <ns1:pt x="89" y="0"/>
                  </ns1:cubicBezTo>
                  <ns1:close/>
                  <ns1:moveTo>
                    <ns1:pt x="92" y="57"/>
                  </ns1:moveTo>
                  <ns1:cubicBezTo>
                    <ns1:pt x="92" y="59"/>
                    <ns1:pt x="91" y="60"/>
                    <ns1:pt x="89" y="60"/>
                  </ns1:cubicBezTo>
                  <ns1:cubicBezTo>
                    <ns1:pt x="7" y="60"/>
                    <ns1:pt x="7" y="60"/>
                    <ns1:pt x="7" y="60"/>
                  </ns1:cubicBezTo>
                  <ns1:cubicBezTo>
                    <ns1:pt x="5" y="60"/>
                    <ns1:pt x="4" y="59"/>
                    <ns1:pt x="4" y="57"/>
                  </ns1:cubicBezTo>
                  <ns1:cubicBezTo>
                    <ns1:pt x="4" y="7"/>
                    <ns1:pt x="4" y="7"/>
                    <ns1:pt x="4" y="7"/>
                  </ns1:cubicBezTo>
                  <ns1:cubicBezTo>
                    <ns1:pt x="4" y="5"/>
                    <ns1:pt x="5" y="4"/>
                    <ns1:pt x="7" y="4"/>
                  </ns1:cubicBezTo>
                  <ns1:cubicBezTo>
                    <ns1:pt x="89" y="4"/>
                    <ns1:pt x="89" y="4"/>
                    <ns1:pt x="89" y="4"/>
                  </ns1:cubicBezTo>
                  <ns1:cubicBezTo>
                    <ns1:pt x="91" y="4"/>
                    <ns1:pt x="92" y="5"/>
                    <ns1:pt x="92" y="7"/>
                  </ns1:cubicBezTo>
                  <ns1:lnTo>
                    <ns1:pt x="92" y="57"/>
                  </ns1:lnTo>
                  <ns1:close/>
                </ns1:path>
              </ns1:pathLst>
            </ns1:custGeom>
            <ns1:grpFill/>
            <ns1:ln>
              <ns1:noFill/>
            </ns1:ln>
            <ns1:extLst>
              <ns1:ext uri="{91240B29-F687-4F45-9708-019B960494DF}">
                <ns2:hiddenLine w="9525">
                  <ns1:solidFill>
                    <ns1:srgbClr val="000000"/>
                  </ns1:solidFill>
                  <ns1:round/>
                  <ns1:headEnd/>
                  <ns1:tailEnd/>
                </ns2:hiddenLine>
              </ns1:ext>
            </ns1:extLst>
          </ns0:spPr>
          <ns0:txBody>
            <ns1:bodyPr vert="horz" wrap="square" lIns="91440" tIns="45720" rIns="91440" bIns="45720" numCol="1" anchor="t" anchorCtr="0" compatLnSpc="1">
              <ns1:prstTxWarp prst="textNoShape">
                <ns1:avLst/>
              </ns1:prstTxWarp>
            </ns1:bodyPr>
            <ns1:lstStyle/>
            <ns1:p>
              <ns1:endParaRPr lang="id-ID" sz="2700">
                <ns1:solidFill>
                  <ns1:schemeClr val="bg1"/>
                </ns1:solidFill>
              </ns1:endParaRPr>
            </ns1:p>
          </ns0:txBody>
        </ns0:sp>
        <ns0:sp>
          <ns0:nvSpPr>
            <ns0:cNvPr id="306" name="Freeform 20"/>
            <ns0:cNvSpPr>
              <ns1:spLocks noEditPoints="1"/>
            </ns0:cNvSpPr>
            <ns0:nvPr/>
          </ns0:nvSpPr>
          <ns0:spPr bwMode="auto">
            <ns1:xfrm>
              <ns1:off x="9531350" y="3616325"/>
              <ns1:ext cx="136525" cy="134938"/>
            </ns1:xfrm>
            <ns1:custGeom>
              <ns1:avLst/>
              <ns1:gdLst>
                <ns1:gd name="T0" fmla="*/ 6 w 12"/>
                <ns1:gd name="T1" fmla="*/ 0 h 12"/>
                <ns1:gd name="T2" fmla="*/ 0 w 12"/>
                <ns1:gd name="T3" fmla="*/ 6 h 12"/>
                <ns1:gd name="T4" fmla="*/ 6 w 12"/>
                <ns1:gd name="T5" fmla="*/ 12 h 12"/>
                <ns1:gd name="T6" fmla="*/ 12 w 12"/>
                <ns1:gd name="T7" fmla="*/ 6 h 12"/>
                <ns1:gd name="T8" fmla="*/ 6 w 12"/>
                <ns1:gd name="T9" fmla="*/ 0 h 12"/>
                <ns1:gd name="T10" fmla="*/ 6 w 12"/>
                <ns1:gd name="T11" fmla="*/ 8 h 12"/>
                <ns1:gd name="T12" fmla="*/ 4 w 12"/>
                <ns1:gd name="T13" fmla="*/ 6 h 12"/>
                <ns1:gd name="T14" fmla="*/ 6 w 12"/>
                <ns1:gd name="T15" fmla="*/ 4 h 12"/>
                <ns1:gd name="T16" fmla="*/ 8 w 12"/>
                <ns1:gd name="T17" fmla="*/ 6 h 12"/>
                <ns1:gd name="T18" fmla="*/ 6 w 12"/>
                <ns1:gd name="T19" fmla="*/ 8 h 12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  <ns1:cxn ang="0">
                  <ns1:pos x="T14" y="T15"/>
                </ns1:cxn>
                <ns1:cxn ang="0">
                  <ns1:pos x="T16" y="T17"/>
                </ns1:cxn>
                <ns1:cxn ang="0">
                  <ns1:pos x="T18" y="T19"/>
                </ns1:cxn>
              </ns1:cxnLst>
              <ns1:rect l="0" t="0" r="r" b="b"/>
              <ns1:pathLst>
                <ns1:path w="12" h="12">
                  <ns1:moveTo>
                    <ns1:pt x="6" y="0"/>
                  </ns1:moveTo>
                  <ns1:cubicBezTo>
                    <ns1:pt x="3" y="0"/>
                    <ns1:pt x="0" y="3"/>
                    <ns1:pt x="0" y="6"/>
                  </ns1:cubicBezTo>
                  <ns1:cubicBezTo>
                    <ns1:pt x="0" y="9"/>
                    <ns1:pt x="3" y="12"/>
                    <ns1:pt x="6" y="12"/>
                  </ns1:cubicBezTo>
                  <ns1:cubicBezTo>
                    <ns1:pt x="9" y="12"/>
                    <ns1:pt x="12" y="9"/>
                    <ns1:pt x="12" y="6"/>
                  </ns1:cubicBezTo>
                  <ns1:cubicBezTo>
                    <ns1:pt x="12" y="3"/>
                    <ns1:pt x="9" y="0"/>
                    <ns1:pt x="6" y="0"/>
                  </ns1:cubicBezTo>
                  <ns1:close/>
                  <ns1:moveTo>
                    <ns1:pt x="6" y="8"/>
                  </ns1:moveTo>
                  <ns1:cubicBezTo>
                    <ns1:pt x="5" y="8"/>
                    <ns1:pt x="4" y="7"/>
                    <ns1:pt x="4" y="6"/>
                  </ns1:cubicBezTo>
                  <ns1:cubicBezTo>
                    <ns1:pt x="4" y="5"/>
                    <ns1:pt x="5" y="4"/>
                    <ns1:pt x="6" y="4"/>
                  </ns1:cubicBezTo>
                  <ns1:cubicBezTo>
                    <ns1:pt x="7" y="4"/>
                    <ns1:pt x="8" y="5"/>
                    <ns1:pt x="8" y="6"/>
                  </ns1:cubicBezTo>
                  <ns1:cubicBezTo>
                    <ns1:pt x="8" y="7"/>
                    <ns1:pt x="7" y="8"/>
                    <ns1:pt x="6" y="8"/>
                  </ns1:cubicBezTo>
                  <ns1:close/>
                </ns1:path>
              </ns1:pathLst>
            </ns1:custGeom>
            <ns1:grpFill/>
            <ns1:ln>
              <ns1:noFill/>
            </ns1:ln>
            <ns1:extLst>
              <ns1:ext uri="{91240B29-F687-4F45-9708-019B960494DF}">
                <ns2:hiddenLine w="9525">
                  <ns1:solidFill>
                    <ns1:srgbClr val="000000"/>
                  </ns1:solidFill>
                  <ns1:round/>
                  <ns1:headEnd/>
                  <ns1:tailEnd/>
                </ns2:hiddenLine>
              </ns1:ext>
            </ns1:extLst>
          </ns0:spPr>
          <ns0:txBody>
            <ns1:bodyPr vert="horz" wrap="square" lIns="91440" tIns="45720" rIns="91440" bIns="45720" numCol="1" anchor="t" anchorCtr="0" compatLnSpc="1">
              <ns1:prstTxWarp prst="textNoShape">
                <ns1:avLst/>
              </ns1:prstTxWarp>
            </ns1:bodyPr>
            <ns1:lstStyle/>
            <ns1:p>
              <ns1:endParaRPr lang="id-ID" sz="2700">
                <ns1:solidFill>
                  <ns1:schemeClr val="bg1"/>
                </ns1:solidFill>
              </ns1:endParaRPr>
            </ns1:p>
          </ns0:txBody>
        </ns0:sp>
        <ns0:sp>
          <ns0:nvSpPr>
            <ns0:cNvPr id="307" name="Freeform 21"/>
            <ns0:cNvSpPr>
              <ns1:spLocks/>
            </ns0:cNvSpPr>
            <ns0:nvPr/>
          </ns0:nvSpPr>
          <ns0:spPr bwMode="auto">
            <ns1:xfrm>
              <ns1:off x="9509125" y="3095625"/>
              <ns1:ext cx="227013" cy="271463"/>
            </ns1:xfrm>
            <ns1:custGeom>
              <ns1:avLst/>
              <ns1:gdLst>
                <ns1:gd name="T0" fmla="*/ 2 w 20"/>
                <ns1:gd name="T1" fmla="*/ 0 h 24"/>
                <ns1:gd name="T2" fmla="*/ 0 w 20"/>
                <ns1:gd name="T3" fmla="*/ 1 h 24"/>
                <ns1:gd name="T4" fmla="*/ 0 w 20"/>
                <ns1:gd name="T5" fmla="*/ 23 h 24"/>
                <ns1:gd name="T6" fmla="*/ 2 w 20"/>
                <ns1:gd name="T7" fmla="*/ 24 h 24"/>
                <ns1:gd name="T8" fmla="*/ 19 w 20"/>
                <ns1:gd name="T9" fmla="*/ 13 h 24"/>
                <ns1:gd name="T10" fmla="*/ 19 w 20"/>
                <ns1:gd name="T11" fmla="*/ 11 h 24"/>
                <ns1:gd name="T12" fmla="*/ 2 w 20"/>
                <ns1:gd name="T13" fmla="*/ 0 h 24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</ns1:cxnLst>
              <ns1:rect l="0" t="0" r="r" b="b"/>
              <ns1:pathLst>
                <ns1:path w="20" h="24">
                  <ns1:moveTo>
                    <ns1:pt x="2" y="0"/>
                  </ns1:moveTo>
                  <ns1:cubicBezTo>
                    <ns1:pt x="1" y="0"/>
                    <ns1:pt x="0" y="0"/>
                    <ns1:pt x="0" y="1"/>
                  </ns1:cubicBezTo>
                  <ns1:cubicBezTo>
                    <ns1:pt x="0" y="2"/>
                    <ns1:pt x="0" y="21"/>
                    <ns1:pt x="0" y="23"/>
                  </ns1:cubicBezTo>
                  <ns1:cubicBezTo>
                    <ns1:pt x="0" y="24"/>
                    <ns1:pt x="1" y="24"/>
                    <ns1:pt x="2" y="24"/>
                  </ns1:cubicBezTo>
                  <ns1:cubicBezTo>
                    <ns1:pt x="3" y="23"/>
                    <ns1:pt x="18" y="14"/>
                    <ns1:pt x="19" y="13"/>
                  </ns1:cubicBezTo>
                  <ns1:cubicBezTo>
                    <ns1:pt x="20" y="13"/>
                    <ns1:pt x="20" y="11"/>
                    <ns1:pt x="19" y="11"/>
                  </ns1:cubicBezTo>
                  <ns1:cubicBezTo>
                    <ns1:pt x="18" y="10"/>
                    <ns1:pt x="3" y="1"/>
                    <ns1:pt x="2" y="0"/>
                  </ns1:cubicBezTo>
                  <ns1:close/>
                </ns1:path>
              </ns1:pathLst>
            </ns1:custGeom>
            <ns1:grpFill/>
            <ns1:ln>
              <ns1:noFill/>
            </ns1:ln>
            <ns1:extLst>
              <ns1:ext uri="{91240B29-F687-4F45-9708-019B960494DF}">
                <ns2:hiddenLine w="9525">
                  <ns1:solidFill>
                    <ns1:srgbClr val="000000"/>
                  </ns1:solidFill>
                  <ns1:round/>
                  <ns1:headEnd/>
                  <ns1:tailEnd/>
                </ns2:hiddenLine>
              </ns1:ext>
            </ns1:extLst>
          </ns0:spPr>
          <ns0:txBody>
            <ns1:bodyPr vert="horz" wrap="square" lIns="91440" tIns="45720" rIns="91440" bIns="45720" numCol="1" anchor="t" anchorCtr="0" compatLnSpc="1">
              <ns1:prstTxWarp prst="textNoShape">
                <ns1:avLst/>
              </ns1:prstTxWarp>
            </ns1:bodyPr>
            <ns1:lstStyle/>
            <ns1:p>
              <ns1:endParaRPr lang="id-ID" sz="2700">
                <ns1:solidFill>
                  <ns1:schemeClr val="bg1"/>
                </ns1:solidFill>
              </ns1:endParaRPr>
            </ns1:p>
          </ns0:txBody>
        </ns0:sp>
      </ns0:grpSp>
      <ns0:sp>
        <ns0:nvSpPr>
          <ns0:cNvPr id="308" name="Freeform 25"/>
          <ns0:cNvSpPr>
            <ns1:spLocks noEditPoints="1"/>
          </ns0:cNvSpPr>
          <ns0:nvPr/>
        </ns0:nvSpPr>
        <ns0:spPr bwMode="auto">
          <ns1:xfrm>
            <ns1:off x="253142" y="6014981"/>
            <ns1:ext cx="553687" cy="374171"/>
          </ns1:xfrm>
          <ns1:custGeom>
            <ns1:avLst/>
            <ns1:gdLst>
              <ns1:gd name="T0" fmla="*/ 96 w 120"/>
              <ns1:gd name="T1" fmla="*/ 32 h 80"/>
              <ns1:gd name="T2" fmla="*/ 96 w 120"/>
              <ns1:gd name="T3" fmla="*/ 32 h 80"/>
              <ns1:gd name="T4" fmla="*/ 96 w 120"/>
              <ns1:gd name="T5" fmla="*/ 32 h 80"/>
              <ns1:gd name="T6" fmla="*/ 64 w 120"/>
              <ns1:gd name="T7" fmla="*/ 0 h 80"/>
              <ns1:gd name="T8" fmla="*/ 33 w 120"/>
              <ns1:gd name="T9" fmla="*/ 24 h 80"/>
              <ns1:gd name="T10" fmla="*/ 28 w 120"/>
              <ns1:gd name="T11" fmla="*/ 24 h 80"/>
              <ns1:gd name="T12" fmla="*/ 0 w 120"/>
              <ns1:gd name="T13" fmla="*/ 52 h 80"/>
              <ns1:gd name="T14" fmla="*/ 28 w 120"/>
              <ns1:gd name="T15" fmla="*/ 80 h 80"/>
              <ns1:gd name="T16" fmla="*/ 96 w 120"/>
              <ns1:gd name="T17" fmla="*/ 80 h 80"/>
              <ns1:gd name="T18" fmla="*/ 120 w 120"/>
              <ns1:gd name="T19" fmla="*/ 56 h 80"/>
              <ns1:gd name="T20" fmla="*/ 96 w 120"/>
              <ns1:gd name="T21" fmla="*/ 32 h 80"/>
              <ns1:gd name="T22" fmla="*/ 96 w 120"/>
              <ns1:gd name="T23" fmla="*/ 72 h 80"/>
              <ns1:gd name="T24" fmla="*/ 71 w 120"/>
              <ns1:gd name="T25" fmla="*/ 72 h 80"/>
              <ns1:gd name="T26" fmla="*/ 71 w 120"/>
              <ns1:gd name="T27" fmla="*/ 58 h 80"/>
              <ns1:gd name="T28" fmla="*/ 80 w 120"/>
              <ns1:gd name="T29" fmla="*/ 58 h 80"/>
              <ns1:gd name="T30" fmla="*/ 62 w 120"/>
              <ns1:gd name="T31" fmla="*/ 36 h 80"/>
              <ns1:gd name="T32" fmla="*/ 45 w 120"/>
              <ns1:gd name="T33" fmla="*/ 58 h 80"/>
              <ns1:gd name="T34" fmla="*/ 54 w 120"/>
              <ns1:gd name="T35" fmla="*/ 58 h 80"/>
              <ns1:gd name="T36" fmla="*/ 54 w 120"/>
              <ns1:gd name="T37" fmla="*/ 72 h 80"/>
              <ns1:gd name="T38" fmla="*/ 28 w 120"/>
              <ns1:gd name="T39" fmla="*/ 72 h 80"/>
              <ns1:gd name="T40" fmla="*/ 8 w 120"/>
              <ns1:gd name="T41" fmla="*/ 52 h 80"/>
              <ns1:gd name="T42" fmla="*/ 28 w 120"/>
              <ns1:gd name="T43" fmla="*/ 32 h 80"/>
              <ns1:gd name="T44" fmla="*/ 35 w 120"/>
              <ns1:gd name="T45" fmla="*/ 33 h 80"/>
              <ns1:gd name="T46" fmla="*/ 38 w 120"/>
              <ns1:gd name="T47" fmla="*/ 33 h 80"/>
              <ns1:gd name="T48" fmla="*/ 40 w 120"/>
              <ns1:gd name="T49" fmla="*/ 30 h 80"/>
              <ns1:gd name="T50" fmla="*/ 64 w 120"/>
              <ns1:gd name="T51" fmla="*/ 8 h 80"/>
              <ns1:gd name="T52" fmla="*/ 88 w 120"/>
              <ns1:gd name="T53" fmla="*/ 32 h 80"/>
              <ns1:gd name="T54" fmla="*/ 88 w 120"/>
              <ns1:gd name="T55" fmla="*/ 36 h 80"/>
              <ns1:gd name="T56" fmla="*/ 89 w 120"/>
              <ns1:gd name="T57" fmla="*/ 39 h 80"/>
              <ns1:gd name="T58" fmla="*/ 93 w 120"/>
              <ns1:gd name="T59" fmla="*/ 40 h 80"/>
              <ns1:gd name="T60" fmla="*/ 96 w 120"/>
              <ns1:gd name="T61" fmla="*/ 40 h 80"/>
              <ns1:gd name="T62" fmla="*/ 112 w 120"/>
              <ns1:gd name="T63" fmla="*/ 56 h 80"/>
              <ns1:gd name="T64" fmla="*/ 96 w 120"/>
              <ns1:gd name="T65" fmla="*/ 72 h 80"/>
            </ns1:gdLst>
            <ns1:ahLst/>
            <ns1:cxnLst>
              <ns1:cxn ang="0">
                <ns1:pos x="T0" y="T1"/>
              </ns1:cxn>
              <ns1:cxn ang="0">
                <ns1:pos x="T2" y="T3"/>
              </ns1:cxn>
              <ns1:cxn ang="0">
                <ns1:pos x="T4" y="T5"/>
              </ns1:cxn>
              <ns1:cxn ang="0">
                <ns1:pos x="T6" y="T7"/>
              </ns1:cxn>
              <ns1:cxn ang="0">
                <ns1:pos x="T8" y="T9"/>
              </ns1:cxn>
              <ns1:cxn ang="0">
                <ns1:pos x="T10" y="T11"/>
              </ns1:cxn>
              <ns1:cxn ang="0">
                <ns1:pos x="T12" y="T13"/>
              </ns1:cxn>
              <ns1:cxn ang="0">
                <ns1:pos x="T14" y="T15"/>
              </ns1:cxn>
              <ns1:cxn ang="0">
                <ns1:pos x="T16" y="T17"/>
              </ns1:cxn>
              <ns1:cxn ang="0">
                <ns1:pos x="T18" y="T19"/>
              </ns1:cxn>
              <ns1:cxn ang="0">
                <ns1:pos x="T20" y="T21"/>
              </ns1:cxn>
              <ns1:cxn ang="0">
                <ns1:pos x="T22" y="T23"/>
              </ns1:cxn>
              <ns1:cxn ang="0">
                <ns1:pos x="T24" y="T25"/>
              </ns1:cxn>
              <ns1:cxn ang="0">
                <ns1:pos x="T26" y="T27"/>
              </ns1:cxn>
              <ns1:cxn ang="0">
                <ns1:pos x="T28" y="T29"/>
              </ns1:cxn>
              <ns1:cxn ang="0">
                <ns1:pos x="T30" y="T31"/>
              </ns1:cxn>
              <ns1:cxn ang="0">
                <ns1:pos x="T32" y="T33"/>
              </ns1:cxn>
              <ns1:cxn ang="0">
                <ns1:pos x="T34" y="T35"/>
              </ns1:cxn>
              <ns1:cxn ang="0">
                <ns1:pos x="T36" y="T37"/>
              </ns1:cxn>
              <ns1:cxn ang="0">
                <ns1:pos x="T38" y="T39"/>
              </ns1:cxn>
              <ns1:cxn ang="0">
                <ns1:pos x="T40" y="T41"/>
              </ns1:cxn>
              <ns1:cxn ang="0">
                <ns1:pos x="T42" y="T43"/>
              </ns1:cxn>
              <ns1:cxn ang="0">
                <ns1:pos x="T44" y="T45"/>
              </ns1:cxn>
              <ns1:cxn ang="0">
                <ns1:pos x="T46" y="T47"/>
              </ns1:cxn>
              <ns1:cxn ang="0">
                <ns1:pos x="T48" y="T49"/>
              </ns1:cxn>
              <ns1:cxn ang="0">
                <ns1:pos x="T50" y="T51"/>
              </ns1:cxn>
              <ns1:cxn ang="0">
                <ns1:pos x="T52" y="T53"/>
              </ns1:cxn>
              <ns1:cxn ang="0">
                <ns1:pos x="T54" y="T55"/>
              </ns1:cxn>
              <ns1:cxn ang="0">
                <ns1:pos x="T56" y="T57"/>
              </ns1:cxn>
              <ns1:cxn ang="0">
                <ns1:pos x="T58" y="T59"/>
              </ns1:cxn>
              <ns1:cxn ang="0">
                <ns1:pos x="T60" y="T61"/>
              </ns1:cxn>
              <ns1:cxn ang="0">
                <ns1:pos x="T62" y="T63"/>
              </ns1:cxn>
              <ns1:cxn ang="0">
                <ns1:pos x="T64" y="T65"/>
              </ns1:cxn>
            </ns1:cxnLst>
            <ns1:rect l="0" t="0" r="r" b="b"/>
            <ns1:pathLst>
              <ns1:path w="120" h="80">
                <ns1:moveTo>
                  <ns1:pt x="96" y="32"/>
                </ns1:moveTo>
                <ns1:cubicBezTo>
                  <ns1:pt x="96" y="32"/>
                  <ns1:pt x="96" y="32"/>
                  <ns1:pt x="96" y="32"/>
                </ns1:cubicBezTo>
                <ns1:cubicBezTo>
                  <ns1:pt x="96" y="32"/>
                  <ns1:pt x="96" y="32"/>
                  <ns1:pt x="96" y="32"/>
                </ns1:cubicBezTo>
                <ns1:cubicBezTo>
                  <ns1:pt x="96" y="14"/>
                  <ns1:pt x="82" y="0"/>
                  <ns1:pt x="64" y="0"/>
                </ns1:cubicBezTo>
                <ns1:cubicBezTo>
                  <ns1:pt x="49" y="0"/>
                  <ns1:pt x="36" y="10"/>
                  <ns1:pt x="33" y="24"/>
                </ns1:cubicBezTo>
                <ns1:cubicBezTo>
                  <ns1:pt x="31" y="24"/>
                  <ns1:pt x="30" y="24"/>
                  <ns1:pt x="28" y="24"/>
                </ns1:cubicBezTo>
                <ns1:cubicBezTo>
                  <ns1:pt x="13" y="24"/>
                  <ns1:pt x="0" y="37"/>
                  <ns1:pt x="0" y="52"/>
                </ns1:cubicBezTo>
                <ns1:cubicBezTo>
                  <ns1:pt x="0" y="67"/>
                  <ns1:pt x="13" y="80"/>
                  <ns1:pt x="28" y="80"/>
                </ns1:cubicBezTo>
                <ns1:cubicBezTo>
                  <ns1:pt x="96" y="80"/>
                  <ns1:pt x="96" y="80"/>
                  <ns1:pt x="96" y="80"/>
                </ns1:cubicBezTo>
                <ns1:cubicBezTo>
                  <ns1:pt x="109" y="80"/>
                  <ns1:pt x="120" y="69"/>
                  <ns1:pt x="120" y="56"/>
                </ns1:cubicBezTo>
                <ns1:cubicBezTo>
                  <ns1:pt x="120" y="43"/>
                  <ns1:pt x="109" y="32"/>
                  <ns1:pt x="96" y="32"/>
                </ns1:cubicBezTo>
                <ns1:close/>
                <ns1:moveTo>
                  <ns1:pt x="96" y="72"/>
                </ns1:moveTo>
                <ns1:cubicBezTo>
                  <ns1:pt x="71" y="72"/>
                  <ns1:pt x="71" y="72"/>
                  <ns1:pt x="71" y="72"/>
                </ns1:cubicBezTo>
                <ns1:cubicBezTo>
                  <ns1:pt x="71" y="58"/>
                  <ns1:pt x="71" y="58"/>
                  <ns1:pt x="71" y="58"/>
                </ns1:cubicBezTo>
                <ns1:cubicBezTo>
                  <ns1:pt x="80" y="58"/>
                  <ns1:pt x="80" y="58"/>
                  <ns1:pt x="80" y="58"/>
                </ns1:cubicBezTo>
                <ns1:cubicBezTo>
                  <ns1:pt x="62" y="36"/>
                  <ns1:pt x="62" y="36"/>
                  <ns1:pt x="62" y="36"/>
                </ns1:cubicBezTo>
                <ns1:cubicBezTo>
                  <ns1:pt x="45" y="58"/>
                  <ns1:pt x="45" y="58"/>
                  <ns1:pt x="45" y="58"/>
                </ns1:cubicBezTo>
                <ns1:cubicBezTo>
                  <ns1:pt x="54" y="58"/>
                  <ns1:pt x="54" y="58"/>
                  <ns1:pt x="54" y="58"/>
                </ns1:cubicBezTo>
                <ns1:cubicBezTo>
                  <ns1:pt x="54" y="72"/>
                  <ns1:pt x="54" y="72"/>
                  <ns1:pt x="54" y="72"/>
                </ns1:cubicBezTo>
                <ns1:cubicBezTo>
                  <ns1:pt x="28" y="72"/>
                  <ns1:pt x="28" y="72"/>
                  <ns1:pt x="28" y="72"/>
                </ns1:cubicBezTo>
                <ns1:cubicBezTo>
                  <ns1:pt x="17" y="72"/>
                  <ns1:pt x="8" y="63"/>
                  <ns1:pt x="8" y="52"/>
                </ns1:cubicBezTo>
                <ns1:cubicBezTo>
                  <ns1:pt x="8" y="41"/>
                  <ns1:pt x="17" y="32"/>
                  <ns1:pt x="28" y="32"/>
                </ns1:cubicBezTo>
                <ns1:cubicBezTo>
                  <ns1:pt x="30" y="32"/>
                  <ns1:pt x="32" y="32"/>
                  <ns1:pt x="35" y="33"/>
                </ns1:cubicBezTo>
                <ns1:cubicBezTo>
                  <ns1:pt x="36" y="34"/>
                  <ns1:pt x="37" y="34"/>
                  <ns1:pt x="38" y="33"/>
                </ns1:cubicBezTo>
                <ns1:cubicBezTo>
                  <ns1:pt x="39" y="32"/>
                  <ns1:pt x="40" y="31"/>
                  <ns1:pt x="40" y="30"/>
                </ns1:cubicBezTo>
                <ns1:cubicBezTo>
                  <ns1:pt x="41" y="17"/>
                  <ns1:pt x="51" y="8"/>
                  <ns1:pt x="64" y="8"/>
                </ns1:cubicBezTo>
                <ns1:cubicBezTo>
                  <ns1:pt x="77" y="8"/>
                  <ns1:pt x="88" y="19"/>
                  <ns1:pt x="88" y="32"/>
                </ns1:cubicBezTo>
                <ns1:cubicBezTo>
                  <ns1:pt x="88" y="33"/>
                  <ns1:pt x="88" y="34"/>
                  <ns1:pt x="88" y="36"/>
                </ns1:cubicBezTo>
                <ns1:cubicBezTo>
                  <ns1:pt x="87" y="37"/>
                  <ns1:pt x="88" y="39"/>
                  <ns1:pt x="89" y="39"/>
                </ns1:cubicBezTo>
                <ns1:cubicBezTo>
                  <ns1:pt x="90" y="40"/>
                  <ns1:pt x="91" y="41"/>
                  <ns1:pt x="93" y="40"/>
                </ns1:cubicBezTo>
                <ns1:cubicBezTo>
                  <ns1:pt x="94" y="40"/>
                  <ns1:pt x="95" y="40"/>
                  <ns1:pt x="96" y="40"/>
                </ns1:cubicBezTo>
                <ns1:cubicBezTo>
                  <ns1:pt x="105" y="40"/>
                  <ns1:pt x="112" y="47"/>
                  <ns1:pt x="112" y="56"/>
                </ns1:cubicBezTo>
                <ns1:cubicBezTo>
                  <ns1:pt x="112" y="65"/>
                  <ns1:pt x="105" y="72"/>
                  <ns1:pt x="96" y="72"/>
                </ns1:cubicBezTo>
                <ns1:close/>
              </ns1:path>
            </ns1:pathLst>
          </ns1:custGeom>
          <ns1:solidFill>
            <ns1:schemeClr val="tx1"/>
          </ns1:solidFill>
          <ns1:ln>
            <ns1:noFill/>
          </ns1:ln>
        </ns0:spPr>
        <ns0:txBody>
          <ns1:bodyPr vert="horz" wrap="square" lIns="91440" tIns="45720" rIns="91440" bIns="45720" numCol="1" anchor="t" anchorCtr="0" compatLnSpc="1">
            <ns1:prstTxWarp prst="textNoShape">
              <ns1:avLst/>
            </ns1:prstTxWarp>
          </ns1:bodyPr>
          <ns1:lstStyle/>
          <ns1:p>
            <ns1:endParaRPr lang="id-ID" sz="2700">
              <ns1:solidFill>
                <ns1:schemeClr val="bg1"/>
              </ns1:solidFill>
            </ns1:endParaRPr>
          </ns1:p>
        </ns0:txBody>
      </ns0:sp>
      <ns0:grpSp>
        <ns0:nvGrpSpPr>
          <ns0:cNvPr id="309" name="Group 308"/>
          <ns0:cNvGrpSpPr/>
          <ns0:nvPr/>
        </ns0:nvGrpSpPr>
        <ns0:grpSpPr>
          <ns1:xfrm>
            <ns1:off x="1316417" y="5999580"/>
            <ns1:ext cx="303393" cy="404970"/>
            <ns1:chOff x="2487468" y="1943557"/>
            <ns1:chExt cx="299688" cy="400024"/>
          </ns1:xfrm>
          <ns1:solidFill>
            <ns1:schemeClr val="tx1"/>
          </ns1:solidFill>
        </ns0:grpSpPr>
        <ns0:sp>
          <ns0:nvSpPr>
            <ns0:cNvPr id="310" name="Freeform 116"/>
            <ns0:cNvSpPr>
              <ns1:spLocks noEditPoints="1"/>
            </ns0:cNvSpPr>
            <ns0:nvPr/>
          </ns0:nvSpPr>
          <ns0:spPr bwMode="auto">
            <ns1:xfrm>
              <ns1:off x="2487468" y="1943557"/>
              <ns1:ext cx="299688" cy="400024"/>
            </ns1:xfrm>
            <ns1:custGeom>
              <ns1:avLst/>
              <ns1:gdLst>
                <ns1:gd name="T0" fmla="*/ 84 w 96"/>
                <ns1:gd name="T1" fmla="*/ 52 h 128"/>
                <ns1:gd name="T2" fmla="*/ 84 w 96"/>
                <ns1:gd name="T3" fmla="*/ 36 h 128"/>
                <ns1:gd name="T4" fmla="*/ 48 w 96"/>
                <ns1:gd name="T5" fmla="*/ 0 h 128"/>
                <ns1:gd name="T6" fmla="*/ 12 w 96"/>
                <ns1:gd name="T7" fmla="*/ 36 h 128"/>
                <ns1:gd name="T8" fmla="*/ 12 w 96"/>
                <ns1:gd name="T9" fmla="*/ 52 h 128"/>
                <ns1:gd name="T10" fmla="*/ 0 w 96"/>
                <ns1:gd name="T11" fmla="*/ 64 h 128"/>
                <ns1:gd name="T12" fmla="*/ 0 w 96"/>
                <ns1:gd name="T13" fmla="*/ 76 h 128"/>
                <ns1:gd name="T14" fmla="*/ 0 w 96"/>
                <ns1:gd name="T15" fmla="*/ 80 h 128"/>
                <ns1:gd name="T16" fmla="*/ 0 w 96"/>
                <ns1:gd name="T17" fmla="*/ 88 h 128"/>
                <ns1:gd name="T18" fmla="*/ 0 w 96"/>
                <ns1:gd name="T19" fmla="*/ 92 h 128"/>
                <ns1:gd name="T20" fmla="*/ 36 w 96"/>
                <ns1:gd name="T21" fmla="*/ 128 h 128"/>
                <ns1:gd name="T22" fmla="*/ 60 w 96"/>
                <ns1:gd name="T23" fmla="*/ 128 h 128"/>
                <ns1:gd name="T24" fmla="*/ 96 w 96"/>
                <ns1:gd name="T25" fmla="*/ 92 h 128"/>
                <ns1:gd name="T26" fmla="*/ 96 w 96"/>
                <ns1:gd name="T27" fmla="*/ 88 h 128"/>
                <ns1:gd name="T28" fmla="*/ 96 w 96"/>
                <ns1:gd name="T29" fmla="*/ 80 h 128"/>
                <ns1:gd name="T30" fmla="*/ 96 w 96"/>
                <ns1:gd name="T31" fmla="*/ 76 h 128"/>
                <ns1:gd name="T32" fmla="*/ 96 w 96"/>
                <ns1:gd name="T33" fmla="*/ 64 h 128"/>
                <ns1:gd name="T34" fmla="*/ 84 w 96"/>
                <ns1:gd name="T35" fmla="*/ 52 h 128"/>
                <ns1:gd name="T36" fmla="*/ 20 w 96"/>
                <ns1:gd name="T37" fmla="*/ 36 h 128"/>
                <ns1:gd name="T38" fmla="*/ 48 w 96"/>
                <ns1:gd name="T39" fmla="*/ 8 h 128"/>
                <ns1:gd name="T40" fmla="*/ 76 w 96"/>
                <ns1:gd name="T41" fmla="*/ 36 h 128"/>
                <ns1:gd name="T42" fmla="*/ 76 w 96"/>
                <ns1:gd name="T43" fmla="*/ 52 h 128"/>
                <ns1:gd name="T44" fmla="*/ 68 w 96"/>
                <ns1:gd name="T45" fmla="*/ 52 h 128"/>
                <ns1:gd name="T46" fmla="*/ 68 w 96"/>
                <ns1:gd name="T47" fmla="*/ 36 h 128"/>
                <ns1:gd name="T48" fmla="*/ 48 w 96"/>
                <ns1:gd name="T49" fmla="*/ 16 h 128"/>
                <ns1:gd name="T50" fmla="*/ 28 w 96"/>
                <ns1:gd name="T51" fmla="*/ 36 h 128"/>
                <ns1:gd name="T52" fmla="*/ 28 w 96"/>
                <ns1:gd name="T53" fmla="*/ 52 h 128"/>
                <ns1:gd name="T54" fmla="*/ 20 w 96"/>
                <ns1:gd name="T55" fmla="*/ 52 h 128"/>
                <ns1:gd name="T56" fmla="*/ 20 w 96"/>
                <ns1:gd name="T57" fmla="*/ 36 h 128"/>
                <ns1:gd name="T58" fmla="*/ 64 w 96"/>
                <ns1:gd name="T59" fmla="*/ 36 h 128"/>
                <ns1:gd name="T60" fmla="*/ 64 w 96"/>
                <ns1:gd name="T61" fmla="*/ 36 h 128"/>
                <ns1:gd name="T62" fmla="*/ 64 w 96"/>
                <ns1:gd name="T63" fmla="*/ 52 h 128"/>
                <ns1:gd name="T64" fmla="*/ 32 w 96"/>
                <ns1:gd name="T65" fmla="*/ 52 h 128"/>
                <ns1:gd name="T66" fmla="*/ 32 w 96"/>
                <ns1:gd name="T67" fmla="*/ 36 h 128"/>
                <ns1:gd name="T68" fmla="*/ 32 w 96"/>
                <ns1:gd name="T69" fmla="*/ 36 h 128"/>
                <ns1:gd name="T70" fmla="*/ 48 w 96"/>
                <ns1:gd name="T71" fmla="*/ 20 h 128"/>
                <ns1:gd name="T72" fmla="*/ 64 w 96"/>
                <ns1:gd name="T73" fmla="*/ 36 h 128"/>
                <ns1:gd name="T74" fmla="*/ 88 w 96"/>
                <ns1:gd name="T75" fmla="*/ 76 h 128"/>
                <ns1:gd name="T76" fmla="*/ 88 w 96"/>
                <ns1:gd name="T77" fmla="*/ 80 h 128"/>
                <ns1:gd name="T78" fmla="*/ 88 w 96"/>
                <ns1:gd name="T79" fmla="*/ 88 h 128"/>
                <ns1:gd name="T80" fmla="*/ 88 w 96"/>
                <ns1:gd name="T81" fmla="*/ 92 h 128"/>
                <ns1:gd name="T82" fmla="*/ 60 w 96"/>
                <ns1:gd name="T83" fmla="*/ 120 h 128"/>
                <ns1:gd name="T84" fmla="*/ 36 w 96"/>
                <ns1:gd name="T85" fmla="*/ 120 h 128"/>
                <ns1:gd name="T86" fmla="*/ 8 w 96"/>
                <ns1:gd name="T87" fmla="*/ 92 h 128"/>
                <ns1:gd name="T88" fmla="*/ 8 w 96"/>
                <ns1:gd name="T89" fmla="*/ 88 h 128"/>
                <ns1:gd name="T90" fmla="*/ 8 w 96"/>
                <ns1:gd name="T91" fmla="*/ 80 h 128"/>
                <ns1:gd name="T92" fmla="*/ 8 w 96"/>
                <ns1:gd name="T93" fmla="*/ 76 h 128"/>
                <ns1:gd name="T94" fmla="*/ 8 w 96"/>
                <ns1:gd name="T95" fmla="*/ 64 h 128"/>
                <ns1:gd name="T96" fmla="*/ 12 w 96"/>
                <ns1:gd name="T97" fmla="*/ 60 h 128"/>
                <ns1:gd name="T98" fmla="*/ 20 w 96"/>
                <ns1:gd name="T99" fmla="*/ 60 h 128"/>
                <ns1:gd name="T100" fmla="*/ 76 w 96"/>
                <ns1:gd name="T101" fmla="*/ 60 h 128"/>
                <ns1:gd name="T102" fmla="*/ 84 w 96"/>
                <ns1:gd name="T103" fmla="*/ 60 h 128"/>
                <ns1:gd name="T104" fmla="*/ 88 w 96"/>
                <ns1:gd name="T105" fmla="*/ 64 h 128"/>
                <ns1:gd name="T106" fmla="*/ 88 w 96"/>
                <ns1:gd name="T107" fmla="*/ 76 h 128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  <ns1:cxn ang="0">
                  <ns1:pos x="T14" y="T15"/>
                </ns1:cxn>
                <ns1:cxn ang="0">
                  <ns1:pos x="T16" y="T17"/>
                </ns1:cxn>
                <ns1:cxn ang="0">
                  <ns1:pos x="T18" y="T19"/>
                </ns1:cxn>
                <ns1:cxn ang="0">
                  <ns1:pos x="T20" y="T21"/>
                </ns1:cxn>
                <ns1:cxn ang="0">
                  <ns1:pos x="T22" y="T23"/>
                </ns1:cxn>
                <ns1:cxn ang="0">
                  <ns1:pos x="T24" y="T25"/>
                </ns1:cxn>
                <ns1:cxn ang="0">
                  <ns1:pos x="T26" y="T27"/>
                </ns1:cxn>
                <ns1:cxn ang="0">
                  <ns1:pos x="T28" y="T29"/>
                </ns1:cxn>
                <ns1:cxn ang="0">
                  <ns1:pos x="T30" y="T31"/>
                </ns1:cxn>
                <ns1:cxn ang="0">
                  <ns1:pos x="T32" y="T33"/>
                </ns1:cxn>
                <ns1:cxn ang="0">
                  <ns1:pos x="T34" y="T35"/>
                </ns1:cxn>
                <ns1:cxn ang="0">
                  <ns1:pos x="T36" y="T37"/>
                </ns1:cxn>
                <ns1:cxn ang="0">
                  <ns1:pos x="T38" y="T39"/>
                </ns1:cxn>
                <ns1:cxn ang="0">
                  <ns1:pos x="T40" y="T41"/>
                </ns1:cxn>
                <ns1:cxn ang="0">
                  <ns1:pos x="T42" y="T43"/>
                </ns1:cxn>
                <ns1:cxn ang="0">
                  <ns1:pos x="T44" y="T45"/>
                </ns1:cxn>
                <ns1:cxn ang="0">
                  <ns1:pos x="T46" y="T47"/>
                </ns1:cxn>
                <ns1:cxn ang="0">
                  <ns1:pos x="T48" y="T49"/>
                </ns1:cxn>
                <ns1:cxn ang="0">
                  <ns1:pos x="T50" y="T51"/>
                </ns1:cxn>
                <ns1:cxn ang="0">
                  <ns1:pos x="T52" y="T53"/>
                </ns1:cxn>
                <ns1:cxn ang="0">
                  <ns1:pos x="T54" y="T55"/>
                </ns1:cxn>
                <ns1:cxn ang="0">
                  <ns1:pos x="T56" y="T57"/>
                </ns1:cxn>
                <ns1:cxn ang="0">
                  <ns1:pos x="T58" y="T59"/>
                </ns1:cxn>
                <ns1:cxn ang="0">
                  <ns1:pos x="T60" y="T61"/>
                </ns1:cxn>
                <ns1:cxn ang="0">
                  <ns1:pos x="T62" y="T63"/>
                </ns1:cxn>
                <ns1:cxn ang="0">
                  <ns1:pos x="T64" y="T65"/>
                </ns1:cxn>
                <ns1:cxn ang="0">
                  <ns1:pos x="T66" y="T67"/>
                </ns1:cxn>
                <ns1:cxn ang="0">
                  <ns1:pos x="T68" y="T69"/>
                </ns1:cxn>
                <ns1:cxn ang="0">
                  <ns1:pos x="T70" y="T71"/>
                </ns1:cxn>
                <ns1:cxn ang="0">
                  <ns1:pos x="T72" y="T73"/>
                </ns1:cxn>
                <ns1:cxn ang="0">
                  <ns1:pos x="T74" y="T75"/>
                </ns1:cxn>
                <ns1:cxn ang="0">
                  <ns1:pos x="T76" y="T77"/>
                </ns1:cxn>
                <ns1:cxn ang="0">
                  <ns1:pos x="T78" y="T79"/>
                </ns1:cxn>
                <ns1:cxn ang="0">
                  <ns1:pos x="T80" y="T81"/>
                </ns1:cxn>
                <ns1:cxn ang="0">
                  <ns1:pos x="T82" y="T83"/>
                </ns1:cxn>
                <ns1:cxn ang="0">
                  <ns1:pos x="T84" y="T85"/>
                </ns1:cxn>
                <ns1:cxn ang="0">
                  <ns1:pos x="T86" y="T87"/>
                </ns1:cxn>
                <ns1:cxn ang="0">
                  <ns1:pos x="T88" y="T89"/>
                </ns1:cxn>
                <ns1:cxn ang="0">
                  <ns1:pos x="T90" y="T91"/>
                </ns1:cxn>
                <ns1:cxn ang="0">
                  <ns1:pos x="T92" y="T93"/>
                </ns1:cxn>
                <ns1:cxn ang="0">
                  <ns1:pos x="T94" y="T95"/>
                </ns1:cxn>
                <ns1:cxn ang="0">
                  <ns1:pos x="T96" y="T97"/>
                </ns1:cxn>
                <ns1:cxn ang="0">
                  <ns1:pos x="T98" y="T99"/>
                </ns1:cxn>
                <ns1:cxn ang="0">
                  <ns1:pos x="T100" y="T101"/>
                </ns1:cxn>
                <ns1:cxn ang="0">
                  <ns1:pos x="T102" y="T103"/>
                </ns1:cxn>
                <ns1:cxn ang="0">
                  <ns1:pos x="T104" y="T105"/>
                </ns1:cxn>
                <ns1:cxn ang="0">
                  <ns1:pos x="T106" y="T107"/>
                </ns1:cxn>
              </ns1:cxnLst>
              <ns1:rect l="0" t="0" r="r" b="b"/>
              <ns1:pathLst>
                <ns1:path w="96" h="128">
                  <ns1:moveTo>
                    <ns1:pt x="84" y="52"/>
                  </ns1:moveTo>
                  <ns1:cubicBezTo>
                    <ns1:pt x="84" y="36"/>
                    <ns1:pt x="84" y="36"/>
                    <ns1:pt x="84" y="36"/>
                  </ns1:cubicBezTo>
                  <ns1:cubicBezTo>
                    <ns1:pt x="84" y="16"/>
                    <ns1:pt x="68" y="0"/>
                    <ns1:pt x="48" y="0"/>
                  </ns1:cubicBezTo>
                  <ns1:cubicBezTo>
                    <ns1:pt x="28" y="0"/>
                    <ns1:pt x="12" y="16"/>
                    <ns1:pt x="12" y="36"/>
                  </ns1:cubicBezTo>
                  <ns1:cubicBezTo>
                    <ns1:pt x="12" y="52"/>
                    <ns1:pt x="12" y="52"/>
                    <ns1:pt x="12" y="52"/>
                  </ns1:cubicBezTo>
                  <ns1:cubicBezTo>
                    <ns1:pt x="5" y="52"/>
                    <ns1:pt x="0" y="57"/>
                    <ns1:pt x="0" y="64"/>
                  </ns1:cubicBezTo>
                  <ns1:cubicBezTo>
                    <ns1:pt x="0" y="76"/>
                    <ns1:pt x="0" y="76"/>
                    <ns1:pt x="0" y="76"/>
                  </ns1:cubicBezTo>
                  <ns1:cubicBezTo>
                    <ns1:pt x="0" y="80"/>
                    <ns1:pt x="0" y="80"/>
                    <ns1:pt x="0" y="80"/>
                  </ns1:cubicBezTo>
                  <ns1:cubicBezTo>
                    <ns1:pt x="0" y="88"/>
                    <ns1:pt x="0" y="88"/>
                    <ns1:pt x="0" y="88"/>
                  </ns1:cubicBezTo>
                  <ns1:cubicBezTo>
                    <ns1:pt x="0" y="92"/>
                    <ns1:pt x="0" y="92"/>
                    <ns1:pt x="0" y="92"/>
                  </ns1:cubicBezTo>
                  <ns1:cubicBezTo>
                    <ns1:pt x="0" y="112"/>
                    <ns1:pt x="16" y="128"/>
                    <ns1:pt x="36" y="128"/>
                  </ns1:cubicBezTo>
                  <ns1:cubicBezTo>
                    <ns1:pt x="60" y="128"/>
                    <ns1:pt x="60" y="128"/>
                    <ns1:pt x="60" y="128"/>
                  </ns1:cubicBezTo>
                  <ns1:cubicBezTo>
                    <ns1:pt x="80" y="128"/>
                    <ns1:pt x="96" y="112"/>
                    <ns1:pt x="96" y="92"/>
                  </ns1:cubicBezTo>
                  <ns1:cubicBezTo>
                    <ns1:pt x="96" y="88"/>
                    <ns1:pt x="96" y="88"/>
                    <ns1:pt x="96" y="88"/>
                  </ns1:cubicBezTo>
                  <ns1:cubicBezTo>
                    <ns1:pt x="96" y="80"/>
                    <ns1:pt x="96" y="80"/>
                    <ns1:pt x="96" y="80"/>
                  </ns1:cubicBezTo>
                  <ns1:cubicBezTo>
                    <ns1:pt x="96" y="76"/>
                    <ns1:pt x="96" y="76"/>
                    <ns1:pt x="96" y="76"/>
                  </ns1:cubicBezTo>
                  <ns1:cubicBezTo>
                    <ns1:pt x="96" y="64"/>
                    <ns1:pt x="96" y="64"/>
                    <ns1:pt x="96" y="64"/>
                  </ns1:cubicBezTo>
                  <ns1:cubicBezTo>
                    <ns1:pt x="96" y="57"/>
                    <ns1:pt x="91" y="52"/>
                    <ns1:pt x="84" y="52"/>
                  </ns1:cubicBezTo>
                  <ns1:close/>
                  <ns1:moveTo>
                    <ns1:pt x="20" y="36"/>
                  </ns1:moveTo>
                  <ns1:cubicBezTo>
                    <ns1:pt x="20" y="21"/>
                    <ns1:pt x="33" y="8"/>
                    <ns1:pt x="48" y="8"/>
                  </ns1:cubicBezTo>
                  <ns1:cubicBezTo>
                    <ns1:pt x="63" y="8"/>
                    <ns1:pt x="76" y="21"/>
                    <ns1:pt x="76" y="36"/>
                  </ns1:cubicBezTo>
                  <ns1:cubicBezTo>
                    <ns1:pt x="76" y="52"/>
                    <ns1:pt x="76" y="52"/>
                    <ns1:pt x="76" y="52"/>
                  </ns1:cubicBezTo>
                  <ns1:cubicBezTo>
                    <ns1:pt x="68" y="52"/>
                    <ns1:pt x="68" y="52"/>
                    <ns1:pt x="68" y="52"/>
                  </ns1:cubicBezTo>
                  <ns1:cubicBezTo>
                    <ns1:pt x="68" y="36"/>
                    <ns1:pt x="68" y="36"/>
                    <ns1:pt x="68" y="36"/>
                  </ns1:cubicBezTo>
                  <ns1:cubicBezTo>
                    <ns1:pt x="68" y="25"/>
                    <ns1:pt x="59" y="16"/>
                    <ns1:pt x="48" y="16"/>
                  </ns1:cubicBezTo>
                  <ns1:cubicBezTo>
                    <ns1:pt x="37" y="16"/>
                    <ns1:pt x="28" y="25"/>
                    <ns1:pt x="28" y="36"/>
                  </ns1:cubicBezTo>
                  <ns1:cubicBezTo>
                    <ns1:pt x="28" y="52"/>
                    <ns1:pt x="28" y="52"/>
                    <ns1:pt x="28" y="52"/>
                  </ns1:cubicBezTo>
                  <ns1:cubicBezTo>
                    <ns1:pt x="20" y="52"/>
                    <ns1:pt x="20" y="52"/>
                    <ns1:pt x="20" y="52"/>
                  </ns1:cubicBezTo>
                  <ns1:lnTo>
                    <ns1:pt x="20" y="36"/>
                  </ns1:lnTo>
                  <ns1:close/>
                  <ns1:moveTo>
                    <ns1:pt x="64" y="36"/>
                  </ns1:moveTo>
                  <ns1:cubicBezTo>
                    <ns1:pt x="64" y="36"/>
                    <ns1:pt x="64" y="36"/>
                    <ns1:pt x="64" y="36"/>
                  </ns1:cubicBezTo>
                  <ns1:cubicBezTo>
                    <ns1:pt x="64" y="52"/>
                    <ns1:pt x="64" y="52"/>
                    <ns1:pt x="64" y="52"/>
                  </ns1:cubicBezTo>
                  <ns1:cubicBezTo>
                    <ns1:pt x="32" y="52"/>
                    <ns1:pt x="32" y="52"/>
                    <ns1:pt x="32" y="52"/>
                  </ns1:cubicBezTo>
                  <ns1:cubicBezTo>
                    <ns1:pt x="32" y="36"/>
                    <ns1:pt x="32" y="36"/>
                    <ns1:pt x="32" y="36"/>
                  </ns1:cubicBezTo>
                  <ns1:cubicBezTo>
                    <ns1:pt x="32" y="36"/>
                    <ns1:pt x="32" y="36"/>
                    <ns1:pt x="32" y="36"/>
                  </ns1:cubicBezTo>
                  <ns1:cubicBezTo>
                    <ns1:pt x="32" y="27"/>
                    <ns1:pt x="39" y="20"/>
                    <ns1:pt x="48" y="20"/>
                  </ns1:cubicBezTo>
                  <ns1:cubicBezTo>
                    <ns1:pt x="57" y="20"/>
                    <ns1:pt x="64" y="27"/>
                    <ns1:pt x="64" y="36"/>
                  </ns1:cubicBezTo>
                  <ns1:close/>
                  <ns1:moveTo>
                    <ns1:pt x="88" y="76"/>
                  </ns1:moveTo>
                  <ns1:cubicBezTo>
                    <ns1:pt x="88" y="80"/>
                    <ns1:pt x="88" y="80"/>
                    <ns1:pt x="88" y="80"/>
                  </ns1:cubicBezTo>
                  <ns1:cubicBezTo>
                    <ns1:pt x="88" y="88"/>
                    <ns1:pt x="88" y="88"/>
                    <ns1:pt x="88" y="88"/>
                  </ns1:cubicBezTo>
                  <ns1:cubicBezTo>
                    <ns1:pt x="88" y="92"/>
                    <ns1:pt x="88" y="92"/>
                    <ns1:pt x="88" y="92"/>
                  </ns1:cubicBezTo>
                  <ns1:cubicBezTo>
                    <ns1:pt x="88" y="107"/>
                    <ns1:pt x="75" y="120"/>
                    <ns1:pt x="60" y="120"/>
                  </ns1:cubicBezTo>
                  <ns1:cubicBezTo>
                    <ns1:pt x="36" y="120"/>
                    <ns1:pt x="36" y="120"/>
                    <ns1:pt x="36" y="120"/>
                  </ns1:cubicBezTo>
                  <ns1:cubicBezTo>
                    <ns1:pt x="21" y="120"/>
                    <ns1:pt x="8" y="107"/>
                    <ns1:pt x="8" y="92"/>
                  </ns1:cubicBezTo>
                  <ns1:cubicBezTo>
                    <ns1:pt x="8" y="88"/>
                    <ns1:pt x="8" y="88"/>
                    <ns1:pt x="8" y="88"/>
                  </ns1:cubicBezTo>
                  <ns1:cubicBezTo>
                    <ns1:pt x="8" y="80"/>
                    <ns1:pt x="8" y="80"/>
                    <ns1:pt x="8" y="80"/>
                  </ns1:cubicBezTo>
                  <ns1:cubicBezTo>
                    <ns1:pt x="8" y="76"/>
                    <ns1:pt x="8" y="76"/>
                    <ns1:pt x="8" y="76"/>
                  </ns1:cubicBezTo>
                  <ns1:cubicBezTo>
                    <ns1:pt x="8" y="64"/>
                    <ns1:pt x="8" y="64"/>
                    <ns1:pt x="8" y="64"/>
                  </ns1:cubicBezTo>
                  <ns1:cubicBezTo>
                    <ns1:pt x="8" y="62"/>
                    <ns1:pt x="10" y="60"/>
                    <ns1:pt x="12" y="60"/>
                  </ns1:cubicBezTo>
                  <ns1:cubicBezTo>
                    <ns1:pt x="15" y="60"/>
                    <ns1:pt x="17" y="60"/>
                    <ns1:pt x="20" y="60"/>
                  </ns1:cubicBezTo>
                  <ns1:cubicBezTo>
                    <ns1:pt x="76" y="60"/>
                    <ns1:pt x="76" y="60"/>
                    <ns1:pt x="76" y="60"/>
                  </ns1:cubicBezTo>
                  <ns1:cubicBezTo>
                    <ns1:pt x="79" y="60"/>
                    <ns1:pt x="81" y="60"/>
                    <ns1:pt x="84" y="60"/>
                  </ns1:cubicBezTo>
                  <ns1:cubicBezTo>
                    <ns1:pt x="86" y="60"/>
                    <ns1:pt x="88" y="62"/>
                    <ns1:pt x="88" y="64"/>
                  </ns1:cubicBezTo>
                  <ns1:lnTo>
                    <ns1:pt x="88" y="76"/>
                  </ns1:lnTo>
                  <ns1:close/>
                </ns1:path>
              </ns1:pathLst>
            </ns1:custGeom>
            <ns1:grpFill/>
            <ns1:ln>
              <ns1:noFill/>
            </ns1:ln>
            <ns1:extLst>
              <ns1:ext uri="{91240B29-F687-4F45-9708-019B960494DF}">
                <ns2:hiddenLine w="9525">
                  <ns1:solidFill>
                    <ns1:srgbClr val="000000"/>
                  </ns1:solidFill>
                  <ns1:round/>
                  <ns1:headEnd/>
                  <ns1:tailEnd/>
                </ns2:hiddenLine>
              </ns1:ext>
            </ns1:extLst>
          </ns0:spPr>
          <ns0:txBody>
            <ns1:bodyPr vert="horz" wrap="square" lIns="91440" tIns="45720" rIns="91440" bIns="45720" numCol="1" anchor="t" anchorCtr="0" compatLnSpc="1">
              <ns1:prstTxWarp prst="textNoShape">
                <ns1:avLst/>
              </ns1:prstTxWarp>
            </ns1:bodyPr>
            <ns1:lstStyle/>
            <ns1:p>
              <ns1:endParaRPr lang="id-ID" sz="2700"/>
            </ns1:p>
          </ns0:txBody>
        </ns0:sp>
        <ns0:sp>
          <ns0:nvSpPr>
            <ns0:cNvPr id="311" name="Freeform 117"/>
            <ns0:cNvSpPr>
              <ns1:spLocks/>
            </ns0:cNvSpPr>
            <ns0:nvPr/>
          </ns0:nvSpPr>
          <ns0:spPr bwMode="auto">
            <ns1:xfrm>
              <ns1:off x="2611567" y="2181195"/>
              <ns1:ext cx="50168" cy="75252"/>
            </ns1:xfrm>
            <ns1:custGeom>
              <ns1:avLst/>
              <ns1:gdLst>
                <ns1:gd name="T0" fmla="*/ 8 w 16"/>
                <ns1:gd name="T1" fmla="*/ 0 h 24"/>
                <ns1:gd name="T2" fmla="*/ 0 w 16"/>
                <ns1:gd name="T3" fmla="*/ 8 h 24"/>
                <ns1:gd name="T4" fmla="*/ 3 w 16"/>
                <ns1:gd name="T5" fmla="*/ 19 h 24"/>
                <ns1:gd name="T6" fmla="*/ 8 w 16"/>
                <ns1:gd name="T7" fmla="*/ 24 h 24"/>
                <ns1:gd name="T8" fmla="*/ 13 w 16"/>
                <ns1:gd name="T9" fmla="*/ 19 h 24"/>
                <ns1:gd name="T10" fmla="*/ 16 w 16"/>
                <ns1:gd name="T11" fmla="*/ 8 h 24"/>
                <ns1:gd name="T12" fmla="*/ 8 w 16"/>
                <ns1:gd name="T13" fmla="*/ 0 h 24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</ns1:cxnLst>
              <ns1:rect l="0" t="0" r="r" b="b"/>
              <ns1:pathLst>
                <ns1:path w="16" h="24">
                  <ns1:moveTo>
                    <ns1:pt x="8" y="0"/>
                  </ns1:moveTo>
                  <ns1:cubicBezTo>
                    <ns1:pt x="4" y="0"/>
                    <ns1:pt x="0" y="4"/>
                    <ns1:pt x="0" y="8"/>
                  </ns1:cubicBezTo>
                  <ns1:cubicBezTo>
                    <ns1:pt x="0" y="10"/>
                    <ns1:pt x="1" y="15"/>
                    <ns1:pt x="3" y="19"/>
                  </ns1:cubicBezTo>
                  <ns1:cubicBezTo>
                    <ns1:pt x="4" y="22"/>
                    <ns1:pt x="5" y="24"/>
                    <ns1:pt x="8" y="24"/>
                  </ns1:cubicBezTo>
                  <ns1:cubicBezTo>
                    <ns1:pt x="11" y="24"/>
                    <ns1:pt x="12" y="22"/>
                    <ns1:pt x="13" y="19"/>
                  </ns1:cubicBezTo>
                  <ns1:cubicBezTo>
                    <ns1:pt x="15" y="15"/>
                    <ns1:pt x="16" y="10"/>
                    <ns1:pt x="16" y="8"/>
                  </ns1:cubicBezTo>
                  <ns1:cubicBezTo>
                    <ns1:pt x="16" y="4"/>
                    <ns1:pt x="12" y="0"/>
                    <ns1:pt x="8" y="0"/>
                  </ns1:cubicBezTo>
                  <ns1:close/>
                </ns1:path>
              </ns1:pathLst>
            </ns1:custGeom>
            <ns1:grpFill/>
            <ns1:ln>
              <ns1:noFill/>
            </ns1:ln>
            <ns1:extLst>
              <ns1:ext uri="{91240B29-F687-4F45-9708-019B960494DF}">
                <ns2:hiddenLine w="9525">
                  <ns1:solidFill>
                    <ns1:srgbClr val="000000"/>
                  </ns1:solidFill>
                  <ns1:round/>
                  <ns1:headEnd/>
                  <ns1:tailEnd/>
                </ns2:hiddenLine>
              </ns1:ext>
            </ns1:extLst>
          </ns0:spPr>
          <ns0:txBody>
            <ns1:bodyPr vert="horz" wrap="square" lIns="91440" tIns="45720" rIns="91440" bIns="45720" numCol="1" anchor="t" anchorCtr="0" compatLnSpc="1">
              <ns1:prstTxWarp prst="textNoShape">
                <ns1:avLst/>
              </ns1:prstTxWarp>
            </ns1:bodyPr>
            <ns1:lstStyle/>
            <ns1:p>
              <ns1:endParaRPr lang="id-ID" sz="2700"/>
            </ns1:p>
          </ns0:txBody>
        </ns0:sp>
      </ns0:grpSp>
      <ns0:grpSp>
        <ns0:nvGrpSpPr>
          <ns0:cNvPr id="312" name="Group 311"/>
          <ns0:cNvGrpSpPr/>
          <ns0:nvPr/>
        </ns0:nvGrpSpPr>
        <ns0:grpSpPr>
          <ns1:xfrm>
            <ns1:off x="2282654" y="6018518"/>
            <ns1:ext cx="385001" cy="367094"/>
            <ns1:chOff x="3519489" y="2917825"/>
            <ns1:chExt cx="341313" cy="325438"/>
          </ns1:xfrm>
          <ns1:solidFill>
            <ns1:schemeClr val="tx1"/>
          </ns1:solidFill>
        </ns0:grpSpPr>
        <ns0:sp>
          <ns0:nvSpPr>
            <ns0:cNvPr id="313" name="Freeform 106"/>
            <ns0:cNvSpPr>
              <ns1:spLocks noEditPoints="1"/>
            </ns0:cNvSpPr>
            <ns0:nvPr/>
          </ns0:nvSpPr>
          <ns0:spPr bwMode="auto">
            <ns1:xfrm>
              <ns1:off x="3519489" y="2917825"/>
              <ns1:ext cx="341313" cy="325438"/>
            </ns1:xfrm>
            <ns1:custGeom>
              <ns1:avLst/>
              <ns1:gdLst>
                <ns1:gd name="T0" fmla="*/ 117 w 128"/>
                <ns1:gd name="T1" fmla="*/ 0 h 122"/>
                <ns1:gd name="T2" fmla="*/ 11 w 128"/>
                <ns1:gd name="T3" fmla="*/ 0 h 122"/>
                <ns1:gd name="T4" fmla="*/ 0 w 128"/>
                <ns1:gd name="T5" fmla="*/ 11 h 122"/>
                <ns1:gd name="T6" fmla="*/ 0 w 128"/>
                <ns1:gd name="T7" fmla="*/ 93 h 122"/>
                <ns1:gd name="T8" fmla="*/ 11 w 128"/>
                <ns1:gd name="T9" fmla="*/ 104 h 122"/>
                <ns1:gd name="T10" fmla="*/ 43 w 128"/>
                <ns1:gd name="T11" fmla="*/ 104 h 122"/>
                <ns1:gd name="T12" fmla="*/ 37 w 128"/>
                <ns1:gd name="T13" fmla="*/ 110 h 122"/>
                <ns1:gd name="T14" fmla="*/ 34 w 128"/>
                <ns1:gd name="T15" fmla="*/ 113 h 122"/>
                <ns1:gd name="T16" fmla="*/ 34 w 128"/>
                <ns1:gd name="T17" fmla="*/ 118 h 122"/>
                <ns1:gd name="T18" fmla="*/ 42 w 128"/>
                <ns1:gd name="T19" fmla="*/ 122 h 122"/>
                <ns1:gd name="T20" fmla="*/ 86 w 128"/>
                <ns1:gd name="T21" fmla="*/ 122 h 122"/>
                <ns1:gd name="T22" fmla="*/ 94 w 128"/>
                <ns1:gd name="T23" fmla="*/ 118 h 122"/>
                <ns1:gd name="T24" fmla="*/ 94 w 128"/>
                <ns1:gd name="T25" fmla="*/ 113 h 122"/>
                <ns1:gd name="T26" fmla="*/ 91 w 128"/>
                <ns1:gd name="T27" fmla="*/ 110 h 122"/>
                <ns1:gd name="T28" fmla="*/ 85 w 128"/>
                <ns1:gd name="T29" fmla="*/ 104 h 122"/>
                <ns1:gd name="T30" fmla="*/ 117 w 128"/>
                <ns1:gd name="T31" fmla="*/ 104 h 122"/>
                <ns1:gd name="T32" fmla="*/ 128 w 128"/>
                <ns1:gd name="T33" fmla="*/ 93 h 122"/>
                <ns1:gd name="T34" fmla="*/ 128 w 128"/>
                <ns1:gd name="T35" fmla="*/ 11 h 122"/>
                <ns1:gd name="T36" fmla="*/ 117 w 128"/>
                <ns1:gd name="T37" fmla="*/ 0 h 122"/>
                <ns1:gd name="T38" fmla="*/ 88 w 128"/>
                <ns1:gd name="T39" fmla="*/ 113 h 122"/>
                <ns1:gd name="T40" fmla="*/ 90 w 128"/>
                <ns1:gd name="T41" fmla="*/ 116 h 122"/>
                <ns1:gd name="T42" fmla="*/ 90 w 128"/>
                <ns1:gd name="T43" fmla="*/ 116 h 122"/>
                <ns1:gd name="T44" fmla="*/ 86 w 128"/>
                <ns1:gd name="T45" fmla="*/ 118 h 122"/>
                <ns1:gd name="T46" fmla="*/ 42 w 128"/>
                <ns1:gd name="T47" fmla="*/ 118 h 122"/>
                <ns1:gd name="T48" fmla="*/ 38 w 128"/>
                <ns1:gd name="T49" fmla="*/ 116 h 122"/>
                <ns1:gd name="T50" fmla="*/ 38 w 128"/>
                <ns1:gd name="T51" fmla="*/ 116 h 122"/>
                <ns1:gd name="T52" fmla="*/ 38 w 128"/>
                <ns1:gd name="T53" fmla="*/ 116 h 122"/>
                <ns1:gd name="T54" fmla="*/ 40 w 128"/>
                <ns1:gd name="T55" fmla="*/ 113 h 122"/>
                <ns1:gd name="T56" fmla="*/ 48 w 128"/>
                <ns1:gd name="T57" fmla="*/ 104 h 122"/>
                <ns1:gd name="T58" fmla="*/ 80 w 128"/>
                <ns1:gd name="T59" fmla="*/ 104 h 122"/>
                <ns1:gd name="T60" fmla="*/ 88 w 128"/>
                <ns1:gd name="T61" fmla="*/ 113 h 122"/>
                <ns1:gd name="T62" fmla="*/ 120 w 128"/>
                <ns1:gd name="T63" fmla="*/ 93 h 122"/>
                <ns1:gd name="T64" fmla="*/ 117 w 128"/>
                <ns1:gd name="T65" fmla="*/ 96 h 122"/>
                <ns1:gd name="T66" fmla="*/ 11 w 128"/>
                <ns1:gd name="T67" fmla="*/ 96 h 122"/>
                <ns1:gd name="T68" fmla="*/ 8 w 128"/>
                <ns1:gd name="T69" fmla="*/ 93 h 122"/>
                <ns1:gd name="T70" fmla="*/ 8 w 128"/>
                <ns1:gd name="T71" fmla="*/ 11 h 122"/>
                <ns1:gd name="T72" fmla="*/ 11 w 128"/>
                <ns1:gd name="T73" fmla="*/ 8 h 122"/>
                <ns1:gd name="T74" fmla="*/ 117 w 128"/>
                <ns1:gd name="T75" fmla="*/ 8 h 122"/>
                <ns1:gd name="T76" fmla="*/ 120 w 128"/>
                <ns1:gd name="T77" fmla="*/ 11 h 122"/>
                <ns1:gd name="T78" fmla="*/ 120 w 128"/>
                <ns1:gd name="T79" fmla="*/ 93 h 122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  <ns1:cxn ang="0">
                  <ns1:pos x="T14" y="T15"/>
                </ns1:cxn>
                <ns1:cxn ang="0">
                  <ns1:pos x="T16" y="T17"/>
                </ns1:cxn>
                <ns1:cxn ang="0">
                  <ns1:pos x="T18" y="T19"/>
                </ns1:cxn>
                <ns1:cxn ang="0">
                  <ns1:pos x="T20" y="T21"/>
                </ns1:cxn>
                <ns1:cxn ang="0">
                  <ns1:pos x="T22" y="T23"/>
                </ns1:cxn>
                <ns1:cxn ang="0">
                  <ns1:pos x="T24" y="T25"/>
                </ns1:cxn>
                <ns1:cxn ang="0">
                  <ns1:pos x="T26" y="T27"/>
                </ns1:cxn>
                <ns1:cxn ang="0">
                  <ns1:pos x="T28" y="T29"/>
                </ns1:cxn>
                <ns1:cxn ang="0">
                  <ns1:pos x="T30" y="T31"/>
                </ns1:cxn>
                <ns1:cxn ang="0">
                  <ns1:pos x="T32" y="T33"/>
                </ns1:cxn>
                <ns1:cxn ang="0">
                  <ns1:pos x="T34" y="T35"/>
                </ns1:cxn>
                <ns1:cxn ang="0">
                  <ns1:pos x="T36" y="T37"/>
                </ns1:cxn>
                <ns1:cxn ang="0">
                  <ns1:pos x="T38" y="T39"/>
                </ns1:cxn>
                <ns1:cxn ang="0">
                  <ns1:pos x="T40" y="T41"/>
                </ns1:cxn>
                <ns1:cxn ang="0">
                  <ns1:pos x="T42" y="T43"/>
                </ns1:cxn>
                <ns1:cxn ang="0">
                  <ns1:pos x="T44" y="T45"/>
                </ns1:cxn>
                <ns1:cxn ang="0">
                  <ns1:pos x="T46" y="T47"/>
                </ns1:cxn>
                <ns1:cxn ang="0">
                  <ns1:pos x="T48" y="T49"/>
                </ns1:cxn>
                <ns1:cxn ang="0">
                  <ns1:pos x="T50" y="T51"/>
                </ns1:cxn>
                <ns1:cxn ang="0">
                  <ns1:pos x="T52" y="T53"/>
                </ns1:cxn>
                <ns1:cxn ang="0">
                  <ns1:pos x="T54" y="T55"/>
                </ns1:cxn>
                <ns1:cxn ang="0">
                  <ns1:pos x="T56" y="T57"/>
                </ns1:cxn>
                <ns1:cxn ang="0">
                  <ns1:pos x="T58" y="T59"/>
                </ns1:cxn>
                <ns1:cxn ang="0">
                  <ns1:pos x="T60" y="T61"/>
                </ns1:cxn>
                <ns1:cxn ang="0">
                  <ns1:pos x="T62" y="T63"/>
                </ns1:cxn>
                <ns1:cxn ang="0">
                  <ns1:pos x="T64" y="T65"/>
                </ns1:cxn>
                <ns1:cxn ang="0">
                  <ns1:pos x="T66" y="T67"/>
                </ns1:cxn>
                <ns1:cxn ang="0">
                  <ns1:pos x="T68" y="T69"/>
                </ns1:cxn>
                <ns1:cxn ang="0">
                  <ns1:pos x="T70" y="T71"/>
                </ns1:cxn>
                <ns1:cxn ang="0">
                  <ns1:pos x="T72" y="T73"/>
                </ns1:cxn>
                <ns1:cxn ang="0">
                  <ns1:pos x="T74" y="T75"/>
                </ns1:cxn>
                <ns1:cxn ang="0">
                  <ns1:pos x="T76" y="T77"/>
                </ns1:cxn>
                <ns1:cxn ang="0">
                  <ns1:pos x="T78" y="T79"/>
                </ns1:cxn>
              </ns1:cxnLst>
              <ns1:rect l="0" t="0" r="r" b="b"/>
              <ns1:pathLst>
                <ns1:path w="128" h="122">
                  <ns1:moveTo>
                    <ns1:pt x="117" y="0"/>
                  </ns1:moveTo>
                  <ns1:cubicBezTo>
                    <ns1:pt x="11" y="0"/>
                    <ns1:pt x="11" y="0"/>
                    <ns1:pt x="11" y="0"/>
                  </ns1:cubicBezTo>
                  <ns1:cubicBezTo>
                    <ns1:pt x="5" y="0"/>
                    <ns1:pt x="0" y="5"/>
                    <ns1:pt x="0" y="11"/>
                  </ns1:cubicBezTo>
                  <ns1:cubicBezTo>
                    <ns1:pt x="0" y="93"/>
                    <ns1:pt x="0" y="93"/>
                    <ns1:pt x="0" y="93"/>
                  </ns1:cubicBezTo>
                  <ns1:cubicBezTo>
                    <ns1:pt x="0" y="99"/>
                    <ns1:pt x="5" y="104"/>
                    <ns1:pt x="11" y="104"/>
                  </ns1:cubicBezTo>
                  <ns1:cubicBezTo>
                    <ns1:pt x="43" y="104"/>
                    <ns1:pt x="43" y="104"/>
                    <ns1:pt x="43" y="104"/>
                  </ns1:cubicBezTo>
                  <ns1:cubicBezTo>
                    <ns1:pt x="41" y="106"/>
                    <ns1:pt x="39" y="109"/>
                    <ns1:pt x="37" y="110"/>
                  </ns1:cubicBezTo>
                  <ns1:cubicBezTo>
                    <ns1:pt x="36" y="111"/>
                    <ns1:pt x="35" y="112"/>
                    <ns1:pt x="34" y="113"/>
                  </ns1:cubicBezTo>
                  <ns1:cubicBezTo>
                    <ns1:pt x="34" y="114"/>
                    <ns1:pt x="33" y="116"/>
                    <ns1:pt x="34" y="118"/>
                  </ns1:cubicBezTo>
                  <ns1:cubicBezTo>
                    <ns1:pt x="35" y="120"/>
                    <ns1:pt x="37" y="122"/>
                    <ns1:pt x="42" y="122"/>
                  </ns1:cubicBezTo>
                  <ns1:cubicBezTo>
                    <ns1:pt x="86" y="122"/>
                    <ns1:pt x="86" y="122"/>
                    <ns1:pt x="86" y="122"/>
                  </ns1:cubicBezTo>
                  <ns1:cubicBezTo>
                    <ns1:pt x="91" y="122"/>
                    <ns1:pt x="93" y="120"/>
                    <ns1:pt x="94" y="118"/>
                  </ns1:cubicBezTo>
                  <ns1:cubicBezTo>
                    <ns1:pt x="95" y="116"/>
                    <ns1:pt x="94" y="114"/>
                    <ns1:pt x="94" y="113"/>
                  </ns1:cubicBezTo>
                  <ns1:cubicBezTo>
                    <ns1:pt x="93" y="112"/>
                    <ns1:pt x="92" y="111"/>
                    <ns1:pt x="91" y="110"/>
                  </ns1:cubicBezTo>
                  <ns1:cubicBezTo>
                    <ns1:pt x="89" y="109"/>
                    <ns1:pt x="87" y="106"/>
                    <ns1:pt x="85" y="104"/>
                  </ns1:cubicBezTo>
                  <ns1:cubicBezTo>
                    <ns1:pt x="117" y="104"/>
                    <ns1:pt x="117" y="104"/>
                    <ns1:pt x="117" y="104"/>
                  </ns1:cubicBezTo>
                  <ns1:cubicBezTo>
                    <ns1:pt x="123" y="104"/>
                    <ns1:pt x="128" y="99"/>
                    <ns1:pt x="128" y="93"/>
                  </ns1:cubicBezTo>
                  <ns1:cubicBezTo>
                    <ns1:pt x="128" y="11"/>
                    <ns1:pt x="128" y="11"/>
                    <ns1:pt x="128" y="11"/>
                  </ns1:cubicBezTo>
                  <ns1:cubicBezTo>
                    <ns1:pt x="128" y="5"/>
                    <ns1:pt x="123" y="0"/>
                    <ns1:pt x="117" y="0"/>
                  </ns1:cubicBezTo>
                  <ns1:close/>
                  <ns1:moveTo>
                    <ns1:pt x="88" y="113"/>
                  </ns1:moveTo>
                  <ns1:cubicBezTo>
                    <ns1:pt x="89" y="114"/>
                    <ns1:pt x="90" y="115"/>
                    <ns1:pt x="90" y="116"/>
                  </ns1:cubicBezTo>
                  <ns1:cubicBezTo>
                    <ns1:pt x="90" y="116"/>
                    <ns1:pt x="91" y="116"/>
                    <ns1:pt x="90" y="116"/>
                  </ns1:cubicBezTo>
                  <ns1:cubicBezTo>
                    <ns1:pt x="90" y="117"/>
                    <ns1:pt x="88" y="118"/>
                    <ns1:pt x="86" y="118"/>
                  </ns1:cubicBezTo>
                  <ns1:cubicBezTo>
                    <ns1:pt x="42" y="118"/>
                    <ns1:pt x="42" y="118"/>
                    <ns1:pt x="42" y="118"/>
                  </ns1:cubicBezTo>
                  <ns1:cubicBezTo>
                    <ns1:pt x="40" y="118"/>
                    <ns1:pt x="38" y="117"/>
                    <ns1:pt x="38" y="116"/>
                  </ns1:cubicBezTo>
                  <ns1:cubicBezTo>
                    <ns1:pt x="38" y="116"/>
                    <ns1:pt x="38" y="116"/>
                    <ns1:pt x="38" y="116"/>
                  </ns1:cubicBezTo>
                  <ns1:cubicBezTo>
                    <ns1:pt x="38" y="116"/>
                    <ns1:pt x="38" y="116"/>
                    <ns1:pt x="38" y="116"/>
                  </ns1:cubicBezTo>
                  <ns1:cubicBezTo>
                    <ns1:pt x="38" y="115"/>
                    <ns1:pt x="39" y="114"/>
                    <ns1:pt x="40" y="113"/>
                  </ns1:cubicBezTo>
                  <ns1:cubicBezTo>
                    <ns1:pt x="44" y="109"/>
                    <ns1:pt x="47" y="106"/>
                    <ns1:pt x="48" y="104"/>
                  </ns1:cubicBezTo>
                  <ns1:cubicBezTo>
                    <ns1:pt x="80" y="104"/>
                    <ns1:pt x="80" y="104"/>
                    <ns1:pt x="80" y="104"/>
                  </ns1:cubicBezTo>
                  <ns1:cubicBezTo>
                    <ns1:pt x="81" y="106"/>
                    <ns1:pt x="84" y="109"/>
                    <ns1:pt x="88" y="113"/>
                  </ns1:cubicBezTo>
                  <ns1:close/>
                  <ns1:moveTo>
                    <ns1:pt x="120" y="93"/>
                  </ns1:moveTo>
                  <ns1:cubicBezTo>
                    <ns1:pt x="120" y="95"/>
                    <ns1:pt x="119" y="96"/>
                    <ns1:pt x="117" y="96"/>
                  </ns1:cubicBezTo>
                  <ns1:cubicBezTo>
                    <ns1:pt x="11" y="96"/>
                    <ns1:pt x="11" y="96"/>
                    <ns1:pt x="11" y="96"/>
                  </ns1:cubicBezTo>
                  <ns1:cubicBezTo>
                    <ns1:pt x="9" y="96"/>
                    <ns1:pt x="8" y="95"/>
                    <ns1:pt x="8" y="93"/>
                  </ns1:cubicBezTo>
                  <ns1:cubicBezTo>
                    <ns1:pt x="8" y="11"/>
                    <ns1:pt x="8" y="11"/>
                    <ns1:pt x="8" y="11"/>
                  </ns1:cubicBezTo>
                  <ns1:cubicBezTo>
                    <ns1:pt x="8" y="9"/>
                    <ns1:pt x="9" y="8"/>
                    <ns1:pt x="11" y="8"/>
                  </ns1:cubicBezTo>
                  <ns1:cubicBezTo>
                    <ns1:pt x="117" y="8"/>
                    <ns1:pt x="117" y="8"/>
                    <ns1:pt x="117" y="8"/>
                  </ns1:cubicBezTo>
                  <ns1:cubicBezTo>
                    <ns1:pt x="119" y="8"/>
                    <ns1:pt x="120" y="9"/>
                    <ns1:pt x="120" y="11"/>
                  </ns1:cubicBezTo>
                  <ns1:lnTo>
                    <ns1:pt x="120" y="93"/>
                  </ns1:lnTo>
                  <ns1:close/>
                </ns1:path>
              </ns1:pathLst>
            </ns1:custGeom>
            <ns1:grpFill/>
            <ns1:ln>
              <ns1:noFill/>
            </ns1:ln>
            <ns1:extLst>
              <ns1:ext uri="{91240B29-F687-4F45-9708-019B960494DF}">
                <ns2:hiddenLine w="9525">
                  <ns1:solidFill>
                    <ns1:srgbClr val="000000"/>
                  </ns1:solidFill>
                  <ns1:round/>
                  <ns1:headEnd/>
                  <ns1:tailEnd/>
                </ns2:hiddenLine>
              </ns1:ext>
            </ns1:extLst>
          </ns0:spPr>
          <ns0:txBody>
            <ns1:bodyPr vert="horz" wrap="square" lIns="91440" tIns="45720" rIns="91440" bIns="45720" numCol="1" anchor="t" anchorCtr="0" compatLnSpc="1">
              <ns1:prstTxWarp prst="textNoShape">
                <ns1:avLst/>
              </ns1:prstTxWarp>
            </ns1:bodyPr>
            <ns1:lstStyle/>
            <ns1:p>
              <ns1:endParaRPr lang="id-ID" sz="2700"/>
            </ns1:p>
          </ns0:txBody>
        </ns0:sp>
        <ns0:sp>
          <ns0:nvSpPr>
            <ns0:cNvPr id="314" name="Freeform 107"/>
            <ns0:cNvSpPr>
              <ns1:spLocks noEditPoints="1"/>
            </ns0:cNvSpPr>
            <ns0:nvPr/>
          </ns0:nvSpPr>
          <ns0:spPr bwMode="auto">
            <ns1:xfrm>
              <ns1:off x="3562351" y="2960688"/>
              <ns1:ext cx="255588" cy="171450"/>
            </ns1:xfrm>
            <ns1:custGeom>
              <ns1:avLst/>
              <ns1:gdLst>
                <ns1:gd name="T0" fmla="*/ 89 w 96"/>
                <ns1:gd name="T1" fmla="*/ 0 h 64"/>
                <ns1:gd name="T2" fmla="*/ 7 w 96"/>
                <ns1:gd name="T3" fmla="*/ 0 h 64"/>
                <ns1:gd name="T4" fmla="*/ 0 w 96"/>
                <ns1:gd name="T5" fmla="*/ 7 h 64"/>
                <ns1:gd name="T6" fmla="*/ 0 w 96"/>
                <ns1:gd name="T7" fmla="*/ 57 h 64"/>
                <ns1:gd name="T8" fmla="*/ 7 w 96"/>
                <ns1:gd name="T9" fmla="*/ 64 h 64"/>
                <ns1:gd name="T10" fmla="*/ 89 w 96"/>
                <ns1:gd name="T11" fmla="*/ 64 h 64"/>
                <ns1:gd name="T12" fmla="*/ 96 w 96"/>
                <ns1:gd name="T13" fmla="*/ 57 h 64"/>
                <ns1:gd name="T14" fmla="*/ 96 w 96"/>
                <ns1:gd name="T15" fmla="*/ 7 h 64"/>
                <ns1:gd name="T16" fmla="*/ 89 w 96"/>
                <ns1:gd name="T17" fmla="*/ 0 h 64"/>
                <ns1:gd name="T18" fmla="*/ 92 w 96"/>
                <ns1:gd name="T19" fmla="*/ 57 h 64"/>
                <ns1:gd name="T20" fmla="*/ 89 w 96"/>
                <ns1:gd name="T21" fmla="*/ 60 h 64"/>
                <ns1:gd name="T22" fmla="*/ 7 w 96"/>
                <ns1:gd name="T23" fmla="*/ 60 h 64"/>
                <ns1:gd name="T24" fmla="*/ 4 w 96"/>
                <ns1:gd name="T25" fmla="*/ 57 h 64"/>
                <ns1:gd name="T26" fmla="*/ 4 w 96"/>
                <ns1:gd name="T27" fmla="*/ 7 h 64"/>
                <ns1:gd name="T28" fmla="*/ 7 w 96"/>
                <ns1:gd name="T29" fmla="*/ 4 h 64"/>
                <ns1:gd name="T30" fmla="*/ 89 w 96"/>
                <ns1:gd name="T31" fmla="*/ 4 h 64"/>
                <ns1:gd name="T32" fmla="*/ 92 w 96"/>
                <ns1:gd name="T33" fmla="*/ 7 h 64"/>
                <ns1:gd name="T34" fmla="*/ 92 w 96"/>
                <ns1:gd name="T35" fmla="*/ 57 h 64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  <ns1:cxn ang="0">
                  <ns1:pos x="T14" y="T15"/>
                </ns1:cxn>
                <ns1:cxn ang="0">
                  <ns1:pos x="T16" y="T17"/>
                </ns1:cxn>
                <ns1:cxn ang="0">
                  <ns1:pos x="T18" y="T19"/>
                </ns1:cxn>
                <ns1:cxn ang="0">
                  <ns1:pos x="T20" y="T21"/>
                </ns1:cxn>
                <ns1:cxn ang="0">
                  <ns1:pos x="T22" y="T23"/>
                </ns1:cxn>
                <ns1:cxn ang="0">
                  <ns1:pos x="T24" y="T25"/>
                </ns1:cxn>
                <ns1:cxn ang="0">
                  <ns1:pos x="T26" y="T27"/>
                </ns1:cxn>
                <ns1:cxn ang="0">
                  <ns1:pos x="T28" y="T29"/>
                </ns1:cxn>
                <ns1:cxn ang="0">
                  <ns1:pos x="T30" y="T31"/>
                </ns1:cxn>
                <ns1:cxn ang="0">
                  <ns1:pos x="T32" y="T33"/>
                </ns1:cxn>
                <ns1:cxn ang="0">
                  <ns1:pos x="T34" y="T35"/>
                </ns1:cxn>
              </ns1:cxnLst>
              <ns1:rect l="0" t="0" r="r" b="b"/>
              <ns1:pathLst>
                <ns1:path w="96" h="64">
                  <ns1:moveTo>
                    <ns1:pt x="89" y="0"/>
                  </ns1:moveTo>
                  <ns1:cubicBezTo>
                    <ns1:pt x="7" y="0"/>
                    <ns1:pt x="7" y="0"/>
                    <ns1:pt x="7" y="0"/>
                  </ns1:cubicBezTo>
                  <ns1:cubicBezTo>
                    <ns1:pt x="3" y="0"/>
                    <ns1:pt x="0" y="3"/>
                    <ns1:pt x="0" y="7"/>
                  </ns1:cubicBezTo>
                  <ns1:cubicBezTo>
                    <ns1:pt x="0" y="57"/>
                    <ns1:pt x="0" y="57"/>
                    <ns1:pt x="0" y="57"/>
                  </ns1:cubicBezTo>
                  <ns1:cubicBezTo>
                    <ns1:pt x="0" y="61"/>
                    <ns1:pt x="3" y="64"/>
                    <ns1:pt x="7" y="64"/>
                  </ns1:cubicBezTo>
                  <ns1:cubicBezTo>
                    <ns1:pt x="89" y="64"/>
                    <ns1:pt x="89" y="64"/>
                    <ns1:pt x="89" y="64"/>
                  </ns1:cubicBezTo>
                  <ns1:cubicBezTo>
                    <ns1:pt x="93" y="64"/>
                    <ns1:pt x="96" y="61"/>
                    <ns1:pt x="96" y="57"/>
                  </ns1:cubicBezTo>
                  <ns1:cubicBezTo>
                    <ns1:pt x="96" y="7"/>
                    <ns1:pt x="96" y="7"/>
                    <ns1:pt x="96" y="7"/>
                  </ns1:cubicBezTo>
                  <ns1:cubicBezTo>
                    <ns1:pt x="96" y="3"/>
                    <ns1:pt x="93" y="0"/>
                    <ns1:pt x="89" y="0"/>
                  </ns1:cubicBezTo>
                  <ns1:close/>
                  <ns1:moveTo>
                    <ns1:pt x="92" y="57"/>
                  </ns1:moveTo>
                  <ns1:cubicBezTo>
                    <ns1:pt x="92" y="59"/>
                    <ns1:pt x="91" y="60"/>
                    <ns1:pt x="89" y="60"/>
                  </ns1:cubicBezTo>
                  <ns1:cubicBezTo>
                    <ns1:pt x="7" y="60"/>
                    <ns1:pt x="7" y="60"/>
                    <ns1:pt x="7" y="60"/>
                  </ns1:cubicBezTo>
                  <ns1:cubicBezTo>
                    <ns1:pt x="5" y="60"/>
                    <ns1:pt x="4" y="59"/>
                    <ns1:pt x="4" y="57"/>
                  </ns1:cubicBezTo>
                  <ns1:cubicBezTo>
                    <ns1:pt x="4" y="7"/>
                    <ns1:pt x="4" y="7"/>
                    <ns1:pt x="4" y="7"/>
                  </ns1:cubicBezTo>
                  <ns1:cubicBezTo>
                    <ns1:pt x="4" y="5"/>
                    <ns1:pt x="5" y="4"/>
                    <ns1:pt x="7" y="4"/>
                  </ns1:cubicBezTo>
                  <ns1:cubicBezTo>
                    <ns1:pt x="89" y="4"/>
                    <ns1:pt x="89" y="4"/>
                    <ns1:pt x="89" y="4"/>
                  </ns1:cubicBezTo>
                  <ns1:cubicBezTo>
                    <ns1:pt x="91" y="4"/>
                    <ns1:pt x="92" y="5"/>
                    <ns1:pt x="92" y="7"/>
                  </ns1:cubicBezTo>
                  <ns1:lnTo>
                    <ns1:pt x="92" y="57"/>
                  </ns1:lnTo>
                  <ns1:close/>
                </ns1:path>
              </ns1:pathLst>
            </ns1:custGeom>
            <ns1:grpFill/>
            <ns1:ln>
              <ns1:noFill/>
            </ns1:ln>
            <ns1:extLst>
              <ns1:ext uri="{91240B29-F687-4F45-9708-019B960494DF}">
                <ns2:hiddenLine w="9525">
                  <ns1:solidFill>
                    <ns1:srgbClr val="000000"/>
                  </ns1:solidFill>
                  <ns1:round/>
                  <ns1:headEnd/>
                  <ns1:tailEnd/>
                </ns2:hiddenLine>
              </ns1:ext>
            </ns1:extLst>
          </ns0:spPr>
          <ns0:txBody>
            <ns1:bodyPr vert="horz" wrap="square" lIns="91440" tIns="45720" rIns="91440" bIns="45720" numCol="1" anchor="t" anchorCtr="0" compatLnSpc="1">
              <ns1:prstTxWarp prst="textNoShape">
                <ns1:avLst/>
              </ns1:prstTxWarp>
            </ns1:bodyPr>
            <ns1:lstStyle/>
            <ns1:p>
              <ns1:endParaRPr lang="id-ID" sz="2700"/>
            </ns1:p>
          </ns0:txBody>
        </ns0:sp>
        <ns0:sp>
          <ns0:nvSpPr>
            <ns0:cNvPr id="315" name="Freeform 108"/>
            <ns0:cNvSpPr>
              <ns1:spLocks noEditPoints="1"/>
            </ns0:cNvSpPr>
            <ns0:nvPr/>
          </ns0:nvSpPr>
          <ns0:spPr bwMode="auto">
            <ns1:xfrm>
              <ns1:off x="3673476" y="3136900"/>
              <ns1:ext cx="31750" cy="31750"/>
            </ns1:xfrm>
            <ns1:custGeom>
              <ns1:avLst/>
              <ns1:gdLst>
                <ns1:gd name="T0" fmla="*/ 6 w 12"/>
                <ns1:gd name="T1" fmla="*/ 0 h 12"/>
                <ns1:gd name="T2" fmla="*/ 0 w 12"/>
                <ns1:gd name="T3" fmla="*/ 6 h 12"/>
                <ns1:gd name="T4" fmla="*/ 6 w 12"/>
                <ns1:gd name="T5" fmla="*/ 12 h 12"/>
                <ns1:gd name="T6" fmla="*/ 12 w 12"/>
                <ns1:gd name="T7" fmla="*/ 6 h 12"/>
                <ns1:gd name="T8" fmla="*/ 6 w 12"/>
                <ns1:gd name="T9" fmla="*/ 0 h 12"/>
                <ns1:gd name="T10" fmla="*/ 6 w 12"/>
                <ns1:gd name="T11" fmla="*/ 8 h 12"/>
                <ns1:gd name="T12" fmla="*/ 4 w 12"/>
                <ns1:gd name="T13" fmla="*/ 6 h 12"/>
                <ns1:gd name="T14" fmla="*/ 6 w 12"/>
                <ns1:gd name="T15" fmla="*/ 4 h 12"/>
                <ns1:gd name="T16" fmla="*/ 8 w 12"/>
                <ns1:gd name="T17" fmla="*/ 6 h 12"/>
                <ns1:gd name="T18" fmla="*/ 6 w 12"/>
                <ns1:gd name="T19" fmla="*/ 8 h 12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  <ns1:cxn ang="0">
                  <ns1:pos x="T14" y="T15"/>
                </ns1:cxn>
                <ns1:cxn ang="0">
                  <ns1:pos x="T16" y="T17"/>
                </ns1:cxn>
                <ns1:cxn ang="0">
                  <ns1:pos x="T18" y="T19"/>
                </ns1:cxn>
              </ns1:cxnLst>
              <ns1:rect l="0" t="0" r="r" b="b"/>
              <ns1:pathLst>
                <ns1:path w="12" h="12">
                  <ns1:moveTo>
                    <ns1:pt x="6" y="0"/>
                  </ns1:moveTo>
                  <ns1:cubicBezTo>
                    <ns1:pt x="3" y="0"/>
                    <ns1:pt x="0" y="3"/>
                    <ns1:pt x="0" y="6"/>
                  </ns1:cubicBezTo>
                  <ns1:cubicBezTo>
                    <ns1:pt x="0" y="9"/>
                    <ns1:pt x="3" y="12"/>
                    <ns1:pt x="6" y="12"/>
                  </ns1:cubicBezTo>
                  <ns1:cubicBezTo>
                    <ns1:pt x="9" y="12"/>
                    <ns1:pt x="12" y="9"/>
                    <ns1:pt x="12" y="6"/>
                  </ns1:cubicBezTo>
                  <ns1:cubicBezTo>
                    <ns1:pt x="12" y="3"/>
                    <ns1:pt x="9" y="0"/>
                    <ns1:pt x="6" y="0"/>
                  </ns1:cubicBezTo>
                  <ns1:close/>
                  <ns1:moveTo>
                    <ns1:pt x="6" y="8"/>
                  </ns1:moveTo>
                  <ns1:cubicBezTo>
                    <ns1:pt x="5" y="8"/>
                    <ns1:pt x="4" y="7"/>
                    <ns1:pt x="4" y="6"/>
                  </ns1:cubicBezTo>
                  <ns1:cubicBezTo>
                    <ns1:pt x="4" y="5"/>
                    <ns1:pt x="5" y="4"/>
                    <ns1:pt x="6" y="4"/>
                  </ns1:cubicBezTo>
                  <ns1:cubicBezTo>
                    <ns1:pt x="7" y="4"/>
                    <ns1:pt x="8" y="5"/>
                    <ns1:pt x="8" y="6"/>
                  </ns1:cubicBezTo>
                  <ns1:cubicBezTo>
                    <ns1:pt x="8" y="7"/>
                    <ns1:pt x="7" y="8"/>
                    <ns1:pt x="6" y="8"/>
                  </ns1:cubicBezTo>
                  <ns1:close/>
                </ns1:path>
              </ns1:pathLst>
            </ns1:custGeom>
            <ns1:grpFill/>
            <ns1:ln>
              <ns1:noFill/>
            </ns1:ln>
            <ns1:extLst>
              <ns1:ext uri="{91240B29-F687-4F45-9708-019B960494DF}">
                <ns2:hiddenLine w="9525">
                  <ns1:solidFill>
                    <ns1:srgbClr val="000000"/>
                  </ns1:solidFill>
                  <ns1:round/>
                  <ns1:headEnd/>
                  <ns1:tailEnd/>
                </ns2:hiddenLine>
              </ns1:ext>
            </ns1:extLst>
          </ns0:spPr>
          <ns0:txBody>
            <ns1:bodyPr vert="horz" wrap="square" lIns="91440" tIns="45720" rIns="91440" bIns="45720" numCol="1" anchor="t" anchorCtr="0" compatLnSpc="1">
              <ns1:prstTxWarp prst="textNoShape">
                <ns1:avLst/>
              </ns1:prstTxWarp>
            </ns1:bodyPr>
            <ns1:lstStyle/>
            <ns1:p>
              <ns1:endParaRPr lang="id-ID" sz="2700"/>
            </ns1:p>
          </ns0:txBody>
        </ns0:sp>
        <ns0:sp>
          <ns0:nvSpPr>
            <ns0:cNvPr id="316" name="Freeform 109"/>
            <ns0:cNvSpPr>
              <ns1:spLocks noEditPoints="1"/>
            </ns0:cNvSpPr>
            <ns0:nvPr/>
          </ns0:nvSpPr>
          <ns0:spPr bwMode="auto">
            <ns1:xfrm>
              <ns1:off x="3638551" y="2995613"/>
              <ns1:ext cx="101600" cy="101600"/>
            </ns1:xfrm>
            <ns1:custGeom>
              <ns1:avLst/>
              <ns1:gdLst>
                <ns1:gd name="T0" fmla="*/ 19 w 38"/>
                <ns1:gd name="T1" fmla="*/ 0 h 38"/>
                <ns1:gd name="T2" fmla="*/ 0 w 38"/>
                <ns1:gd name="T3" fmla="*/ 19 h 38"/>
                <ns1:gd name="T4" fmla="*/ 19 w 38"/>
                <ns1:gd name="T5" fmla="*/ 38 h 38"/>
                <ns1:gd name="T6" fmla="*/ 38 w 38"/>
                <ns1:gd name="T7" fmla="*/ 19 h 38"/>
                <ns1:gd name="T8" fmla="*/ 19 w 38"/>
                <ns1:gd name="T9" fmla="*/ 0 h 38"/>
                <ns1:gd name="T10" fmla="*/ 19 w 38"/>
                <ns1:gd name="T11" fmla="*/ 34 h 38"/>
                <ns1:gd name="T12" fmla="*/ 4 w 38"/>
                <ns1:gd name="T13" fmla="*/ 19 h 38"/>
                <ns1:gd name="T14" fmla="*/ 18 w 38"/>
                <ns1:gd name="T15" fmla="*/ 4 h 38"/>
                <ns1:gd name="T16" fmla="*/ 18 w 38"/>
                <ns1:gd name="T17" fmla="*/ 22 h 38"/>
                <ns1:gd name="T18" fmla="*/ 34 w 38"/>
                <ns1:gd name="T19" fmla="*/ 16 h 38"/>
                <ns1:gd name="T20" fmla="*/ 34 w 38"/>
                <ns1:gd name="T21" fmla="*/ 19 h 38"/>
                <ns1:gd name="T22" fmla="*/ 19 w 38"/>
                <ns1:gd name="T23" fmla="*/ 34 h 38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  <ns1:cxn ang="0">
                  <ns1:pos x="T14" y="T15"/>
                </ns1:cxn>
                <ns1:cxn ang="0">
                  <ns1:pos x="T16" y="T17"/>
                </ns1:cxn>
                <ns1:cxn ang="0">
                  <ns1:pos x="T18" y="T19"/>
                </ns1:cxn>
                <ns1:cxn ang="0">
                  <ns1:pos x="T20" y="T21"/>
                </ns1:cxn>
                <ns1:cxn ang="0">
                  <ns1:pos x="T22" y="T23"/>
                </ns1:cxn>
              </ns1:cxnLst>
              <ns1:rect l="0" t="0" r="r" b="b"/>
              <ns1:pathLst>
                <ns1:path w="38" h="38">
                  <ns1:moveTo>
                    <ns1:pt x="19" y="0"/>
                  </ns1:moveTo>
                  <ns1:cubicBezTo>
                    <ns1:pt x="8" y="0"/>
                    <ns1:pt x="0" y="8"/>
                    <ns1:pt x="0" y="19"/>
                  </ns1:cubicBezTo>
                  <ns1:cubicBezTo>
                    <ns1:pt x="0" y="29"/>
                    <ns1:pt x="8" y="38"/>
                    <ns1:pt x="19" y="38"/>
                  </ns1:cubicBezTo>
                  <ns1:cubicBezTo>
                    <ns1:pt x="30" y="38"/>
                    <ns1:pt x="38" y="29"/>
                    <ns1:pt x="38" y="19"/>
                  </ns1:cubicBezTo>
                  <ns1:cubicBezTo>
                    <ns1:pt x="38" y="8"/>
                    <ns1:pt x="30" y="0"/>
                    <ns1:pt x="19" y="0"/>
                  </ns1:cubicBezTo>
                  <ns1:close/>
                  <ns1:moveTo>
                    <ns1:pt x="19" y="34"/>
                  </ns1:moveTo>
                  <ns1:cubicBezTo>
                    <ns1:pt x="11" y="34"/>
                    <ns1:pt x="4" y="27"/>
                    <ns1:pt x="4" y="19"/>
                  </ns1:cubicBezTo>
                  <ns1:cubicBezTo>
                    <ns1:pt x="4" y="11"/>
                    <ns1:pt x="10" y="5"/>
                    <ns1:pt x="18" y="4"/>
                  </ns1:cubicBezTo>
                  <ns1:cubicBezTo>
                    <ns1:pt x="18" y="22"/>
                    <ns1:pt x="18" y="22"/>
                    <ns1:pt x="18" y="22"/>
                  </ns1:cubicBezTo>
                  <ns1:cubicBezTo>
                    <ns1:pt x="34" y="16"/>
                    <ns1:pt x="34" y="16"/>
                    <ns1:pt x="34" y="16"/>
                  </ns1:cubicBezTo>
                  <ns1:cubicBezTo>
                    <ns1:pt x="34" y="17"/>
                    <ns1:pt x="34" y="18"/>
                    <ns1:pt x="34" y="19"/>
                  </ns1:cubicBezTo>
                  <ns1:cubicBezTo>
                    <ns1:pt x="34" y="27"/>
                    <ns1:pt x="27" y="34"/>
                    <ns1:pt x="19" y="34"/>
                  </ns1:cubicBezTo>
                  <ns1:close/>
                </ns1:path>
              </ns1:pathLst>
            </ns1:custGeom>
            <ns1:grpFill/>
            <ns1:ln>
              <ns1:noFill/>
            </ns1:ln>
            <ns1:extLst>
              <ns1:ext uri="{91240B29-F687-4F45-9708-019B960494DF}">
                <ns2:hiddenLine w="9525">
                  <ns1:solidFill>
                    <ns1:srgbClr val="000000"/>
                  </ns1:solidFill>
                  <ns1:round/>
                  <ns1:headEnd/>
                  <ns1:tailEnd/>
                </ns2:hiddenLine>
              </ns1:ext>
            </ns1:extLst>
          </ns0:spPr>
          <ns0:txBody>
            <ns1:bodyPr vert="horz" wrap="square" lIns="91440" tIns="45720" rIns="91440" bIns="45720" numCol="1" anchor="t" anchorCtr="0" compatLnSpc="1">
              <ns1:prstTxWarp prst="textNoShape">
                <ns1:avLst/>
              </ns1:prstTxWarp>
            </ns1:bodyPr>
            <ns1:lstStyle/>
            <ns1:p>
              <ns1:endParaRPr lang="id-ID" sz="2700"/>
            </ns1:p>
          </ns0:txBody>
        </ns0:sp>
      </ns0:grpSp>
      <ns0:grpSp>
        <ns0:nvGrpSpPr>
          <ns0:cNvPr id="317" name="Group 316"/>
          <ns0:cNvGrpSpPr/>
          <ns0:nvPr/>
        </ns0:nvGrpSpPr>
        <ns0:grpSpPr>
          <ns1:xfrm>
            <ns1:off x="3341955" y="6018089"/>
            <ns1:ext cx="410884" cy="367955"/>
            <ns1:chOff x="2165351" y="3622675"/>
            <ns1:chExt cx="319088" cy="285750"/>
          </ns1:xfrm>
          <ns1:solidFill>
            <ns1:schemeClr val="tx1"/>
          </ns1:solidFill>
        </ns0:grpSpPr>
        <ns0:sp>
          <ns0:nvSpPr>
            <ns0:cNvPr id="318" name="Freeform 145"/>
            <ns0:cNvSpPr>
              <ns1:spLocks/>
            </ns0:cNvSpPr>
            <ns0:nvPr/>
          </ns0:nvSpPr>
          <ns0:spPr bwMode="auto">
            <ns1:xfrm>
              <ns1:off x="2165351" y="3622675"/>
              <ns1:ext cx="319088" cy="285750"/>
            </ns1:xfrm>
            <ns1:custGeom>
              <ns1:avLst/>
              <ns1:gdLst>
                <ns1:gd name="T0" fmla="*/ 96 w 120"/>
                <ns1:gd name="T1" fmla="*/ 106 h 107"/>
                <ns1:gd name="T2" fmla="*/ 93 w 120"/>
                <ns1:gd name="T3" fmla="*/ 105 h 107"/>
                <ns1:gd name="T4" fmla="*/ 93 w 120"/>
                <ns1:gd name="T5" fmla="*/ 99 h 107"/>
                <ns1:gd name="T6" fmla="*/ 112 w 120"/>
                <ns1:gd name="T7" fmla="*/ 60 h 107"/>
                <ns1:gd name="T8" fmla="*/ 60 w 120"/>
                <ns1:gd name="T9" fmla="*/ 8 h 107"/>
                <ns1:gd name="T10" fmla="*/ 8 w 120"/>
                <ns1:gd name="T11" fmla="*/ 60 h 107"/>
                <ns1:gd name="T12" fmla="*/ 27 w 120"/>
                <ns1:gd name="T13" fmla="*/ 99 h 107"/>
                <ns1:gd name="T14" fmla="*/ 27 w 120"/>
                <ns1:gd name="T15" fmla="*/ 105 h 107"/>
                <ns1:gd name="T16" fmla="*/ 22 w 120"/>
                <ns1:gd name="T17" fmla="*/ 106 h 107"/>
                <ns1:gd name="T18" fmla="*/ 0 w 120"/>
                <ns1:gd name="T19" fmla="*/ 60 h 107"/>
                <ns1:gd name="T20" fmla="*/ 60 w 120"/>
                <ns1:gd name="T21" fmla="*/ 0 h 107"/>
                <ns1:gd name="T22" fmla="*/ 120 w 120"/>
                <ns1:gd name="T23" fmla="*/ 60 h 107"/>
                <ns1:gd name="T24" fmla="*/ 98 w 120"/>
                <ns1:gd name="T25" fmla="*/ 106 h 107"/>
                <ns1:gd name="T26" fmla="*/ 96 w 120"/>
                <ns1:gd name="T27" fmla="*/ 106 h 107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  <ns1:cxn ang="0">
                  <ns1:pos x="T14" y="T15"/>
                </ns1:cxn>
                <ns1:cxn ang="0">
                  <ns1:pos x="T16" y="T17"/>
                </ns1:cxn>
                <ns1:cxn ang="0">
                  <ns1:pos x="T18" y="T19"/>
                </ns1:cxn>
                <ns1:cxn ang="0">
                  <ns1:pos x="T20" y="T21"/>
                </ns1:cxn>
                <ns1:cxn ang="0">
                  <ns1:pos x="T22" y="T23"/>
                </ns1:cxn>
                <ns1:cxn ang="0">
                  <ns1:pos x="T24" y="T25"/>
                </ns1:cxn>
                <ns1:cxn ang="0">
                  <ns1:pos x="T26" y="T27"/>
                </ns1:cxn>
              </ns1:cxnLst>
              <ns1:rect l="0" t="0" r="r" b="b"/>
              <ns1:pathLst>
                <ns1:path w="120" h="107">
                  <ns1:moveTo>
                    <ns1:pt x="96" y="106"/>
                  </ns1:moveTo>
                  <ns1:cubicBezTo>
                    <ns1:pt x="95" y="106"/>
                    <ns1:pt x="94" y="106"/>
                    <ns1:pt x="93" y="105"/>
                  </ns1:cubicBezTo>
                  <ns1:cubicBezTo>
                    <ns1:pt x="91" y="103"/>
                    <ns1:pt x="92" y="101"/>
                    <ns1:pt x="93" y="99"/>
                  </ns1:cubicBezTo>
                  <ns1:cubicBezTo>
                    <ns1:pt x="105" y="89"/>
                    <ns1:pt x="112" y="75"/>
                    <ns1:pt x="112" y="60"/>
                  </ns1:cubicBezTo>
                  <ns1:cubicBezTo>
                    <ns1:pt x="112" y="31"/>
                    <ns1:pt x="89" y="8"/>
                    <ns1:pt x="60" y="8"/>
                  </ns1:cubicBezTo>
                  <ns1:cubicBezTo>
                    <ns1:pt x="31" y="8"/>
                    <ns1:pt x="8" y="31"/>
                    <ns1:pt x="8" y="60"/>
                  </ns1:cubicBezTo>
                  <ns1:cubicBezTo>
                    <ns1:pt x="8" y="75"/>
                    <ns1:pt x="15" y="89"/>
                    <ns1:pt x="27" y="99"/>
                  </ns1:cubicBezTo>
                  <ns1:cubicBezTo>
                    <ns1:pt x="28" y="101"/>
                    <ns1:pt x="29" y="103"/>
                    <ns1:pt x="27" y="105"/>
                  </ns1:cubicBezTo>
                  <ns1:cubicBezTo>
                    <ns1:pt x="26" y="107"/>
                    <ns1:pt x="23" y="107"/>
                    <ns1:pt x="22" y="106"/>
                  </ns1:cubicBezTo>
                  <ns1:cubicBezTo>
                    <ns1:pt x="8" y="94"/>
                    <ns1:pt x="0" y="77"/>
                    <ns1:pt x="0" y="60"/>
                  </ns1:cubicBezTo>
                  <ns1:cubicBezTo>
                    <ns1:pt x="0" y="26"/>
                    <ns1:pt x="27" y="0"/>
                    <ns1:pt x="60" y="0"/>
                  </ns1:cubicBezTo>
                  <ns1:cubicBezTo>
                    <ns1:pt x="93" y="0"/>
                    <ns1:pt x="120" y="26"/>
                    <ns1:pt x="120" y="60"/>
                  </ns1:cubicBezTo>
                  <ns1:cubicBezTo>
                    <ns1:pt x="120" y="77"/>
                    <ns1:pt x="112" y="94"/>
                    <ns1:pt x="98" y="106"/>
                  </ns1:cubicBezTo>
                  <ns1:cubicBezTo>
                    <ns1:pt x="98" y="106"/>
                    <ns1:pt x="97" y="106"/>
                    <ns1:pt x="96" y="106"/>
                  </ns1:cubicBezTo>
                  <ns1:close/>
                </ns1:path>
              </ns1:pathLst>
            </ns1:custGeom>
            <ns1:grpFill/>
            <ns1:ln>
              <ns1:noFill/>
            </ns1:ln>
            <ns1:extLst>
              <ns1:ext uri="{91240B29-F687-4F45-9708-019B960494DF}">
                <ns2:hiddenLine w="9525">
                  <ns1:solidFill>
                    <ns1:srgbClr val="000000"/>
                  </ns1:solidFill>
                  <ns1:round/>
                  <ns1:headEnd/>
                  <ns1:tailEnd/>
                </ns2:hiddenLine>
              </ns1:ext>
            </ns1:extLst>
          </ns0:spPr>
          <ns0:txBody>
            <ns1:bodyPr vert="horz" wrap="square" lIns="91440" tIns="45720" rIns="91440" bIns="45720" numCol="1" anchor="t" anchorCtr="0" compatLnSpc="1">
              <ns1:prstTxWarp prst="textNoShape">
                <ns1:avLst/>
              </ns1:prstTxWarp>
            </ns1:bodyPr>
            <ns1:lstStyle/>
            <ns1:p>
              <ns1:endParaRPr lang="id-ID" sz="2700"/>
            </ns1:p>
          </ns0:txBody>
        </ns0:sp>
        <ns0:sp>
          <ns0:nvSpPr>
            <ns0:cNvPr id="319" name="Oval 146"/>
            <ns0:cNvSpPr>
              <ns1:spLocks noChangeArrowheads="1"/>
            </ns0:cNvSpPr>
            <ns0:nvPr/>
          </ns0:nvSpPr>
          <ns0:spPr bwMode="auto">
            <ns1:xfrm>
              <ns1:off x="2303464" y="3786188"/>
              <ns1:ext cx="42863" cy="42863"/>
            </ns1:xfrm>
            <ns1:prstGeom prst="ellipse">
              <ns1:avLst/>
            </ns1:prstGeom>
            <ns1:grpFill/>
            <ns1:ln>
              <ns1:noFill/>
            </ns1:ln>
            <ns1:extLst>
              <ns1:ext uri="{91240B29-F687-4F45-9708-019B960494DF}">
                <ns2:hiddenLine w="9525">
                  <ns1:solidFill>
                    <ns1:srgbClr val="000000"/>
                  </ns1:solidFill>
                  <ns1:round/>
                  <ns1:headEnd/>
                  <ns1:tailEnd/>
                </ns2:hiddenLine>
              </ns1:ext>
            </ns1:extLst>
          </ns0:spPr>
          <ns0:txBody>
            <ns1:bodyPr vert="horz" wrap="square" lIns="91440" tIns="45720" rIns="91440" bIns="45720" numCol="1" anchor="t" anchorCtr="0" compatLnSpc="1">
              <ns1:prstTxWarp prst="textNoShape">
                <ns1:avLst/>
              </ns1:prstTxWarp>
            </ns1:bodyPr>
            <ns1:lstStyle/>
            <ns1:p>
              <ns1:endParaRPr lang="id-ID" sz="2700"/>
            </ns1:p>
          </ns0:txBody>
        </ns0:sp>
        <ns0:sp>
          <ns0:nvSpPr>
            <ns0:cNvPr id="320" name="Freeform 147"/>
            <ns0:cNvSpPr>
              <ns1:spLocks/>
            </ns0:cNvSpPr>
            <ns0:nvPr/>
          </ns0:nvSpPr>
          <ns0:spPr bwMode="auto">
            <ns1:xfrm>
              <ns1:off x="2228851" y="3711575"/>
              <ns1:ext cx="66675" cy="66675"/>
            </ns1:xfrm>
            <ns1:custGeom>
              <ns1:avLst/>
              <ns1:gdLst>
                <ns1:gd name="T0" fmla="*/ 1 w 25"/>
                <ns1:gd name="T1" fmla="*/ 1 h 25"/>
                <ns1:gd name="T2" fmla="*/ 7 w 25"/>
                <ns1:gd name="T3" fmla="*/ 1 h 25"/>
                <ns1:gd name="T4" fmla="*/ 24 w 25"/>
                <ns1:gd name="T5" fmla="*/ 18 h 25"/>
                <ns1:gd name="T6" fmla="*/ 24 w 25"/>
                <ns1:gd name="T7" fmla="*/ 24 h 25"/>
                <ns1:gd name="T8" fmla="*/ 18 w 25"/>
                <ns1:gd name="T9" fmla="*/ 24 h 25"/>
                <ns1:gd name="T10" fmla="*/ 1 w 25"/>
                <ns1:gd name="T11" fmla="*/ 7 h 25"/>
                <ns1:gd name="T12" fmla="*/ 1 w 25"/>
                <ns1:gd name="T13" fmla="*/ 1 h 25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</ns1:cxnLst>
              <ns1:rect l="0" t="0" r="r" b="b"/>
              <ns1:pathLst>
                <ns1:path w="25" h="25">
                  <ns1:moveTo>
                    <ns1:pt x="1" y="1"/>
                  </ns1:moveTo>
                  <ns1:cubicBezTo>
                    <ns1:pt x="3" y="0"/>
                    <ns1:pt x="5" y="0"/>
                    <ns1:pt x="7" y="1"/>
                  </ns1:cubicBezTo>
                  <ns1:cubicBezTo>
                    <ns1:pt x="24" y="18"/>
                    <ns1:pt x="24" y="18"/>
                    <ns1:pt x="24" y="18"/>
                  </ns1:cubicBezTo>
                  <ns1:cubicBezTo>
                    <ns1:pt x="25" y="20"/>
                    <ns1:pt x="25" y="22"/>
                    <ns1:pt x="24" y="24"/>
                  </ns1:cubicBezTo>
                  <ns1:cubicBezTo>
                    <ns1:pt x="22" y="25"/>
                    <ns1:pt x="20" y="25"/>
                    <ns1:pt x="18" y="24"/>
                  </ns1:cubicBezTo>
                  <ns1:cubicBezTo>
                    <ns1:pt x="1" y="7"/>
                    <ns1:pt x="1" y="7"/>
                    <ns1:pt x="1" y="7"/>
                  </ns1:cubicBezTo>
                  <ns1:cubicBezTo>
                    <ns1:pt x="0" y="5"/>
                    <ns1:pt x="0" y="3"/>
                    <ns1:pt x="1" y="1"/>
                  </ns1:cubicBezTo>
                  <ns1:close/>
                </ns1:path>
              </ns1:pathLst>
            </ns1:custGeom>
            <ns1:grpFill/>
            <ns1:ln>
              <ns1:noFill/>
            </ns1:ln>
            <ns1:extLst>
              <ns1:ext uri="{91240B29-F687-4F45-9708-019B960494DF}">
                <ns2:hiddenLine w="9525">
                  <ns1:solidFill>
                    <ns1:srgbClr val="000000"/>
                  </ns1:solidFill>
                  <ns1:round/>
                  <ns1:headEnd/>
                  <ns1:tailEnd/>
                </ns2:hiddenLine>
              </ns1:ext>
            </ns1:extLst>
          </ns0:spPr>
          <ns0:txBody>
            <ns1:bodyPr vert="horz" wrap="square" lIns="91440" tIns="45720" rIns="91440" bIns="45720" numCol="1" anchor="t" anchorCtr="0" compatLnSpc="1">
              <ns1:prstTxWarp prst="textNoShape">
                <ns1:avLst/>
              </ns1:prstTxWarp>
            </ns1:bodyPr>
            <ns1:lstStyle/>
            <ns1:p>
              <ns1:endParaRPr lang="id-ID" sz="2700"/>
            </ns1:p>
          </ns0:txBody>
        </ns0:sp>
      </ns0:grpSp>
      <ns0:grpSp>
        <ns0:nvGrpSpPr>
          <ns0:cNvPr id="321" name="Group 320"/>
          <ns0:cNvGrpSpPr/>
          <ns0:nvPr/>
        </ns0:nvGrpSpPr>
        <ns0:grpSpPr>
          <ns1:xfrm>
            <ns1:off x="4500791" y="5992831"/>
            <ns1:ext cx="209233" cy="418468"/>
            <ns1:chOff x="2932114" y="4298950"/>
            <ns1:chExt cx="149225" cy="298451"/>
          </ns1:xfrm>
          <ns1:solidFill>
            <ns1:schemeClr val="tx1"/>
          </ns1:solidFill>
        </ns0:grpSpPr>
        <ns0:sp>
          <ns0:nvSpPr>
            <ns0:cNvPr id="322" name="Freeform 192"/>
            <ns0:cNvSpPr>
              <ns1:spLocks/>
            </ns0:cNvSpPr>
            <ns0:nvPr/>
          </ns0:nvSpPr>
          <ns0:spPr bwMode="auto">
            <ns1:xfrm>
              <ns1:off x="2932114" y="4408488"/>
              <ns1:ext cx="149225" cy="188913"/>
            </ns1:xfrm>
            <ns1:custGeom>
              <ns1:avLst/>
              <ns1:gdLst>
                <ns1:gd name="T0" fmla="*/ 52 w 56"/>
                <ns1:gd name="T1" fmla="*/ 0 h 71"/>
                <ns1:gd name="T2" fmla="*/ 48 w 56"/>
                <ns1:gd name="T3" fmla="*/ 4 h 71"/>
                <ns1:gd name="T4" fmla="*/ 48 w 56"/>
                <ns1:gd name="T5" fmla="*/ 17 h 71"/>
                <ns1:gd name="T6" fmla="*/ 28 w 56"/>
                <ns1:gd name="T7" fmla="*/ 38 h 71"/>
                <ns1:gd name="T8" fmla="*/ 8 w 56"/>
                <ns1:gd name="T9" fmla="*/ 17 h 71"/>
                <ns1:gd name="T10" fmla="*/ 8 w 56"/>
                <ns1:gd name="T11" fmla="*/ 4 h 71"/>
                <ns1:gd name="T12" fmla="*/ 4 w 56"/>
                <ns1:gd name="T13" fmla="*/ 0 h 71"/>
                <ns1:gd name="T14" fmla="*/ 0 w 56"/>
                <ns1:gd name="T15" fmla="*/ 4 h 71"/>
                <ns1:gd name="T16" fmla="*/ 0 w 56"/>
                <ns1:gd name="T17" fmla="*/ 17 h 71"/>
                <ns1:gd name="T18" fmla="*/ 24 w 56"/>
                <ns1:gd name="T19" fmla="*/ 46 h 71"/>
                <ns1:gd name="T20" fmla="*/ 24 w 56"/>
                <ns1:gd name="T21" fmla="*/ 63 h 71"/>
                <ns1:gd name="T22" fmla="*/ 16 w 56"/>
                <ns1:gd name="T23" fmla="*/ 63 h 71"/>
                <ns1:gd name="T24" fmla="*/ 12 w 56"/>
                <ns1:gd name="T25" fmla="*/ 67 h 71"/>
                <ns1:gd name="T26" fmla="*/ 16 w 56"/>
                <ns1:gd name="T27" fmla="*/ 71 h 71"/>
                <ns1:gd name="T28" fmla="*/ 40 w 56"/>
                <ns1:gd name="T29" fmla="*/ 71 h 71"/>
                <ns1:gd name="T30" fmla="*/ 44 w 56"/>
                <ns1:gd name="T31" fmla="*/ 67 h 71"/>
                <ns1:gd name="T32" fmla="*/ 40 w 56"/>
                <ns1:gd name="T33" fmla="*/ 63 h 71"/>
                <ns1:gd name="T34" fmla="*/ 32 w 56"/>
                <ns1:gd name="T35" fmla="*/ 63 h 71"/>
                <ns1:gd name="T36" fmla="*/ 32 w 56"/>
                <ns1:gd name="T37" fmla="*/ 46 h 71"/>
                <ns1:gd name="T38" fmla="*/ 56 w 56"/>
                <ns1:gd name="T39" fmla="*/ 17 h 71"/>
                <ns1:gd name="T40" fmla="*/ 56 w 56"/>
                <ns1:gd name="T41" fmla="*/ 4 h 71"/>
                <ns1:gd name="T42" fmla="*/ 52 w 56"/>
                <ns1:gd name="T43" fmla="*/ 0 h 71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  <ns1:cxn ang="0">
                  <ns1:pos x="T14" y="T15"/>
                </ns1:cxn>
                <ns1:cxn ang="0">
                  <ns1:pos x="T16" y="T17"/>
                </ns1:cxn>
                <ns1:cxn ang="0">
                  <ns1:pos x="T18" y="T19"/>
                </ns1:cxn>
                <ns1:cxn ang="0">
                  <ns1:pos x="T20" y="T21"/>
                </ns1:cxn>
                <ns1:cxn ang="0">
                  <ns1:pos x="T22" y="T23"/>
                </ns1:cxn>
                <ns1:cxn ang="0">
                  <ns1:pos x="T24" y="T25"/>
                </ns1:cxn>
                <ns1:cxn ang="0">
                  <ns1:pos x="T26" y="T27"/>
                </ns1:cxn>
                <ns1:cxn ang="0">
                  <ns1:pos x="T28" y="T29"/>
                </ns1:cxn>
                <ns1:cxn ang="0">
                  <ns1:pos x="T30" y="T31"/>
                </ns1:cxn>
                <ns1:cxn ang="0">
                  <ns1:pos x="T32" y="T33"/>
                </ns1:cxn>
                <ns1:cxn ang="0">
                  <ns1:pos x="T34" y="T35"/>
                </ns1:cxn>
                <ns1:cxn ang="0">
                  <ns1:pos x="T36" y="T37"/>
                </ns1:cxn>
                <ns1:cxn ang="0">
                  <ns1:pos x="T38" y="T39"/>
                </ns1:cxn>
                <ns1:cxn ang="0">
                  <ns1:pos x="T40" y="T41"/>
                </ns1:cxn>
                <ns1:cxn ang="0">
                  <ns1:pos x="T42" y="T43"/>
                </ns1:cxn>
              </ns1:cxnLst>
              <ns1:rect l="0" t="0" r="r" b="b"/>
              <ns1:pathLst>
                <ns1:path w="56" h="71">
                  <ns1:moveTo>
                    <ns1:pt x="52" y="0"/>
                  </ns1:moveTo>
                  <ns1:cubicBezTo>
                    <ns1:pt x="50" y="0"/>
                    <ns1:pt x="48" y="2"/>
                    <ns1:pt x="48" y="4"/>
                  </ns1:cubicBezTo>
                  <ns1:cubicBezTo>
                    <ns1:pt x="48" y="17"/>
                    <ns1:pt x="48" y="17"/>
                    <ns1:pt x="48" y="17"/>
                  </ns1:cubicBezTo>
                  <ns1:cubicBezTo>
                    <ns1:pt x="48" y="29"/>
                    <ns1:pt x="39" y="38"/>
                    <ns1:pt x="28" y="38"/>
                  </ns1:cubicBezTo>
                  <ns1:cubicBezTo>
                    <ns1:pt x="17" y="38"/>
                    <ns1:pt x="8" y="29"/>
                    <ns1:pt x="8" y="17"/>
                  </ns1:cubicBezTo>
                  <ns1:cubicBezTo>
                    <ns1:pt x="8" y="4"/>
                    <ns1:pt x="8" y="4"/>
                    <ns1:pt x="8" y="4"/>
                  </ns1:cubicBezTo>
                  <ns1:cubicBezTo>
                    <ns1:pt x="8" y="2"/>
                    <ns1:pt x="6" y="0"/>
                    <ns1:pt x="4" y="0"/>
                  </ns1:cubicBezTo>
                  <ns1:cubicBezTo>
                    <ns1:pt x="2" y="0"/>
                    <ns1:pt x="0" y="2"/>
                    <ns1:pt x="0" y="4"/>
                  </ns1:cubicBezTo>
                  <ns1:cubicBezTo>
                    <ns1:pt x="0" y="17"/>
                    <ns1:pt x="0" y="17"/>
                    <ns1:pt x="0" y="17"/>
                  </ns1:cubicBezTo>
                  <ns1:cubicBezTo>
                    <ns1:pt x="0" y="31"/>
                    <ns1:pt x="10" y="44"/>
                    <ns1:pt x="24" y="46"/>
                  </ns1:cubicBezTo>
                  <ns1:cubicBezTo>
                    <ns1:pt x="24" y="63"/>
                    <ns1:pt x="24" y="63"/>
                    <ns1:pt x="24" y="63"/>
                  </ns1:cubicBezTo>
                  <ns1:cubicBezTo>
                    <ns1:pt x="16" y="63"/>
                    <ns1:pt x="16" y="63"/>
                    <ns1:pt x="16" y="63"/>
                  </ns1:cubicBezTo>
                  <ns1:cubicBezTo>
                    <ns1:pt x="14" y="63"/>
                    <ns1:pt x="12" y="65"/>
                    <ns1:pt x="12" y="67"/>
                  </ns1:cubicBezTo>
                  <ns1:cubicBezTo>
                    <ns1:pt x="12" y="69"/>
                    <ns1:pt x="14" y="71"/>
                    <ns1:pt x="16" y="71"/>
                  </ns1:cubicBezTo>
                  <ns1:cubicBezTo>
                    <ns1:pt x="40" y="71"/>
                    <ns1:pt x="40" y="71"/>
                    <ns1:pt x="40" y="71"/>
                  </ns1:cubicBezTo>
                  <ns1:cubicBezTo>
                    <ns1:pt x="42" y="71"/>
                    <ns1:pt x="44" y="69"/>
                    <ns1:pt x="44" y="67"/>
                  </ns1:cubicBezTo>
                  <ns1:cubicBezTo>
                    <ns1:pt x="44" y="65"/>
                    <ns1:pt x="42" y="63"/>
                    <ns1:pt x="40" y="63"/>
                  </ns1:cubicBezTo>
                  <ns1:cubicBezTo>
                    <ns1:pt x="32" y="63"/>
                    <ns1:pt x="32" y="63"/>
                    <ns1:pt x="32" y="63"/>
                  </ns1:cubicBezTo>
                  <ns1:cubicBezTo>
                    <ns1:pt x="32" y="46"/>
                    <ns1:pt x="32" y="46"/>
                    <ns1:pt x="32" y="46"/>
                  </ns1:cubicBezTo>
                  <ns1:cubicBezTo>
                    <ns1:pt x="46" y="44"/>
                    <ns1:pt x="56" y="31"/>
                    <ns1:pt x="56" y="17"/>
                  </ns1:cubicBezTo>
                  <ns1:cubicBezTo>
                    <ns1:pt x="56" y="4"/>
                    <ns1:pt x="56" y="4"/>
                    <ns1:pt x="56" y="4"/>
                  </ns1:cubicBezTo>
                  <ns1:cubicBezTo>
                    <ns1:pt x="56" y="2"/>
                    <ns1:pt x="54" y="0"/>
                    <ns1:pt x="52" y="0"/>
                  </ns1:cubicBezTo>
                  <ns1:close/>
                </ns1:path>
              </ns1:pathLst>
            </ns1:custGeom>
            <ns1:grpFill/>
            <ns1:ln>
              <ns1:noFill/>
            </ns1:ln>
            <ns1:extLst>
              <ns1:ext uri="{91240B29-F687-4F45-9708-019B960494DF}">
                <ns2:hiddenLine w="9525">
                  <ns1:solidFill>
                    <ns1:srgbClr val="000000"/>
                  </ns1:solidFill>
                  <ns1:round/>
                  <ns1:headEnd/>
                  <ns1:tailEnd/>
                </ns2:hiddenLine>
              </ns1:ext>
            </ns1:extLst>
          </ns0:spPr>
          <ns0:txBody>
            <ns1:bodyPr vert="horz" wrap="square" lIns="91440" tIns="45720" rIns="91440" bIns="45720" numCol="1" anchor="t" anchorCtr="0" compatLnSpc="1">
              <ns1:prstTxWarp prst="textNoShape">
                <ns1:avLst/>
              </ns1:prstTxWarp>
            </ns1:bodyPr>
            <ns1:lstStyle/>
            <ns1:p>
              <ns1:endParaRPr lang="id-ID" sz="2700"/>
            </ns1:p>
          </ns0:txBody>
        </ns0:sp>
        <ns0:sp>
          <ns0:nvSpPr>
            <ns0:cNvPr id="323" name="Freeform 193"/>
            <ns0:cNvSpPr>
              <ns1:spLocks/>
            </ns0:cNvSpPr>
            <ns0:nvPr/>
          </ns0:nvSpPr>
          <ns0:spPr bwMode="auto">
            <ns1:xfrm>
              <ns1:off x="2974976" y="4298950"/>
              <ns1:ext cx="65088" cy="192088"/>
            </ns1:xfrm>
            <ns1:custGeom>
              <ns1:avLst/>
              <ns1:gdLst>
                <ns1:gd name="T0" fmla="*/ 12 w 24"/>
                <ns1:gd name="T1" fmla="*/ 72 h 72"/>
                <ns1:gd name="T2" fmla="*/ 24 w 24"/>
                <ns1:gd name="T3" fmla="*/ 60 h 72"/>
                <ns1:gd name="T4" fmla="*/ 24 w 24"/>
                <ns1:gd name="T5" fmla="*/ 12 h 72"/>
                <ns1:gd name="T6" fmla="*/ 12 w 24"/>
                <ns1:gd name="T7" fmla="*/ 0 h 72"/>
                <ns1:gd name="T8" fmla="*/ 0 w 24"/>
                <ns1:gd name="T9" fmla="*/ 12 h 72"/>
                <ns1:gd name="T10" fmla="*/ 0 w 24"/>
                <ns1:gd name="T11" fmla="*/ 60 h 72"/>
                <ns1:gd name="T12" fmla="*/ 12 w 24"/>
                <ns1:gd name="T13" fmla="*/ 72 h 72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</ns1:cxnLst>
              <ns1:rect l="0" t="0" r="r" b="b"/>
              <ns1:pathLst>
                <ns1:path w="24" h="72">
                  <ns1:moveTo>
                    <ns1:pt x="12" y="72"/>
                  </ns1:moveTo>
                  <ns1:cubicBezTo>
                    <ns1:pt x="19" y="72"/>
                    <ns1:pt x="24" y="67"/>
                    <ns1:pt x="24" y="60"/>
                  </ns1:cubicBezTo>
                  <ns1:cubicBezTo>
                    <ns1:pt x="24" y="12"/>
                    <ns1:pt x="24" y="12"/>
                    <ns1:pt x="24" y="12"/>
                  </ns1:cubicBezTo>
                  <ns1:cubicBezTo>
                    <ns1:pt x="24" y="5"/>
                    <ns1:pt x="19" y="0"/>
                    <ns1:pt x="12" y="0"/>
                  </ns1:cubicBezTo>
                  <ns1:cubicBezTo>
                    <ns1:pt x="5" y="0"/>
                    <ns1:pt x="0" y="5"/>
                    <ns1:pt x="0" y="12"/>
                  </ns1:cubicBezTo>
                  <ns1:cubicBezTo>
                    <ns1:pt x="0" y="60"/>
                    <ns1:pt x="0" y="60"/>
                    <ns1:pt x="0" y="60"/>
                  </ns1:cubicBezTo>
                  <ns1:cubicBezTo>
                    <ns1:pt x="0" y="67"/>
                    <ns1:pt x="5" y="72"/>
                    <ns1:pt x="12" y="72"/>
                  </ns1:cubicBezTo>
                  <ns1:close/>
                </ns1:path>
              </ns1:pathLst>
            </ns1:custGeom>
            <ns1:grpFill/>
            <ns1:ln>
              <ns1:noFill/>
            </ns1:ln>
            <ns1:extLst>
              <ns1:ext uri="{91240B29-F687-4F45-9708-019B960494DF}">
                <ns2:hiddenLine w="9525">
                  <ns1:solidFill>
                    <ns1:srgbClr val="000000"/>
                  </ns1:solidFill>
                  <ns1:round/>
                  <ns1:headEnd/>
                  <ns1:tailEnd/>
                </ns2:hiddenLine>
              </ns1:ext>
            </ns1:extLst>
          </ns0:spPr>
          <ns0:txBody>
            <ns1:bodyPr vert="horz" wrap="square" lIns="91440" tIns="45720" rIns="91440" bIns="45720" numCol="1" anchor="t" anchorCtr="0" compatLnSpc="1">
              <ns1:prstTxWarp prst="textNoShape">
                <ns1:avLst/>
              </ns1:prstTxWarp>
            </ns1:bodyPr>
            <ns1:lstStyle/>
            <ns1:p>
              <ns1:endParaRPr lang="id-ID" sz="2700"/>
            </ns1:p>
          </ns0:txBody>
        </ns0:sp>
      </ns0:grpSp>
      <ns0:sp>
        <ns0:nvSpPr>
          <ns0:cNvPr id="324" name="Freeform 16"/>
          <ns0:cNvSpPr>
            <ns1:spLocks/>
          </ns0:cNvSpPr>
          <ns0:nvPr/>
        </ns0:nvSpPr>
        <ns0:spPr bwMode="auto">
          <ns1:xfrm>
            <ns1:off x="5432145" y="6047329"/>
            <ns1:ext cx="380825" cy="309475"/>
          </ns1:xfrm>
          <ns1:custGeom>
            <ns1:avLst/>
            <ns1:gdLst>
              <ns1:gd name="T0" fmla="*/ 368 w 368"/>
              <ns1:gd name="T1" fmla="*/ 36 h 299"/>
              <ns1:gd name="T2" fmla="*/ 324 w 368"/>
              <ns1:gd name="T3" fmla="*/ 48 h 299"/>
              <ns1:gd name="T4" fmla="*/ 358 w 368"/>
              <ns1:gd name="T5" fmla="*/ 6 h 299"/>
              <ns1:gd name="T6" fmla="*/ 310 w 368"/>
              <ns1:gd name="T7" fmla="*/ 24 h 299"/>
              <ns1:gd name="T8" fmla="*/ 255 w 368"/>
              <ns1:gd name="T9" fmla="*/ 0 h 299"/>
              <ns1:gd name="T10" fmla="*/ 179 w 368"/>
              <ns1:gd name="T11" fmla="*/ 76 h 299"/>
              <ns1:gd name="T12" fmla="*/ 181 w 368"/>
              <ns1:gd name="T13" fmla="*/ 93 h 299"/>
              <ns1:gd name="T14" fmla="*/ 25 w 368"/>
              <ns1:gd name="T15" fmla="*/ 14 h 299"/>
              <ns1:gd name="T16" fmla="*/ 15 w 368"/>
              <ns1:gd name="T17" fmla="*/ 52 h 299"/>
              <ns1:gd name="T18" fmla="*/ 49 w 368"/>
              <ns1:gd name="T19" fmla="*/ 115 h 299"/>
              <ns1:gd name="T20" fmla="*/ 15 w 368"/>
              <ns1:gd name="T21" fmla="*/ 106 h 299"/>
              <ns1:gd name="T22" fmla="*/ 14 w 368"/>
              <ns1:gd name="T23" fmla="*/ 106 h 299"/>
              <ns1:gd name="T24" fmla="*/ 75 w 368"/>
              <ns1:gd name="T25" fmla="*/ 181 h 299"/>
              <ns1:gd name="T26" fmla="*/ 55 w 368"/>
              <ns1:gd name="T27" fmla="*/ 183 h 299"/>
              <ns1:gd name="T28" fmla="*/ 41 w 368"/>
              <ns1:gd name="T29" fmla="*/ 182 h 299"/>
              <ns1:gd name="T30" fmla="*/ 111 w 368"/>
              <ns1:gd name="T31" fmla="*/ 234 h 299"/>
              <ns1:gd name="T32" fmla="*/ 18 w 368"/>
              <ns1:gd name="T33" fmla="*/ 267 h 299"/>
              <ns1:gd name="T34" fmla="*/ 0 w 368"/>
              <ns1:gd name="T35" fmla="*/ 265 h 299"/>
              <ns1:gd name="T36" fmla="*/ 115 w 368"/>
              <ns1:gd name="T37" fmla="*/ 299 h 299"/>
              <ns1:gd name="T38" fmla="*/ 330 w 368"/>
              <ns1:gd name="T39" fmla="*/ 85 h 299"/>
              <ns1:gd name="T40" fmla="*/ 330 w 368"/>
              <ns1:gd name="T41" fmla="*/ 75 h 299"/>
              <ns1:gd name="T42" fmla="*/ 368 w 368"/>
              <ns1:gd name="T43" fmla="*/ 36 h 299"/>
            </ns1:gdLst>
            <ns1:ahLst/>
            <ns1:cxnLst>
              <ns1:cxn ang="0">
                <ns1:pos x="T0" y="T1"/>
              </ns1:cxn>
              <ns1:cxn ang="0">
                <ns1:pos x="T2" y="T3"/>
              </ns1:cxn>
              <ns1:cxn ang="0">
                <ns1:pos x="T4" y="T5"/>
              </ns1:cxn>
              <ns1:cxn ang="0">
                <ns1:pos x="T6" y="T7"/>
              </ns1:cxn>
              <ns1:cxn ang="0">
                <ns1:pos x="T8" y="T9"/>
              </ns1:cxn>
              <ns1:cxn ang="0">
                <ns1:pos x="T10" y="T11"/>
              </ns1:cxn>
              <ns1:cxn ang="0">
                <ns1:pos x="T12" y="T13"/>
              </ns1:cxn>
              <ns1:cxn ang="0">
                <ns1:pos x="T14" y="T15"/>
              </ns1:cxn>
              <ns1:cxn ang="0">
                <ns1:pos x="T16" y="T17"/>
              </ns1:cxn>
              <ns1:cxn ang="0">
                <ns1:pos x="T18" y="T19"/>
              </ns1:cxn>
              <ns1:cxn ang="0">
                <ns1:pos x="T20" y="T21"/>
              </ns1:cxn>
              <ns1:cxn ang="0">
                <ns1:pos x="T22" y="T23"/>
              </ns1:cxn>
              <ns1:cxn ang="0">
                <ns1:pos x="T24" y="T25"/>
              </ns1:cxn>
              <ns1:cxn ang="0">
                <ns1:pos x="T26" y="T27"/>
              </ns1:cxn>
              <ns1:cxn ang="0">
                <ns1:pos x="T28" y="T29"/>
              </ns1:cxn>
              <ns1:cxn ang="0">
                <ns1:pos x="T30" y="T31"/>
              </ns1:cxn>
              <ns1:cxn ang="0">
                <ns1:pos x="T32" y="T33"/>
              </ns1:cxn>
              <ns1:cxn ang="0">
                <ns1:pos x="T34" y="T35"/>
              </ns1:cxn>
              <ns1:cxn ang="0">
                <ns1:pos x="T36" y="T37"/>
              </ns1:cxn>
              <ns1:cxn ang="0">
                <ns1:pos x="T38" y="T39"/>
              </ns1:cxn>
              <ns1:cxn ang="0">
                <ns1:pos x="T40" y="T41"/>
              </ns1:cxn>
              <ns1:cxn ang="0">
                <ns1:pos x="T42" y="T43"/>
              </ns1:cxn>
            </ns1:cxnLst>
            <ns1:rect l="0" t="0" r="r" b="b"/>
            <ns1:pathLst>
              <ns1:path w="368" h="299">
                <ns1:moveTo>
                  <ns1:pt x="368" y="36"/>
                </ns1:moveTo>
                <ns1:cubicBezTo>
                  <ns1:pt x="354" y="42"/>
                  <ns1:pt x="340" y="46"/>
                  <ns1:pt x="324" y="48"/>
                </ns1:cubicBezTo>
                <ns1:cubicBezTo>
                  <ns1:pt x="340" y="38"/>
                  <ns1:pt x="352" y="24"/>
                  <ns1:pt x="358" y="6"/>
                </ns1:cubicBezTo>
                <ns1:cubicBezTo>
                  <ns1:pt x="343" y="15"/>
                  <ns1:pt x="327" y="21"/>
                  <ns1:pt x="310" y="24"/>
                </ns1:cubicBezTo>
                <ns1:cubicBezTo>
                  <ns1:pt x="296" y="10"/>
                  <ns1:pt x="276" y="0"/>
                  <ns1:pt x="255" y="0"/>
                </ns1:cubicBezTo>
                <ns1:cubicBezTo>
                  <ns1:pt x="213" y="0"/>
                  <ns1:pt x="179" y="34"/>
                  <ns1:pt x="179" y="76"/>
                </ns1:cubicBezTo>
                <ns1:cubicBezTo>
                  <ns1:pt x="179" y="82"/>
                  <ns1:pt x="180" y="88"/>
                  <ns1:pt x="181" y="93"/>
                </ns1:cubicBezTo>
                <ns1:cubicBezTo>
                  <ns1:pt x="118" y="90"/>
                  <ns1:pt x="63" y="60"/>
                  <ns1:pt x="25" y="14"/>
                </ns1:cubicBezTo>
                <ns1:cubicBezTo>
                  <ns1:pt x="19" y="25"/>
                  <ns1:pt x="15" y="38"/>
                  <ns1:pt x="15" y="52"/>
                </ns1:cubicBezTo>
                <ns1:cubicBezTo>
                  <ns1:pt x="15" y="78"/>
                  <ns1:pt x="28" y="101"/>
                  <ns1:pt x="49" y="115"/>
                </ns1:cubicBezTo>
                <ns1:cubicBezTo>
                  <ns1:pt x="36" y="115"/>
                  <ns1:pt x="25" y="111"/>
                  <ns1:pt x="15" y="106"/>
                </ns1:cubicBezTo>
                <ns1:cubicBezTo>
                  <ns1:pt x="14" y="106"/>
                  <ns1:pt x="14" y="106"/>
                  <ns1:pt x="14" y="106"/>
                </ns1:cubicBezTo>
                <ns1:cubicBezTo>
                  <ns1:pt x="14" y="143"/>
                  <ns1:pt x="41" y="174"/>
                  <ns1:pt x="75" y="181"/>
                </ns1:cubicBezTo>
                <ns1:cubicBezTo>
                  <ns1:pt x="69" y="182"/>
                  <ns1:pt x="62" y="183"/>
                  <ns1:pt x="55" y="183"/>
                </ns1:cubicBezTo>
                <ns1:cubicBezTo>
                  <ns1:pt x="50" y="183"/>
                  <ns1:pt x="46" y="183"/>
                  <ns1:pt x="41" y="182"/>
                </ns1:cubicBezTo>
                <ns1:cubicBezTo>
                  <ns1:pt x="51" y="212"/>
                  <ns1:pt x="78" y="234"/>
                  <ns1:pt x="111" y="234"/>
                </ns1:cubicBezTo>
                <ns1:cubicBezTo>
                  <ns1:pt x="86" y="254"/>
                  <ns1:pt x="53" y="267"/>
                  <ns1:pt x="18" y="267"/>
                </ns1:cubicBezTo>
                <ns1:cubicBezTo>
                  <ns1:pt x="12" y="267"/>
                  <ns1:pt x="6" y="266"/>
                  <ns1:pt x="0" y="265"/>
                </ns1:cubicBezTo>
                <ns1:cubicBezTo>
                  <ns1:pt x="33" y="287"/>
                  <ns1:pt x="73" y="299"/>
                  <ns1:pt x="115" y="299"/>
                </ns1:cubicBezTo>
                <ns1:cubicBezTo>
                  <ns1:pt x="254" y="299"/>
                  <ns1:pt x="330" y="184"/>
                  <ns1:pt x="330" y="85"/>
                </ns1:cubicBezTo>
                <ns1:cubicBezTo>
                  <ns1:pt x="330" y="81"/>
                  <ns1:pt x="330" y="78"/>
                  <ns1:pt x="330" y="75"/>
                </ns1:cubicBezTo>
                <ns1:cubicBezTo>
                  <ns1:pt x="345" y="64"/>
                  <ns1:pt x="358" y="51"/>
                  <ns1:pt x="368" y="36"/>
                </ns1:cubicBezTo>
                <ns1:close/>
              </ns1:path>
            </ns1:pathLst>
          </ns1:custGeom>
          <ns1:solidFill>
            <ns1:schemeClr val="tx1"/>
          </ns1:solidFill>
          <ns1:ln>
            <ns1:noFill/>
          </ns1:ln>
        </ns0:spPr>
        <ns0:txBody>
          <ns1:bodyPr vert="horz" wrap="square" lIns="91440" tIns="45720" rIns="91440" bIns="45720" numCol="1" anchor="t" anchorCtr="0" compatLnSpc="1">
            <ns1:prstTxWarp prst="textNoShape">
              <ns1:avLst/>
            </ns1:prstTxWarp>
          </ns1:bodyPr>
          <ns1:lstStyle/>
          <ns1:p>
            <ns1:endParaRPr lang="en-US" sz="2700" dirty="0"/>
          </ns1:p>
        </ns0:txBody>
      </ns0:sp>
      <ns0:sp>
        <ns0:nvSpPr>
          <ns0:cNvPr id="325" name="Freeform 324"/>
          <ns0:cNvSpPr>
            <ns1:spLocks noEditPoints="1"/>
          </ns0:cNvSpPr>
          <ns0:nvPr/>
        </ns0:nvSpPr>
        <ns0:spPr bwMode="auto">
          <ns1:xfrm>
            <ns1:off x="8583005" y="5993150"/>
            <ns1:ext cx="349089" cy="417833"/>
          </ns1:xfrm>
          <ns1:custGeom>
            <ns1:avLst/>
            <ns1:gdLst>
              <ns1:gd name="T0" fmla="*/ 234 w 300"/>
              <ns1:gd name="T1" fmla="*/ 263 h 360"/>
              <ns1:gd name="T2" fmla="*/ 243 w 300"/>
              <ns1:gd name="T3" fmla="*/ 243 h 360"/>
              <ns1:gd name="T4" fmla="*/ 254 w 300"/>
              <ns1:gd name="T5" fmla="*/ 252 h 360"/>
              <ns1:gd name="T6" fmla="*/ 180 w 300"/>
              <ns1:gd name="T7" fmla="*/ 239 h 360"/>
              <ns1:gd name="T8" fmla="*/ 171 w 300"/>
              <ns1:gd name="T9" fmla="*/ 302 h 360"/>
              <ns1:gd name="T10" fmla="*/ 189 w 300"/>
              <ns1:gd name="T11" fmla="*/ 302 h 360"/>
              <ns1:gd name="T12" fmla="*/ 180 w 300"/>
              <ns1:gd name="T13" fmla="*/ 239 h 360"/>
              <ns1:gd name="T14" fmla="*/ 300 w 300"/>
              <ns1:gd name="T15" fmla="*/ 314 h 360"/>
              <ns1:gd name="T16" fmla="*/ 49 w 300"/>
              <ns1:gd name="T17" fmla="*/ 360 h 360"/>
              <ns1:gd name="T18" fmla="*/ 0 w 300"/>
              <ns1:gd name="T19" fmla="*/ 208 h 360"/>
              <ns1:gd name="T20" fmla="*/ 251 w 300"/>
              <ns1:gd name="T21" fmla="*/ 161 h 360"/>
              <ns1:gd name="T22" fmla="*/ 63 w 300"/>
              <ns1:gd name="T23" fmla="*/ 325 h 360"/>
              <ns1:gd name="T24" fmla="*/ 88 w 300"/>
              <ns1:gd name="T25" fmla="*/ 213 h 360"/>
              <ns1:gd name="T26" fmla="*/ 21 w 300"/>
              <ns1:gd name="T27" fmla="*/ 197 h 360"/>
              <ns1:gd name="T28" fmla="*/ 42 w 300"/>
              <ns1:gd name="T29" fmla="*/ 213 h 360"/>
              <ns1:gd name="T30" fmla="*/ 63 w 300"/>
              <ns1:gd name="T31" fmla="*/ 325 h 360"/>
              <ns1:gd name="T32" fmla="*/ 117 w 300"/>
              <ns1:gd name="T33" fmla="*/ 230 h 360"/>
              <ns1:gd name="T34" fmla="*/ 117 w 300"/>
              <ns1:gd name="T35" fmla="*/ 304 h 360"/>
              <ns1:gd name="T36" fmla="*/ 104 w 300"/>
              <ns1:gd name="T37" fmla="*/ 290 h 360"/>
              <ns1:gd name="T38" fmla="*/ 83 w 300"/>
              <ns1:gd name="T39" fmla="*/ 230 h 360"/>
              <ns1:gd name="T40" fmla="*/ 84 w 300"/>
              <ns1:gd name="T41" fmla="*/ 308 h 360"/>
              <ns1:gd name="T42" fmla="*/ 121 w 300"/>
              <ns1:gd name="T43" fmla="*/ 313 h 360"/>
              <ns1:gd name="T44" fmla="*/ 138 w 300"/>
              <ns1:gd name="T45" fmla="*/ 325 h 360"/>
              <ns1:gd name="T46" fmla="*/ 204 w 300"/>
              <ns1:gd name="T47" fmla="*/ 298 h 360"/>
              <ns1:gd name="T48" fmla="*/ 171 w 300"/>
              <ns1:gd name="T49" fmla="*/ 234 h 360"/>
              <ns1:gd name="T50" fmla="*/ 150 w 300"/>
              <ns1:gd name="T51" fmla="*/ 197 h 360"/>
              <ns1:gd name="T52" fmla="*/ 167 w 300"/>
              <ns1:gd name="T53" fmla="*/ 324 h 360"/>
              <ns1:gd name="T54" fmla="*/ 204 w 300"/>
              <ns1:gd name="T55" fmla="*/ 298 h 360"/>
              <ns1:gd name="T56" fmla="*/ 254 w 300"/>
              <ns1:gd name="T57" fmla="*/ 292 h 360"/>
              <ns1:gd name="T58" fmla="*/ 254 w 300"/>
              <ns1:gd name="T59" fmla="*/ 303 h 360"/>
              <ns1:gd name="T60" fmla="*/ 242 w 300"/>
              <ns1:gd name="T61" fmla="*/ 311 h 360"/>
              <ns1:gd name="T62" fmla="*/ 234 w 300"/>
              <ns1:gd name="T63" fmla="*/ 302 h 360"/>
              <ns1:gd name="T64" fmla="*/ 234 w 300"/>
              <ns1:gd name="T65" fmla="*/ 280 h 360"/>
              <ns1:gd name="T66" fmla="*/ 270 w 300"/>
              <ns1:gd name="T67" fmla="*/ 266 h 360"/>
              <ns1:gd name="T68" fmla="*/ 228 w 300"/>
              <ns1:gd name="T69" fmla="*/ 229 h 360"/>
              <ns1:gd name="T70" fmla="*/ 217 w 300"/>
              <ns1:gd name="T71" fmla="*/ 262 h 360"/>
              <ns1:gd name="T72" fmla="*/ 270 w 300"/>
              <ns1:gd name="T73" fmla="*/ 292 h 360"/>
              <ns1:gd name="T74" fmla="*/ 194 w 300"/>
              <ns1:gd name="T75" fmla="*/ 137 h 360"/>
              <ns1:gd name="T76" fmla="*/ 211 w 300"/>
              <ns1:gd name="T77" fmla="*/ 137 h 360"/>
              <ns1:gd name="T78" fmla="*/ 216 w 300"/>
              <ns1:gd name="T79" fmla="*/ 138 h 360"/>
              <ns1:gd name="T80" fmla="*/ 240 w 300"/>
              <ns1:gd name="T81" fmla="*/ 39 h 360"/>
              <ns1:gd name="T82" fmla="*/ 221 w 300"/>
              <ns1:gd name="T83" fmla="*/ 116 h 360"/>
              <ns1:gd name="T84" fmla="*/ 206 w 300"/>
              <ns1:gd name="T85" fmla="*/ 116 h 360"/>
              <ns1:gd name="T86" fmla="*/ 187 w 300"/>
              <ns1:gd name="T87" fmla="*/ 39 h 360"/>
              <ns1:gd name="T88" fmla="*/ 187 w 300"/>
              <ns1:gd name="T89" fmla="*/ 123 h 360"/>
              <ns1:gd name="T90" fmla="*/ 119 w 300"/>
              <ns1:gd name="T91" fmla="*/ 75 h 360"/>
              <ns1:gd name="T92" fmla="*/ 130 w 300"/>
              <ns1:gd name="T93" fmla="*/ 40 h 360"/>
              <ns1:gd name="T94" fmla="*/ 159 w 300"/>
              <ns1:gd name="T95" fmla="*/ 38 h 360"/>
              <ns1:gd name="T96" fmla="*/ 173 w 300"/>
              <ns1:gd name="T97" fmla="*/ 57 h 360"/>
              <ns1:gd name="T98" fmla="*/ 174 w 300"/>
              <ns1:gd name="T99" fmla="*/ 98 h 360"/>
              <ns1:gd name="T100" fmla="*/ 168 w 300"/>
              <ns1:gd name="T101" fmla="*/ 130 h 360"/>
              <ns1:gd name="T102" fmla="*/ 147 w 300"/>
              <ns1:gd name="T103" fmla="*/ 141 h 360"/>
              <ns1:gd name="T104" fmla="*/ 125 w 300"/>
              <ns1:gd name="T105" fmla="*/ 132 h 360"/>
              <ns1:gd name="T106" fmla="*/ 119 w 300"/>
              <ns1:gd name="T107" fmla="*/ 101 h 360"/>
              <ns1:gd name="T108" fmla="*/ 137 w 300"/>
              <ns1:gd name="T109" fmla="*/ 114 h 360"/>
              <ns1:gd name="T110" fmla="*/ 156 w 300"/>
              <ns1:gd name="T111" fmla="*/ 114 h 360"/>
              <ns1:gd name="T112" fmla="*/ 146 w 300"/>
              <ns1:gd name="T113" fmla="*/ 52 h 360"/>
              <ns1:gd name="T114" fmla="*/ 137 w 300"/>
              <ns1:gd name="T115" fmla="*/ 114 h 360"/>
              <ns1:gd name="T116" fmla="*/ 95 w 300"/>
              <ns1:gd name="T117" fmla="*/ 141 h 360"/>
              <ns1:gd name="T118" fmla="*/ 121 w 300"/>
              <ns1:gd name="T119" fmla="*/ 0 h 360"/>
              <ns1:gd name="T120" fmla="*/ 83 w 300"/>
              <ns1:gd name="T121" fmla="*/ 48 h 360"/>
              <ns1:gd name="T122" fmla="*/ 45 w 300"/>
              <ns1:gd name="T123" fmla="*/ 0 h 360"/>
              <ns1:gd name="T124" fmla="*/ 73 w 300"/>
              <ns1:gd name="T125" fmla="*/ 141 h 360"/>
            </ns1:gdLst>
            <ns1:ahLst/>
            <ns1:cxnLst>
              <ns1:cxn ang="0">
                <ns1:pos x="T0" y="T1"/>
              </ns1:cxn>
              <ns1:cxn ang="0">
                <ns1:pos x="T2" y="T3"/>
              </ns1:cxn>
              <ns1:cxn ang="0">
                <ns1:pos x="T4" y="T5"/>
              </ns1:cxn>
              <ns1:cxn ang="0">
                <ns1:pos x="T6" y="T7"/>
              </ns1:cxn>
              <ns1:cxn ang="0">
                <ns1:pos x="T8" y="T9"/>
              </ns1:cxn>
              <ns1:cxn ang="0">
                <ns1:pos x="T10" y="T11"/>
              </ns1:cxn>
              <ns1:cxn ang="0">
                <ns1:pos x="T12" y="T13"/>
              </ns1:cxn>
              <ns1:cxn ang="0">
                <ns1:pos x="T14" y="T15"/>
              </ns1:cxn>
              <ns1:cxn ang="0">
                <ns1:pos x="T16" y="T17"/>
              </ns1:cxn>
              <ns1:cxn ang="0">
                <ns1:pos x="T18" y="T19"/>
              </ns1:cxn>
              <ns1:cxn ang="0">
                <ns1:pos x="T20" y="T21"/>
              </ns1:cxn>
              <ns1:cxn ang="0">
                <ns1:pos x="T22" y="T23"/>
              </ns1:cxn>
              <ns1:cxn ang="0">
                <ns1:pos x="T24" y="T25"/>
              </ns1:cxn>
              <ns1:cxn ang="0">
                <ns1:pos x="T26" y="T27"/>
              </ns1:cxn>
              <ns1:cxn ang="0">
                <ns1:pos x="T28" y="T29"/>
              </ns1:cxn>
              <ns1:cxn ang="0">
                <ns1:pos x="T30" y="T31"/>
              </ns1:cxn>
              <ns1:cxn ang="0">
                <ns1:pos x="T32" y="T33"/>
              </ns1:cxn>
              <ns1:cxn ang="0">
                <ns1:pos x="T34" y="T35"/>
              </ns1:cxn>
              <ns1:cxn ang="0">
                <ns1:pos x="T36" y="T37"/>
              </ns1:cxn>
              <ns1:cxn ang="0">
                <ns1:pos x="T38" y="T39"/>
              </ns1:cxn>
              <ns1:cxn ang="0">
                <ns1:pos x="T40" y="T41"/>
              </ns1:cxn>
              <ns1:cxn ang="0">
                <ns1:pos x="T42" y="T43"/>
              </ns1:cxn>
              <ns1:cxn ang="0">
                <ns1:pos x="T44" y="T45"/>
              </ns1:cxn>
              <ns1:cxn ang="0">
                <ns1:pos x="T46" y="T47"/>
              </ns1:cxn>
              <ns1:cxn ang="0">
                <ns1:pos x="T48" y="T49"/>
              </ns1:cxn>
              <ns1:cxn ang="0">
                <ns1:pos x="T50" y="T51"/>
              </ns1:cxn>
              <ns1:cxn ang="0">
                <ns1:pos x="T52" y="T53"/>
              </ns1:cxn>
              <ns1:cxn ang="0">
                <ns1:pos x="T54" y="T55"/>
              </ns1:cxn>
              <ns1:cxn ang="0">
                <ns1:pos x="T56" y="T57"/>
              </ns1:cxn>
              <ns1:cxn ang="0">
                <ns1:pos x="T58" y="T59"/>
              </ns1:cxn>
              <ns1:cxn ang="0">
                <ns1:pos x="T60" y="T61"/>
              </ns1:cxn>
              <ns1:cxn ang="0">
                <ns1:pos x="T62" y="T63"/>
              </ns1:cxn>
              <ns1:cxn ang="0">
                <ns1:pos x="T64" y="T65"/>
              </ns1:cxn>
              <ns1:cxn ang="0">
                <ns1:pos x="T66" y="T67"/>
              </ns1:cxn>
              <ns1:cxn ang="0">
                <ns1:pos x="T68" y="T69"/>
              </ns1:cxn>
              <ns1:cxn ang="0">
                <ns1:pos x="T70" y="T71"/>
              </ns1:cxn>
              <ns1:cxn ang="0">
                <ns1:pos x="T72" y="T73"/>
              </ns1:cxn>
              <ns1:cxn ang="0">
                <ns1:pos x="T74" y="T75"/>
              </ns1:cxn>
              <ns1:cxn ang="0">
                <ns1:pos x="T76" y="T77"/>
              </ns1:cxn>
              <ns1:cxn ang="0">
                <ns1:pos x="T78" y="T79"/>
              </ns1:cxn>
              <ns1:cxn ang="0">
                <ns1:pos x="T80" y="T81"/>
              </ns1:cxn>
              <ns1:cxn ang="0">
                <ns1:pos x="T82" y="T83"/>
              </ns1:cxn>
              <ns1:cxn ang="0">
                <ns1:pos x="T84" y="T85"/>
              </ns1:cxn>
              <ns1:cxn ang="0">
                <ns1:pos x="T86" y="T87"/>
              </ns1:cxn>
              <ns1:cxn ang="0">
                <ns1:pos x="T88" y="T89"/>
              </ns1:cxn>
              <ns1:cxn ang="0">
                <ns1:pos x="T90" y="T91"/>
              </ns1:cxn>
              <ns1:cxn ang="0">
                <ns1:pos x="T92" y="T93"/>
              </ns1:cxn>
              <ns1:cxn ang="0">
                <ns1:pos x="T94" y="T95"/>
              </ns1:cxn>
              <ns1:cxn ang="0">
                <ns1:pos x="T96" y="T97"/>
              </ns1:cxn>
              <ns1:cxn ang="0">
                <ns1:pos x="T98" y="T99"/>
              </ns1:cxn>
              <ns1:cxn ang="0">
                <ns1:pos x="T100" y="T101"/>
              </ns1:cxn>
              <ns1:cxn ang="0">
                <ns1:pos x="T102" y="T103"/>
              </ns1:cxn>
              <ns1:cxn ang="0">
                <ns1:pos x="T104" y="T105"/>
              </ns1:cxn>
              <ns1:cxn ang="0">
                <ns1:pos x="T106" y="T107"/>
              </ns1:cxn>
              <ns1:cxn ang="0">
                <ns1:pos x="T108" y="T109"/>
              </ns1:cxn>
              <ns1:cxn ang="0">
                <ns1:pos x="T110" y="T111"/>
              </ns1:cxn>
              <ns1:cxn ang="0">
                <ns1:pos x="T112" y="T113"/>
              </ns1:cxn>
              <ns1:cxn ang="0">
                <ns1:pos x="T114" y="T115"/>
              </ns1:cxn>
              <ns1:cxn ang="0">
                <ns1:pos x="T116" y="T117"/>
              </ns1:cxn>
              <ns1:cxn ang="0">
                <ns1:pos x="T118" y="T119"/>
              </ns1:cxn>
              <ns1:cxn ang="0">
                <ns1:pos x="T120" y="T121"/>
              </ns1:cxn>
              <ns1:cxn ang="0">
                <ns1:pos x="T122" y="T123"/>
              </ns1:cxn>
              <ns1:cxn ang="0">
                <ns1:pos x="T124" y="T125"/>
              </ns1:cxn>
            </ns1:cxnLst>
            <ns1:rect l="0" t="0" r="r" b="b"/>
            <ns1:pathLst>
              <ns1:path w="300" h="360">
                <ns1:moveTo>
                  <ns1:pt x="254" y="263"/>
                </ns1:moveTo>
                <ns1:cubicBezTo>
                  <ns1:pt x="234" y="263"/>
                  <ns1:pt x="234" y="263"/>
                  <ns1:pt x="234" y="263"/>
                </ns1:cubicBezTo>
                <ns1:cubicBezTo>
                  <ns1:pt x="234" y="252"/>
                  <ns1:pt x="234" y="252"/>
                  <ns1:pt x="234" y="252"/>
                </ns1:cubicBezTo>
                <ns1:cubicBezTo>
                  <ns1:pt x="234" y="247"/>
                  <ns1:pt x="238" y="243"/>
                  <ns1:pt x="243" y="243"/>
                </ns1:cubicBezTo>
                <ns1:cubicBezTo>
                  <ns1:pt x="245" y="243"/>
                  <ns1:pt x="245" y="243"/>
                  <ns1:pt x="245" y="243"/>
                </ns1:cubicBezTo>
                <ns1:cubicBezTo>
                  <ns1:pt x="250" y="243"/>
                  <ns1:pt x="254" y="247"/>
                  <ns1:pt x="254" y="252"/>
                </ns1:cubicBezTo>
                <ns1:lnTo>
                  <ns1:pt x="254" y="263"/>
                </ns1:lnTo>
                <ns1:close/>
                <ns1:moveTo>
                  <ns1:pt x="180" y="239"/>
                </ns1:moveTo>
                <ns1:cubicBezTo>
                  <ns1:pt x="175" y="239"/>
                  <ns1:pt x="171" y="242"/>
                  <ns1:pt x="171" y="246"/>
                </ns1:cubicBezTo>
                <ns1:cubicBezTo>
                  <ns1:pt x="171" y="302"/>
                  <ns1:pt x="171" y="302"/>
                  <ns1:pt x="171" y="302"/>
                </ns1:cubicBezTo>
                <ns1:cubicBezTo>
                  <ns1:pt x="171" y="306"/>
                  <ns1:pt x="175" y="310"/>
                  <ns1:pt x="180" y="310"/>
                </ns1:cubicBezTo>
                <ns1:cubicBezTo>
                  <ns1:pt x="185" y="310"/>
                  <ns1:pt x="189" y="306"/>
                  <ns1:pt x="189" y="302"/>
                </ns1:cubicBezTo>
                <ns1:cubicBezTo>
                  <ns1:pt x="189" y="246"/>
                  <ns1:pt x="189" y="246"/>
                  <ns1:pt x="189" y="246"/>
                </ns1:cubicBezTo>
                <ns1:cubicBezTo>
                  <ns1:pt x="189" y="242"/>
                  <ns1:pt x="185" y="239"/>
                  <ns1:pt x="180" y="239"/>
                </ns1:cubicBezTo>
                <ns1:close/>
                <ns1:moveTo>
                  <ns1:pt x="300" y="208"/>
                </ns1:moveTo>
                <ns1:cubicBezTo>
                  <ns1:pt x="300" y="314"/>
                  <ns1:pt x="300" y="314"/>
                  <ns1:pt x="300" y="314"/>
                </ns1:cubicBezTo>
                <ns1:cubicBezTo>
                  <ns1:pt x="300" y="339"/>
                  <ns1:pt x="278" y="360"/>
                  <ns1:pt x="251" y="360"/>
                </ns1:cubicBezTo>
                <ns1:cubicBezTo>
                  <ns1:pt x="49" y="360"/>
                  <ns1:pt x="49" y="360"/>
                  <ns1:pt x="49" y="360"/>
                </ns1:cubicBezTo>
                <ns1:cubicBezTo>
                  <ns1:pt x="22" y="360"/>
                  <ns1:pt x="0" y="339"/>
                  <ns1:pt x="0" y="314"/>
                </ns1:cubicBezTo>
                <ns1:cubicBezTo>
                  <ns1:pt x="0" y="208"/>
                  <ns1:pt x="0" y="208"/>
                  <ns1:pt x="0" y="208"/>
                </ns1:cubicBezTo>
                <ns1:cubicBezTo>
                  <ns1:pt x="0" y="182"/>
                  <ns1:pt x="22" y="161"/>
                  <ns1:pt x="49" y="161"/>
                </ns1:cubicBezTo>
                <ns1:cubicBezTo>
                  <ns1:pt x="251" y="161"/>
                  <ns1:pt x="251" y="161"/>
                  <ns1:pt x="251" y="161"/>
                </ns1:cubicBezTo>
                <ns1:cubicBezTo>
                  <ns1:pt x="278" y="161"/>
                  <ns1:pt x="300" y="182"/>
                  <ns1:pt x="300" y="208"/>
                </ns1:cubicBezTo>
                <ns1:close/>
                <ns1:moveTo>
                  <ns1:pt x="63" y="325"/>
                </ns1:moveTo>
                <ns1:cubicBezTo>
                  <ns1:pt x="63" y="213"/>
                  <ns1:pt x="63" y="213"/>
                  <ns1:pt x="63" y="213"/>
                </ns1:cubicBezTo>
                <ns1:cubicBezTo>
                  <ns1:pt x="88" y="213"/>
                  <ns1:pt x="88" y="213"/>
                  <ns1:pt x="88" y="213"/>
                </ns1:cubicBezTo>
                <ns1:cubicBezTo>
                  <ns1:pt x="88" y="197"/>
                  <ns1:pt x="88" y="197"/>
                  <ns1:pt x="88" y="197"/>
                </ns1:cubicBezTo>
                <ns1:cubicBezTo>
                  <ns1:pt x="21" y="197"/>
                  <ns1:pt x="21" y="197"/>
                  <ns1:pt x="21" y="197"/>
                </ns1:cubicBezTo>
                <ns1:cubicBezTo>
                  <ns1:pt x="21" y="213"/>
                  <ns1:pt x="21" y="213"/>
                  <ns1:pt x="21" y="213"/>
                </ns1:cubicBezTo>
                <ns1:cubicBezTo>
                  <ns1:pt x="42" y="213"/>
                  <ns1:pt x="42" y="213"/>
                  <ns1:pt x="42" y="213"/>
                </ns1:cubicBezTo>
                <ns1:cubicBezTo>
                  <ns1:pt x="42" y="325"/>
                  <ns1:pt x="42" y="325"/>
                  <ns1:pt x="42" y="325"/>
                </ns1:cubicBezTo>
                <ns1:lnTo>
                  <ns1:pt x="63" y="325"/>
                </ns1:lnTo>
                <ns1:close/>
                <ns1:moveTo>
                  <ns1:pt x="138" y="230"/>
                </ns1:moveTo>
                <ns1:cubicBezTo>
                  <ns1:pt x="117" y="230"/>
                  <ns1:pt x="117" y="230"/>
                  <ns1:pt x="117" y="230"/>
                </ns1:cubicBezTo>
                <ns1:cubicBezTo>
                  <ns1:pt x="117" y="290"/>
                  <ns1:pt x="117" y="290"/>
                  <ns1:pt x="117" y="290"/>
                </ns1:cubicBezTo>
                <ns1:cubicBezTo>
                  <ns1:pt x="117" y="298"/>
                  <ns1:pt x="117" y="303"/>
                  <ns1:pt x="117" y="304"/>
                </ns1:cubicBezTo>
                <ns1:cubicBezTo>
                  <ns1:pt x="115" y="309"/>
                  <ns1:pt x="107" y="314"/>
                  <ns1:pt x="104" y="305"/>
                </ns1:cubicBezTo>
                <ns1:cubicBezTo>
                  <ns1:pt x="104" y="303"/>
                  <ns1:pt x="104" y="298"/>
                  <ns1:pt x="104" y="290"/>
                </ns1:cubicBezTo>
                <ns1:cubicBezTo>
                  <ns1:pt x="104" y="230"/>
                  <ns1:pt x="104" y="230"/>
                  <ns1:pt x="104" y="230"/>
                </ns1:cubicBezTo>
                <ns1:cubicBezTo>
                  <ns1:pt x="83" y="230"/>
                  <ns1:pt x="83" y="230"/>
                  <ns1:pt x="83" y="230"/>
                </ns1:cubicBezTo>
                <ns1:cubicBezTo>
                  <ns1:pt x="84" y="289"/>
                  <ns1:pt x="84" y="289"/>
                  <ns1:pt x="84" y="289"/>
                </ns1:cubicBezTo>
                <ns1:cubicBezTo>
                  <ns1:pt x="84" y="298"/>
                  <ns1:pt x="83" y="305"/>
                  <ns1:pt x="84" y="308"/>
                </ns1:cubicBezTo>
                <ns1:cubicBezTo>
                  <ns1:pt x="84" y="314"/>
                  <ns1:pt x="84" y="320"/>
                  <ns1:pt x="89" y="324"/>
                </ns1:cubicBezTo>
                <ns1:cubicBezTo>
                  <ns1:pt x="98" y="330"/>
                  <ns1:pt x="116" y="323"/>
                  <ns1:pt x="121" y="313"/>
                </ns1:cubicBezTo>
                <ns1:cubicBezTo>
                  <ns1:pt x="121" y="325"/>
                  <ns1:pt x="121" y="325"/>
                  <ns1:pt x="121" y="325"/>
                </ns1:cubicBezTo>
                <ns1:cubicBezTo>
                  <ns1:pt x="138" y="325"/>
                  <ns1:pt x="138" y="325"/>
                  <ns1:pt x="138" y="325"/>
                </ns1:cubicBezTo>
                <ns1:lnTo>
                  <ns1:pt x="138" y="230"/>
                </ns1:lnTo>
                <ns1:close/>
                <ns1:moveTo>
                  <ns1:pt x="204" y="298"/>
                </ns1:moveTo>
                <ns1:cubicBezTo>
                  <ns1:pt x="204" y="249"/>
                  <ns1:pt x="204" y="249"/>
                  <ns1:pt x="204" y="249"/>
                </ns1:cubicBezTo>
                <ns1:cubicBezTo>
                  <ns1:pt x="204" y="230"/>
                  <ns1:pt x="190" y="218"/>
                  <ns1:pt x="171" y="234"/>
                </ns1:cubicBezTo>
                <ns1:cubicBezTo>
                  <ns1:pt x="171" y="197"/>
                  <ns1:pt x="171" y="197"/>
                  <ns1:pt x="171" y="197"/>
                </ns1:cubicBezTo>
                <ns1:cubicBezTo>
                  <ns1:pt x="150" y="197"/>
                  <ns1:pt x="150" y="197"/>
                  <ns1:pt x="150" y="197"/>
                </ns1:cubicBezTo>
                <ns1:cubicBezTo>
                  <ns1:pt x="150" y="324"/>
                  <ns1:pt x="150" y="324"/>
                  <ns1:pt x="150" y="324"/>
                </ns1:cubicBezTo>
                <ns1:cubicBezTo>
                  <ns1:pt x="167" y="324"/>
                  <ns1:pt x="167" y="324"/>
                  <ns1:pt x="167" y="324"/>
                </ns1:cubicBezTo>
                <ns1:cubicBezTo>
                  <ns1:pt x="169" y="316"/>
                  <ns1:pt x="169" y="316"/>
                  <ns1:pt x="169" y="316"/>
                </ns1:cubicBezTo>
                <ns1:cubicBezTo>
                  <ns1:pt x="191" y="336"/>
                  <ns1:pt x="204" y="323"/>
                  <ns1:pt x="204" y="298"/>
                </ns1:cubicBezTo>
                <ns1:close/>
                <ns1:moveTo>
                  <ns1:pt x="270" y="292"/>
                </ns1:moveTo>
                <ns1:cubicBezTo>
                  <ns1:pt x="254" y="292"/>
                  <ns1:pt x="254" y="292"/>
                  <ns1:pt x="254" y="292"/>
                </ns1:cubicBezTo>
                <ns1:cubicBezTo>
                  <ns1:pt x="254" y="293"/>
                  <ns1:pt x="254" y="293"/>
                  <ns1:pt x="254" y="294"/>
                </ns1:cubicBezTo>
                <ns1:cubicBezTo>
                  <ns1:pt x="254" y="303"/>
                  <ns1:pt x="254" y="303"/>
                  <ns1:pt x="254" y="303"/>
                </ns1:cubicBezTo>
                <ns1:cubicBezTo>
                  <ns1:pt x="254" y="307"/>
                  <ns1:pt x="250" y="311"/>
                  <ns1:pt x="245" y="311"/>
                </ns1:cubicBezTo>
                <ns1:cubicBezTo>
                  <ns1:pt x="242" y="311"/>
                  <ns1:pt x="242" y="311"/>
                  <ns1:pt x="242" y="311"/>
                </ns1:cubicBezTo>
                <ns1:cubicBezTo>
                  <ns1:pt x="238" y="311"/>
                  <ns1:pt x="234" y="307"/>
                  <ns1:pt x="234" y="303"/>
                </ns1:cubicBezTo>
                <ns1:cubicBezTo>
                  <ns1:pt x="234" y="302"/>
                  <ns1:pt x="234" y="302"/>
                  <ns1:pt x="234" y="302"/>
                </ns1:cubicBezTo>
                <ns1:cubicBezTo>
                  <ns1:pt x="234" y="292"/>
                  <ns1:pt x="234" y="292"/>
                  <ns1:pt x="234" y="292"/>
                </ns1:cubicBezTo>
                <ns1:cubicBezTo>
                  <ns1:pt x="234" y="280"/>
                  <ns1:pt x="234" y="280"/>
                  <ns1:pt x="234" y="280"/>
                </ns1:cubicBezTo>
                <ns1:cubicBezTo>
                  <ns1:pt x="270" y="280"/>
                  <ns1:pt x="270" y="280"/>
                  <ns1:pt x="270" y="280"/>
                </ns1:cubicBezTo>
                <ns1:cubicBezTo>
                  <ns1:pt x="270" y="266"/>
                  <ns1:pt x="270" y="266"/>
                  <ns1:pt x="270" y="266"/>
                </ns1:cubicBezTo>
                <ns1:cubicBezTo>
                  <ns1:pt x="270" y="256"/>
                  <ns1:pt x="269" y="247"/>
                  <ns1:pt x="268" y="241"/>
                </ns1:cubicBezTo>
                <ns1:cubicBezTo>
                  <ns1:pt x="266" y="223"/>
                  <ns1:pt x="241" y="220"/>
                  <ns1:pt x="228" y="229"/>
                </ns1:cubicBezTo>
                <ns1:cubicBezTo>
                  <ns1:pt x="224" y="232"/>
                  <ns1:pt x="221" y="236"/>
                  <ns1:pt x="220" y="241"/>
                </ns1:cubicBezTo>
                <ns1:cubicBezTo>
                  <ns1:pt x="218" y="246"/>
                  <ns1:pt x="217" y="253"/>
                  <ns1:pt x="217" y="262"/>
                </ns1:cubicBezTo>
                <ns1:cubicBezTo>
                  <ns1:pt x="217" y="292"/>
                  <ns1:pt x="217" y="292"/>
                  <ns1:pt x="217" y="292"/>
                </ns1:cubicBezTo>
                <ns1:cubicBezTo>
                  <ns1:pt x="217" y="341"/>
                  <ns1:pt x="277" y="334"/>
                  <ns1:pt x="270" y="292"/>
                </ns1:cubicBezTo>
                <ns1:close/>
                <ns1:moveTo>
                  <ns1:pt x="189" y="131"/>
                </ns1:moveTo>
                <ns1:cubicBezTo>
                  <ns1:pt x="190" y="134"/>
                  <ns1:pt x="192" y="136"/>
                  <ns1:pt x="194" y="137"/>
                </ns1:cubicBezTo>
                <ns1:cubicBezTo>
                  <ns1:pt x="197" y="139"/>
                  <ns1:pt x="199" y="140"/>
                  <ns1:pt x="203" y="140"/>
                </ns1:cubicBezTo>
                <ns1:cubicBezTo>
                  <ns1:pt x="206" y="140"/>
                  <ns1:pt x="209" y="139"/>
                  <ns1:pt x="211" y="137"/>
                </ns1:cubicBezTo>
                <ns1:cubicBezTo>
                  <ns1:pt x="213" y="135"/>
                  <ns1:pt x="215" y="133"/>
                  <ns1:pt x="217" y="130"/>
                </ns1:cubicBezTo>
                <ns1:cubicBezTo>
                  <ns1:pt x="216" y="138"/>
                  <ns1:pt x="216" y="138"/>
                  <ns1:pt x="216" y="138"/>
                </ns1:cubicBezTo>
                <ns1:cubicBezTo>
                  <ns1:pt x="240" y="138"/>
                  <ns1:pt x="240" y="138"/>
                  <ns1:pt x="240" y="138"/>
                </ns1:cubicBezTo>
                <ns1:cubicBezTo>
                  <ns1:pt x="240" y="39"/>
                  <ns1:pt x="240" y="39"/>
                  <ns1:pt x="240" y="39"/>
                </ns1:cubicBezTo>
                <ns1:cubicBezTo>
                  <ns1:pt x="221" y="39"/>
                  <ns1:pt x="221" y="39"/>
                  <ns1:pt x="221" y="39"/>
                </ns1:cubicBezTo>
                <ns1:cubicBezTo>
                  <ns1:pt x="221" y="116"/>
                  <ns1:pt x="221" y="116"/>
                  <ns1:pt x="221" y="116"/>
                </ns1:cubicBezTo>
                <ns1:cubicBezTo>
                  <ns1:pt x="221" y="120"/>
                  <ns1:pt x="218" y="124"/>
                  <ns1:pt x="214" y="124"/>
                </ns1:cubicBezTo>
                <ns1:cubicBezTo>
                  <ns1:pt x="209" y="124"/>
                  <ns1:pt x="206" y="120"/>
                  <ns1:pt x="206" y="116"/>
                </ns1:cubicBezTo>
                <ns1:cubicBezTo>
                  <ns1:pt x="206" y="39"/>
                  <ns1:pt x="206" y="39"/>
                  <ns1:pt x="206" y="39"/>
                </ns1:cubicBezTo>
                <ns1:cubicBezTo>
                  <ns1:pt x="187" y="39"/>
                  <ns1:pt x="187" y="39"/>
                  <ns1:pt x="187" y="39"/>
                </ns1:cubicBezTo>
                <ns1:cubicBezTo>
                  <ns1:pt x="187" y="106"/>
                  <ns1:pt x="187" y="106"/>
                  <ns1:pt x="187" y="106"/>
                </ns1:cubicBezTo>
                <ns1:cubicBezTo>
                  <ns1:pt x="187" y="114"/>
                  <ns1:pt x="187" y="120"/>
                  <ns1:pt x="187" y="123"/>
                </ns1:cubicBezTo>
                <ns1:cubicBezTo>
                  <ns1:pt x="188" y="126"/>
                  <ns1:pt x="188" y="128"/>
                  <ns1:pt x="189" y="131"/>
                </ns1:cubicBezTo>
                <ns1:close/>
                <ns1:moveTo>
                  <ns1:pt x="119" y="75"/>
                </ns1:moveTo>
                <ns1:cubicBezTo>
                  <ns1:pt x="119" y="66"/>
                  <ns1:pt x="120" y="58"/>
                  <ns1:pt x="121" y="53"/>
                </ns1:cubicBezTo>
                <ns1:cubicBezTo>
                  <ns1:pt x="123" y="48"/>
                  <ns1:pt x="126" y="43"/>
                  <ns1:pt x="130" y="40"/>
                </ns1:cubicBezTo>
                <ns1:cubicBezTo>
                  <ns1:pt x="134" y="37"/>
                  <ns1:pt x="139" y="35"/>
                  <ns1:pt x="146" y="35"/>
                </ns1:cubicBezTo>
                <ns1:cubicBezTo>
                  <ns1:pt x="151" y="35"/>
                  <ns1:pt x="156" y="36"/>
                  <ns1:pt x="159" y="38"/>
                </ns1:cubicBezTo>
                <ns1:cubicBezTo>
                  <ns1:pt x="163" y="40"/>
                  <ns1:pt x="166" y="43"/>
                  <ns1:pt x="168" y="46"/>
                </ns1:cubicBezTo>
                <ns1:cubicBezTo>
                  <ns1:pt x="170" y="50"/>
                  <ns1:pt x="172" y="53"/>
                  <ns1:pt x="173" y="57"/>
                </ns1:cubicBezTo>
                <ns1:cubicBezTo>
                  <ns1:pt x="173" y="60"/>
                  <ns1:pt x="174" y="66"/>
                  <ns1:pt x="174" y="73"/>
                </ns1:cubicBezTo>
                <ns1:cubicBezTo>
                  <ns1:pt x="174" y="98"/>
                  <ns1:pt x="174" y="98"/>
                  <ns1:pt x="174" y="98"/>
                </ns1:cubicBezTo>
                <ns1:cubicBezTo>
                  <ns1:pt x="174" y="107"/>
                  <ns1:pt x="173" y="114"/>
                  <ns1:pt x="173" y="118"/>
                </ns1:cubicBezTo>
                <ns1:cubicBezTo>
                  <ns1:pt x="172" y="122"/>
                  <ns1:pt x="170" y="126"/>
                  <ns1:pt x="168" y="130"/>
                </ns1:cubicBezTo>
                <ns1:cubicBezTo>
                  <ns1:pt x="166" y="134"/>
                  <ns1:pt x="163" y="137"/>
                  <ns1:pt x="159" y="138"/>
                </ns1:cubicBezTo>
                <ns1:cubicBezTo>
                  <ns1:pt x="155" y="140"/>
                  <ns1:pt x="151" y="141"/>
                  <ns1:pt x="147" y="141"/>
                </ns1:cubicBezTo>
                <ns1:cubicBezTo>
                  <ns1:pt x="141" y="141"/>
                  <ns1:pt x="137" y="140"/>
                  <ns1:pt x="133" y="139"/>
                </ns1:cubicBezTo>
                <ns1:cubicBezTo>
                  <ns1:pt x="129" y="137"/>
                  <ns1:pt x="127" y="135"/>
                  <ns1:pt x="125" y="132"/>
                </ns1:cubicBezTo>
                <ns1:cubicBezTo>
                  <ns1:pt x="122" y="129"/>
                  <ns1:pt x="121" y="125"/>
                  <ns1:pt x="120" y="121"/>
                </ns1:cubicBezTo>
                <ns1:cubicBezTo>
                  <ns1:pt x="119" y="116"/>
                  <ns1:pt x="119" y="110"/>
                  <ns1:pt x="119" y="101"/>
                </ns1:cubicBezTo>
                <ns1:lnTo>
                  <ns1:pt x="119" y="75"/>
                </ns1:lnTo>
                <ns1:close/>
                <ns1:moveTo>
                  <ns1:pt x="137" y="114"/>
                </ns1:moveTo>
                <ns1:cubicBezTo>
                  <ns1:pt x="137" y="120"/>
                  <ns1:pt x="141" y="125"/>
                  <ns1:pt x="146" y="125"/>
                </ns1:cubicBezTo>
                <ns1:cubicBezTo>
                  <ns1:pt x="151" y="125"/>
                  <ns1:pt x="156" y="120"/>
                  <ns1:pt x="156" y="114"/>
                </ns1:cubicBezTo>
                <ns1:cubicBezTo>
                  <ns1:pt x="156" y="62"/>
                  <ns1:pt x="156" y="62"/>
                  <ns1:pt x="156" y="62"/>
                </ns1:cubicBezTo>
                <ns1:cubicBezTo>
                  <ns1:pt x="156" y="56"/>
                  <ns1:pt x="151" y="52"/>
                  <ns1:pt x="146" y="52"/>
                </ns1:cubicBezTo>
                <ns1:cubicBezTo>
                  <ns1:pt x="141" y="52"/>
                  <ns1:pt x="137" y="56"/>
                  <ns1:pt x="137" y="62"/>
                </ns1:cubicBezTo>
                <ns1:lnTo>
                  <ns1:pt x="137" y="114"/>
                </ns1:lnTo>
                <ns1:close/>
                <ns1:moveTo>
                  <ns1:pt x="73" y="141"/>
                </ns1:moveTo>
                <ns1:cubicBezTo>
                  <ns1:pt x="95" y="141"/>
                  <ns1:pt x="95" y="141"/>
                  <ns1:pt x="95" y="141"/>
                </ns1:cubicBezTo>
                <ns1:cubicBezTo>
                  <ns1:pt x="95" y="65"/>
                  <ns1:pt x="95" y="65"/>
                  <ns1:pt x="95" y="65"/>
                </ns1:cubicBezTo>
                <ns1:cubicBezTo>
                  <ns1:pt x="121" y="0"/>
                  <ns1:pt x="121" y="0"/>
                  <ns1:pt x="121" y="0"/>
                </ns1:cubicBezTo>
                <ns1:cubicBezTo>
                  <ns1:pt x="97" y="0"/>
                  <ns1:pt x="97" y="0"/>
                  <ns1:pt x="97" y="0"/>
                </ns1:cubicBezTo>
                <ns1:cubicBezTo>
                  <ns1:pt x="83" y="48"/>
                  <ns1:pt x="83" y="48"/>
                  <ns1:pt x="83" y="48"/>
                </ns1:cubicBezTo>
                <ns1:cubicBezTo>
                  <ns1:pt x="69" y="0"/>
                  <ns1:pt x="69" y="0"/>
                  <ns1:pt x="69" y="0"/>
                </ns1:cubicBezTo>
                <ns1:cubicBezTo>
                  <ns1:pt x="45" y="0"/>
                  <ns1:pt x="45" y="0"/>
                  <ns1:pt x="45" y="0"/>
                </ns1:cubicBezTo>
                <ns1:cubicBezTo>
                  <ns1:pt x="73" y="65"/>
                  <ns1:pt x="73" y="65"/>
                  <ns1:pt x="73" y="65"/>
                </ns1:cubicBezTo>
                <ns1:lnTo>
                  <ns1:pt x="73" y="141"/>
                </ns1:lnTo>
                <ns1:close/>
              </ns1:path>
            </ns1:pathLst>
          </ns1:custGeom>
          <ns1:solidFill>
            <ns1:schemeClr val="tx1"/>
          </ns1:solidFill>
          <ns1:ln>
            <ns1:noFill/>
          </ns1:ln>
        </ns0:spPr>
        <ns0:txBody>
          <ns1:bodyPr vert="horz" wrap="square" lIns="91440" tIns="45720" rIns="91440" bIns="45720" numCol="1" anchor="t" anchorCtr="0" compatLnSpc="1">
            <ns1:prstTxWarp prst="textNoShape">
              <ns1:avLst/>
            </ns1:prstTxWarp>
          </ns1:bodyPr>
          <ns1:lstStyle/>
          <ns1:p>
            <ns1:endParaRPr lang="id-ID" sz="2700"/>
          </ns1:p>
        </ns0:txBody>
      </ns0:sp>
      <ns0:sp>
        <ns0:nvSpPr>
          <ns0:cNvPr id="326" name="Freeform 13"/>
          <ns0:cNvSpPr>
            <ns1:spLocks/>
          </ns0:cNvSpPr>
          <ns0:nvPr/>
        </ns0:nvSpPr>
        <ns0:spPr bwMode="auto">
          <ns1:xfrm>
            <ns1:off x="6485640" y="6049981"/>
            <ns1:ext cx="303814" cy="304168"/>
          </ns1:xfrm>
          <ns1:custGeom>
            <ns1:avLst/>
            <ns1:gdLst>
              <ns1:gd name="T0" fmla="*/ 360 w 360"/>
              <ns1:gd name="T1" fmla="*/ 60 h 360"/>
              <ns1:gd name="T2" fmla="*/ 300 w 360"/>
              <ns1:gd name="T3" fmla="*/ 0 h 360"/>
              <ns1:gd name="T4" fmla="*/ 60 w 360"/>
              <ns1:gd name="T5" fmla="*/ 0 h 360"/>
              <ns1:gd name="T6" fmla="*/ 0 w 360"/>
              <ns1:gd name="T7" fmla="*/ 60 h 360"/>
              <ns1:gd name="T8" fmla="*/ 0 w 360"/>
              <ns1:gd name="T9" fmla="*/ 300 h 360"/>
              <ns1:gd name="T10" fmla="*/ 60 w 360"/>
              <ns1:gd name="T11" fmla="*/ 360 h 360"/>
              <ns1:gd name="T12" fmla="*/ 180 w 360"/>
              <ns1:gd name="T13" fmla="*/ 360 h 360"/>
              <ns1:gd name="T14" fmla="*/ 180 w 360"/>
              <ns1:gd name="T15" fmla="*/ 224 h 360"/>
              <ns1:gd name="T16" fmla="*/ 136 w 360"/>
              <ns1:gd name="T17" fmla="*/ 224 h 360"/>
              <ns1:gd name="T18" fmla="*/ 136 w 360"/>
              <ns1:gd name="T19" fmla="*/ 164 h 360"/>
              <ns1:gd name="T20" fmla="*/ 180 w 360"/>
              <ns1:gd name="T21" fmla="*/ 164 h 360"/>
              <ns1:gd name="T22" fmla="*/ 180 w 360"/>
              <ns1:gd name="T23" fmla="*/ 141 h 360"/>
              <ns1:gd name="T24" fmla="*/ 248 w 360"/>
              <ns1:gd name="T25" fmla="*/ 64 h 360"/>
              <ns1:gd name="T26" fmla="*/ 296 w 360"/>
              <ns1:gd name="T27" fmla="*/ 64 h 360"/>
              <ns1:gd name="T28" fmla="*/ 296 w 360"/>
              <ns1:gd name="T29" fmla="*/ 124 h 360"/>
              <ns1:gd name="T30" fmla="*/ 248 w 360"/>
              <ns1:gd name="T31" fmla="*/ 124 h 360"/>
              <ns1:gd name="T32" fmla="*/ 236 w 360"/>
              <ns1:gd name="T33" fmla="*/ 140 h 360"/>
              <ns1:gd name="T34" fmla="*/ 236 w 360"/>
              <ns1:gd name="T35" fmla="*/ 164 h 360"/>
              <ns1:gd name="T36" fmla="*/ 296 w 360"/>
              <ns1:gd name="T37" fmla="*/ 164 h 360"/>
              <ns1:gd name="T38" fmla="*/ 296 w 360"/>
              <ns1:gd name="T39" fmla="*/ 224 h 360"/>
              <ns1:gd name="T40" fmla="*/ 236 w 360"/>
              <ns1:gd name="T41" fmla="*/ 224 h 360"/>
              <ns1:gd name="T42" fmla="*/ 236 w 360"/>
              <ns1:gd name="T43" fmla="*/ 360 h 360"/>
              <ns1:gd name="T44" fmla="*/ 300 w 360"/>
              <ns1:gd name="T45" fmla="*/ 360 h 360"/>
              <ns1:gd name="T46" fmla="*/ 360 w 360"/>
              <ns1:gd name="T47" fmla="*/ 300 h 360"/>
              <ns1:gd name="T48" fmla="*/ 360 w 360"/>
              <ns1:gd name="T49" fmla="*/ 60 h 360"/>
            </ns1:gdLst>
            <ns1:ahLst/>
            <ns1:cxnLst>
              <ns1:cxn ang="0">
                <ns1:pos x="T0" y="T1"/>
              </ns1:cxn>
              <ns1:cxn ang="0">
                <ns1:pos x="T2" y="T3"/>
              </ns1:cxn>
              <ns1:cxn ang="0">
                <ns1:pos x="T4" y="T5"/>
              </ns1:cxn>
              <ns1:cxn ang="0">
                <ns1:pos x="T6" y="T7"/>
              </ns1:cxn>
              <ns1:cxn ang="0">
                <ns1:pos x="T8" y="T9"/>
              </ns1:cxn>
              <ns1:cxn ang="0">
                <ns1:pos x="T10" y="T11"/>
              </ns1:cxn>
              <ns1:cxn ang="0">
                <ns1:pos x="T12" y="T13"/>
              </ns1:cxn>
              <ns1:cxn ang="0">
                <ns1:pos x="T14" y="T15"/>
              </ns1:cxn>
              <ns1:cxn ang="0">
                <ns1:pos x="T16" y="T17"/>
              </ns1:cxn>
              <ns1:cxn ang="0">
                <ns1:pos x="T18" y="T19"/>
              </ns1:cxn>
              <ns1:cxn ang="0">
                <ns1:pos x="T20" y="T21"/>
              </ns1:cxn>
              <ns1:cxn ang="0">
                <ns1:pos x="T22" y="T23"/>
              </ns1:cxn>
              <ns1:cxn ang="0">
                <ns1:pos x="T24" y="T25"/>
              </ns1:cxn>
              <ns1:cxn ang="0">
                <ns1:pos x="T26" y="T27"/>
              </ns1:cxn>
              <ns1:cxn ang="0">
                <ns1:pos x="T28" y="T29"/>
              </ns1:cxn>
              <ns1:cxn ang="0">
                <ns1:pos x="T30" y="T31"/>
              </ns1:cxn>
              <ns1:cxn ang="0">
                <ns1:pos x="T32" y="T33"/>
              </ns1:cxn>
              <ns1:cxn ang="0">
                <ns1:pos x="T34" y="T35"/>
              </ns1:cxn>
              <ns1:cxn ang="0">
                <ns1:pos x="T36" y="T37"/>
              </ns1:cxn>
              <ns1:cxn ang="0">
                <ns1:pos x="T38" y="T39"/>
              </ns1:cxn>
              <ns1:cxn ang="0">
                <ns1:pos x="T40" y="T41"/>
              </ns1:cxn>
              <ns1:cxn ang="0">
                <ns1:pos x="T42" y="T43"/>
              </ns1:cxn>
              <ns1:cxn ang="0">
                <ns1:pos x="T44" y="T45"/>
              </ns1:cxn>
              <ns1:cxn ang="0">
                <ns1:pos x="T46" y="T47"/>
              </ns1:cxn>
              <ns1:cxn ang="0">
                <ns1:pos x="T48" y="T49"/>
              </ns1:cxn>
            </ns1:cxnLst>
            <ns1:rect l="0" t="0" r="r" b="b"/>
            <ns1:pathLst>
              <ns1:path w="360" h="360">
                <ns1:moveTo>
                  <ns1:pt x="360" y="60"/>
                </ns1:moveTo>
                <ns1:cubicBezTo>
                  <ns1:pt x="360" y="29"/>
                  <ns1:pt x="332" y="0"/>
                  <ns1:pt x="300" y="0"/>
                </ns1:cubicBezTo>
                <ns1:cubicBezTo>
                  <ns1:pt x="60" y="0"/>
                  <ns1:pt x="60" y="0"/>
                  <ns1:pt x="60" y="0"/>
                </ns1:cubicBezTo>
                <ns1:cubicBezTo>
                  <ns1:pt x="28" y="0"/>
                  <ns1:pt x="0" y="29"/>
                  <ns1:pt x="0" y="60"/>
                </ns1:cubicBezTo>
                <ns1:cubicBezTo>
                  <ns1:pt x="0" y="300"/>
                  <ns1:pt x="0" y="300"/>
                  <ns1:pt x="0" y="300"/>
                </ns1:cubicBezTo>
                <ns1:cubicBezTo>
                  <ns1:pt x="0" y="332"/>
                  <ns1:pt x="28" y="360"/>
                  <ns1:pt x="60" y="360"/>
                </ns1:cubicBezTo>
                <ns1:cubicBezTo>
                  <ns1:pt x="180" y="360"/>
                  <ns1:pt x="180" y="360"/>
                  <ns1:pt x="180" y="360"/>
                </ns1:cubicBezTo>
                <ns1:cubicBezTo>
                  <ns1:pt x="180" y="224"/>
                  <ns1:pt x="180" y="224"/>
                  <ns1:pt x="180" y="224"/>
                </ns1:cubicBezTo>
                <ns1:cubicBezTo>
                  <ns1:pt x="136" y="224"/>
                  <ns1:pt x="136" y="224"/>
                  <ns1:pt x="136" y="224"/>
                </ns1:cubicBezTo>
                <ns1:cubicBezTo>
                  <ns1:pt x="136" y="164"/>
                  <ns1:pt x="136" y="164"/>
                  <ns1:pt x="136" y="164"/>
                </ns1:cubicBezTo>
                <ns1:cubicBezTo>
                  <ns1:pt x="180" y="164"/>
                  <ns1:pt x="180" y="164"/>
                  <ns1:pt x="180" y="164"/>
                </ns1:cubicBezTo>
                <ns1:cubicBezTo>
                  <ns1:pt x="180" y="141"/>
                  <ns1:pt x="180" y="141"/>
                  <ns1:pt x="180" y="141"/>
                </ns1:cubicBezTo>
                <ns1:cubicBezTo>
                  <ns1:pt x="180" y="100"/>
                  <ns1:pt x="210" y="64"/>
                  <ns1:pt x="248" y="64"/>
                </ns1:cubicBezTo>
                <ns1:cubicBezTo>
                  <ns1:pt x="296" y="64"/>
                  <ns1:pt x="296" y="64"/>
                  <ns1:pt x="296" y="64"/>
                </ns1:cubicBezTo>
                <ns1:cubicBezTo>
                  <ns1:pt x="296" y="124"/>
                  <ns1:pt x="296" y="124"/>
                  <ns1:pt x="296" y="124"/>
                </ns1:cubicBezTo>
                <ns1:cubicBezTo>
                  <ns1:pt x="248" y="124"/>
                  <ns1:pt x="248" y="124"/>
                  <ns1:pt x="248" y="124"/>
                </ns1:cubicBezTo>
                <ns1:cubicBezTo>
                  <ns1:pt x="242" y="124"/>
                  <ns1:pt x="236" y="131"/>
                  <ns1:pt x="236" y="140"/>
                </ns1:cubicBezTo>
                <ns1:cubicBezTo>
                  <ns1:pt x="236" y="164"/>
                  <ns1:pt x="236" y="164"/>
                  <ns1:pt x="236" y="164"/>
                </ns1:cubicBezTo>
                <ns1:cubicBezTo>
                  <ns1:pt x="296" y="164"/>
                  <ns1:pt x="296" y="164"/>
                  <ns1:pt x="296" y="164"/>
                </ns1:cubicBezTo>
                <ns1:cubicBezTo>
                  <ns1:pt x="296" y="224"/>
                  <ns1:pt x="296" y="224"/>
                  <ns1:pt x="296" y="224"/>
                </ns1:cubicBezTo>
                <ns1:cubicBezTo>
                  <ns1:pt x="236" y="224"/>
                  <ns1:pt x="236" y="224"/>
                  <ns1:pt x="236" y="224"/>
                </ns1:cubicBezTo>
                <ns1:cubicBezTo>
                  <ns1:pt x="236" y="360"/>
                  <ns1:pt x="236" y="360"/>
                  <ns1:pt x="236" y="360"/>
                </ns1:cubicBezTo>
                <ns1:cubicBezTo>
                  <ns1:pt x="300" y="360"/>
                  <ns1:pt x="300" y="360"/>
                  <ns1:pt x="300" y="360"/>
                </ns1:cubicBezTo>
                <ns1:cubicBezTo>
                  <ns1:pt x="332" y="360"/>
                  <ns1:pt x="360" y="332"/>
                  <ns1:pt x="360" y="300"/>
                </ns1:cubicBezTo>
                <ns1:lnTo>
                  <ns1:pt x="360" y="60"/>
                </ns1:lnTo>
                <ns1:close/>
              </ns1:path>
            </ns1:pathLst>
          </ns1:custGeom>
          <ns1:solidFill>
            <ns1:schemeClr val="tx1"/>
          </ns1:solidFill>
          <ns1:ln>
            <ns1:noFill/>
          </ns1:ln>
        </ns0:spPr>
        <ns0:txBody>
          <ns1:bodyPr vert="horz" wrap="square" lIns="91440" tIns="45720" rIns="91440" bIns="45720" numCol="1" anchor="t" anchorCtr="0" compatLnSpc="1">
            <ns1:prstTxWarp prst="textNoShape">
              <ns1:avLst/>
            </ns1:prstTxWarp>
          </ns1:bodyPr>
          <ns1:lstStyle/>
          <ns1:p>
            <ns1:endParaRPr lang="id-ID" sz="2700"/>
          </ns1:p>
        </ns0:txBody>
      </ns0:sp>
      <ns0:sp>
        <ns0:nvSpPr>
          <ns0:cNvPr id="327" name="Freeform 9"/>
          <ns0:cNvSpPr>
            <ns1:spLocks noEditPoints="1"/>
          </ns0:cNvSpPr>
          <ns0:nvPr/>
        </ns0:nvSpPr>
        <ns0:spPr bwMode="auto">
          <ns1:xfrm>
            <ns1:off x="7549406" y="6044166"/>
            <ns1:ext cx="315433" cy="315801"/>
          </ns1:xfrm>
          <ns1:custGeom>
            <ns1:avLst/>
            <ns1:gdLst>
              <ns1:gd name="T0" fmla="*/ 333 w 360"/>
              <ns1:gd name="T1" fmla="*/ 0 h 360"/>
              <ns1:gd name="T2" fmla="*/ 26 w 360"/>
              <ns1:gd name="T3" fmla="*/ 0 h 360"/>
              <ns1:gd name="T4" fmla="*/ 0 w 360"/>
              <ns1:gd name="T5" fmla="*/ 25 h 360"/>
              <ns1:gd name="T6" fmla="*/ 0 w 360"/>
              <ns1:gd name="T7" fmla="*/ 334 h 360"/>
              <ns1:gd name="T8" fmla="*/ 26 w 360"/>
              <ns1:gd name="T9" fmla="*/ 360 h 360"/>
              <ns1:gd name="T10" fmla="*/ 333 w 360"/>
              <ns1:gd name="T11" fmla="*/ 360 h 360"/>
              <ns1:gd name="T12" fmla="*/ 360 w 360"/>
              <ns1:gd name="T13" fmla="*/ 334 h 360"/>
              <ns1:gd name="T14" fmla="*/ 360 w 360"/>
              <ns1:gd name="T15" fmla="*/ 25 h 360"/>
              <ns1:gd name="T16" fmla="*/ 333 w 360"/>
              <ns1:gd name="T17" fmla="*/ 0 h 360"/>
              <ns1:gd name="T18" fmla="*/ 109 w 360"/>
              <ns1:gd name="T19" fmla="*/ 301 h 360"/>
              <ns1:gd name="T20" fmla="*/ 54 w 360"/>
              <ns1:gd name="T21" fmla="*/ 301 h 360"/>
              <ns1:gd name="T22" fmla="*/ 54 w 360"/>
              <ns1:gd name="T23" fmla="*/ 138 h 360"/>
              <ns1:gd name="T24" fmla="*/ 109 w 360"/>
              <ns1:gd name="T25" fmla="*/ 138 h 360"/>
              <ns1:gd name="T26" fmla="*/ 109 w 360"/>
              <ns1:gd name="T27" fmla="*/ 301 h 360"/>
              <ns1:gd name="T28" fmla="*/ 82 w 360"/>
              <ns1:gd name="T29" fmla="*/ 116 h 360"/>
              <ns1:gd name="T30" fmla="*/ 81 w 360"/>
              <ns1:gd name="T31" fmla="*/ 116 h 360"/>
              <ns1:gd name="T32" fmla="*/ 51 w 360"/>
              <ns1:gd name="T33" fmla="*/ 88 h 360"/>
              <ns1:gd name="T34" fmla="*/ 82 w 360"/>
              <ns1:gd name="T35" fmla="*/ 60 h 360"/>
              <ns1:gd name="T36" fmla="*/ 112 w 360"/>
              <ns1:gd name="T37" fmla="*/ 88 h 360"/>
              <ns1:gd name="T38" fmla="*/ 82 w 360"/>
              <ns1:gd name="T39" fmla="*/ 116 h 360"/>
              <ns1:gd name="T40" fmla="*/ 305 w 360"/>
              <ns1:gd name="T41" fmla="*/ 301 h 360"/>
              <ns1:gd name="T42" fmla="*/ 251 w 360"/>
              <ns1:gd name="T43" fmla="*/ 301 h 360"/>
              <ns1:gd name="T44" fmla="*/ 251 w 360"/>
              <ns1:gd name="T45" fmla="*/ 214 h 360"/>
              <ns1:gd name="T46" fmla="*/ 223 w 360"/>
              <ns1:gd name="T47" fmla="*/ 177 h 360"/>
              <ns1:gd name="T48" fmla="*/ 195 w 360"/>
              <ns1:gd name="T49" fmla="*/ 197 h 360"/>
              <ns1:gd name="T50" fmla="*/ 193 w 360"/>
              <ns1:gd name="T51" fmla="*/ 210 h 360"/>
              <ns1:gd name="T52" fmla="*/ 193 w 360"/>
              <ns1:gd name="T53" fmla="*/ 301 h 360"/>
              <ns1:gd name="T54" fmla="*/ 139 w 360"/>
              <ns1:gd name="T55" fmla="*/ 301 h 360"/>
              <ns1:gd name="T56" fmla="*/ 139 w 360"/>
              <ns1:gd name="T57" fmla="*/ 138 h 360"/>
              <ns1:gd name="T58" fmla="*/ 193 w 360"/>
              <ns1:gd name="T59" fmla="*/ 138 h 360"/>
              <ns1:gd name="T60" fmla="*/ 193 w 360"/>
              <ns1:gd name="T61" fmla="*/ 161 h 360"/>
              <ns1:gd name="T62" fmla="*/ 242 w 360"/>
              <ns1:gd name="T63" fmla="*/ 135 h 360"/>
              <ns1:gd name="T64" fmla="*/ 305 w 360"/>
              <ns1:gd name="T65" fmla="*/ 208 h 360"/>
              <ns1:gd name="T66" fmla="*/ 305 w 360"/>
              <ns1:gd name="T67" fmla="*/ 301 h 360"/>
              <ns1:gd name="T68" fmla="*/ 193 w 360"/>
              <ns1:gd name="T69" fmla="*/ 162 h 360"/>
              <ns1:gd name="T70" fmla="*/ 193 w 360"/>
              <ns1:gd name="T71" fmla="*/ 161 h 360"/>
              <ns1:gd name="T72" fmla="*/ 193 w 360"/>
              <ns1:gd name="T73" fmla="*/ 162 h 360"/>
            </ns1:gdLst>
            <ns1:ahLst/>
            <ns1:cxnLst>
              <ns1:cxn ang="0">
                <ns1:pos x="T0" y="T1"/>
              </ns1:cxn>
              <ns1:cxn ang="0">
                <ns1:pos x="T2" y="T3"/>
              </ns1:cxn>
              <ns1:cxn ang="0">
                <ns1:pos x="T4" y="T5"/>
              </ns1:cxn>
              <ns1:cxn ang="0">
                <ns1:pos x="T6" y="T7"/>
              </ns1:cxn>
              <ns1:cxn ang="0">
                <ns1:pos x="T8" y="T9"/>
              </ns1:cxn>
              <ns1:cxn ang="0">
                <ns1:pos x="T10" y="T11"/>
              </ns1:cxn>
              <ns1:cxn ang="0">
                <ns1:pos x="T12" y="T13"/>
              </ns1:cxn>
              <ns1:cxn ang="0">
                <ns1:pos x="T14" y="T15"/>
              </ns1:cxn>
              <ns1:cxn ang="0">
                <ns1:pos x="T16" y="T17"/>
              </ns1:cxn>
              <ns1:cxn ang="0">
                <ns1:pos x="T18" y="T19"/>
              </ns1:cxn>
              <ns1:cxn ang="0">
                <ns1:pos x="T20" y="T21"/>
              </ns1:cxn>
              <ns1:cxn ang="0">
                <ns1:pos x="T22" y="T23"/>
              </ns1:cxn>
              <ns1:cxn ang="0">
                <ns1:pos x="T24" y="T25"/>
              </ns1:cxn>
              <ns1:cxn ang="0">
                <ns1:pos x="T26" y="T27"/>
              </ns1:cxn>
              <ns1:cxn ang="0">
                <ns1:pos x="T28" y="T29"/>
              </ns1:cxn>
              <ns1:cxn ang="0">
                <ns1:pos x="T30" y="T31"/>
              </ns1:cxn>
              <ns1:cxn ang="0">
                <ns1:pos x="T32" y="T33"/>
              </ns1:cxn>
              <ns1:cxn ang="0">
                <ns1:pos x="T34" y="T35"/>
              </ns1:cxn>
              <ns1:cxn ang="0">
                <ns1:pos x="T36" y="T37"/>
              </ns1:cxn>
              <ns1:cxn ang="0">
                <ns1:pos x="T38" y="T39"/>
              </ns1:cxn>
              <ns1:cxn ang="0">
                <ns1:pos x="T40" y="T41"/>
              </ns1:cxn>
              <ns1:cxn ang="0">
                <ns1:pos x="T42" y="T43"/>
              </ns1:cxn>
              <ns1:cxn ang="0">
                <ns1:pos x="T44" y="T45"/>
              </ns1:cxn>
              <ns1:cxn ang="0">
                <ns1:pos x="T46" y="T47"/>
              </ns1:cxn>
              <ns1:cxn ang="0">
                <ns1:pos x="T48" y="T49"/>
              </ns1:cxn>
              <ns1:cxn ang="0">
                <ns1:pos x="T50" y="T51"/>
              </ns1:cxn>
              <ns1:cxn ang="0">
                <ns1:pos x="T52" y="T53"/>
              </ns1:cxn>
              <ns1:cxn ang="0">
                <ns1:pos x="T54" y="T55"/>
              </ns1:cxn>
              <ns1:cxn ang="0">
                <ns1:pos x="T56" y="T57"/>
              </ns1:cxn>
              <ns1:cxn ang="0">
                <ns1:pos x="T58" y="T59"/>
              </ns1:cxn>
              <ns1:cxn ang="0">
                <ns1:pos x="T60" y="T61"/>
              </ns1:cxn>
              <ns1:cxn ang="0">
                <ns1:pos x="T62" y="T63"/>
              </ns1:cxn>
              <ns1:cxn ang="0">
                <ns1:pos x="T64" y="T65"/>
              </ns1:cxn>
              <ns1:cxn ang="0">
                <ns1:pos x="T66" y="T67"/>
              </ns1:cxn>
              <ns1:cxn ang="0">
                <ns1:pos x="T68" y="T69"/>
              </ns1:cxn>
              <ns1:cxn ang="0">
                <ns1:pos x="T70" y="T71"/>
              </ns1:cxn>
              <ns1:cxn ang="0">
                <ns1:pos x="T72" y="T73"/>
              </ns1:cxn>
            </ns1:cxnLst>
            <ns1:rect l="0" t="0" r="r" b="b"/>
            <ns1:pathLst>
              <ns1:path w="360" h="360">
                <ns1:moveTo>
                  <ns1:pt x="333" y="0"/>
                </ns1:moveTo>
                <ns1:cubicBezTo>
                  <ns1:pt x="26" y="0"/>
                  <ns1:pt x="26" y="0"/>
                  <ns1:pt x="26" y="0"/>
                </ns1:cubicBezTo>
                <ns1:cubicBezTo>
                  <ns1:pt x="12" y="0"/>
                  <ns1:pt x="0" y="11"/>
                  <ns1:pt x="0" y="25"/>
                </ns1:cubicBezTo>
                <ns1:cubicBezTo>
                  <ns1:pt x="0" y="334"/>
                  <ns1:pt x="0" y="334"/>
                  <ns1:pt x="0" y="334"/>
                </ns1:cubicBezTo>
                <ns1:cubicBezTo>
                  <ns1:pt x="0" y="348"/>
                  <ns1:pt x="12" y="360"/>
                  <ns1:pt x="26" y="360"/>
                </ns1:cubicBezTo>
                <ns1:cubicBezTo>
                  <ns1:pt x="333" y="360"/>
                  <ns1:pt x="333" y="360"/>
                  <ns1:pt x="333" y="360"/>
                </ns1:cubicBezTo>
                <ns1:cubicBezTo>
                  <ns1:pt x="348" y="360"/>
                  <ns1:pt x="360" y="348"/>
                  <ns1:pt x="360" y="334"/>
                </ns1:cubicBezTo>
                <ns1:cubicBezTo>
                  <ns1:pt x="360" y="25"/>
                  <ns1:pt x="360" y="25"/>
                  <ns1:pt x="360" y="25"/>
                </ns1:cubicBezTo>
                <ns1:cubicBezTo>
                  <ns1:pt x="360" y="11"/>
                  <ns1:pt x="348" y="0"/>
                  <ns1:pt x="333" y="0"/>
                </ns1:cubicBezTo>
                <ns1:close/>
                <ns1:moveTo>
                  <ns1:pt x="109" y="301"/>
                </ns1:moveTo>
                <ns1:cubicBezTo>
                  <ns1:pt x="54" y="301"/>
                  <ns1:pt x="54" y="301"/>
                  <ns1:pt x="54" y="301"/>
                </ns1:cubicBezTo>
                <ns1:cubicBezTo>
                  <ns1:pt x="54" y="138"/>
                  <ns1:pt x="54" y="138"/>
                  <ns1:pt x="54" y="138"/>
                </ns1:cubicBezTo>
                <ns1:cubicBezTo>
                  <ns1:pt x="109" y="138"/>
                  <ns1:pt x="109" y="138"/>
                  <ns1:pt x="109" y="138"/>
                </ns1:cubicBezTo>
                <ns1:lnTo>
                  <ns1:pt x="109" y="301"/>
                </ns1:lnTo>
                <ns1:close/>
                <ns1:moveTo>
                  <ns1:pt x="82" y="116"/>
                </ns1:moveTo>
                <ns1:cubicBezTo>
                  <ns1:pt x="81" y="116"/>
                  <ns1:pt x="81" y="116"/>
                  <ns1:pt x="81" y="116"/>
                </ns1:cubicBezTo>
                <ns1:cubicBezTo>
                  <ns1:pt x="63" y="116"/>
                  <ns1:pt x="51" y="104"/>
                  <ns1:pt x="51" y="88"/>
                </ns1:cubicBezTo>
                <ns1:cubicBezTo>
                  <ns1:pt x="51" y="72"/>
                  <ns1:pt x="63" y="60"/>
                  <ns1:pt x="82" y="60"/>
                </ns1:cubicBezTo>
                <ns1:cubicBezTo>
                  <ns1:pt x="101" y="60"/>
                  <ns1:pt x="112" y="72"/>
                  <ns1:pt x="112" y="88"/>
                </ns1:cubicBezTo>
                <ns1:cubicBezTo>
                  <ns1:pt x="112" y="104"/>
                  <ns1:pt x="101" y="116"/>
                  <ns1:pt x="82" y="116"/>
                </ns1:cubicBezTo>
                <ns1:close/>
                <ns1:moveTo>
                  <ns1:pt x="305" y="301"/>
                </ns1:moveTo>
                <ns1:cubicBezTo>
                  <ns1:pt x="251" y="301"/>
                  <ns1:pt x="251" y="301"/>
                  <ns1:pt x="251" y="301"/>
                </ns1:cubicBezTo>
                <ns1:cubicBezTo>
                  <ns1:pt x="251" y="214"/>
                  <ns1:pt x="251" y="214"/>
                  <ns1:pt x="251" y="214"/>
                </ns1:cubicBezTo>
                <ns1:cubicBezTo>
                  <ns1:pt x="251" y="192"/>
                  <ns1:pt x="243" y="177"/>
                  <ns1:pt x="223" y="177"/>
                </ns1:cubicBezTo>
                <ns1:cubicBezTo>
                  <ns1:pt x="208" y="177"/>
                  <ns1:pt x="199" y="187"/>
                  <ns1:pt x="195" y="197"/>
                </ns1:cubicBezTo>
                <ns1:cubicBezTo>
                  <ns1:pt x="194" y="200"/>
                  <ns1:pt x="193" y="205"/>
                  <ns1:pt x="193" y="210"/>
                </ns1:cubicBezTo>
                <ns1:cubicBezTo>
                  <ns1:pt x="193" y="301"/>
                  <ns1:pt x="193" y="301"/>
                  <ns1:pt x="193" y="301"/>
                </ns1:cubicBezTo>
                <ns1:cubicBezTo>
                  <ns1:pt x="139" y="301"/>
                  <ns1:pt x="139" y="301"/>
                  <ns1:pt x="139" y="301"/>
                </ns1:cubicBezTo>
                <ns1:cubicBezTo>
                  <ns1:pt x="139" y="301"/>
                  <ns1:pt x="140" y="154"/>
                  <ns1:pt x="139" y="138"/>
                </ns1:cubicBezTo>
                <ns1:cubicBezTo>
                  <ns1:pt x="193" y="138"/>
                  <ns1:pt x="193" y="138"/>
                  <ns1:pt x="193" y="138"/>
                </ns1:cubicBezTo>
                <ns1:cubicBezTo>
                  <ns1:pt x="193" y="161"/>
                  <ns1:pt x="193" y="161"/>
                  <ns1:pt x="193" y="161"/>
                </ns1:cubicBezTo>
                <ns1:cubicBezTo>
                  <ns1:pt x="201" y="150"/>
                  <ns1:pt x="213" y="135"/>
                  <ns1:pt x="242" y="135"/>
                </ns1:cubicBezTo>
                <ns1:cubicBezTo>
                  <ns1:pt x="278" y="135"/>
                  <ns1:pt x="305" y="158"/>
                  <ns1:pt x="305" y="208"/>
                </ns1:cubicBezTo>
                <ns1:lnTo>
                  <ns1:pt x="305" y="301"/>
                </ns1:lnTo>
                <ns1:close/>
                <ns1:moveTo>
                  <ns1:pt x="193" y="162"/>
                </ns1:moveTo>
                <ns1:cubicBezTo>
                  <ns1:pt x="193" y="162"/>
                  <ns1:pt x="193" y="162"/>
                  <ns1:pt x="193" y="161"/>
                </ns1:cubicBezTo>
                <ns1:cubicBezTo>
                  <ns1:pt x="193" y="162"/>
                  <ns1:pt x="193" y="162"/>
                  <ns1:pt x="193" y="162"/>
                </ns1:cubicBezTo>
                <ns1:close/>
              </ns1:path>
            </ns1:pathLst>
          </ns1:custGeom>
          <ns1:solidFill>
            <ns1:schemeClr val="tx1"/>
          </ns1:solidFill>
          <ns1:ln>
            <ns1:noFill/>
          </ns1:ln>
        </ns0:spPr>
        <ns0:txBody>
          <ns1:bodyPr vert="horz" wrap="square" lIns="91440" tIns="45720" rIns="91440" bIns="45720" numCol="1" anchor="t" anchorCtr="0" compatLnSpc="1">
            <ns1:prstTxWarp prst="textNoShape">
              <ns1:avLst/>
            </ns1:prstTxWarp>
          </ns1:bodyPr>
          <ns1:lstStyle/>
          <ns1:p>
            <ns1:endParaRPr lang="id-ID" sz="2700"/>
          </ns1:p>
        </ns0:txBody>
      </ns0:sp>
      <ns0:grpSp>
        <ns0:nvGrpSpPr>
          <ns0:cNvPr id="328" name="Group 327"/>
          <ns0:cNvGrpSpPr/>
          <ns0:nvPr/>
        </ns0:nvGrpSpPr>
        <ns0:grpSpPr>
          <ns1:xfrm>
            <ns1:off x="9595632" y="6017122"/>
            <ns1:ext cx="265113" cy="369889"/>
            <ns1:chOff x="3830638" y="3297238"/>
            <ns1:chExt cx="265113" cy="369888"/>
          </ns1:xfrm>
          <ns1:solidFill>
            <ns1:schemeClr val="tx1"/>
          </ns1:solidFill>
        </ns0:grpSpPr>
        <ns0:sp>
          <ns0:nvSpPr>
            <ns0:cNvPr id="329" name="Freeform 5"/>
            <ns0:cNvSpPr>
              <ns1:spLocks/>
            </ns0:cNvSpPr>
            <ns0:nvPr/>
          </ns0:nvSpPr>
          <ns0:spPr bwMode="auto">
            <ns1:xfrm>
              <ns1:off x="3854450" y="3297238"/>
              <ns1:ext cx="50800" cy="50800"/>
            </ns1:xfrm>
            <ns1:custGeom>
              <ns1:avLst/>
              <ns1:gdLst>
                <ns1:gd name="T0" fmla="*/ 11 w 32"/>
                <ns1:gd name="T1" fmla="*/ 21 h 32"/>
                <ns1:gd name="T2" fmla="*/ 21 w 32"/>
                <ns1:gd name="T3" fmla="*/ 21 h 32"/>
                <ns1:gd name="T4" fmla="*/ 21 w 32"/>
                <ns1:gd name="T5" fmla="*/ 32 h 32"/>
                <ns1:gd name="T6" fmla="*/ 32 w 32"/>
                <ns1:gd name="T7" fmla="*/ 32 h 32"/>
                <ns1:gd name="T8" fmla="*/ 32 w 32"/>
                <ns1:gd name="T9" fmla="*/ 0 h 32"/>
                <ns1:gd name="T10" fmla="*/ 21 w 32"/>
                <ns1:gd name="T11" fmla="*/ 0 h 32"/>
                <ns1:gd name="T12" fmla="*/ 21 w 32"/>
                <ns1:gd name="T13" fmla="*/ 11 h 32"/>
                <ns1:gd name="T14" fmla="*/ 11 w 32"/>
                <ns1:gd name="T15" fmla="*/ 11 h 32"/>
                <ns1:gd name="T16" fmla="*/ 11 w 32"/>
                <ns1:gd name="T17" fmla="*/ 0 h 32"/>
                <ns1:gd name="T18" fmla="*/ 0 w 32"/>
                <ns1:gd name="T19" fmla="*/ 0 h 32"/>
                <ns1:gd name="T20" fmla="*/ 0 w 32"/>
                <ns1:gd name="T21" fmla="*/ 32 h 32"/>
                <ns1:gd name="T22" fmla="*/ 11 w 32"/>
                <ns1:gd name="T23" fmla="*/ 32 h 32"/>
                <ns1:gd name="T24" fmla="*/ 11 w 32"/>
                <ns1:gd name="T25" fmla="*/ 21 h 32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  <ns1:cxn ang="0">
                  <ns1:pos x="T14" y="T15"/>
                </ns1:cxn>
                <ns1:cxn ang="0">
                  <ns1:pos x="T16" y="T17"/>
                </ns1:cxn>
                <ns1:cxn ang="0">
                  <ns1:pos x="T18" y="T19"/>
                </ns1:cxn>
                <ns1:cxn ang="0">
                  <ns1:pos x="T20" y="T21"/>
                </ns1:cxn>
                <ns1:cxn ang="0">
                  <ns1:pos x="T22" y="T23"/>
                </ns1:cxn>
                <ns1:cxn ang="0">
                  <ns1:pos x="T24" y="T25"/>
                </ns1:cxn>
              </ns1:cxnLst>
              <ns1:rect l="0" t="0" r="r" b="b"/>
              <ns1:pathLst>
                <ns1:path w="32" h="32">
                  <ns1:moveTo>
                    <ns1:pt x="11" y="21"/>
                  </ns1:moveTo>
                  <ns1:lnTo>
                    <ns1:pt x="21" y="21"/>
                  </ns1:lnTo>
                  <ns1:lnTo>
                    <ns1:pt x="21" y="32"/>
                  </ns1:lnTo>
                  <ns1:lnTo>
                    <ns1:pt x="32" y="32"/>
                  </ns1:lnTo>
                  <ns1:lnTo>
                    <ns1:pt x="32" y="0"/>
                  </ns1:lnTo>
                  <ns1:lnTo>
                    <ns1:pt x="21" y="0"/>
                  </ns1:lnTo>
                  <ns1:lnTo>
                    <ns1:pt x="21" y="11"/>
                  </ns1:lnTo>
                  <ns1:lnTo>
                    <ns1:pt x="11" y="11"/>
                  </ns1:lnTo>
                  <ns1:lnTo>
                    <ns1:pt x="11" y="0"/>
                  </ns1:lnTo>
                  <ns1:lnTo>
                    <ns1:pt x="0" y="0"/>
                  </ns1:lnTo>
                  <ns1:lnTo>
                    <ns1:pt x="0" y="32"/>
                  </ns1:lnTo>
                  <ns1:lnTo>
                    <ns1:pt x="11" y="32"/>
                  </ns1:lnTo>
                  <ns1:lnTo>
                    <ns1:pt x="11" y="21"/>
                  </ns1:lnTo>
                  <ns1:close/>
                </ns1:path>
              </ns1:pathLst>
            </ns1:custGeom>
            <ns1:grpFill/>
            <ns1:ln>
              <ns1:noFill/>
            </ns1:ln>
            <ns1:extLst>
              <ns1:ext uri="{91240B29-F687-4F45-9708-019B960494DF}">
                <ns2:hiddenLine w="9525">
                  <ns1:solidFill>
                    <ns1:srgbClr val="000000"/>
                  </ns1:solidFill>
                  <ns1:round/>
                  <ns1:headEnd/>
                  <ns1:tailEnd/>
                </ns2:hiddenLine>
              </ns1:ext>
            </ns1:extLst>
          </ns0:spPr>
          <ns0:txBody>
            <ns1:bodyPr vert="horz" wrap="square" lIns="91440" tIns="45720" rIns="91440" bIns="45720" numCol="1" anchor="t" anchorCtr="0" compatLnSpc="1">
              <ns1:prstTxWarp prst="textNoShape">
                <ns1:avLst/>
              </ns1:prstTxWarp>
            </ns1:bodyPr>
            <ns1:lstStyle/>
            <ns1:p>
              <ns1:endParaRPr lang="id-ID" sz="2700"/>
            </ns1:p>
          </ns0:txBody>
        </ns0:sp>
        <ns0:sp>
          <ns0:nvSpPr>
            <ns0:cNvPr id="330" name="Freeform 6"/>
            <ns0:cNvSpPr>
              <ns1:spLocks/>
            </ns0:cNvSpPr>
            <ns0:nvPr/>
          </ns0:nvSpPr>
          <ns0:spPr bwMode="auto">
            <ns1:xfrm>
              <ns1:off x="3911600" y="3297238"/>
              <ns1:ext cx="46038" cy="50800"/>
            </ns1:xfrm>
            <ns1:custGeom>
              <ns1:avLst/>
              <ns1:gdLst>
                <ns1:gd name="T0" fmla="*/ 9 w 29"/>
                <ns1:gd name="T1" fmla="*/ 32 h 32"/>
                <ns1:gd name="T2" fmla="*/ 20 w 29"/>
                <ns1:gd name="T3" fmla="*/ 32 h 32"/>
                <ns1:gd name="T4" fmla="*/ 20 w 29"/>
                <ns1:gd name="T5" fmla="*/ 11 h 32"/>
                <ns1:gd name="T6" fmla="*/ 29 w 29"/>
                <ns1:gd name="T7" fmla="*/ 11 h 32"/>
                <ns1:gd name="T8" fmla="*/ 29 w 29"/>
                <ns1:gd name="T9" fmla="*/ 0 h 32"/>
                <ns1:gd name="T10" fmla="*/ 0 w 29"/>
                <ns1:gd name="T11" fmla="*/ 0 h 32"/>
                <ns1:gd name="T12" fmla="*/ 0 w 29"/>
                <ns1:gd name="T13" fmla="*/ 11 h 32"/>
                <ns1:gd name="T14" fmla="*/ 9 w 29"/>
                <ns1:gd name="T15" fmla="*/ 11 h 32"/>
                <ns1:gd name="T16" fmla="*/ 9 w 29"/>
                <ns1:gd name="T17" fmla="*/ 32 h 32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  <ns1:cxn ang="0">
                  <ns1:pos x="T14" y="T15"/>
                </ns1:cxn>
                <ns1:cxn ang="0">
                  <ns1:pos x="T16" y="T17"/>
                </ns1:cxn>
              </ns1:cxnLst>
              <ns1:rect l="0" t="0" r="r" b="b"/>
              <ns1:pathLst>
                <ns1:path w="29" h="32">
                  <ns1:moveTo>
                    <ns1:pt x="9" y="32"/>
                  </ns1:moveTo>
                  <ns1:lnTo>
                    <ns1:pt x="20" y="32"/>
                  </ns1:lnTo>
                  <ns1:lnTo>
                    <ns1:pt x="20" y="11"/>
                  </ns1:lnTo>
                  <ns1:lnTo>
                    <ns1:pt x="29" y="11"/>
                  </ns1:lnTo>
                  <ns1:lnTo>
                    <ns1:pt x="29" y="0"/>
                  </ns1:lnTo>
                  <ns1:lnTo>
                    <ns1:pt x="0" y="0"/>
                  </ns1:lnTo>
                  <ns1:lnTo>
                    <ns1:pt x="0" y="11"/>
                  </ns1:lnTo>
                  <ns1:lnTo>
                    <ns1:pt x="9" y="11"/>
                  </ns1:lnTo>
                  <ns1:lnTo>
                    <ns1:pt x="9" y="32"/>
                  </ns1:lnTo>
                  <ns1:close/>
                </ns1:path>
              </ns1:pathLst>
            </ns1:custGeom>
            <ns1:grpFill/>
            <ns1:ln>
              <ns1:noFill/>
            </ns1:ln>
            <ns1:extLst>
              <ns1:ext uri="{91240B29-F687-4F45-9708-019B960494DF}">
                <ns2:hiddenLine w="9525">
                  <ns1:solidFill>
                    <ns1:srgbClr val="000000"/>
                  </ns1:solidFill>
                  <ns1:round/>
                  <ns1:headEnd/>
                  <ns1:tailEnd/>
                </ns2:hiddenLine>
              </ns1:ext>
            </ns1:extLst>
          </ns0:spPr>
          <ns0:txBody>
            <ns1:bodyPr vert="horz" wrap="square" lIns="91440" tIns="45720" rIns="91440" bIns="45720" numCol="1" anchor="t" anchorCtr="0" compatLnSpc="1">
              <ns1:prstTxWarp prst="textNoShape">
                <ns1:avLst/>
              </ns1:prstTxWarp>
            </ns1:bodyPr>
            <ns1:lstStyle/>
            <ns1:p>
              <ns1:endParaRPr lang="id-ID" sz="2700"/>
            </ns1:p>
          </ns0:txBody>
        </ns0:sp>
        <ns0:sp>
          <ns0:nvSpPr>
            <ns0:cNvPr id="331" name="Freeform 7"/>
            <ns0:cNvSpPr>
              <ns1:spLocks/>
            </ns0:cNvSpPr>
            <ns0:nvPr/>
          </ns0:nvSpPr>
          <ns0:spPr bwMode="auto">
            <ns1:xfrm>
              <ns1:off x="3965575" y="3297238"/>
              <ns1:ext cx="57150" cy="50800"/>
            </ns1:xfrm>
            <ns1:custGeom>
              <ns1:avLst/>
              <ns1:gdLst>
                <ns1:gd name="T0" fmla="*/ 11 w 36"/>
                <ns1:gd name="T1" fmla="*/ 16 h 32"/>
                <ns1:gd name="T2" fmla="*/ 18 w 36"/>
                <ns1:gd name="T3" fmla="*/ 27 h 32"/>
                <ns1:gd name="T4" fmla="*/ 18 w 36"/>
                <ns1:gd name="T5" fmla="*/ 27 h 32"/>
                <ns1:gd name="T6" fmla="*/ 25 w 36"/>
                <ns1:gd name="T7" fmla="*/ 16 h 32"/>
                <ns1:gd name="T8" fmla="*/ 25 w 36"/>
                <ns1:gd name="T9" fmla="*/ 32 h 32"/>
                <ns1:gd name="T10" fmla="*/ 36 w 36"/>
                <ns1:gd name="T11" fmla="*/ 32 h 32"/>
                <ns1:gd name="T12" fmla="*/ 36 w 36"/>
                <ns1:gd name="T13" fmla="*/ 0 h 32"/>
                <ns1:gd name="T14" fmla="*/ 24 w 36"/>
                <ns1:gd name="T15" fmla="*/ 0 h 32"/>
                <ns1:gd name="T16" fmla="*/ 18 w 36"/>
                <ns1:gd name="T17" fmla="*/ 11 h 32"/>
                <ns1:gd name="T18" fmla="*/ 11 w 36"/>
                <ns1:gd name="T19" fmla="*/ 0 h 32"/>
                <ns1:gd name="T20" fmla="*/ 0 w 36"/>
                <ns1:gd name="T21" fmla="*/ 0 h 32"/>
                <ns1:gd name="T22" fmla="*/ 0 w 36"/>
                <ns1:gd name="T23" fmla="*/ 32 h 32"/>
                <ns1:gd name="T24" fmla="*/ 11 w 36"/>
                <ns1:gd name="T25" fmla="*/ 32 h 32"/>
                <ns1:gd name="T26" fmla="*/ 11 w 36"/>
                <ns1:gd name="T27" fmla="*/ 16 h 32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  <ns1:cxn ang="0">
                  <ns1:pos x="T14" y="T15"/>
                </ns1:cxn>
                <ns1:cxn ang="0">
                  <ns1:pos x="T16" y="T17"/>
                </ns1:cxn>
                <ns1:cxn ang="0">
                  <ns1:pos x="T18" y="T19"/>
                </ns1:cxn>
                <ns1:cxn ang="0">
                  <ns1:pos x="T20" y="T21"/>
                </ns1:cxn>
                <ns1:cxn ang="0">
                  <ns1:pos x="T22" y="T23"/>
                </ns1:cxn>
                <ns1:cxn ang="0">
                  <ns1:pos x="T24" y="T25"/>
                </ns1:cxn>
                <ns1:cxn ang="0">
                  <ns1:pos x="T26" y="T27"/>
                </ns1:cxn>
              </ns1:cxnLst>
              <ns1:rect l="0" t="0" r="r" b="b"/>
              <ns1:pathLst>
                <ns1:path w="36" h="32">
                  <ns1:moveTo>
                    <ns1:pt x="11" y="16"/>
                  </ns1:moveTo>
                  <ns1:lnTo>
                    <ns1:pt x="18" y="27"/>
                  </ns1:lnTo>
                  <ns1:lnTo>
                    <ns1:pt x="18" y="27"/>
                  </ns1:lnTo>
                  <ns1:lnTo>
                    <ns1:pt x="25" y="16"/>
                  </ns1:lnTo>
                  <ns1:lnTo>
                    <ns1:pt x="25" y="32"/>
                  </ns1:lnTo>
                  <ns1:lnTo>
                    <ns1:pt x="36" y="32"/>
                  </ns1:lnTo>
                  <ns1:lnTo>
                    <ns1:pt x="36" y="0"/>
                  </ns1:lnTo>
                  <ns1:lnTo>
                    <ns1:pt x="24" y="0"/>
                  </ns1:lnTo>
                  <ns1:lnTo>
                    <ns1:pt x="18" y="11"/>
                  </ns1:lnTo>
                  <ns1:lnTo>
                    <ns1:pt x="11" y="0"/>
                  </ns1:lnTo>
                  <ns1:lnTo>
                    <ns1:pt x="0" y="0"/>
                  </ns1:lnTo>
                  <ns1:lnTo>
                    <ns1:pt x="0" y="32"/>
                  </ns1:lnTo>
                  <ns1:lnTo>
                    <ns1:pt x="11" y="32"/>
                  </ns1:lnTo>
                  <ns1:lnTo>
                    <ns1:pt x="11" y="16"/>
                  </ns1:lnTo>
                  <ns1:close/>
                </ns1:path>
              </ns1:pathLst>
            </ns1:custGeom>
            <ns1:grpFill/>
            <ns1:ln>
              <ns1:noFill/>
            </ns1:ln>
            <ns1:extLst>
              <ns1:ext uri="{91240B29-F687-4F45-9708-019B960494DF}">
                <ns2:hiddenLine w="9525">
                  <ns1:solidFill>
                    <ns1:srgbClr val="000000"/>
                  </ns1:solidFill>
                  <ns1:round/>
                  <ns1:headEnd/>
                  <ns1:tailEnd/>
                </ns2:hiddenLine>
              </ns1:ext>
            </ns1:extLst>
          </ns0:spPr>
          <ns0:txBody>
            <ns1:bodyPr vert="horz" wrap="square" lIns="91440" tIns="45720" rIns="91440" bIns="45720" numCol="1" anchor="t" anchorCtr="0" compatLnSpc="1">
              <ns1:prstTxWarp prst="textNoShape">
                <ns1:avLst/>
              </ns1:prstTxWarp>
            </ns1:bodyPr>
            <ns1:lstStyle/>
            <ns1:p>
              <ns1:endParaRPr lang="id-ID" sz="2700"/>
            </ns1:p>
          </ns0:txBody>
        </ns0:sp>
        <ns0:sp>
          <ns0:nvSpPr>
            <ns0:cNvPr id="332" name="Freeform 8"/>
            <ns0:cNvSpPr>
              <ns1:spLocks/>
            </ns0:cNvSpPr>
            <ns0:nvPr/>
          </ns0:nvSpPr>
          <ns0:spPr bwMode="auto">
            <ns1:xfrm>
              <ns1:off x="4030663" y="3297238"/>
              <ns1:ext cx="39688" cy="50800"/>
            </ns1:xfrm>
            <ns1:custGeom>
              <ns1:avLst/>
              <ns1:gdLst>
                <ns1:gd name="T0" fmla="*/ 25 w 25"/>
                <ns1:gd name="T1" fmla="*/ 21 h 32"/>
                <ns1:gd name="T2" fmla="*/ 11 w 25"/>
                <ns1:gd name="T3" fmla="*/ 21 h 32"/>
                <ns1:gd name="T4" fmla="*/ 11 w 25"/>
                <ns1:gd name="T5" fmla="*/ 0 h 32"/>
                <ns1:gd name="T6" fmla="*/ 0 w 25"/>
                <ns1:gd name="T7" fmla="*/ 0 h 32"/>
                <ns1:gd name="T8" fmla="*/ 0 w 25"/>
                <ns1:gd name="T9" fmla="*/ 32 h 32"/>
                <ns1:gd name="T10" fmla="*/ 25 w 25"/>
                <ns1:gd name="T11" fmla="*/ 32 h 32"/>
                <ns1:gd name="T12" fmla="*/ 25 w 25"/>
                <ns1:gd name="T13" fmla="*/ 21 h 32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</ns1:cxnLst>
              <ns1:rect l="0" t="0" r="r" b="b"/>
              <ns1:pathLst>
                <ns1:path w="25" h="32">
                  <ns1:moveTo>
                    <ns1:pt x="25" y="21"/>
                  </ns1:moveTo>
                  <ns1:lnTo>
                    <ns1:pt x="11" y="21"/>
                  </ns1:lnTo>
                  <ns1:lnTo>
                    <ns1:pt x="11" y="0"/>
                  </ns1:lnTo>
                  <ns1:lnTo>
                    <ns1:pt x="0" y="0"/>
                  </ns1:lnTo>
                  <ns1:lnTo>
                    <ns1:pt x="0" y="32"/>
                  </ns1:lnTo>
                  <ns1:lnTo>
                    <ns1:pt x="25" y="32"/>
                  </ns1:lnTo>
                  <ns1:lnTo>
                    <ns1:pt x="25" y="21"/>
                  </ns1:lnTo>
                  <ns1:close/>
                </ns1:path>
              </ns1:pathLst>
            </ns1:custGeom>
            <ns1:grpFill/>
            <ns1:ln>
              <ns1:noFill/>
            </ns1:ln>
            <ns1:extLst>
              <ns1:ext uri="{91240B29-F687-4F45-9708-019B960494DF}">
                <ns2:hiddenLine w="9525">
                  <ns1:solidFill>
                    <ns1:srgbClr val="000000"/>
                  </ns1:solidFill>
                  <ns1:round/>
                  <ns1:headEnd/>
                  <ns1:tailEnd/>
                </ns2:hiddenLine>
              </ns1:ext>
            </ns1:extLst>
          </ns0:spPr>
          <ns0:txBody>
            <ns1:bodyPr vert="horz" wrap="square" lIns="91440" tIns="45720" rIns="91440" bIns="45720" numCol="1" anchor="t" anchorCtr="0" compatLnSpc="1">
              <ns1:prstTxWarp prst="textNoShape">
                <ns1:avLst/>
              </ns1:prstTxWarp>
            </ns1:bodyPr>
            <ns1:lstStyle/>
            <ns1:p>
              <ns1:endParaRPr lang="id-ID" sz="2700"/>
            </ns1:p>
          </ns0:txBody>
        </ns0:sp>
        <ns0:sp>
          <ns0:nvSpPr>
            <ns0:cNvPr id="333" name="Freeform 9"/>
            <ns0:cNvSpPr>
              <ns1:spLocks noEditPoints="1"/>
            </ns0:cNvSpPr>
            <ns0:nvPr/>
          </ns0:nvSpPr>
          <ns0:spPr bwMode="auto">
            <ns1:xfrm>
              <ns1:off x="3830638" y="3368676"/>
              <ns1:ext cx="265113" cy="298450"/>
            </ns1:xfrm>
            <ns1:custGeom>
              <ns1:avLst/>
              <ns1:gdLst>
                <ns1:gd name="T0" fmla="*/ 0 w 167"/>
                <ns1:gd name="T1" fmla="*/ 0 h 188"/>
                <ns1:gd name="T2" fmla="*/ 15 w 167"/>
                <ns1:gd name="T3" fmla="*/ 169 h 188"/>
                <ns1:gd name="T4" fmla="*/ 84 w 167"/>
                <ns1:gd name="T5" fmla="*/ 188 h 188"/>
                <ns1:gd name="T6" fmla="*/ 152 w 167"/>
                <ns1:gd name="T7" fmla="*/ 169 h 188"/>
                <ns1:gd name="T8" fmla="*/ 167 w 167"/>
                <ns1:gd name="T9" fmla="*/ 0 h 188"/>
                <ns1:gd name="T10" fmla="*/ 0 w 167"/>
                <ns1:gd name="T11" fmla="*/ 0 h 188"/>
                <ns1:gd name="T12" fmla="*/ 134 w 167"/>
                <ns1:gd name="T13" fmla="*/ 56 h 188"/>
                <ns1:gd name="T14" fmla="*/ 84 w 167"/>
                <ns1:gd name="T15" fmla="*/ 56 h 188"/>
                <ns1:gd name="T16" fmla="*/ 54 w 167"/>
                <ns1:gd name="T17" fmla="*/ 56 h 188"/>
                <ns1:gd name="T18" fmla="*/ 56 w 167"/>
                <ns1:gd name="T19" fmla="*/ 78 h 188"/>
                <ns1:gd name="T20" fmla="*/ 84 w 167"/>
                <ns1:gd name="T21" fmla="*/ 78 h 188"/>
                <ns1:gd name="T22" fmla="*/ 132 w 167"/>
                <ns1:gd name="T23" fmla="*/ 78 h 188"/>
                <ns1:gd name="T24" fmla="*/ 126 w 167"/>
                <ns1:gd name="T25" fmla="*/ 141 h 188"/>
                <ns1:gd name="T26" fmla="*/ 84 w 167"/>
                <ns1:gd name="T27" fmla="*/ 153 h 188"/>
                <ns1:gd name="T28" fmla="*/ 84 w 167"/>
                <ns1:gd name="T29" fmla="*/ 153 h 188"/>
                <ns1:gd name="T30" fmla="*/ 41 w 167"/>
                <ns1:gd name="T31" fmla="*/ 141 h 188"/>
                <ns1:gd name="T32" fmla="*/ 37 w 167"/>
                <ns1:gd name="T33" fmla="*/ 107 h 188"/>
                <ns1:gd name="T34" fmla="*/ 59 w 167"/>
                <ns1:gd name="T35" fmla="*/ 107 h 188"/>
                <ns1:gd name="T36" fmla="*/ 60 w 167"/>
                <ns1:gd name="T37" fmla="*/ 125 h 188"/>
                <ns1:gd name="T38" fmla="*/ 84 w 167"/>
                <ns1:gd name="T39" fmla="*/ 131 h 188"/>
                <ns1:gd name="T40" fmla="*/ 84 w 167"/>
                <ns1:gd name="T41" fmla="*/ 131 h 188"/>
                <ns1:gd name="T42" fmla="*/ 84 w 167"/>
                <ns1:gd name="T43" fmla="*/ 131 h 188"/>
                <ns1:gd name="T44" fmla="*/ 107 w 167"/>
                <ns1:gd name="T45" fmla="*/ 125 h 188"/>
                <ns1:gd name="T46" fmla="*/ 109 w 167"/>
                <ns1:gd name="T47" fmla="*/ 98 h 188"/>
                <ns1:gd name="T48" fmla="*/ 84 w 167"/>
                <ns1:gd name="T49" fmla="*/ 98 h 188"/>
                <ns1:gd name="T50" fmla="*/ 84 w 167"/>
                <ns1:gd name="T51" fmla="*/ 98 h 188"/>
                <ns1:gd name="T52" fmla="*/ 37 w 167"/>
                <ns1:gd name="T53" fmla="*/ 98 h 188"/>
                <ns1:gd name="T54" fmla="*/ 31 w 167"/>
                <ns1:gd name="T55" fmla="*/ 35 h 188"/>
                <ns1:gd name="T56" fmla="*/ 84 w 167"/>
                <ns1:gd name="T57" fmla="*/ 35 h 188"/>
                <ns1:gd name="T58" fmla="*/ 136 w 167"/>
                <ns1:gd name="T59" fmla="*/ 35 h 188"/>
                <ns1:gd name="T60" fmla="*/ 134 w 167"/>
                <ns1:gd name="T61" fmla="*/ 56 h 188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  <ns1:cxn ang="0">
                  <ns1:pos x="T14" y="T15"/>
                </ns1:cxn>
                <ns1:cxn ang="0">
                  <ns1:pos x="T16" y="T17"/>
                </ns1:cxn>
                <ns1:cxn ang="0">
                  <ns1:pos x="T18" y="T19"/>
                </ns1:cxn>
                <ns1:cxn ang="0">
                  <ns1:pos x="T20" y="T21"/>
                </ns1:cxn>
                <ns1:cxn ang="0">
                  <ns1:pos x="T22" y="T23"/>
                </ns1:cxn>
                <ns1:cxn ang="0">
                  <ns1:pos x="T24" y="T25"/>
                </ns1:cxn>
                <ns1:cxn ang="0">
                  <ns1:pos x="T26" y="T27"/>
                </ns1:cxn>
                <ns1:cxn ang="0">
                  <ns1:pos x="T28" y="T29"/>
                </ns1:cxn>
                <ns1:cxn ang="0">
                  <ns1:pos x="T30" y="T31"/>
                </ns1:cxn>
                <ns1:cxn ang="0">
                  <ns1:pos x="T32" y="T33"/>
                </ns1:cxn>
                <ns1:cxn ang="0">
                  <ns1:pos x="T34" y="T35"/>
                </ns1:cxn>
                <ns1:cxn ang="0">
                  <ns1:pos x="T36" y="T37"/>
                </ns1:cxn>
                <ns1:cxn ang="0">
                  <ns1:pos x="T38" y="T39"/>
                </ns1:cxn>
                <ns1:cxn ang="0">
                  <ns1:pos x="T40" y="T41"/>
                </ns1:cxn>
                <ns1:cxn ang="0">
                  <ns1:pos x="T42" y="T43"/>
                </ns1:cxn>
                <ns1:cxn ang="0">
                  <ns1:pos x="T44" y="T45"/>
                </ns1:cxn>
                <ns1:cxn ang="0">
                  <ns1:pos x="T46" y="T47"/>
                </ns1:cxn>
                <ns1:cxn ang="0">
                  <ns1:pos x="T48" y="T49"/>
                </ns1:cxn>
                <ns1:cxn ang="0">
                  <ns1:pos x="T50" y="T51"/>
                </ns1:cxn>
                <ns1:cxn ang="0">
                  <ns1:pos x="T52" y="T53"/>
                </ns1:cxn>
                <ns1:cxn ang="0">
                  <ns1:pos x="T54" y="T55"/>
                </ns1:cxn>
                <ns1:cxn ang="0">
                  <ns1:pos x="T56" y="T57"/>
                </ns1:cxn>
                <ns1:cxn ang="0">
                  <ns1:pos x="T58" y="T59"/>
                </ns1:cxn>
                <ns1:cxn ang="0">
                  <ns1:pos x="T60" y="T61"/>
                </ns1:cxn>
              </ns1:cxnLst>
              <ns1:rect l="0" t="0" r="r" b="b"/>
              <ns1:pathLst>
                <ns1:path w="167" h="188">
                  <ns1:moveTo>
                    <ns1:pt x="0" y="0"/>
                  </ns1:moveTo>
                  <ns1:lnTo>
                    <ns1:pt x="15" y="169"/>
                  </ns1:lnTo>
                  <ns1:lnTo>
                    <ns1:pt x="84" y="188"/>
                  </ns1:lnTo>
                  <ns1:lnTo>
                    <ns1:pt x="152" y="169"/>
                  </ns1:lnTo>
                  <ns1:lnTo>
                    <ns1:pt x="167" y="0"/>
                  </ns1:lnTo>
                  <ns1:lnTo>
                    <ns1:pt x="0" y="0"/>
                  </ns1:lnTo>
                  <ns1:close/>
                  <ns1:moveTo>
                    <ns1:pt x="134" y="56"/>
                  </ns1:moveTo>
                  <ns1:lnTo>
                    <ns1:pt x="84" y="56"/>
                  </ns1:lnTo>
                  <ns1:lnTo>
                    <ns1:pt x="54" y="56"/>
                  </ns1:lnTo>
                  <ns1:lnTo>
                    <ns1:pt x="56" y="78"/>
                  </ns1:lnTo>
                  <ns1:lnTo>
                    <ns1:pt x="84" y="78"/>
                  </ns1:lnTo>
                  <ns1:lnTo>
                    <ns1:pt x="132" y="78"/>
                  </ns1:lnTo>
                  <ns1:lnTo>
                    <ns1:pt x="126" y="141"/>
                  </ns1:lnTo>
                  <ns1:lnTo>
                    <ns1:pt x="84" y="153"/>
                  </ns1:lnTo>
                  <ns1:lnTo>
                    <ns1:pt x="84" y="153"/>
                  </ns1:lnTo>
                  <ns1:lnTo>
                    <ns1:pt x="41" y="141"/>
                  </ns1:lnTo>
                  <ns1:lnTo>
                    <ns1:pt x="37" y="107"/>
                  </ns1:lnTo>
                  <ns1:lnTo>
                    <ns1:pt x="59" y="107"/>
                  </ns1:lnTo>
                  <ns1:lnTo>
                    <ns1:pt x="60" y="125"/>
                  </ns1:lnTo>
                  <ns1:lnTo>
                    <ns1:pt x="84" y="131"/>
                  </ns1:lnTo>
                  <ns1:lnTo>
                    <ns1:pt x="84" y="131"/>
                  </ns1:lnTo>
                  <ns1:lnTo>
                    <ns1:pt x="84" y="131"/>
                  </ns1:lnTo>
                  <ns1:lnTo>
                    <ns1:pt x="107" y="125"/>
                  </ns1:lnTo>
                  <ns1:lnTo>
                    <ns1:pt x="109" y="98"/>
                  </ns1:lnTo>
                  <ns1:lnTo>
                    <ns1:pt x="84" y="98"/>
                  </ns1:lnTo>
                  <ns1:lnTo>
                    <ns1:pt x="84" y="98"/>
                  </ns1:lnTo>
                  <ns1:lnTo>
                    <ns1:pt x="37" y="98"/>
                  </ns1:lnTo>
                  <ns1:lnTo>
                    <ns1:pt x="31" y="35"/>
                  </ns1:lnTo>
                  <ns1:lnTo>
                    <ns1:pt x="84" y="35"/>
                  </ns1:lnTo>
                  <ns1:lnTo>
                    <ns1:pt x="136" y="35"/>
                  </ns1:lnTo>
                  <ns1:lnTo>
                    <ns1:pt x="134" y="56"/>
                  </ns1:lnTo>
                  <ns1:close/>
                </ns1:path>
              </ns1:pathLst>
            </ns1:custGeom>
            <ns1:grpFill/>
            <ns1:ln>
              <ns1:noFill/>
            </ns1:ln>
            <ns1:extLst>
              <ns1:ext uri="{91240B29-F687-4F45-9708-019B960494DF}">
                <ns2:hiddenLine w="9525">
                  <ns1:solidFill>
                    <ns1:srgbClr val="000000"/>
                  </ns1:solidFill>
                  <ns1:round/>
                  <ns1:headEnd/>
                  <ns1:tailEnd/>
                </ns2:hiddenLine>
              </ns1:ext>
            </ns1:extLst>
          </ns0:spPr>
          <ns0:txBody>
            <ns1:bodyPr vert="horz" wrap="square" lIns="91440" tIns="45720" rIns="91440" bIns="45720" numCol="1" anchor="t" anchorCtr="0" compatLnSpc="1">
              <ns1:prstTxWarp prst="textNoShape">
                <ns1:avLst/>
              </ns1:prstTxWarp>
            </ns1:bodyPr>
            <ns1:lstStyle/>
            <ns1:p>
              <ns1:endParaRPr lang="id-ID" sz="2700"/>
            </ns1:p>
          </ns0:txBody>
        </ns0:sp>
      </ns0:grpSp>
      <ns0:grpSp>
        <ns0:nvGrpSpPr>
          <ns0:cNvPr id="334" name="Group 333"/>
          <ns0:cNvGrpSpPr/>
          <ns0:nvPr/>
        </ns0:nvGrpSpPr>
        <ns0:grpSpPr>
          <ns1:xfrm flipH="1">
            <ns1:off x="10503694" y="5962640"/>
            <ns1:ext cx="393895" cy="478853"/>
            <ns1:chOff x="10004425" y="2801938"/>
            <ns1:chExt cx="404813" cy="492126"/>
          </ns1:xfrm>
          <ns1:solidFill>
            <ns1:schemeClr val="tx1"/>
          </ns1:solidFill>
        </ns0:grpSpPr>
        <ns0:sp>
          <ns0:nvSpPr>
            <ns0:cNvPr id="335" name="Freeform 5"/>
            <ns0:cNvSpPr>
              <ns1:spLocks noEditPoints="1"/>
            </ns0:cNvSpPr>
            <ns0:nvPr/>
          </ns0:nvSpPr>
          <ns0:spPr bwMode="auto">
            <ns1:xfrm>
              <ns1:off x="10039350" y="2801938"/>
              <ns1:ext cx="323850" cy="327025"/>
            </ns1:xfrm>
            <ns1:custGeom>
              <ns1:avLst/>
              <ns1:gdLst>
                <ns1:gd name="T0" fmla="*/ 84 w 84"/>
                <ns1:gd name="T1" fmla="*/ 42 h 85"/>
                <ns1:gd name="T2" fmla="*/ 42 w 84"/>
                <ns1:gd name="T3" fmla="*/ 0 h 85"/>
                <ns1:gd name="T4" fmla="*/ 0 w 84"/>
                <ns1:gd name="T5" fmla="*/ 42 h 85"/>
                <ns1:gd name="T6" fmla="*/ 42 w 84"/>
                <ns1:gd name="T7" fmla="*/ 85 h 85"/>
                <ns1:gd name="T8" fmla="*/ 84 w 84"/>
                <ns1:gd name="T9" fmla="*/ 42 h 85"/>
                <ns1:gd name="T10" fmla="*/ 42 w 84"/>
                <ns1:gd name="T11" fmla="*/ 72 h 85"/>
                <ns1:gd name="T12" fmla="*/ 12 w 84"/>
                <ns1:gd name="T13" fmla="*/ 42 h 85"/>
                <ns1:gd name="T14" fmla="*/ 42 w 84"/>
                <ns1:gd name="T15" fmla="*/ 13 h 85"/>
                <ns1:gd name="T16" fmla="*/ 72 w 84"/>
                <ns1:gd name="T17" fmla="*/ 42 h 85"/>
                <ns1:gd name="T18" fmla="*/ 42 w 84"/>
                <ns1:gd name="T19" fmla="*/ 72 h 85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  <ns1:cxn ang="0">
                  <ns1:pos x="T14" y="T15"/>
                </ns1:cxn>
                <ns1:cxn ang="0">
                  <ns1:pos x="T16" y="T17"/>
                </ns1:cxn>
                <ns1:cxn ang="0">
                  <ns1:pos x="T18" y="T19"/>
                </ns1:cxn>
              </ns1:cxnLst>
              <ns1:rect l="0" t="0" r="r" b="b"/>
              <ns1:pathLst>
                <ns1:path w="84" h="85">
                  <ns1:moveTo>
                    <ns1:pt x="84" y="42"/>
                  </ns1:moveTo>
                  <ns1:cubicBezTo>
                    <ns1:pt x="84" y="19"/>
                    <ns1:pt x="65" y="0"/>
                    <ns1:pt x="42" y="0"/>
                  </ns1:cubicBezTo>
                  <ns1:cubicBezTo>
                    <ns1:pt x="19" y="0"/>
                    <ns1:pt x="0" y="19"/>
                    <ns1:pt x="0" y="42"/>
                  </ns1:cubicBezTo>
                  <ns1:cubicBezTo>
                    <ns1:pt x="0" y="66"/>
                    <ns1:pt x="19" y="85"/>
                    <ns1:pt x="42" y="85"/>
                  </ns1:cubicBezTo>
                  <ns1:cubicBezTo>
                    <ns1:pt x="65" y="85"/>
                    <ns1:pt x="84" y="66"/>
                    <ns1:pt x="84" y="42"/>
                  </ns1:cubicBezTo>
                  <ns1:close/>
                  <ns1:moveTo>
                    <ns1:pt x="42" y="72"/>
                  </ns1:moveTo>
                  <ns1:cubicBezTo>
                    <ns1:pt x="26" y="72"/>
                    <ns1:pt x="12" y="59"/>
                    <ns1:pt x="12" y="42"/>
                  </ns1:cubicBezTo>
                  <ns1:cubicBezTo>
                    <ns1:pt x="12" y="26"/>
                    <ns1:pt x="26" y="13"/>
                    <ns1:pt x="42" y="13"/>
                  </ns1:cubicBezTo>
                  <ns1:cubicBezTo>
                    <ns1:pt x="58" y="13"/>
                    <ns1:pt x="72" y="26"/>
                    <ns1:pt x="72" y="42"/>
                  </ns1:cubicBezTo>
                  <ns1:cubicBezTo>
                    <ns1:pt x="72" y="59"/>
                    <ns1:pt x="58" y="72"/>
                    <ns1:pt x="42" y="72"/>
                  </ns1:cubicBezTo>
                  <ns1:close/>
                </ns1:path>
              </ns1:pathLst>
            </ns1:custGeom>
            <ns1:grpFill/>
            <ns1:ln>
              <ns1:noFill/>
            </ns1:ln>
            <ns1:extLst>
              <ns1:ext uri="{91240B29-F687-4F45-9708-019B960494DF}">
                <ns2:hiddenLine w="9525">
                  <ns1:solidFill>
                    <ns1:srgbClr val="000000"/>
                  </ns1:solidFill>
                  <ns1:round/>
                  <ns1:headEnd/>
                  <ns1:tailEnd/>
                </ns2:hiddenLine>
              </ns1:ext>
            </ns1:extLst>
          </ns0:spPr>
          <ns0:txBody>
            <ns1:bodyPr vert="horz" wrap="square" lIns="91440" tIns="45720" rIns="91440" bIns="45720" numCol="1" anchor="t" anchorCtr="0" compatLnSpc="1">
              <ns1:prstTxWarp prst="textNoShape">
                <ns1:avLst/>
              </ns1:prstTxWarp>
            </ns1:bodyPr>
            <ns1:lstStyle/>
            <ns1:p>
              <ns1:pPr algn="r"/>
              <ns1:endParaRPr lang="id-ID" sz="2700"/>
            </ns1:p>
          </ns0:txBody>
        </ns0:sp>
        <ns0:sp>
          <ns0:nvSpPr>
            <ns0:cNvPr id="336" name="Freeform 6"/>
            <ns0:cNvSpPr>
              <ns1:spLocks/>
            </ns0:cNvSpPr>
            <ns0:nvPr/>
          </ns0:nvSpPr>
          <ns0:spPr bwMode="auto">
            <ns1:xfrm>
              <ns1:off x="10213975" y="3097213"/>
              <ns1:ext cx="195263" cy="196850"/>
            </ns1:xfrm>
            <ns1:custGeom>
              <ns1:avLst/>
              <ns1:gdLst>
                <ns1:gd name="T0" fmla="*/ 28 w 51"/>
                <ns1:gd name="T1" fmla="*/ 0 h 51"/>
                <ns1:gd name="T2" fmla="*/ 0 w 51"/>
                <ns1:gd name="T3" fmla="*/ 12 h 51"/>
                <ns1:gd name="T4" fmla="*/ 26 w 51"/>
                <ns1:gd name="T5" fmla="*/ 51 h 51"/>
                <ns1:gd name="T6" fmla="*/ 29 w 51"/>
                <ns1:gd name="T7" fmla="*/ 29 h 51"/>
                <ns1:gd name="T8" fmla="*/ 51 w 51"/>
                <ns1:gd name="T9" fmla="*/ 35 h 51"/>
                <ns1:gd name="T10" fmla="*/ 28 w 51"/>
                <ns1:gd name="T11" fmla="*/ 0 h 51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</ns1:cxnLst>
              <ns1:rect l="0" t="0" r="r" b="b"/>
              <ns1:pathLst>
                <ns1:path w="51" h="51">
                  <ns1:moveTo>
                    <ns1:pt x="28" y="0"/>
                  </ns1:moveTo>
                  <ns1:cubicBezTo>
                    <ns1:pt x="21" y="7"/>
                    <ns1:pt x="11" y="11"/>
                    <ns1:pt x="0" y="12"/>
                  </ns1:cubicBezTo>
                  <ns1:cubicBezTo>
                    <ns1:pt x="26" y="51"/>
                    <ns1:pt x="26" y="51"/>
                    <ns1:pt x="26" y="51"/>
                  </ns1:cubicBezTo>
                  <ns1:cubicBezTo>
                    <ns1:pt x="29" y="29"/>
                    <ns1:pt x="29" y="29"/>
                    <ns1:pt x="29" y="29"/>
                  </ns1:cubicBezTo>
                  <ns1:cubicBezTo>
                    <ns1:pt x="51" y="35"/>
                    <ns1:pt x="51" y="35"/>
                    <ns1:pt x="51" y="35"/>
                  </ns1:cubicBezTo>
                  <ns1:lnTo>
                    <ns1:pt x="28" y="0"/>
                  </ns1:lnTo>
                  <ns1:close/>
                </ns1:path>
              </ns1:pathLst>
            </ns1:custGeom>
            <ns1:grpFill/>
            <ns1:ln>
              <ns1:noFill/>
            </ns1:ln>
            <ns1:extLst>
              <ns1:ext uri="{91240B29-F687-4F45-9708-019B960494DF}">
                <ns2:hiddenLine w="9525">
                  <ns1:solidFill>
                    <ns1:srgbClr val="000000"/>
                  </ns1:solidFill>
                  <ns1:round/>
                  <ns1:headEnd/>
                  <ns1:tailEnd/>
                </ns2:hiddenLine>
              </ns1:ext>
            </ns1:extLst>
          </ns0:spPr>
          <ns0:txBody>
            <ns1:bodyPr vert="horz" wrap="square" lIns="91440" tIns="45720" rIns="91440" bIns="45720" numCol="1" anchor="t" anchorCtr="0" compatLnSpc="1">
              <ns1:prstTxWarp prst="textNoShape">
                <ns1:avLst/>
              </ns1:prstTxWarp>
            </ns1:bodyPr>
            <ns1:lstStyle/>
            <ns1:p>
              <ns1:pPr algn="r"/>
              <ns1:endParaRPr lang="id-ID" sz="2700"/>
            </ns1:p>
          </ns0:txBody>
        </ns0:sp>
        <ns0:sp>
          <ns0:nvSpPr>
            <ns0:cNvPr id="337" name="Freeform 7"/>
            <ns0:cNvSpPr>
              <ns1:spLocks/>
            </ns0:cNvSpPr>
            <ns0:nvPr/>
          </ns0:nvSpPr>
          <ns0:spPr bwMode="auto">
            <ns1:xfrm>
              <ns1:off x="10004425" y="3105151"/>
              <ns1:ext cx="196850" cy="188913"/>
            </ns1:xfrm>
            <ns1:custGeom>
              <ns1:avLst/>
              <ns1:gdLst>
                <ns1:gd name="T0" fmla="*/ 0 w 51"/>
                <ns1:gd name="T1" fmla="*/ 33 h 49"/>
                <ns1:gd name="T2" fmla="*/ 22 w 51"/>
                <ns1:gd name="T3" fmla="*/ 27 h 49"/>
                <ns1:gd name="T4" fmla="*/ 25 w 51"/>
                <ns1:gd name="T5" fmla="*/ 49 h 49"/>
                <ns1:gd name="T6" fmla="*/ 51 w 51"/>
                <ns1:gd name="T7" fmla="*/ 10 h 49"/>
                <ns1:gd name="T8" fmla="*/ 22 w 51"/>
                <ns1:gd name="T9" fmla="*/ 0 h 49"/>
                <ns1:gd name="T10" fmla="*/ 0 w 51"/>
                <ns1:gd name="T11" fmla="*/ 33 h 49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</ns1:cxnLst>
              <ns1:rect l="0" t="0" r="r" b="b"/>
              <ns1:pathLst>
                <ns1:path w="51" h="49">
                  <ns1:moveTo>
                    <ns1:pt x="0" y="33"/>
                  </ns1:moveTo>
                  <ns1:cubicBezTo>
                    <ns1:pt x="22" y="27"/>
                    <ns1:pt x="22" y="27"/>
                    <ns1:pt x="22" y="27"/>
                  </ns1:cubicBezTo>
                  <ns1:cubicBezTo>
                    <ns1:pt x="25" y="49"/>
                    <ns1:pt x="25" y="49"/>
                    <ns1:pt x="25" y="49"/>
                  </ns1:cubicBezTo>
                  <ns1:cubicBezTo>
                    <ns1:pt x="51" y="10"/>
                    <ns1:pt x="51" y="10"/>
                    <ns1:pt x="51" y="10"/>
                  </ns1:cubicBezTo>
                  <ns1:cubicBezTo>
                    <ns1:pt x="40" y="10"/>
                    <ns1:pt x="30" y="6"/>
                    <ns1:pt x="22" y="0"/>
                  </ns1:cubicBezTo>
                  <ns1:lnTo>
                    <ns1:pt x="0" y="33"/>
                  </ns1:lnTo>
                  <ns1:close/>
                </ns1:path>
              </ns1:pathLst>
            </ns1:custGeom>
            <ns1:grpFill/>
            <ns1:ln>
              <ns1:noFill/>
            </ns1:ln>
            <ns1:extLst>
              <ns1:ext uri="{91240B29-F687-4F45-9708-019B960494DF}">
                <ns2:hiddenLine w="9525">
                  <ns1:solidFill>
                    <ns1:srgbClr val="000000"/>
                  </ns1:solidFill>
                  <ns1:round/>
                  <ns1:headEnd/>
                  <ns1:tailEnd/>
                </ns2:hiddenLine>
              </ns1:ext>
            </ns1:extLst>
          </ns0:spPr>
          <ns0:txBody>
            <ns1:bodyPr vert="horz" wrap="square" lIns="91440" tIns="45720" rIns="91440" bIns="45720" numCol="1" anchor="t" anchorCtr="0" compatLnSpc="1">
              <ns1:prstTxWarp prst="textNoShape">
                <ns1:avLst/>
              </ns1:prstTxWarp>
            </ns1:bodyPr>
            <ns1:lstStyle/>
            <ns1:p>
              <ns1:pPr algn="r"/>
              <ns1:endParaRPr lang="id-ID" sz="2700"/>
            </ns1:p>
          </ns0:txBody>
        </ns0:sp>
        <ns0:sp>
          <ns0:nvSpPr>
            <ns0:cNvPr id="338" name="Freeform 8"/>
            <ns0:cNvSpPr>
              <ns1:spLocks/>
            </ns0:cNvSpPr>
            <ns0:nvPr/>
          </ns0:nvSpPr>
          <ns0:spPr bwMode="auto">
            <ns1:xfrm>
              <ns1:off x="10125075" y="2886076"/>
              <ns1:ext cx="157163" cy="149225"/>
            </ns1:xfrm>
            <ns1:custGeom>
              <ns1:avLst/>
              <ns1:gdLst>
                <ns1:gd name="T0" fmla="*/ 38 w 41"/>
                <ns1:gd name="T1" fmla="*/ 14 h 39"/>
                <ns1:gd name="T2" fmla="*/ 31 w 41"/>
                <ns1:gd name="T3" fmla="*/ 13 h 39"/>
                <ns1:gd name="T4" fmla="*/ 25 w 41"/>
                <ns1:gd name="T5" fmla="*/ 9 h 39"/>
                <ns1:gd name="T6" fmla="*/ 22 w 41"/>
                <ns1:gd name="T7" fmla="*/ 2 h 39"/>
                <ns1:gd name="T8" fmla="*/ 19 w 41"/>
                <ns1:gd name="T9" fmla="*/ 2 h 39"/>
                <ns1:gd name="T10" fmla="*/ 16 w 41"/>
                <ns1:gd name="T11" fmla="*/ 9 h 39"/>
                <ns1:gd name="T12" fmla="*/ 10 w 41"/>
                <ns1:gd name="T13" fmla="*/ 13 h 39"/>
                <ns1:gd name="T14" fmla="*/ 2 w 41"/>
                <ns1:gd name="T15" fmla="*/ 14 h 39"/>
                <ns1:gd name="T16" fmla="*/ 1 w 41"/>
                <ns1:gd name="T17" fmla="*/ 17 h 39"/>
                <ns1:gd name="T18" fmla="*/ 7 w 41"/>
                <ns1:gd name="T19" fmla="*/ 22 h 39"/>
                <ns1:gd name="T20" fmla="*/ 9 w 41"/>
                <ns1:gd name="T21" fmla="*/ 29 h 39"/>
                <ns1:gd name="T22" fmla="*/ 8 w 41"/>
                <ns1:gd name="T23" fmla="*/ 36 h 39"/>
                <ns1:gd name="T24" fmla="*/ 10 w 41"/>
                <ns1:gd name="T25" fmla="*/ 38 h 39"/>
                <ns1:gd name="T26" fmla="*/ 17 w 41"/>
                <ns1:gd name="T27" fmla="*/ 34 h 39"/>
                <ns1:gd name="T28" fmla="*/ 24 w 41"/>
                <ns1:gd name="T29" fmla="*/ 34 h 39"/>
                <ns1:gd name="T30" fmla="*/ 30 w 41"/>
                <ns1:gd name="T31" fmla="*/ 38 h 39"/>
                <ns1:gd name="T32" fmla="*/ 33 w 41"/>
                <ns1:gd name="T33" fmla="*/ 36 h 39"/>
                <ns1:gd name="T34" fmla="*/ 31 w 41"/>
                <ns1:gd name="T35" fmla="*/ 29 h 39"/>
                <ns1:gd name="T36" fmla="*/ 34 w 41"/>
                <ns1:gd name="T37" fmla="*/ 22 h 39"/>
                <ns1:gd name="T38" fmla="*/ 39 w 41"/>
                <ns1:gd name="T39" fmla="*/ 17 h 39"/>
                <ns1:gd name="T40" fmla="*/ 38 w 41"/>
                <ns1:gd name="T41" fmla="*/ 14 h 39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  <ns1:cxn ang="0">
                  <ns1:pos x="T14" y="T15"/>
                </ns1:cxn>
                <ns1:cxn ang="0">
                  <ns1:pos x="T16" y="T17"/>
                </ns1:cxn>
                <ns1:cxn ang="0">
                  <ns1:pos x="T18" y="T19"/>
                </ns1:cxn>
                <ns1:cxn ang="0">
                  <ns1:pos x="T20" y="T21"/>
                </ns1:cxn>
                <ns1:cxn ang="0">
                  <ns1:pos x="T22" y="T23"/>
                </ns1:cxn>
                <ns1:cxn ang="0">
                  <ns1:pos x="T24" y="T25"/>
                </ns1:cxn>
                <ns1:cxn ang="0">
                  <ns1:pos x="T26" y="T27"/>
                </ns1:cxn>
                <ns1:cxn ang="0">
                  <ns1:pos x="T28" y="T29"/>
                </ns1:cxn>
                <ns1:cxn ang="0">
                  <ns1:pos x="T30" y="T31"/>
                </ns1:cxn>
                <ns1:cxn ang="0">
                  <ns1:pos x="T32" y="T33"/>
                </ns1:cxn>
                <ns1:cxn ang="0">
                  <ns1:pos x="T34" y="T35"/>
                </ns1:cxn>
                <ns1:cxn ang="0">
                  <ns1:pos x="T36" y="T37"/>
                </ns1:cxn>
                <ns1:cxn ang="0">
                  <ns1:pos x="T38" y="T39"/>
                </ns1:cxn>
                <ns1:cxn ang="0">
                  <ns1:pos x="T40" y="T41"/>
                </ns1:cxn>
              </ns1:cxnLst>
              <ns1:rect l="0" t="0" r="r" b="b"/>
              <ns1:pathLst>
                <ns1:path w="41" h="39">
                  <ns1:moveTo>
                    <ns1:pt x="38" y="14"/>
                  </ns1:moveTo>
                  <ns1:cubicBezTo>
                    <ns1:pt x="31" y="13"/>
                    <ns1:pt x="31" y="13"/>
                    <ns1:pt x="31" y="13"/>
                  </ns1:cubicBezTo>
                  <ns1:cubicBezTo>
                    <ns1:pt x="29" y="13"/>
                    <ns1:pt x="26" y="11"/>
                    <ns1:pt x="25" y="9"/>
                  </ns1:cubicBezTo>
                  <ns1:cubicBezTo>
                    <ns1:pt x="22" y="2"/>
                    <ns1:pt x="22" y="2"/>
                    <ns1:pt x="22" y="2"/>
                  </ns1:cubicBezTo>
                  <ns1:cubicBezTo>
                    <ns1:pt x="21" y="0"/>
                    <ns1:pt x="20" y="0"/>
                    <ns1:pt x="19" y="2"/>
                  </ns1:cubicBezTo>
                  <ns1:cubicBezTo>
                    <ns1:pt x="16" y="9"/>
                    <ns1:pt x="16" y="9"/>
                    <ns1:pt x="16" y="9"/>
                  </ns1:cubicBezTo>
                  <ns1:cubicBezTo>
                    <ns1:pt x="15" y="11"/>
                    <ns1:pt x="12" y="13"/>
                    <ns1:pt x="10" y="13"/>
                  </ns1:cubicBezTo>
                  <ns1:cubicBezTo>
                    <ns1:pt x="2" y="14"/>
                    <ns1:pt x="2" y="14"/>
                    <ns1:pt x="2" y="14"/>
                  </ns1:cubicBezTo>
                  <ns1:cubicBezTo>
                    <ns1:pt x="0" y="14"/>
                    <ns1:pt x="0" y="16"/>
                    <ns1:pt x="1" y="17"/>
                  </ns1:cubicBezTo>
                  <ns1:cubicBezTo>
                    <ns1:pt x="7" y="22"/>
                    <ns1:pt x="7" y="22"/>
                    <ns1:pt x="7" y="22"/>
                  </ns1:cubicBezTo>
                  <ns1:cubicBezTo>
                    <ns1:pt x="9" y="24"/>
                    <ns1:pt x="10" y="27"/>
                    <ns1:pt x="9" y="29"/>
                  </ns1:cubicBezTo>
                  <ns1:cubicBezTo>
                    <ns1:pt x="8" y="36"/>
                    <ns1:pt x="8" y="36"/>
                    <ns1:pt x="8" y="36"/>
                  </ns1:cubicBezTo>
                  <ns1:cubicBezTo>
                    <ns1:pt x="7" y="38"/>
                    <ns1:pt x="8" y="39"/>
                    <ns1:pt x="10" y="38"/>
                  </ns1:cubicBezTo>
                  <ns1:cubicBezTo>
                    <ns1:pt x="17" y="34"/>
                    <ns1:pt x="17" y="34"/>
                    <ns1:pt x="17" y="34"/>
                  </ns1:cubicBezTo>
                  <ns1:cubicBezTo>
                    <ns1:pt x="19" y="33"/>
                    <ns1:pt x="22" y="33"/>
                    <ns1:pt x="24" y="34"/>
                  </ns1:cubicBezTo>
                  <ns1:cubicBezTo>
                    <ns1:pt x="30" y="38"/>
                    <ns1:pt x="30" y="38"/>
                    <ns1:pt x="30" y="38"/>
                  </ns1:cubicBezTo>
                  <ns1:cubicBezTo>
                    <ns1:pt x="32" y="39"/>
                    <ns1:pt x="34" y="38"/>
                    <ns1:pt x="33" y="36"/>
                  </ns1:cubicBezTo>
                  <ns1:cubicBezTo>
                    <ns1:pt x="31" y="29"/>
                    <ns1:pt x="31" y="29"/>
                    <ns1:pt x="31" y="29"/>
                  </ns1:cubicBezTo>
                  <ns1:cubicBezTo>
                    <ns1:pt x="31" y="27"/>
                    <ns1:pt x="32" y="24"/>
                    <ns1:pt x="34" y="22"/>
                  </ns1:cubicBezTo>
                  <ns1:cubicBezTo>
                    <ns1:pt x="39" y="17"/>
                    <ns1:pt x="39" y="17"/>
                    <ns1:pt x="39" y="17"/>
                  </ns1:cubicBezTo>
                  <ns1:cubicBezTo>
                    <ns1:pt x="41" y="16"/>
                    <ns1:pt x="41" y="14"/>
                    <ns1:pt x="38" y="14"/>
                  </ns1:cubicBezTo>
                  <ns1:close/>
                </ns1:path>
              </ns1:pathLst>
            </ns1:custGeom>
            <ns1:grpFill/>
            <ns1:ln>
              <ns1:noFill/>
            </ns1:ln>
            <ns1:extLst>
              <ns1:ext uri="{91240B29-F687-4F45-9708-019B960494DF}">
                <ns2:hiddenLine w="9525">
                  <ns1:solidFill>
                    <ns1:srgbClr val="000000"/>
                  </ns1:solidFill>
                  <ns1:round/>
                  <ns1:headEnd/>
                  <ns1:tailEnd/>
                </ns2:hiddenLine>
              </ns1:ext>
            </ns1:extLst>
          </ns0:spPr>
          <ns0:txBody>
            <ns1:bodyPr vert="horz" wrap="square" lIns="91440" tIns="45720" rIns="91440" bIns="45720" numCol="1" anchor="t" anchorCtr="0" compatLnSpc="1">
              <ns1:prstTxWarp prst="textNoShape">
                <ns1:avLst/>
              </ns1:prstTxWarp>
            </ns1:bodyPr>
            <ns1:lstStyle/>
            <ns1:p>
              <ns1:pPr algn="r"/>
              <ns1:endParaRPr lang="id-ID" sz="2700"/>
            </ns1:p>
          </ns0:txBody>
        </ns0:sp>
      </ns0:grpSp>
      <ns0:sp>
        <ns0:nvSpPr>
          <ns0:cNvPr id="339" name="Freeform 5"/>
          <ns0:cNvSpPr>
            <ns1:spLocks noEditPoints="1"/>
          </ns0:cNvSpPr>
          <ns0:nvPr/>
        </ns0:nvSpPr>
        <ns0:spPr bwMode="auto">
          <ns1:xfrm>
            <ns1:off x="11446543" y="6014514"/>
            <ns1:ext cx="374663" cy="375102"/>
          </ns1:xfrm>
          <ns1:custGeom>
            <ns1:avLst/>
            <ns1:gdLst>
              <ns1:gd name="T0" fmla="*/ 345 w 360"/>
              <ns1:gd name="T1" fmla="*/ 206 h 360"/>
              <ns1:gd name="T2" fmla="*/ 347 w 360"/>
              <ns1:gd name="T3" fmla="*/ 180 h 360"/>
              <ns1:gd name="T4" fmla="*/ 180 w 360"/>
              <ns1:gd name="T5" fmla="*/ 13 h 360"/>
              <ns1:gd name="T6" fmla="*/ 154 w 360"/>
              <ns1:gd name="T7" fmla="*/ 15 h 360"/>
              <ns1:gd name="T8" fmla="*/ 101 w 360"/>
              <ns1:gd name="T9" fmla="*/ 0 h 360"/>
              <ns1:gd name="T10" fmla="*/ 0 w 360"/>
              <ns1:gd name="T11" fmla="*/ 101 h 360"/>
              <ns1:gd name="T12" fmla="*/ 15 w 360"/>
              <ns1:gd name="T13" fmla="*/ 154 h 360"/>
              <ns1:gd name="T14" fmla="*/ 13 w 360"/>
              <ns1:gd name="T15" fmla="*/ 180 h 360"/>
              <ns1:gd name="T16" fmla="*/ 180 w 360"/>
              <ns1:gd name="T17" fmla="*/ 347 h 360"/>
              <ns1:gd name="T18" fmla="*/ 206 w 360"/>
              <ns1:gd name="T19" fmla="*/ 345 h 360"/>
              <ns1:gd name="T20" fmla="*/ 259 w 360"/>
              <ns1:gd name="T21" fmla="*/ 360 h 360"/>
              <ns1:gd name="T22" fmla="*/ 360 w 360"/>
              <ns1:gd name="T23" fmla="*/ 259 h 360"/>
              <ns1:gd name="T24" fmla="*/ 345 w 360"/>
              <ns1:gd name="T25" fmla="*/ 206 h 360"/>
              <ns1:gd name="T26" fmla="*/ 259 w 360"/>
              <ns1:gd name="T27" fmla="*/ 256 h 360"/>
              <ns1:gd name="T28" fmla="*/ 228 w 360"/>
              <ns1:gd name="T29" fmla="*/ 280 h 360"/>
              <ns1:gd name="T30" fmla="*/ 180 w 360"/>
              <ns1:gd name="T31" fmla="*/ 288 h 360"/>
              <ns1:gd name="T32" fmla="*/ 125 w 360"/>
              <ns1:gd name="T33" fmla="*/ 277 h 360"/>
              <ns1:gd name="T34" fmla="*/ 100 w 360"/>
              <ns1:gd name="T35" fmla="*/ 254 h 360"/>
              <ns1:gd name="T36" fmla="*/ 90 w 360"/>
              <ns1:gd name="T37" fmla="*/ 227 h 360"/>
              <ns1:gd name="T38" fmla="*/ 96 w 360"/>
              <ns1:gd name="T39" fmla="*/ 213 h 360"/>
              <ns1:gd name="T40" fmla="*/ 111 w 360"/>
              <ns1:gd name="T41" fmla="*/ 207 h 360"/>
              <ns1:gd name="T42" fmla="*/ 124 w 360"/>
              <ns1:gd name="T43" fmla="*/ 212 h 360"/>
              <ns1:gd name="T44" fmla="*/ 133 w 360"/>
              <ns1:gd name="T45" fmla="*/ 225 h 360"/>
              <ns1:gd name="T46" fmla="*/ 142 w 360"/>
              <ns1:gd name="T47" fmla="*/ 241 h 360"/>
              <ns1:gd name="T48" fmla="*/ 155 w 360"/>
              <ns1:gd name="T49" fmla="*/ 252 h 360"/>
              <ns1:gd name="T50" fmla="*/ 179 w 360"/>
              <ns1:gd name="T51" fmla="*/ 256 h 360"/>
              <ns1:gd name="T52" fmla="*/ 211 w 360"/>
              <ns1:gd name="T53" fmla="*/ 247 h 360"/>
              <ns1:gd name="T54" fmla="*/ 224 w 360"/>
              <ns1:gd name="T55" fmla="*/ 226 h 360"/>
              <ns1:gd name="T56" fmla="*/ 217 w 360"/>
              <ns1:gd name="T57" fmla="*/ 210 h 360"/>
              <ns1:gd name="T58" fmla="*/ 200 w 360"/>
              <ns1:gd name="T59" fmla="*/ 200 h 360"/>
              <ns1:gd name="T60" fmla="*/ 171 w 360"/>
              <ns1:gd name="T61" fmla="*/ 193 h 360"/>
              <ns1:gd name="T62" fmla="*/ 130 w 360"/>
              <ns1:gd name="T63" fmla="*/ 181 h 360"/>
              <ns1:gd name="T64" fmla="*/ 104 w 360"/>
              <ns1:gd name="T65" fmla="*/ 161 h 360"/>
              <ns1:gd name="T66" fmla="*/ 94 w 360"/>
              <ns1:gd name="T67" fmla="*/ 131 h 360"/>
              <ns1:gd name="T68" fmla="*/ 105 w 360"/>
              <ns1:gd name="T69" fmla="*/ 100 h 360"/>
              <ns1:gd name="T70" fmla="*/ 134 w 360"/>
              <ns1:gd name="T71" fmla="*/ 79 h 360"/>
              <ns1:gd name="T72" fmla="*/ 179 w 360"/>
              <ns1:gd name="T73" fmla="*/ 72 h 360"/>
              <ns1:gd name="T74" fmla="*/ 215 w 360"/>
              <ns1:gd name="T75" fmla="*/ 77 h 360"/>
              <ns1:gd name="T76" fmla="*/ 241 w 360"/>
              <ns1:gd name="T77" fmla="*/ 89 h 360"/>
              <ns1:gd name="T78" fmla="*/ 255 w 360"/>
              <ns1:gd name="T79" fmla="*/ 106 h 360"/>
              <ns1:gd name="T80" fmla="*/ 260 w 360"/>
              <ns1:gd name="T81" fmla="*/ 123 h 360"/>
              <ns1:gd name="T82" fmla="*/ 254 w 360"/>
              <ns1:gd name="T83" fmla="*/ 137 h 360"/>
              <ns1:gd name="T84" fmla="*/ 239 w 360"/>
              <ns1:gd name="T85" fmla="*/ 144 h 360"/>
              <ns1:gd name="T86" fmla="*/ 227 w 360"/>
              <ns1:gd name="T87" fmla="*/ 140 h 360"/>
              <ns1:gd name="T88" fmla="*/ 218 w 360"/>
              <ns1:gd name="T89" fmla="*/ 128 h 360"/>
              <ns1:gd name="T90" fmla="*/ 203 w 360"/>
              <ns1:gd name="T91" fmla="*/ 110 h 360"/>
              <ns1:gd name="T92" fmla="*/ 176 w 360"/>
              <ns1:gd name="T93" fmla="*/ 103 h 360"/>
              <ns1:gd name="T94" fmla="*/ 148 w 360"/>
              <ns1:gd name="T95" fmla="*/ 110 h 360"/>
              <ns1:gd name="T96" fmla="*/ 138 w 360"/>
              <ns1:gd name="T97" fmla="*/ 127 h 360"/>
              <ns1:gd name="T98" fmla="*/ 141 w 360"/>
              <ns1:gd name="T99" fmla="*/ 137 h 360"/>
              <ns1:gd name="T100" fmla="*/ 151 w 360"/>
              <ns1:gd name="T101" fmla="*/ 145 h 360"/>
              <ns1:gd name="T102" fmla="*/ 164 w 360"/>
              <ns1:gd name="T103" fmla="*/ 150 h 360"/>
              <ns1:gd name="T104" fmla="*/ 186 w 360"/>
              <ns1:gd name="T105" fmla="*/ 155 h 360"/>
              <ns1:gd name="T106" fmla="*/ 220 w 360"/>
              <ns1:gd name="T107" fmla="*/ 164 h 360"/>
              <ns1:gd name="T108" fmla="*/ 247 w 360"/>
              <ns1:gd name="T109" fmla="*/ 176 h 360"/>
              <ns1:gd name="T110" fmla="*/ 264 w 360"/>
              <ns1:gd name="T111" fmla="*/ 195 h 360"/>
              <ns1:gd name="T112" fmla="*/ 270 w 360"/>
              <ns1:gd name="T113" fmla="*/ 222 h 360"/>
              <ns1:gd name="T114" fmla="*/ 259 w 360"/>
              <ns1:gd name="T115" fmla="*/ 256 h 360"/>
            </ns1:gdLst>
            <ns1:ahLst/>
            <ns1:cxnLst>
              <ns1:cxn ang="0">
                <ns1:pos x="T0" y="T1"/>
              </ns1:cxn>
              <ns1:cxn ang="0">
                <ns1:pos x="T2" y="T3"/>
              </ns1:cxn>
              <ns1:cxn ang="0">
                <ns1:pos x="T4" y="T5"/>
              </ns1:cxn>
              <ns1:cxn ang="0">
                <ns1:pos x="T6" y="T7"/>
              </ns1:cxn>
              <ns1:cxn ang="0">
                <ns1:pos x="T8" y="T9"/>
              </ns1:cxn>
              <ns1:cxn ang="0">
                <ns1:pos x="T10" y="T11"/>
              </ns1:cxn>
              <ns1:cxn ang="0">
                <ns1:pos x="T12" y="T13"/>
              </ns1:cxn>
              <ns1:cxn ang="0">
                <ns1:pos x="T14" y="T15"/>
              </ns1:cxn>
              <ns1:cxn ang="0">
                <ns1:pos x="T16" y="T17"/>
              </ns1:cxn>
              <ns1:cxn ang="0">
                <ns1:pos x="T18" y="T19"/>
              </ns1:cxn>
              <ns1:cxn ang="0">
                <ns1:pos x="T20" y="T21"/>
              </ns1:cxn>
              <ns1:cxn ang="0">
                <ns1:pos x="T22" y="T23"/>
              </ns1:cxn>
              <ns1:cxn ang="0">
                <ns1:pos x="T24" y="T25"/>
              </ns1:cxn>
              <ns1:cxn ang="0">
                <ns1:pos x="T26" y="T27"/>
              </ns1:cxn>
              <ns1:cxn ang="0">
                <ns1:pos x="T28" y="T29"/>
              </ns1:cxn>
              <ns1:cxn ang="0">
                <ns1:pos x="T30" y="T31"/>
              </ns1:cxn>
              <ns1:cxn ang="0">
                <ns1:pos x="T32" y="T33"/>
              </ns1:cxn>
              <ns1:cxn ang="0">
                <ns1:pos x="T34" y="T35"/>
              </ns1:cxn>
              <ns1:cxn ang="0">
                <ns1:pos x="T36" y="T37"/>
              </ns1:cxn>
              <ns1:cxn ang="0">
                <ns1:pos x="T38" y="T39"/>
              </ns1:cxn>
              <ns1:cxn ang="0">
                <ns1:pos x="T40" y="T41"/>
              </ns1:cxn>
              <ns1:cxn ang="0">
                <ns1:pos x="T42" y="T43"/>
              </ns1:cxn>
              <ns1:cxn ang="0">
                <ns1:pos x="T44" y="T45"/>
              </ns1:cxn>
              <ns1:cxn ang="0">
                <ns1:pos x="T46" y="T47"/>
              </ns1:cxn>
              <ns1:cxn ang="0">
                <ns1:pos x="T48" y="T49"/>
              </ns1:cxn>
              <ns1:cxn ang="0">
                <ns1:pos x="T50" y="T51"/>
              </ns1:cxn>
              <ns1:cxn ang="0">
                <ns1:pos x="T52" y="T53"/>
              </ns1:cxn>
              <ns1:cxn ang="0">
                <ns1:pos x="T54" y="T55"/>
              </ns1:cxn>
              <ns1:cxn ang="0">
                <ns1:pos x="T56" y="T57"/>
              </ns1:cxn>
              <ns1:cxn ang="0">
                <ns1:pos x="T58" y="T59"/>
              </ns1:cxn>
              <ns1:cxn ang="0">
                <ns1:pos x="T60" y="T61"/>
              </ns1:cxn>
              <ns1:cxn ang="0">
                <ns1:pos x="T62" y="T63"/>
              </ns1:cxn>
              <ns1:cxn ang="0">
                <ns1:pos x="T64" y="T65"/>
              </ns1:cxn>
              <ns1:cxn ang="0">
                <ns1:pos x="T66" y="T67"/>
              </ns1:cxn>
              <ns1:cxn ang="0">
                <ns1:pos x="T68" y="T69"/>
              </ns1:cxn>
              <ns1:cxn ang="0">
                <ns1:pos x="T70" y="T71"/>
              </ns1:cxn>
              <ns1:cxn ang="0">
                <ns1:pos x="T72" y="T73"/>
              </ns1:cxn>
              <ns1:cxn ang="0">
                <ns1:pos x="T74" y="T75"/>
              </ns1:cxn>
              <ns1:cxn ang="0">
                <ns1:pos x="T76" y="T77"/>
              </ns1:cxn>
              <ns1:cxn ang="0">
                <ns1:pos x="T78" y="T79"/>
              </ns1:cxn>
              <ns1:cxn ang="0">
                <ns1:pos x="T80" y="T81"/>
              </ns1:cxn>
              <ns1:cxn ang="0">
                <ns1:pos x="T82" y="T83"/>
              </ns1:cxn>
              <ns1:cxn ang="0">
                <ns1:pos x="T84" y="T85"/>
              </ns1:cxn>
              <ns1:cxn ang="0">
                <ns1:pos x="T86" y="T87"/>
              </ns1:cxn>
              <ns1:cxn ang="0">
                <ns1:pos x="T88" y="T89"/>
              </ns1:cxn>
              <ns1:cxn ang="0">
                <ns1:pos x="T90" y="T91"/>
              </ns1:cxn>
              <ns1:cxn ang="0">
                <ns1:pos x="T92" y="T93"/>
              </ns1:cxn>
              <ns1:cxn ang="0">
                <ns1:pos x="T94" y="T95"/>
              </ns1:cxn>
              <ns1:cxn ang="0">
                <ns1:pos x="T96" y="T97"/>
              </ns1:cxn>
              <ns1:cxn ang="0">
                <ns1:pos x="T98" y="T99"/>
              </ns1:cxn>
              <ns1:cxn ang="0">
                <ns1:pos x="T100" y="T101"/>
              </ns1:cxn>
              <ns1:cxn ang="0">
                <ns1:pos x="T102" y="T103"/>
              </ns1:cxn>
              <ns1:cxn ang="0">
                <ns1:pos x="T104" y="T105"/>
              </ns1:cxn>
              <ns1:cxn ang="0">
                <ns1:pos x="T106" y="T107"/>
              </ns1:cxn>
              <ns1:cxn ang="0">
                <ns1:pos x="T108" y="T109"/>
              </ns1:cxn>
              <ns1:cxn ang="0">
                <ns1:pos x="T110" y="T111"/>
              </ns1:cxn>
              <ns1:cxn ang="0">
                <ns1:pos x="T112" y="T113"/>
              </ns1:cxn>
              <ns1:cxn ang="0">
                <ns1:pos x="T114" y="T115"/>
              </ns1:cxn>
            </ns1:cxnLst>
            <ns1:rect l="0" t="0" r="r" b="b"/>
            <ns1:pathLst>
              <ns1:path w="360" h="360">
                <ns1:moveTo>
                  <ns1:pt x="345" y="206"/>
                </ns1:moveTo>
                <ns1:cubicBezTo>
                  <ns1:pt x="346" y="198"/>
                  <ns1:pt x="347" y="189"/>
                  <ns1:pt x="347" y="180"/>
                </ns1:cubicBezTo>
                <ns1:cubicBezTo>
                  <ns1:pt x="347" y="88"/>
                  <ns1:pt x="272" y="13"/>
                  <ns1:pt x="180" y="13"/>
                </ns1:cubicBezTo>
                <ns1:cubicBezTo>
                  <ns1:pt x="171" y="13"/>
                  <ns1:pt x="162" y="14"/>
                  <ns1:pt x="154" y="15"/>
                </ns1:cubicBezTo>
                <ns1:cubicBezTo>
                  <ns1:pt x="139" y="6"/>
                  <ns1:pt x="120" y="0"/>
                  <ns1:pt x="101" y="0"/>
                </ns1:cubicBezTo>
                <ns1:cubicBezTo>
                  <ns1:pt x="45" y="0"/>
                  <ns1:pt x="0" y="45"/>
                  <ns1:pt x="0" y="101"/>
                </ns1:cubicBezTo>
                <ns1:cubicBezTo>
                  <ns1:pt x="0" y="120"/>
                  <ns1:pt x="6" y="139"/>
                  <ns1:pt x="15" y="154"/>
                </ns1:cubicBezTo>
                <ns1:cubicBezTo>
                  <ns1:pt x="14" y="163"/>
                  <ns1:pt x="13" y="171"/>
                  <ns1:pt x="13" y="180"/>
                </ns1:cubicBezTo>
                <ns1:cubicBezTo>
                  <ns1:pt x="13" y="272"/>
                  <ns1:pt x="88" y="347"/>
                  <ns1:pt x="180" y="347"/>
                </ns1:cubicBezTo>
                <ns1:cubicBezTo>
                  <ns1:pt x="189" y="347"/>
                  <ns1:pt x="198" y="346"/>
                  <ns1:pt x="206" y="345"/>
                </ns1:cubicBezTo>
                <ns1:cubicBezTo>
                  <ns1:pt x="221" y="355"/>
                  <ns1:pt x="240" y="360"/>
                  <ns1:pt x="259" y="360"/>
                </ns1:cubicBezTo>
                <ns1:cubicBezTo>
                  <ns1:pt x="315" y="360"/>
                  <ns1:pt x="360" y="315"/>
                  <ns1:pt x="360" y="259"/>
                </ns1:cubicBezTo>
                <ns1:cubicBezTo>
                  <ns1:pt x="360" y="240"/>
                  <ns1:pt x="355" y="222"/>
                  <ns1:pt x="345" y="206"/>
                </ns1:cubicBezTo>
                <ns1:close/>
                <ns1:moveTo>
                  <ns1:pt x="259" y="256"/>
                </ns1:moveTo>
                <ns1:cubicBezTo>
                  <ns1:pt x="252" y="266"/>
                  <ns1:pt x="242" y="274"/>
                  <ns1:pt x="228" y="280"/>
                </ns1:cubicBezTo>
                <ns1:cubicBezTo>
                  <ns1:pt x="215" y="286"/>
                  <ns1:pt x="199" y="288"/>
                  <ns1:pt x="180" y="288"/>
                </ns1:cubicBezTo>
                <ns1:cubicBezTo>
                  <ns1:pt x="158" y="288"/>
                  <ns1:pt x="139" y="285"/>
                  <ns1:pt x="125" y="277"/>
                </ns1:cubicBezTo>
                <ns1:cubicBezTo>
                  <ns1:pt x="115" y="271"/>
                  <ns1:pt x="106" y="264"/>
                  <ns1:pt x="100" y="254"/>
                </ns1:cubicBezTo>
                <ns1:cubicBezTo>
                  <ns1:pt x="93" y="245"/>
                  <ns1:pt x="90" y="236"/>
                  <ns1:pt x="90" y="227"/>
                </ns1:cubicBezTo>
                <ns1:cubicBezTo>
                  <ns1:pt x="90" y="221"/>
                  <ns1:pt x="92" y="217"/>
                  <ns1:pt x="96" y="213"/>
                </ns1:cubicBezTo>
                <ns1:cubicBezTo>
                  <ns1:pt x="100" y="209"/>
                  <ns1:pt x="105" y="207"/>
                  <ns1:pt x="111" y="207"/>
                </ns1:cubicBezTo>
                <ns1:cubicBezTo>
                  <ns1:pt x="116" y="207"/>
                  <ns1:pt x="120" y="209"/>
                  <ns1:pt x="124" y="212"/>
                </ns1:cubicBezTo>
                <ns1:cubicBezTo>
                  <ns1:pt x="127" y="215"/>
                  <ns1:pt x="130" y="219"/>
                  <ns1:pt x="133" y="225"/>
                </ns1:cubicBezTo>
                <ns1:cubicBezTo>
                  <ns1:pt x="135" y="231"/>
                  <ns1:pt x="138" y="237"/>
                  <ns1:pt x="142" y="241"/>
                </ns1:cubicBezTo>
                <ns1:cubicBezTo>
                  <ns1:pt x="145" y="245"/>
                  <ns1:pt x="150" y="249"/>
                  <ns1:pt x="155" y="252"/>
                </ns1:cubicBezTo>
                <ns1:cubicBezTo>
                  <ns1:pt x="161" y="255"/>
                  <ns1:pt x="169" y="256"/>
                  <ns1:pt x="179" y="256"/>
                </ns1:cubicBezTo>
                <ns1:cubicBezTo>
                  <ns1:pt x="192" y="256"/>
                  <ns1:pt x="203" y="253"/>
                  <ns1:pt x="211" y="247"/>
                </ns1:cubicBezTo>
                <ns1:cubicBezTo>
                  <ns1:pt x="220" y="242"/>
                  <ns1:pt x="224" y="235"/>
                  <ns1:pt x="224" y="226"/>
                </ns1:cubicBezTo>
                <ns1:cubicBezTo>
                  <ns1:pt x="224" y="219"/>
                  <ns1:pt x="221" y="214"/>
                  <ns1:pt x="217" y="210"/>
                </ns1:cubicBezTo>
                <ns1:cubicBezTo>
                  <ns1:pt x="213" y="206"/>
                  <ns1:pt x="207" y="203"/>
                  <ns1:pt x="200" y="200"/>
                </ns1:cubicBezTo>
                <ns1:cubicBezTo>
                  <ns1:pt x="193" y="198"/>
                  <ns1:pt x="183" y="196"/>
                  <ns1:pt x="171" y="193"/>
                </ns1:cubicBezTo>
                <ns1:cubicBezTo>
                  <ns1:pt x="155" y="190"/>
                  <ns1:pt x="141" y="185"/>
                  <ns1:pt x="130" y="181"/>
                </ns1:cubicBezTo>
                <ns1:cubicBezTo>
                  <ns1:pt x="119" y="176"/>
                  <ns1:pt x="111" y="170"/>
                  <ns1:pt x="104" y="161"/>
                </ns1:cubicBezTo>
                <ns1:cubicBezTo>
                  <ns1:pt x="98" y="153"/>
                  <ns1:pt x="94" y="143"/>
                  <ns1:pt x="94" y="131"/>
                </ns1:cubicBezTo>
                <ns1:cubicBezTo>
                  <ns1:pt x="94" y="119"/>
                  <ns1:pt x="98" y="109"/>
                  <ns1:pt x="105" y="100"/>
                </ns1:cubicBezTo>
                <ns1:cubicBezTo>
                  <ns1:pt x="111" y="91"/>
                  <ns1:pt x="121" y="84"/>
                  <ns1:pt x="134" y="79"/>
                </ns1:cubicBezTo>
                <ns1:cubicBezTo>
                  <ns1:pt x="147" y="74"/>
                  <ns1:pt x="162" y="72"/>
                  <ns1:pt x="179" y="72"/>
                </ns1:cubicBezTo>
                <ns1:cubicBezTo>
                  <ns1:pt x="193" y="72"/>
                  <ns1:pt x="205" y="73"/>
                  <ns1:pt x="215" y="77"/>
                </ns1:cubicBezTo>
                <ns1:cubicBezTo>
                  <ns1:pt x="226" y="80"/>
                  <ns1:pt x="234" y="84"/>
                  <ns1:pt x="241" y="89"/>
                </ns1:cubicBezTo>
                <ns1:cubicBezTo>
                  <ns1:pt x="247" y="95"/>
                  <ns1:pt x="252" y="100"/>
                  <ns1:pt x="255" y="106"/>
                </ns1:cubicBezTo>
                <ns1:cubicBezTo>
                  <ns1:pt x="259" y="112"/>
                  <ns1:pt x="260" y="118"/>
                  <ns1:pt x="260" y="123"/>
                </ns1:cubicBezTo>
                <ns1:cubicBezTo>
                  <ns1:pt x="260" y="129"/>
                  <ns1:pt x="258" y="133"/>
                  <ns1:pt x="254" y="137"/>
                </ns1:cubicBezTo>
                <ns1:cubicBezTo>
                  <ns1:pt x="250" y="142"/>
                  <ns1:pt x="245" y="144"/>
                  <ns1:pt x="239" y="144"/>
                </ns1:cubicBezTo>
                <ns1:cubicBezTo>
                  <ns1:pt x="234" y="144"/>
                  <ns1:pt x="230" y="142"/>
                  <ns1:pt x="227" y="140"/>
                </ns1:cubicBezTo>
                <ns1:cubicBezTo>
                  <ns1:pt x="224" y="137"/>
                  <ns1:pt x="221" y="133"/>
                  <ns1:pt x="218" y="128"/>
                </ns1:cubicBezTo>
                <ns1:cubicBezTo>
                  <ns1:pt x="214" y="120"/>
                  <ns1:pt x="209" y="114"/>
                  <ns1:pt x="203" y="110"/>
                </ns1:cubicBezTo>
                <ns1:cubicBezTo>
                  <ns1:pt x="198" y="105"/>
                  <ns1:pt x="189" y="103"/>
                  <ns1:pt x="176" y="103"/>
                </ns1:cubicBezTo>
                <ns1:cubicBezTo>
                  <ns1:pt x="165" y="103"/>
                  <ns1:pt x="155" y="106"/>
                  <ns1:pt x="148" y="110"/>
                </ns1:cubicBezTo>
                <ns1:cubicBezTo>
                  <ns1:pt x="141" y="115"/>
                  <ns1:pt x="138" y="120"/>
                  <ns1:pt x="138" y="127"/>
                </ns1:cubicBezTo>
                <ns1:cubicBezTo>
                  <ns1:pt x="138" y="131"/>
                  <ns1:pt x="139" y="134"/>
                  <ns1:pt x="141" y="137"/>
                </ns1:cubicBezTo>
                <ns1:cubicBezTo>
                  <ns1:pt x="144" y="140"/>
                  <ns1:pt x="147" y="143"/>
                  <ns1:pt x="151" y="145"/>
                </ns1:cubicBezTo>
                <ns1:cubicBezTo>
                  <ns1:pt x="156" y="147"/>
                  <ns1:pt x="160" y="149"/>
                  <ns1:pt x="164" y="150"/>
                </ns1:cubicBezTo>
                <ns1:cubicBezTo>
                  <ns1:pt x="169" y="151"/>
                  <ns1:pt x="176" y="153"/>
                  <ns1:pt x="186" y="155"/>
                </ns1:cubicBezTo>
                <ns1:cubicBezTo>
                  <ns1:pt x="199" y="158"/>
                  <ns1:pt x="210" y="161"/>
                  <ns1:pt x="220" y="164"/>
                </ns1:cubicBezTo>
                <ns1:cubicBezTo>
                  <ns1:pt x="231" y="168"/>
                  <ns1:pt x="239" y="172"/>
                  <ns1:pt x="247" y="176"/>
                </ns1:cubicBezTo>
                <ns1:cubicBezTo>
                  <ns1:pt x="254" y="181"/>
                  <ns1:pt x="260" y="187"/>
                  <ns1:pt x="264" y="195"/>
                </ns1:cubicBezTo>
                <ns1:cubicBezTo>
                  <ns1:pt x="268" y="202"/>
                  <ns1:pt x="270" y="211"/>
                  <ns1:pt x="270" y="222"/>
                </ns1:cubicBezTo>
                <ns1:cubicBezTo>
                  <ns1:pt x="270" y="234"/>
                  <ns1:pt x="266" y="246"/>
                  <ns1:pt x="259" y="256"/>
                </ns1:cubicBezTo>
                <ns1:close/>
              </ns1:path>
            </ns1:pathLst>
          </ns1:custGeom>
          <ns1:solidFill>
            <ns1:schemeClr val="tx1"/>
          </ns1:solidFill>
          <ns1:ln>
            <ns1:noFill/>
          </ns1:ln>
        </ns0:spPr>
        <ns0:txBody>
          <ns1:bodyPr vert="horz" wrap="square" lIns="91440" tIns="45720" rIns="91440" bIns="45720" numCol="1" anchor="t" anchorCtr="0" compatLnSpc="1">
            <ns1:prstTxWarp prst="textNoShape">
              <ns1:avLst/>
            </ns1:prstTxWarp>
          </ns1:bodyPr>
          <ns1:lstStyle/>
          <ns1:p>
            <ns1:endParaRPr lang="id-ID" sz="2700"/>
          </ns1:p>
        </ns0:txBody>
      </ns0:sp>
    </ns0:spTree>
    <ns0:extLst>
      <ns0:ext uri="{BB962C8B-B14F-4D97-AF65-F5344CB8AC3E}">
        <ns3:creationId val="2605469774"/>
      </ns0:ext>
    </ns0:extLst>
  </ns0:cSld>
  <ns0:clrMapOvr>
    <ns1:masterClrMapping/>
  </ns0:clrMapOvr>
</ns0:sld>
</file>

<file path=ppt/slides/slide36.xml><?xml version="1.0" encoding="utf-8"?>
<ns0:sld xmlns:ns0="http://schemas.openxmlformats.org/presentationml/2006/main" xmlns:ns1="http://schemas.openxmlformats.org/drawingml/2006/main" xmlns:ns2="http://schemas.microsoft.com/office/drawing/2010/main" xmlns:ns3="http://schemas.microsoft.com/office/powerpoint/2010/main">
  <ns0:cSld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55" name="Freeform 53"/>
          <ns0:cNvSpPr>
            <ns1:spLocks/>
          </ns0:cNvSpPr>
          <ns0:nvPr/>
        </ns0:nvSpPr>
        <ns0:spPr bwMode="auto">
          <ns1:xfrm>
            <ns1:off x="1058864" y="631827"/>
            <ns1:ext cx="379413" cy="385763"/>
          </ns1:xfrm>
          <ns1:custGeom>
            <ns1:avLst/>
            <ns1:gdLst>
              <ns1:gd name="T0" fmla="*/ 98 w 101"/>
              <ns1:gd name="T1" fmla="*/ 8 h 103"/>
              <ns1:gd name="T2" fmla="*/ 59 w 101"/>
              <ns1:gd name="T3" fmla="*/ 48 h 103"/>
              <ns1:gd name="T4" fmla="*/ 59 w 101"/>
              <ns1:gd name="T5" fmla="*/ 95 h 103"/>
              <ns1:gd name="T6" fmla="*/ 79 w 101"/>
              <ns1:gd name="T7" fmla="*/ 95 h 103"/>
              <ns1:gd name="T8" fmla="*/ 83 w 101"/>
              <ns1:gd name="T9" fmla="*/ 99 h 103"/>
              <ns1:gd name="T10" fmla="*/ 79 w 101"/>
              <ns1:gd name="T11" fmla="*/ 103 h 103"/>
              <ns1:gd name="T12" fmla="*/ 23 w 101"/>
              <ns1:gd name="T13" fmla="*/ 103 h 103"/>
              <ns1:gd name="T14" fmla="*/ 19 w 101"/>
              <ns1:gd name="T15" fmla="*/ 99 h 103"/>
              <ns1:gd name="T16" fmla="*/ 23 w 101"/>
              <ns1:gd name="T17" fmla="*/ 95 h 103"/>
              <ns1:gd name="T18" fmla="*/ 43 w 101"/>
              <ns1:gd name="T19" fmla="*/ 95 h 103"/>
              <ns1:gd name="T20" fmla="*/ 43 w 101"/>
              <ns1:gd name="T21" fmla="*/ 48 h 103"/>
              <ns1:gd name="T22" fmla="*/ 3 w 101"/>
              <ns1:gd name="T23" fmla="*/ 8 h 103"/>
              <ns1:gd name="T24" fmla="*/ 0 w 101"/>
              <ns1:gd name="T25" fmla="*/ 3 h 103"/>
              <ns1:gd name="T26" fmla="*/ 7 w 101"/>
              <ns1:gd name="T27" fmla="*/ 0 h 103"/>
              <ns1:gd name="T28" fmla="*/ 95 w 101"/>
              <ns1:gd name="T29" fmla="*/ 0 h 103"/>
              <ns1:gd name="T30" fmla="*/ 101 w 101"/>
              <ns1:gd name="T31" fmla="*/ 3 h 103"/>
              <ns1:gd name="T32" fmla="*/ 98 w 101"/>
              <ns1:gd name="T33" fmla="*/ 8 h 103"/>
            </ns1:gdLst>
            <ns1:ahLst/>
            <ns1:cxnLst>
              <ns1:cxn ang="0">
                <ns1:pos x="T0" y="T1"/>
              </ns1:cxn>
              <ns1:cxn ang="0">
                <ns1:pos x="T2" y="T3"/>
              </ns1:cxn>
              <ns1:cxn ang="0">
                <ns1:pos x="T4" y="T5"/>
              </ns1:cxn>
              <ns1:cxn ang="0">
                <ns1:pos x="T6" y="T7"/>
              </ns1:cxn>
              <ns1:cxn ang="0">
                <ns1:pos x="T8" y="T9"/>
              </ns1:cxn>
              <ns1:cxn ang="0">
                <ns1:pos x="T10" y="T11"/>
              </ns1:cxn>
              <ns1:cxn ang="0">
                <ns1:pos x="T12" y="T13"/>
              </ns1:cxn>
              <ns1:cxn ang="0">
                <ns1:pos x="T14" y="T15"/>
              </ns1:cxn>
              <ns1:cxn ang="0">
                <ns1:pos x="T16" y="T17"/>
              </ns1:cxn>
              <ns1:cxn ang="0">
                <ns1:pos x="T18" y="T19"/>
              </ns1:cxn>
              <ns1:cxn ang="0">
                <ns1:pos x="T20" y="T21"/>
              </ns1:cxn>
              <ns1:cxn ang="0">
                <ns1:pos x="T22" y="T23"/>
              </ns1:cxn>
              <ns1:cxn ang="0">
                <ns1:pos x="T24" y="T25"/>
              </ns1:cxn>
              <ns1:cxn ang="0">
                <ns1:pos x="T26" y="T27"/>
              </ns1:cxn>
              <ns1:cxn ang="0">
                <ns1:pos x="T28" y="T29"/>
              </ns1:cxn>
              <ns1:cxn ang="0">
                <ns1:pos x="T30" y="T31"/>
              </ns1:cxn>
              <ns1:cxn ang="0">
                <ns1:pos x="T32" y="T33"/>
              </ns1:cxn>
            </ns1:cxnLst>
            <ns1:rect l="0" t="0" r="r" b="b"/>
            <ns1:pathLst>
              <ns1:path w="101" h="103">
                <ns1:moveTo>
                  <ns1:pt x="98" y="8"/>
                </ns1:moveTo>
                <ns1:cubicBezTo>
                  <ns1:pt x="59" y="48"/>
                  <ns1:pt x="59" y="48"/>
                  <ns1:pt x="59" y="48"/>
                </ns1:cubicBezTo>
                <ns1:cubicBezTo>
                  <ns1:pt x="59" y="95"/>
                  <ns1:pt x="59" y="95"/>
                  <ns1:pt x="59" y="95"/>
                </ns1:cubicBezTo>
                <ns1:cubicBezTo>
                  <ns1:pt x="79" y="95"/>
                  <ns1:pt x="79" y="95"/>
                  <ns1:pt x="79" y="95"/>
                </ns1:cubicBezTo>
                <ns1:cubicBezTo>
                  <ns1:pt x="81" y="95"/>
                  <ns1:pt x="83" y="97"/>
                  <ns1:pt x="83" y="99"/>
                </ns1:cubicBezTo>
                <ns1:cubicBezTo>
                  <ns1:pt x="83" y="102"/>
                  <ns1:pt x="81" y="103"/>
                  <ns1:pt x="79" y="103"/>
                </ns1:cubicBezTo>
                <ns1:cubicBezTo>
                  <ns1:pt x="23" y="103"/>
                  <ns1:pt x="23" y="103"/>
                  <ns1:pt x="23" y="103"/>
                </ns1:cubicBezTo>
                <ns1:cubicBezTo>
                  <ns1:pt x="20" y="103"/>
                  <ns1:pt x="19" y="102"/>
                  <ns1:pt x="19" y="99"/>
                </ns1:cubicBezTo>
                <ns1:cubicBezTo>
                  <ns1:pt x="19" y="97"/>
                  <ns1:pt x="20" y="95"/>
                  <ns1:pt x="23" y="95"/>
                </ns1:cubicBezTo>
                <ns1:cubicBezTo>
                  <ns1:pt x="43" y="95"/>
                  <ns1:pt x="43" y="95"/>
                  <ns1:pt x="43" y="95"/>
                </ns1:cubicBezTo>
                <ns1:cubicBezTo>
                  <ns1:pt x="43" y="48"/>
                  <ns1:pt x="43" y="48"/>
                  <ns1:pt x="43" y="48"/>
                </ns1:cubicBezTo>
                <ns1:cubicBezTo>
                  <ns1:pt x="3" y="8"/>
                  <ns1:pt x="3" y="8"/>
                  <ns1:pt x="3" y="8"/>
                </ns1:cubicBezTo>
                <ns1:cubicBezTo>
                  <ns1:pt x="2" y="7"/>
                  <ns1:pt x="0" y="5"/>
                  <ns1:pt x="0" y="3"/>
                </ns1:cubicBezTo>
                <ns1:cubicBezTo>
                  <ns1:pt x="0" y="0"/>
                  <ns1:pt x="4" y="0"/>
                  <ns1:pt x="7" y="0"/>
                </ns1:cubicBezTo>
                <ns1:cubicBezTo>
                  <ns1:pt x="95" y="0"/>
                  <ns1:pt x="95" y="0"/>
                  <ns1:pt x="95" y="0"/>
                </ns1:cubicBezTo>
                <ns1:cubicBezTo>
                  <ns1:pt x="97" y="0"/>
                  <ns1:pt x="101" y="0"/>
                  <ns1:pt x="101" y="3"/>
                </ns1:cubicBezTo>
                <ns1:cubicBezTo>
                  <ns1:pt x="101" y="5"/>
                  <ns1:pt x="99" y="7"/>
                  <ns1:pt x="98" y="8"/>
                </ns1:cubicBezTo>
                <ns1:close/>
              </ns1:path>
            </ns1:pathLst>
          </ns1:custGeom>
          <ns1:solidFill>
            <ns1:srgbClr val="010101"/>
          </ns1:solidFill>
          <ns1:ln>
            <ns1:noFill/>
          </ns1:ln>
          <ns1:extLst>
            <ns1:ext uri="{91240B29-F687-4F45-9708-019B960494DF}">
              <ns2:hiddenLine w="9525">
                <ns1:solidFill>
                  <ns1:srgbClr val="000000"/>
                </ns1:solidFill>
                <ns1:round/>
                <ns1:headEnd/>
                <ns1:tailEnd/>
              </ns2:hiddenLine>
            </ns1:ext>
          </ns1:extLst>
        </ns0:spPr>
        <ns0:txBody>
          <ns1:bodyPr vert="horz" wrap="square" lIns="91440" tIns="45720" rIns="91440" bIns="45720" numCol="1" anchor="t" anchorCtr="0" compatLnSpc="1">
            <ns1:prstTxWarp prst="textNoShape">
              <ns1:avLst/>
            </ns1:prstTxWarp>
          </ns1:bodyPr>
          <ns1:lstStyle/>
          <ns1:p>
            <ns1:endParaRPr lang="en-US" sz="2700"/>
          </ns1:p>
        </ns0:txBody>
      </ns0:sp>
      <ns0:sp>
        <ns0:nvSpPr>
          <ns0:cNvPr id="56" name="Freeform 54"/>
          <ns0:cNvSpPr>
            <ns1:spLocks/>
          </ns0:cNvSpPr>
          <ns0:nvPr/>
        </ns0:nvSpPr>
        <ns0:spPr bwMode="auto">
          <ns1:xfrm>
            <ns1:off x="1716089" y="631827"/>
            <ns1:ext cx="360363" cy="385763"/>
          </ns1:xfrm>
          <ns1:custGeom>
            <ns1:avLst/>
            <ns1:gdLst>
              <ns1:gd name="T0" fmla="*/ 96 w 96"/>
              <ns1:gd name="T1" fmla="*/ 75 h 103"/>
              <ns1:gd name="T2" fmla="*/ 76 w 96"/>
              <ns1:gd name="T3" fmla="*/ 87 h 103"/>
              <ns1:gd name="T4" fmla="*/ 56 w 96"/>
              <ns1:gd name="T5" fmla="*/ 75 h 103"/>
              <ns1:gd name="T6" fmla="*/ 76 w 96"/>
              <ns1:gd name="T7" fmla="*/ 63 h 103"/>
              <ns1:gd name="T8" fmla="*/ 88 w 96"/>
              <ns1:gd name="T9" fmla="*/ 66 h 103"/>
              <ns1:gd name="T10" fmla="*/ 88 w 96"/>
              <ns1:gd name="T11" fmla="*/ 32 h 103"/>
              <ns1:gd name="T12" fmla="*/ 40 w 96"/>
              <ns1:gd name="T13" fmla="*/ 47 h 103"/>
              <ns1:gd name="T14" fmla="*/ 40 w 96"/>
              <ns1:gd name="T15" fmla="*/ 91 h 103"/>
              <ns1:gd name="T16" fmla="*/ 20 w 96"/>
              <ns1:gd name="T17" fmla="*/ 103 h 103"/>
              <ns1:gd name="T18" fmla="*/ 0 w 96"/>
              <ns1:gd name="T19" fmla="*/ 91 h 103"/>
              <ns1:gd name="T20" fmla="*/ 20 w 96"/>
              <ns1:gd name="T21" fmla="*/ 79 h 103"/>
              <ns1:gd name="T22" fmla="*/ 32 w 96"/>
              <ns1:gd name="T23" fmla="*/ 82 h 103"/>
              <ns1:gd name="T24" fmla="*/ 32 w 96"/>
              <ns1:gd name="T25" fmla="*/ 22 h 103"/>
              <ns1:gd name="T26" fmla="*/ 36 w 96"/>
              <ns1:gd name="T27" fmla="*/ 16 h 103"/>
              <ns1:gd name="T28" fmla="*/ 88 w 96"/>
              <ns1:gd name="T29" fmla="*/ 0 h 103"/>
              <ns1:gd name="T30" fmla="*/ 90 w 96"/>
              <ns1:gd name="T31" fmla="*/ 0 h 103"/>
              <ns1:gd name="T32" fmla="*/ 96 w 96"/>
              <ns1:gd name="T33" fmla="*/ 6 h 103"/>
              <ns1:gd name="T34" fmla="*/ 96 w 96"/>
              <ns1:gd name="T35" fmla="*/ 75 h 103"/>
            </ns1:gdLst>
            <ns1:ahLst/>
            <ns1:cxnLst>
              <ns1:cxn ang="0">
                <ns1:pos x="T0" y="T1"/>
              </ns1:cxn>
              <ns1:cxn ang="0">
                <ns1:pos x="T2" y="T3"/>
              </ns1:cxn>
              <ns1:cxn ang="0">
                <ns1:pos x="T4" y="T5"/>
              </ns1:cxn>
              <ns1:cxn ang="0">
                <ns1:pos x="T6" y="T7"/>
              </ns1:cxn>
              <ns1:cxn ang="0">
                <ns1:pos x="T8" y="T9"/>
              </ns1:cxn>
              <ns1:cxn ang="0">
                <ns1:pos x="T10" y="T11"/>
              </ns1:cxn>
              <ns1:cxn ang="0">
                <ns1:pos x="T12" y="T13"/>
              </ns1:cxn>
              <ns1:cxn ang="0">
                <ns1:pos x="T14" y="T15"/>
              </ns1:cxn>
              <ns1:cxn ang="0">
                <ns1:pos x="T16" y="T17"/>
              </ns1:cxn>
              <ns1:cxn ang="0">
                <ns1:pos x="T18" y="T19"/>
              </ns1:cxn>
              <ns1:cxn ang="0">
                <ns1:pos x="T20" y="T21"/>
              </ns1:cxn>
              <ns1:cxn ang="0">
                <ns1:pos x="T22" y="T23"/>
              </ns1:cxn>
              <ns1:cxn ang="0">
                <ns1:pos x="T24" y="T25"/>
              </ns1:cxn>
              <ns1:cxn ang="0">
                <ns1:pos x="T26" y="T27"/>
              </ns1:cxn>
              <ns1:cxn ang="0">
                <ns1:pos x="T28" y="T29"/>
              </ns1:cxn>
              <ns1:cxn ang="0">
                <ns1:pos x="T30" y="T31"/>
              </ns1:cxn>
              <ns1:cxn ang="0">
                <ns1:pos x="T32" y="T33"/>
              </ns1:cxn>
              <ns1:cxn ang="0">
                <ns1:pos x="T34" y="T35"/>
              </ns1:cxn>
            </ns1:cxnLst>
            <ns1:rect l="0" t="0" r="r" b="b"/>
            <ns1:pathLst>
              <ns1:path w="96" h="103">
                <ns1:moveTo>
                  <ns1:pt x="96" y="75"/>
                </ns1:moveTo>
                <ns1:cubicBezTo>
                  <ns1:pt x="96" y="84"/>
                  <ns1:pt x="82" y="87"/>
                  <ns1:pt x="76" y="87"/>
                </ns1:cubicBezTo>
                <ns1:cubicBezTo>
                  <ns1:pt x="69" y="87"/>
                  <ns1:pt x="56" y="84"/>
                  <ns1:pt x="56" y="75"/>
                </ns1:cubicBezTo>
                <ns1:cubicBezTo>
                  <ns1:pt x="56" y="67"/>
                  <ns1:pt x="69" y="63"/>
                  <ns1:pt x="76" y="63"/>
                </ns1:cubicBezTo>
                <ns1:cubicBezTo>
                  <ns1:pt x="80" y="63"/>
                  <ns1:pt x="84" y="64"/>
                  <ns1:pt x="88" y="66"/>
                </ns1:cubicBezTo>
                <ns1:cubicBezTo>
                  <ns1:pt x="88" y="32"/>
                  <ns1:pt x="88" y="32"/>
                  <ns1:pt x="88" y="32"/>
                </ns1:cubicBezTo>
                <ns1:cubicBezTo>
                  <ns1:pt x="40" y="47"/>
                  <ns1:pt x="40" y="47"/>
                  <ns1:pt x="40" y="47"/>
                </ns1:cubicBezTo>
                <ns1:cubicBezTo>
                  <ns1:pt x="40" y="91"/>
                  <ns1:pt x="40" y="91"/>
                  <ns1:pt x="40" y="91"/>
                </ns1:cubicBezTo>
                <ns1:cubicBezTo>
                  <ns1:pt x="40" y="100"/>
                  <ns1:pt x="26" y="103"/>
                  <ns1:pt x="20" y="103"/>
                </ns1:cubicBezTo>
                <ns1:cubicBezTo>
                  <ns1:pt x="13" y="103"/>
                  <ns1:pt x="0" y="100"/>
                  <ns1:pt x="0" y="91"/>
                </ns1:cubicBezTo>
                <ns1:cubicBezTo>
                  <ns1:pt x="0" y="83"/>
                  <ns1:pt x="13" y="79"/>
                  <ns1:pt x="20" y="79"/>
                </ns1:cubicBezTo>
                <ns1:cubicBezTo>
                  <ns1:pt x="24" y="79"/>
                  <ns1:pt x="28" y="80"/>
                  <ns1:pt x="32" y="82"/>
                </ns1:cubicBezTo>
                <ns1:cubicBezTo>
                  <ns1:pt x="32" y="22"/>
                  <ns1:pt x="32" y="22"/>
                  <ns1:pt x="32" y="22"/>
                </ns1:cubicBezTo>
                <ns1:cubicBezTo>
                  <ns1:pt x="32" y="19"/>
                  <ns1:pt x="33" y="17"/>
                  <ns1:pt x="36" y="16"/>
                </ns1:cubicBezTo>
                <ns1:cubicBezTo>
                  <ns1:pt x="88" y="0"/>
                  <ns1:pt x="88" y="0"/>
                  <ns1:pt x="88" y="0"/>
                </ns1:cubicBezTo>
                <ns1:cubicBezTo>
                  <ns1:pt x="88" y="0"/>
                  <ns1:pt x="89" y="0"/>
                  <ns1:pt x="90" y="0"/>
                </ns1:cubicBezTo>
                <ns1:cubicBezTo>
                  <ns1:pt x="93" y="0"/>
                  <ns1:pt x="96" y="2"/>
                  <ns1:pt x="96" y="6"/>
                </ns1:cubicBezTo>
                <ns1:lnTo>
                  <ns1:pt x="96" y="75"/>
                </ns1:lnTo>
                <ns1:close/>
              </ns1:path>
            </ns1:pathLst>
          </ns1:custGeom>
          <ns1:solidFill>
            <ns1:srgbClr val="010101"/>
          </ns1:solidFill>
          <ns1:ln>
            <ns1:noFill/>
          </ns1:ln>
          <ns1:extLst>
            <ns1:ext uri="{91240B29-F687-4F45-9708-019B960494DF}">
              <ns2:hiddenLine w="9525">
                <ns1:solidFill>
                  <ns1:srgbClr val="000000"/>
                </ns1:solidFill>
                <ns1:round/>
                <ns1:headEnd/>
                <ns1:tailEnd/>
              </ns2:hiddenLine>
            </ns1:ext>
          </ns1:extLst>
        </ns0:spPr>
        <ns0:txBody>
          <ns1:bodyPr vert="horz" wrap="square" lIns="91440" tIns="45720" rIns="91440" bIns="45720" numCol="1" anchor="t" anchorCtr="0" compatLnSpc="1">
            <ns1:prstTxWarp prst="textNoShape">
              <ns1:avLst/>
            </ns1:prstTxWarp>
          </ns1:bodyPr>
          <ns1:lstStyle/>
          <ns1:p>
            <ns1:endParaRPr lang="en-US" sz="2700"/>
          </ns1:p>
        </ns0:txBody>
      </ns0:sp>
      <ns0:sp>
        <ns0:nvSpPr>
          <ns0:cNvPr id="57" name="Freeform 55"/>
          <ns0:cNvSpPr>
            <ns1:spLocks noEditPoints="1"/>
          </ns0:cNvSpPr>
          <ns0:nvPr/>
        </ns0:nvSpPr>
        <ns0:spPr bwMode="auto">
          <ns1:xfrm>
            <ns1:off x="2346327" y="631827"/>
            <ns1:ext cx="390525" cy="385763"/>
          </ns1:xfrm>
          <ns1:custGeom>
            <ns1:avLst/>
            <ns1:gdLst>
              <ns1:gd name="T0" fmla="*/ 96 w 104"/>
              <ns1:gd name="T1" fmla="*/ 103 h 103"/>
              <ns1:gd name="T2" fmla="*/ 90 w 104"/>
              <ns1:gd name="T3" fmla="*/ 101 h 103"/>
              <ns1:gd name="T4" fmla="*/ 69 w 104"/>
              <ns1:gd name="T5" fmla="*/ 80 h 103"/>
              <ns1:gd name="T6" fmla="*/ 44 w 104"/>
              <ns1:gd name="T7" fmla="*/ 87 h 103"/>
              <ns1:gd name="T8" fmla="*/ 0 w 104"/>
              <ns1:gd name="T9" fmla="*/ 44 h 103"/>
              <ns1:gd name="T10" fmla="*/ 44 w 104"/>
              <ns1:gd name="T11" fmla="*/ 0 h 103"/>
              <ns1:gd name="T12" fmla="*/ 88 w 104"/>
              <ns1:gd name="T13" fmla="*/ 44 h 103"/>
              <ns1:gd name="T14" fmla="*/ 80 w 104"/>
              <ns1:gd name="T15" fmla="*/ 68 h 103"/>
              <ns1:gd name="T16" fmla="*/ 101 w 104"/>
              <ns1:gd name="T17" fmla="*/ 90 h 103"/>
              <ns1:gd name="T18" fmla="*/ 104 w 104"/>
              <ns1:gd name="T19" fmla="*/ 95 h 103"/>
              <ns1:gd name="T20" fmla="*/ 96 w 104"/>
              <ns1:gd name="T21" fmla="*/ 103 h 103"/>
              <ns1:gd name="T22" fmla="*/ 44 w 104"/>
              <ns1:gd name="T23" fmla="*/ 16 h 103"/>
              <ns1:gd name="T24" fmla="*/ 16 w 104"/>
              <ns1:gd name="T25" fmla="*/ 44 h 103"/>
              <ns1:gd name="T26" fmla="*/ 44 w 104"/>
              <ns1:gd name="T27" fmla="*/ 71 h 103"/>
              <ns1:gd name="T28" fmla="*/ 72 w 104"/>
              <ns1:gd name="T29" fmla="*/ 44 h 103"/>
              <ns1:gd name="T30" fmla="*/ 44 w 104"/>
              <ns1:gd name="T31" fmla="*/ 16 h 103"/>
            </ns1:gdLst>
            <ns1:ahLst/>
            <ns1:cxnLst>
              <ns1:cxn ang="0">
                <ns1:pos x="T0" y="T1"/>
              </ns1:cxn>
              <ns1:cxn ang="0">
                <ns1:pos x="T2" y="T3"/>
              </ns1:cxn>
              <ns1:cxn ang="0">
                <ns1:pos x="T4" y="T5"/>
              </ns1:cxn>
              <ns1:cxn ang="0">
                <ns1:pos x="T6" y="T7"/>
              </ns1:cxn>
              <ns1:cxn ang="0">
                <ns1:pos x="T8" y="T9"/>
              </ns1:cxn>
              <ns1:cxn ang="0">
                <ns1:pos x="T10" y="T11"/>
              </ns1:cxn>
              <ns1:cxn ang="0">
                <ns1:pos x="T12" y="T13"/>
              </ns1:cxn>
              <ns1:cxn ang="0">
                <ns1:pos x="T14" y="T15"/>
              </ns1:cxn>
              <ns1:cxn ang="0">
                <ns1:pos x="T16" y="T17"/>
              </ns1:cxn>
              <ns1:cxn ang="0">
                <ns1:pos x="T18" y="T19"/>
              </ns1:cxn>
              <ns1:cxn ang="0">
                <ns1:pos x="T20" y="T21"/>
              </ns1:cxn>
              <ns1:cxn ang="0">
                <ns1:pos x="T22" y="T23"/>
              </ns1:cxn>
              <ns1:cxn ang="0">
                <ns1:pos x="T24" y="T25"/>
              </ns1:cxn>
              <ns1:cxn ang="0">
                <ns1:pos x="T26" y="T27"/>
              </ns1:cxn>
              <ns1:cxn ang="0">
                <ns1:pos x="T28" y="T29"/>
              </ns1:cxn>
              <ns1:cxn ang="0">
                <ns1:pos x="T30" y="T31"/>
              </ns1:cxn>
            </ns1:cxnLst>
            <ns1:rect l="0" t="0" r="r" b="b"/>
            <ns1:pathLst>
              <ns1:path w="104" h="103">
                <ns1:moveTo>
                  <ns1:pt x="96" y="103"/>
                </ns1:moveTo>
                <ns1:cubicBezTo>
                  <ns1:pt x="94" y="103"/>
                  <ns1:pt x="92" y="103"/>
                  <ns1:pt x="90" y="101"/>
                </ns1:cubicBezTo>
                <ns1:cubicBezTo>
                  <ns1:pt x="69" y="80"/>
                  <ns1:pt x="69" y="80"/>
                  <ns1:pt x="69" y="80"/>
                </ns1:cubicBezTo>
                <ns1:cubicBezTo>
                  <ns1:pt x="61" y="85"/>
                  <ns1:pt x="53" y="87"/>
                  <ns1:pt x="44" y="87"/>
                </ns1:cubicBezTo>
                <ns1:cubicBezTo>
                  <ns1:pt x="20" y="87"/>
                  <ns1:pt x="0" y="68"/>
                  <ns1:pt x="0" y="44"/>
                </ns1:cubicBezTo>
                <ns1:cubicBezTo>
                  <ns1:pt x="0" y="19"/>
                  <ns1:pt x="20" y="0"/>
                  <ns1:pt x="44" y="0"/>
                </ns1:cubicBezTo>
                <ns1:cubicBezTo>
                  <ns1:pt x="68" y="0"/>
                  <ns1:pt x="88" y="19"/>
                  <ns1:pt x="88" y="44"/>
                </ns1:cubicBezTo>
                <ns1:cubicBezTo>
                  <ns1:pt x="88" y="52"/>
                  <ns1:pt x="85" y="61"/>
                  <ns1:pt x="80" y="68"/>
                </ns1:cubicBezTo>
                <ns1:cubicBezTo>
                  <ns1:pt x="101" y="90"/>
                  <ns1:pt x="101" y="90"/>
                  <ns1:pt x="101" y="90"/>
                </ns1:cubicBezTo>
                <ns1:cubicBezTo>
                  <ns1:pt x="103" y="91"/>
                  <ns1:pt x="104" y="93"/>
                  <ns1:pt x="104" y="95"/>
                </ns1:cubicBezTo>
                <ns1:cubicBezTo>
                  <ns1:pt x="104" y="100"/>
                  <ns1:pt x="100" y="103"/>
                  <ns1:pt x="96" y="103"/>
                </ns1:cubicBezTo>
                <ns1:close/>
                <ns1:moveTo>
                  <ns1:pt x="44" y="16"/>
                </ns1:moveTo>
                <ns1:cubicBezTo>
                  <ns1:pt x="28" y="16"/>
                  <ns1:pt x="16" y="28"/>
                  <ns1:pt x="16" y="44"/>
                </ns1:cubicBezTo>
                <ns1:cubicBezTo>
                  <ns1:pt x="16" y="59"/>
                  <ns1:pt x="28" y="71"/>
                  <ns1:pt x="44" y="71"/>
                </ns1:cubicBezTo>
                <ns1:cubicBezTo>
                  <ns1:pt x="59" y="71"/>
                  <ns1:pt x="72" y="59"/>
                  <ns1:pt x="72" y="44"/>
                </ns1:cubicBezTo>
                <ns1:cubicBezTo>
                  <ns1:pt x="72" y="28"/>
                  <ns1:pt x="59" y="16"/>
                  <ns1:pt x="44" y="16"/>
                </ns1:cubicBezTo>
                <ns1:close/>
              </ns1:path>
            </ns1:pathLst>
          </ns1:custGeom>
          <ns1:solidFill>
            <ns1:srgbClr val="010101"/>
          </ns1:solidFill>
          <ns1:ln>
            <ns1:noFill/>
          </ns1:ln>
          <ns1:extLst>
            <ns1:ext uri="{91240B29-F687-4F45-9708-019B960494DF}">
              <ns2:hiddenLine w="9525">
                <ns1:solidFill>
                  <ns1:srgbClr val="000000"/>
                </ns1:solidFill>
                <ns1:round/>
                <ns1:headEnd/>
                <ns1:tailEnd/>
              </ns2:hiddenLine>
            </ns1:ext>
          </ns1:extLst>
        </ns0:spPr>
        <ns0:txBody>
          <ns1:bodyPr vert="horz" wrap="square" lIns="91440" tIns="45720" rIns="91440" bIns="45720" numCol="1" anchor="t" anchorCtr="0" compatLnSpc="1">
            <ns1:prstTxWarp prst="textNoShape">
              <ns1:avLst/>
            </ns1:prstTxWarp>
          </ns1:bodyPr>
          <ns1:lstStyle/>
          <ns1:p>
            <ns1:endParaRPr lang="en-US" sz="2700"/>
          </ns1:p>
        </ns0:txBody>
      </ns0:sp>
      <ns0:sp>
        <ns0:nvSpPr>
          <ns0:cNvPr id="58" name="Freeform 56"/>
          <ns0:cNvSpPr>
            <ns1:spLocks noEditPoints="1"/>
          </ns0:cNvSpPr>
          <ns0:nvPr/>
        </ns0:nvSpPr>
        <ns0:spPr bwMode="auto">
          <ns1:xfrm>
            <ns1:off x="2973388" y="660402"/>
            <ns1:ext cx="420688" cy="327025"/>
          </ns1:xfrm>
          <ns1:custGeom>
            <ns1:avLst/>
            <ns1:gdLst>
              <ns1:gd name="T0" fmla="*/ 112 w 112"/>
              <ns1:gd name="T1" fmla="*/ 77 h 87"/>
              <ns1:gd name="T2" fmla="*/ 102 w 112"/>
              <ns1:gd name="T3" fmla="*/ 87 h 87"/>
              <ns1:gd name="T4" fmla="*/ 10 w 112"/>
              <ns1:gd name="T5" fmla="*/ 87 h 87"/>
              <ns1:gd name="T6" fmla="*/ 0 w 112"/>
              <ns1:gd name="T7" fmla="*/ 77 h 87"/>
              <ns1:gd name="T8" fmla="*/ 0 w 112"/>
              <ns1:gd name="T9" fmla="*/ 10 h 87"/>
              <ns1:gd name="T10" fmla="*/ 10 w 112"/>
              <ns1:gd name="T11" fmla="*/ 0 h 87"/>
              <ns1:gd name="T12" fmla="*/ 102 w 112"/>
              <ns1:gd name="T13" fmla="*/ 0 h 87"/>
              <ns1:gd name="T14" fmla="*/ 112 w 112"/>
              <ns1:gd name="T15" fmla="*/ 10 h 87"/>
              <ns1:gd name="T16" fmla="*/ 112 w 112"/>
              <ns1:gd name="T17" fmla="*/ 77 h 87"/>
              <ns1:gd name="T18" fmla="*/ 102 w 112"/>
              <ns1:gd name="T19" fmla="*/ 8 h 87"/>
              <ns1:gd name="T20" fmla="*/ 10 w 112"/>
              <ns1:gd name="T21" fmla="*/ 8 h 87"/>
              <ns1:gd name="T22" fmla="*/ 8 w 112"/>
              <ns1:gd name="T23" fmla="*/ 10 h 87"/>
              <ns1:gd name="T24" fmla="*/ 18 w 112"/>
              <ns1:gd name="T25" fmla="*/ 27 h 87"/>
              <ns1:gd name="T26" fmla="*/ 43 w 112"/>
              <ns1:gd name="T27" fmla="*/ 47 h 87"/>
              <ns1:gd name="T28" fmla="*/ 56 w 112"/>
              <ns1:gd name="T29" fmla="*/ 55 h 87"/>
              <ns1:gd name="T30" fmla="*/ 56 w 112"/>
              <ns1:gd name="T31" fmla="*/ 55 h 87"/>
              <ns1:gd name="T32" fmla="*/ 56 w 112"/>
              <ns1:gd name="T33" fmla="*/ 55 h 87"/>
              <ns1:gd name="T34" fmla="*/ 70 w 112"/>
              <ns1:gd name="T35" fmla="*/ 47 h 87"/>
              <ns1:gd name="T36" fmla="*/ 95 w 112"/>
              <ns1:gd name="T37" fmla="*/ 27 h 87"/>
              <ns1:gd name="T38" fmla="*/ 104 w 112"/>
              <ns1:gd name="T39" fmla="*/ 12 h 87"/>
              <ns1:gd name="T40" fmla="*/ 102 w 112"/>
              <ns1:gd name="T41" fmla="*/ 8 h 87"/>
              <ns1:gd name="T42" fmla="*/ 104 w 112"/>
              <ns1:gd name="T43" fmla="*/ 30 h 87"/>
              <ns1:gd name="T44" fmla="*/ 100 w 112"/>
              <ns1:gd name="T45" fmla="*/ 34 h 87"/>
              <ns1:gd name="T46" fmla="*/ 73 w 112"/>
              <ns1:gd name="T47" fmla="*/ 55 h 87"/>
              <ns1:gd name="T48" fmla="*/ 56 w 112"/>
              <ns1:gd name="T49" fmla="*/ 63 h 87"/>
              <ns1:gd name="T50" fmla="*/ 56 w 112"/>
              <ns1:gd name="T51" fmla="*/ 63 h 87"/>
              <ns1:gd name="T52" fmla="*/ 56 w 112"/>
              <ns1:gd name="T53" fmla="*/ 63 h 87"/>
              <ns1:gd name="T54" fmla="*/ 39 w 112"/>
              <ns1:gd name="T55" fmla="*/ 55 h 87"/>
              <ns1:gd name="T56" fmla="*/ 13 w 112"/>
              <ns1:gd name="T57" fmla="*/ 34 h 87"/>
              <ns1:gd name="T58" fmla="*/ 8 w 112"/>
              <ns1:gd name="T59" fmla="*/ 30 h 87"/>
              <ns1:gd name="T60" fmla="*/ 8 w 112"/>
              <ns1:gd name="T61" fmla="*/ 77 h 87"/>
              <ns1:gd name="T62" fmla="*/ 10 w 112"/>
              <ns1:gd name="T63" fmla="*/ 79 h 87"/>
              <ns1:gd name="T64" fmla="*/ 102 w 112"/>
              <ns1:gd name="T65" fmla="*/ 79 h 87"/>
              <ns1:gd name="T66" fmla="*/ 104 w 112"/>
              <ns1:gd name="T67" fmla="*/ 77 h 87"/>
              <ns1:gd name="T68" fmla="*/ 104 w 112"/>
              <ns1:gd name="T69" fmla="*/ 30 h 87"/>
            </ns1:gdLst>
            <ns1:ahLst/>
            <ns1:cxnLst>
              <ns1:cxn ang="0">
                <ns1:pos x="T0" y="T1"/>
              </ns1:cxn>
              <ns1:cxn ang="0">
                <ns1:pos x="T2" y="T3"/>
              </ns1:cxn>
              <ns1:cxn ang="0">
                <ns1:pos x="T4" y="T5"/>
              </ns1:cxn>
              <ns1:cxn ang="0">
                <ns1:pos x="T6" y="T7"/>
              </ns1:cxn>
              <ns1:cxn ang="0">
                <ns1:pos x="T8" y="T9"/>
              </ns1:cxn>
              <ns1:cxn ang="0">
                <ns1:pos x="T10" y="T11"/>
              </ns1:cxn>
              <ns1:cxn ang="0">
                <ns1:pos x="T12" y="T13"/>
              </ns1:cxn>
              <ns1:cxn ang="0">
                <ns1:pos x="T14" y="T15"/>
              </ns1:cxn>
              <ns1:cxn ang="0">
                <ns1:pos x="T16" y="T17"/>
              </ns1:cxn>
              <ns1:cxn ang="0">
                <ns1:pos x="T18" y="T19"/>
              </ns1:cxn>
              <ns1:cxn ang="0">
                <ns1:pos x="T20" y="T21"/>
              </ns1:cxn>
              <ns1:cxn ang="0">
                <ns1:pos x="T22" y="T23"/>
              </ns1:cxn>
              <ns1:cxn ang="0">
                <ns1:pos x="T24" y="T25"/>
              </ns1:cxn>
              <ns1:cxn ang="0">
                <ns1:pos x="T26" y="T27"/>
              </ns1:cxn>
              <ns1:cxn ang="0">
                <ns1:pos x="T28" y="T29"/>
              </ns1:cxn>
              <ns1:cxn ang="0">
                <ns1:pos x="T30" y="T31"/>
              </ns1:cxn>
              <ns1:cxn ang="0">
                <ns1:pos x="T32" y="T33"/>
              </ns1:cxn>
              <ns1:cxn ang="0">
                <ns1:pos x="T34" y="T35"/>
              </ns1:cxn>
              <ns1:cxn ang="0">
                <ns1:pos x="T36" y="T37"/>
              </ns1:cxn>
              <ns1:cxn ang="0">
                <ns1:pos x="T38" y="T39"/>
              </ns1:cxn>
              <ns1:cxn ang="0">
                <ns1:pos x="T40" y="T41"/>
              </ns1:cxn>
              <ns1:cxn ang="0">
                <ns1:pos x="T42" y="T43"/>
              </ns1:cxn>
              <ns1:cxn ang="0">
                <ns1:pos x="T44" y="T45"/>
              </ns1:cxn>
              <ns1:cxn ang="0">
                <ns1:pos x="T46" y="T47"/>
              </ns1:cxn>
              <ns1:cxn ang="0">
                <ns1:pos x="T48" y="T49"/>
              </ns1:cxn>
              <ns1:cxn ang="0">
                <ns1:pos x="T50" y="T51"/>
              </ns1:cxn>
              <ns1:cxn ang="0">
                <ns1:pos x="T52" y="T53"/>
              </ns1:cxn>
              <ns1:cxn ang="0">
                <ns1:pos x="T54" y="T55"/>
              </ns1:cxn>
              <ns1:cxn ang="0">
                <ns1:pos x="T56" y="T57"/>
              </ns1:cxn>
              <ns1:cxn ang="0">
                <ns1:pos x="T58" y="T59"/>
              </ns1:cxn>
              <ns1:cxn ang="0">
                <ns1:pos x="T60" y="T61"/>
              </ns1:cxn>
              <ns1:cxn ang="0">
                <ns1:pos x="T62" y="T63"/>
              </ns1:cxn>
              <ns1:cxn ang="0">
                <ns1:pos x="T64" y="T65"/>
              </ns1:cxn>
              <ns1:cxn ang="0">
                <ns1:pos x="T66" y="T67"/>
              </ns1:cxn>
              <ns1:cxn ang="0">
                <ns1:pos x="T68" y="T69"/>
              </ns1:cxn>
            </ns1:cxnLst>
            <ns1:rect l="0" t="0" r="r" b="b"/>
            <ns1:pathLst>
              <ns1:path w="112" h="87">
                <ns1:moveTo>
                  <ns1:pt x="112" y="77"/>
                </ns1:moveTo>
                <ns1:cubicBezTo>
                  <ns1:pt x="112" y="83"/>
                  <ns1:pt x="108" y="87"/>
                  <ns1:pt x="102" y="87"/>
                </ns1:cubicBezTo>
                <ns1:cubicBezTo>
                  <ns1:pt x="10" y="87"/>
                  <ns1:pt x="10" y="87"/>
                  <ns1:pt x="10" y="87"/>
                </ns1:cubicBezTo>
                <ns1:cubicBezTo>
                  <ns1:pt x="5" y="87"/>
                  <ns1:pt x="0" y="83"/>
                  <ns1:pt x="0" y="77"/>
                </ns1:cubicBezTo>
                <ns1:cubicBezTo>
                  <ns1:pt x="0" y="10"/>
                  <ns1:pt x="0" y="10"/>
                  <ns1:pt x="0" y="10"/>
                </ns1:cubicBezTo>
                <ns1:cubicBezTo>
                  <ns1:pt x="0" y="4"/>
                  <ns1:pt x="5" y="0"/>
                  <ns1:pt x="10" y="0"/>
                </ns1:cubicBezTo>
                <ns1:cubicBezTo>
                  <ns1:pt x="102" y="0"/>
                  <ns1:pt x="102" y="0"/>
                  <ns1:pt x="102" y="0"/>
                </ns1:cubicBezTo>
                <ns1:cubicBezTo>
                  <ns1:pt x="108" y="0"/>
                  <ns1:pt x="112" y="4"/>
                  <ns1:pt x="112" y="10"/>
                </ns1:cubicBezTo>
                <ns1:lnTo>
                  <ns1:pt x="112" y="77"/>
                </ns1:lnTo>
                <ns1:close/>
                <ns1:moveTo>
                  <ns1:pt x="102" y="8"/>
                </ns1:moveTo>
                <ns1:cubicBezTo>
                  <ns1:pt x="10" y="8"/>
                  <ns1:pt x="10" y="8"/>
                  <ns1:pt x="10" y="8"/>
                </ns1:cubicBezTo>
                <ns1:cubicBezTo>
                  <ns1:pt x="9" y="8"/>
                  <ns1:pt x="8" y="8"/>
                  <ns1:pt x="8" y="10"/>
                </ns1:cubicBezTo>
                <ns1:cubicBezTo>
                  <ns1:pt x="8" y="17"/>
                  <ns1:pt x="12" y="23"/>
                  <ns1:pt x="18" y="27"/>
                </ns1:cubicBezTo>
                <ns1:cubicBezTo>
                  <ns1:pt x="26" y="34"/>
                  <ns1:pt x="34" y="40"/>
                  <ns1:pt x="43" y="47"/>
                </ns1:cubicBezTo>
                <ns1:cubicBezTo>
                  <ns1:pt x="46" y="50"/>
                  <ns1:pt x="52" y="55"/>
                  <ns1:pt x="56" y="55"/>
                </ns1:cubicBezTo>
                <ns1:cubicBezTo>
                  <ns1:pt x="56" y="55"/>
                  <ns1:pt x="56" y="55"/>
                  <ns1:pt x="56" y="55"/>
                </ns1:cubicBezTo>
                <ns1:cubicBezTo>
                  <ns1:pt x="56" y="55"/>
                  <ns1:pt x="56" y="55"/>
                  <ns1:pt x="56" y="55"/>
                </ns1:cubicBezTo>
                <ns1:cubicBezTo>
                  <ns1:pt x="61" y="55"/>
                  <ns1:pt x="67" y="50"/>
                  <ns1:pt x="70" y="47"/>
                </ns1:cubicBezTo>
                <ns1:cubicBezTo>
                  <ns1:pt x="78" y="40"/>
                  <ns1:pt x="87" y="34"/>
                  <ns1:pt x="95" y="27"/>
                </ns1:cubicBezTo>
                <ns1:cubicBezTo>
                  <ns1:pt x="99" y="24"/>
                  <ns1:pt x="104" y="17"/>
                  <ns1:pt x="104" y="12"/>
                </ns1:cubicBezTo>
                <ns1:cubicBezTo>
                  <ns1:pt x="104" y="10"/>
                  <ns1:pt x="105" y="8"/>
                  <ns1:pt x="102" y="8"/>
                </ns1:cubicBezTo>
                <ns1:close/>
                <ns1:moveTo>
                  <ns1:pt x="104" y="30"/>
                </ns1:moveTo>
                <ns1:cubicBezTo>
                  <ns1:pt x="103" y="31"/>
                  <ns1:pt x="102" y="32"/>
                  <ns1:pt x="100" y="34"/>
                </ns1:cubicBezTo>
                <ns1:cubicBezTo>
                  <ns1:pt x="91" y="41"/>
                  <ns1:pt x="82" y="48"/>
                  <ns1:pt x="73" y="55"/>
                </ns1:cubicBezTo>
                <ns1:cubicBezTo>
                  <ns1:pt x="69" y="59"/>
                  <ns1:pt x="63" y="63"/>
                  <ns1:pt x="56" y="63"/>
                </ns1:cubicBezTo>
                <ns1:cubicBezTo>
                  <ns1:pt x="56" y="63"/>
                  <ns1:pt x="56" y="63"/>
                  <ns1:pt x="56" y="63"/>
                </ns1:cubicBezTo>
                <ns1:cubicBezTo>
                  <ns1:pt x="56" y="63"/>
                  <ns1:pt x="56" y="63"/>
                  <ns1:pt x="56" y="63"/>
                </ns1:cubicBezTo>
                <ns1:cubicBezTo>
                  <ns1:pt x="50" y="63"/>
                  <ns1:pt x="44" y="59"/>
                  <ns1:pt x="39" y="55"/>
                </ns1:cubicBezTo>
                <ns1:cubicBezTo>
                  <ns1:pt x="31" y="48"/>
                  <ns1:pt x="22" y="41"/>
                  <ns1:pt x="13" y="34"/>
                </ns1:cubicBezTo>
                <ns1:cubicBezTo>
                  <ns1:pt x="11" y="32"/>
                  <ns1:pt x="10" y="31"/>
                  <ns1:pt x="8" y="30"/>
                </ns1:cubicBezTo>
                <ns1:cubicBezTo>
                  <ns1:pt x="8" y="77"/>
                  <ns1:pt x="8" y="77"/>
                  <ns1:pt x="8" y="77"/>
                </ns1:cubicBezTo>
                <ns1:cubicBezTo>
                  <ns1:pt x="8" y="79"/>
                  <ns1:pt x="9" y="79"/>
                  <ns1:pt x="10" y="79"/>
                </ns1:cubicBezTo>
                <ns1:cubicBezTo>
                  <ns1:pt x="102" y="79"/>
                  <ns1:pt x="102" y="79"/>
                  <ns1:pt x="102" y="79"/>
                </ns1:cubicBezTo>
                <ns1:cubicBezTo>
                  <ns1:pt x="103" y="79"/>
                  <ns1:pt x="104" y="79"/>
                  <ns1:pt x="104" y="77"/>
                </ns1:cubicBezTo>
                <ns1:lnTo>
                  <ns1:pt x="104" y="30"/>
                </ns1:lnTo>
                <ns1:close/>
              </ns1:path>
            </ns1:pathLst>
          </ns1:custGeom>
          <ns1:solidFill>
            <ns1:srgbClr val="010101"/>
          </ns1:solidFill>
          <ns1:ln>
            <ns1:noFill/>
          </ns1:ln>
          <ns1:extLst>
            <ns1:ext uri="{91240B29-F687-4F45-9708-019B960494DF}">
              <ns2:hiddenLine w="9525">
                <ns1:solidFill>
                  <ns1:srgbClr val="000000"/>
                </ns1:solidFill>
                <ns1:round/>
                <ns1:headEnd/>
                <ns1:tailEnd/>
              </ns2:hiddenLine>
            </ns1:ext>
          </ns1:extLst>
        </ns0:spPr>
        <ns0:txBody>
          <ns1:bodyPr vert="horz" wrap="square" lIns="91440" tIns="45720" rIns="91440" bIns="45720" numCol="1" anchor="t" anchorCtr="0" compatLnSpc="1">
            <ns1:prstTxWarp prst="textNoShape">
              <ns1:avLst/>
            </ns1:prstTxWarp>
          </ns1:bodyPr>
          <ns1:lstStyle/>
          <ns1:p>
            <ns1:endParaRPr lang="en-US" sz="2700"/>
          </ns1:p>
        </ns0:txBody>
      </ns0:sp>
      <ns0:sp>
        <ns0:nvSpPr>
          <ns0:cNvPr id="59" name="Freeform 57"/>
          <ns0:cNvSpPr>
            <ns1:spLocks/>
          </ns0:cNvSpPr>
          <ns0:nvPr/>
        </ns0:nvSpPr>
        <ns0:spPr bwMode="auto">
          <ns1:xfrm>
            <ns1:off x="3617913" y="631826"/>
            <ns1:ext cx="420688" cy="355600"/>
          </ns1:xfrm>
          <ns1:custGeom>
            <ns1:avLst/>
            <ns1:gdLst>
              <ns1:gd name="T0" fmla="*/ 54 w 112"/>
              <ns1:gd name="T1" fmla="*/ 94 h 95"/>
              <ns1:gd name="T2" fmla="*/ 15 w 112"/>
              <ns1:gd name="T3" fmla="*/ 57 h 95"/>
              <ns1:gd name="T4" fmla="*/ 0 w 112"/>
              <ns1:gd name="T5" fmla="*/ 29 h 95"/>
              <ns1:gd name="T6" fmla="*/ 30 w 112"/>
              <ns1:gd name="T7" fmla="*/ 0 h 95"/>
              <ns1:gd name="T8" fmla="*/ 56 w 112"/>
              <ns1:gd name="T9" fmla="*/ 13 h 95"/>
              <ns1:gd name="T10" fmla="*/ 82 w 112"/>
              <ns1:gd name="T11" fmla="*/ 0 h 95"/>
              <ns1:gd name="T12" fmla="*/ 112 w 112"/>
              <ns1:gd name="T13" fmla="*/ 29 h 95"/>
              <ns1:gd name="T14" fmla="*/ 98 w 112"/>
              <ns1:gd name="T15" fmla="*/ 57 h 95"/>
              <ns1:gd name="T16" fmla="*/ 59 w 112"/>
              <ns1:gd name="T17" fmla="*/ 94 h 95"/>
              <ns1:gd name="T18" fmla="*/ 56 w 112"/>
              <ns1:gd name="T19" fmla="*/ 95 h 95"/>
              <ns1:gd name="T20" fmla="*/ 54 w 112"/>
              <ns1:gd name="T21" fmla="*/ 94 h 95"/>
            </ns1:gdLst>
            <ns1:ahLst/>
            <ns1:cxnLst>
              <ns1:cxn ang="0">
                <ns1:pos x="T0" y="T1"/>
              </ns1:cxn>
              <ns1:cxn ang="0">
                <ns1:pos x="T2" y="T3"/>
              </ns1:cxn>
              <ns1:cxn ang="0">
                <ns1:pos x="T4" y="T5"/>
              </ns1:cxn>
              <ns1:cxn ang="0">
                <ns1:pos x="T6" y="T7"/>
              </ns1:cxn>
              <ns1:cxn ang="0">
                <ns1:pos x="T8" y="T9"/>
              </ns1:cxn>
              <ns1:cxn ang="0">
                <ns1:pos x="T10" y="T11"/>
              </ns1:cxn>
              <ns1:cxn ang="0">
                <ns1:pos x="T12" y="T13"/>
              </ns1:cxn>
              <ns1:cxn ang="0">
                <ns1:pos x="T14" y="T15"/>
              </ns1:cxn>
              <ns1:cxn ang="0">
                <ns1:pos x="T16" y="T17"/>
              </ns1:cxn>
              <ns1:cxn ang="0">
                <ns1:pos x="T18" y="T19"/>
              </ns1:cxn>
              <ns1:cxn ang="0">
                <ns1:pos x="T20" y="T21"/>
              </ns1:cxn>
            </ns1:cxnLst>
            <ns1:rect l="0" t="0" r="r" b="b"/>
            <ns1:pathLst>
              <ns1:path w="112" h="95">
                <ns1:moveTo>
                  <ns1:pt x="54" y="94"/>
                </ns1:moveTo>
                <ns1:cubicBezTo>
                  <ns1:pt x="15" y="57"/>
                  <ns1:pt x="15" y="57"/>
                  <ns1:pt x="15" y="57"/>
                </ns1:cubicBezTo>
                <ns1:cubicBezTo>
                  <ns1:pt x="14" y="56"/>
                  <ns1:pt x="0" y="44"/>
                  <ns1:pt x="0" y="29"/>
                </ns1:cubicBezTo>
                <ns1:cubicBezTo>
                  <ns1:pt x="0" y="10"/>
                  <ns1:pt x="12" y="0"/>
                  <ns1:pt x="30" y="0"/>
                </ns1:cubicBezTo>
                <ns1:cubicBezTo>
                  <ns1:pt x="41" y="0"/>
                  <ns1:pt x="51" y="8"/>
                  <ns1:pt x="56" y="13"/>
                </ns1:cubicBezTo>
                <ns1:cubicBezTo>
                  <ns1:pt x="61" y="8"/>
                  <ns1:pt x="72" y="0"/>
                  <ns1:pt x="82" y="0"/>
                </ns1:cubicBezTo>
                <ns1:cubicBezTo>
                  <ns1:pt x="101" y="0"/>
                  <ns1:pt x="112" y="10"/>
                  <ns1:pt x="112" y="29"/>
                </ns1:cubicBezTo>
                <ns1:cubicBezTo>
                  <ns1:pt x="112" y="44"/>
                  <ns1:pt x="99" y="56"/>
                  <ns1:pt x="98" y="57"/>
                </ns1:cubicBezTo>
                <ns1:cubicBezTo>
                  <ns1:pt x="59" y="94"/>
                  <ns1:pt x="59" y="94"/>
                  <ns1:pt x="59" y="94"/>
                </ns1:cubicBezTo>
                <ns1:cubicBezTo>
                  <ns1:pt x="58" y="95"/>
                  <ns1:pt x="57" y="95"/>
                  <ns1:pt x="56" y="95"/>
                </ns1:cubicBezTo>
                <ns1:cubicBezTo>
                  <ns1:pt x="55" y="95"/>
                  <ns1:pt x="54" y="95"/>
                  <ns1:pt x="54" y="94"/>
                </ns1:cubicBezTo>
                <ns1:close/>
              </ns1:path>
            </ns1:pathLst>
          </ns1:custGeom>
          <ns1:solidFill>
            <ns1:srgbClr val="010101"/>
          </ns1:solidFill>
          <ns1:ln>
            <ns1:noFill/>
          </ns1:ln>
          <ns1:extLst>
            <ns1:ext uri="{91240B29-F687-4F45-9708-019B960494DF}">
              <ns2:hiddenLine w="9525">
                <ns1:solidFill>
                  <ns1:srgbClr val="000000"/>
                </ns1:solidFill>
                <ns1:round/>
                <ns1:headEnd/>
                <ns1:tailEnd/>
              </ns2:hiddenLine>
            </ns1:ext>
          </ns1:extLst>
        </ns0:spPr>
        <ns0:txBody>
          <ns1:bodyPr vert="horz" wrap="square" lIns="91440" tIns="45720" rIns="91440" bIns="45720" numCol="1" anchor="t" anchorCtr="0" compatLnSpc="1">
            <ns1:prstTxWarp prst="textNoShape">
              <ns1:avLst/>
            </ns1:prstTxWarp>
          </ns1:bodyPr>
          <ns1:lstStyle/>
          <ns1:p>
            <ns1:endParaRPr lang="en-US" sz="2700"/>
          </ns1:p>
        </ns0:txBody>
      </ns0:sp>
      <ns0:sp>
        <ns0:nvSpPr>
          <ns0:cNvPr id="60" name="Freeform 58"/>
          <ns0:cNvSpPr>
            <ns1:spLocks/>
          </ns0:cNvSpPr>
          <ns0:nvPr/>
        </ns0:nvSpPr>
        <ns0:spPr bwMode="auto">
          <ns1:xfrm>
            <ns1:off x="4283077" y="608014"/>
            <ns1:ext cx="390525" cy="373063"/>
          </ns1:xfrm>
          <ns1:custGeom>
            <ns1:avLst/>
            <ns1:gdLst>
              <ns1:gd name="T0" fmla="*/ 102 w 104"/>
              <ns1:gd name="T1" fmla="*/ 41 h 99"/>
              <ns1:gd name="T2" fmla="*/ 79 w 104"/>
              <ns1:gd name="T3" fmla="*/ 63 h 99"/>
              <ns1:gd name="T4" fmla="*/ 85 w 104"/>
              <ns1:gd name="T5" fmla="*/ 94 h 99"/>
              <ns1:gd name="T6" fmla="*/ 85 w 104"/>
              <ns1:gd name="T7" fmla="*/ 96 h 99"/>
              <ns1:gd name="T8" fmla="*/ 82 w 104"/>
              <ns1:gd name="T9" fmla="*/ 99 h 99"/>
              <ns1:gd name="T10" fmla="*/ 80 w 104"/>
              <ns1:gd name="T11" fmla="*/ 98 h 99"/>
              <ns1:gd name="T12" fmla="*/ 52 w 104"/>
              <ns1:gd name="T13" fmla="*/ 83 h 99"/>
              <ns1:gd name="T14" fmla="*/ 24 w 104"/>
              <ns1:gd name="T15" fmla="*/ 98 h 99"/>
              <ns1:gd name="T16" fmla="*/ 21 w 104"/>
              <ns1:gd name="T17" fmla="*/ 99 h 99"/>
              <ns1:gd name="T18" fmla="*/ 18 w 104"/>
              <ns1:gd name="T19" fmla="*/ 96 h 99"/>
              <ns1:gd name="T20" fmla="*/ 19 w 104"/>
              <ns1:gd name="T21" fmla="*/ 94 h 99"/>
              <ns1:gd name="T22" fmla="*/ 24 w 104"/>
              <ns1:gd name="T23" fmla="*/ 63 h 99"/>
              <ns1:gd name="T24" fmla="*/ 1 w 104"/>
              <ns1:gd name="T25" fmla="*/ 41 h 99"/>
              <ns1:gd name="T26" fmla="*/ 0 w 104"/>
              <ns1:gd name="T27" fmla="*/ 38 h 99"/>
              <ns1:gd name="T28" fmla="*/ 3 w 104"/>
              <ns1:gd name="T29" fmla="*/ 35 h 99"/>
              <ns1:gd name="T30" fmla="*/ 34 w 104"/>
              <ns1:gd name="T31" fmla="*/ 31 h 99"/>
              <ns1:gd name="T32" fmla="*/ 49 w 104"/>
              <ns1:gd name="T33" fmla="*/ 2 h 99"/>
              <ns1:gd name="T34" fmla="*/ 52 w 104"/>
              <ns1:gd name="T35" fmla="*/ 0 h 99"/>
              <ns1:gd name="T36" fmla="*/ 55 w 104"/>
              <ns1:gd name="T37" fmla="*/ 2 h 99"/>
              <ns1:gd name="T38" fmla="*/ 69 w 104"/>
              <ns1:gd name="T39" fmla="*/ 31 h 99"/>
              <ns1:gd name="T40" fmla="*/ 100 w 104"/>
              <ns1:gd name="T41" fmla="*/ 35 h 99"/>
              <ns1:gd name="T42" fmla="*/ 104 w 104"/>
              <ns1:gd name="T43" fmla="*/ 38 h 99"/>
              <ns1:gd name="T44" fmla="*/ 102 w 104"/>
              <ns1:gd name="T45" fmla="*/ 41 h 99"/>
            </ns1:gdLst>
            <ns1:ahLst/>
            <ns1:cxnLst>
              <ns1:cxn ang="0">
                <ns1:pos x="T0" y="T1"/>
              </ns1:cxn>
              <ns1:cxn ang="0">
                <ns1:pos x="T2" y="T3"/>
              </ns1:cxn>
              <ns1:cxn ang="0">
                <ns1:pos x="T4" y="T5"/>
              </ns1:cxn>
              <ns1:cxn ang="0">
                <ns1:pos x="T6" y="T7"/>
              </ns1:cxn>
              <ns1:cxn ang="0">
                <ns1:pos x="T8" y="T9"/>
              </ns1:cxn>
              <ns1:cxn ang="0">
                <ns1:pos x="T10" y="T11"/>
              </ns1:cxn>
              <ns1:cxn ang="0">
                <ns1:pos x="T12" y="T13"/>
              </ns1:cxn>
              <ns1:cxn ang="0">
                <ns1:pos x="T14" y="T15"/>
              </ns1:cxn>
              <ns1:cxn ang="0">
                <ns1:pos x="T16" y="T17"/>
              </ns1:cxn>
              <ns1:cxn ang="0">
                <ns1:pos x="T18" y="T19"/>
              </ns1:cxn>
              <ns1:cxn ang="0">
                <ns1:pos x="T20" y="T21"/>
              </ns1:cxn>
              <ns1:cxn ang="0">
                <ns1:pos x="T22" y="T23"/>
              </ns1:cxn>
              <ns1:cxn ang="0">
                <ns1:pos x="T24" y="T25"/>
              </ns1:cxn>
              <ns1:cxn ang="0">
                <ns1:pos x="T26" y="T27"/>
              </ns1:cxn>
              <ns1:cxn ang="0">
                <ns1:pos x="T28" y="T29"/>
              </ns1:cxn>
              <ns1:cxn ang="0">
                <ns1:pos x="T30" y="T31"/>
              </ns1:cxn>
              <ns1:cxn ang="0">
                <ns1:pos x="T32" y="T33"/>
              </ns1:cxn>
              <ns1:cxn ang="0">
                <ns1:pos x="T34" y="T35"/>
              </ns1:cxn>
              <ns1:cxn ang="0">
                <ns1:pos x="T36" y="T37"/>
              </ns1:cxn>
              <ns1:cxn ang="0">
                <ns1:pos x="T38" y="T39"/>
              </ns1:cxn>
              <ns1:cxn ang="0">
                <ns1:pos x="T40" y="T41"/>
              </ns1:cxn>
              <ns1:cxn ang="0">
                <ns1:pos x="T42" y="T43"/>
              </ns1:cxn>
              <ns1:cxn ang="0">
                <ns1:pos x="T44" y="T45"/>
              </ns1:cxn>
            </ns1:cxnLst>
            <ns1:rect l="0" t="0" r="r" b="b"/>
            <ns1:pathLst>
              <ns1:path w="104" h="99">
                <ns1:moveTo>
                  <ns1:pt x="102" y="41"/>
                </ns1:moveTo>
                <ns1:cubicBezTo>
                  <ns1:pt x="79" y="63"/>
                  <ns1:pt x="79" y="63"/>
                  <ns1:pt x="79" y="63"/>
                </ns1:cubicBezTo>
                <ns1:cubicBezTo>
                  <ns1:pt x="85" y="94"/>
                  <ns1:pt x="85" y="94"/>
                  <ns1:pt x="85" y="94"/>
                </ns1:cubicBezTo>
                <ns1:cubicBezTo>
                  <ns1:pt x="85" y="95"/>
                  <ns1:pt x="85" y="95"/>
                  <ns1:pt x="85" y="96"/>
                </ns1:cubicBezTo>
                <ns1:cubicBezTo>
                  <ns1:pt x="85" y="97"/>
                  <ns1:pt x="84" y="99"/>
                  <ns1:pt x="82" y="99"/>
                </ns1:cubicBezTo>
                <ns1:cubicBezTo>
                  <ns1:pt x="81" y="99"/>
                  <ns1:pt x="80" y="98"/>
                  <ns1:pt x="80" y="98"/>
                </ns1:cubicBezTo>
                <ns1:cubicBezTo>
                  <ns1:pt x="52" y="83"/>
                  <ns1:pt x="52" y="83"/>
                  <ns1:pt x="52" y="83"/>
                </ns1:cubicBezTo>
                <ns1:cubicBezTo>
                  <ns1:pt x="24" y="98"/>
                  <ns1:pt x="24" y="98"/>
                  <ns1:pt x="24" y="98"/>
                </ns1:cubicBezTo>
                <ns1:cubicBezTo>
                  <ns1:pt x="23" y="98"/>
                  <ns1:pt x="22" y="99"/>
                  <ns1:pt x="21" y="99"/>
                </ns1:cubicBezTo>
                <ns1:cubicBezTo>
                  <ns1:pt x="19" y="99"/>
                  <ns1:pt x="18" y="97"/>
                  <ns1:pt x="18" y="96"/>
                </ns1:cubicBezTo>
                <ns1:cubicBezTo>
                  <ns1:pt x="18" y="95"/>
                  <ns1:pt x="18" y="95"/>
                  <ns1:pt x="19" y="94"/>
                </ns1:cubicBezTo>
                <ns1:cubicBezTo>
                  <ns1:pt x="24" y="63"/>
                  <ns1:pt x="24" y="63"/>
                  <ns1:pt x="24" y="63"/>
                </ns1:cubicBezTo>
                <ns1:cubicBezTo>
                  <ns1:pt x="1" y="41"/>
                  <ns1:pt x="1" y="41"/>
                  <ns1:pt x="1" y="41"/>
                </ns1:cubicBezTo>
                <ns1:cubicBezTo>
                  <ns1:pt x="0" y="40"/>
                  <ns1:pt x="0" y="39"/>
                  <ns1:pt x="0" y="38"/>
                </ns1:cubicBezTo>
                <ns1:cubicBezTo>
                  <ns1:pt x="0" y="36"/>
                  <ns1:pt x="2" y="35"/>
                  <ns1:pt x="3" y="35"/>
                </ns1:cubicBezTo>
                <ns1:cubicBezTo>
                  <ns1:pt x="34" y="31"/>
                  <ns1:pt x="34" y="31"/>
                  <ns1:pt x="34" y="31"/>
                </ns1:cubicBezTo>
                <ns1:cubicBezTo>
                  <ns1:pt x="49" y="2"/>
                  <ns1:pt x="49" y="2"/>
                  <ns1:pt x="49" y="2"/>
                </ns1:cubicBezTo>
                <ns1:cubicBezTo>
                  <ns1:pt x="49" y="1"/>
                  <ns1:pt x="50" y="0"/>
                  <ns1:pt x="52" y="0"/>
                </ns1:cubicBezTo>
                <ns1:cubicBezTo>
                  <ns1:pt x="53" y="0"/>
                  <ns1:pt x="54" y="1"/>
                  <ns1:pt x="55" y="2"/>
                </ns1:cubicBezTo>
                <ns1:cubicBezTo>
                  <ns1:pt x="69" y="31"/>
                  <ns1:pt x="69" y="31"/>
                  <ns1:pt x="69" y="31"/>
                </ns1:cubicBezTo>
                <ns1:cubicBezTo>
                  <ns1:pt x="100" y="35"/>
                  <ns1:pt x="100" y="35"/>
                  <ns1:pt x="100" y="35"/>
                </ns1:cubicBezTo>
                <ns1:cubicBezTo>
                  <ns1:pt x="102" y="35"/>
                  <ns1:pt x="104" y="36"/>
                  <ns1:pt x="104" y="38"/>
                </ns1:cubicBezTo>
                <ns1:cubicBezTo>
                  <ns1:pt x="104" y="39"/>
                  <ns1:pt x="103" y="40"/>
                  <ns1:pt x="102" y="41"/>
                </ns1:cubicBezTo>
                <ns1:close/>
              </ns1:path>
            </ns1:pathLst>
          </ns1:custGeom>
          <ns1:solidFill>
            <ns1:srgbClr val="010101"/>
          </ns1:solidFill>
          <ns1:ln>
            <ns1:noFill/>
          </ns1:ln>
          <ns1:extLst>
            <ns1:ext uri="{91240B29-F687-4F45-9708-019B960494DF}">
              <ns2:hiddenLine w="9525">
                <ns1:solidFill>
                  <ns1:srgbClr val="000000"/>
                </ns1:solidFill>
                <ns1:round/>
                <ns1:headEnd/>
                <ns1:tailEnd/>
              </ns2:hiddenLine>
            </ns1:ext>
          </ns1:extLst>
        </ns0:spPr>
        <ns0:txBody>
          <ns1:bodyPr vert="horz" wrap="square" lIns="91440" tIns="45720" rIns="91440" bIns="45720" numCol="1" anchor="t" anchorCtr="0" compatLnSpc="1">
            <ns1:prstTxWarp prst="textNoShape">
              <ns1:avLst/>
            </ns1:prstTxWarp>
          </ns1:bodyPr>
          <ns1:lstStyle/>
          <ns1:p>
            <ns1:endParaRPr lang="en-US" sz="2700"/>
          </ns1:p>
        </ns0:txBody>
      </ns0:sp>
      <ns0:sp>
        <ns0:nvSpPr>
          <ns0:cNvPr id="61" name="Freeform 59"/>
          <ns0:cNvSpPr>
            <ns1:spLocks noEditPoints="1"/>
          </ns0:cNvSpPr>
          <ns0:nvPr/>
        </ns0:nvSpPr>
        <ns0:spPr bwMode="auto">
          <ns1:xfrm>
            <ns1:off x="4929189" y="608014"/>
            <ns1:ext cx="385763" cy="373063"/>
          </ns1:xfrm>
          <ns1:custGeom>
            <ns1:avLst/>
            <ns1:gdLst>
              <ns1:gd name="T0" fmla="*/ 102 w 103"/>
              <ns1:gd name="T1" fmla="*/ 41 h 99"/>
              <ns1:gd name="T2" fmla="*/ 79 w 103"/>
              <ns1:gd name="T3" fmla="*/ 63 h 99"/>
              <ns1:gd name="T4" fmla="*/ 85 w 103"/>
              <ns1:gd name="T5" fmla="*/ 94 h 99"/>
              <ns1:gd name="T6" fmla="*/ 85 w 103"/>
              <ns1:gd name="T7" fmla="*/ 96 h 99"/>
              <ns1:gd name="T8" fmla="*/ 82 w 103"/>
              <ns1:gd name="T9" fmla="*/ 99 h 99"/>
              <ns1:gd name="T10" fmla="*/ 80 w 103"/>
              <ns1:gd name="T11" fmla="*/ 98 h 99"/>
              <ns1:gd name="T12" fmla="*/ 52 w 103"/>
              <ns1:gd name="T13" fmla="*/ 83 h 99"/>
              <ns1:gd name="T14" fmla="*/ 24 w 103"/>
              <ns1:gd name="T15" fmla="*/ 98 h 99"/>
              <ns1:gd name="T16" fmla="*/ 21 w 103"/>
              <ns1:gd name="T17" fmla="*/ 99 h 99"/>
              <ns1:gd name="T18" fmla="*/ 18 w 103"/>
              <ns1:gd name="T19" fmla="*/ 96 h 99"/>
              <ns1:gd name="T20" fmla="*/ 19 w 103"/>
              <ns1:gd name="T21" fmla="*/ 94 h 99"/>
              <ns1:gd name="T22" fmla="*/ 24 w 103"/>
              <ns1:gd name="T23" fmla="*/ 63 h 99"/>
              <ns1:gd name="T24" fmla="*/ 1 w 103"/>
              <ns1:gd name="T25" fmla="*/ 41 h 99"/>
              <ns1:gd name="T26" fmla="*/ 0 w 103"/>
              <ns1:gd name="T27" fmla="*/ 38 h 99"/>
              <ns1:gd name="T28" fmla="*/ 3 w 103"/>
              <ns1:gd name="T29" fmla="*/ 35 h 99"/>
              <ns1:gd name="T30" fmla="*/ 34 w 103"/>
              <ns1:gd name="T31" fmla="*/ 31 h 99"/>
              <ns1:gd name="T32" fmla="*/ 48 w 103"/>
              <ns1:gd name="T33" fmla="*/ 2 h 99"/>
              <ns1:gd name="T34" fmla="*/ 52 w 103"/>
              <ns1:gd name="T35" fmla="*/ 0 h 99"/>
              <ns1:gd name="T36" fmla="*/ 55 w 103"/>
              <ns1:gd name="T37" fmla="*/ 2 h 99"/>
              <ns1:gd name="T38" fmla="*/ 69 w 103"/>
              <ns1:gd name="T39" fmla="*/ 31 h 99"/>
              <ns1:gd name="T40" fmla="*/ 100 w 103"/>
              <ns1:gd name="T41" fmla="*/ 35 h 99"/>
              <ns1:gd name="T42" fmla="*/ 103 w 103"/>
              <ns1:gd name="T43" fmla="*/ 38 h 99"/>
              <ns1:gd name="T44" fmla="*/ 102 w 103"/>
              <ns1:gd name="T45" fmla="*/ 41 h 99"/>
              <ns1:gd name="T46" fmla="*/ 90 w 103"/>
              <ns1:gd name="T47" fmla="*/ 42 h 99"/>
              <ns1:gd name="T48" fmla="*/ 63 w 103"/>
              <ns1:gd name="T49" fmla="*/ 38 h 99"/>
              <ns1:gd name="T50" fmla="*/ 52 w 103"/>
              <ns1:gd name="T51" fmla="*/ 14 h 99"/>
              <ns1:gd name="T52" fmla="*/ 40 w 103"/>
              <ns1:gd name="T53" fmla="*/ 38 h 99"/>
              <ns1:gd name="T54" fmla="*/ 13 w 103"/>
              <ns1:gd name="T55" fmla="*/ 42 h 99"/>
              <ns1:gd name="T56" fmla="*/ 33 w 103"/>
              <ns1:gd name="T57" fmla="*/ 60 h 99"/>
              <ns1:gd name="T58" fmla="*/ 28 w 103"/>
              <ns1:gd name="T59" fmla="*/ 87 h 99"/>
              <ns1:gd name="T60" fmla="*/ 52 w 103"/>
              <ns1:gd name="T61" fmla="*/ 74 h 99"/>
              <ns1:gd name="T62" fmla="*/ 75 w 103"/>
              <ns1:gd name="T63" fmla="*/ 87 h 99"/>
              <ns1:gd name="T64" fmla="*/ 71 w 103"/>
              <ns1:gd name="T65" fmla="*/ 60 h 99"/>
              <ns1:gd name="T66" fmla="*/ 90 w 103"/>
              <ns1:gd name="T67" fmla="*/ 42 h 99"/>
            </ns1:gdLst>
            <ns1:ahLst/>
            <ns1:cxnLst>
              <ns1:cxn ang="0">
                <ns1:pos x="T0" y="T1"/>
              </ns1:cxn>
              <ns1:cxn ang="0">
                <ns1:pos x="T2" y="T3"/>
              </ns1:cxn>
              <ns1:cxn ang="0">
                <ns1:pos x="T4" y="T5"/>
              </ns1:cxn>
              <ns1:cxn ang="0">
                <ns1:pos x="T6" y="T7"/>
              </ns1:cxn>
              <ns1:cxn ang="0">
                <ns1:pos x="T8" y="T9"/>
              </ns1:cxn>
              <ns1:cxn ang="0">
                <ns1:pos x="T10" y="T11"/>
              </ns1:cxn>
              <ns1:cxn ang="0">
                <ns1:pos x="T12" y="T13"/>
              </ns1:cxn>
              <ns1:cxn ang="0">
                <ns1:pos x="T14" y="T15"/>
              </ns1:cxn>
              <ns1:cxn ang="0">
                <ns1:pos x="T16" y="T17"/>
              </ns1:cxn>
              <ns1:cxn ang="0">
                <ns1:pos x="T18" y="T19"/>
              </ns1:cxn>
              <ns1:cxn ang="0">
                <ns1:pos x="T20" y="T21"/>
              </ns1:cxn>
              <ns1:cxn ang="0">
                <ns1:pos x="T22" y="T23"/>
              </ns1:cxn>
              <ns1:cxn ang="0">
                <ns1:pos x="T24" y="T25"/>
              </ns1:cxn>
              <ns1:cxn ang="0">
                <ns1:pos x="T26" y="T27"/>
              </ns1:cxn>
              <ns1:cxn ang="0">
                <ns1:pos x="T28" y="T29"/>
              </ns1:cxn>
              <ns1:cxn ang="0">
                <ns1:pos x="T30" y="T31"/>
              </ns1:cxn>
              <ns1:cxn ang="0">
                <ns1:pos x="T32" y="T33"/>
              </ns1:cxn>
              <ns1:cxn ang="0">
                <ns1:pos x="T34" y="T35"/>
              </ns1:cxn>
              <ns1:cxn ang="0">
                <ns1:pos x="T36" y="T37"/>
              </ns1:cxn>
              <ns1:cxn ang="0">
                <ns1:pos x="T38" y="T39"/>
              </ns1:cxn>
              <ns1:cxn ang="0">
                <ns1:pos x="T40" y="T41"/>
              </ns1:cxn>
              <ns1:cxn ang="0">
                <ns1:pos x="T42" y="T43"/>
              </ns1:cxn>
              <ns1:cxn ang="0">
                <ns1:pos x="T44" y="T45"/>
              </ns1:cxn>
              <ns1:cxn ang="0">
                <ns1:pos x="T46" y="T47"/>
              </ns1:cxn>
              <ns1:cxn ang="0">
                <ns1:pos x="T48" y="T49"/>
              </ns1:cxn>
              <ns1:cxn ang="0">
                <ns1:pos x="T50" y="T51"/>
              </ns1:cxn>
              <ns1:cxn ang="0">
                <ns1:pos x="T52" y="T53"/>
              </ns1:cxn>
              <ns1:cxn ang="0">
                <ns1:pos x="T54" y="T55"/>
              </ns1:cxn>
              <ns1:cxn ang="0">
                <ns1:pos x="T56" y="T57"/>
              </ns1:cxn>
              <ns1:cxn ang="0">
                <ns1:pos x="T58" y="T59"/>
              </ns1:cxn>
              <ns1:cxn ang="0">
                <ns1:pos x="T60" y="T61"/>
              </ns1:cxn>
              <ns1:cxn ang="0">
                <ns1:pos x="T62" y="T63"/>
              </ns1:cxn>
              <ns1:cxn ang="0">
                <ns1:pos x="T64" y="T65"/>
              </ns1:cxn>
              <ns1:cxn ang="0">
                <ns1:pos x="T66" y="T67"/>
              </ns1:cxn>
            </ns1:cxnLst>
            <ns1:rect l="0" t="0" r="r" b="b"/>
            <ns1:pathLst>
              <ns1:path w="103" h="99">
                <ns1:moveTo>
                  <ns1:pt x="102" y="41"/>
                </ns1:moveTo>
                <ns1:cubicBezTo>
                  <ns1:pt x="79" y="63"/>
                  <ns1:pt x="79" y="63"/>
                  <ns1:pt x="79" y="63"/>
                </ns1:cubicBezTo>
                <ns1:cubicBezTo>
                  <ns1:pt x="85" y="94"/>
                  <ns1:pt x="85" y="94"/>
                  <ns1:pt x="85" y="94"/>
                </ns1:cubicBezTo>
                <ns1:cubicBezTo>
                  <ns1:pt x="85" y="95"/>
                  <ns1:pt x="85" y="95"/>
                  <ns1:pt x="85" y="96"/>
                </ns1:cubicBezTo>
                <ns1:cubicBezTo>
                  <ns1:pt x="85" y="97"/>
                  <ns1:pt x="84" y="99"/>
                  <ns1:pt x="82" y="99"/>
                </ns1:cubicBezTo>
                <ns1:cubicBezTo>
                  <ns1:pt x="81" y="99"/>
                  <ns1:pt x="80" y="98"/>
                  <ns1:pt x="80" y="98"/>
                </ns1:cubicBezTo>
                <ns1:cubicBezTo>
                  <ns1:pt x="52" y="83"/>
                  <ns1:pt x="52" y="83"/>
                  <ns1:pt x="52" y="83"/>
                </ns1:cubicBezTo>
                <ns1:cubicBezTo>
                  <ns1:pt x="24" y="98"/>
                  <ns1:pt x="24" y="98"/>
                  <ns1:pt x="24" y="98"/>
                </ns1:cubicBezTo>
                <ns1:cubicBezTo>
                  <ns1:pt x="23" y="98"/>
                  <ns1:pt x="22" y="99"/>
                  <ns1:pt x="21" y="99"/>
                </ns1:cubicBezTo>
                <ns1:cubicBezTo>
                  <ns1:pt x="19" y="99"/>
                  <ns1:pt x="18" y="97"/>
                  <ns1:pt x="18" y="96"/>
                </ns1:cubicBezTo>
                <ns1:cubicBezTo>
                  <ns1:pt x="18" y="95"/>
                  <ns1:pt x="18" y="95"/>
                  <ns1:pt x="19" y="94"/>
                </ns1:cubicBezTo>
                <ns1:cubicBezTo>
                  <ns1:pt x="24" y="63"/>
                  <ns1:pt x="24" y="63"/>
                  <ns1:pt x="24" y="63"/>
                </ns1:cubicBezTo>
                <ns1:cubicBezTo>
                  <ns1:pt x="1" y="41"/>
                  <ns1:pt x="1" y="41"/>
                  <ns1:pt x="1" y="41"/>
                </ns1:cubicBezTo>
                <ns1:cubicBezTo>
                  <ns1:pt x="0" y="40"/>
                  <ns1:pt x="0" y="39"/>
                  <ns1:pt x="0" y="38"/>
                </ns1:cubicBezTo>
                <ns1:cubicBezTo>
                  <ns1:pt x="0" y="36"/>
                  <ns1:pt x="2" y="35"/>
                  <ns1:pt x="3" y="35"/>
                </ns1:cubicBezTo>
                <ns1:cubicBezTo>
                  <ns1:pt x="34" y="31"/>
                  <ns1:pt x="34" y="31"/>
                  <ns1:pt x="34" y="31"/>
                </ns1:cubicBezTo>
                <ns1:cubicBezTo>
                  <ns1:pt x="48" y="2"/>
                  <ns1:pt x="48" y="2"/>
                  <ns1:pt x="48" y="2"/>
                </ns1:cubicBezTo>
                <ns1:cubicBezTo>
                  <ns1:pt x="49" y="1"/>
                  <ns1:pt x="50" y="0"/>
                  <ns1:pt x="52" y="0"/>
                </ns1:cubicBezTo>
                <ns1:cubicBezTo>
                  <ns1:pt x="53" y="0"/>
                  <ns1:pt x="54" y="1"/>
                  <ns1:pt x="55" y="2"/>
                </ns1:cubicBezTo>
                <ns1:cubicBezTo>
                  <ns1:pt x="69" y="31"/>
                  <ns1:pt x="69" y="31"/>
                  <ns1:pt x="69" y="31"/>
                </ns1:cubicBezTo>
                <ns1:cubicBezTo>
                  <ns1:pt x="100" y="35"/>
                  <ns1:pt x="100" y="35"/>
                  <ns1:pt x="100" y="35"/>
                </ns1:cubicBezTo>
                <ns1:cubicBezTo>
                  <ns1:pt x="101" y="35"/>
                  <ns1:pt x="103" y="36"/>
                  <ns1:pt x="103" y="38"/>
                </ns1:cubicBezTo>
                <ns1:cubicBezTo>
                  <ns1:pt x="103" y="39"/>
                  <ns1:pt x="103" y="40"/>
                  <ns1:pt x="102" y="41"/>
                </ns1:cubicBezTo>
                <ns1:close/>
                <ns1:moveTo>
                  <ns1:pt x="90" y="42"/>
                </ns1:moveTo>
                <ns1:cubicBezTo>
                  <ns1:pt x="63" y="38"/>
                  <ns1:pt x="63" y="38"/>
                  <ns1:pt x="63" y="38"/>
                </ns1:cubicBezTo>
                <ns1:cubicBezTo>
                  <ns1:pt x="52" y="14"/>
                  <ns1:pt x="52" y="14"/>
                  <ns1:pt x="52" y="14"/>
                </ns1:cubicBezTo>
                <ns1:cubicBezTo>
                  <ns1:pt x="40" y="38"/>
                  <ns1:pt x="40" y="38"/>
                  <ns1:pt x="40" y="38"/>
                </ns1:cubicBezTo>
                <ns1:cubicBezTo>
                  <ns1:pt x="13" y="42"/>
                  <ns1:pt x="13" y="42"/>
                  <ns1:pt x="13" y="42"/>
                </ns1:cubicBezTo>
                <ns1:cubicBezTo>
                  <ns1:pt x="33" y="60"/>
                  <ns1:pt x="33" y="60"/>
                  <ns1:pt x="33" y="60"/>
                </ns1:cubicBezTo>
                <ns1:cubicBezTo>
                  <ns1:pt x="28" y="87"/>
                  <ns1:pt x="28" y="87"/>
                  <ns1:pt x="28" y="87"/>
                </ns1:cubicBezTo>
                <ns1:cubicBezTo>
                  <ns1:pt x="52" y="74"/>
                  <ns1:pt x="52" y="74"/>
                  <ns1:pt x="52" y="74"/>
                </ns1:cubicBezTo>
                <ns1:cubicBezTo>
                  <ns1:pt x="75" y="87"/>
                  <ns1:pt x="75" y="87"/>
                  <ns1:pt x="75" y="87"/>
                </ns1:cubicBezTo>
                <ns1:cubicBezTo>
                  <ns1:pt x="71" y="60"/>
                  <ns1:pt x="71" y="60"/>
                  <ns1:pt x="71" y="60"/>
                </ns1:cubicBezTo>
                <ns1:lnTo>
                  <ns1:pt x="90" y="42"/>
                </ns1:lnTo>
                <ns1:close/>
              </ns1:path>
            </ns1:pathLst>
          </ns1:custGeom>
          <ns1:solidFill>
            <ns1:srgbClr val="010101"/>
          </ns1:solidFill>
          <ns1:ln>
            <ns1:noFill/>
          </ns1:ln>
          <ns1:extLst>
            <ns1:ext uri="{91240B29-F687-4F45-9708-019B960494DF}">
              <ns2:hiddenLine w="9525">
                <ns1:solidFill>
                  <ns1:srgbClr val="000000"/>
                </ns1:solidFill>
                <ns1:round/>
                <ns1:headEnd/>
                <ns1:tailEnd/>
              </ns2:hiddenLine>
            </ns1:ext>
          </ns1:extLst>
        </ns0:spPr>
        <ns0:txBody>
          <ns1:bodyPr vert="horz" wrap="square" lIns="91440" tIns="45720" rIns="91440" bIns="45720" numCol="1" anchor="t" anchorCtr="0" compatLnSpc="1">
            <ns1:prstTxWarp prst="textNoShape">
              <ns1:avLst/>
            </ns1:prstTxWarp>
          </ns1:bodyPr>
          <ns1:lstStyle/>
          <ns1:p>
            <ns1:endParaRPr lang="en-US" sz="2700"/>
          </ns1:p>
        </ns0:txBody>
      </ns0:sp>
      <ns0:sp>
        <ns0:nvSpPr>
          <ns0:cNvPr id="62" name="Freeform 60"/>
          <ns0:cNvSpPr>
            <ns1:spLocks noEditPoints="1"/>
          </ns0:cNvSpPr>
          <ns0:nvPr/>
        </ns0:nvSpPr>
        <ns0:spPr bwMode="auto">
          <ns1:xfrm>
            <ns1:off x="5600701" y="631826"/>
            <ns1:ext cx="330200" cy="355600"/>
          </ns1:xfrm>
          <ns1:custGeom>
            <ns1:avLst/>
            <ns1:gdLst>
              <ns1:gd name="T0" fmla="*/ 71 w 88"/>
              <ns1:gd name="T1" fmla="*/ 95 h 95"/>
              <ns1:gd name="T2" fmla="*/ 17 w 88"/>
              <ns1:gd name="T3" fmla="*/ 95 h 95"/>
              <ns1:gd name="T4" fmla="*/ 0 w 88"/>
              <ns1:gd name="T5" fmla="*/ 79 h 95"/>
              <ns1:gd name="T6" fmla="*/ 22 w 88"/>
              <ns1:gd name="T7" fmla="*/ 44 h 95"/>
              <ns1:gd name="T8" fmla="*/ 44 w 88"/>
              <ns1:gd name="T9" fmla="*/ 52 h 95"/>
              <ns1:gd name="T10" fmla="*/ 67 w 88"/>
              <ns1:gd name="T11" fmla="*/ 44 h 95"/>
              <ns1:gd name="T12" fmla="*/ 88 w 88"/>
              <ns1:gd name="T13" fmla="*/ 79 h 95"/>
              <ns1:gd name="T14" fmla="*/ 71 w 88"/>
              <ns1:gd name="T15" fmla="*/ 95 h 95"/>
              <ns1:gd name="T16" fmla="*/ 44 w 88"/>
              <ns1:gd name="T17" fmla="*/ 48 h 95"/>
              <ns1:gd name="T18" fmla="*/ 20 w 88"/>
              <ns1:gd name="T19" fmla="*/ 24 h 95"/>
              <ns1:gd name="T20" fmla="*/ 44 w 88"/>
              <ns1:gd name="T21" fmla="*/ 0 h 95"/>
              <ns1:gd name="T22" fmla="*/ 68 w 88"/>
              <ns1:gd name="T23" fmla="*/ 24 h 95"/>
              <ns1:gd name="T24" fmla="*/ 44 w 88"/>
              <ns1:gd name="T25" fmla="*/ 48 h 95"/>
            </ns1:gdLst>
            <ns1:ahLst/>
            <ns1:cxnLst>
              <ns1:cxn ang="0">
                <ns1:pos x="T0" y="T1"/>
              </ns1:cxn>
              <ns1:cxn ang="0">
                <ns1:pos x="T2" y="T3"/>
              </ns1:cxn>
              <ns1:cxn ang="0">
                <ns1:pos x="T4" y="T5"/>
              </ns1:cxn>
              <ns1:cxn ang="0">
                <ns1:pos x="T6" y="T7"/>
              </ns1:cxn>
              <ns1:cxn ang="0">
                <ns1:pos x="T8" y="T9"/>
              </ns1:cxn>
              <ns1:cxn ang="0">
                <ns1:pos x="T10" y="T11"/>
              </ns1:cxn>
              <ns1:cxn ang="0">
                <ns1:pos x="T12" y="T13"/>
              </ns1:cxn>
              <ns1:cxn ang="0">
                <ns1:pos x="T14" y="T15"/>
              </ns1:cxn>
              <ns1:cxn ang="0">
                <ns1:pos x="T16" y="T17"/>
              </ns1:cxn>
              <ns1:cxn ang="0">
                <ns1:pos x="T18" y="T19"/>
              </ns1:cxn>
              <ns1:cxn ang="0">
                <ns1:pos x="T20" y="T21"/>
              </ns1:cxn>
              <ns1:cxn ang="0">
                <ns1:pos x="T22" y="T23"/>
              </ns1:cxn>
              <ns1:cxn ang="0">
                <ns1:pos x="T24" y="T25"/>
              </ns1:cxn>
            </ns1:cxnLst>
            <ns1:rect l="0" t="0" r="r" b="b"/>
            <ns1:pathLst>
              <ns1:path w="88" h="95">
                <ns1:moveTo>
                  <ns1:pt x="71" y="95"/>
                </ns1:moveTo>
                <ns1:cubicBezTo>
                  <ns1:pt x="17" y="95"/>
                  <ns1:pt x="17" y="95"/>
                  <ns1:pt x="17" y="95"/>
                </ns1:cubicBezTo>
                <ns1:cubicBezTo>
                  <ns1:pt x="7" y="95"/>
                  <ns1:pt x="0" y="89"/>
                  <ns1:pt x="0" y="79"/>
                </ns1:cubicBezTo>
                <ns1:cubicBezTo>
                  <ns1:pt x="0" y="65"/>
                  <ns1:pt x="4" y="44"/>
                  <ns1:pt x="22" y="44"/>
                </ns1:cubicBezTo>
                <ns1:cubicBezTo>
                  <ns1:pt x="24" y="44"/>
                  <ns1:pt x="32" y="52"/>
                  <ns1:pt x="44" y="52"/>
                </ns1:cubicBezTo>
                <ns1:cubicBezTo>
                  <ns1:pt x="56" y="52"/>
                  <ns1:pt x="65" y="44"/>
                  <ns1:pt x="67" y="44"/>
                </ns1:cubicBezTo>
                <ns1:cubicBezTo>
                  <ns1:pt x="85" y="44"/>
                  <ns1:pt x="88" y="65"/>
                  <ns1:pt x="88" y="79"/>
                </ns1:cubicBezTo>
                <ns1:cubicBezTo>
                  <ns1:pt x="88" y="89"/>
                  <ns1:pt x="81" y="95"/>
                  <ns1:pt x="71" y="95"/>
                </ns1:cubicBezTo>
                <ns1:close/>
                <ns1:moveTo>
                  <ns1:pt x="44" y="48"/>
                </ns1:moveTo>
                <ns1:cubicBezTo>
                  <ns1:pt x="31" y="48"/>
                  <ns1:pt x="20" y="37"/>
                  <ns1:pt x="20" y="24"/>
                </ns1:cubicBezTo>
                <ns1:cubicBezTo>
                  <ns1:pt x="20" y="10"/>
                  <ns1:pt x="31" y="0"/>
                  <ns1:pt x="44" y="0"/>
                </ns1:cubicBezTo>
                <ns1:cubicBezTo>
                  <ns1:pt x="57" y="0"/>
                  <ns1:pt x="68" y="10"/>
                  <ns1:pt x="68" y="24"/>
                </ns1:cubicBezTo>
                <ns1:cubicBezTo>
                  <ns1:pt x="68" y="37"/>
                  <ns1:pt x="57" y="48"/>
                  <ns1:pt x="44" y="48"/>
                </ns1:cubicBezTo>
                <ns1:close/>
              </ns1:path>
            </ns1:pathLst>
          </ns1:custGeom>
          <ns1:solidFill>
            <ns1:srgbClr val="010101"/>
          </ns1:solidFill>
          <ns1:ln>
            <ns1:noFill/>
          </ns1:ln>
          <ns1:extLst>
            <ns1:ext uri="{91240B29-F687-4F45-9708-019B960494DF}">
              <ns2:hiddenLine w="9525">
                <ns1:solidFill>
                  <ns1:srgbClr val="000000"/>
                </ns1:solidFill>
                <ns1:round/>
                <ns1:headEnd/>
                <ns1:tailEnd/>
              </ns2:hiddenLine>
            </ns1:ext>
          </ns1:extLst>
        </ns0:spPr>
        <ns0:txBody>
          <ns1:bodyPr vert="horz" wrap="square" lIns="91440" tIns="45720" rIns="91440" bIns="45720" numCol="1" anchor="t" anchorCtr="0" compatLnSpc="1">
            <ns1:prstTxWarp prst="textNoShape">
              <ns1:avLst/>
            </ns1:prstTxWarp>
          </ns1:bodyPr>
          <ns1:lstStyle/>
          <ns1:p>
            <ns1:endParaRPr lang="en-US" sz="2700"/>
          </ns1:p>
        </ns0:txBody>
      </ns0:sp>
      <ns0:sp>
        <ns0:nvSpPr>
          <ns0:cNvPr id="63" name="Freeform 61"/>
          <ns0:cNvSpPr>
            <ns1:spLocks noEditPoints="1"/>
          </ns0:cNvSpPr>
          <ns0:nvPr/>
        </ns0:nvSpPr>
        <ns0:spPr bwMode="auto">
          <ns1:xfrm>
            <ns1:off x="6186488" y="631827"/>
            <ns1:ext cx="450850" cy="385763"/>
          </ns1:xfrm>
          <ns1:custGeom>
            <ns1:avLst/>
            <ns1:gdLst>
              <ns1:gd name="T0" fmla="*/ 110 w 120"/>
              <ns1:gd name="T1" fmla="*/ 103 h 103"/>
              <ns1:gd name="T2" fmla="*/ 0 w 120"/>
              <ns1:gd name="T3" fmla="*/ 93 h 103"/>
              <ns1:gd name="T4" fmla="*/ 10 w 120"/>
              <ns1:gd name="T5" fmla="*/ 0 h 103"/>
              <ns1:gd name="T6" fmla="*/ 120 w 120"/>
              <ns1:gd name="T7" fmla="*/ 10 h 103"/>
              <ns1:gd name="T8" fmla="*/ 24 w 120"/>
              <ns1:gd name="T9" fmla="*/ 12 h 103"/>
              <ns1:gd name="T10" fmla="*/ 12 w 120"/>
              <ns1:gd name="T11" fmla="*/ 8 h 103"/>
              <ns1:gd name="T12" fmla="*/ 8 w 120"/>
              <ns1:gd name="T13" fmla="*/ 20 h 103"/>
              <ns1:gd name="T14" fmla="*/ 20 w 120"/>
              <ns1:gd name="T15" fmla="*/ 24 h 103"/>
              <ns1:gd name="T16" fmla="*/ 24 w 120"/>
              <ns1:gd name="T17" fmla="*/ 12 h 103"/>
              <ns1:gd name="T18" fmla="*/ 20 w 120"/>
              <ns1:gd name="T19" fmla="*/ 32 h 103"/>
              <ns1:gd name="T20" fmla="*/ 8 w 120"/>
              <ns1:gd name="T21" fmla="*/ 36 h 103"/>
              <ns1:gd name="T22" fmla="*/ 12 w 120"/>
              <ns1:gd name="T23" fmla="*/ 48 h 103"/>
              <ns1:gd name="T24" fmla="*/ 24 w 120"/>
              <ns1:gd name="T25" fmla="*/ 44 h 103"/>
              <ns1:gd name="T26" fmla="*/ 24 w 120"/>
              <ns1:gd name="T27" fmla="*/ 59 h 103"/>
              <ns1:gd name="T28" fmla="*/ 12 w 120"/>
              <ns1:gd name="T29" fmla="*/ 56 h 103"/>
              <ns1:gd name="T30" fmla="*/ 8 w 120"/>
              <ns1:gd name="T31" fmla="*/ 67 h 103"/>
              <ns1:gd name="T32" fmla="*/ 20 w 120"/>
              <ns1:gd name="T33" fmla="*/ 71 h 103"/>
              <ns1:gd name="T34" fmla="*/ 24 w 120"/>
              <ns1:gd name="T35" fmla="*/ 59 h 103"/>
              <ns1:gd name="T36" fmla="*/ 20 w 120"/>
              <ns1:gd name="T37" fmla="*/ 79 h 103"/>
              <ns1:gd name="T38" fmla="*/ 8 w 120"/>
              <ns1:gd name="T39" fmla="*/ 83 h 103"/>
              <ns1:gd name="T40" fmla="*/ 12 w 120"/>
              <ns1:gd name="T41" fmla="*/ 95 h 103"/>
              <ns1:gd name="T42" fmla="*/ 24 w 120"/>
              <ns1:gd name="T43" fmla="*/ 91 h 103"/>
              <ns1:gd name="T44" fmla="*/ 88 w 120"/>
              <ns1:gd name="T45" fmla="*/ 12 h 103"/>
              <ns1:gd name="T46" fmla="*/ 36 w 120"/>
              <ns1:gd name="T47" fmla="*/ 8 h 103"/>
              <ns1:gd name="T48" fmla="*/ 32 w 120"/>
              <ns1:gd name="T49" fmla="*/ 44 h 103"/>
              <ns1:gd name="T50" fmla="*/ 84 w 120"/>
              <ns1:gd name="T51" fmla="*/ 48 h 103"/>
              <ns1:gd name="T52" fmla="*/ 88 w 120"/>
              <ns1:gd name="T53" fmla="*/ 12 h 103"/>
              <ns1:gd name="T54" fmla="*/ 84 w 120"/>
              <ns1:gd name="T55" fmla="*/ 56 h 103"/>
              <ns1:gd name="T56" fmla="*/ 32 w 120"/>
              <ns1:gd name="T57" fmla="*/ 59 h 103"/>
              <ns1:gd name="T58" fmla="*/ 36 w 120"/>
              <ns1:gd name="T59" fmla="*/ 95 h 103"/>
              <ns1:gd name="T60" fmla="*/ 88 w 120"/>
              <ns1:gd name="T61" fmla="*/ 91 h 103"/>
              <ns1:gd name="T62" fmla="*/ 112 w 120"/>
              <ns1:gd name="T63" fmla="*/ 12 h 103"/>
              <ns1:gd name="T64" fmla="*/ 100 w 120"/>
              <ns1:gd name="T65" fmla="*/ 8 h 103"/>
              <ns1:gd name="T66" fmla="*/ 96 w 120"/>
              <ns1:gd name="T67" fmla="*/ 20 h 103"/>
              <ns1:gd name="T68" fmla="*/ 108 w 120"/>
              <ns1:gd name="T69" fmla="*/ 24 h 103"/>
              <ns1:gd name="T70" fmla="*/ 112 w 120"/>
              <ns1:gd name="T71" fmla="*/ 12 h 103"/>
              <ns1:gd name="T72" fmla="*/ 108 w 120"/>
              <ns1:gd name="T73" fmla="*/ 32 h 103"/>
              <ns1:gd name="T74" fmla="*/ 96 w 120"/>
              <ns1:gd name="T75" fmla="*/ 36 h 103"/>
              <ns1:gd name="T76" fmla="*/ 100 w 120"/>
              <ns1:gd name="T77" fmla="*/ 48 h 103"/>
              <ns1:gd name="T78" fmla="*/ 112 w 120"/>
              <ns1:gd name="T79" fmla="*/ 44 h 103"/>
              <ns1:gd name="T80" fmla="*/ 112 w 120"/>
              <ns1:gd name="T81" fmla="*/ 59 h 103"/>
              <ns1:gd name="T82" fmla="*/ 100 w 120"/>
              <ns1:gd name="T83" fmla="*/ 56 h 103"/>
              <ns1:gd name="T84" fmla="*/ 96 w 120"/>
              <ns1:gd name="T85" fmla="*/ 67 h 103"/>
              <ns1:gd name="T86" fmla="*/ 108 w 120"/>
              <ns1:gd name="T87" fmla="*/ 71 h 103"/>
              <ns1:gd name="T88" fmla="*/ 112 w 120"/>
              <ns1:gd name="T89" fmla="*/ 59 h 103"/>
              <ns1:gd name="T90" fmla="*/ 108 w 120"/>
              <ns1:gd name="T91" fmla="*/ 79 h 103"/>
              <ns1:gd name="T92" fmla="*/ 96 w 120"/>
              <ns1:gd name="T93" fmla="*/ 83 h 103"/>
              <ns1:gd name="T94" fmla="*/ 100 w 120"/>
              <ns1:gd name="T95" fmla="*/ 95 h 103"/>
              <ns1:gd name="T96" fmla="*/ 112 w 120"/>
              <ns1:gd name="T97" fmla="*/ 91 h 103"/>
            </ns1:gdLst>
            <ns1:ahLst/>
            <ns1:cxnLst>
              <ns1:cxn ang="0">
                <ns1:pos x="T0" y="T1"/>
              </ns1:cxn>
              <ns1:cxn ang="0">
                <ns1:pos x="T2" y="T3"/>
              </ns1:cxn>
              <ns1:cxn ang="0">
                <ns1:pos x="T4" y="T5"/>
              </ns1:cxn>
              <ns1:cxn ang="0">
                <ns1:pos x="T6" y="T7"/>
              </ns1:cxn>
              <ns1:cxn ang="0">
                <ns1:pos x="T8" y="T9"/>
              </ns1:cxn>
              <ns1:cxn ang="0">
                <ns1:pos x="T10" y="T11"/>
              </ns1:cxn>
              <ns1:cxn ang="0">
                <ns1:pos x="T12" y="T13"/>
              </ns1:cxn>
              <ns1:cxn ang="0">
                <ns1:pos x="T14" y="T15"/>
              </ns1:cxn>
              <ns1:cxn ang="0">
                <ns1:pos x="T16" y="T17"/>
              </ns1:cxn>
              <ns1:cxn ang="0">
                <ns1:pos x="T18" y="T19"/>
              </ns1:cxn>
              <ns1:cxn ang="0">
                <ns1:pos x="T20" y="T21"/>
              </ns1:cxn>
              <ns1:cxn ang="0">
                <ns1:pos x="T22" y="T23"/>
              </ns1:cxn>
              <ns1:cxn ang="0">
                <ns1:pos x="T24" y="T25"/>
              </ns1:cxn>
              <ns1:cxn ang="0">
                <ns1:pos x="T26" y="T27"/>
              </ns1:cxn>
              <ns1:cxn ang="0">
                <ns1:pos x="T28" y="T29"/>
              </ns1:cxn>
              <ns1:cxn ang="0">
                <ns1:pos x="T30" y="T31"/>
              </ns1:cxn>
              <ns1:cxn ang="0">
                <ns1:pos x="T32" y="T33"/>
              </ns1:cxn>
              <ns1:cxn ang="0">
                <ns1:pos x="T34" y="T35"/>
              </ns1:cxn>
              <ns1:cxn ang="0">
                <ns1:pos x="T36" y="T37"/>
              </ns1:cxn>
              <ns1:cxn ang="0">
                <ns1:pos x="T38" y="T39"/>
              </ns1:cxn>
              <ns1:cxn ang="0">
                <ns1:pos x="T40" y="T41"/>
              </ns1:cxn>
              <ns1:cxn ang="0">
                <ns1:pos x="T42" y="T43"/>
              </ns1:cxn>
              <ns1:cxn ang="0">
                <ns1:pos x="T44" y="T45"/>
              </ns1:cxn>
              <ns1:cxn ang="0">
                <ns1:pos x="T46" y="T47"/>
              </ns1:cxn>
              <ns1:cxn ang="0">
                <ns1:pos x="T48" y="T49"/>
              </ns1:cxn>
              <ns1:cxn ang="0">
                <ns1:pos x="T50" y="T51"/>
              </ns1:cxn>
              <ns1:cxn ang="0">
                <ns1:pos x="T52" y="T53"/>
              </ns1:cxn>
              <ns1:cxn ang="0">
                <ns1:pos x="T54" y="T55"/>
              </ns1:cxn>
              <ns1:cxn ang="0">
                <ns1:pos x="T56" y="T57"/>
              </ns1:cxn>
              <ns1:cxn ang="0">
                <ns1:pos x="T58" y="T59"/>
              </ns1:cxn>
              <ns1:cxn ang="0">
                <ns1:pos x="T60" y="T61"/>
              </ns1:cxn>
              <ns1:cxn ang="0">
                <ns1:pos x="T62" y="T63"/>
              </ns1:cxn>
              <ns1:cxn ang="0">
                <ns1:pos x="T64" y="T65"/>
              </ns1:cxn>
              <ns1:cxn ang="0">
                <ns1:pos x="T66" y="T67"/>
              </ns1:cxn>
              <ns1:cxn ang="0">
                <ns1:pos x="T68" y="T69"/>
              </ns1:cxn>
              <ns1:cxn ang="0">
                <ns1:pos x="T70" y="T71"/>
              </ns1:cxn>
              <ns1:cxn ang="0">
                <ns1:pos x="T72" y="T73"/>
              </ns1:cxn>
              <ns1:cxn ang="0">
                <ns1:pos x="T74" y="T75"/>
              </ns1:cxn>
              <ns1:cxn ang="0">
                <ns1:pos x="T76" y="T77"/>
              </ns1:cxn>
              <ns1:cxn ang="0">
                <ns1:pos x="T78" y="T79"/>
              </ns1:cxn>
              <ns1:cxn ang="0">
                <ns1:pos x="T80" y="T81"/>
              </ns1:cxn>
              <ns1:cxn ang="0">
                <ns1:pos x="T82" y="T83"/>
              </ns1:cxn>
              <ns1:cxn ang="0">
                <ns1:pos x="T84" y="T85"/>
              </ns1:cxn>
              <ns1:cxn ang="0">
                <ns1:pos x="T86" y="T87"/>
              </ns1:cxn>
              <ns1:cxn ang="0">
                <ns1:pos x="T88" y="T89"/>
              </ns1:cxn>
              <ns1:cxn ang="0">
                <ns1:pos x="T90" y="T91"/>
              </ns1:cxn>
              <ns1:cxn ang="0">
                <ns1:pos x="T92" y="T93"/>
              </ns1:cxn>
              <ns1:cxn ang="0">
                <ns1:pos x="T94" y="T95"/>
              </ns1:cxn>
              <ns1:cxn ang="0">
                <ns1:pos x="T96" y="T97"/>
              </ns1:cxn>
            </ns1:cxnLst>
            <ns1:rect l="0" t="0" r="r" b="b"/>
            <ns1:pathLst>
              <ns1:path w="120" h="103">
                <ns1:moveTo>
                  <ns1:pt x="120" y="93"/>
                </ns1:moveTo>
                <ns1:cubicBezTo>
                  <ns1:pt x="120" y="99"/>
                  <ns1:pt x="116" y="103"/>
                  <ns1:pt x="110" y="103"/>
                </ns1:cubicBezTo>
                <ns1:cubicBezTo>
                  <ns1:pt x="10" y="103"/>
                  <ns1:pt x="10" y="103"/>
                  <ns1:pt x="10" y="103"/>
                </ns1:cubicBezTo>
                <ns1:cubicBezTo>
                  <ns1:pt x="5" y="103"/>
                  <ns1:pt x="0" y="99"/>
                  <ns1:pt x="0" y="93"/>
                </ns1:cubicBezTo>
                <ns1:cubicBezTo>
                  <ns1:pt x="0" y="10"/>
                  <ns1:pt x="0" y="10"/>
                  <ns1:pt x="0" y="10"/>
                </ns1:cubicBezTo>
                <ns1:cubicBezTo>
                  <ns1:pt x="0" y="4"/>
                  <ns1:pt x="5" y="0"/>
                  <ns1:pt x="10" y="0"/>
                </ns1:cubicBezTo>
                <ns1:cubicBezTo>
                  <ns1:pt x="110" y="0"/>
                  <ns1:pt x="110" y="0"/>
                  <ns1:pt x="110" y="0"/>
                </ns1:cubicBezTo>
                <ns1:cubicBezTo>
                  <ns1:pt x="116" y="0"/>
                  <ns1:pt x="120" y="4"/>
                  <ns1:pt x="120" y="10"/>
                </ns1:cubicBezTo>
                <ns1:lnTo>
                  <ns1:pt x="120" y="93"/>
                </ns1:lnTo>
                <ns1:close/>
                <ns1:moveTo>
                  <ns1:pt x="24" y="12"/>
                </ns1:moveTo>
                <ns1:cubicBezTo>
                  <ns1:pt x="24" y="9"/>
                  <ns1:pt x="23" y="8"/>
                  <ns1:pt x="20" y="8"/>
                </ns1:cubicBezTo>
                <ns1:cubicBezTo>
                  <ns1:pt x="12" y="8"/>
                  <ns1:pt x="12" y="8"/>
                  <ns1:pt x="12" y="8"/>
                </ns1:cubicBezTo>
                <ns1:cubicBezTo>
                  <ns1:pt x="10" y="8"/>
                  <ns1:pt x="8" y="9"/>
                  <ns1:pt x="8" y="12"/>
                </ns1:cubicBezTo>
                <ns1:cubicBezTo>
                  <ns1:pt x="8" y="20"/>
                  <ns1:pt x="8" y="20"/>
                  <ns1:pt x="8" y="20"/>
                </ns1:cubicBezTo>
                <ns1:cubicBezTo>
                  <ns1:pt x="8" y="22"/>
                  <ns1:pt x="10" y="24"/>
                  <ns1:pt x="12" y="24"/>
                </ns1:cubicBezTo>
                <ns1:cubicBezTo>
                  <ns1:pt x="20" y="24"/>
                  <ns1:pt x="20" y="24"/>
                  <ns1:pt x="20" y="24"/>
                </ns1:cubicBezTo>
                <ns1:cubicBezTo>
                  <ns1:pt x="23" y="24"/>
                  <ns1:pt x="24" y="22"/>
                  <ns1:pt x="24" y="20"/>
                </ns1:cubicBezTo>
                <ns1:lnTo>
                  <ns1:pt x="24" y="12"/>
                </ns1:lnTo>
                <ns1:close/>
                <ns1:moveTo>
                  <ns1:pt x="24" y="36"/>
                </ns1:moveTo>
                <ns1:cubicBezTo>
                  <ns1:pt x="24" y="33"/>
                  <ns1:pt x="23" y="32"/>
                  <ns1:pt x="20" y="32"/>
                </ns1:cubicBezTo>
                <ns1:cubicBezTo>
                  <ns1:pt x="12" y="32"/>
                  <ns1:pt x="12" y="32"/>
                  <ns1:pt x="12" y="32"/>
                </ns1:cubicBezTo>
                <ns1:cubicBezTo>
                  <ns1:pt x="10" y="32"/>
                  <ns1:pt x="8" y="33"/>
                  <ns1:pt x="8" y="36"/>
                </ns1:cubicBezTo>
                <ns1:cubicBezTo>
                  <ns1:pt x="8" y="44"/>
                  <ns1:pt x="8" y="44"/>
                  <ns1:pt x="8" y="44"/>
                </ns1:cubicBezTo>
                <ns1:cubicBezTo>
                  <ns1:pt x="8" y="46"/>
                  <ns1:pt x="10" y="48"/>
                  <ns1:pt x="12" y="48"/>
                </ns1:cubicBezTo>
                <ns1:cubicBezTo>
                  <ns1:pt x="20" y="48"/>
                  <ns1:pt x="20" y="48"/>
                  <ns1:pt x="20" y="48"/>
                </ns1:cubicBezTo>
                <ns1:cubicBezTo>
                  <ns1:pt x="23" y="48"/>
                  <ns1:pt x="24" y="46"/>
                  <ns1:pt x="24" y="44"/>
                </ns1:cubicBezTo>
                <ns1:lnTo>
                  <ns1:pt x="24" y="36"/>
                </ns1:lnTo>
                <ns1:close/>
                <ns1:moveTo>
                  <ns1:pt x="24" y="59"/>
                </ns1:moveTo>
                <ns1:cubicBezTo>
                  <ns1:pt x="24" y="57"/>
                  <ns1:pt x="23" y="56"/>
                  <ns1:pt x="20" y="56"/>
                </ns1:cubicBezTo>
                <ns1:cubicBezTo>
                  <ns1:pt x="12" y="56"/>
                  <ns1:pt x="12" y="56"/>
                  <ns1:pt x="12" y="56"/>
                </ns1:cubicBezTo>
                <ns1:cubicBezTo>
                  <ns1:pt x="10" y="56"/>
                  <ns1:pt x="8" y="57"/>
                  <ns1:pt x="8" y="59"/>
                </ns1:cubicBezTo>
                <ns1:cubicBezTo>
                  <ns1:pt x="8" y="67"/>
                  <ns1:pt x="8" y="67"/>
                  <ns1:pt x="8" y="67"/>
                </ns1:cubicBezTo>
                <ns1:cubicBezTo>
                  <ns1:pt x="8" y="70"/>
                  <ns1:pt x="10" y="71"/>
                  <ns1:pt x="12" y="71"/>
                </ns1:cubicBezTo>
                <ns1:cubicBezTo>
                  <ns1:pt x="20" y="71"/>
                  <ns1:pt x="20" y="71"/>
                  <ns1:pt x="20" y="71"/>
                </ns1:cubicBezTo>
                <ns1:cubicBezTo>
                  <ns1:pt x="23" y="71"/>
                  <ns1:pt x="24" y="70"/>
                  <ns1:pt x="24" y="67"/>
                </ns1:cubicBezTo>
                <ns1:lnTo>
                  <ns1:pt x="24" y="59"/>
                </ns1:lnTo>
                <ns1:close/>
                <ns1:moveTo>
                  <ns1:pt x="24" y="83"/>
                </ns1:moveTo>
                <ns1:cubicBezTo>
                  <ns1:pt x="24" y="81"/>
                  <ns1:pt x="23" y="79"/>
                  <ns1:pt x="20" y="79"/>
                </ns1:cubicBezTo>
                <ns1:cubicBezTo>
                  <ns1:pt x="12" y="79"/>
                  <ns1:pt x="12" y="79"/>
                  <ns1:pt x="12" y="79"/>
                </ns1:cubicBezTo>
                <ns1:cubicBezTo>
                  <ns1:pt x="10" y="79"/>
                  <ns1:pt x="8" y="81"/>
                  <ns1:pt x="8" y="83"/>
                </ns1:cubicBezTo>
                <ns1:cubicBezTo>
                  <ns1:pt x="8" y="91"/>
                  <ns1:pt x="8" y="91"/>
                  <ns1:pt x="8" y="91"/>
                </ns1:cubicBezTo>
                <ns1:cubicBezTo>
                  <ns1:pt x="8" y="94"/>
                  <ns1:pt x="10" y="95"/>
                  <ns1:pt x="12" y="95"/>
                </ns1:cubicBezTo>
                <ns1:cubicBezTo>
                  <ns1:pt x="20" y="95"/>
                  <ns1:pt x="20" y="95"/>
                  <ns1:pt x="20" y="95"/>
                </ns1:cubicBezTo>
                <ns1:cubicBezTo>
                  <ns1:pt x="23" y="95"/>
                  <ns1:pt x="24" y="94"/>
                  <ns1:pt x="24" y="91"/>
                </ns1:cubicBezTo>
                <ns1:lnTo>
                  <ns1:pt x="24" y="83"/>
                </ns1:lnTo>
                <ns1:close/>
                <ns1:moveTo>
                  <ns1:pt x="88" y="12"/>
                </ns1:moveTo>
                <ns1:cubicBezTo>
                  <ns1:pt x="88" y="9"/>
                  <ns1:pt x="86" y="8"/>
                  <ns1:pt x="84" y="8"/>
                </ns1:cubicBezTo>
                <ns1:cubicBezTo>
                  <ns1:pt x="36" y="8"/>
                  <ns1:pt x="36" y="8"/>
                  <ns1:pt x="36" y="8"/>
                </ns1:cubicBezTo>
                <ns1:cubicBezTo>
                  <ns1:pt x="34" y="8"/>
                  <ns1:pt x="32" y="9"/>
                  <ns1:pt x="32" y="12"/>
                </ns1:cubicBezTo>
                <ns1:cubicBezTo>
                  <ns1:pt x="32" y="44"/>
                  <ns1:pt x="32" y="44"/>
                  <ns1:pt x="32" y="44"/>
                </ns1:cubicBezTo>
                <ns1:cubicBezTo>
                  <ns1:pt x="32" y="46"/>
                  <ns1:pt x="34" y="48"/>
                  <ns1:pt x="36" y="48"/>
                </ns1:cubicBezTo>
                <ns1:cubicBezTo>
                  <ns1:pt x="84" y="48"/>
                  <ns1:pt x="84" y="48"/>
                  <ns1:pt x="84" y="48"/>
                </ns1:cubicBezTo>
                <ns1:cubicBezTo>
                  <ns1:pt x="86" y="48"/>
                  <ns1:pt x="88" y="46"/>
                  <ns1:pt x="88" y="44"/>
                </ns1:cubicBezTo>
                <ns1:lnTo>
                  <ns1:pt x="88" y="12"/>
                </ns1:lnTo>
                <ns1:close/>
                <ns1:moveTo>
                  <ns1:pt x="88" y="59"/>
                </ns1:moveTo>
                <ns1:cubicBezTo>
                  <ns1:pt x="88" y="57"/>
                  <ns1:pt x="86" y="56"/>
                  <ns1:pt x="84" y="56"/>
                </ns1:cubicBezTo>
                <ns1:cubicBezTo>
                  <ns1:pt x="36" y="56"/>
                  <ns1:pt x="36" y="56"/>
                  <ns1:pt x="36" y="56"/>
                </ns1:cubicBezTo>
                <ns1:cubicBezTo>
                  <ns1:pt x="34" y="56"/>
                  <ns1:pt x="32" y="57"/>
                  <ns1:pt x="32" y="59"/>
                </ns1:cubicBezTo>
                <ns1:cubicBezTo>
                  <ns1:pt x="32" y="91"/>
                  <ns1:pt x="32" y="91"/>
                  <ns1:pt x="32" y="91"/>
                </ns1:cubicBezTo>
                <ns1:cubicBezTo>
                  <ns1:pt x="32" y="94"/>
                  <ns1:pt x="34" y="95"/>
                  <ns1:pt x="36" y="95"/>
                </ns1:cubicBezTo>
                <ns1:cubicBezTo>
                  <ns1:pt x="84" y="95"/>
                  <ns1:pt x="84" y="95"/>
                  <ns1:pt x="84" y="95"/>
                </ns1:cubicBezTo>
                <ns1:cubicBezTo>
                  <ns1:pt x="86" y="95"/>
                  <ns1:pt x="88" y="94"/>
                  <ns1:pt x="88" y="91"/>
                </ns1:cubicBezTo>
                <ns1:lnTo>
                  <ns1:pt x="88" y="59"/>
                </ns1:lnTo>
                <ns1:close/>
                <ns1:moveTo>
                  <ns1:pt x="112" y="12"/>
                </ns1:moveTo>
                <ns1:cubicBezTo>
                  <ns1:pt x="112" y="9"/>
                  <ns1:pt x="110" y="8"/>
                  <ns1:pt x="108" y="8"/>
                </ns1:cubicBezTo>
                <ns1:cubicBezTo>
                  <ns1:pt x="100" y="8"/>
                  <ns1:pt x="100" y="8"/>
                  <ns1:pt x="100" y="8"/>
                </ns1:cubicBezTo>
                <ns1:cubicBezTo>
                  <ns1:pt x="98" y="8"/>
                  <ns1:pt x="96" y="9"/>
                  <ns1:pt x="96" y="12"/>
                </ns1:cubicBezTo>
                <ns1:cubicBezTo>
                  <ns1:pt x="96" y="20"/>
                  <ns1:pt x="96" y="20"/>
                  <ns1:pt x="96" y="20"/>
                </ns1:cubicBezTo>
                <ns1:cubicBezTo>
                  <ns1:pt x="96" y="22"/>
                  <ns1:pt x="98" y="24"/>
                  <ns1:pt x="100" y="24"/>
                </ns1:cubicBezTo>
                <ns1:cubicBezTo>
                  <ns1:pt x="108" y="24"/>
                  <ns1:pt x="108" y="24"/>
                  <ns1:pt x="108" y="24"/>
                </ns1:cubicBezTo>
                <ns1:cubicBezTo>
                  <ns1:pt x="110" y="24"/>
                  <ns1:pt x="112" y="22"/>
                  <ns1:pt x="112" y="20"/>
                </ns1:cubicBezTo>
                <ns1:lnTo>
                  <ns1:pt x="112" y="12"/>
                </ns1:lnTo>
                <ns1:close/>
                <ns1:moveTo>
                  <ns1:pt x="112" y="36"/>
                </ns1:moveTo>
                <ns1:cubicBezTo>
                  <ns1:pt x="112" y="33"/>
                  <ns1:pt x="110" y="32"/>
                  <ns1:pt x="108" y="32"/>
                </ns1:cubicBezTo>
                <ns1:cubicBezTo>
                  <ns1:pt x="100" y="32"/>
                  <ns1:pt x="100" y="32"/>
                  <ns1:pt x="100" y="32"/>
                </ns1:cubicBezTo>
                <ns1:cubicBezTo>
                  <ns1:pt x="98" y="32"/>
                  <ns1:pt x="96" y="33"/>
                  <ns1:pt x="96" y="36"/>
                </ns1:cubicBezTo>
                <ns1:cubicBezTo>
                  <ns1:pt x="96" y="44"/>
                  <ns1:pt x="96" y="44"/>
                  <ns1:pt x="96" y="44"/>
                </ns1:cubicBezTo>
                <ns1:cubicBezTo>
                  <ns1:pt x="96" y="46"/>
                  <ns1:pt x="98" y="48"/>
                  <ns1:pt x="100" y="48"/>
                </ns1:cubicBezTo>
                <ns1:cubicBezTo>
                  <ns1:pt x="108" y="48"/>
                  <ns1:pt x="108" y="48"/>
                  <ns1:pt x="108" y="48"/>
                </ns1:cubicBezTo>
                <ns1:cubicBezTo>
                  <ns1:pt x="110" y="48"/>
                  <ns1:pt x="112" y="46"/>
                  <ns1:pt x="112" y="44"/>
                </ns1:cubicBezTo>
                <ns1:lnTo>
                  <ns1:pt x="112" y="36"/>
                </ns1:lnTo>
                <ns1:close/>
                <ns1:moveTo>
                  <ns1:pt x="112" y="59"/>
                </ns1:moveTo>
                <ns1:cubicBezTo>
                  <ns1:pt x="112" y="57"/>
                  <ns1:pt x="110" y="56"/>
                  <ns1:pt x="108" y="56"/>
                </ns1:cubicBezTo>
                <ns1:cubicBezTo>
                  <ns1:pt x="100" y="56"/>
                  <ns1:pt x="100" y="56"/>
                  <ns1:pt x="100" y="56"/>
                </ns1:cubicBezTo>
                <ns1:cubicBezTo>
                  <ns1:pt x="98" y="56"/>
                  <ns1:pt x="96" y="57"/>
                  <ns1:pt x="96" y="59"/>
                </ns1:cubicBezTo>
                <ns1:cubicBezTo>
                  <ns1:pt x="96" y="67"/>
                  <ns1:pt x="96" y="67"/>
                  <ns1:pt x="96" y="67"/>
                </ns1:cubicBezTo>
                <ns1:cubicBezTo>
                  <ns1:pt x="96" y="70"/>
                  <ns1:pt x="98" y="71"/>
                  <ns1:pt x="100" y="71"/>
                </ns1:cubicBezTo>
                <ns1:cubicBezTo>
                  <ns1:pt x="108" y="71"/>
                  <ns1:pt x="108" y="71"/>
                  <ns1:pt x="108" y="71"/>
                </ns1:cubicBezTo>
                <ns1:cubicBezTo>
                  <ns1:pt x="110" y="71"/>
                  <ns1:pt x="112" y="70"/>
                  <ns1:pt x="112" y="67"/>
                </ns1:cubicBezTo>
                <ns1:lnTo>
                  <ns1:pt x="112" y="59"/>
                </ns1:lnTo>
                <ns1:close/>
                <ns1:moveTo>
                  <ns1:pt x="112" y="83"/>
                </ns1:moveTo>
                <ns1:cubicBezTo>
                  <ns1:pt x="112" y="81"/>
                  <ns1:pt x="110" y="79"/>
                  <ns1:pt x="108" y="79"/>
                </ns1:cubicBezTo>
                <ns1:cubicBezTo>
                  <ns1:pt x="100" y="79"/>
                  <ns1:pt x="100" y="79"/>
                  <ns1:pt x="100" y="79"/>
                </ns1:cubicBezTo>
                <ns1:cubicBezTo>
                  <ns1:pt x="98" y="79"/>
                  <ns1:pt x="96" y="81"/>
                  <ns1:pt x="96" y="83"/>
                </ns1:cubicBezTo>
                <ns1:cubicBezTo>
                  <ns1:pt x="96" y="91"/>
                  <ns1:pt x="96" y="91"/>
                  <ns1:pt x="96" y="91"/>
                </ns1:cubicBezTo>
                <ns1:cubicBezTo>
                  <ns1:pt x="96" y="94"/>
                  <ns1:pt x="98" y="95"/>
                  <ns1:pt x="100" y="95"/>
                </ns1:cubicBezTo>
                <ns1:cubicBezTo>
                  <ns1:pt x="108" y="95"/>
                  <ns1:pt x="108" y="95"/>
                  <ns1:pt x="108" y="95"/>
                </ns1:cubicBezTo>
                <ns1:cubicBezTo>
                  <ns1:pt x="110" y="95"/>
                  <ns1:pt x="112" y="94"/>
                  <ns1:pt x="112" y="91"/>
                </ns1:cubicBezTo>
                <ns1:lnTo>
                  <ns1:pt x="112" y="83"/>
                </ns1:lnTo>
                <ns1:close/>
              </ns1:path>
            </ns1:pathLst>
          </ns1:custGeom>
          <ns1:solidFill>
            <ns1:srgbClr val="010101"/>
          </ns1:solidFill>
          <ns1:ln>
            <ns1:noFill/>
          </ns1:ln>
          <ns1:extLst>
            <ns1:ext uri="{91240B29-F687-4F45-9708-019B960494DF}">
              <ns2:hiddenLine w="9525">
                <ns1:solidFill>
                  <ns1:srgbClr val="000000"/>
                </ns1:solidFill>
                <ns1:round/>
                <ns1:headEnd/>
                <ns1:tailEnd/>
              </ns2:hiddenLine>
            </ns1:ext>
          </ns1:extLst>
        </ns0:spPr>
        <ns0:txBody>
          <ns1:bodyPr vert="horz" wrap="square" lIns="91440" tIns="45720" rIns="91440" bIns="45720" numCol="1" anchor="t" anchorCtr="0" compatLnSpc="1">
            <ns1:prstTxWarp prst="textNoShape">
              <ns1:avLst/>
            </ns1:prstTxWarp>
          </ns1:bodyPr>
          <ns1:lstStyle/>
          <ns1:p>
            <ns1:endParaRPr lang="en-US" sz="2700"/>
          </ns1:p>
        </ns0:txBody>
      </ns0:sp>
      <ns0:sp>
        <ns0:nvSpPr>
          <ns0:cNvPr id="64" name="Freeform 62"/>
          <ns0:cNvSpPr>
            <ns1:spLocks noEditPoints="1"/>
          </ns0:cNvSpPr>
          <ns0:nvPr/>
        </ns0:nvSpPr>
        <ns0:spPr bwMode="auto">
          <ns1:xfrm>
            <ns1:off x="6846888" y="601664"/>
            <ns1:ext cx="420688" cy="415925"/>
          </ns1:xfrm>
          <ns1:custGeom>
            <ns1:avLst/>
            <ns1:gdLst>
              <ns1:gd name="T0" fmla="*/ 112 w 112"/>
              <ns1:gd name="T1" fmla="*/ 105 h 111"/>
              <ns1:gd name="T2" fmla="*/ 106 w 112"/>
              <ns1:gd name="T3" fmla="*/ 111 h 111"/>
              <ns1:gd name="T4" fmla="*/ 46 w 112"/>
              <ns1:gd name="T5" fmla="*/ 111 h 111"/>
              <ns1:gd name="T6" fmla="*/ 40 w 112"/>
              <ns1:gd name="T7" fmla="*/ 105 h 111"/>
              <ns1:gd name="T8" fmla="*/ 40 w 112"/>
              <ns1:gd name="T9" fmla="*/ 95 h 111"/>
              <ns1:gd name="T10" fmla="*/ 6 w 112"/>
              <ns1:gd name="T11" fmla="*/ 95 h 111"/>
              <ns1:gd name="T12" fmla="*/ 0 w 112"/>
              <ns1:gd name="T13" fmla="*/ 89 h 111"/>
              <ns1:gd name="T14" fmla="*/ 0 w 112"/>
              <ns1:gd name="T15" fmla="*/ 6 h 111"/>
              <ns1:gd name="T16" fmla="*/ 6 w 112"/>
              <ns1:gd name="T17" fmla="*/ 0 h 111"/>
              <ns1:gd name="T18" fmla="*/ 74 w 112"/>
              <ns1:gd name="T19" fmla="*/ 0 h 111"/>
              <ns1:gd name="T20" fmla="*/ 80 w 112"/>
              <ns1:gd name="T21" fmla="*/ 6 h 111"/>
              <ns1:gd name="T22" fmla="*/ 80 w 112"/>
              <ns1:gd name="T23" fmla="*/ 26 h 111"/>
              <ns1:gd name="T24" fmla="*/ 82 w 112"/>
              <ns1:gd name="T25" fmla="*/ 28 h 111"/>
              <ns1:gd name="T26" fmla="*/ 108 w 112"/>
              <ns1:gd name="T27" fmla="*/ 53 h 111"/>
              <ns1:gd name="T28" fmla="*/ 112 w 112"/>
              <ns1:gd name="T29" fmla="*/ 64 h 111"/>
              <ns1:gd name="T30" fmla="*/ 112 w 112"/>
              <ns1:gd name="T31" fmla="*/ 105 h 111"/>
              <ns1:gd name="T32" fmla="*/ 64 w 112"/>
              <ns1:gd name="T33" fmla="*/ 10 h 111"/>
              <ns1:gd name="T34" fmla="*/ 62 w 112"/>
              <ns1:gd name="T35" fmla="*/ 8 h 111"/>
              <ns1:gd name="T36" fmla="*/ 18 w 112"/>
              <ns1:gd name="T37" fmla="*/ 8 h 111"/>
              <ns1:gd name="T38" fmla="*/ 16 w 112"/>
              <ns1:gd name="T39" fmla="*/ 10 h 111"/>
              <ns1:gd name="T40" fmla="*/ 16 w 112"/>
              <ns1:gd name="T41" fmla="*/ 14 h 111"/>
              <ns1:gd name="T42" fmla="*/ 18 w 112"/>
              <ns1:gd name="T43" fmla="*/ 16 h 111"/>
              <ns1:gd name="T44" fmla="*/ 62 w 112"/>
              <ns1:gd name="T45" fmla="*/ 16 h 111"/>
              <ns1:gd name="T46" fmla="*/ 64 w 112"/>
              <ns1:gd name="T47" fmla="*/ 14 h 111"/>
              <ns1:gd name="T48" fmla="*/ 64 w 112"/>
              <ns1:gd name="T49" fmla="*/ 10 h 111"/>
              <ns1:gd name="T50" fmla="*/ 104 w 112"/>
              <ns1:gd name="T51" fmla="*/ 103 h 111"/>
              <ns1:gd name="T52" fmla="*/ 104 w 112"/>
              <ns1:gd name="T53" fmla="*/ 64 h 111"/>
              <ns1:gd name="T54" fmla="*/ 78 w 112"/>
              <ns1:gd name="T55" fmla="*/ 64 h 111"/>
              <ns1:gd name="T56" fmla="*/ 72 w 112"/>
              <ns1:gd name="T57" fmla="*/ 58 h 111"/>
              <ns1:gd name="T58" fmla="*/ 72 w 112"/>
              <ns1:gd name="T59" fmla="*/ 32 h 111"/>
              <ns1:gd name="T60" fmla="*/ 48 w 112"/>
              <ns1:gd name="T61" fmla="*/ 32 h 111"/>
              <ns1:gd name="T62" fmla="*/ 48 w 112"/>
              <ns1:gd name="T63" fmla="*/ 103 h 111"/>
              <ns1:gd name="T64" fmla="*/ 104 w 112"/>
              <ns1:gd name="T65" fmla="*/ 103 h 111"/>
              <ns1:gd name="T66" fmla="*/ 99 w 112"/>
              <ns1:gd name="T67" fmla="*/ 56 h 111"/>
              <ns1:gd name="T68" fmla="*/ 80 w 112"/>
              <ns1:gd name="T69" fmla="*/ 37 h 111"/>
              <ns1:gd name="T70" fmla="*/ 80 w 112"/>
              <ns1:gd name="T71" fmla="*/ 56 h 111"/>
              <ns1:gd name="T72" fmla="*/ 99 w 112"/>
              <ns1:gd name="T73" fmla="*/ 56 h 111"/>
            </ns1:gdLst>
            <ns1:ahLst/>
            <ns1:cxnLst>
              <ns1:cxn ang="0">
                <ns1:pos x="T0" y="T1"/>
              </ns1:cxn>
              <ns1:cxn ang="0">
                <ns1:pos x="T2" y="T3"/>
              </ns1:cxn>
              <ns1:cxn ang="0">
                <ns1:pos x="T4" y="T5"/>
              </ns1:cxn>
              <ns1:cxn ang="0">
                <ns1:pos x="T6" y="T7"/>
              </ns1:cxn>
              <ns1:cxn ang="0">
                <ns1:pos x="T8" y="T9"/>
              </ns1:cxn>
              <ns1:cxn ang="0">
                <ns1:pos x="T10" y="T11"/>
              </ns1:cxn>
              <ns1:cxn ang="0">
                <ns1:pos x="T12" y="T13"/>
              </ns1:cxn>
              <ns1:cxn ang="0">
                <ns1:pos x="T14" y="T15"/>
              </ns1:cxn>
              <ns1:cxn ang="0">
                <ns1:pos x="T16" y="T17"/>
              </ns1:cxn>
              <ns1:cxn ang="0">
                <ns1:pos x="T18" y="T19"/>
              </ns1:cxn>
              <ns1:cxn ang="0">
                <ns1:pos x="T20" y="T21"/>
              </ns1:cxn>
              <ns1:cxn ang="0">
                <ns1:pos x="T22" y="T23"/>
              </ns1:cxn>
              <ns1:cxn ang="0">
                <ns1:pos x="T24" y="T25"/>
              </ns1:cxn>
              <ns1:cxn ang="0">
                <ns1:pos x="T26" y="T27"/>
              </ns1:cxn>
              <ns1:cxn ang="0">
                <ns1:pos x="T28" y="T29"/>
              </ns1:cxn>
              <ns1:cxn ang="0">
                <ns1:pos x="T30" y="T31"/>
              </ns1:cxn>
              <ns1:cxn ang="0">
                <ns1:pos x="T32" y="T33"/>
              </ns1:cxn>
              <ns1:cxn ang="0">
                <ns1:pos x="T34" y="T35"/>
              </ns1:cxn>
              <ns1:cxn ang="0">
                <ns1:pos x="T36" y="T37"/>
              </ns1:cxn>
              <ns1:cxn ang="0">
                <ns1:pos x="T38" y="T39"/>
              </ns1:cxn>
              <ns1:cxn ang="0">
                <ns1:pos x="T40" y="T41"/>
              </ns1:cxn>
              <ns1:cxn ang="0">
                <ns1:pos x="T42" y="T43"/>
              </ns1:cxn>
              <ns1:cxn ang="0">
                <ns1:pos x="T44" y="T45"/>
              </ns1:cxn>
              <ns1:cxn ang="0">
                <ns1:pos x="T46" y="T47"/>
              </ns1:cxn>
              <ns1:cxn ang="0">
                <ns1:pos x="T48" y="T49"/>
              </ns1:cxn>
              <ns1:cxn ang="0">
                <ns1:pos x="T50" y="T51"/>
              </ns1:cxn>
              <ns1:cxn ang="0">
                <ns1:pos x="T52" y="T53"/>
              </ns1:cxn>
              <ns1:cxn ang="0">
                <ns1:pos x="T54" y="T55"/>
              </ns1:cxn>
              <ns1:cxn ang="0">
                <ns1:pos x="T56" y="T57"/>
              </ns1:cxn>
              <ns1:cxn ang="0">
                <ns1:pos x="T58" y="T59"/>
              </ns1:cxn>
              <ns1:cxn ang="0">
                <ns1:pos x="T60" y="T61"/>
              </ns1:cxn>
              <ns1:cxn ang="0">
                <ns1:pos x="T62" y="T63"/>
              </ns1:cxn>
              <ns1:cxn ang="0">
                <ns1:pos x="T64" y="T65"/>
              </ns1:cxn>
              <ns1:cxn ang="0">
                <ns1:pos x="T66" y="T67"/>
              </ns1:cxn>
              <ns1:cxn ang="0">
                <ns1:pos x="T68" y="T69"/>
              </ns1:cxn>
              <ns1:cxn ang="0">
                <ns1:pos x="T70" y="T71"/>
              </ns1:cxn>
              <ns1:cxn ang="0">
                <ns1:pos x="T72" y="T73"/>
              </ns1:cxn>
            </ns1:cxnLst>
            <ns1:rect l="0" t="0" r="r" b="b"/>
            <ns1:pathLst>
              <ns1:path w="112" h="111">
                <ns1:moveTo>
                  <ns1:pt x="112" y="105"/>
                </ns1:moveTo>
                <ns1:cubicBezTo>
                  <ns1:pt x="112" y="109"/>
                  <ns1:pt x="109" y="111"/>
                  <ns1:pt x="106" y="111"/>
                </ns1:cubicBezTo>
                <ns1:cubicBezTo>
                  <ns1:pt x="46" y="111"/>
                  <ns1:pt x="46" y="111"/>
                  <ns1:pt x="46" y="111"/>
                </ns1:cubicBezTo>
                <ns1:cubicBezTo>
                  <ns1:pt x="43" y="111"/>
                  <ns1:pt x="40" y="109"/>
                  <ns1:pt x="40" y="105"/>
                </ns1:cubicBezTo>
                <ns1:cubicBezTo>
                  <ns1:pt x="40" y="95"/>
                  <ns1:pt x="40" y="95"/>
                  <ns1:pt x="40" y="95"/>
                </ns1:cubicBezTo>
                <ns1:cubicBezTo>
                  <ns1:pt x="6" y="95"/>
                  <ns1:pt x="6" y="95"/>
                  <ns1:pt x="6" y="95"/>
                </ns1:cubicBezTo>
                <ns1:cubicBezTo>
                  <ns1:pt x="3" y="95"/>
                  <ns1:pt x="0" y="93"/>
                  <ns1:pt x="0" y="89"/>
                </ns1:cubicBezTo>
                <ns1:cubicBezTo>
                  <ns1:pt x="0" y="6"/>
                  <ns1:pt x="0" y="6"/>
                  <ns1:pt x="0" y="6"/>
                </ns1:cubicBezTo>
                <ns1:cubicBezTo>
                  <ns1:pt x="0" y="2"/>
                  <ns1:pt x="3" y="0"/>
                  <ns1:pt x="6" y="0"/>
                </ns1:cubicBezTo>
                <ns1:cubicBezTo>
                  <ns1:pt x="74" y="0"/>
                  <ns1:pt x="74" y="0"/>
                  <ns1:pt x="74" y="0"/>
                </ns1:cubicBezTo>
                <ns1:cubicBezTo>
                  <ns1:pt x="77" y="0"/>
                  <ns1:pt x="80" y="2"/>
                  <ns1:pt x="80" y="6"/>
                </ns1:cubicBezTo>
                <ns1:cubicBezTo>
                  <ns1:pt x="80" y="26"/>
                  <ns1:pt x="80" y="26"/>
                  <ns1:pt x="80" y="26"/>
                </ns1:cubicBezTo>
                <ns1:cubicBezTo>
                  <ns1:pt x="81" y="27"/>
                  <ns1:pt x="82" y="27"/>
                  <ns1:pt x="82" y="28"/>
                </ns1:cubicBezTo>
                <ns1:cubicBezTo>
                  <ns1:pt x="108" y="53"/>
                  <ns1:pt x="108" y="53"/>
                  <ns1:pt x="108" y="53"/>
                </ns1:cubicBezTo>
                <ns1:cubicBezTo>
                  <ns1:pt x="110" y="56"/>
                  <ns1:pt x="112" y="60"/>
                  <ns1:pt x="112" y="64"/>
                </ns1:cubicBezTo>
                <ns1:lnTo>
                  <ns1:pt x="112" y="105"/>
                </ns1:lnTo>
                <ns1:close/>
                <ns1:moveTo>
                  <ns1:pt x="64" y="10"/>
                </ns1:moveTo>
                <ns1:cubicBezTo>
                  <ns1:pt x="64" y="8"/>
                  <ns1:pt x="63" y="8"/>
                  <ns1:pt x="62" y="8"/>
                </ns1:cubicBezTo>
                <ns1:cubicBezTo>
                  <ns1:pt x="18" y="8"/>
                  <ns1:pt x="18" y="8"/>
                  <ns1:pt x="18" y="8"/>
                </ns1:cubicBezTo>
                <ns1:cubicBezTo>
                  <ns1:pt x="17" y="8"/>
                  <ns1:pt x="16" y="8"/>
                  <ns1:pt x="16" y="10"/>
                </ns1:cubicBezTo>
                <ns1:cubicBezTo>
                  <ns1:pt x="16" y="14"/>
                  <ns1:pt x="16" y="14"/>
                  <ns1:pt x="16" y="14"/>
                </ns1:cubicBezTo>
                <ns1:cubicBezTo>
                  <ns1:pt x="16" y="15"/>
                  <ns1:pt x="17" y="16"/>
                  <ns1:pt x="18" y="16"/>
                </ns1:cubicBezTo>
                <ns1:cubicBezTo>
                  <ns1:pt x="62" y="16"/>
                  <ns1:pt x="62" y="16"/>
                  <ns1:pt x="62" y="16"/>
                </ns1:cubicBezTo>
                <ns1:cubicBezTo>
                  <ns1:pt x="63" y="16"/>
                  <ns1:pt x="64" y="15"/>
                  <ns1:pt x="64" y="14"/>
                </ns1:cubicBezTo>
                <ns1:lnTo>
                  <ns1:pt x="64" y="10"/>
                </ns1:lnTo>
                <ns1:close/>
                <ns1:moveTo>
                  <ns1:pt x="104" y="103"/>
                </ns1:moveTo>
                <ns1:cubicBezTo>
                  <ns1:pt x="104" y="64"/>
                  <ns1:pt x="104" y="64"/>
                  <ns1:pt x="104" y="64"/>
                </ns1:cubicBezTo>
                <ns1:cubicBezTo>
                  <ns1:pt x="78" y="64"/>
                  <ns1:pt x="78" y="64"/>
                  <ns1:pt x="78" y="64"/>
                </ns1:cubicBezTo>
                <ns1:cubicBezTo>
                  <ns1:pt x="75" y="64"/>
                  <ns1:pt x="72" y="61"/>
                  <ns1:pt x="72" y="58"/>
                </ns1:cubicBezTo>
                <ns1:cubicBezTo>
                  <ns1:pt x="72" y="32"/>
                  <ns1:pt x="72" y="32"/>
                  <ns1:pt x="72" y="32"/>
                </ns1:cubicBezTo>
                <ns1:cubicBezTo>
                  <ns1:pt x="48" y="32"/>
                  <ns1:pt x="48" y="32"/>
                  <ns1:pt x="48" y="32"/>
                </ns1:cubicBezTo>
                <ns1:cubicBezTo>
                  <ns1:pt x="48" y="103"/>
                  <ns1:pt x="48" y="103"/>
                  <ns1:pt x="48" y="103"/>
                </ns1:cubicBezTo>
                <ns1:lnTo>
                  <ns1:pt x="104" y="103"/>
                </ns1:lnTo>
                <ns1:close/>
                <ns1:moveTo>
                  <ns1:pt x="99" y="56"/>
                </ns1:moveTo>
                <ns1:cubicBezTo>
                  <ns1:pt x="80" y="37"/>
                  <ns1:pt x="80" y="37"/>
                  <ns1:pt x="80" y="37"/>
                </ns1:cubicBezTo>
                <ns1:cubicBezTo>
                  <ns1:pt x="80" y="56"/>
                  <ns1:pt x="80" y="56"/>
                  <ns1:pt x="80" y="56"/>
                </ns1:cubicBezTo>
                <ns1:lnTo>
                  <ns1:pt x="99" y="56"/>
                </ns1:lnTo>
                <ns1:close/>
              </ns1:path>
            </ns1:pathLst>
          </ns1:custGeom>
          <ns1:solidFill>
            <ns1:srgbClr val="010101"/>
          </ns1:solidFill>
          <ns1:ln>
            <ns1:noFill/>
          </ns1:ln>
          <ns1:extLst>
            <ns1:ext uri="{91240B29-F687-4F45-9708-019B960494DF}">
              <ns2:hiddenLine w="9525">
                <ns1:solidFill>
                  <ns1:srgbClr val="000000"/>
                </ns1:solidFill>
                <ns1:round/>
                <ns1:headEnd/>
                <ns1:tailEnd/>
              </ns2:hiddenLine>
            </ns1:ext>
          </ns1:extLst>
        </ns0:spPr>
        <ns0:txBody>
          <ns1:bodyPr vert="horz" wrap="square" lIns="91440" tIns="45720" rIns="91440" bIns="45720" numCol="1" anchor="t" anchorCtr="0" compatLnSpc="1">
            <ns1:prstTxWarp prst="textNoShape">
              <ns1:avLst/>
            </ns1:prstTxWarp>
          </ns1:bodyPr>
          <ns1:lstStyle/>
          <ns1:p>
            <ns1:endParaRPr lang="en-US" sz="2700"/>
          </ns1:p>
        </ns0:txBody>
      </ns0:sp>
      <ns0:sp>
        <ns0:nvSpPr>
          <ns0:cNvPr id="65" name="Freeform 63"/>
          <ns0:cNvSpPr>
            <ns1:spLocks noEditPoints="1"/>
          </ns0:cNvSpPr>
          <ns0:nvPr/>
        </ns0:nvSpPr>
        <ns0:spPr bwMode="auto">
          <ns1:xfrm>
            <ns1:off x="7493002" y="601664"/>
            <ns1:ext cx="404813" cy="385763"/>
          </ns1:xfrm>
          <ns1:custGeom>
            <ns1:avLst/>
            <ns1:gdLst>
              <ns1:gd name="T0" fmla="*/ 82 w 108"/>
              <ns1:gd name="T1" fmla="*/ 89 h 103"/>
              <ns1:gd name="T2" fmla="*/ 48 w 108"/>
              <ns1:gd name="T3" fmla="*/ 103 h 103"/>
              <ns1:gd name="T4" fmla="*/ 0 w 108"/>
              <ns1:gd name="T5" fmla="*/ 56 h 103"/>
              <ns1:gd name="T6" fmla="*/ 48 w 108"/>
              <ns1:gd name="T7" fmla="*/ 8 h 103"/>
              <ns1:gd name="T8" fmla="*/ 48 w 108"/>
              <ns1:gd name="T9" fmla="*/ 55 h 103"/>
              <ns1:gd name="T10" fmla="*/ 82 w 108"/>
              <ns1:gd name="T11" fmla="*/ 89 h 103"/>
              <ns1:gd name="T12" fmla="*/ 56 w 108"/>
              <ns1:gd name="T13" fmla="*/ 48 h 103"/>
              <ns1:gd name="T14" fmla="*/ 56 w 108"/>
              <ns1:gd name="T15" fmla="*/ 0 h 103"/>
              <ns1:gd name="T16" fmla="*/ 104 w 108"/>
              <ns1:gd name="T17" fmla="*/ 48 h 103"/>
              <ns1:gd name="T18" fmla="*/ 56 w 108"/>
              <ns1:gd name="T19" fmla="*/ 48 h 103"/>
              <ns1:gd name="T20" fmla="*/ 108 w 108"/>
              <ns1:gd name="T21" fmla="*/ 56 h 103"/>
              <ns1:gd name="T22" fmla="*/ 94 w 108"/>
              <ns1:gd name="T23" fmla="*/ 90 h 103"/>
              <ns1:gd name="T24" fmla="*/ 60 w 108"/>
              <ns1:gd name="T25" fmla="*/ 56 h 103"/>
              <ns1:gd name="T26" fmla="*/ 108 w 108"/>
              <ns1:gd name="T27" fmla="*/ 56 h 103"/>
            </ns1:gdLst>
            <ns1:ahLst/>
            <ns1:cxnLst>
              <ns1:cxn ang="0">
                <ns1:pos x="T0" y="T1"/>
              </ns1:cxn>
              <ns1:cxn ang="0">
                <ns1:pos x="T2" y="T3"/>
              </ns1:cxn>
              <ns1:cxn ang="0">
                <ns1:pos x="T4" y="T5"/>
              </ns1:cxn>
              <ns1:cxn ang="0">
                <ns1:pos x="T6" y="T7"/>
              </ns1:cxn>
              <ns1:cxn ang="0">
                <ns1:pos x="T8" y="T9"/>
              </ns1:cxn>
              <ns1:cxn ang="0">
                <ns1:pos x="T10" y="T11"/>
              </ns1:cxn>
              <ns1:cxn ang="0">
                <ns1:pos x="T12" y="T13"/>
              </ns1:cxn>
              <ns1:cxn ang="0">
                <ns1:pos x="T14" y="T15"/>
              </ns1:cxn>
              <ns1:cxn ang="0">
                <ns1:pos x="T16" y="T17"/>
              </ns1:cxn>
              <ns1:cxn ang="0">
                <ns1:pos x="T18" y="T19"/>
              </ns1:cxn>
              <ns1:cxn ang="0">
                <ns1:pos x="T20" y="T21"/>
              </ns1:cxn>
              <ns1:cxn ang="0">
                <ns1:pos x="T22" y="T23"/>
              </ns1:cxn>
              <ns1:cxn ang="0">
                <ns1:pos x="T24" y="T25"/>
              </ns1:cxn>
              <ns1:cxn ang="0">
                <ns1:pos x="T26" y="T27"/>
              </ns1:cxn>
            </ns1:cxnLst>
            <ns1:rect l="0" t="0" r="r" b="b"/>
            <ns1:pathLst>
              <ns1:path w="108" h="103">
                <ns1:moveTo>
                  <ns1:pt x="82" y="89"/>
                </ns1:moveTo>
                <ns1:cubicBezTo>
                  <ns1:pt x="73" y="98"/>
                  <ns1:pt x="61" y="103"/>
                  <ns1:pt x="48" y="103"/>
                </ns1:cubicBezTo>
                <ns1:cubicBezTo>
                  <ns1:pt x="22" y="103"/>
                  <ns1:pt x="0" y="82"/>
                  <ns1:pt x="0" y="56"/>
                </ns1:cubicBezTo>
                <ns1:cubicBezTo>
                  <ns1:pt x="0" y="29"/>
                  <ns1:pt x="22" y="8"/>
                  <ns1:pt x="48" y="8"/>
                </ns1:cubicBezTo>
                <ns1:cubicBezTo>
                  <ns1:pt x="48" y="55"/>
                  <ns1:pt x="48" y="55"/>
                  <ns1:pt x="48" y="55"/>
                </ns1:cubicBezTo>
                <ns1:lnTo>
                  <ns1:pt x="82" y="89"/>
                </ns1:lnTo>
                <ns1:close/>
                <ns1:moveTo>
                  <ns1:pt x="56" y="48"/>
                </ns1:moveTo>
                <ns1:cubicBezTo>
                  <ns1:pt x="56" y="0"/>
                  <ns1:pt x="56" y="0"/>
                  <ns1:pt x="56" y="0"/>
                </ns1:cubicBezTo>
                <ns1:cubicBezTo>
                  <ns1:pt x="82" y="0"/>
                  <ns1:pt x="104" y="21"/>
                  <ns1:pt x="104" y="48"/>
                </ns1:cubicBezTo>
                <ns1:lnTo>
                  <ns1:pt x="56" y="48"/>
                </ns1:lnTo>
                <ns1:close/>
                <ns1:moveTo>
                  <ns1:pt x="108" y="56"/>
                </ns1:moveTo>
                <ns1:cubicBezTo>
                  <ns1:pt x="108" y="69"/>
                  <ns1:pt x="102" y="81"/>
                  <ns1:pt x="94" y="90"/>
                </ns1:cubicBezTo>
                <ns1:cubicBezTo>
                  <ns1:pt x="60" y="56"/>
                  <ns1:pt x="60" y="56"/>
                  <ns1:pt x="60" y="56"/>
                </ns1:cubicBezTo>
                <ns1:lnTo>
                  <ns1:pt x="108" y="56"/>
                </ns1:lnTo>
                <ns1:close/>
              </ns1:path>
            </ns1:pathLst>
          </ns1:custGeom>
          <ns1:solidFill>
            <ns1:srgbClr val="010101"/>
          </ns1:solidFill>
          <ns1:ln>
            <ns1:noFill/>
          </ns1:ln>
          <ns1:extLst>
            <ns1:ext uri="{91240B29-F687-4F45-9708-019B960494DF}">
              <ns2:hiddenLine w="9525">
                <ns1:solidFill>
                  <ns1:srgbClr val="000000"/>
                </ns1:solidFill>
                <ns1:round/>
                <ns1:headEnd/>
                <ns1:tailEnd/>
              </ns2:hiddenLine>
            </ns1:ext>
          </ns1:extLst>
        </ns0:spPr>
        <ns0:txBody>
          <ns1:bodyPr vert="horz" wrap="square" lIns="91440" tIns="45720" rIns="91440" bIns="45720" numCol="1" anchor="t" anchorCtr="0" compatLnSpc="1">
            <ns1:prstTxWarp prst="textNoShape">
              <ns1:avLst/>
            </ns1:prstTxWarp>
          </ns1:bodyPr>
          <ns1:lstStyle/>
          <ns1:p>
            <ns1:endParaRPr lang="en-US" sz="2700"/>
          </ns1:p>
        </ns0:txBody>
      </ns0:sp>
      <ns0:sp>
        <ns0:nvSpPr>
          <ns0:cNvPr id="66" name="Freeform 64"/>
          <ns0:cNvSpPr>
            <ns1:spLocks noEditPoints="1"/>
          </ns0:cNvSpPr>
          <ns0:nvPr/>
        </ns0:nvSpPr>
        <ns0:spPr bwMode="auto">
          <ns1:xfrm>
            <ns1:off x="8137526" y="631826"/>
            <ns1:ext cx="420688" cy="325438"/>
          </ns1:xfrm>
          <ns1:custGeom>
            <ns1:avLst/>
            <ns1:gdLst>
              <ns1:gd name="T0" fmla="*/ 32 w 112"/>
              <ns1:gd name="T1" fmla="*/ 18 h 87"/>
              <ns1:gd name="T2" fmla="*/ 26 w 112"/>
              <ns1:gd name="T3" fmla="*/ 24 h 87"/>
              <ns1:gd name="T4" fmla="*/ 6 w 112"/>
              <ns1:gd name="T5" fmla="*/ 24 h 87"/>
              <ns1:gd name="T6" fmla="*/ 0 w 112"/>
              <ns1:gd name="T7" fmla="*/ 18 h 87"/>
              <ns1:gd name="T8" fmla="*/ 0 w 112"/>
              <ns1:gd name="T9" fmla="*/ 6 h 87"/>
              <ns1:gd name="T10" fmla="*/ 6 w 112"/>
              <ns1:gd name="T11" fmla="*/ 0 h 87"/>
              <ns1:gd name="T12" fmla="*/ 26 w 112"/>
              <ns1:gd name="T13" fmla="*/ 0 h 87"/>
              <ns1:gd name="T14" fmla="*/ 32 w 112"/>
              <ns1:gd name="T15" fmla="*/ 6 h 87"/>
              <ns1:gd name="T16" fmla="*/ 32 w 112"/>
              <ns1:gd name="T17" fmla="*/ 18 h 87"/>
              <ns1:gd name="T18" fmla="*/ 32 w 112"/>
              <ns1:gd name="T19" fmla="*/ 50 h 87"/>
              <ns1:gd name="T20" fmla="*/ 26 w 112"/>
              <ns1:gd name="T21" fmla="*/ 56 h 87"/>
              <ns1:gd name="T22" fmla="*/ 6 w 112"/>
              <ns1:gd name="T23" fmla="*/ 56 h 87"/>
              <ns1:gd name="T24" fmla="*/ 0 w 112"/>
              <ns1:gd name="T25" fmla="*/ 50 h 87"/>
              <ns1:gd name="T26" fmla="*/ 0 w 112"/>
              <ns1:gd name="T27" fmla="*/ 38 h 87"/>
              <ns1:gd name="T28" fmla="*/ 6 w 112"/>
              <ns1:gd name="T29" fmla="*/ 32 h 87"/>
              <ns1:gd name="T30" fmla="*/ 26 w 112"/>
              <ns1:gd name="T31" fmla="*/ 32 h 87"/>
              <ns1:gd name="T32" fmla="*/ 32 w 112"/>
              <ns1:gd name="T33" fmla="*/ 38 h 87"/>
              <ns1:gd name="T34" fmla="*/ 32 w 112"/>
              <ns1:gd name="T35" fmla="*/ 50 h 87"/>
              <ns1:gd name="T36" fmla="*/ 32 w 112"/>
              <ns1:gd name="T37" fmla="*/ 81 h 87"/>
              <ns1:gd name="T38" fmla="*/ 26 w 112"/>
              <ns1:gd name="T39" fmla="*/ 87 h 87"/>
              <ns1:gd name="T40" fmla="*/ 6 w 112"/>
              <ns1:gd name="T41" fmla="*/ 87 h 87"/>
              <ns1:gd name="T42" fmla="*/ 0 w 112"/>
              <ns1:gd name="T43" fmla="*/ 81 h 87"/>
              <ns1:gd name="T44" fmla="*/ 0 w 112"/>
              <ns1:gd name="T45" fmla="*/ 69 h 87"/>
              <ns1:gd name="T46" fmla="*/ 6 w 112"/>
              <ns1:gd name="T47" fmla="*/ 63 h 87"/>
              <ns1:gd name="T48" fmla="*/ 26 w 112"/>
              <ns1:gd name="T49" fmla="*/ 63 h 87"/>
              <ns1:gd name="T50" fmla="*/ 32 w 112"/>
              <ns1:gd name="T51" fmla="*/ 69 h 87"/>
              <ns1:gd name="T52" fmla="*/ 32 w 112"/>
              <ns1:gd name="T53" fmla="*/ 81 h 87"/>
              <ns1:gd name="T54" fmla="*/ 112 w 112"/>
              <ns1:gd name="T55" fmla="*/ 18 h 87"/>
              <ns1:gd name="T56" fmla="*/ 106 w 112"/>
              <ns1:gd name="T57" fmla="*/ 24 h 87"/>
              <ns1:gd name="T58" fmla="*/ 46 w 112"/>
              <ns1:gd name="T59" fmla="*/ 24 h 87"/>
              <ns1:gd name="T60" fmla="*/ 40 w 112"/>
              <ns1:gd name="T61" fmla="*/ 18 h 87"/>
              <ns1:gd name="T62" fmla="*/ 40 w 112"/>
              <ns1:gd name="T63" fmla="*/ 6 h 87"/>
              <ns1:gd name="T64" fmla="*/ 46 w 112"/>
              <ns1:gd name="T65" fmla="*/ 0 h 87"/>
              <ns1:gd name="T66" fmla="*/ 106 w 112"/>
              <ns1:gd name="T67" fmla="*/ 0 h 87"/>
              <ns1:gd name="T68" fmla="*/ 112 w 112"/>
              <ns1:gd name="T69" fmla="*/ 6 h 87"/>
              <ns1:gd name="T70" fmla="*/ 112 w 112"/>
              <ns1:gd name="T71" fmla="*/ 18 h 87"/>
              <ns1:gd name="T72" fmla="*/ 112 w 112"/>
              <ns1:gd name="T73" fmla="*/ 50 h 87"/>
              <ns1:gd name="T74" fmla="*/ 106 w 112"/>
              <ns1:gd name="T75" fmla="*/ 56 h 87"/>
              <ns1:gd name="T76" fmla="*/ 46 w 112"/>
              <ns1:gd name="T77" fmla="*/ 56 h 87"/>
              <ns1:gd name="T78" fmla="*/ 40 w 112"/>
              <ns1:gd name="T79" fmla="*/ 50 h 87"/>
              <ns1:gd name="T80" fmla="*/ 40 w 112"/>
              <ns1:gd name="T81" fmla="*/ 38 h 87"/>
              <ns1:gd name="T82" fmla="*/ 46 w 112"/>
              <ns1:gd name="T83" fmla="*/ 32 h 87"/>
              <ns1:gd name="T84" fmla="*/ 106 w 112"/>
              <ns1:gd name="T85" fmla="*/ 32 h 87"/>
              <ns1:gd name="T86" fmla="*/ 112 w 112"/>
              <ns1:gd name="T87" fmla="*/ 38 h 87"/>
              <ns1:gd name="T88" fmla="*/ 112 w 112"/>
              <ns1:gd name="T89" fmla="*/ 50 h 87"/>
              <ns1:gd name="T90" fmla="*/ 112 w 112"/>
              <ns1:gd name="T91" fmla="*/ 81 h 87"/>
              <ns1:gd name="T92" fmla="*/ 106 w 112"/>
              <ns1:gd name="T93" fmla="*/ 87 h 87"/>
              <ns1:gd name="T94" fmla="*/ 46 w 112"/>
              <ns1:gd name="T95" fmla="*/ 87 h 87"/>
              <ns1:gd name="T96" fmla="*/ 40 w 112"/>
              <ns1:gd name="T97" fmla="*/ 81 h 87"/>
              <ns1:gd name="T98" fmla="*/ 40 w 112"/>
              <ns1:gd name="T99" fmla="*/ 69 h 87"/>
              <ns1:gd name="T100" fmla="*/ 46 w 112"/>
              <ns1:gd name="T101" fmla="*/ 63 h 87"/>
              <ns1:gd name="T102" fmla="*/ 106 w 112"/>
              <ns1:gd name="T103" fmla="*/ 63 h 87"/>
              <ns1:gd name="T104" fmla="*/ 112 w 112"/>
              <ns1:gd name="T105" fmla="*/ 69 h 87"/>
              <ns1:gd name="T106" fmla="*/ 112 w 112"/>
              <ns1:gd name="T107" fmla="*/ 81 h 87"/>
            </ns1:gdLst>
            <ns1:ahLst/>
            <ns1:cxnLst>
              <ns1:cxn ang="0">
                <ns1:pos x="T0" y="T1"/>
              </ns1:cxn>
              <ns1:cxn ang="0">
                <ns1:pos x="T2" y="T3"/>
              </ns1:cxn>
              <ns1:cxn ang="0">
                <ns1:pos x="T4" y="T5"/>
              </ns1:cxn>
              <ns1:cxn ang="0">
                <ns1:pos x="T6" y="T7"/>
              </ns1:cxn>
              <ns1:cxn ang="0">
                <ns1:pos x="T8" y="T9"/>
              </ns1:cxn>
              <ns1:cxn ang="0">
                <ns1:pos x="T10" y="T11"/>
              </ns1:cxn>
              <ns1:cxn ang="0">
                <ns1:pos x="T12" y="T13"/>
              </ns1:cxn>
              <ns1:cxn ang="0">
                <ns1:pos x="T14" y="T15"/>
              </ns1:cxn>
              <ns1:cxn ang="0">
                <ns1:pos x="T16" y="T17"/>
              </ns1:cxn>
              <ns1:cxn ang="0">
                <ns1:pos x="T18" y="T19"/>
              </ns1:cxn>
              <ns1:cxn ang="0">
                <ns1:pos x="T20" y="T21"/>
              </ns1:cxn>
              <ns1:cxn ang="0">
                <ns1:pos x="T22" y="T23"/>
              </ns1:cxn>
              <ns1:cxn ang="0">
                <ns1:pos x="T24" y="T25"/>
              </ns1:cxn>
              <ns1:cxn ang="0">
                <ns1:pos x="T26" y="T27"/>
              </ns1:cxn>
              <ns1:cxn ang="0">
                <ns1:pos x="T28" y="T29"/>
              </ns1:cxn>
              <ns1:cxn ang="0">
                <ns1:pos x="T30" y="T31"/>
              </ns1:cxn>
              <ns1:cxn ang="0">
                <ns1:pos x="T32" y="T33"/>
              </ns1:cxn>
              <ns1:cxn ang="0">
                <ns1:pos x="T34" y="T35"/>
              </ns1:cxn>
              <ns1:cxn ang="0">
                <ns1:pos x="T36" y="T37"/>
              </ns1:cxn>
              <ns1:cxn ang="0">
                <ns1:pos x="T38" y="T39"/>
              </ns1:cxn>
              <ns1:cxn ang="0">
                <ns1:pos x="T40" y="T41"/>
              </ns1:cxn>
              <ns1:cxn ang="0">
                <ns1:pos x="T42" y="T43"/>
              </ns1:cxn>
              <ns1:cxn ang="0">
                <ns1:pos x="T44" y="T45"/>
              </ns1:cxn>
              <ns1:cxn ang="0">
                <ns1:pos x="T46" y="T47"/>
              </ns1:cxn>
              <ns1:cxn ang="0">
                <ns1:pos x="T48" y="T49"/>
              </ns1:cxn>
              <ns1:cxn ang="0">
                <ns1:pos x="T50" y="T51"/>
              </ns1:cxn>
              <ns1:cxn ang="0">
                <ns1:pos x="T52" y="T53"/>
              </ns1:cxn>
              <ns1:cxn ang="0">
                <ns1:pos x="T54" y="T55"/>
              </ns1:cxn>
              <ns1:cxn ang="0">
                <ns1:pos x="T56" y="T57"/>
              </ns1:cxn>
              <ns1:cxn ang="0">
                <ns1:pos x="T58" y="T59"/>
              </ns1:cxn>
              <ns1:cxn ang="0">
                <ns1:pos x="T60" y="T61"/>
              </ns1:cxn>
              <ns1:cxn ang="0">
                <ns1:pos x="T62" y="T63"/>
              </ns1:cxn>
              <ns1:cxn ang="0">
                <ns1:pos x="T64" y="T65"/>
              </ns1:cxn>
              <ns1:cxn ang="0">
                <ns1:pos x="T66" y="T67"/>
              </ns1:cxn>
              <ns1:cxn ang="0">
                <ns1:pos x="T68" y="T69"/>
              </ns1:cxn>
              <ns1:cxn ang="0">
                <ns1:pos x="T70" y="T71"/>
              </ns1:cxn>
              <ns1:cxn ang="0">
                <ns1:pos x="T72" y="T73"/>
              </ns1:cxn>
              <ns1:cxn ang="0">
                <ns1:pos x="T74" y="T75"/>
              </ns1:cxn>
              <ns1:cxn ang="0">
                <ns1:pos x="T76" y="T77"/>
              </ns1:cxn>
              <ns1:cxn ang="0">
                <ns1:pos x="T78" y="T79"/>
              </ns1:cxn>
              <ns1:cxn ang="0">
                <ns1:pos x="T80" y="T81"/>
              </ns1:cxn>
              <ns1:cxn ang="0">
                <ns1:pos x="T82" y="T83"/>
              </ns1:cxn>
              <ns1:cxn ang="0">
                <ns1:pos x="T84" y="T85"/>
              </ns1:cxn>
              <ns1:cxn ang="0">
                <ns1:pos x="T86" y="T87"/>
              </ns1:cxn>
              <ns1:cxn ang="0">
                <ns1:pos x="T88" y="T89"/>
              </ns1:cxn>
              <ns1:cxn ang="0">
                <ns1:pos x="T90" y="T91"/>
              </ns1:cxn>
              <ns1:cxn ang="0">
                <ns1:pos x="T92" y="T93"/>
              </ns1:cxn>
              <ns1:cxn ang="0">
                <ns1:pos x="T94" y="T95"/>
              </ns1:cxn>
              <ns1:cxn ang="0">
                <ns1:pos x="T96" y="T97"/>
              </ns1:cxn>
              <ns1:cxn ang="0">
                <ns1:pos x="T98" y="T99"/>
              </ns1:cxn>
              <ns1:cxn ang="0">
                <ns1:pos x="T100" y="T101"/>
              </ns1:cxn>
              <ns1:cxn ang="0">
                <ns1:pos x="T102" y="T103"/>
              </ns1:cxn>
              <ns1:cxn ang="0">
                <ns1:pos x="T104" y="T105"/>
              </ns1:cxn>
              <ns1:cxn ang="0">
                <ns1:pos x="T106" y="T107"/>
              </ns1:cxn>
            </ns1:cxnLst>
            <ns1:rect l="0" t="0" r="r" b="b"/>
            <ns1:pathLst>
              <ns1:path w="112" h="87">
                <ns1:moveTo>
                  <ns1:pt x="32" y="18"/>
                </ns1:moveTo>
                <ns1:cubicBezTo>
                  <ns1:pt x="32" y="21"/>
                  <ns1:pt x="29" y="24"/>
                  <ns1:pt x="26" y="24"/>
                </ns1:cubicBezTo>
                <ns1:cubicBezTo>
                  <ns1:pt x="6" y="24"/>
                  <ns1:pt x="6" y="24"/>
                  <ns1:pt x="6" y="24"/>
                </ns1:cubicBezTo>
                <ns1:cubicBezTo>
                  <ns1:pt x="3" y="24"/>
                  <ns1:pt x="0" y="21"/>
                  <ns1:pt x="0" y="18"/>
                </ns1:cubicBezTo>
                <ns1:cubicBezTo>
                  <ns1:pt x="0" y="6"/>
                  <ns1:pt x="0" y="6"/>
                  <ns1:pt x="0" y="6"/>
                </ns1:cubicBezTo>
                <ns1:cubicBezTo>
                  <ns1:pt x="0" y="2"/>
                  <ns1:pt x="3" y="0"/>
                  <ns1:pt x="6" y="0"/>
                </ns1:cubicBezTo>
                <ns1:cubicBezTo>
                  <ns1:pt x="26" y="0"/>
                  <ns1:pt x="26" y="0"/>
                  <ns1:pt x="26" y="0"/>
                </ns1:cubicBezTo>
                <ns1:cubicBezTo>
                  <ns1:pt x="29" y="0"/>
                  <ns1:pt x="32" y="2"/>
                  <ns1:pt x="32" y="6"/>
                </ns1:cubicBezTo>
                <ns1:lnTo>
                  <ns1:pt x="32" y="18"/>
                </ns1:lnTo>
                <ns1:close/>
                <ns1:moveTo>
                  <ns1:pt x="32" y="50"/>
                </ns1:moveTo>
                <ns1:cubicBezTo>
                  <ns1:pt x="32" y="53"/>
                  <ns1:pt x="29" y="56"/>
                  <ns1:pt x="26" y="56"/>
                </ns1:cubicBezTo>
                <ns1:cubicBezTo>
                  <ns1:pt x="6" y="56"/>
                  <ns1:pt x="6" y="56"/>
                  <ns1:pt x="6" y="56"/>
                </ns1:cubicBezTo>
                <ns1:cubicBezTo>
                  <ns1:pt x="3" y="56"/>
                  <ns1:pt x="0" y="53"/>
                  <ns1:pt x="0" y="50"/>
                </ns1:cubicBezTo>
                <ns1:cubicBezTo>
                  <ns1:pt x="0" y="38"/>
                  <ns1:pt x="0" y="38"/>
                  <ns1:pt x="0" y="38"/>
                </ns1:cubicBezTo>
                <ns1:cubicBezTo>
                  <ns1:pt x="0" y="34"/>
                  <ns1:pt x="3" y="32"/>
                  <ns1:pt x="6" y="32"/>
                </ns1:cubicBezTo>
                <ns1:cubicBezTo>
                  <ns1:pt x="26" y="32"/>
                  <ns1:pt x="26" y="32"/>
                  <ns1:pt x="26" y="32"/>
                </ns1:cubicBezTo>
                <ns1:cubicBezTo>
                  <ns1:pt x="29" y="32"/>
                  <ns1:pt x="32" y="34"/>
                  <ns1:pt x="32" y="38"/>
                </ns1:cubicBezTo>
                <ns1:lnTo>
                  <ns1:pt x="32" y="50"/>
                </ns1:lnTo>
                <ns1:close/>
                <ns1:moveTo>
                  <ns1:pt x="32" y="81"/>
                </ns1:moveTo>
                <ns1:cubicBezTo>
                  <ns1:pt x="32" y="85"/>
                  <ns1:pt x="29" y="87"/>
                  <ns1:pt x="26" y="87"/>
                </ns1:cubicBezTo>
                <ns1:cubicBezTo>
                  <ns1:pt x="6" y="87"/>
                  <ns1:pt x="6" y="87"/>
                  <ns1:pt x="6" y="87"/>
                </ns1:cubicBezTo>
                <ns1:cubicBezTo>
                  <ns1:pt x="3" y="87"/>
                  <ns1:pt x="0" y="85"/>
                  <ns1:pt x="0" y="81"/>
                </ns1:cubicBezTo>
                <ns1:cubicBezTo>
                  <ns1:pt x="0" y="69"/>
                  <ns1:pt x="0" y="69"/>
                  <ns1:pt x="0" y="69"/>
                </ns1:cubicBezTo>
                <ns1:cubicBezTo>
                  <ns1:pt x="0" y="66"/>
                  <ns1:pt x="3" y="63"/>
                  <ns1:pt x="6" y="63"/>
                </ns1:cubicBezTo>
                <ns1:cubicBezTo>
                  <ns1:pt x="26" y="63"/>
                  <ns1:pt x="26" y="63"/>
                  <ns1:pt x="26" y="63"/>
                </ns1:cubicBezTo>
                <ns1:cubicBezTo>
                  <ns1:pt x="29" y="63"/>
                  <ns1:pt x="32" y="66"/>
                  <ns1:pt x="32" y="69"/>
                </ns1:cubicBezTo>
                <ns1:lnTo>
                  <ns1:pt x="32" y="81"/>
                </ns1:lnTo>
                <ns1:close/>
                <ns1:moveTo>
                  <ns1:pt x="112" y="18"/>
                </ns1:moveTo>
                <ns1:cubicBezTo>
                  <ns1:pt x="112" y="21"/>
                  <ns1:pt x="109" y="24"/>
                  <ns1:pt x="106" y="24"/>
                </ns1:cubicBezTo>
                <ns1:cubicBezTo>
                  <ns1:pt x="46" y="24"/>
                  <ns1:pt x="46" y="24"/>
                  <ns1:pt x="46" y="24"/>
                </ns1:cubicBezTo>
                <ns1:cubicBezTo>
                  <ns1:pt x="43" y="24"/>
                  <ns1:pt x="40" y="21"/>
                  <ns1:pt x="40" y="18"/>
                </ns1:cubicBezTo>
                <ns1:cubicBezTo>
                  <ns1:pt x="40" y="6"/>
                  <ns1:pt x="40" y="6"/>
                  <ns1:pt x="40" y="6"/>
                </ns1:cubicBezTo>
                <ns1:cubicBezTo>
                  <ns1:pt x="40" y="2"/>
                  <ns1:pt x="43" y="0"/>
                  <ns1:pt x="46" y="0"/>
                </ns1:cubicBezTo>
                <ns1:cubicBezTo>
                  <ns1:pt x="106" y="0"/>
                  <ns1:pt x="106" y="0"/>
                  <ns1:pt x="106" y="0"/>
                </ns1:cubicBezTo>
                <ns1:cubicBezTo>
                  <ns1:pt x="109" y="0"/>
                  <ns1:pt x="112" y="2"/>
                  <ns1:pt x="112" y="6"/>
                </ns1:cubicBezTo>
                <ns1:lnTo>
                  <ns1:pt x="112" y="18"/>
                </ns1:lnTo>
                <ns1:close/>
                <ns1:moveTo>
                  <ns1:pt x="112" y="50"/>
                </ns1:moveTo>
                <ns1:cubicBezTo>
                  <ns1:pt x="112" y="53"/>
                  <ns1:pt x="109" y="56"/>
                  <ns1:pt x="106" y="56"/>
                </ns1:cubicBezTo>
                <ns1:cubicBezTo>
                  <ns1:pt x="46" y="56"/>
                  <ns1:pt x="46" y="56"/>
                  <ns1:pt x="46" y="56"/>
                </ns1:cubicBezTo>
                <ns1:cubicBezTo>
                  <ns1:pt x="43" y="56"/>
                  <ns1:pt x="40" y="53"/>
                  <ns1:pt x="40" y="50"/>
                </ns1:cubicBezTo>
                <ns1:cubicBezTo>
                  <ns1:pt x="40" y="38"/>
                  <ns1:pt x="40" y="38"/>
                  <ns1:pt x="40" y="38"/>
                </ns1:cubicBezTo>
                <ns1:cubicBezTo>
                  <ns1:pt x="40" y="34"/>
                  <ns1:pt x="43" y="32"/>
                  <ns1:pt x="46" y="32"/>
                </ns1:cubicBezTo>
                <ns1:cubicBezTo>
                  <ns1:pt x="106" y="32"/>
                  <ns1:pt x="106" y="32"/>
                  <ns1:pt x="106" y="32"/>
                </ns1:cubicBezTo>
                <ns1:cubicBezTo>
                  <ns1:pt x="109" y="32"/>
                  <ns1:pt x="112" y="34"/>
                  <ns1:pt x="112" y="38"/>
                </ns1:cubicBezTo>
                <ns1:lnTo>
                  <ns1:pt x="112" y="50"/>
                </ns1:lnTo>
                <ns1:close/>
                <ns1:moveTo>
                  <ns1:pt x="112" y="81"/>
                </ns1:moveTo>
                <ns1:cubicBezTo>
                  <ns1:pt x="112" y="85"/>
                  <ns1:pt x="109" y="87"/>
                  <ns1:pt x="106" y="87"/>
                </ns1:cubicBezTo>
                <ns1:cubicBezTo>
                  <ns1:pt x="46" y="87"/>
                  <ns1:pt x="46" y="87"/>
                  <ns1:pt x="46" y="87"/>
                </ns1:cubicBezTo>
                <ns1:cubicBezTo>
                  <ns1:pt x="43" y="87"/>
                  <ns1:pt x="40" y="85"/>
                  <ns1:pt x="40" y="81"/>
                </ns1:cubicBezTo>
                <ns1:cubicBezTo>
                  <ns1:pt x="40" y="69"/>
                  <ns1:pt x="40" y="69"/>
                  <ns1:pt x="40" y="69"/>
                </ns1:cubicBezTo>
                <ns1:cubicBezTo>
                  <ns1:pt x="40" y="66"/>
                  <ns1:pt x="43" y="63"/>
                  <ns1:pt x="46" y="63"/>
                </ns1:cubicBezTo>
                <ns1:cubicBezTo>
                  <ns1:pt x="106" y="63"/>
                  <ns1:pt x="106" y="63"/>
                  <ns1:pt x="106" y="63"/>
                </ns1:cubicBezTo>
                <ns1:cubicBezTo>
                  <ns1:pt x="109" y="63"/>
                  <ns1:pt x="112" y="66"/>
                  <ns1:pt x="112" y="69"/>
                </ns1:cubicBezTo>
                <ns1:lnTo>
                  <ns1:pt x="112" y="81"/>
                </ns1:lnTo>
                <ns1:close/>
              </ns1:path>
            </ns1:pathLst>
          </ns1:custGeom>
          <ns1:solidFill>
            <ns1:srgbClr val="010101"/>
          </ns1:solidFill>
          <ns1:ln>
            <ns1:noFill/>
          </ns1:ln>
          <ns1:extLst>
            <ns1:ext uri="{91240B29-F687-4F45-9708-019B960494DF}">
              <ns2:hiddenLine w="9525">
                <ns1:solidFill>
                  <ns1:srgbClr val="000000"/>
                </ns1:solidFill>
                <ns1:round/>
                <ns1:headEnd/>
                <ns1:tailEnd/>
              </ns2:hiddenLine>
            </ns1:ext>
          </ns1:extLst>
        </ns0:spPr>
        <ns0:txBody>
          <ns1:bodyPr vert="horz" wrap="square" lIns="91440" tIns="45720" rIns="91440" bIns="45720" numCol="1" anchor="t" anchorCtr="0" compatLnSpc="1">
            <ns1:prstTxWarp prst="textNoShape">
              <ns1:avLst/>
            </ns1:prstTxWarp>
          </ns1:bodyPr>
          <ns1:lstStyle/>
          <ns1:p>
            <ns1:endParaRPr lang="en-US" sz="2700"/>
          </ns1:p>
        </ns0:txBody>
      </ns0:sp>
      <ns0:sp>
        <ns0:nvSpPr>
          <ns0:cNvPr id="67" name="Freeform 65"/>
          <ns0:cNvSpPr>
            <ns1:spLocks/>
          </ns0:cNvSpPr>
          <ns0:nvPr/>
        </ns0:nvSpPr>
        <ns0:spPr bwMode="auto">
          <ns1:xfrm>
            <ns1:off x="8810626" y="676276"/>
            <ns1:ext cx="363538" cy="280988"/>
          </ns1:xfrm>
          <ns1:custGeom>
            <ns1:avLst/>
            <ns1:gdLst>
              <ns1:gd name="T0" fmla="*/ 96 w 97"/>
              <ns1:gd name="T1" fmla="*/ 19 h 75"/>
              <ns1:gd name="T2" fmla="*/ 50 w 97"/>
              <ns1:gd name="T3" fmla="*/ 64 h 75"/>
              <ns1:gd name="T4" fmla="*/ 42 w 97"/>
              <ns1:gd name="T5" fmla="*/ 73 h 75"/>
              <ns1:gd name="T6" fmla="*/ 38 w 97"/>
              <ns1:gd name="T7" fmla="*/ 75 h 75"/>
              <ns1:gd name="T8" fmla="*/ 33 w 97"/>
              <ns1:gd name="T9" fmla="*/ 73 h 75"/>
              <ns1:gd name="T10" fmla="*/ 25 w 97"/>
              <ns1:gd name="T11" fmla="*/ 64 h 75"/>
              <ns1:gd name="T12" fmla="*/ 2 w 97"/>
              <ns1:gd name="T13" fmla="*/ 42 h 75"/>
              <ns1:gd name="T14" fmla="*/ 0 w 97"/>
              <ns1:gd name="T15" fmla="*/ 38 h 75"/>
              <ns1:gd name="T16" fmla="*/ 2 w 97"/>
              <ns1:gd name="T17" fmla="*/ 33 h 75"/>
              <ns1:gd name="T18" fmla="*/ 11 w 97"/>
              <ns1:gd name="T19" fmla="*/ 25 h 75"/>
              <ns1:gd name="T20" fmla="*/ 15 w 97"/>
              <ns1:gd name="T21" fmla="*/ 23 h 75"/>
              <ns1:gd name="T22" fmla="*/ 19 w 97"/>
              <ns1:gd name="T23" fmla="*/ 25 h 75"/>
              <ns1:gd name="T24" fmla="*/ 38 w 97"/>
              <ns1:gd name="T25" fmla="*/ 43 h 75"/>
              <ns1:gd name="T26" fmla="*/ 79 w 97"/>
              <ns1:gd name="T27" fmla="*/ 2 h 75"/>
              <ns1:gd name="T28" fmla="*/ 83 w 97"/>
              <ns1:gd name="T29" fmla="*/ 0 h 75"/>
              <ns1:gd name="T30" fmla="*/ 87 w 97"/>
              <ns1:gd name="T31" fmla="*/ 2 h 75"/>
              <ns1:gd name="T32" fmla="*/ 96 w 97"/>
              <ns1:gd name="T33" fmla="*/ 11 h 75"/>
              <ns1:gd name="T34" fmla="*/ 97 w 97"/>
              <ns1:gd name="T35" fmla="*/ 15 h 75"/>
              <ns1:gd name="T36" fmla="*/ 96 w 97"/>
              <ns1:gd name="T37" fmla="*/ 19 h 75"/>
            </ns1:gdLst>
            <ns1:ahLst/>
            <ns1:cxnLst>
              <ns1:cxn ang="0">
                <ns1:pos x="T0" y="T1"/>
              </ns1:cxn>
              <ns1:cxn ang="0">
                <ns1:pos x="T2" y="T3"/>
              </ns1:cxn>
              <ns1:cxn ang="0">
                <ns1:pos x="T4" y="T5"/>
              </ns1:cxn>
              <ns1:cxn ang="0">
                <ns1:pos x="T6" y="T7"/>
              </ns1:cxn>
              <ns1:cxn ang="0">
                <ns1:pos x="T8" y="T9"/>
              </ns1:cxn>
              <ns1:cxn ang="0">
                <ns1:pos x="T10" y="T11"/>
              </ns1:cxn>
              <ns1:cxn ang="0">
                <ns1:pos x="T12" y="T13"/>
              </ns1:cxn>
              <ns1:cxn ang="0">
                <ns1:pos x="T14" y="T15"/>
              </ns1:cxn>
              <ns1:cxn ang="0">
                <ns1:pos x="T16" y="T17"/>
              </ns1:cxn>
              <ns1:cxn ang="0">
                <ns1:pos x="T18" y="T19"/>
              </ns1:cxn>
              <ns1:cxn ang="0">
                <ns1:pos x="T20" y="T21"/>
              </ns1:cxn>
              <ns1:cxn ang="0">
                <ns1:pos x="T22" y="T23"/>
              </ns1:cxn>
              <ns1:cxn ang="0">
                <ns1:pos x="T24" y="T25"/>
              </ns1:cxn>
              <ns1:cxn ang="0">
                <ns1:pos x="T26" y="T27"/>
              </ns1:cxn>
              <ns1:cxn ang="0">
                <ns1:pos x="T28" y="T29"/>
              </ns1:cxn>
              <ns1:cxn ang="0">
                <ns1:pos x="T30" y="T31"/>
              </ns1:cxn>
              <ns1:cxn ang="0">
                <ns1:pos x="T32" y="T33"/>
              </ns1:cxn>
              <ns1:cxn ang="0">
                <ns1:pos x="T34" y="T35"/>
              </ns1:cxn>
              <ns1:cxn ang="0">
                <ns1:pos x="T36" y="T37"/>
              </ns1:cxn>
            </ns1:cxnLst>
            <ns1:rect l="0" t="0" r="r" b="b"/>
            <ns1:pathLst>
              <ns1:path w="97" h="75">
                <ns1:moveTo>
                  <ns1:pt x="96" y="19"/>
                </ns1:moveTo>
                <ns1:cubicBezTo>
                  <ns1:pt x="50" y="64"/>
                  <ns1:pt x="50" y="64"/>
                  <ns1:pt x="50" y="64"/>
                </ns1:cubicBezTo>
                <ns1:cubicBezTo>
                  <ns1:pt x="42" y="73"/>
                  <ns1:pt x="42" y="73"/>
                  <ns1:pt x="42" y="73"/>
                </ns1:cubicBezTo>
                <ns1:cubicBezTo>
                  <ns1:pt x="41" y="74"/>
                  <ns1:pt x="39" y="75"/>
                  <ns1:pt x="38" y="75"/>
                </ns1:cubicBezTo>
                <ns1:cubicBezTo>
                  <ns1:pt x="36" y="75"/>
                  <ns1:pt x="34" y="74"/>
                  <ns1:pt x="33" y="73"/>
                </ns1:cubicBezTo>
                <ns1:cubicBezTo>
                  <ns1:pt x="25" y="64"/>
                  <ns1:pt x="25" y="64"/>
                  <ns1:pt x="25" y="64"/>
                </ns1:cubicBezTo>
                <ns1:cubicBezTo>
                  <ns1:pt x="2" y="42"/>
                  <ns1:pt x="2" y="42"/>
                  <ns1:pt x="2" y="42"/>
                </ns1:cubicBezTo>
                <ns1:cubicBezTo>
                  <ns1:pt x="1" y="41"/>
                  <ns1:pt x="0" y="39"/>
                  <ns1:pt x="0" y="38"/>
                </ns1:cubicBezTo>
                <ns1:cubicBezTo>
                  <ns1:pt x="0" y="36"/>
                  <ns1:pt x="1" y="34"/>
                  <ns1:pt x="2" y="33"/>
                </ns1:cubicBezTo>
                <ns1:cubicBezTo>
                  <ns1:pt x="11" y="25"/>
                  <ns1:pt x="11" y="25"/>
                  <ns1:pt x="11" y="25"/>
                </ns1:cubicBezTo>
                <ns1:cubicBezTo>
                  <ns1:pt x="12" y="24"/>
                  <ns1:pt x="13" y="23"/>
                  <ns1:pt x="15" y="23"/>
                </ns1:cubicBezTo>
                <ns1:cubicBezTo>
                  <ns1:pt x="17" y="23"/>
                  <ns1:pt x="18" y="24"/>
                  <ns1:pt x="19" y="25"/>
                </ns1:cubicBezTo>
                <ns1:cubicBezTo>
                  <ns1:pt x="38" y="43"/>
                  <ns1:pt x="38" y="43"/>
                  <ns1:pt x="38" y="43"/>
                </ns1:cubicBezTo>
                <ns1:cubicBezTo>
                  <ns1:pt x="79" y="2"/>
                  <ns1:pt x="79" y="2"/>
                  <ns1:pt x="79" y="2"/>
                </ns1:cubicBezTo>
                <ns1:cubicBezTo>
                  <ns1:pt x="80" y="1"/>
                  <ns1:pt x="81" y="0"/>
                  <ns1:pt x="83" y="0"/>
                </ns1:cubicBezTo>
                <ns1:cubicBezTo>
                  <ns1:pt x="84" y="0"/>
                  <ns1:pt x="86" y="1"/>
                  <ns1:pt x="87" y="2"/>
                </ns1:cubicBezTo>
                <ns1:cubicBezTo>
                  <ns1:pt x="96" y="11"/>
                  <ns1:pt x="96" y="11"/>
                  <ns1:pt x="96" y="11"/>
                </ns1:cubicBezTo>
                <ns1:cubicBezTo>
                  <ns1:pt x="97" y="12"/>
                  <ns1:pt x="97" y="13"/>
                  <ns1:pt x="97" y="15"/>
                </ns1:cubicBezTo>
                <ns1:cubicBezTo>
                  <ns1:pt x="97" y="16"/>
                  <ns1:pt x="97" y="18"/>
                  <ns1:pt x="96" y="19"/>
                </ns1:cubicBezTo>
                <ns1:close/>
              </ns1:path>
            </ns1:pathLst>
          </ns1:custGeom>
          <ns1:solidFill>
            <ns1:srgbClr val="010101"/>
          </ns1:solidFill>
          <ns1:ln>
            <ns1:noFill/>
          </ns1:ln>
          <ns1:extLst>
            <ns1:ext uri="{91240B29-F687-4F45-9708-019B960494DF}">
              <ns2:hiddenLine w="9525">
                <ns1:solidFill>
                  <ns1:srgbClr val="000000"/>
                </ns1:solidFill>
                <ns1:round/>
                <ns1:headEnd/>
                <ns1:tailEnd/>
              </ns2:hiddenLine>
            </ns1:ext>
          </ns1:extLst>
        </ns0:spPr>
        <ns0:txBody>
          <ns1:bodyPr vert="horz" wrap="square" lIns="91440" tIns="45720" rIns="91440" bIns="45720" numCol="1" anchor="t" anchorCtr="0" compatLnSpc="1">
            <ns1:prstTxWarp prst="textNoShape">
              <ns1:avLst/>
            </ns1:prstTxWarp>
          </ns1:bodyPr>
          <ns1:lstStyle/>
          <ns1:p>
            <ns1:endParaRPr lang="en-US" sz="2700"/>
          </ns1:p>
        </ns0:txBody>
      </ns0:sp>
      <ns0:sp>
        <ns0:nvSpPr>
          <ns0:cNvPr id="68" name="Freeform 66"/>
          <ns0:cNvSpPr>
            <ns1:spLocks/>
          </ns0:cNvSpPr>
          <ns0:nvPr/>
        </ns0:nvSpPr>
        <ns0:spPr bwMode="auto">
          <ns1:xfrm>
            <ns1:off x="9501189" y="684213"/>
            <ns1:ext cx="277813" cy="280988"/>
          </ns1:xfrm>
          <ns1:custGeom>
            <ns1:avLst/>
            <ns1:gdLst>
              <ns1:gd name="T0" fmla="*/ 72 w 74"/>
              <ns1:gd name="T1" fmla="*/ 64 h 75"/>
              <ns1:gd name="T2" fmla="*/ 64 w 74"/>
              <ns1:gd name="T3" fmla="*/ 73 h 75"/>
              <ns1:gd name="T4" fmla="*/ 59 w 74"/>
              <ns1:gd name="T5" fmla="*/ 75 h 75"/>
              <ns1:gd name="T6" fmla="*/ 55 w 74"/>
              <ns1:gd name="T7" fmla="*/ 73 h 75"/>
              <ns1:gd name="T8" fmla="*/ 37 w 74"/>
              <ns1:gd name="T9" fmla="*/ 54 h 75"/>
              <ns1:gd name="T10" fmla="*/ 18 w 74"/>
              <ns1:gd name="T11" fmla="*/ 73 h 75"/>
              <ns1:gd name="T12" fmla="*/ 14 w 74"/>
              <ns1:gd name="T13" fmla="*/ 75 h 75"/>
              <ns1:gd name="T14" fmla="*/ 10 w 74"/>
              <ns1:gd name="T15" fmla="*/ 73 h 75"/>
              <ns1:gd name="T16" fmla="*/ 2 w 74"/>
              <ns1:gd name="T17" fmla="*/ 64 h 75"/>
              <ns1:gd name="T18" fmla="*/ 0 w 74"/>
              <ns1:gd name="T19" fmla="*/ 60 h 75"/>
              <ns1:gd name="T20" fmla="*/ 2 w 74"/>
              <ns1:gd name="T21" fmla="*/ 56 h 75"/>
              <ns1:gd name="T22" fmla="*/ 20 w 74"/>
              <ns1:gd name="T23" fmla="*/ 38 h 75"/>
              <ns1:gd name="T24" fmla="*/ 2 w 74"/>
              <ns1:gd name="T25" fmla="*/ 19 h 75"/>
              <ns1:gd name="T26" fmla="*/ 0 w 74"/>
              <ns1:gd name="T27" fmla="*/ 15 h 75"/>
              <ns1:gd name="T28" fmla="*/ 2 w 74"/>
              <ns1:gd name="T29" fmla="*/ 11 h 75"/>
              <ns1:gd name="T30" fmla="*/ 10 w 74"/>
              <ns1:gd name="T31" fmla="*/ 2 h 75"/>
              <ns1:gd name="T32" fmla="*/ 14 w 74"/>
              <ns1:gd name="T33" fmla="*/ 0 h 75"/>
              <ns1:gd name="T34" fmla="*/ 18 w 74"/>
              <ns1:gd name="T35" fmla="*/ 2 h 75"/>
              <ns1:gd name="T36" fmla="*/ 37 w 74"/>
              <ns1:gd name="T37" fmla="*/ 21 h 75"/>
              <ns1:gd name="T38" fmla="*/ 55 w 74"/>
              <ns1:gd name="T39" fmla="*/ 2 h 75"/>
              <ns1:gd name="T40" fmla="*/ 59 w 74"/>
              <ns1:gd name="T41" fmla="*/ 0 h 75"/>
              <ns1:gd name="T42" fmla="*/ 64 w 74"/>
              <ns1:gd name="T43" fmla="*/ 2 h 75"/>
              <ns1:gd name="T44" fmla="*/ 72 w 74"/>
              <ns1:gd name="T45" fmla="*/ 11 h 75"/>
              <ns1:gd name="T46" fmla="*/ 74 w 74"/>
              <ns1:gd name="T47" fmla="*/ 15 h 75"/>
              <ns1:gd name="T48" fmla="*/ 72 w 74"/>
              <ns1:gd name="T49" fmla="*/ 19 h 75"/>
              <ns1:gd name="T50" fmla="*/ 54 w 74"/>
              <ns1:gd name="T51" fmla="*/ 38 h 75"/>
              <ns1:gd name="T52" fmla="*/ 72 w 74"/>
              <ns1:gd name="T53" fmla="*/ 56 h 75"/>
              <ns1:gd name="T54" fmla="*/ 74 w 74"/>
              <ns1:gd name="T55" fmla="*/ 60 h 75"/>
              <ns1:gd name="T56" fmla="*/ 72 w 74"/>
              <ns1:gd name="T57" fmla="*/ 64 h 75"/>
            </ns1:gdLst>
            <ns1:ahLst/>
            <ns1:cxnLst>
              <ns1:cxn ang="0">
                <ns1:pos x="T0" y="T1"/>
              </ns1:cxn>
              <ns1:cxn ang="0">
                <ns1:pos x="T2" y="T3"/>
              </ns1:cxn>
              <ns1:cxn ang="0">
                <ns1:pos x="T4" y="T5"/>
              </ns1:cxn>
              <ns1:cxn ang="0">
                <ns1:pos x="T6" y="T7"/>
              </ns1:cxn>
              <ns1:cxn ang="0">
                <ns1:pos x="T8" y="T9"/>
              </ns1:cxn>
              <ns1:cxn ang="0">
                <ns1:pos x="T10" y="T11"/>
              </ns1:cxn>
              <ns1:cxn ang="0">
                <ns1:pos x="T12" y="T13"/>
              </ns1:cxn>
              <ns1:cxn ang="0">
                <ns1:pos x="T14" y="T15"/>
              </ns1:cxn>
              <ns1:cxn ang="0">
                <ns1:pos x="T16" y="T17"/>
              </ns1:cxn>
              <ns1:cxn ang="0">
                <ns1:pos x="T18" y="T19"/>
              </ns1:cxn>
              <ns1:cxn ang="0">
                <ns1:pos x="T20" y="T21"/>
              </ns1:cxn>
              <ns1:cxn ang="0">
                <ns1:pos x="T22" y="T23"/>
              </ns1:cxn>
              <ns1:cxn ang="0">
                <ns1:pos x="T24" y="T25"/>
              </ns1:cxn>
              <ns1:cxn ang="0">
                <ns1:pos x="T26" y="T27"/>
              </ns1:cxn>
              <ns1:cxn ang="0">
                <ns1:pos x="T28" y="T29"/>
              </ns1:cxn>
              <ns1:cxn ang="0">
                <ns1:pos x="T30" y="T31"/>
              </ns1:cxn>
              <ns1:cxn ang="0">
                <ns1:pos x="T32" y="T33"/>
              </ns1:cxn>
              <ns1:cxn ang="0">
                <ns1:pos x="T34" y="T35"/>
              </ns1:cxn>
              <ns1:cxn ang="0">
                <ns1:pos x="T36" y="T37"/>
              </ns1:cxn>
              <ns1:cxn ang="0">
                <ns1:pos x="T38" y="T39"/>
              </ns1:cxn>
              <ns1:cxn ang="0">
                <ns1:pos x="T40" y="T41"/>
              </ns1:cxn>
              <ns1:cxn ang="0">
                <ns1:pos x="T42" y="T43"/>
              </ns1:cxn>
              <ns1:cxn ang="0">
                <ns1:pos x="T44" y="T45"/>
              </ns1:cxn>
              <ns1:cxn ang="0">
                <ns1:pos x="T46" y="T47"/>
              </ns1:cxn>
              <ns1:cxn ang="0">
                <ns1:pos x="T48" y="T49"/>
              </ns1:cxn>
              <ns1:cxn ang="0">
                <ns1:pos x="T50" y="T51"/>
              </ns1:cxn>
              <ns1:cxn ang="0">
                <ns1:pos x="T52" y="T53"/>
              </ns1:cxn>
              <ns1:cxn ang="0">
                <ns1:pos x="T54" y="T55"/>
              </ns1:cxn>
              <ns1:cxn ang="0">
                <ns1:pos x="T56" y="T57"/>
              </ns1:cxn>
            </ns1:cxnLst>
            <ns1:rect l="0" t="0" r="r" b="b"/>
            <ns1:pathLst>
              <ns1:path w="74" h="75">
                <ns1:moveTo>
                  <ns1:pt x="72" y="64"/>
                </ns1:moveTo>
                <ns1:cubicBezTo>
                  <ns1:pt x="64" y="73"/>
                  <ns1:pt x="64" y="73"/>
                  <ns1:pt x="64" y="73"/>
                </ns1:cubicBezTo>
                <ns1:cubicBezTo>
                  <ns1:pt x="63" y="74"/>
                  <ns1:pt x="61" y="75"/>
                  <ns1:pt x="59" y="75"/>
                </ns1:cubicBezTo>
                <ns1:cubicBezTo>
                  <ns1:pt x="58" y="75"/>
                  <ns1:pt x="56" y="74"/>
                  <ns1:pt x="55" y="73"/>
                </ns1:cubicBezTo>
                <ns1:cubicBezTo>
                  <ns1:pt x="37" y="54"/>
                  <ns1:pt x="37" y="54"/>
                  <ns1:pt x="37" y="54"/>
                </ns1:cubicBezTo>
                <ns1:cubicBezTo>
                  <ns1:pt x="18" y="73"/>
                  <ns1:pt x="18" y="73"/>
                  <ns1:pt x="18" y="73"/>
                </ns1:cubicBezTo>
                <ns1:cubicBezTo>
                  <ns1:pt x="17" y="74"/>
                  <ns1:pt x="16" y="75"/>
                  <ns1:pt x="14" y="75"/>
                </ns1:cubicBezTo>
                <ns1:cubicBezTo>
                  <ns1:pt x="13" y="75"/>
                  <ns1:pt x="11" y="74"/>
                  <ns1:pt x="10" y="73"/>
                </ns1:cubicBezTo>
                <ns1:cubicBezTo>
                  <ns1:pt x="2" y="64"/>
                  <ns1:pt x="2" y="64"/>
                  <ns1:pt x="2" y="64"/>
                </ns1:cubicBezTo>
                <ns1:cubicBezTo>
                  <ns1:pt x="0" y="63"/>
                  <ns1:pt x="0" y="62"/>
                  <ns1:pt x="0" y="60"/>
                </ns1:cubicBezTo>
                <ns1:cubicBezTo>
                  <ns1:pt x="0" y="59"/>
                  <ns1:pt x="0" y="57"/>
                  <ns1:pt x="2" y="56"/>
                </ns1:cubicBezTo>
                <ns1:cubicBezTo>
                  <ns1:pt x="20" y="38"/>
                  <ns1:pt x="20" y="38"/>
                  <ns1:pt x="20" y="38"/>
                </ns1:cubicBezTo>
                <ns1:cubicBezTo>
                  <ns1:pt x="2" y="19"/>
                  <ns1:pt x="2" y="19"/>
                  <ns1:pt x="2" y="19"/>
                </ns1:cubicBezTo>
                <ns1:cubicBezTo>
                  <ns1:pt x="0" y="18"/>
                  <ns1:pt x="0" y="16"/>
                  <ns1:pt x="0" y="15"/>
                </ns1:cubicBezTo>
                <ns1:cubicBezTo>
                  <ns1:pt x="0" y="13"/>
                  <ns1:pt x="0" y="12"/>
                  <ns1:pt x="2" y="11"/>
                </ns1:cubicBezTo>
                <ns1:cubicBezTo>
                  <ns1:pt x="10" y="2"/>
                  <ns1:pt x="10" y="2"/>
                  <ns1:pt x="10" y="2"/>
                </ns1:cubicBezTo>
                <ns1:cubicBezTo>
                  <ns1:pt x="11" y="1"/>
                  <ns1:pt x="13" y="0"/>
                  <ns1:pt x="14" y="0"/>
                </ns1:cubicBezTo>
                <ns1:cubicBezTo>
                  <ns1:pt x="16" y="0"/>
                  <ns1:pt x="17" y="1"/>
                  <ns1:pt x="18" y="2"/>
                </ns1:cubicBezTo>
                <ns1:cubicBezTo>
                  <ns1:pt x="37" y="21"/>
                  <ns1:pt x="37" y="21"/>
                  <ns1:pt x="37" y="21"/>
                </ns1:cubicBezTo>
                <ns1:cubicBezTo>
                  <ns1:pt x="55" y="2"/>
                  <ns1:pt x="55" y="2"/>
                  <ns1:pt x="55" y="2"/>
                </ns1:cubicBezTo>
                <ns1:cubicBezTo>
                  <ns1:pt x="56" y="1"/>
                  <ns1:pt x="58" y="0"/>
                  <ns1:pt x="59" y="0"/>
                </ns1:cubicBezTo>
                <ns1:cubicBezTo>
                  <ns1:pt x="61" y="0"/>
                  <ns1:pt x="63" y="1"/>
                  <ns1:pt x="64" y="2"/>
                </ns1:cubicBezTo>
                <ns1:cubicBezTo>
                  <ns1:pt x="72" y="11"/>
                  <ns1:pt x="72" y="11"/>
                  <ns1:pt x="72" y="11"/>
                </ns1:cubicBezTo>
                <ns1:cubicBezTo>
                  <ns1:pt x="73" y="12"/>
                  <ns1:pt x="74" y="13"/>
                  <ns1:pt x="74" y="15"/>
                </ns1:cubicBezTo>
                <ns1:cubicBezTo>
                  <ns1:pt x="74" y="16"/>
                  <ns1:pt x="73" y="18"/>
                  <ns1:pt x="72" y="19"/>
                </ns1:cubicBezTo>
                <ns1:cubicBezTo>
                  <ns1:pt x="54" y="38"/>
                  <ns1:pt x="54" y="38"/>
                  <ns1:pt x="54" y="38"/>
                </ns1:cubicBezTo>
                <ns1:cubicBezTo>
                  <ns1:pt x="72" y="56"/>
                  <ns1:pt x="72" y="56"/>
                  <ns1:pt x="72" y="56"/>
                </ns1:cubicBezTo>
                <ns1:cubicBezTo>
                  <ns1:pt x="73" y="57"/>
                  <ns1:pt x="74" y="59"/>
                  <ns1:pt x="74" y="60"/>
                </ns1:cubicBezTo>
                <ns1:cubicBezTo>
                  <ns1:pt x="74" y="62"/>
                  <ns1:pt x="73" y="63"/>
                  <ns1:pt x="72" y="64"/>
                </ns1:cubicBezTo>
                <ns1:close/>
              </ns1:path>
            </ns1:pathLst>
          </ns1:custGeom>
          <ns1:solidFill>
            <ns1:srgbClr val="010101"/>
          </ns1:solidFill>
          <ns1:ln>
            <ns1:noFill/>
          </ns1:ln>
          <ns1:extLst>
            <ns1:ext uri="{91240B29-F687-4F45-9708-019B960494DF}">
              <ns2:hiddenLine w="9525">
                <ns1:solidFill>
                  <ns1:srgbClr val="000000"/>
                </ns1:solidFill>
                <ns1:round/>
                <ns1:headEnd/>
                <ns1:tailEnd/>
              </ns2:hiddenLine>
            </ns1:ext>
          </ns1:extLst>
        </ns0:spPr>
        <ns0:txBody>
          <ns1:bodyPr vert="horz" wrap="square" lIns="91440" tIns="45720" rIns="91440" bIns="45720" numCol="1" anchor="t" anchorCtr="0" compatLnSpc="1">
            <ns1:prstTxWarp prst="textNoShape">
              <ns1:avLst/>
            </ns1:prstTxWarp>
          </ns1:bodyPr>
          <ns1:lstStyle/>
          <ns1:p>
            <ns1:endParaRPr lang="en-US" sz="2700"/>
          </ns1:p>
        </ns0:txBody>
      </ns0:sp>
      <ns0:sp>
        <ns0:nvSpPr>
          <ns0:cNvPr id="69" name="Freeform 67"/>
          <ns0:cNvSpPr>
            <ns1:spLocks noEditPoints="1"/>
          </ns0:cNvSpPr>
          <ns0:nvPr/>
        </ns0:nvSpPr>
        <ns0:spPr bwMode="auto">
          <ns1:xfrm>
            <ns1:off x="10090152" y="631827"/>
            <ns1:ext cx="390525" cy="385763"/>
          </ns1:xfrm>
          <ns1:custGeom>
            <ns1:avLst/>
            <ns1:gdLst>
              <ns1:gd name="T0" fmla="*/ 96 w 104"/>
              <ns1:gd name="T1" fmla="*/ 103 h 103"/>
              <ns1:gd name="T2" fmla="*/ 90 w 104"/>
              <ns1:gd name="T3" fmla="*/ 101 h 103"/>
              <ns1:gd name="T4" fmla="*/ 69 w 104"/>
              <ns1:gd name="T5" fmla="*/ 80 h 103"/>
              <ns1:gd name="T6" fmla="*/ 44 w 104"/>
              <ns1:gd name="T7" fmla="*/ 87 h 103"/>
              <ns1:gd name="T8" fmla="*/ 0 w 104"/>
              <ns1:gd name="T9" fmla="*/ 44 h 103"/>
              <ns1:gd name="T10" fmla="*/ 44 w 104"/>
              <ns1:gd name="T11" fmla="*/ 0 h 103"/>
              <ns1:gd name="T12" fmla="*/ 88 w 104"/>
              <ns1:gd name="T13" fmla="*/ 44 h 103"/>
              <ns1:gd name="T14" fmla="*/ 80 w 104"/>
              <ns1:gd name="T15" fmla="*/ 68 h 103"/>
              <ns1:gd name="T16" fmla="*/ 102 w 104"/>
              <ns1:gd name="T17" fmla="*/ 90 h 103"/>
              <ns1:gd name="T18" fmla="*/ 104 w 104"/>
              <ns1:gd name="T19" fmla="*/ 95 h 103"/>
              <ns1:gd name="T20" fmla="*/ 96 w 104"/>
              <ns1:gd name="T21" fmla="*/ 103 h 103"/>
              <ns1:gd name="T22" fmla="*/ 44 w 104"/>
              <ns1:gd name="T23" fmla="*/ 16 h 103"/>
              <ns1:gd name="T24" fmla="*/ 16 w 104"/>
              <ns1:gd name="T25" fmla="*/ 44 h 103"/>
              <ns1:gd name="T26" fmla="*/ 44 w 104"/>
              <ns1:gd name="T27" fmla="*/ 71 h 103"/>
              <ns1:gd name="T28" fmla="*/ 72 w 104"/>
              <ns1:gd name="T29" fmla="*/ 44 h 103"/>
              <ns1:gd name="T30" fmla="*/ 44 w 104"/>
              <ns1:gd name="T31" fmla="*/ 16 h 103"/>
              <ns1:gd name="T32" fmla="*/ 64 w 104"/>
              <ns1:gd name="T33" fmla="*/ 46 h 103"/>
              <ns1:gd name="T34" fmla="*/ 62 w 104"/>
              <ns1:gd name="T35" fmla="*/ 48 h 103"/>
              <ns1:gd name="T36" fmla="*/ 48 w 104"/>
              <ns1:gd name="T37" fmla="*/ 48 h 103"/>
              <ns1:gd name="T38" fmla="*/ 48 w 104"/>
              <ns1:gd name="T39" fmla="*/ 61 h 103"/>
              <ns1:gd name="T40" fmla="*/ 46 w 104"/>
              <ns1:gd name="T41" fmla="*/ 63 h 103"/>
              <ns1:gd name="T42" fmla="*/ 42 w 104"/>
              <ns1:gd name="T43" fmla="*/ 63 h 103"/>
              <ns1:gd name="T44" fmla="*/ 40 w 104"/>
              <ns1:gd name="T45" fmla="*/ 61 h 103"/>
              <ns1:gd name="T46" fmla="*/ 40 w 104"/>
              <ns1:gd name="T47" fmla="*/ 48 h 103"/>
              <ns1:gd name="T48" fmla="*/ 26 w 104"/>
              <ns1:gd name="T49" fmla="*/ 48 h 103"/>
              <ns1:gd name="T50" fmla="*/ 24 w 104"/>
              <ns1:gd name="T51" fmla="*/ 46 h 103"/>
              <ns1:gd name="T52" fmla="*/ 24 w 104"/>
              <ns1:gd name="T53" fmla="*/ 42 h 103"/>
              <ns1:gd name="T54" fmla="*/ 26 w 104"/>
              <ns1:gd name="T55" fmla="*/ 40 h 103"/>
              <ns1:gd name="T56" fmla="*/ 40 w 104"/>
              <ns1:gd name="T57" fmla="*/ 40 h 103"/>
              <ns1:gd name="T58" fmla="*/ 40 w 104"/>
              <ns1:gd name="T59" fmla="*/ 26 h 103"/>
              <ns1:gd name="T60" fmla="*/ 42 w 104"/>
              <ns1:gd name="T61" fmla="*/ 24 h 103"/>
              <ns1:gd name="T62" fmla="*/ 46 w 104"/>
              <ns1:gd name="T63" fmla="*/ 24 h 103"/>
              <ns1:gd name="T64" fmla="*/ 48 w 104"/>
              <ns1:gd name="T65" fmla="*/ 26 h 103"/>
              <ns1:gd name="T66" fmla="*/ 48 w 104"/>
              <ns1:gd name="T67" fmla="*/ 40 h 103"/>
              <ns1:gd name="T68" fmla="*/ 62 w 104"/>
              <ns1:gd name="T69" fmla="*/ 40 h 103"/>
              <ns1:gd name="T70" fmla="*/ 64 w 104"/>
              <ns1:gd name="T71" fmla="*/ 42 h 103"/>
              <ns1:gd name="T72" fmla="*/ 64 w 104"/>
              <ns1:gd name="T73" fmla="*/ 46 h 103"/>
            </ns1:gdLst>
            <ns1:ahLst/>
            <ns1:cxnLst>
              <ns1:cxn ang="0">
                <ns1:pos x="T0" y="T1"/>
              </ns1:cxn>
              <ns1:cxn ang="0">
                <ns1:pos x="T2" y="T3"/>
              </ns1:cxn>
              <ns1:cxn ang="0">
                <ns1:pos x="T4" y="T5"/>
              </ns1:cxn>
              <ns1:cxn ang="0">
                <ns1:pos x="T6" y="T7"/>
              </ns1:cxn>
              <ns1:cxn ang="0">
                <ns1:pos x="T8" y="T9"/>
              </ns1:cxn>
              <ns1:cxn ang="0">
                <ns1:pos x="T10" y="T11"/>
              </ns1:cxn>
              <ns1:cxn ang="0">
                <ns1:pos x="T12" y="T13"/>
              </ns1:cxn>
              <ns1:cxn ang="0">
                <ns1:pos x="T14" y="T15"/>
              </ns1:cxn>
              <ns1:cxn ang="0">
                <ns1:pos x="T16" y="T17"/>
              </ns1:cxn>
              <ns1:cxn ang="0">
                <ns1:pos x="T18" y="T19"/>
              </ns1:cxn>
              <ns1:cxn ang="0">
                <ns1:pos x="T20" y="T21"/>
              </ns1:cxn>
              <ns1:cxn ang="0">
                <ns1:pos x="T22" y="T23"/>
              </ns1:cxn>
              <ns1:cxn ang="0">
                <ns1:pos x="T24" y="T25"/>
              </ns1:cxn>
              <ns1:cxn ang="0">
                <ns1:pos x="T26" y="T27"/>
              </ns1:cxn>
              <ns1:cxn ang="0">
                <ns1:pos x="T28" y="T29"/>
              </ns1:cxn>
              <ns1:cxn ang="0">
                <ns1:pos x="T30" y="T31"/>
              </ns1:cxn>
              <ns1:cxn ang="0">
                <ns1:pos x="T32" y="T33"/>
              </ns1:cxn>
              <ns1:cxn ang="0">
                <ns1:pos x="T34" y="T35"/>
              </ns1:cxn>
              <ns1:cxn ang="0">
                <ns1:pos x="T36" y="T37"/>
              </ns1:cxn>
              <ns1:cxn ang="0">
                <ns1:pos x="T38" y="T39"/>
              </ns1:cxn>
              <ns1:cxn ang="0">
                <ns1:pos x="T40" y="T41"/>
              </ns1:cxn>
              <ns1:cxn ang="0">
                <ns1:pos x="T42" y="T43"/>
              </ns1:cxn>
              <ns1:cxn ang="0">
                <ns1:pos x="T44" y="T45"/>
              </ns1:cxn>
              <ns1:cxn ang="0">
                <ns1:pos x="T46" y="T47"/>
              </ns1:cxn>
              <ns1:cxn ang="0">
                <ns1:pos x="T48" y="T49"/>
              </ns1:cxn>
              <ns1:cxn ang="0">
                <ns1:pos x="T50" y="T51"/>
              </ns1:cxn>
              <ns1:cxn ang="0">
                <ns1:pos x="T52" y="T53"/>
              </ns1:cxn>
              <ns1:cxn ang="0">
                <ns1:pos x="T54" y="T55"/>
              </ns1:cxn>
              <ns1:cxn ang="0">
                <ns1:pos x="T56" y="T57"/>
              </ns1:cxn>
              <ns1:cxn ang="0">
                <ns1:pos x="T58" y="T59"/>
              </ns1:cxn>
              <ns1:cxn ang="0">
                <ns1:pos x="T60" y="T61"/>
              </ns1:cxn>
              <ns1:cxn ang="0">
                <ns1:pos x="T62" y="T63"/>
              </ns1:cxn>
              <ns1:cxn ang="0">
                <ns1:pos x="T64" y="T65"/>
              </ns1:cxn>
              <ns1:cxn ang="0">
                <ns1:pos x="T66" y="T67"/>
              </ns1:cxn>
              <ns1:cxn ang="0">
                <ns1:pos x="T68" y="T69"/>
              </ns1:cxn>
              <ns1:cxn ang="0">
                <ns1:pos x="T70" y="T71"/>
              </ns1:cxn>
              <ns1:cxn ang="0">
                <ns1:pos x="T72" y="T73"/>
              </ns1:cxn>
            </ns1:cxnLst>
            <ns1:rect l="0" t="0" r="r" b="b"/>
            <ns1:pathLst>
              <ns1:path w="104" h="103">
                <ns1:moveTo>
                  <ns1:pt x="96" y="103"/>
                </ns1:moveTo>
                <ns1:cubicBezTo>
                  <ns1:pt x="94" y="103"/>
                  <ns1:pt x="92" y="103"/>
                  <ns1:pt x="90" y="101"/>
                </ns1:cubicBezTo>
                <ns1:cubicBezTo>
                  <ns1:pt x="69" y="80"/>
                  <ns1:pt x="69" y="80"/>
                  <ns1:pt x="69" y="80"/>
                </ns1:cubicBezTo>
                <ns1:cubicBezTo>
                  <ns1:pt x="62" y="85"/>
                  <ns1:pt x="53" y="87"/>
                  <ns1:pt x="44" y="87"/>
                </ns1:cubicBezTo>
                <ns1:cubicBezTo>
                  <ns1:pt x="20" y="87"/>
                  <ns1:pt x="0" y="68"/>
                  <ns1:pt x="0" y="44"/>
                </ns1:cubicBezTo>
                <ns1:cubicBezTo>
                  <ns1:pt x="0" y="19"/>
                  <ns1:pt x="20" y="0"/>
                  <ns1:pt x="44" y="0"/>
                </ns1:cubicBezTo>
                <ns1:cubicBezTo>
                  <ns1:pt x="68" y="0"/>
                  <ns1:pt x="88" y="19"/>
                  <ns1:pt x="88" y="44"/>
                </ns1:cubicBezTo>
                <ns1:cubicBezTo>
                  <ns1:pt x="88" y="52"/>
                  <ns1:pt x="85" y="61"/>
                  <ns1:pt x="80" y="68"/>
                </ns1:cubicBezTo>
                <ns1:cubicBezTo>
                  <ns1:pt x="102" y="90"/>
                  <ns1:pt x="102" y="90"/>
                  <ns1:pt x="102" y="90"/>
                </ns1:cubicBezTo>
                <ns1:cubicBezTo>
                  <ns1:pt x="103" y="91"/>
                  <ns1:pt x="104" y="93"/>
                  <ns1:pt x="104" y="95"/>
                </ns1:cubicBezTo>
                <ns1:cubicBezTo>
                  <ns1:pt x="104" y="100"/>
                  <ns1:pt x="100" y="103"/>
                  <ns1:pt x="96" y="103"/>
                </ns1:cubicBezTo>
                <ns1:close/>
                <ns1:moveTo>
                  <ns1:pt x="44" y="16"/>
                </ns1:moveTo>
                <ns1:cubicBezTo>
                  <ns1:pt x="29" y="16"/>
                  <ns1:pt x="16" y="28"/>
                  <ns1:pt x="16" y="44"/>
                </ns1:cubicBezTo>
                <ns1:cubicBezTo>
                  <ns1:pt x="16" y="59"/>
                  <ns1:pt x="29" y="71"/>
                  <ns1:pt x="44" y="71"/>
                </ns1:cubicBezTo>
                <ns1:cubicBezTo>
                  <ns1:pt x="60" y="71"/>
                  <ns1:pt x="72" y="59"/>
                  <ns1:pt x="72" y="44"/>
                </ns1:cubicBezTo>
                <ns1:cubicBezTo>
                  <ns1:pt x="72" y="28"/>
                  <ns1:pt x="60" y="16"/>
                  <ns1:pt x="44" y="16"/>
                </ns1:cubicBezTo>
                <ns1:close/>
                <ns1:moveTo>
                  <ns1:pt x="64" y="46"/>
                </ns1:moveTo>
                <ns1:cubicBezTo>
                  <ns1:pt x="64" y="47"/>
                  <ns1:pt x="63" y="48"/>
                  <ns1:pt x="62" y="48"/>
                </ns1:cubicBezTo>
                <ns1:cubicBezTo>
                  <ns1:pt x="48" y="48"/>
                  <ns1:pt x="48" y="48"/>
                  <ns1:pt x="48" y="48"/>
                </ns1:cubicBezTo>
                <ns1:cubicBezTo>
                  <ns1:pt x="48" y="61"/>
                  <ns1:pt x="48" y="61"/>
                  <ns1:pt x="48" y="61"/>
                </ns1:cubicBezTo>
                <ns1:cubicBezTo>
                  <ns1:pt x="48" y="63"/>
                  <ns1:pt x="47" y="63"/>
                  <ns1:pt x="46" y="63"/>
                </ns1:cubicBezTo>
                <ns1:cubicBezTo>
                  <ns1:pt x="42" y="63"/>
                  <ns1:pt x="42" y="63"/>
                  <ns1:pt x="42" y="63"/>
                </ns1:cubicBezTo>
                <ns1:cubicBezTo>
                  <ns1:pt x="41" y="63"/>
                  <ns1:pt x="40" y="63"/>
                  <ns1:pt x="40" y="61"/>
                </ns1:cubicBezTo>
                <ns1:cubicBezTo>
                  <ns1:pt x="40" y="48"/>
                  <ns1:pt x="40" y="48"/>
                  <ns1:pt x="40" y="48"/>
                </ns1:cubicBezTo>
                <ns1:cubicBezTo>
                  <ns1:pt x="26" y="48"/>
                  <ns1:pt x="26" y="48"/>
                  <ns1:pt x="26" y="48"/>
                </ns1:cubicBezTo>
                <ns1:cubicBezTo>
                  <ns1:pt x="25" y="48"/>
                  <ns1:pt x="24" y="47"/>
                  <ns1:pt x="24" y="46"/>
                </ns1:cubicBezTo>
                <ns1:cubicBezTo>
                  <ns1:pt x="24" y="42"/>
                  <ns1:pt x="24" y="42"/>
                  <ns1:pt x="24" y="42"/>
                </ns1:cubicBezTo>
                <ns1:cubicBezTo>
                  <ns1:pt x="24" y="40"/>
                  <ns1:pt x="25" y="40"/>
                  <ns1:pt x="26" y="40"/>
                </ns1:cubicBezTo>
                <ns1:cubicBezTo>
                  <ns1:pt x="40" y="40"/>
                  <ns1:pt x="40" y="40"/>
                  <ns1:pt x="40" y="40"/>
                </ns1:cubicBezTo>
                <ns1:cubicBezTo>
                  <ns1:pt x="40" y="26"/>
                  <ns1:pt x="40" y="26"/>
                  <ns1:pt x="40" y="26"/>
                </ns1:cubicBezTo>
                <ns1:cubicBezTo>
                  <ns1:pt x="40" y="24"/>
                  <ns1:pt x="41" y="24"/>
                  <ns1:pt x="42" y="24"/>
                </ns1:cubicBezTo>
                <ns1:cubicBezTo>
                  <ns1:pt x="46" y="24"/>
                  <ns1:pt x="46" y="24"/>
                  <ns1:pt x="46" y="24"/>
                </ns1:cubicBezTo>
                <ns1:cubicBezTo>
                  <ns1:pt x="47" y="24"/>
                  <ns1:pt x="48" y="24"/>
                  <ns1:pt x="48" y="26"/>
                </ns1:cubicBezTo>
                <ns1:cubicBezTo>
                  <ns1:pt x="48" y="40"/>
                  <ns1:pt x="48" y="40"/>
                  <ns1:pt x="48" y="40"/>
                </ns1:cubicBezTo>
                <ns1:cubicBezTo>
                  <ns1:pt x="62" y="40"/>
                  <ns1:pt x="62" y="40"/>
                  <ns1:pt x="62" y="40"/>
                </ns1:cubicBezTo>
                <ns1:cubicBezTo>
                  <ns1:pt x="63" y="40"/>
                  <ns1:pt x="64" y="40"/>
                  <ns1:pt x="64" y="42"/>
                </ns1:cubicBezTo>
                <ns1:lnTo>
                  <ns1:pt x="64" y="46"/>
                </ns1:lnTo>
                <ns1:close/>
              </ns1:path>
            </ns1:pathLst>
          </ns1:custGeom>
          <ns1:solidFill>
            <ns1:srgbClr val="010101"/>
          </ns1:solidFill>
          <ns1:ln>
            <ns1:noFill/>
          </ns1:ln>
          <ns1:extLst>
            <ns1:ext uri="{91240B29-F687-4F45-9708-019B960494DF}">
              <ns2:hiddenLine w="9525">
                <ns1:solidFill>
                  <ns1:srgbClr val="000000"/>
                </ns1:solidFill>
                <ns1:round/>
                <ns1:headEnd/>
                <ns1:tailEnd/>
              </ns2:hiddenLine>
            </ns1:ext>
          </ns1:extLst>
        </ns0:spPr>
        <ns0:txBody>
          <ns1:bodyPr vert="horz" wrap="square" lIns="91440" tIns="45720" rIns="91440" bIns="45720" numCol="1" anchor="t" anchorCtr="0" compatLnSpc="1">
            <ns1:prstTxWarp prst="textNoShape">
              <ns1:avLst/>
            </ns1:prstTxWarp>
          </ns1:bodyPr>
          <ns1:lstStyle/>
          <ns1:p>
            <ns1:endParaRPr lang="en-US" sz="2700"/>
          </ns1:p>
        </ns0:txBody>
      </ns0:sp>
      <ns0:sp>
        <ns0:nvSpPr>
          <ns0:cNvPr id="70" name="Freeform 68"/>
          <ns0:cNvSpPr>
            <ns1:spLocks noEditPoints="1"/>
          </ns0:cNvSpPr>
          <ns0:nvPr/>
        </ns0:nvSpPr>
        <ns0:spPr bwMode="auto">
          <ns1:xfrm>
            <ns1:off x="10736264" y="631826"/>
            <ns1:ext cx="390525" cy="355600"/>
          </ns1:xfrm>
          <ns1:custGeom>
            <ns1:avLst/>
            <ns1:gdLst>
              <ns1:gd name="T0" fmla="*/ 104 w 104"/>
              <ns1:gd name="T1" fmla="*/ 77 h 95"/>
              <ns1:gd name="T2" fmla="*/ 102 w 104"/>
              <ns1:gd name="T3" fmla="*/ 79 h 95"/>
              <ns1:gd name="T4" fmla="*/ 88 w 104"/>
              <ns1:gd name="T5" fmla="*/ 79 h 95"/>
              <ns1:gd name="T6" fmla="*/ 88 w 104"/>
              <ns1:gd name="T7" fmla="*/ 89 h 95"/>
              <ns1:gd name="T8" fmla="*/ 82 w 104"/>
              <ns1:gd name="T9" fmla="*/ 95 h 95"/>
              <ns1:gd name="T10" fmla="*/ 22 w 104"/>
              <ns1:gd name="T11" fmla="*/ 95 h 95"/>
              <ns1:gd name="T12" fmla="*/ 16 w 104"/>
              <ns1:gd name="T13" fmla="*/ 89 h 95"/>
              <ns1:gd name="T14" fmla="*/ 16 w 104"/>
              <ns1:gd name="T15" fmla="*/ 79 h 95"/>
              <ns1:gd name="T16" fmla="*/ 2 w 104"/>
              <ns1:gd name="T17" fmla="*/ 79 h 95"/>
              <ns1:gd name="T18" fmla="*/ 0 w 104"/>
              <ns1:gd name="T19" fmla="*/ 77 h 95"/>
              <ns1:gd name="T20" fmla="*/ 0 w 104"/>
              <ns1:gd name="T21" fmla="*/ 52 h 95"/>
              <ns1:gd name="T22" fmla="*/ 12 w 104"/>
              <ns1:gd name="T23" fmla="*/ 40 h 95"/>
              <ns1:gd name="T24" fmla="*/ 16 w 104"/>
              <ns1:gd name="T25" fmla="*/ 40 h 95"/>
              <ns1:gd name="T26" fmla="*/ 16 w 104"/>
              <ns1:gd name="T27" fmla="*/ 6 h 95"/>
              <ns1:gd name="T28" fmla="*/ 22 w 104"/>
              <ns1:gd name="T29" fmla="*/ 0 h 95"/>
              <ns1:gd name="T30" fmla="*/ 64 w 104"/>
              <ns1:gd name="T31" fmla="*/ 0 h 95"/>
              <ns1:gd name="T32" fmla="*/ 74 w 104"/>
              <ns1:gd name="T33" fmla="*/ 4 h 95"/>
              <ns1:gd name="T34" fmla="*/ 84 w 104"/>
              <ns1:gd name="T35" fmla="*/ 13 h 95"/>
              <ns1:gd name="T36" fmla="*/ 88 w 104"/>
              <ns1:gd name="T37" fmla="*/ 24 h 95"/>
              <ns1:gd name="T38" fmla="*/ 88 w 104"/>
              <ns1:gd name="T39" fmla="*/ 40 h 95"/>
              <ns1:gd name="T40" fmla="*/ 92 w 104"/>
              <ns1:gd name="T41" fmla="*/ 40 h 95"/>
              <ns1:gd name="T42" fmla="*/ 104 w 104"/>
              <ns1:gd name="T43" fmla="*/ 52 h 95"/>
              <ns1:gd name="T44" fmla="*/ 104 w 104"/>
              <ns1:gd name="T45" fmla="*/ 77 h 95"/>
              <ns1:gd name="T46" fmla="*/ 80 w 104"/>
              <ns1:gd name="T47" fmla="*/ 48 h 95"/>
              <ns1:gd name="T48" fmla="*/ 80 w 104"/>
              <ns1:gd name="T49" fmla="*/ 24 h 95"/>
              <ns1:gd name="T50" fmla="*/ 70 w 104"/>
              <ns1:gd name="T51" fmla="*/ 24 h 95"/>
              <ns1:gd name="T52" fmla="*/ 64 w 104"/>
              <ns1:gd name="T53" fmla="*/ 18 h 95"/>
              <ns1:gd name="T54" fmla="*/ 64 w 104"/>
              <ns1:gd name="T55" fmla="*/ 8 h 95"/>
              <ns1:gd name="T56" fmla="*/ 24 w 104"/>
              <ns1:gd name="T57" fmla="*/ 8 h 95"/>
              <ns1:gd name="T58" fmla="*/ 24 w 104"/>
              <ns1:gd name="T59" fmla="*/ 48 h 95"/>
              <ns1:gd name="T60" fmla="*/ 80 w 104"/>
              <ns1:gd name="T61" fmla="*/ 48 h 95"/>
              <ns1:gd name="T62" fmla="*/ 80 w 104"/>
              <ns1:gd name="T63" fmla="*/ 87 h 95"/>
              <ns1:gd name="T64" fmla="*/ 80 w 104"/>
              <ns1:gd name="T65" fmla="*/ 71 h 95"/>
              <ns1:gd name="T66" fmla="*/ 24 w 104"/>
              <ns1:gd name="T67" fmla="*/ 71 h 95"/>
              <ns1:gd name="T68" fmla="*/ 24 w 104"/>
              <ns1:gd name="T69" fmla="*/ 87 h 95"/>
              <ns1:gd name="T70" fmla="*/ 80 w 104"/>
              <ns1:gd name="T71" fmla="*/ 87 h 95"/>
              <ns1:gd name="T72" fmla="*/ 92 w 104"/>
              <ns1:gd name="T73" fmla="*/ 48 h 95"/>
              <ns1:gd name="T74" fmla="*/ 88 w 104"/>
              <ns1:gd name="T75" fmla="*/ 52 h 95"/>
              <ns1:gd name="T76" fmla="*/ 92 w 104"/>
              <ns1:gd name="T77" fmla="*/ 56 h 95"/>
              <ns1:gd name="T78" fmla="*/ 96 w 104"/>
              <ns1:gd name="T79" fmla="*/ 52 h 95"/>
              <ns1:gd name="T80" fmla="*/ 92 w 104"/>
              <ns1:gd name="T81" fmla="*/ 48 h 95"/>
            </ns1:gdLst>
            <ns1:ahLst/>
            <ns1:cxnLst>
              <ns1:cxn ang="0">
                <ns1:pos x="T0" y="T1"/>
              </ns1:cxn>
              <ns1:cxn ang="0">
                <ns1:pos x="T2" y="T3"/>
              </ns1:cxn>
              <ns1:cxn ang="0">
                <ns1:pos x="T4" y="T5"/>
              </ns1:cxn>
              <ns1:cxn ang="0">
                <ns1:pos x="T6" y="T7"/>
              </ns1:cxn>
              <ns1:cxn ang="0">
                <ns1:pos x="T8" y="T9"/>
              </ns1:cxn>
              <ns1:cxn ang="0">
                <ns1:pos x="T10" y="T11"/>
              </ns1:cxn>
              <ns1:cxn ang="0">
                <ns1:pos x="T12" y="T13"/>
              </ns1:cxn>
              <ns1:cxn ang="0">
                <ns1:pos x="T14" y="T15"/>
              </ns1:cxn>
              <ns1:cxn ang="0">
                <ns1:pos x="T16" y="T17"/>
              </ns1:cxn>
              <ns1:cxn ang="0">
                <ns1:pos x="T18" y="T19"/>
              </ns1:cxn>
              <ns1:cxn ang="0">
                <ns1:pos x="T20" y="T21"/>
              </ns1:cxn>
              <ns1:cxn ang="0">
                <ns1:pos x="T22" y="T23"/>
              </ns1:cxn>
              <ns1:cxn ang="0">
                <ns1:pos x="T24" y="T25"/>
              </ns1:cxn>
              <ns1:cxn ang="0">
                <ns1:pos x="T26" y="T27"/>
              </ns1:cxn>
              <ns1:cxn ang="0">
                <ns1:pos x="T28" y="T29"/>
              </ns1:cxn>
              <ns1:cxn ang="0">
                <ns1:pos x="T30" y="T31"/>
              </ns1:cxn>
              <ns1:cxn ang="0">
                <ns1:pos x="T32" y="T33"/>
              </ns1:cxn>
              <ns1:cxn ang="0">
                <ns1:pos x="T34" y="T35"/>
              </ns1:cxn>
              <ns1:cxn ang="0">
                <ns1:pos x="T36" y="T37"/>
              </ns1:cxn>
              <ns1:cxn ang="0">
                <ns1:pos x="T38" y="T39"/>
              </ns1:cxn>
              <ns1:cxn ang="0">
                <ns1:pos x="T40" y="T41"/>
              </ns1:cxn>
              <ns1:cxn ang="0">
                <ns1:pos x="T42" y="T43"/>
              </ns1:cxn>
              <ns1:cxn ang="0">
                <ns1:pos x="T44" y="T45"/>
              </ns1:cxn>
              <ns1:cxn ang="0">
                <ns1:pos x="T46" y="T47"/>
              </ns1:cxn>
              <ns1:cxn ang="0">
                <ns1:pos x="T48" y="T49"/>
              </ns1:cxn>
              <ns1:cxn ang="0">
                <ns1:pos x="T50" y="T51"/>
              </ns1:cxn>
              <ns1:cxn ang="0">
                <ns1:pos x="T52" y="T53"/>
              </ns1:cxn>
              <ns1:cxn ang="0">
                <ns1:pos x="T54" y="T55"/>
              </ns1:cxn>
              <ns1:cxn ang="0">
                <ns1:pos x="T56" y="T57"/>
              </ns1:cxn>
              <ns1:cxn ang="0">
                <ns1:pos x="T58" y="T59"/>
              </ns1:cxn>
              <ns1:cxn ang="0">
                <ns1:pos x="T60" y="T61"/>
              </ns1:cxn>
              <ns1:cxn ang="0">
                <ns1:pos x="T62" y="T63"/>
              </ns1:cxn>
              <ns1:cxn ang="0">
                <ns1:pos x="T64" y="T65"/>
              </ns1:cxn>
              <ns1:cxn ang="0">
                <ns1:pos x="T66" y="T67"/>
              </ns1:cxn>
              <ns1:cxn ang="0">
                <ns1:pos x="T68" y="T69"/>
              </ns1:cxn>
              <ns1:cxn ang="0">
                <ns1:pos x="T70" y="T71"/>
              </ns1:cxn>
              <ns1:cxn ang="0">
                <ns1:pos x="T72" y="T73"/>
              </ns1:cxn>
              <ns1:cxn ang="0">
                <ns1:pos x="T74" y="T75"/>
              </ns1:cxn>
              <ns1:cxn ang="0">
                <ns1:pos x="T76" y="T77"/>
              </ns1:cxn>
              <ns1:cxn ang="0">
                <ns1:pos x="T78" y="T79"/>
              </ns1:cxn>
              <ns1:cxn ang="0">
                <ns1:pos x="T80" y="T81"/>
              </ns1:cxn>
            </ns1:cxnLst>
            <ns1:rect l="0" t="0" r="r" b="b"/>
            <ns1:pathLst>
              <ns1:path w="104" h="95">
                <ns1:moveTo>
                  <ns1:pt x="104" y="77"/>
                </ns1:moveTo>
                <ns1:cubicBezTo>
                  <ns1:pt x="104" y="79"/>
                  <ns1:pt x="103" y="79"/>
                  <ns1:pt x="102" y="79"/>
                </ns1:cubicBezTo>
                <ns1:cubicBezTo>
                  <ns1:pt x="88" y="79"/>
                  <ns1:pt x="88" y="79"/>
                  <ns1:pt x="88" y="79"/>
                </ns1:cubicBezTo>
                <ns1:cubicBezTo>
                  <ns1:pt x="88" y="89"/>
                  <ns1:pt x="88" y="89"/>
                  <ns1:pt x="88" y="89"/>
                </ns1:cubicBezTo>
                <ns1:cubicBezTo>
                  <ns1:pt x="88" y="93"/>
                  <ns1:pt x="85" y="95"/>
                  <ns1:pt x="82" y="95"/>
                </ns1:cubicBezTo>
                <ns1:cubicBezTo>
                  <ns1:pt x="22" y="95"/>
                  <ns1:pt x="22" y="95"/>
                  <ns1:pt x="22" y="95"/>
                </ns1:cubicBezTo>
                <ns1:cubicBezTo>
                  <ns1:pt x="19" y="95"/>
                  <ns1:pt x="16" y="93"/>
                  <ns1:pt x="16" y="89"/>
                </ns1:cubicBezTo>
                <ns1:cubicBezTo>
                  <ns1:pt x="16" y="79"/>
                  <ns1:pt x="16" y="79"/>
                  <ns1:pt x="16" y="79"/>
                </ns1:cubicBezTo>
                <ns1:cubicBezTo>
                  <ns1:pt x="2" y="79"/>
                  <ns1:pt x="2" y="79"/>
                  <ns1:pt x="2" y="79"/>
                </ns1:cubicBezTo>
                <ns1:cubicBezTo>
                  <ns1:pt x="1" y="79"/>
                  <ns1:pt x="0" y="79"/>
                  <ns1:pt x="0" y="77"/>
                </ns1:cubicBezTo>
                <ns1:cubicBezTo>
                  <ns1:pt x="0" y="52"/>
                  <ns1:pt x="0" y="52"/>
                  <ns1:pt x="0" y="52"/>
                </ns1:cubicBezTo>
                <ns1:cubicBezTo>
                  <ns1:pt x="0" y="45"/>
                  <ns1:pt x="6" y="40"/>
                  <ns1:pt x="12" y="40"/>
                </ns1:cubicBezTo>
                <ns1:cubicBezTo>
                  <ns1:pt x="16" y="40"/>
                  <ns1:pt x="16" y="40"/>
                  <ns1:pt x="16" y="40"/>
                </ns1:cubicBezTo>
                <ns1:cubicBezTo>
                  <ns1:pt x="16" y="6"/>
                  <ns1:pt x="16" y="6"/>
                  <ns1:pt x="16" y="6"/>
                </ns1:cubicBezTo>
                <ns1:cubicBezTo>
                  <ns1:pt x="16" y="2"/>
                  <ns1:pt x="19" y="0"/>
                  <ns1:pt x="22" y="0"/>
                </ns1:cubicBezTo>
                <ns1:cubicBezTo>
                  <ns1:pt x="64" y="0"/>
                  <ns1:pt x="64" y="0"/>
                  <ns1:pt x="64" y="0"/>
                </ns1:cubicBezTo>
                <ns1:cubicBezTo>
                  <ns1:pt x="67" y="0"/>
                  <ns1:pt x="72" y="1"/>
                  <ns1:pt x="74" y="4"/>
                </ns1:cubicBezTo>
                <ns1:cubicBezTo>
                  <ns1:pt x="84" y="13"/>
                  <ns1:pt x="84" y="13"/>
                  <ns1:pt x="84" y="13"/>
                </ns1:cubicBezTo>
                <ns1:cubicBezTo>
                  <ns1:pt x="86" y="16"/>
                  <ns1:pt x="88" y="20"/>
                  <ns1:pt x="88" y="24"/>
                </ns1:cubicBezTo>
                <ns1:cubicBezTo>
                  <ns1:pt x="88" y="40"/>
                  <ns1:pt x="88" y="40"/>
                  <ns1:pt x="88" y="40"/>
                </ns1:cubicBezTo>
                <ns1:cubicBezTo>
                  <ns1:pt x="92" y="40"/>
                  <ns1:pt x="92" y="40"/>
                  <ns1:pt x="92" y="40"/>
                </ns1:cubicBezTo>
                <ns1:cubicBezTo>
                  <ns1:pt x="99" y="40"/>
                  <ns1:pt x="104" y="45"/>
                  <ns1:pt x="104" y="52"/>
                </ns1:cubicBezTo>
                <ns1:lnTo>
                  <ns1:pt x="104" y="77"/>
                </ns1:lnTo>
                <ns1:close/>
                <ns1:moveTo>
                  <ns1:pt x="80" y="48"/>
                </ns1:moveTo>
                <ns1:cubicBezTo>
                  <ns1:pt x="80" y="24"/>
                  <ns1:pt x="80" y="24"/>
                  <ns1:pt x="80" y="24"/>
                </ns1:cubicBezTo>
                <ns1:cubicBezTo>
                  <ns1:pt x="70" y="24"/>
                  <ns1:pt x="70" y="24"/>
                  <ns1:pt x="70" y="24"/>
                </ns1:cubicBezTo>
                <ns1:cubicBezTo>
                  <ns1:pt x="67" y="24"/>
                  <ns1:pt x="64" y="21"/>
                  <ns1:pt x="64" y="18"/>
                </ns1:cubicBezTo>
                <ns1:cubicBezTo>
                  <ns1:pt x="64" y="8"/>
                  <ns1:pt x="64" y="8"/>
                  <ns1:pt x="64" y="8"/>
                </ns1:cubicBezTo>
                <ns1:cubicBezTo>
                  <ns1:pt x="24" y="8"/>
                  <ns1:pt x="24" y="8"/>
                  <ns1:pt x="24" y="8"/>
                </ns1:cubicBezTo>
                <ns1:cubicBezTo>
                  <ns1:pt x="24" y="48"/>
                  <ns1:pt x="24" y="48"/>
                  <ns1:pt x="24" y="48"/>
                </ns1:cubicBezTo>
                <ns1:lnTo>
                  <ns1:pt x="80" y="48"/>
                </ns1:lnTo>
                <ns1:close/>
                <ns1:moveTo>
                  <ns1:pt x="80" y="87"/>
                </ns1:moveTo>
                <ns1:cubicBezTo>
                  <ns1:pt x="80" y="71"/>
                  <ns1:pt x="80" y="71"/>
                  <ns1:pt x="80" y="71"/>
                </ns1:cubicBezTo>
                <ns1:cubicBezTo>
                  <ns1:pt x="24" y="71"/>
                  <ns1:pt x="24" y="71"/>
                  <ns1:pt x="24" y="71"/>
                </ns1:cubicBezTo>
                <ns1:cubicBezTo>
                  <ns1:pt x="24" y="87"/>
                  <ns1:pt x="24" y="87"/>
                  <ns1:pt x="24" y="87"/>
                </ns1:cubicBezTo>
                <ns1:lnTo>
                  <ns1:pt x="80" y="87"/>
                </ns1:lnTo>
                <ns1:close/>
                <ns1:moveTo>
                  <ns1:pt x="92" y="48"/>
                </ns1:moveTo>
                <ns1:cubicBezTo>
                  <ns1:pt x="90" y="48"/>
                  <ns1:pt x="88" y="49"/>
                  <ns1:pt x="88" y="52"/>
                </ns1:cubicBezTo>
                <ns1:cubicBezTo>
                  <ns1:pt x="88" y="54"/>
                  <ns1:pt x="90" y="56"/>
                  <ns1:pt x="92" y="56"/>
                </ns1:cubicBezTo>
                <ns1:cubicBezTo>
                  <ns1:pt x="94" y="56"/>
                  <ns1:pt x="96" y="54"/>
                  <ns1:pt x="96" y="52"/>
                </ns1:cubicBezTo>
                <ns1:cubicBezTo>
                  <ns1:pt x="96" y="49"/>
                  <ns1:pt x="94" y="48"/>
                  <ns1:pt x="92" y="48"/>
                </ns1:cubicBezTo>
                <ns1:close/>
              </ns1:path>
            </ns1:pathLst>
          </ns1:custGeom>
          <ns1:solidFill>
            <ns1:srgbClr val="010101"/>
          </ns1:solidFill>
          <ns1:ln>
            <ns1:noFill/>
          </ns1:ln>
          <ns1:extLst>
            <ns1:ext uri="{91240B29-F687-4F45-9708-019B960494DF}">
              <ns2:hiddenLine w="9525">
                <ns1:solidFill>
                  <ns1:srgbClr val="000000"/>
                </ns1:solidFill>
                <ns1:round/>
                <ns1:headEnd/>
                <ns1:tailEnd/>
              </ns2:hiddenLine>
            </ns1:ext>
          </ns1:extLst>
        </ns0:spPr>
        <ns0:txBody>
          <ns1:bodyPr vert="horz" wrap="square" lIns="91440" tIns="45720" rIns="91440" bIns="45720" numCol="1" anchor="t" anchorCtr="0" compatLnSpc="1">
            <ns1:prstTxWarp prst="textNoShape">
              <ns1:avLst/>
            </ns1:prstTxWarp>
          </ns1:bodyPr>
          <ns1:lstStyle/>
          <ns1:p>
            <ns1:endParaRPr lang="en-US" sz="2700"/>
          </ns1:p>
        </ns0:txBody>
      </ns0:sp>
      <ns0:sp>
        <ns0:nvSpPr>
          <ns0:cNvPr id="71" name="Freeform 69"/>
          <ns0:cNvSpPr>
            <ns1:spLocks noEditPoints="1"/>
          </ns0:cNvSpPr>
          <ns0:nvPr/>
        </ns0:nvSpPr>
        <ns0:spPr bwMode="auto">
          <ns1:xfrm>
            <ns1:off x="1054102" y="1374777"/>
            <ns1:ext cx="390525" cy="390525"/>
          </ns1:xfrm>
          <ns1:custGeom>
            <ns1:avLst/>
            <ns1:gdLst>
              <ns1:gd name="T0" fmla="*/ 96 w 104"/>
              <ns1:gd name="T1" fmla="*/ 104 h 104"/>
              <ns1:gd name="T2" fmla="*/ 90 w 104"/>
              <ns1:gd name="T3" fmla="*/ 102 h 104"/>
              <ns1:gd name="T4" fmla="*/ 69 w 104"/>
              <ns1:gd name="T5" fmla="*/ 81 h 104"/>
              <ns1:gd name="T6" fmla="*/ 44 w 104"/>
              <ns1:gd name="T7" fmla="*/ 88 h 104"/>
              <ns1:gd name="T8" fmla="*/ 0 w 104"/>
              <ns1:gd name="T9" fmla="*/ 44 h 104"/>
              <ns1:gd name="T10" fmla="*/ 44 w 104"/>
              <ns1:gd name="T11" fmla="*/ 0 h 104"/>
              <ns1:gd name="T12" fmla="*/ 88 w 104"/>
              <ns1:gd name="T13" fmla="*/ 44 h 104"/>
              <ns1:gd name="T14" fmla="*/ 80 w 104"/>
              <ns1:gd name="T15" fmla="*/ 69 h 104"/>
              <ns1:gd name="T16" fmla="*/ 102 w 104"/>
              <ns1:gd name="T17" fmla="*/ 91 h 104"/>
              <ns1:gd name="T18" fmla="*/ 104 w 104"/>
              <ns1:gd name="T19" fmla="*/ 96 h 104"/>
              <ns1:gd name="T20" fmla="*/ 96 w 104"/>
              <ns1:gd name="T21" fmla="*/ 104 h 104"/>
              <ns1:gd name="T22" fmla="*/ 44 w 104"/>
              <ns1:gd name="T23" fmla="*/ 16 h 104"/>
              <ns1:gd name="T24" fmla="*/ 16 w 104"/>
              <ns1:gd name="T25" fmla="*/ 44 h 104"/>
              <ns1:gd name="T26" fmla="*/ 44 w 104"/>
              <ns1:gd name="T27" fmla="*/ 72 h 104"/>
              <ns1:gd name="T28" fmla="*/ 72 w 104"/>
              <ns1:gd name="T29" fmla="*/ 44 h 104"/>
              <ns1:gd name="T30" fmla="*/ 44 w 104"/>
              <ns1:gd name="T31" fmla="*/ 16 h 104"/>
              <ns1:gd name="T32" fmla="*/ 64 w 104"/>
              <ns1:gd name="T33" fmla="*/ 46 h 104"/>
              <ns1:gd name="T34" fmla="*/ 62 w 104"/>
              <ns1:gd name="T35" fmla="*/ 48 h 104"/>
              <ns1:gd name="T36" fmla="*/ 26 w 104"/>
              <ns1:gd name="T37" fmla="*/ 48 h 104"/>
              <ns1:gd name="T38" fmla="*/ 24 w 104"/>
              <ns1:gd name="T39" fmla="*/ 46 h 104"/>
              <ns1:gd name="T40" fmla="*/ 24 w 104"/>
              <ns1:gd name="T41" fmla="*/ 42 h 104"/>
              <ns1:gd name="T42" fmla="*/ 26 w 104"/>
              <ns1:gd name="T43" fmla="*/ 40 h 104"/>
              <ns1:gd name="T44" fmla="*/ 62 w 104"/>
              <ns1:gd name="T45" fmla="*/ 40 h 104"/>
              <ns1:gd name="T46" fmla="*/ 64 w 104"/>
              <ns1:gd name="T47" fmla="*/ 42 h 104"/>
              <ns1:gd name="T48" fmla="*/ 64 w 104"/>
              <ns1:gd name="T49" fmla="*/ 46 h 104"/>
            </ns1:gdLst>
            <ns1:ahLst/>
            <ns1:cxnLst>
              <ns1:cxn ang="0">
                <ns1:pos x="T0" y="T1"/>
              </ns1:cxn>
              <ns1:cxn ang="0">
                <ns1:pos x="T2" y="T3"/>
              </ns1:cxn>
              <ns1:cxn ang="0">
                <ns1:pos x="T4" y="T5"/>
              </ns1:cxn>
              <ns1:cxn ang="0">
                <ns1:pos x="T6" y="T7"/>
              </ns1:cxn>
              <ns1:cxn ang="0">
                <ns1:pos x="T8" y="T9"/>
              </ns1:cxn>
              <ns1:cxn ang="0">
                <ns1:pos x="T10" y="T11"/>
              </ns1:cxn>
              <ns1:cxn ang="0">
                <ns1:pos x="T12" y="T13"/>
              </ns1:cxn>
              <ns1:cxn ang="0">
                <ns1:pos x="T14" y="T15"/>
              </ns1:cxn>
              <ns1:cxn ang="0">
                <ns1:pos x="T16" y="T17"/>
              </ns1:cxn>
              <ns1:cxn ang="0">
                <ns1:pos x="T18" y="T19"/>
              </ns1:cxn>
              <ns1:cxn ang="0">
                <ns1:pos x="T20" y="T21"/>
              </ns1:cxn>
              <ns1:cxn ang="0">
                <ns1:pos x="T22" y="T23"/>
              </ns1:cxn>
              <ns1:cxn ang="0">
                <ns1:pos x="T24" y="T25"/>
              </ns1:cxn>
              <ns1:cxn ang="0">
                <ns1:pos x="T26" y="T27"/>
              </ns1:cxn>
              <ns1:cxn ang="0">
                <ns1:pos x="T28" y="T29"/>
              </ns1:cxn>
              <ns1:cxn ang="0">
                <ns1:pos x="T30" y="T31"/>
              </ns1:cxn>
              <ns1:cxn ang="0">
                <ns1:pos x="T32" y="T33"/>
              </ns1:cxn>
              <ns1:cxn ang="0">
                <ns1:pos x="T34" y="T35"/>
              </ns1:cxn>
              <ns1:cxn ang="0">
                <ns1:pos x="T36" y="T37"/>
              </ns1:cxn>
              <ns1:cxn ang="0">
                <ns1:pos x="T38" y="T39"/>
              </ns1:cxn>
              <ns1:cxn ang="0">
                <ns1:pos x="T40" y="T41"/>
              </ns1:cxn>
              <ns1:cxn ang="0">
                <ns1:pos x="T42" y="T43"/>
              </ns1:cxn>
              <ns1:cxn ang="0">
                <ns1:pos x="T44" y="T45"/>
              </ns1:cxn>
              <ns1:cxn ang="0">
                <ns1:pos x="T46" y="T47"/>
              </ns1:cxn>
              <ns1:cxn ang="0">
                <ns1:pos x="T48" y="T49"/>
              </ns1:cxn>
            </ns1:cxnLst>
            <ns1:rect l="0" t="0" r="r" b="b"/>
            <ns1:pathLst>
              <ns1:path w="104" h="104">
                <ns1:moveTo>
                  <ns1:pt x="96" y="104"/>
                </ns1:moveTo>
                <ns1:cubicBezTo>
                  <ns1:pt x="94" y="104"/>
                  <ns1:pt x="92" y="103"/>
                  <ns1:pt x="90" y="102"/>
                </ns1:cubicBezTo>
                <ns1:cubicBezTo>
                  <ns1:pt x="69" y="81"/>
                  <ns1:pt x="69" y="81"/>
                  <ns1:pt x="69" y="81"/>
                </ns1:cubicBezTo>
                <ns1:cubicBezTo>
                  <ns1:pt x="62" y="86"/>
                  <ns1:pt x="53" y="88"/>
                  <ns1:pt x="44" y="88"/>
                </ns1:cubicBezTo>
                <ns1:cubicBezTo>
                  <ns1:pt x="20" y="88"/>
                  <ns1:pt x="0" y="69"/>
                  <ns1:pt x="0" y="44"/>
                </ns1:cubicBezTo>
                <ns1:cubicBezTo>
                  <ns1:pt x="0" y="20"/>
                  <ns1:pt x="20" y="0"/>
                  <ns1:pt x="44" y="0"/>
                </ns1:cubicBezTo>
                <ns1:cubicBezTo>
                  <ns1:pt x="68" y="0"/>
                  <ns1:pt x="88" y="20"/>
                  <ns1:pt x="88" y="44"/>
                </ns1:cubicBezTo>
                <ns1:cubicBezTo>
                  <ns1:pt x="88" y="53"/>
                  <ns1:pt x="85" y="62"/>
                  <ns1:pt x="80" y="69"/>
                </ns1:cubicBezTo>
                <ns1:cubicBezTo>
                  <ns1:pt x="102" y="91"/>
                  <ns1:pt x="102" y="91"/>
                  <ns1:pt x="102" y="91"/>
                </ns1:cubicBezTo>
                <ns1:cubicBezTo>
                  <ns1:pt x="103" y="92"/>
                  <ns1:pt x="104" y="94"/>
                  <ns1:pt x="104" y="96"/>
                </ns1:cubicBezTo>
                <ns1:cubicBezTo>
                  <ns1:pt x="104" y="101"/>
                  <ns1:pt x="100" y="104"/>
                  <ns1:pt x="96" y="104"/>
                </ns1:cubicBezTo>
                <ns1:close/>
                <ns1:moveTo>
                  <ns1:pt x="44" y="16"/>
                </ns1:moveTo>
                <ns1:cubicBezTo>
                  <ns1:pt x="29" y="16"/>
                  <ns1:pt x="16" y="29"/>
                  <ns1:pt x="16" y="44"/>
                </ns1:cubicBezTo>
                <ns1:cubicBezTo>
                  <ns1:pt x="16" y="60"/>
                  <ns1:pt x="29" y="72"/>
                  <ns1:pt x="44" y="72"/>
                </ns1:cubicBezTo>
                <ns1:cubicBezTo>
                  <ns1:pt x="59" y="72"/>
                  <ns1:pt x="72" y="60"/>
                  <ns1:pt x="72" y="44"/>
                </ns1:cubicBezTo>
                <ns1:cubicBezTo>
                  <ns1:pt x="72" y="29"/>
                  <ns1:pt x="59" y="16"/>
                  <ns1:pt x="44" y="16"/>
                </ns1:cubicBezTo>
                <ns1:close/>
                <ns1:moveTo>
                  <ns1:pt x="64" y="46"/>
                </ns1:moveTo>
                <ns1:cubicBezTo>
                  <ns1:pt x="64" y="47"/>
                  <ns1:pt x="63" y="48"/>
                  <ns1:pt x="62" y="48"/>
                </ns1:cubicBezTo>
                <ns1:cubicBezTo>
                  <ns1:pt x="26" y="48"/>
                  <ns1:pt x="26" y="48"/>
                  <ns1:pt x="26" y="48"/>
                </ns1:cubicBezTo>
                <ns1:cubicBezTo>
                  <ns1:pt x="25" y="48"/>
                  <ns1:pt x="24" y="47"/>
                  <ns1:pt x="24" y="46"/>
                </ns1:cubicBezTo>
                <ns1:cubicBezTo>
                  <ns1:pt x="24" y="42"/>
                  <ns1:pt x="24" y="42"/>
                  <ns1:pt x="24" y="42"/>
                </ns1:cubicBezTo>
                <ns1:cubicBezTo>
                  <ns1:pt x="24" y="41"/>
                  <ns1:pt x="25" y="40"/>
                  <ns1:pt x="26" y="40"/>
                </ns1:cubicBezTo>
                <ns1:cubicBezTo>
                  <ns1:pt x="62" y="40"/>
                  <ns1:pt x="62" y="40"/>
                  <ns1:pt x="62" y="40"/>
                </ns1:cubicBezTo>
                <ns1:cubicBezTo>
                  <ns1:pt x="63" y="40"/>
                  <ns1:pt x="64" y="41"/>
                  <ns1:pt x="64" y="42"/>
                </ns1:cubicBezTo>
                <ns1:lnTo>
                  <ns1:pt x="64" y="46"/>
                </ns1:lnTo>
                <ns1:close/>
              </ns1:path>
            </ns1:pathLst>
          </ns1:custGeom>
          <ns1:solidFill>
            <ns1:srgbClr val="010101"/>
          </ns1:solidFill>
          <ns1:ln>
            <ns1:noFill/>
          </ns1:ln>
          <ns1:extLst>
            <ns1:ext uri="{91240B29-F687-4F45-9708-019B960494DF}">
              <ns2:hiddenLine w="9525">
                <ns1:solidFill>
                  <ns1:srgbClr val="000000"/>
                </ns1:solidFill>
                <ns1:round/>
                <ns1:headEnd/>
                <ns1:tailEnd/>
              </ns2:hiddenLine>
            </ns1:ext>
          </ns1:extLst>
        </ns0:spPr>
        <ns0:txBody>
          <ns1:bodyPr vert="horz" wrap="square" lIns="91440" tIns="45720" rIns="91440" bIns="45720" numCol="1" anchor="t" anchorCtr="0" compatLnSpc="1">
            <ns1:prstTxWarp prst="textNoShape">
              <ns1:avLst/>
            </ns1:prstTxWarp>
          </ns1:bodyPr>
          <ns1:lstStyle/>
          <ns1:p>
            <ns1:endParaRPr lang="en-US" sz="2700"/>
          </ns1:p>
        </ns0:txBody>
      </ns0:sp>
      <ns0:sp>
        <ns0:nvSpPr>
          <ns0:cNvPr id="72" name="Freeform 70"/>
          <ns0:cNvSpPr>
            <ns1:spLocks noEditPoints="1"/>
          </ns0:cNvSpPr>
          <ns0:nvPr/>
        </ns0:nvSpPr>
        <ns0:spPr bwMode="auto">
          <ns1:xfrm>
            <ns1:off x="1716089" y="1344614"/>
            <ns1:ext cx="360363" cy="390525"/>
          </ns1:xfrm>
          <ns1:custGeom>
            <ns1:avLst/>
            <ns1:gdLst>
              <ns1:gd name="T0" fmla="*/ 48 w 96"/>
              <ns1:gd name="T1" fmla="*/ 104 h 104"/>
              <ns1:gd name="T2" fmla="*/ 0 w 96"/>
              <ns1:gd name="T3" fmla="*/ 56 h 104"/>
              <ns1:gd name="T4" fmla="*/ 19 w 96"/>
              <ns1:gd name="T5" fmla="*/ 18 h 104"/>
              <ns1:gd name="T6" fmla="*/ 30 w 96"/>
              <ns1:gd name="T7" fmla="*/ 20 h 104"/>
              <ns1:gd name="T8" fmla="*/ 28 w 96"/>
              <ns1:gd name="T9" fmla="*/ 31 h 104"/>
              <ns1:gd name="T10" fmla="*/ 16 w 96"/>
              <ns1:gd name="T11" fmla="*/ 56 h 104"/>
              <ns1:gd name="T12" fmla="*/ 48 w 96"/>
              <ns1:gd name="T13" fmla="*/ 88 h 104"/>
              <ns1:gd name="T14" fmla="*/ 80 w 96"/>
              <ns1:gd name="T15" fmla="*/ 56 h 104"/>
              <ns1:gd name="T16" fmla="*/ 67 w 96"/>
              <ns1:gd name="T17" fmla="*/ 31 h 104"/>
              <ns1:gd name="T18" fmla="*/ 65 w 96"/>
              <ns1:gd name="T19" fmla="*/ 20 h 104"/>
              <ns1:gd name="T20" fmla="*/ 76 w 96"/>
              <ns1:gd name="T21" fmla="*/ 18 h 104"/>
              <ns1:gd name="T22" fmla="*/ 96 w 96"/>
              <ns1:gd name="T23" fmla="*/ 56 h 104"/>
              <ns1:gd name="T24" fmla="*/ 48 w 96"/>
              <ns1:gd name="T25" fmla="*/ 104 h 104"/>
              <ns1:gd name="T26" fmla="*/ 56 w 96"/>
              <ns1:gd name="T27" fmla="*/ 48 h 104"/>
              <ns1:gd name="T28" fmla="*/ 48 w 96"/>
              <ns1:gd name="T29" fmla="*/ 56 h 104"/>
              <ns1:gd name="T30" fmla="*/ 40 w 96"/>
              <ns1:gd name="T31" fmla="*/ 48 h 104"/>
              <ns1:gd name="T32" fmla="*/ 40 w 96"/>
              <ns1:gd name="T33" fmla="*/ 8 h 104"/>
              <ns1:gd name="T34" fmla="*/ 48 w 96"/>
              <ns1:gd name="T35" fmla="*/ 0 h 104"/>
              <ns1:gd name="T36" fmla="*/ 56 w 96"/>
              <ns1:gd name="T37" fmla="*/ 8 h 104"/>
              <ns1:gd name="T38" fmla="*/ 56 w 96"/>
              <ns1:gd name="T39" fmla="*/ 48 h 104"/>
            </ns1:gdLst>
            <ns1:ahLst/>
            <ns1:cxnLst>
              <ns1:cxn ang="0">
                <ns1:pos x="T0" y="T1"/>
              </ns1:cxn>
              <ns1:cxn ang="0">
                <ns1:pos x="T2" y="T3"/>
              </ns1:cxn>
              <ns1:cxn ang="0">
                <ns1:pos x="T4" y="T5"/>
              </ns1:cxn>
              <ns1:cxn ang="0">
                <ns1:pos x="T6" y="T7"/>
              </ns1:cxn>
              <ns1:cxn ang="0">
                <ns1:pos x="T8" y="T9"/>
              </ns1:cxn>
              <ns1:cxn ang="0">
                <ns1:pos x="T10" y="T11"/>
              </ns1:cxn>
              <ns1:cxn ang="0">
                <ns1:pos x="T12" y="T13"/>
              </ns1:cxn>
              <ns1:cxn ang="0">
                <ns1:pos x="T14" y="T15"/>
              </ns1:cxn>
              <ns1:cxn ang="0">
                <ns1:pos x="T16" y="T17"/>
              </ns1:cxn>
              <ns1:cxn ang="0">
                <ns1:pos x="T18" y="T19"/>
              </ns1:cxn>
              <ns1:cxn ang="0">
                <ns1:pos x="T20" y="T21"/>
              </ns1:cxn>
              <ns1:cxn ang="0">
                <ns1:pos x="T22" y="T23"/>
              </ns1:cxn>
              <ns1:cxn ang="0">
                <ns1:pos x="T24" y="T25"/>
              </ns1:cxn>
              <ns1:cxn ang="0">
                <ns1:pos x="T26" y="T27"/>
              </ns1:cxn>
              <ns1:cxn ang="0">
                <ns1:pos x="T28" y="T29"/>
              </ns1:cxn>
              <ns1:cxn ang="0">
                <ns1:pos x="T30" y="T31"/>
              </ns1:cxn>
              <ns1:cxn ang="0">
                <ns1:pos x="T32" y="T33"/>
              </ns1:cxn>
              <ns1:cxn ang="0">
                <ns1:pos x="T34" y="T35"/>
              </ns1:cxn>
              <ns1:cxn ang="0">
                <ns1:pos x="T36" y="T37"/>
              </ns1:cxn>
              <ns1:cxn ang="0">
                <ns1:pos x="T38" y="T39"/>
              </ns1:cxn>
            </ns1:cxnLst>
            <ns1:rect l="0" t="0" r="r" b="b"/>
            <ns1:pathLst>
              <ns1:path w="96" h="104">
                <ns1:moveTo>
                  <ns1:pt x="48" y="104"/>
                </ns1:moveTo>
                <ns1:cubicBezTo>
                  <ns1:pt x="21" y="104"/>
                  <ns1:pt x="0" y="83"/>
                  <ns1:pt x="0" y="56"/>
                </ns1:cubicBezTo>
                <ns1:cubicBezTo>
                  <ns1:pt x="0" y="41"/>
                  <ns1:pt x="7" y="27"/>
                  <ns1:pt x="19" y="18"/>
                </ns1:cubicBezTo>
                <ns1:cubicBezTo>
                  <ns1:pt x="22" y="15"/>
                  <ns1:pt x="27" y="16"/>
                  <ns1:pt x="30" y="20"/>
                </ns1:cubicBezTo>
                <ns1:cubicBezTo>
                  <ns1:pt x="33" y="23"/>
                  <ns1:pt x="32" y="28"/>
                  <ns1:pt x="28" y="31"/>
                </ns1:cubicBezTo>
                <ns1:cubicBezTo>
                  <ns1:pt x="20" y="37"/>
                  <ns1:pt x="16" y="46"/>
                  <ns1:pt x="16" y="56"/>
                </ns1:cubicBezTo>
                <ns1:cubicBezTo>
                  <ns1:pt x="16" y="74"/>
                  <ns1:pt x="30" y="88"/>
                  <ns1:pt x="48" y="88"/>
                </ns1:cubicBezTo>
                <ns1:cubicBezTo>
                  <ns1:pt x="65" y="88"/>
                  <ns1:pt x="80" y="74"/>
                  <ns1:pt x="80" y="56"/>
                </ns1:cubicBezTo>
                <ns1:cubicBezTo>
                  <ns1:pt x="80" y="46"/>
                  <ns1:pt x="75" y="37"/>
                  <ns1:pt x="67" y="31"/>
                </ns1:cubicBezTo>
                <ns1:cubicBezTo>
                  <ns1:pt x="63" y="28"/>
                  <ns1:pt x="63" y="23"/>
                  <ns1:pt x="65" y="20"/>
                </ns1:cubicBezTo>
                <ns1:cubicBezTo>
                  <ns1:pt x="68" y="16"/>
                  <ns1:pt x="73" y="15"/>
                  <ns1:pt x="76" y="18"/>
                </ns1:cubicBezTo>
                <ns1:cubicBezTo>
                  <ns1:pt x="89" y="27"/>
                  <ns1:pt x="96" y="41"/>
                  <ns1:pt x="96" y="56"/>
                </ns1:cubicBezTo>
                <ns1:cubicBezTo>
                  <ns1:pt x="96" y="83"/>
                  <ns1:pt x="74" y="104"/>
                  <ns1:pt x="48" y="104"/>
                </ns1:cubicBezTo>
                <ns1:close/>
                <ns1:moveTo>
                  <ns1:pt x="56" y="48"/>
                </ns1:moveTo>
                <ns1:cubicBezTo>
                  <ns1:pt x="56" y="53"/>
                  <ns1:pt x="52" y="56"/>
                  <ns1:pt x="48" y="56"/>
                </ns1:cubicBezTo>
                <ns1:cubicBezTo>
                  <ns1:pt x="43" y="56"/>
                  <ns1:pt x="40" y="53"/>
                  <ns1:pt x="40" y="48"/>
                </ns1:cubicBezTo>
                <ns1:cubicBezTo>
                  <ns1:pt x="40" y="8"/>
                  <ns1:pt x="40" y="8"/>
                  <ns1:pt x="40" y="8"/>
                </ns1:cubicBezTo>
                <ns1:cubicBezTo>
                  <ns1:pt x="40" y="4"/>
                  <ns1:pt x="43" y="0"/>
                  <ns1:pt x="48" y="0"/>
                </ns1:cubicBezTo>
                <ns1:cubicBezTo>
                  <ns1:pt x="52" y="0"/>
                  <ns1:pt x="56" y="4"/>
                  <ns1:pt x="56" y="8"/>
                </ns1:cubicBezTo>
                <ns1:lnTo>
                  <ns1:pt x="56" y="48"/>
                </ns1:lnTo>
                <ns1:close/>
              </ns1:path>
            </ns1:pathLst>
          </ns1:custGeom>
          <ns1:solidFill>
            <ns1:srgbClr val="010101"/>
          </ns1:solidFill>
          <ns1:ln>
            <ns1:noFill/>
          </ns1:ln>
          <ns1:extLst>
            <ns1:ext uri="{91240B29-F687-4F45-9708-019B960494DF}">
              <ns2:hiddenLine w="9525">
                <ns1:solidFill>
                  <ns1:srgbClr val="000000"/>
                </ns1:solidFill>
                <ns1:round/>
                <ns1:headEnd/>
                <ns1:tailEnd/>
              </ns2:hiddenLine>
            </ns1:ext>
          </ns1:extLst>
        </ns0:spPr>
        <ns0:txBody>
          <ns1:bodyPr vert="horz" wrap="square" lIns="91440" tIns="45720" rIns="91440" bIns="45720" numCol="1" anchor="t" anchorCtr="0" compatLnSpc="1">
            <ns1:prstTxWarp prst="textNoShape">
              <ns1:avLst/>
            </ns1:prstTxWarp>
          </ns1:bodyPr>
          <ns1:lstStyle/>
          <ns1:p>
            <ns1:endParaRPr lang="en-US" sz="2700"/>
          </ns1:p>
        </ns0:txBody>
      </ns0:sp>
      <ns0:sp>
        <ns0:nvSpPr>
          <ns0:cNvPr id="73" name="Freeform 71"/>
          <ns0:cNvSpPr>
            <ns1:spLocks noEditPoints="1"/>
          </ns0:cNvSpPr>
          <ns0:nvPr/>
        </ns0:nvSpPr>
        <ns0:spPr bwMode="auto">
          <ns1:xfrm>
            <ns1:off x="2330452" y="1374777"/>
            <ns1:ext cx="417513" cy="360363"/>
          </ns1:xfrm>
          <ns1:custGeom>
            <ns1:avLst/>
            <ns1:gdLst>
              <ns1:gd name="T0" fmla="*/ 16 w 111"/>
              <ns1:gd name="T1" fmla="*/ 94 h 96"/>
              <ns1:gd name="T2" fmla="*/ 14 w 111"/>
              <ns1:gd name="T3" fmla="*/ 96 h 96"/>
              <ns1:gd name="T4" fmla="*/ 2 w 111"/>
              <ns1:gd name="T5" fmla="*/ 96 h 96"/>
              <ns1:gd name="T6" fmla="*/ 0 w 111"/>
              <ns1:gd name="T7" fmla="*/ 94 h 96"/>
              <ns1:gd name="T8" fmla="*/ 0 w 111"/>
              <ns1:gd name="T9" fmla="*/ 82 h 96"/>
              <ns1:gd name="T10" fmla="*/ 2 w 111"/>
              <ns1:gd name="T11" fmla="*/ 80 h 96"/>
              <ns1:gd name="T12" fmla="*/ 14 w 111"/>
              <ns1:gd name="T13" fmla="*/ 80 h 96"/>
              <ns1:gd name="T14" fmla="*/ 16 w 111"/>
              <ns1:gd name="T15" fmla="*/ 82 h 96"/>
              <ns1:gd name="T16" fmla="*/ 16 w 111"/>
              <ns1:gd name="T17" fmla="*/ 94 h 96"/>
              <ns1:gd name="T18" fmla="*/ 40 w 111"/>
              <ns1:gd name="T19" fmla="*/ 94 h 96"/>
              <ns1:gd name="T20" fmla="*/ 38 w 111"/>
              <ns1:gd name="T21" fmla="*/ 96 h 96"/>
              <ns1:gd name="T22" fmla="*/ 26 w 111"/>
              <ns1:gd name="T23" fmla="*/ 96 h 96"/>
              <ns1:gd name="T24" fmla="*/ 24 w 111"/>
              <ns1:gd name="T25" fmla="*/ 94 h 96"/>
              <ns1:gd name="T26" fmla="*/ 24 w 111"/>
              <ns1:gd name="T27" fmla="*/ 74 h 96"/>
              <ns1:gd name="T28" fmla="*/ 26 w 111"/>
              <ns1:gd name="T29" fmla="*/ 72 h 96"/>
              <ns1:gd name="T30" fmla="*/ 38 w 111"/>
              <ns1:gd name="T31" fmla="*/ 72 h 96"/>
              <ns1:gd name="T32" fmla="*/ 40 w 111"/>
              <ns1:gd name="T33" fmla="*/ 74 h 96"/>
              <ns1:gd name="T34" fmla="*/ 40 w 111"/>
              <ns1:gd name="T35" fmla="*/ 94 h 96"/>
              <ns1:gd name="T36" fmla="*/ 64 w 111"/>
              <ns1:gd name="T37" fmla="*/ 94 h 96"/>
              <ns1:gd name="T38" fmla="*/ 62 w 111"/>
              <ns1:gd name="T39" fmla="*/ 96 h 96"/>
              <ns1:gd name="T40" fmla="*/ 50 w 111"/>
              <ns1:gd name="T41" fmla="*/ 96 h 96"/>
              <ns1:gd name="T42" fmla="*/ 48 w 111"/>
              <ns1:gd name="T43" fmla="*/ 94 h 96"/>
              <ns1:gd name="T44" fmla="*/ 48 w 111"/>
              <ns1:gd name="T45" fmla="*/ 58 h 96"/>
              <ns1:gd name="T46" fmla="*/ 50 w 111"/>
              <ns1:gd name="T47" fmla="*/ 56 h 96"/>
              <ns1:gd name="T48" fmla="*/ 62 w 111"/>
              <ns1:gd name="T49" fmla="*/ 56 h 96"/>
              <ns1:gd name="T50" fmla="*/ 64 w 111"/>
              <ns1:gd name="T51" fmla="*/ 58 h 96"/>
              <ns1:gd name="T52" fmla="*/ 64 w 111"/>
              <ns1:gd name="T53" fmla="*/ 94 h 96"/>
              <ns1:gd name="T54" fmla="*/ 87 w 111"/>
              <ns1:gd name="T55" fmla="*/ 94 h 96"/>
              <ns1:gd name="T56" fmla="*/ 85 w 111"/>
              <ns1:gd name="T57" fmla="*/ 96 h 96"/>
              <ns1:gd name="T58" fmla="*/ 73 w 111"/>
              <ns1:gd name="T59" fmla="*/ 96 h 96"/>
              <ns1:gd name="T60" fmla="*/ 71 w 111"/>
              <ns1:gd name="T61" fmla="*/ 94 h 96"/>
              <ns1:gd name="T62" fmla="*/ 71 w 111"/>
              <ns1:gd name="T63" fmla="*/ 34 h 96"/>
              <ns1:gd name="T64" fmla="*/ 73 w 111"/>
              <ns1:gd name="T65" fmla="*/ 32 h 96"/>
              <ns1:gd name="T66" fmla="*/ 85 w 111"/>
              <ns1:gd name="T67" fmla="*/ 32 h 96"/>
              <ns1:gd name="T68" fmla="*/ 87 w 111"/>
              <ns1:gd name="T69" fmla="*/ 34 h 96"/>
              <ns1:gd name="T70" fmla="*/ 87 w 111"/>
              <ns1:gd name="T71" fmla="*/ 94 h 96"/>
              <ns1:gd name="T72" fmla="*/ 111 w 111"/>
              <ns1:gd name="T73" fmla="*/ 94 h 96"/>
              <ns1:gd name="T74" fmla="*/ 109 w 111"/>
              <ns1:gd name="T75" fmla="*/ 96 h 96"/>
              <ns1:gd name="T76" fmla="*/ 97 w 111"/>
              <ns1:gd name="T77" fmla="*/ 96 h 96"/>
              <ns1:gd name="T78" fmla="*/ 95 w 111"/>
              <ns1:gd name="T79" fmla="*/ 94 h 96"/>
              <ns1:gd name="T80" fmla="*/ 95 w 111"/>
              <ns1:gd name="T81" fmla="*/ 2 h 96"/>
              <ns1:gd name="T82" fmla="*/ 97 w 111"/>
              <ns1:gd name="T83" fmla="*/ 0 h 96"/>
              <ns1:gd name="T84" fmla="*/ 109 w 111"/>
              <ns1:gd name="T85" fmla="*/ 0 h 96"/>
              <ns1:gd name="T86" fmla="*/ 111 w 111"/>
              <ns1:gd name="T87" fmla="*/ 2 h 96"/>
              <ns1:gd name="T88" fmla="*/ 111 w 111"/>
              <ns1:gd name="T89" fmla="*/ 94 h 96"/>
            </ns1:gdLst>
            <ns1:ahLst/>
            <ns1:cxnLst>
              <ns1:cxn ang="0">
                <ns1:pos x="T0" y="T1"/>
              </ns1:cxn>
              <ns1:cxn ang="0">
                <ns1:pos x="T2" y="T3"/>
              </ns1:cxn>
              <ns1:cxn ang="0">
                <ns1:pos x="T4" y="T5"/>
              </ns1:cxn>
              <ns1:cxn ang="0">
                <ns1:pos x="T6" y="T7"/>
              </ns1:cxn>
              <ns1:cxn ang="0">
                <ns1:pos x="T8" y="T9"/>
              </ns1:cxn>
              <ns1:cxn ang="0">
                <ns1:pos x="T10" y="T11"/>
              </ns1:cxn>
              <ns1:cxn ang="0">
                <ns1:pos x="T12" y="T13"/>
              </ns1:cxn>
              <ns1:cxn ang="0">
                <ns1:pos x="T14" y="T15"/>
              </ns1:cxn>
              <ns1:cxn ang="0">
                <ns1:pos x="T16" y="T17"/>
              </ns1:cxn>
              <ns1:cxn ang="0">
                <ns1:pos x="T18" y="T19"/>
              </ns1:cxn>
              <ns1:cxn ang="0">
                <ns1:pos x="T20" y="T21"/>
              </ns1:cxn>
              <ns1:cxn ang="0">
                <ns1:pos x="T22" y="T23"/>
              </ns1:cxn>
              <ns1:cxn ang="0">
                <ns1:pos x="T24" y="T25"/>
              </ns1:cxn>
              <ns1:cxn ang="0">
                <ns1:pos x="T26" y="T27"/>
              </ns1:cxn>
              <ns1:cxn ang="0">
                <ns1:pos x="T28" y="T29"/>
              </ns1:cxn>
              <ns1:cxn ang="0">
                <ns1:pos x="T30" y="T31"/>
              </ns1:cxn>
              <ns1:cxn ang="0">
                <ns1:pos x="T32" y="T33"/>
              </ns1:cxn>
              <ns1:cxn ang="0">
                <ns1:pos x="T34" y="T35"/>
              </ns1:cxn>
              <ns1:cxn ang="0">
                <ns1:pos x="T36" y="T37"/>
              </ns1:cxn>
              <ns1:cxn ang="0">
                <ns1:pos x="T38" y="T39"/>
              </ns1:cxn>
              <ns1:cxn ang="0">
                <ns1:pos x="T40" y="T41"/>
              </ns1:cxn>
              <ns1:cxn ang="0">
                <ns1:pos x="T42" y="T43"/>
              </ns1:cxn>
              <ns1:cxn ang="0">
                <ns1:pos x="T44" y="T45"/>
              </ns1:cxn>
              <ns1:cxn ang="0">
                <ns1:pos x="T46" y="T47"/>
              </ns1:cxn>
              <ns1:cxn ang="0">
                <ns1:pos x="T48" y="T49"/>
              </ns1:cxn>
              <ns1:cxn ang="0">
                <ns1:pos x="T50" y="T51"/>
              </ns1:cxn>
              <ns1:cxn ang="0">
                <ns1:pos x="T52" y="T53"/>
              </ns1:cxn>
              <ns1:cxn ang="0">
                <ns1:pos x="T54" y="T55"/>
              </ns1:cxn>
              <ns1:cxn ang="0">
                <ns1:pos x="T56" y="T57"/>
              </ns1:cxn>
              <ns1:cxn ang="0">
                <ns1:pos x="T58" y="T59"/>
              </ns1:cxn>
              <ns1:cxn ang="0">
                <ns1:pos x="T60" y="T61"/>
              </ns1:cxn>
              <ns1:cxn ang="0">
                <ns1:pos x="T62" y="T63"/>
              </ns1:cxn>
              <ns1:cxn ang="0">
                <ns1:pos x="T64" y="T65"/>
              </ns1:cxn>
              <ns1:cxn ang="0">
                <ns1:pos x="T66" y="T67"/>
              </ns1:cxn>
              <ns1:cxn ang="0">
                <ns1:pos x="T68" y="T69"/>
              </ns1:cxn>
              <ns1:cxn ang="0">
                <ns1:pos x="T70" y="T71"/>
              </ns1:cxn>
              <ns1:cxn ang="0">
                <ns1:pos x="T72" y="T73"/>
              </ns1:cxn>
              <ns1:cxn ang="0">
                <ns1:pos x="T74" y="T75"/>
              </ns1:cxn>
              <ns1:cxn ang="0">
                <ns1:pos x="T76" y="T77"/>
              </ns1:cxn>
              <ns1:cxn ang="0">
                <ns1:pos x="T78" y="T79"/>
              </ns1:cxn>
              <ns1:cxn ang="0">
                <ns1:pos x="T80" y="T81"/>
              </ns1:cxn>
              <ns1:cxn ang="0">
                <ns1:pos x="T82" y="T83"/>
              </ns1:cxn>
              <ns1:cxn ang="0">
                <ns1:pos x="T84" y="T85"/>
              </ns1:cxn>
              <ns1:cxn ang="0">
                <ns1:pos x="T86" y="T87"/>
              </ns1:cxn>
              <ns1:cxn ang="0">
                <ns1:pos x="T88" y="T89"/>
              </ns1:cxn>
            </ns1:cxnLst>
            <ns1:rect l="0" t="0" r="r" b="b"/>
            <ns1:pathLst>
              <ns1:path w="111" h="96">
                <ns1:moveTo>
                  <ns1:pt x="16" y="94"/>
                </ns1:moveTo>
                <ns1:cubicBezTo>
                  <ns1:pt x="16" y="95"/>
                  <ns1:pt x="15" y="96"/>
                  <ns1:pt x="14" y="96"/>
                </ns1:cubicBezTo>
                <ns1:cubicBezTo>
                  <ns1:pt x="2" y="96"/>
                  <ns1:pt x="2" y="96"/>
                  <ns1:pt x="2" y="96"/>
                </ns1:cubicBezTo>
                <ns1:cubicBezTo>
                  <ns1:pt x="0" y="96"/>
                  <ns1:pt x="0" y="95"/>
                  <ns1:pt x="0" y="94"/>
                </ns1:cubicBezTo>
                <ns1:cubicBezTo>
                  <ns1:pt x="0" y="82"/>
                  <ns1:pt x="0" y="82"/>
                  <ns1:pt x="0" y="82"/>
                </ns1:cubicBezTo>
                <ns1:cubicBezTo>
                  <ns1:pt x="0" y="81"/>
                  <ns1:pt x="0" y="80"/>
                  <ns1:pt x="2" y="80"/>
                </ns1:cubicBezTo>
                <ns1:cubicBezTo>
                  <ns1:pt x="14" y="80"/>
                  <ns1:pt x="14" y="80"/>
                  <ns1:pt x="14" y="80"/>
                </ns1:cubicBezTo>
                <ns1:cubicBezTo>
                  <ns1:pt x="15" y="80"/>
                  <ns1:pt x="16" y="81"/>
                  <ns1:pt x="16" y="82"/>
                </ns1:cubicBezTo>
                <ns1:lnTo>
                  <ns1:pt x="16" y="94"/>
                </ns1:lnTo>
                <ns1:close/>
                <ns1:moveTo>
                  <ns1:pt x="40" y="94"/>
                </ns1:moveTo>
                <ns1:cubicBezTo>
                  <ns1:pt x="40" y="95"/>
                  <ns1:pt x="39" y="96"/>
                  <ns1:pt x="38" y="96"/>
                </ns1:cubicBezTo>
                <ns1:cubicBezTo>
                  <ns1:pt x="26" y="96"/>
                  <ns1:pt x="26" y="96"/>
                  <ns1:pt x="26" y="96"/>
                </ns1:cubicBezTo>
                <ns1:cubicBezTo>
                  <ns1:pt x="24" y="96"/>
                  <ns1:pt x="24" y="95"/>
                  <ns1:pt x="24" y="94"/>
                </ns1:cubicBezTo>
                <ns1:cubicBezTo>
                  <ns1:pt x="24" y="74"/>
                  <ns1:pt x="24" y="74"/>
                  <ns1:pt x="24" y="74"/>
                </ns1:cubicBezTo>
                <ns1:cubicBezTo>
                  <ns1:pt x="24" y="73"/>
                  <ns1:pt x="24" y="72"/>
                  <ns1:pt x="26" y="72"/>
                </ns1:cubicBezTo>
                <ns1:cubicBezTo>
                  <ns1:pt x="38" y="72"/>
                  <ns1:pt x="38" y="72"/>
                  <ns1:pt x="38" y="72"/>
                </ns1:cubicBezTo>
                <ns1:cubicBezTo>
                  <ns1:pt x="39" y="72"/>
                  <ns1:pt x="40" y="73"/>
                  <ns1:pt x="40" y="74"/>
                </ns1:cubicBezTo>
                <ns1:lnTo>
                  <ns1:pt x="40" y="94"/>
                </ns1:lnTo>
                <ns1:close/>
                <ns1:moveTo>
                  <ns1:pt x="64" y="94"/>
                </ns1:moveTo>
                <ns1:cubicBezTo>
                  <ns1:pt x="64" y="95"/>
                  <ns1:pt x="63" y="96"/>
                  <ns1:pt x="62" y="96"/>
                </ns1:cubicBezTo>
                <ns1:cubicBezTo>
                  <ns1:pt x="50" y="96"/>
                  <ns1:pt x="50" y="96"/>
                  <ns1:pt x="50" y="96"/>
                </ns1:cubicBezTo>
                <ns1:cubicBezTo>
                  <ns1:pt x="48" y="96"/>
                  <ns1:pt x="48" y="95"/>
                  <ns1:pt x="48" y="94"/>
                </ns1:cubicBezTo>
                <ns1:cubicBezTo>
                  <ns1:pt x="48" y="58"/>
                  <ns1:pt x="48" y="58"/>
                  <ns1:pt x="48" y="58"/>
                </ns1:cubicBezTo>
                <ns1:cubicBezTo>
                  <ns1:pt x="48" y="57"/>
                  <ns1:pt x="48" y="56"/>
                  <ns1:pt x="50" y="56"/>
                </ns1:cubicBezTo>
                <ns1:cubicBezTo>
                  <ns1:pt x="62" y="56"/>
                  <ns1:pt x="62" y="56"/>
                  <ns1:pt x="62" y="56"/>
                </ns1:cubicBezTo>
                <ns1:cubicBezTo>
                  <ns1:pt x="63" y="56"/>
                  <ns1:pt x="64" y="57"/>
                  <ns1:pt x="64" y="58"/>
                </ns1:cubicBezTo>
                <ns1:lnTo>
                  <ns1:pt x="64" y="94"/>
                </ns1:lnTo>
                <ns1:close/>
                <ns1:moveTo>
                  <ns1:pt x="87" y="94"/>
                </ns1:moveTo>
                <ns1:cubicBezTo>
                  <ns1:pt x="87" y="95"/>
                  <ns1:pt x="87" y="96"/>
                  <ns1:pt x="85" y="96"/>
                </ns1:cubicBezTo>
                <ns1:cubicBezTo>
                  <ns1:pt x="73" y="96"/>
                  <ns1:pt x="73" y="96"/>
                  <ns1:pt x="73" y="96"/>
                </ns1:cubicBezTo>
                <ns1:cubicBezTo>
                  <ns1:pt x="72" y="96"/>
                  <ns1:pt x="71" y="95"/>
                  <ns1:pt x="71" y="94"/>
                </ns1:cubicBezTo>
                <ns1:cubicBezTo>
                  <ns1:pt x="71" y="34"/>
                  <ns1:pt x="71" y="34"/>
                  <ns1:pt x="71" y="34"/>
                </ns1:cubicBezTo>
                <ns1:cubicBezTo>
                  <ns1:pt x="71" y="33"/>
                  <ns1:pt x="72" y="32"/>
                  <ns1:pt x="73" y="32"/>
                </ns1:cubicBezTo>
                <ns1:cubicBezTo>
                  <ns1:pt x="85" y="32"/>
                  <ns1:pt x="85" y="32"/>
                  <ns1:pt x="85" y="32"/>
                </ns1:cubicBezTo>
                <ns1:cubicBezTo>
                  <ns1:pt x="87" y="32"/>
                  <ns1:pt x="87" y="33"/>
                  <ns1:pt x="87" y="34"/>
                </ns1:cubicBezTo>
                <ns1:lnTo>
                  <ns1:pt x="87" y="94"/>
                </ns1:lnTo>
                <ns1:close/>
                <ns1:moveTo>
                  <ns1:pt x="111" y="94"/>
                </ns1:moveTo>
                <ns1:cubicBezTo>
                  <ns1:pt x="111" y="95"/>
                  <ns1:pt x="111" y="96"/>
                  <ns1:pt x="109" y="96"/>
                </ns1:cubicBezTo>
                <ns1:cubicBezTo>
                  <ns1:pt x="97" y="96"/>
                  <ns1:pt x="97" y="96"/>
                  <ns1:pt x="97" y="96"/>
                </ns1:cubicBezTo>
                <ns1:cubicBezTo>
                  <ns1:pt x="96" y="96"/>
                  <ns1:pt x="95" y="95"/>
                  <ns1:pt x="95" y="94"/>
                </ns1:cubicBezTo>
                <ns1:cubicBezTo>
                  <ns1:pt x="95" y="2"/>
                  <ns1:pt x="95" y="2"/>
                  <ns1:pt x="95" y="2"/>
                </ns1:cubicBezTo>
                <ns1:cubicBezTo>
                  <ns1:pt x="95" y="1"/>
                  <ns1:pt x="96" y="0"/>
                  <ns1:pt x="97" y="0"/>
                </ns1:cubicBezTo>
                <ns1:cubicBezTo>
                  <ns1:pt x="109" y="0"/>
                  <ns1:pt x="109" y="0"/>
                  <ns1:pt x="109" y="0"/>
                </ns1:cubicBezTo>
                <ns1:cubicBezTo>
                  <ns1:pt x="111" y="0"/>
                  <ns1:pt x="111" y="1"/>
                  <ns1:pt x="111" y="2"/>
                </ns1:cubicBezTo>
                <ns1:lnTo>
                  <ns1:pt x="111" y="94"/>
                </ns1:lnTo>
                <ns1:close/>
              </ns1:path>
            </ns1:pathLst>
          </ns1:custGeom>
          <ns1:solidFill>
            <ns1:srgbClr val="010101"/>
          </ns1:solidFill>
          <ns1:ln>
            <ns1:noFill/>
          </ns1:ln>
          <ns1:extLst>
            <ns1:ext uri="{91240B29-F687-4F45-9708-019B960494DF}">
              <ns2:hiddenLine w="9525">
                <ns1:solidFill>
                  <ns1:srgbClr val="000000"/>
                </ns1:solidFill>
                <ns1:round/>
                <ns1:headEnd/>
                <ns1:tailEnd/>
              </ns2:hiddenLine>
            </ns1:ext>
          </ns1:extLst>
        </ns0:spPr>
        <ns0:txBody>
          <ns1:bodyPr vert="horz" wrap="square" lIns="91440" tIns="45720" rIns="91440" bIns="45720" numCol="1" anchor="t" anchorCtr="0" compatLnSpc="1">
            <ns1:prstTxWarp prst="textNoShape">
              <ns1:avLst/>
            </ns1:prstTxWarp>
          </ns1:bodyPr>
          <ns1:lstStyle/>
          <ns1:p>
            <ns1:endParaRPr lang="en-US" sz="2700"/>
          </ns1:p>
        </ns0:txBody>
      </ns0:sp>
      <ns0:sp>
        <ns0:nvSpPr>
          <ns0:cNvPr id="74" name="Freeform 72"/>
          <ns0:cNvSpPr>
            <ns1:spLocks noEditPoints="1"/>
          </ns0:cNvSpPr>
          <ns0:nvPr/>
        </ns0:nvSpPr>
        <ns0:spPr bwMode="auto">
          <ns1:xfrm>
            <ns1:off x="3006727" y="1374777"/>
            <ns1:ext cx="360363" cy="360363"/>
          </ns1:xfrm>
          <ns1:custGeom>
            <ns1:avLst/>
            <ns1:gdLst>
              <ns1:gd name="T0" fmla="*/ 96 w 96"/>
              <ns1:gd name="T1" fmla="*/ 55 h 96"/>
              <ns1:gd name="T2" fmla="*/ 94 w 96"/>
              <ns1:gd name="T3" fmla="*/ 58 h 96"/>
              <ns1:gd name="T4" fmla="*/ 82 w 96"/>
              <ns1:gd name="T5" fmla="*/ 59 h 96"/>
              <ns1:gd name="T6" fmla="*/ 80 w 96"/>
              <ns1:gd name="T7" fmla="*/ 65 h 96"/>
              <ns1:gd name="T8" fmla="*/ 86 w 96"/>
              <ns1:gd name="T9" fmla="*/ 74 h 96"/>
              <ns1:gd name="T10" fmla="*/ 87 w 96"/>
              <ns1:gd name="T11" fmla="*/ 75 h 96"/>
              <ns1:gd name="T12" fmla="*/ 87 w 96"/>
              <ns1:gd name="T13" fmla="*/ 77 h 96"/>
              <ns1:gd name="T14" fmla="*/ 74 w 96"/>
              <ns1:gd name="T15" fmla="*/ 88 h 96"/>
              <ns1:gd name="T16" fmla="*/ 73 w 96"/>
              <ns1:gd name="T17" fmla="*/ 87 h 96"/>
              <ns1:gd name="T18" fmla="*/ 64 w 96"/>
              <ns1:gd name="T19" fmla="*/ 81 h 96"/>
              <ns1:gd name="T20" fmla="*/ 59 w 96"/>
              <ns1:gd name="T21" fmla="*/ 83 h 96"/>
              <ns1:gd name="T22" fmla="*/ 57 w 96"/>
              <ns1:gd name="T23" fmla="*/ 95 h 96"/>
              <ns1:gd name="T24" fmla="*/ 54 w 96"/>
              <ns1:gd name="T25" fmla="*/ 96 h 96"/>
              <ns1:gd name="T26" fmla="*/ 41 w 96"/>
              <ns1:gd name="T27" fmla="*/ 96 h 96"/>
              <ns1:gd name="T28" fmla="*/ 38 w 96"/>
              <ns1:gd name="T29" fmla="*/ 94 h 96"/>
              <ns1:gd name="T30" fmla="*/ 37 w 96"/>
              <ns1:gd name="T31" fmla="*/ 83 h 96"/>
              <ns1:gd name="T32" fmla="*/ 31 w 96"/>
              <ns1:gd name="T33" fmla="*/ 81 h 96"/>
              <ns1:gd name="T34" fmla="*/ 22 w 96"/>
              <ns1:gd name="T35" fmla="*/ 87 h 96"/>
              <ns1:gd name="T36" fmla="*/ 21 w 96"/>
              <ns1:gd name="T37" fmla="*/ 88 h 96"/>
              <ns1:gd name="T38" fmla="*/ 19 w 96"/>
              <ns1:gd name="T39" fmla="*/ 87 h 96"/>
              <ns1:gd name="T40" fmla="*/ 9 w 96"/>
              <ns1:gd name="T41" fmla="*/ 77 h 96"/>
              <ns1:gd name="T42" fmla="*/ 8 w 96"/>
              <ns1:gd name="T43" fmla="*/ 75 h 96"/>
              <ns1:gd name="T44" fmla="*/ 9 w 96"/>
              <ns1:gd name="T45" fmla="*/ 74 h 96"/>
              <ns1:gd name="T46" fmla="*/ 15 w 96"/>
              <ns1:gd name="T47" fmla="*/ 65 h 96"/>
              <ns1:gd name="T48" fmla="*/ 13 w 96"/>
              <ns1:gd name="T49" fmla="*/ 59 h 96"/>
              <ns1:gd name="T50" fmla="*/ 1 w 96"/>
              <ns1:gd name="T51" fmla="*/ 57 h 96"/>
              <ns1:gd name="T52" fmla="*/ 0 w 96"/>
              <ns1:gd name="T53" fmla="*/ 55 h 96"/>
              <ns1:gd name="T54" fmla="*/ 0 w 96"/>
              <ns1:gd name="T55" fmla="*/ 41 h 96"/>
              <ns1:gd name="T56" fmla="*/ 1 w 96"/>
              <ns1:gd name="T57" fmla="*/ 39 h 96"/>
              <ns1:gd name="T58" fmla="*/ 13 w 96"/>
              <ns1:gd name="T59" fmla="*/ 37 h 96"/>
              <ns1:gd name="T60" fmla="*/ 15 w 96"/>
              <ns1:gd name="T61" fmla="*/ 32 h 96"/>
              <ns1:gd name="T62" fmla="*/ 9 w 96"/>
              <ns1:gd name="T63" fmla="*/ 23 h 96"/>
              <ns1:gd name="T64" fmla="*/ 8 w 96"/>
              <ns1:gd name="T65" fmla="*/ 22 h 96"/>
              <ns1:gd name="T66" fmla="*/ 9 w 96"/>
              <ns1:gd name="T67" fmla="*/ 20 h 96"/>
              <ns1:gd name="T68" fmla="*/ 21 w 96"/>
              <ns1:gd name="T69" fmla="*/ 9 h 96"/>
              <ns1:gd name="T70" fmla="*/ 22 w 96"/>
              <ns1:gd name="T71" fmla="*/ 10 h 96"/>
              <ns1:gd name="T72" fmla="*/ 31 w 96"/>
              <ns1:gd name="T73" fmla="*/ 16 h 96"/>
              <ns1:gd name="T74" fmla="*/ 37 w 96"/>
              <ns1:gd name="T75" fmla="*/ 14 h 96"/>
              <ns1:gd name="T76" fmla="*/ 38 w 96"/>
              <ns1:gd name="T77" fmla="*/ 2 h 96"/>
              <ns1:gd name="T78" fmla="*/ 41 w 96"/>
              <ns1:gd name="T79" fmla="*/ 0 h 96"/>
              <ns1:gd name="T80" fmla="*/ 54 w 96"/>
              <ns1:gd name="T81" fmla="*/ 0 h 96"/>
              <ns1:gd name="T82" fmla="*/ 57 w 96"/>
              <ns1:gd name="T83" fmla="*/ 2 h 96"/>
              <ns1:gd name="T84" fmla="*/ 58 w 96"/>
              <ns1:gd name="T85" fmla="*/ 14 h 96"/>
              <ns1:gd name="T86" fmla="*/ 64 w 96"/>
              <ns1:gd name="T87" fmla="*/ 16 h 96"/>
              <ns1:gd name="T88" fmla="*/ 73 w 96"/>
              <ns1:gd name="T89" fmla="*/ 9 h 96"/>
              <ns1:gd name="T90" fmla="*/ 74 w 96"/>
              <ns1:gd name="T91" fmla="*/ 9 h 96"/>
              <ns1:gd name="T92" fmla="*/ 76 w 96"/>
              <ns1:gd name="T93" fmla="*/ 10 h 96"/>
              <ns1:gd name="T94" fmla="*/ 86 w 96"/>
              <ns1:gd name="T95" fmla="*/ 20 h 96"/>
              <ns1:gd name="T96" fmla="*/ 87 w 96"/>
              <ns1:gd name="T97" fmla="*/ 22 h 96"/>
              <ns1:gd name="T98" fmla="*/ 86 w 96"/>
              <ns1:gd name="T99" fmla="*/ 23 h 96"/>
              <ns1:gd name="T100" fmla="*/ 80 w 96"/>
              <ns1:gd name="T101" fmla="*/ 31 h 96"/>
              <ns1:gd name="T102" fmla="*/ 82 w 96"/>
              <ns1:gd name="T103" fmla="*/ 38 h 96"/>
              <ns1:gd name="T104" fmla="*/ 94 w 96"/>
              <ns1:gd name="T105" fmla="*/ 39 h 96"/>
              <ns1:gd name="T106" fmla="*/ 96 w 96"/>
              <ns1:gd name="T107" fmla="*/ 42 h 96"/>
              <ns1:gd name="T108" fmla="*/ 96 w 96"/>
              <ns1:gd name="T109" fmla="*/ 55 h 96"/>
              <ns1:gd name="T110" fmla="*/ 48 w 96"/>
              <ns1:gd name="T111" fmla="*/ 32 h 96"/>
              <ns1:gd name="T112" fmla="*/ 32 w 96"/>
              <ns1:gd name="T113" fmla="*/ 48 h 96"/>
              <ns1:gd name="T114" fmla="*/ 48 w 96"/>
              <ns1:gd name="T115" fmla="*/ 64 h 96"/>
              <ns1:gd name="T116" fmla="*/ 64 w 96"/>
              <ns1:gd name="T117" fmla="*/ 48 h 96"/>
              <ns1:gd name="T118" fmla="*/ 48 w 96"/>
              <ns1:gd name="T119" fmla="*/ 32 h 96"/>
            </ns1:gdLst>
            <ns1:ahLst/>
            <ns1:cxnLst>
              <ns1:cxn ang="0">
                <ns1:pos x="T0" y="T1"/>
              </ns1:cxn>
              <ns1:cxn ang="0">
                <ns1:pos x="T2" y="T3"/>
              </ns1:cxn>
              <ns1:cxn ang="0">
                <ns1:pos x="T4" y="T5"/>
              </ns1:cxn>
              <ns1:cxn ang="0">
                <ns1:pos x="T6" y="T7"/>
              </ns1:cxn>
              <ns1:cxn ang="0">
                <ns1:pos x="T8" y="T9"/>
              </ns1:cxn>
              <ns1:cxn ang="0">
                <ns1:pos x="T10" y="T11"/>
              </ns1:cxn>
              <ns1:cxn ang="0">
                <ns1:pos x="T12" y="T13"/>
              </ns1:cxn>
              <ns1:cxn ang="0">
                <ns1:pos x="T14" y="T15"/>
              </ns1:cxn>
              <ns1:cxn ang="0">
                <ns1:pos x="T16" y="T17"/>
              </ns1:cxn>
              <ns1:cxn ang="0">
                <ns1:pos x="T18" y="T19"/>
              </ns1:cxn>
              <ns1:cxn ang="0">
                <ns1:pos x="T20" y="T21"/>
              </ns1:cxn>
              <ns1:cxn ang="0">
                <ns1:pos x="T22" y="T23"/>
              </ns1:cxn>
              <ns1:cxn ang="0">
                <ns1:pos x="T24" y="T25"/>
              </ns1:cxn>
              <ns1:cxn ang="0">
                <ns1:pos x="T26" y="T27"/>
              </ns1:cxn>
              <ns1:cxn ang="0">
                <ns1:pos x="T28" y="T29"/>
              </ns1:cxn>
              <ns1:cxn ang="0">
                <ns1:pos x="T30" y="T31"/>
              </ns1:cxn>
              <ns1:cxn ang="0">
                <ns1:pos x="T32" y="T33"/>
              </ns1:cxn>
              <ns1:cxn ang="0">
                <ns1:pos x="T34" y="T35"/>
              </ns1:cxn>
              <ns1:cxn ang="0">
                <ns1:pos x="T36" y="T37"/>
              </ns1:cxn>
              <ns1:cxn ang="0">
                <ns1:pos x="T38" y="T39"/>
              </ns1:cxn>
              <ns1:cxn ang="0">
                <ns1:pos x="T40" y="T41"/>
              </ns1:cxn>
              <ns1:cxn ang="0">
                <ns1:pos x="T42" y="T43"/>
              </ns1:cxn>
              <ns1:cxn ang="0">
                <ns1:pos x="T44" y="T45"/>
              </ns1:cxn>
              <ns1:cxn ang="0">
                <ns1:pos x="T46" y="T47"/>
              </ns1:cxn>
              <ns1:cxn ang="0">
                <ns1:pos x="T48" y="T49"/>
              </ns1:cxn>
              <ns1:cxn ang="0">
                <ns1:pos x="T50" y="T51"/>
              </ns1:cxn>
              <ns1:cxn ang="0">
                <ns1:pos x="T52" y="T53"/>
              </ns1:cxn>
              <ns1:cxn ang="0">
                <ns1:pos x="T54" y="T55"/>
              </ns1:cxn>
              <ns1:cxn ang="0">
                <ns1:pos x="T56" y="T57"/>
              </ns1:cxn>
              <ns1:cxn ang="0">
                <ns1:pos x="T58" y="T59"/>
              </ns1:cxn>
              <ns1:cxn ang="0">
                <ns1:pos x="T60" y="T61"/>
              </ns1:cxn>
              <ns1:cxn ang="0">
                <ns1:pos x="T62" y="T63"/>
              </ns1:cxn>
              <ns1:cxn ang="0">
                <ns1:pos x="T64" y="T65"/>
              </ns1:cxn>
              <ns1:cxn ang="0">
                <ns1:pos x="T66" y="T67"/>
              </ns1:cxn>
              <ns1:cxn ang="0">
                <ns1:pos x="T68" y="T69"/>
              </ns1:cxn>
              <ns1:cxn ang="0">
                <ns1:pos x="T70" y="T71"/>
              </ns1:cxn>
              <ns1:cxn ang="0">
                <ns1:pos x="T72" y="T73"/>
              </ns1:cxn>
              <ns1:cxn ang="0">
                <ns1:pos x="T74" y="T75"/>
              </ns1:cxn>
              <ns1:cxn ang="0">
                <ns1:pos x="T76" y="T77"/>
              </ns1:cxn>
              <ns1:cxn ang="0">
                <ns1:pos x="T78" y="T79"/>
              </ns1:cxn>
              <ns1:cxn ang="0">
                <ns1:pos x="T80" y="T81"/>
              </ns1:cxn>
              <ns1:cxn ang="0">
                <ns1:pos x="T82" y="T83"/>
              </ns1:cxn>
              <ns1:cxn ang="0">
                <ns1:pos x="T84" y="T85"/>
              </ns1:cxn>
              <ns1:cxn ang="0">
                <ns1:pos x="T86" y="T87"/>
              </ns1:cxn>
              <ns1:cxn ang="0">
                <ns1:pos x="T88" y="T89"/>
              </ns1:cxn>
              <ns1:cxn ang="0">
                <ns1:pos x="T90" y="T91"/>
              </ns1:cxn>
              <ns1:cxn ang="0">
                <ns1:pos x="T92" y="T93"/>
              </ns1:cxn>
              <ns1:cxn ang="0">
                <ns1:pos x="T94" y="T95"/>
              </ns1:cxn>
              <ns1:cxn ang="0">
                <ns1:pos x="T96" y="T97"/>
              </ns1:cxn>
              <ns1:cxn ang="0">
                <ns1:pos x="T98" y="T99"/>
              </ns1:cxn>
              <ns1:cxn ang="0">
                <ns1:pos x="T100" y="T101"/>
              </ns1:cxn>
              <ns1:cxn ang="0">
                <ns1:pos x="T102" y="T103"/>
              </ns1:cxn>
              <ns1:cxn ang="0">
                <ns1:pos x="T104" y="T105"/>
              </ns1:cxn>
              <ns1:cxn ang="0">
                <ns1:pos x="T106" y="T107"/>
              </ns1:cxn>
              <ns1:cxn ang="0">
                <ns1:pos x="T108" y="T109"/>
              </ns1:cxn>
              <ns1:cxn ang="0">
                <ns1:pos x="T110" y="T111"/>
              </ns1:cxn>
              <ns1:cxn ang="0">
                <ns1:pos x="T112" y="T113"/>
              </ns1:cxn>
              <ns1:cxn ang="0">
                <ns1:pos x="T114" y="T115"/>
              </ns1:cxn>
              <ns1:cxn ang="0">
                <ns1:pos x="T116" y="T117"/>
              </ns1:cxn>
              <ns1:cxn ang="0">
                <ns1:pos x="T118" y="T119"/>
              </ns1:cxn>
            </ns1:cxnLst>
            <ns1:rect l="0" t="0" r="r" b="b"/>
            <ns1:pathLst>
              <ns1:path w="96" h="96">
                <ns1:moveTo>
                  <ns1:pt x="96" y="55"/>
                </ns1:moveTo>
                <ns1:cubicBezTo>
                  <ns1:pt x="96" y="56"/>
                  <ns1:pt x="95" y="58"/>
                  <ns1:pt x="94" y="58"/>
                </ns1:cubicBezTo>
                <ns1:cubicBezTo>
                  <ns1:pt x="82" y="59"/>
                  <ns1:pt x="82" y="59"/>
                  <ns1:pt x="82" y="59"/>
                </ns1:cubicBezTo>
                <ns1:cubicBezTo>
                  <ns1:pt x="82" y="61"/>
                  <ns1:pt x="81" y="63"/>
                  <ns1:pt x="80" y="65"/>
                </ns1:cubicBezTo>
                <ns1:cubicBezTo>
                  <ns1:pt x="82" y="68"/>
                  <ns1:pt x="84" y="71"/>
                  <ns1:pt x="86" y="74"/>
                </ns1:cubicBezTo>
                <ns1:cubicBezTo>
                  <ns1:pt x="87" y="74"/>
                  <ns1:pt x="87" y="75"/>
                  <ns1:pt x="87" y="75"/>
                </ns1:cubicBezTo>
                <ns1:cubicBezTo>
                  <ns1:pt x="87" y="76"/>
                  <ns1:pt x="87" y="76"/>
                  <ns1:pt x="87" y="77"/>
                </ns1:cubicBezTo>
                <ns1:cubicBezTo>
                  <ns1:pt x="85" y="79"/>
                  <ns1:pt x="77" y="88"/>
                  <ns1:pt x="74" y="88"/>
                </ns1:cubicBezTo>
                <ns1:cubicBezTo>
                  <ns1:pt x="74" y="88"/>
                  <ns1:pt x="73" y="88"/>
                  <ns1:pt x="73" y="87"/>
                </ns1:cubicBezTo>
                <ns1:cubicBezTo>
                  <ns1:pt x="64" y="81"/>
                  <ns1:pt x="64" y="81"/>
                  <ns1:pt x="64" y="81"/>
                </ns1:cubicBezTo>
                <ns1:cubicBezTo>
                  <ns1:pt x="62" y="82"/>
                  <ns1:pt x="60" y="82"/>
                  <ns1:pt x="59" y="83"/>
                </ns1:cubicBezTo>
                <ns1:cubicBezTo>
                  <ns1:pt x="58" y="87"/>
                  <ns1:pt x="58" y="91"/>
                  <ns1:pt x="57" y="95"/>
                </ns1:cubicBezTo>
                <ns1:cubicBezTo>
                  <ns1:pt x="56" y="96"/>
                  <ns1:pt x="56" y="96"/>
                  <ns1:pt x="54" y="96"/>
                </ns1:cubicBezTo>
                <ns1:cubicBezTo>
                  <ns1:pt x="41" y="96"/>
                  <ns1:pt x="41" y="96"/>
                  <ns1:pt x="41" y="96"/>
                </ns1:cubicBezTo>
                <ns1:cubicBezTo>
                  <ns1:pt x="40" y="96"/>
                  <ns1:pt x="39" y="96"/>
                  <ns1:pt x="38" y="94"/>
                </ns1:cubicBezTo>
                <ns1:cubicBezTo>
                  <ns1:pt x="37" y="83"/>
                  <ns1:pt x="37" y="83"/>
                  <ns1:pt x="37" y="83"/>
                </ns1:cubicBezTo>
                <ns1:cubicBezTo>
                  <ns1:pt x="35" y="82"/>
                  <ns1:pt x="33" y="82"/>
                  <ns1:pt x="31" y="81"/>
                </ns1:cubicBezTo>
                <ns1:cubicBezTo>
                  <ns1:pt x="22" y="87"/>
                  <ns1:pt x="22" y="87"/>
                  <ns1:pt x="22" y="87"/>
                </ns1:cubicBezTo>
                <ns1:cubicBezTo>
                  <ns1:pt x="22" y="88"/>
                  <ns1:pt x="21" y="88"/>
                  <ns1:pt x="21" y="88"/>
                </ns1:cubicBezTo>
                <ns1:cubicBezTo>
                  <ns1:pt x="20" y="88"/>
                  <ns1:pt x="20" y="88"/>
                  <ns1:pt x="19" y="87"/>
                </ns1:cubicBezTo>
                <ns1:cubicBezTo>
                  <ns1:pt x="16" y="84"/>
                  <ns1:pt x="11" y="80"/>
                  <ns1:pt x="9" y="77"/>
                </ns1:cubicBezTo>
                <ns1:cubicBezTo>
                  <ns1:pt x="8" y="76"/>
                  <ns1:pt x="8" y="76"/>
                  <ns1:pt x="8" y="75"/>
                </ns1:cubicBezTo>
                <ns1:cubicBezTo>
                  <ns1:pt x="8" y="75"/>
                  <ns1:pt x="9" y="74"/>
                  <ns1:pt x="9" y="74"/>
                </ns1:cubicBezTo>
                <ns1:cubicBezTo>
                  <ns1:pt x="11" y="71"/>
                  <ns1:pt x="13" y="68"/>
                  <ns1:pt x="15" y="65"/>
                </ns1:cubicBezTo>
                <ns1:cubicBezTo>
                  <ns1:pt x="14" y="63"/>
                  <ns1:pt x="13" y="61"/>
                  <ns1:pt x="13" y="59"/>
                </ns1:cubicBezTo>
                <ns1:cubicBezTo>
                  <ns1:pt x="1" y="57"/>
                  <ns1:pt x="1" y="57"/>
                  <ns1:pt x="1" y="57"/>
                </ns1:cubicBezTo>
                <ns1:cubicBezTo>
                  <ns1:pt x="0" y="57"/>
                  <ns1:pt x="0" y="56"/>
                  <ns1:pt x="0" y="55"/>
                </ns1:cubicBezTo>
                <ns1:cubicBezTo>
                  <ns1:pt x="0" y="41"/>
                  <ns1:pt x="0" y="41"/>
                  <ns1:pt x="0" y="41"/>
                </ns1:cubicBezTo>
                <ns1:cubicBezTo>
                  <ns1:pt x="0" y="40"/>
                  <ns1:pt x="0" y="39"/>
                  <ns1:pt x="1" y="39"/>
                </ns1:cubicBezTo>
                <ns1:cubicBezTo>
                  <ns1:pt x="13" y="37"/>
                  <ns1:pt x="13" y="37"/>
                  <ns1:pt x="13" y="37"/>
                </ns1:cubicBezTo>
                <ns1:cubicBezTo>
                  <ns1:pt x="14" y="35"/>
                  <ns1:pt x="14" y="33"/>
                  <ns1:pt x="15" y="32"/>
                </ns1:cubicBezTo>
                <ns1:cubicBezTo>
                  <ns1:pt x="13" y="29"/>
                  <ns1:pt x="11" y="26"/>
                  <ns1:pt x="9" y="23"/>
                </ns1:cubicBezTo>
                <ns1:cubicBezTo>
                  <ns1:pt x="8" y="23"/>
                  <ns1:pt x="8" y="22"/>
                  <ns1:pt x="8" y="22"/>
                </ns1:cubicBezTo>
                <ns1:cubicBezTo>
                  <ns1:pt x="8" y="21"/>
                  <ns1:pt x="8" y="21"/>
                  <ns1:pt x="9" y="20"/>
                </ns1:cubicBezTo>
                <ns1:cubicBezTo>
                  <ns1:pt x="10" y="18"/>
                  <ns1:pt x="19" y="9"/>
                  <ns1:pt x="21" y="9"/>
                </ns1:cubicBezTo>
                <ns1:cubicBezTo>
                  <ns1:pt x="21" y="9"/>
                  <ns1:pt x="22" y="9"/>
                  <ns1:pt x="22" y="10"/>
                </ns1:cubicBezTo>
                <ns1:cubicBezTo>
                  <ns1:pt x="31" y="16"/>
                  <ns1:pt x="31" y="16"/>
                  <ns1:pt x="31" y="16"/>
                </ns1:cubicBezTo>
                <ns1:cubicBezTo>
                  <ns1:pt x="33" y="15"/>
                  <ns1:pt x="35" y="14"/>
                  <ns1:pt x="37" y="14"/>
                </ns1:cubicBezTo>
                <ns1:cubicBezTo>
                  <ns1:pt x="37" y="10"/>
                  <ns1:pt x="37" y="6"/>
                  <ns1:pt x="38" y="2"/>
                </ns1:cubicBezTo>
                <ns1:cubicBezTo>
                  <ns1:pt x="39" y="1"/>
                  <ns1:pt x="40" y="0"/>
                  <ns1:pt x="41" y="0"/>
                </ns1:cubicBezTo>
                <ns1:cubicBezTo>
                  <ns1:pt x="54" y="0"/>
                  <ns1:pt x="54" y="0"/>
                  <ns1:pt x="54" y="0"/>
                </ns1:cubicBezTo>
                <ns1:cubicBezTo>
                  <ns1:pt x="56" y="0"/>
                  <ns1:pt x="57" y="1"/>
                  <ns1:pt x="57" y="2"/>
                </ns1:cubicBezTo>
                <ns1:cubicBezTo>
                  <ns1:pt x="58" y="14"/>
                  <ns1:pt x="58" y="14"/>
                  <ns1:pt x="58" y="14"/>
                </ns1:cubicBezTo>
                <ns1:cubicBezTo>
                  <ns1:pt x="60" y="14"/>
                  <ns1:pt x="62" y="15"/>
                  <ns1:pt x="64" y="16"/>
                </ns1:cubicBezTo>
                <ns1:cubicBezTo>
                  <ns1:pt x="73" y="9"/>
                  <ns1:pt x="73" y="9"/>
                  <ns1:pt x="73" y="9"/>
                </ns1:cubicBezTo>
                <ns1:cubicBezTo>
                  <ns1:pt x="73" y="9"/>
                  <ns1:pt x="74" y="9"/>
                  <ns1:pt x="74" y="9"/>
                </ns1:cubicBezTo>
                <ns1:cubicBezTo>
                  <ns1:pt x="75" y="9"/>
                  <ns1:pt x="76" y="9"/>
                  <ns1:pt x="76" y="10"/>
                </ns1:cubicBezTo>
                <ns1:cubicBezTo>
                  <ns1:pt x="79" y="13"/>
                  <ns1:pt x="84" y="16"/>
                  <ns1:pt x="86" y="20"/>
                </ns1:cubicBezTo>
                <ns1:cubicBezTo>
                  <ns1:pt x="87" y="21"/>
                  <ns1:pt x="87" y="21"/>
                  <ns1:pt x="87" y="22"/>
                </ns1:cubicBezTo>
                <ns1:cubicBezTo>
                  <ns1:pt x="87" y="22"/>
                  <ns1:pt x="87" y="23"/>
                  <ns1:pt x="86" y="23"/>
                </ns1:cubicBezTo>
                <ns1:cubicBezTo>
                  <ns1:pt x="84" y="26"/>
                  <ns1:pt x="82" y="29"/>
                  <ns1:pt x="80" y="31"/>
                </ns1:cubicBezTo>
                <ns1:cubicBezTo>
                  <ns1:pt x="81" y="33"/>
                  <ns1:pt x="82" y="36"/>
                  <ns1:pt x="82" y="38"/>
                </ns1:cubicBezTo>
                <ns1:cubicBezTo>
                  <ns1:pt x="94" y="39"/>
                  <ns1:pt x="94" y="39"/>
                  <ns1:pt x="94" y="39"/>
                </ns1:cubicBezTo>
                <ns1:cubicBezTo>
                  <ns1:pt x="95" y="40"/>
                  <ns1:pt x="96" y="41"/>
                  <ns1:pt x="96" y="42"/>
                </ns1:cubicBezTo>
                <ns1:lnTo>
                  <ns1:pt x="96" y="55"/>
                </ns1:lnTo>
                <ns1:close/>
                <ns1:moveTo>
                  <ns1:pt x="48" y="32"/>
                </ns1:moveTo>
                <ns1:cubicBezTo>
                  <ns1:pt x="39" y="32"/>
                  <ns1:pt x="32" y="40"/>
                  <ns1:pt x="32" y="48"/>
                </ns1:cubicBezTo>
                <ns1:cubicBezTo>
                  <ns1:pt x="32" y="57"/>
                  <ns1:pt x="39" y="64"/>
                  <ns1:pt x="48" y="64"/>
                </ns1:cubicBezTo>
                <ns1:cubicBezTo>
                  <ns1:pt x="56" y="64"/>
                  <ns1:pt x="64" y="57"/>
                  <ns1:pt x="64" y="48"/>
                </ns1:cubicBezTo>
                <ns1:cubicBezTo>
                  <ns1:pt x="64" y="40"/>
                  <ns1:pt x="56" y="32"/>
                  <ns1:pt x="48" y="32"/>
                </ns1:cubicBezTo>
                <ns1:close/>
              </ns1:path>
            </ns1:pathLst>
          </ns1:custGeom>
          <ns1:solidFill>
            <ns1:srgbClr val="010101"/>
          </ns1:solidFill>
          <ns1:ln>
            <ns1:noFill/>
          </ns1:ln>
          <ns1:extLst>
            <ns1:ext uri="{91240B29-F687-4F45-9708-019B960494DF}">
              <ns2:hiddenLine w="9525">
                <ns1:solidFill>
                  <ns1:srgbClr val="000000"/>
                </ns1:solidFill>
                <ns1:round/>
                <ns1:headEnd/>
                <ns1:tailEnd/>
              </ns2:hiddenLine>
            </ns1:ext>
          </ns1:extLst>
        </ns0:spPr>
        <ns0:txBody>
          <ns1:bodyPr vert="horz" wrap="square" lIns="91440" tIns="45720" rIns="91440" bIns="45720" numCol="1" anchor="t" anchorCtr="0" compatLnSpc="1">
            <ns1:prstTxWarp prst="textNoShape">
              <ns1:avLst/>
            </ns1:prstTxWarp>
          </ns1:bodyPr>
          <ns1:lstStyle/>
          <ns1:p>
            <ns1:endParaRPr lang="en-US" sz="2700"/>
          </ns1:p>
        </ns0:txBody>
      </ns0:sp>
      <ns0:sp>
        <ns0:nvSpPr>
          <ns0:cNvPr id="75" name="Freeform 73"/>
          <ns0:cNvSpPr>
            <ns1:spLocks noEditPoints="1"/>
          </ns0:cNvSpPr>
          <ns0:nvPr/>
        </ns0:nvSpPr>
        <ns0:spPr bwMode="auto">
          <ns1:xfrm>
            <ns1:off x="3663951" y="1374777"/>
            <ns1:ext cx="330200" cy="360363"/>
          </ns1:xfrm>
          <ns1:custGeom>
            <ns1:avLst/>
            <ns1:gdLst>
              <ns1:gd name="T0" fmla="*/ 88 w 88"/>
              <ns1:gd name="T1" fmla="*/ 22 h 96"/>
              <ns1:gd name="T2" fmla="*/ 86 w 88"/>
              <ns1:gd name="T3" fmla="*/ 24 h 96"/>
              <ns1:gd name="T4" fmla="*/ 80 w 88"/>
              <ns1:gd name="T5" fmla="*/ 24 h 96"/>
              <ns1:gd name="T6" fmla="*/ 80 w 88"/>
              <ns1:gd name="T7" fmla="*/ 84 h 96"/>
              <ns1:gd name="T8" fmla="*/ 70 w 88"/>
              <ns1:gd name="T9" fmla="*/ 96 h 96"/>
              <ns1:gd name="T10" fmla="*/ 18 w 88"/>
              <ns1:gd name="T11" fmla="*/ 96 h 96"/>
              <ns1:gd name="T12" fmla="*/ 8 w 88"/>
              <ns1:gd name="T13" fmla="*/ 84 h 96"/>
              <ns1:gd name="T14" fmla="*/ 8 w 88"/>
              <ns1:gd name="T15" fmla="*/ 24 h 96"/>
              <ns1:gd name="T16" fmla="*/ 2 w 88"/>
              <ns1:gd name="T17" fmla="*/ 24 h 96"/>
              <ns1:gd name="T18" fmla="*/ 0 w 88"/>
              <ns1:gd name="T19" fmla="*/ 22 h 96"/>
              <ns1:gd name="T20" fmla="*/ 0 w 88"/>
              <ns1:gd name="T21" fmla="*/ 18 h 96"/>
              <ns1:gd name="T22" fmla="*/ 2 w 88"/>
              <ns1:gd name="T23" fmla="*/ 16 h 96"/>
              <ns1:gd name="T24" fmla="*/ 22 w 88"/>
              <ns1:gd name="T25" fmla="*/ 16 h 96"/>
              <ns1:gd name="T26" fmla="*/ 26 w 88"/>
              <ns1:gd name="T27" fmla="*/ 6 h 96"/>
              <ns1:gd name="T28" fmla="*/ 34 w 88"/>
              <ns1:gd name="T29" fmla="*/ 0 h 96"/>
              <ns1:gd name="T30" fmla="*/ 54 w 88"/>
              <ns1:gd name="T31" fmla="*/ 0 h 96"/>
              <ns1:gd name="T32" fmla="*/ 63 w 88"/>
              <ns1:gd name="T33" fmla="*/ 6 h 96"/>
              <ns1:gd name="T34" fmla="*/ 67 w 88"/>
              <ns1:gd name="T35" fmla="*/ 16 h 96"/>
              <ns1:gd name="T36" fmla="*/ 86 w 88"/>
              <ns1:gd name="T37" fmla="*/ 16 h 96"/>
              <ns1:gd name="T38" fmla="*/ 88 w 88"/>
              <ns1:gd name="T39" fmla="*/ 18 h 96"/>
              <ns1:gd name="T40" fmla="*/ 88 w 88"/>
              <ns1:gd name="T41" fmla="*/ 22 h 96"/>
              <ns1:gd name="T42" fmla="*/ 72 w 88"/>
              <ns1:gd name="T43" fmla="*/ 24 h 96"/>
              <ns1:gd name="T44" fmla="*/ 16 w 88"/>
              <ns1:gd name="T45" fmla="*/ 24 h 96"/>
              <ns1:gd name="T46" fmla="*/ 16 w 88"/>
              <ns1:gd name="T47" fmla="*/ 84 h 96"/>
              <ns1:gd name="T48" fmla="*/ 18 w 88"/>
              <ns1:gd name="T49" fmla="*/ 88 h 96"/>
              <ns1:gd name="T50" fmla="*/ 70 w 88"/>
              <ns1:gd name="T51" fmla="*/ 88 h 96"/>
              <ns1:gd name="T52" fmla="*/ 72 w 88"/>
              <ns1:gd name="T53" fmla="*/ 84 h 96"/>
              <ns1:gd name="T54" fmla="*/ 72 w 88"/>
              <ns1:gd name="T55" fmla="*/ 24 h 96"/>
              <ns1:gd name="T56" fmla="*/ 32 w 88"/>
              <ns1:gd name="T57" fmla="*/ 74 h 96"/>
              <ns1:gd name="T58" fmla="*/ 30 w 88"/>
              <ns1:gd name="T59" fmla="*/ 76 h 96"/>
              <ns1:gd name="T60" fmla="*/ 26 w 88"/>
              <ns1:gd name="T61" fmla="*/ 76 h 96"/>
              <ns1:gd name="T62" fmla="*/ 24 w 88"/>
              <ns1:gd name="T63" fmla="*/ 74 h 96"/>
              <ns1:gd name="T64" fmla="*/ 24 w 88"/>
              <ns1:gd name="T65" fmla="*/ 38 h 96"/>
              <ns1:gd name="T66" fmla="*/ 26 w 88"/>
              <ns1:gd name="T67" fmla="*/ 36 h 96"/>
              <ns1:gd name="T68" fmla="*/ 30 w 88"/>
              <ns1:gd name="T69" fmla="*/ 36 h 96"/>
              <ns1:gd name="T70" fmla="*/ 32 w 88"/>
              <ns1:gd name="T71" fmla="*/ 38 h 96"/>
              <ns1:gd name="T72" fmla="*/ 32 w 88"/>
              <ns1:gd name="T73" fmla="*/ 74 h 96"/>
              <ns1:gd name="T74" fmla="*/ 58 w 88"/>
              <ns1:gd name="T75" fmla="*/ 16 h 96"/>
              <ns1:gd name="T76" fmla="*/ 55 w 88"/>
              <ns1:gd name="T77" fmla="*/ 9 h 96"/>
              <ns1:gd name="T78" fmla="*/ 54 w 88"/>
              <ns1:gd name="T79" fmla="*/ 8 h 96"/>
              <ns1:gd name="T80" fmla="*/ 35 w 88"/>
              <ns1:gd name="T81" fmla="*/ 8 h 96"/>
              <ns1:gd name="T82" fmla="*/ 33 w 88"/>
              <ns1:gd name="T83" fmla="*/ 9 h 96"/>
              <ns1:gd name="T84" fmla="*/ 30 w 88"/>
              <ns1:gd name="T85" fmla="*/ 16 h 96"/>
              <ns1:gd name="T86" fmla="*/ 58 w 88"/>
              <ns1:gd name="T87" fmla="*/ 16 h 96"/>
              <ns1:gd name="T88" fmla="*/ 48 w 88"/>
              <ns1:gd name="T89" fmla="*/ 74 h 96"/>
              <ns1:gd name="T90" fmla="*/ 46 w 88"/>
              <ns1:gd name="T91" fmla="*/ 76 h 96"/>
              <ns1:gd name="T92" fmla="*/ 42 w 88"/>
              <ns1:gd name="T93" fmla="*/ 76 h 96"/>
              <ns1:gd name="T94" fmla="*/ 40 w 88"/>
              <ns1:gd name="T95" fmla="*/ 74 h 96"/>
              <ns1:gd name="T96" fmla="*/ 40 w 88"/>
              <ns1:gd name="T97" fmla="*/ 38 h 96"/>
              <ns1:gd name="T98" fmla="*/ 42 w 88"/>
              <ns1:gd name="T99" fmla="*/ 36 h 96"/>
              <ns1:gd name="T100" fmla="*/ 46 w 88"/>
              <ns1:gd name="T101" fmla="*/ 36 h 96"/>
              <ns1:gd name="T102" fmla="*/ 48 w 88"/>
              <ns1:gd name="T103" fmla="*/ 38 h 96"/>
              <ns1:gd name="T104" fmla="*/ 48 w 88"/>
              <ns1:gd name="T105" fmla="*/ 74 h 96"/>
              <ns1:gd name="T106" fmla="*/ 64 w 88"/>
              <ns1:gd name="T107" fmla="*/ 74 h 96"/>
              <ns1:gd name="T108" fmla="*/ 62 w 88"/>
              <ns1:gd name="T109" fmla="*/ 76 h 96"/>
              <ns1:gd name="T110" fmla="*/ 58 w 88"/>
              <ns1:gd name="T111" fmla="*/ 76 h 96"/>
              <ns1:gd name="T112" fmla="*/ 56 w 88"/>
              <ns1:gd name="T113" fmla="*/ 74 h 96"/>
              <ns1:gd name="T114" fmla="*/ 56 w 88"/>
              <ns1:gd name="T115" fmla="*/ 38 h 96"/>
              <ns1:gd name="T116" fmla="*/ 58 w 88"/>
              <ns1:gd name="T117" fmla="*/ 36 h 96"/>
              <ns1:gd name="T118" fmla="*/ 62 w 88"/>
              <ns1:gd name="T119" fmla="*/ 36 h 96"/>
              <ns1:gd name="T120" fmla="*/ 64 w 88"/>
              <ns1:gd name="T121" fmla="*/ 38 h 96"/>
              <ns1:gd name="T122" fmla="*/ 64 w 88"/>
              <ns1:gd name="T123" fmla="*/ 74 h 96"/>
            </ns1:gdLst>
            <ns1:ahLst/>
            <ns1:cxnLst>
              <ns1:cxn ang="0">
                <ns1:pos x="T0" y="T1"/>
              </ns1:cxn>
              <ns1:cxn ang="0">
                <ns1:pos x="T2" y="T3"/>
              </ns1:cxn>
              <ns1:cxn ang="0">
                <ns1:pos x="T4" y="T5"/>
              </ns1:cxn>
              <ns1:cxn ang="0">
                <ns1:pos x="T6" y="T7"/>
              </ns1:cxn>
              <ns1:cxn ang="0">
                <ns1:pos x="T8" y="T9"/>
              </ns1:cxn>
              <ns1:cxn ang="0">
                <ns1:pos x="T10" y="T11"/>
              </ns1:cxn>
              <ns1:cxn ang="0">
                <ns1:pos x="T12" y="T13"/>
              </ns1:cxn>
              <ns1:cxn ang="0">
                <ns1:pos x="T14" y="T15"/>
              </ns1:cxn>
              <ns1:cxn ang="0">
                <ns1:pos x="T16" y="T17"/>
              </ns1:cxn>
              <ns1:cxn ang="0">
                <ns1:pos x="T18" y="T19"/>
              </ns1:cxn>
              <ns1:cxn ang="0">
                <ns1:pos x="T20" y="T21"/>
              </ns1:cxn>
              <ns1:cxn ang="0">
                <ns1:pos x="T22" y="T23"/>
              </ns1:cxn>
              <ns1:cxn ang="0">
                <ns1:pos x="T24" y="T25"/>
              </ns1:cxn>
              <ns1:cxn ang="0">
                <ns1:pos x="T26" y="T27"/>
              </ns1:cxn>
              <ns1:cxn ang="0">
                <ns1:pos x="T28" y="T29"/>
              </ns1:cxn>
              <ns1:cxn ang="0">
                <ns1:pos x="T30" y="T31"/>
              </ns1:cxn>
              <ns1:cxn ang="0">
                <ns1:pos x="T32" y="T33"/>
              </ns1:cxn>
              <ns1:cxn ang="0">
                <ns1:pos x="T34" y="T35"/>
              </ns1:cxn>
              <ns1:cxn ang="0">
                <ns1:pos x="T36" y="T37"/>
              </ns1:cxn>
              <ns1:cxn ang="0">
                <ns1:pos x="T38" y="T39"/>
              </ns1:cxn>
              <ns1:cxn ang="0">
                <ns1:pos x="T40" y="T41"/>
              </ns1:cxn>
              <ns1:cxn ang="0">
                <ns1:pos x="T42" y="T43"/>
              </ns1:cxn>
              <ns1:cxn ang="0">
                <ns1:pos x="T44" y="T45"/>
              </ns1:cxn>
              <ns1:cxn ang="0">
                <ns1:pos x="T46" y="T47"/>
              </ns1:cxn>
              <ns1:cxn ang="0">
                <ns1:pos x="T48" y="T49"/>
              </ns1:cxn>
              <ns1:cxn ang="0">
                <ns1:pos x="T50" y="T51"/>
              </ns1:cxn>
              <ns1:cxn ang="0">
                <ns1:pos x="T52" y="T53"/>
              </ns1:cxn>
              <ns1:cxn ang="0">
                <ns1:pos x="T54" y="T55"/>
              </ns1:cxn>
              <ns1:cxn ang="0">
                <ns1:pos x="T56" y="T57"/>
              </ns1:cxn>
              <ns1:cxn ang="0">
                <ns1:pos x="T58" y="T59"/>
              </ns1:cxn>
              <ns1:cxn ang="0">
                <ns1:pos x="T60" y="T61"/>
              </ns1:cxn>
              <ns1:cxn ang="0">
                <ns1:pos x="T62" y="T63"/>
              </ns1:cxn>
              <ns1:cxn ang="0">
                <ns1:pos x="T64" y="T65"/>
              </ns1:cxn>
              <ns1:cxn ang="0">
                <ns1:pos x="T66" y="T67"/>
              </ns1:cxn>
              <ns1:cxn ang="0">
                <ns1:pos x="T68" y="T69"/>
              </ns1:cxn>
              <ns1:cxn ang="0">
                <ns1:pos x="T70" y="T71"/>
              </ns1:cxn>
              <ns1:cxn ang="0">
                <ns1:pos x="T72" y="T73"/>
              </ns1:cxn>
              <ns1:cxn ang="0">
                <ns1:pos x="T74" y="T75"/>
              </ns1:cxn>
              <ns1:cxn ang="0">
                <ns1:pos x="T76" y="T77"/>
              </ns1:cxn>
              <ns1:cxn ang="0">
                <ns1:pos x="T78" y="T79"/>
              </ns1:cxn>
              <ns1:cxn ang="0">
                <ns1:pos x="T80" y="T81"/>
              </ns1:cxn>
              <ns1:cxn ang="0">
                <ns1:pos x="T82" y="T83"/>
              </ns1:cxn>
              <ns1:cxn ang="0">
                <ns1:pos x="T84" y="T85"/>
              </ns1:cxn>
              <ns1:cxn ang="0">
                <ns1:pos x="T86" y="T87"/>
              </ns1:cxn>
              <ns1:cxn ang="0">
                <ns1:pos x="T88" y="T89"/>
              </ns1:cxn>
              <ns1:cxn ang="0">
                <ns1:pos x="T90" y="T91"/>
              </ns1:cxn>
              <ns1:cxn ang="0">
                <ns1:pos x="T92" y="T93"/>
              </ns1:cxn>
              <ns1:cxn ang="0">
                <ns1:pos x="T94" y="T95"/>
              </ns1:cxn>
              <ns1:cxn ang="0">
                <ns1:pos x="T96" y="T97"/>
              </ns1:cxn>
              <ns1:cxn ang="0">
                <ns1:pos x="T98" y="T99"/>
              </ns1:cxn>
              <ns1:cxn ang="0">
                <ns1:pos x="T100" y="T101"/>
              </ns1:cxn>
              <ns1:cxn ang="0">
                <ns1:pos x="T102" y="T103"/>
              </ns1:cxn>
              <ns1:cxn ang="0">
                <ns1:pos x="T104" y="T105"/>
              </ns1:cxn>
              <ns1:cxn ang="0">
                <ns1:pos x="T106" y="T107"/>
              </ns1:cxn>
              <ns1:cxn ang="0">
                <ns1:pos x="T108" y="T109"/>
              </ns1:cxn>
              <ns1:cxn ang="0">
                <ns1:pos x="T110" y="T111"/>
              </ns1:cxn>
              <ns1:cxn ang="0">
                <ns1:pos x="T112" y="T113"/>
              </ns1:cxn>
              <ns1:cxn ang="0">
                <ns1:pos x="T114" y="T115"/>
              </ns1:cxn>
              <ns1:cxn ang="0">
                <ns1:pos x="T116" y="T117"/>
              </ns1:cxn>
              <ns1:cxn ang="0">
                <ns1:pos x="T118" y="T119"/>
              </ns1:cxn>
              <ns1:cxn ang="0">
                <ns1:pos x="T120" y="T121"/>
              </ns1:cxn>
              <ns1:cxn ang="0">
                <ns1:pos x="T122" y="T123"/>
              </ns1:cxn>
            </ns1:cxnLst>
            <ns1:rect l="0" t="0" r="r" b="b"/>
            <ns1:pathLst>
              <ns1:path w="88" h="96">
                <ns1:moveTo>
                  <ns1:pt x="88" y="22"/>
                </ns1:moveTo>
                <ns1:cubicBezTo>
                  <ns1:pt x="88" y="24"/>
                  <ns1:pt x="87" y="24"/>
                  <ns1:pt x="86" y="24"/>
                </ns1:cubicBezTo>
                <ns1:cubicBezTo>
                  <ns1:pt x="80" y="24"/>
                  <ns1:pt x="80" y="24"/>
                  <ns1:pt x="80" y="24"/>
                </ns1:cubicBezTo>
                <ns1:cubicBezTo>
                  <ns1:pt x="80" y="84"/>
                  <ns1:pt x="80" y="84"/>
                  <ns1:pt x="80" y="84"/>
                </ns1:cubicBezTo>
                <ns1:cubicBezTo>
                  <ns1:pt x="80" y="90"/>
                  <ns1:pt x="76" y="96"/>
                  <ns1:pt x="70" y="96"/>
                </ns1:cubicBezTo>
                <ns1:cubicBezTo>
                  <ns1:pt x="18" y="96"/>
                  <ns1:pt x="18" y="96"/>
                  <ns1:pt x="18" y="96"/>
                </ns1:cubicBezTo>
                <ns1:cubicBezTo>
                  <ns1:pt x="13" y="96"/>
                  <ns1:pt x="8" y="91"/>
                  <ns1:pt x="8" y="84"/>
                </ns1:cubicBezTo>
                <ns1:cubicBezTo>
                  <ns1:pt x="8" y="24"/>
                  <ns1:pt x="8" y="24"/>
                  <ns1:pt x="8" y="24"/>
                </ns1:cubicBezTo>
                <ns1:cubicBezTo>
                  <ns1:pt x="2" y="24"/>
                  <ns1:pt x="2" y="24"/>
                  <ns1:pt x="2" y="24"/>
                </ns1:cubicBezTo>
                <ns1:cubicBezTo>
                  <ns1:pt x="1" y="24"/>
                  <ns1:pt x="0" y="24"/>
                  <ns1:pt x="0" y="22"/>
                </ns1:cubicBezTo>
                <ns1:cubicBezTo>
                  <ns1:pt x="0" y="18"/>
                  <ns1:pt x="0" y="18"/>
                  <ns1:pt x="0" y="18"/>
                </ns1:cubicBezTo>
                <ns1:cubicBezTo>
                  <ns1:pt x="0" y="17"/>
                  <ns1:pt x="1" y="16"/>
                  <ns1:pt x="2" y="16"/>
                </ns1:cubicBezTo>
                <ns1:cubicBezTo>
                  <ns1:pt x="22" y="16"/>
                  <ns1:pt x="22" y="16"/>
                  <ns1:pt x="22" y="16"/>
                </ns1:cubicBezTo>
                <ns1:cubicBezTo>
                  <ns1:pt x="26" y="6"/>
                  <ns1:pt x="26" y="6"/>
                  <ns1:pt x="26" y="6"/>
                </ns1:cubicBezTo>
                <ns1:cubicBezTo>
                  <ns1:pt x="27" y="3"/>
                  <ns1:pt x="31" y="0"/>
                  <ns1:pt x="34" y="0"/>
                </ns1:cubicBezTo>
                <ns1:cubicBezTo>
                  <ns1:pt x="54" y="0"/>
                  <ns1:pt x="54" y="0"/>
                  <ns1:pt x="54" y="0"/>
                </ns1:cubicBezTo>
                <ns1:cubicBezTo>
                  <ns1:pt x="58" y="0"/>
                  <ns1:pt x="61" y="3"/>
                  <ns1:pt x="63" y="6"/>
                </ns1:cubicBezTo>
                <ns1:cubicBezTo>
                  <ns1:pt x="67" y="16"/>
                  <ns1:pt x="67" y="16"/>
                  <ns1:pt x="67" y="16"/>
                </ns1:cubicBezTo>
                <ns1:cubicBezTo>
                  <ns1:pt x="86" y="16"/>
                  <ns1:pt x="86" y="16"/>
                  <ns1:pt x="86" y="16"/>
                </ns1:cubicBezTo>
                <ns1:cubicBezTo>
                  <ns1:pt x="87" y="16"/>
                  <ns1:pt x="88" y="17"/>
                  <ns1:pt x="88" y="18"/>
                </ns1:cubicBezTo>
                <ns1:lnTo>
                  <ns1:pt x="88" y="22"/>
                </ns1:lnTo>
                <ns1:close/>
                <ns1:moveTo>
                  <ns1:pt x="72" y="24"/>
                </ns1:moveTo>
                <ns1:cubicBezTo>
                  <ns1:pt x="16" y="24"/>
                  <ns1:pt x="16" y="24"/>
                  <ns1:pt x="16" y="24"/>
                </ns1:cubicBezTo>
                <ns1:cubicBezTo>
                  <ns1:pt x="16" y="84"/>
                  <ns1:pt x="16" y="84"/>
                  <ns1:pt x="16" y="84"/>
                </ns1:cubicBezTo>
                <ns1:cubicBezTo>
                  <ns1:pt x="16" y="87"/>
                  <ns1:pt x="18" y="88"/>
                  <ns1:pt x="18" y="88"/>
                </ns1:cubicBezTo>
                <ns1:cubicBezTo>
                  <ns1:pt x="70" y="88"/>
                  <ns1:pt x="70" y="88"/>
                  <ns1:pt x="70" y="88"/>
                </ns1:cubicBezTo>
                <ns1:cubicBezTo>
                  <ns1:pt x="71" y="88"/>
                  <ns1:pt x="72" y="87"/>
                  <ns1:pt x="72" y="84"/>
                </ns1:cubicBezTo>
                <ns1:lnTo>
                  <ns1:pt x="72" y="24"/>
                </ns1:lnTo>
                <ns1:close/>
                <ns1:moveTo>
                  <ns1:pt x="32" y="74"/>
                </ns1:moveTo>
                <ns1:cubicBezTo>
                  <ns1:pt x="32" y="76"/>
                  <ns1:pt x="32" y="76"/>
                  <ns1:pt x="30" y="76"/>
                </ns1:cubicBezTo>
                <ns1:cubicBezTo>
                  <ns1:pt x="26" y="76"/>
                  <ns1:pt x="26" y="76"/>
                  <ns1:pt x="26" y="76"/>
                </ns1:cubicBezTo>
                <ns1:cubicBezTo>
                  <ns1:pt x="25" y="76"/>
                  <ns1:pt x="24" y="76"/>
                  <ns1:pt x="24" y="74"/>
                </ns1:cubicBezTo>
                <ns1:cubicBezTo>
                  <ns1:pt x="24" y="38"/>
                  <ns1:pt x="24" y="38"/>
                  <ns1:pt x="24" y="38"/>
                </ns1:cubicBezTo>
                <ns1:cubicBezTo>
                  <ns1:pt x="24" y="37"/>
                  <ns1:pt x="25" y="36"/>
                  <ns1:pt x="26" y="36"/>
                </ns1:cubicBezTo>
                <ns1:cubicBezTo>
                  <ns1:pt x="30" y="36"/>
                  <ns1:pt x="30" y="36"/>
                  <ns1:pt x="30" y="36"/>
                </ns1:cubicBezTo>
                <ns1:cubicBezTo>
                  <ns1:pt x="32" y="36"/>
                  <ns1:pt x="32" y="37"/>
                  <ns1:pt x="32" y="38"/>
                </ns1:cubicBezTo>
                <ns1:lnTo>
                  <ns1:pt x="32" y="74"/>
                </ns1:lnTo>
                <ns1:close/>
                <ns1:moveTo>
                  <ns1:pt x="58" y="16"/>
                </ns1:moveTo>
                <ns1:cubicBezTo>
                  <ns1:pt x="55" y="9"/>
                  <ns1:pt x="55" y="9"/>
                  <ns1:pt x="55" y="9"/>
                </ns1:cubicBezTo>
                <ns1:cubicBezTo>
                  <ns1:pt x="55" y="9"/>
                  <ns1:pt x="55" y="9"/>
                  <ns1:pt x="54" y="8"/>
                </ns1:cubicBezTo>
                <ns1:cubicBezTo>
                  <ns1:pt x="35" y="8"/>
                  <ns1:pt x="35" y="8"/>
                  <ns1:pt x="35" y="8"/>
                </ns1:cubicBezTo>
                <ns1:cubicBezTo>
                  <ns1:pt x="34" y="9"/>
                  <ns1:pt x="34" y="9"/>
                  <ns1:pt x="33" y="9"/>
                </ns1:cubicBezTo>
                <ns1:cubicBezTo>
                  <ns1:pt x="30" y="16"/>
                  <ns1:pt x="30" y="16"/>
                  <ns1:pt x="30" y="16"/>
                </ns1:cubicBezTo>
                <ns1:lnTo>
                  <ns1:pt x="58" y="16"/>
                </ns1:lnTo>
                <ns1:close/>
                <ns1:moveTo>
                  <ns1:pt x="48" y="74"/>
                </ns1:moveTo>
                <ns1:cubicBezTo>
                  <ns1:pt x="48" y="76"/>
                  <ns1:pt x="48" y="76"/>
                  <ns1:pt x="46" y="76"/>
                </ns1:cubicBezTo>
                <ns1:cubicBezTo>
                  <ns1:pt x="42" y="76"/>
                  <ns1:pt x="42" y="76"/>
                  <ns1:pt x="42" y="76"/>
                </ns1:cubicBezTo>
                <ns1:cubicBezTo>
                  <ns1:pt x="41" y="76"/>
                  <ns1:pt x="40" y="76"/>
                  <ns1:pt x="40" y="74"/>
                </ns1:cubicBezTo>
                <ns1:cubicBezTo>
                  <ns1:pt x="40" y="38"/>
                  <ns1:pt x="40" y="38"/>
                  <ns1:pt x="40" y="38"/>
                </ns1:cubicBezTo>
                <ns1:cubicBezTo>
                  <ns1:pt x="40" y="37"/>
                  <ns1:pt x="41" y="36"/>
                  <ns1:pt x="42" y="36"/>
                </ns1:cubicBezTo>
                <ns1:cubicBezTo>
                  <ns1:pt x="46" y="36"/>
                  <ns1:pt x="46" y="36"/>
                  <ns1:pt x="46" y="36"/>
                </ns1:cubicBezTo>
                <ns1:cubicBezTo>
                  <ns1:pt x="48" y="36"/>
                  <ns1:pt x="48" y="37"/>
                  <ns1:pt x="48" y="38"/>
                </ns1:cubicBezTo>
                <ns1:lnTo>
                  <ns1:pt x="48" y="74"/>
                </ns1:lnTo>
                <ns1:close/>
                <ns1:moveTo>
                  <ns1:pt x="64" y="74"/>
                </ns1:moveTo>
                <ns1:cubicBezTo>
                  <ns1:pt x="64" y="76"/>
                  <ns1:pt x="64" y="76"/>
                  <ns1:pt x="62" y="76"/>
                </ns1:cubicBezTo>
                <ns1:cubicBezTo>
                  <ns1:pt x="58" y="76"/>
                  <ns1:pt x="58" y="76"/>
                  <ns1:pt x="58" y="76"/>
                </ns1:cubicBezTo>
                <ns1:cubicBezTo>
                  <ns1:pt x="57" y="76"/>
                  <ns1:pt x="56" y="76"/>
                  <ns1:pt x="56" y="74"/>
                </ns1:cubicBezTo>
                <ns1:cubicBezTo>
                  <ns1:pt x="56" y="38"/>
                  <ns1:pt x="56" y="38"/>
                  <ns1:pt x="56" y="38"/>
                </ns1:cubicBezTo>
                <ns1:cubicBezTo>
                  <ns1:pt x="56" y="37"/>
                  <ns1:pt x="57" y="36"/>
                  <ns1:pt x="58" y="36"/>
                </ns1:cubicBezTo>
                <ns1:cubicBezTo>
                  <ns1:pt x="62" y="36"/>
                  <ns1:pt x="62" y="36"/>
                  <ns1:pt x="62" y="36"/>
                </ns1:cubicBezTo>
                <ns1:cubicBezTo>
                  <ns1:pt x="64" y="36"/>
                  <ns1:pt x="64" y="37"/>
                  <ns1:pt x="64" y="38"/>
                </ns1:cubicBezTo>
                <ns1:lnTo>
                  <ns1:pt x="64" y="74"/>
                </ns1:lnTo>
                <ns1:close/>
              </ns1:path>
            </ns1:pathLst>
          </ns1:custGeom>
          <ns1:solidFill>
            <ns1:srgbClr val="010101"/>
          </ns1:solidFill>
          <ns1:ln>
            <ns1:noFill/>
          </ns1:ln>
          <ns1:extLst>
            <ns1:ext uri="{91240B29-F687-4F45-9708-019B960494DF}">
              <ns2:hiddenLine w="9525">
                <ns1:solidFill>
                  <ns1:srgbClr val="000000"/>
                </ns1:solidFill>
                <ns1:round/>
                <ns1:headEnd/>
                <ns1:tailEnd/>
              </ns2:hiddenLine>
            </ns1:ext>
          </ns1:extLst>
        </ns0:spPr>
        <ns0:txBody>
          <ns1:bodyPr vert="horz" wrap="square" lIns="91440" tIns="45720" rIns="91440" bIns="45720" numCol="1" anchor="t" anchorCtr="0" compatLnSpc="1">
            <ns1:prstTxWarp prst="textNoShape">
              <ns1:avLst/>
            </ns1:prstTxWarp>
          </ns1:bodyPr>
          <ns1:lstStyle/>
          <ns1:p>
            <ns1:endParaRPr lang="en-US" sz="2700"/>
          </ns1:p>
        </ns0:txBody>
      </ns0:sp>
      <ns0:sp>
        <ns0:nvSpPr>
          <ns0:cNvPr id="76" name="Freeform 74"/>
          <ns0:cNvSpPr>
            <ns1:spLocks noEditPoints="1"/>
          </ns0:cNvSpPr>
          <ns0:nvPr/>
        </ns0:nvSpPr>
        <ns0:spPr bwMode="auto">
          <ns1:xfrm>
            <ns1:off x="4286252" y="1404939"/>
            <ns1:ext cx="379413" cy="301625"/>
          </ns1:xfrm>
          <ns1:custGeom>
            <ns1:avLst/>
            <ns1:gdLst>
              <ns1:gd name="T0" fmla="*/ 97 w 101"/>
              <ns1:gd name="T1" fmla="*/ 47 h 80"/>
              <ns1:gd name="T2" fmla="*/ 95 w 101"/>
              <ns1:gd name="T3" fmla="*/ 47 h 80"/>
              <ns1:gd name="T4" fmla="*/ 95 w 101"/>
              <ns1:gd name="T5" fmla="*/ 47 h 80"/>
              <ns1:gd name="T6" fmla="*/ 94 w 101"/>
              <ns1:gd name="T7" fmla="*/ 47 h 80"/>
              <ns1:gd name="T8" fmla="*/ 51 w 101"/>
              <ns1:gd name="T9" fmla="*/ 11 h 80"/>
              <ns1:gd name="T10" fmla="*/ 7 w 101"/>
              <ns1:gd name="T11" fmla="*/ 47 h 80"/>
              <ns1:gd name="T12" fmla="*/ 6 w 101"/>
              <ns1:gd name="T13" fmla="*/ 47 h 80"/>
              <ns1:gd name="T14" fmla="*/ 5 w 101"/>
              <ns1:gd name="T15" fmla="*/ 47 h 80"/>
              <ns1:gd name="T16" fmla="*/ 1 w 101"/>
              <ns1:gd name="T17" fmla="*/ 42 h 80"/>
              <ns1:gd name="T18" fmla="*/ 1 w 101"/>
              <ns1:gd name="T19" fmla="*/ 39 h 80"/>
              <ns1:gd name="T20" fmla="*/ 46 w 101"/>
              <ns1:gd name="T21" fmla="*/ 2 h 80"/>
              <ns1:gd name="T22" fmla="*/ 55 w 101"/>
              <ns1:gd name="T23" fmla="*/ 2 h 80"/>
              <ns1:gd name="T24" fmla="*/ 71 w 101"/>
              <ns1:gd name="T25" fmla="*/ 15 h 80"/>
              <ns1:gd name="T26" fmla="*/ 71 w 101"/>
              <ns1:gd name="T27" fmla="*/ 2 h 80"/>
              <ns1:gd name="T28" fmla="*/ 73 w 101"/>
              <ns1:gd name="T29" fmla="*/ 0 h 80"/>
              <ns1:gd name="T30" fmla="*/ 85 w 101"/>
              <ns1:gd name="T31" fmla="*/ 0 h 80"/>
              <ns1:gd name="T32" fmla="*/ 87 w 101"/>
              <ns1:gd name="T33" fmla="*/ 2 h 80"/>
              <ns1:gd name="T34" fmla="*/ 87 w 101"/>
              <ns1:gd name="T35" fmla="*/ 28 h 80"/>
              <ns1:gd name="T36" fmla="*/ 100 w 101"/>
              <ns1:gd name="T37" fmla="*/ 39 h 80"/>
              <ns1:gd name="T38" fmla="*/ 100 w 101"/>
              <ns1:gd name="T39" fmla="*/ 42 h 80"/>
              <ns1:gd name="T40" fmla="*/ 97 w 101"/>
              <ns1:gd name="T41" fmla="*/ 47 h 80"/>
              <ns1:gd name="T42" fmla="*/ 87 w 101"/>
              <ns1:gd name="T43" fmla="*/ 76 h 80"/>
              <ns1:gd name="T44" fmla="*/ 83 w 101"/>
              <ns1:gd name="T45" fmla="*/ 80 h 80"/>
              <ns1:gd name="T46" fmla="*/ 59 w 101"/>
              <ns1:gd name="T47" fmla="*/ 80 h 80"/>
              <ns1:gd name="T48" fmla="*/ 59 w 101"/>
              <ns1:gd name="T49" fmla="*/ 56 h 80"/>
              <ns1:gd name="T50" fmla="*/ 43 w 101"/>
              <ns1:gd name="T51" fmla="*/ 56 h 80"/>
              <ns1:gd name="T52" fmla="*/ 43 w 101"/>
              <ns1:gd name="T53" fmla="*/ 80 h 80"/>
              <ns1:gd name="T54" fmla="*/ 19 w 101"/>
              <ns1:gd name="T55" fmla="*/ 80 h 80"/>
              <ns1:gd name="T56" fmla="*/ 15 w 101"/>
              <ns1:gd name="T57" fmla="*/ 76 h 80"/>
              <ns1:gd name="T58" fmla="*/ 15 w 101"/>
              <ns1:gd name="T59" fmla="*/ 46 h 80"/>
              <ns1:gd name="T60" fmla="*/ 15 w 101"/>
              <ns1:gd name="T61" fmla="*/ 46 h 80"/>
              <ns1:gd name="T62" fmla="*/ 51 w 101"/>
              <ns1:gd name="T63" fmla="*/ 16 h 80"/>
              <ns1:gd name="T64" fmla="*/ 86 w 101"/>
              <ns1:gd name="T65" fmla="*/ 46 h 80"/>
              <ns1:gd name="T66" fmla="*/ 87 w 101"/>
              <ns1:gd name="T67" fmla="*/ 46 h 80"/>
              <ns1:gd name="T68" fmla="*/ 87 w 101"/>
              <ns1:gd name="T69" fmla="*/ 76 h 80"/>
            </ns1:gdLst>
            <ns1:ahLst/>
            <ns1:cxnLst>
              <ns1:cxn ang="0">
                <ns1:pos x="T0" y="T1"/>
              </ns1:cxn>
              <ns1:cxn ang="0">
                <ns1:pos x="T2" y="T3"/>
              </ns1:cxn>
              <ns1:cxn ang="0">
                <ns1:pos x="T4" y="T5"/>
              </ns1:cxn>
              <ns1:cxn ang="0">
                <ns1:pos x="T6" y="T7"/>
              </ns1:cxn>
              <ns1:cxn ang="0">
                <ns1:pos x="T8" y="T9"/>
              </ns1:cxn>
              <ns1:cxn ang="0">
                <ns1:pos x="T10" y="T11"/>
              </ns1:cxn>
              <ns1:cxn ang="0">
                <ns1:pos x="T12" y="T13"/>
              </ns1:cxn>
              <ns1:cxn ang="0">
                <ns1:pos x="T14" y="T15"/>
              </ns1:cxn>
              <ns1:cxn ang="0">
                <ns1:pos x="T16" y="T17"/>
              </ns1:cxn>
              <ns1:cxn ang="0">
                <ns1:pos x="T18" y="T19"/>
              </ns1:cxn>
              <ns1:cxn ang="0">
                <ns1:pos x="T20" y="T21"/>
              </ns1:cxn>
              <ns1:cxn ang="0">
                <ns1:pos x="T22" y="T23"/>
              </ns1:cxn>
              <ns1:cxn ang="0">
                <ns1:pos x="T24" y="T25"/>
              </ns1:cxn>
              <ns1:cxn ang="0">
                <ns1:pos x="T26" y="T27"/>
              </ns1:cxn>
              <ns1:cxn ang="0">
                <ns1:pos x="T28" y="T29"/>
              </ns1:cxn>
              <ns1:cxn ang="0">
                <ns1:pos x="T30" y="T31"/>
              </ns1:cxn>
              <ns1:cxn ang="0">
                <ns1:pos x="T32" y="T33"/>
              </ns1:cxn>
              <ns1:cxn ang="0">
                <ns1:pos x="T34" y="T35"/>
              </ns1:cxn>
              <ns1:cxn ang="0">
                <ns1:pos x="T36" y="T37"/>
              </ns1:cxn>
              <ns1:cxn ang="0">
                <ns1:pos x="T38" y="T39"/>
              </ns1:cxn>
              <ns1:cxn ang="0">
                <ns1:pos x="T40" y="T41"/>
              </ns1:cxn>
              <ns1:cxn ang="0">
                <ns1:pos x="T42" y="T43"/>
              </ns1:cxn>
              <ns1:cxn ang="0">
                <ns1:pos x="T44" y="T45"/>
              </ns1:cxn>
              <ns1:cxn ang="0">
                <ns1:pos x="T46" y="T47"/>
              </ns1:cxn>
              <ns1:cxn ang="0">
                <ns1:pos x="T48" y="T49"/>
              </ns1:cxn>
              <ns1:cxn ang="0">
                <ns1:pos x="T50" y="T51"/>
              </ns1:cxn>
              <ns1:cxn ang="0">
                <ns1:pos x="T52" y="T53"/>
              </ns1:cxn>
              <ns1:cxn ang="0">
                <ns1:pos x="T54" y="T55"/>
              </ns1:cxn>
              <ns1:cxn ang="0">
                <ns1:pos x="T56" y="T57"/>
              </ns1:cxn>
              <ns1:cxn ang="0">
                <ns1:pos x="T58" y="T59"/>
              </ns1:cxn>
              <ns1:cxn ang="0">
                <ns1:pos x="T60" y="T61"/>
              </ns1:cxn>
              <ns1:cxn ang="0">
                <ns1:pos x="T62" y="T63"/>
              </ns1:cxn>
              <ns1:cxn ang="0">
                <ns1:pos x="T64" y="T65"/>
              </ns1:cxn>
              <ns1:cxn ang="0">
                <ns1:pos x="T66" y="T67"/>
              </ns1:cxn>
              <ns1:cxn ang="0">
                <ns1:pos x="T68" y="T69"/>
              </ns1:cxn>
            </ns1:cxnLst>
            <ns1:rect l="0" t="0" r="r" b="b"/>
            <ns1:pathLst>
              <ns1:path w="101" h="80">
                <ns1:moveTo>
                  <ns1:pt x="97" y="47"/>
                </ns1:moveTo>
                <ns1:cubicBezTo>
                  <ns1:pt x="96" y="47"/>
                  <ns1:pt x="96" y="47"/>
                  <ns1:pt x="95" y="47"/>
                </ns1:cubicBezTo>
                <ns1:cubicBezTo>
                  <ns1:pt x="95" y="47"/>
                  <ns1:pt x="95" y="47"/>
                  <ns1:pt x="95" y="47"/>
                </ns1:cubicBezTo>
                <ns1:cubicBezTo>
                  <ns1:pt x="95" y="47"/>
                  <ns1:pt x="94" y="47"/>
                  <ns1:pt x="94" y="47"/>
                </ns1:cubicBezTo>
                <ns1:cubicBezTo>
                  <ns1:pt x="51" y="11"/>
                  <ns1:pt x="51" y="11"/>
                  <ns1:pt x="51" y="11"/>
                </ns1:cubicBezTo>
                <ns1:cubicBezTo>
                  <ns1:pt x="7" y="47"/>
                  <ns1:pt x="7" y="47"/>
                  <ns1:pt x="7" y="47"/>
                </ns1:cubicBezTo>
                <ns1:cubicBezTo>
                  <ns1:pt x="7" y="47"/>
                  <ns1:pt x="6" y="47"/>
                  <ns1:pt x="6" y="47"/>
                </ns1:cubicBezTo>
                <ns1:cubicBezTo>
                  <ns1:pt x="5" y="47"/>
                  <ns1:pt x="5" y="47"/>
                  <ns1:pt x="5" y="47"/>
                </ns1:cubicBezTo>
                <ns1:cubicBezTo>
                  <ns1:pt x="1" y="42"/>
                  <ns1:pt x="1" y="42"/>
                  <ns1:pt x="1" y="42"/>
                </ns1:cubicBezTo>
                <ns1:cubicBezTo>
                  <ns1:pt x="0" y="41"/>
                  <ns1:pt x="0" y="40"/>
                  <ns1:pt x="1" y="39"/>
                </ns1:cubicBezTo>
                <ns1:cubicBezTo>
                  <ns1:pt x="46" y="2"/>
                  <ns1:pt x="46" y="2"/>
                  <ns1:pt x="46" y="2"/>
                </ns1:cubicBezTo>
                <ns1:cubicBezTo>
                  <ns1:pt x="48" y="0"/>
                  <ns1:pt x="53" y="0"/>
                  <ns1:pt x="55" y="2"/>
                </ns1:cubicBezTo>
                <ns1:cubicBezTo>
                  <ns1:pt x="71" y="15"/>
                  <ns1:pt x="71" y="15"/>
                  <ns1:pt x="71" y="15"/>
                </ns1:cubicBezTo>
                <ns1:cubicBezTo>
                  <ns1:pt x="71" y="2"/>
                  <ns1:pt x="71" y="2"/>
                  <ns1:pt x="71" y="2"/>
                </ns1:cubicBezTo>
                <ns1:cubicBezTo>
                  <ns1:pt x="71" y="1"/>
                  <ns1:pt x="71" y="0"/>
                  <ns1:pt x="73" y="0"/>
                </ns1:cubicBezTo>
                <ns1:cubicBezTo>
                  <ns1:pt x="85" y="0"/>
                  <ns1:pt x="85" y="0"/>
                  <ns1:pt x="85" y="0"/>
                </ns1:cubicBezTo>
                <ns1:cubicBezTo>
                  <ns1:pt x="86" y="0"/>
                  <ns1:pt x="87" y="1"/>
                  <ns1:pt x="87" y="2"/>
                </ns1:cubicBezTo>
                <ns1:cubicBezTo>
                  <ns1:pt x="87" y="28"/>
                  <ns1:pt x="87" y="28"/>
                  <ns1:pt x="87" y="28"/>
                </ns1:cubicBezTo>
                <ns1:cubicBezTo>
                  <ns1:pt x="100" y="39"/>
                  <ns1:pt x="100" y="39"/>
                  <ns1:pt x="100" y="39"/>
                </ns1:cubicBezTo>
                <ns1:cubicBezTo>
                  <ns1:pt x="101" y="40"/>
                  <ns1:pt x="101" y="41"/>
                  <ns1:pt x="100" y="42"/>
                </ns1:cubicBezTo>
                <ns1:lnTo>
                  <ns1:pt x="97" y="47"/>
                </ns1:lnTo>
                <ns1:close/>
                <ns1:moveTo>
                  <ns1:pt x="87" y="76"/>
                </ns1:moveTo>
                <ns1:cubicBezTo>
                  <ns1:pt x="87" y="79"/>
                  <ns1:pt x="85" y="80"/>
                  <ns1:pt x="83" y="80"/>
                </ns1:cubicBezTo>
                <ns1:cubicBezTo>
                  <ns1:pt x="59" y="80"/>
                  <ns1:pt x="59" y="80"/>
                  <ns1:pt x="59" y="80"/>
                </ns1:cubicBezTo>
                <ns1:cubicBezTo>
                  <ns1:pt x="59" y="56"/>
                  <ns1:pt x="59" y="56"/>
                  <ns1:pt x="59" y="56"/>
                </ns1:cubicBezTo>
                <ns1:cubicBezTo>
                  <ns1:pt x="43" y="56"/>
                  <ns1:pt x="43" y="56"/>
                  <ns1:pt x="43" y="56"/>
                </ns1:cubicBezTo>
                <ns1:cubicBezTo>
                  <ns1:pt x="43" y="80"/>
                  <ns1:pt x="43" y="80"/>
                  <ns1:pt x="43" y="80"/>
                </ns1:cubicBezTo>
                <ns1:cubicBezTo>
                  <ns1:pt x="19" y="80"/>
                  <ns1:pt x="19" y="80"/>
                  <ns1:pt x="19" y="80"/>
                </ns1:cubicBezTo>
                <ns1:cubicBezTo>
                  <ns1:pt x="16" y="80"/>
                  <ns1:pt x="15" y="79"/>
                  <ns1:pt x="15" y="76"/>
                </ns1:cubicBezTo>
                <ns1:cubicBezTo>
                  <ns1:pt x="15" y="46"/>
                  <ns1:pt x="15" y="46"/>
                  <ns1:pt x="15" y="46"/>
                </ns1:cubicBezTo>
                <ns1:cubicBezTo>
                  <ns1:pt x="15" y="46"/>
                  <ns1:pt x="15" y="46"/>
                  <ns1:pt x="15" y="46"/>
                </ns1:cubicBezTo>
                <ns1:cubicBezTo>
                  <ns1:pt x="51" y="16"/>
                  <ns1:pt x="51" y="16"/>
                  <ns1:pt x="51" y="16"/>
                </ns1:cubicBezTo>
                <ns1:cubicBezTo>
                  <ns1:pt x="86" y="46"/>
                  <ns1:pt x="86" y="46"/>
                  <ns1:pt x="86" y="46"/>
                </ns1:cubicBezTo>
                <ns1:cubicBezTo>
                  <ns1:pt x="87" y="46"/>
                  <ns1:pt x="87" y="46"/>
                  <ns1:pt x="87" y="46"/>
                </ns1:cubicBezTo>
                <ns1:lnTo>
                  <ns1:pt x="87" y="76"/>
                </ns1:lnTo>
                <ns1:close/>
              </ns1:path>
            </ns1:pathLst>
          </ns1:custGeom>
          <ns1:solidFill>
            <ns1:srgbClr val="010101"/>
          </ns1:solidFill>
          <ns1:ln>
            <ns1:noFill/>
          </ns1:ln>
          <ns1:extLst>
            <ns1:ext uri="{91240B29-F687-4F45-9708-019B960494DF}">
              <ns2:hiddenLine w="9525">
                <ns1:solidFill>
                  <ns1:srgbClr val="000000"/>
                </ns1:solidFill>
                <ns1:round/>
                <ns1:headEnd/>
                <ns1:tailEnd/>
              </ns2:hiddenLine>
            </ns1:ext>
          </ns1:extLst>
        </ns0:spPr>
        <ns0:txBody>
          <ns1:bodyPr vert="horz" wrap="square" lIns="91440" tIns="45720" rIns="91440" bIns="45720" numCol="1" anchor="t" anchorCtr="0" compatLnSpc="1">
            <ns1:prstTxWarp prst="textNoShape">
              <ns1:avLst/>
            </ns1:prstTxWarp>
          </ns1:bodyPr>
          <ns1:lstStyle/>
          <ns1:p>
            <ns1:endParaRPr lang="en-US" sz="2700"/>
          </ns1:p>
        </ns0:txBody>
      </ns0:sp>
      <ns0:sp>
        <ns0:nvSpPr>
          <ns0:cNvPr id="77" name="Freeform 75"/>
          <ns0:cNvSpPr>
            <ns1:spLocks noEditPoints="1"/>
          </ns0:cNvSpPr>
          <ns0:nvPr/>
        </ns0:nvSpPr>
        <ns0:spPr bwMode="auto">
          <ns1:xfrm>
            <ns1:off x="4940302" y="1344613"/>
            <ns1:ext cx="360363" cy="420688"/>
          </ns1:xfrm>
          <ns1:custGeom>
            <ns1:avLst/>
            <ns1:gdLst>
              <ns1:gd name="T0" fmla="*/ 96 w 96"/>
              <ns1:gd name="T1" fmla="*/ 34 h 112"/>
              <ns1:gd name="T2" fmla="*/ 96 w 96"/>
              <ns1:gd name="T3" fmla="*/ 106 h 112"/>
              <ns1:gd name="T4" fmla="*/ 90 w 96"/>
              <ns1:gd name="T5" fmla="*/ 112 h 112"/>
              <ns1:gd name="T6" fmla="*/ 6 w 96"/>
              <ns1:gd name="T7" fmla="*/ 112 h 112"/>
              <ns1:gd name="T8" fmla="*/ 0 w 96"/>
              <ns1:gd name="T9" fmla="*/ 106 h 112"/>
              <ns1:gd name="T10" fmla="*/ 0 w 96"/>
              <ns1:gd name="T11" fmla="*/ 6 h 112"/>
              <ns1:gd name="T12" fmla="*/ 6 w 96"/>
              <ns1:gd name="T13" fmla="*/ 0 h 112"/>
              <ns1:gd name="T14" fmla="*/ 62 w 96"/>
              <ns1:gd name="T15" fmla="*/ 0 h 112"/>
              <ns1:gd name="T16" fmla="*/ 73 w 96"/>
              <ns1:gd name="T17" fmla="*/ 5 h 112"/>
              <ns1:gd name="T18" fmla="*/ 92 w 96"/>
              <ns1:gd name="T19" fmla="*/ 24 h 112"/>
              <ns1:gd name="T20" fmla="*/ 96 w 96"/>
              <ns1:gd name="T21" fmla="*/ 34 h 112"/>
              <ns1:gd name="T22" fmla="*/ 88 w 96"/>
              <ns1:gd name="T23" fmla="*/ 40 h 112"/>
              <ns1:gd name="T24" fmla="*/ 62 w 96"/>
              <ns1:gd name="T25" fmla="*/ 40 h 112"/>
              <ns1:gd name="T26" fmla="*/ 56 w 96"/>
              <ns1:gd name="T27" fmla="*/ 34 h 112"/>
              <ns1:gd name="T28" fmla="*/ 56 w 96"/>
              <ns1:gd name="T29" fmla="*/ 8 h 112"/>
              <ns1:gd name="T30" fmla="*/ 8 w 96"/>
              <ns1:gd name="T31" fmla="*/ 8 h 112"/>
              <ns1:gd name="T32" fmla="*/ 8 w 96"/>
              <ns1:gd name="T33" fmla="*/ 104 h 112"/>
              <ns1:gd name="T34" fmla="*/ 88 w 96"/>
              <ns1:gd name="T35" fmla="*/ 104 h 112"/>
              <ns1:gd name="T36" fmla="*/ 88 w 96"/>
              <ns1:gd name="T37" fmla="*/ 40 h 112"/>
              <ns1:gd name="T38" fmla="*/ 64 w 96"/>
              <ns1:gd name="T39" fmla="*/ 32 h 112"/>
              <ns1:gd name="T40" fmla="*/ 88 w 96"/>
              <ns1:gd name="T41" fmla="*/ 32 h 112"/>
              <ns1:gd name="T42" fmla="*/ 86 w 96"/>
              <ns1:gd name="T43" fmla="*/ 30 h 112"/>
              <ns1:gd name="T44" fmla="*/ 67 w 96"/>
              <ns1:gd name="T45" fmla="*/ 10 h 112"/>
              <ns1:gd name="T46" fmla="*/ 64 w 96"/>
              <ns1:gd name="T47" fmla="*/ 9 h 112"/>
              <ns1:gd name="T48" fmla="*/ 64 w 96"/>
              <ns1:gd name="T49" fmla="*/ 32 h 112"/>
            </ns1:gdLst>
            <ns1:ahLst/>
            <ns1:cxnLst>
              <ns1:cxn ang="0">
                <ns1:pos x="T0" y="T1"/>
              </ns1:cxn>
              <ns1:cxn ang="0">
                <ns1:pos x="T2" y="T3"/>
              </ns1:cxn>
              <ns1:cxn ang="0">
                <ns1:pos x="T4" y="T5"/>
              </ns1:cxn>
              <ns1:cxn ang="0">
                <ns1:pos x="T6" y="T7"/>
              </ns1:cxn>
              <ns1:cxn ang="0">
                <ns1:pos x="T8" y="T9"/>
              </ns1:cxn>
              <ns1:cxn ang="0">
                <ns1:pos x="T10" y="T11"/>
              </ns1:cxn>
              <ns1:cxn ang="0">
                <ns1:pos x="T12" y="T13"/>
              </ns1:cxn>
              <ns1:cxn ang="0">
                <ns1:pos x="T14" y="T15"/>
              </ns1:cxn>
              <ns1:cxn ang="0">
                <ns1:pos x="T16" y="T17"/>
              </ns1:cxn>
              <ns1:cxn ang="0">
                <ns1:pos x="T18" y="T19"/>
              </ns1:cxn>
              <ns1:cxn ang="0">
                <ns1:pos x="T20" y="T21"/>
              </ns1:cxn>
              <ns1:cxn ang="0">
                <ns1:pos x="T22" y="T23"/>
              </ns1:cxn>
              <ns1:cxn ang="0">
                <ns1:pos x="T24" y="T25"/>
              </ns1:cxn>
              <ns1:cxn ang="0">
                <ns1:pos x="T26" y="T27"/>
              </ns1:cxn>
              <ns1:cxn ang="0">
                <ns1:pos x="T28" y="T29"/>
              </ns1:cxn>
              <ns1:cxn ang="0">
                <ns1:pos x="T30" y="T31"/>
              </ns1:cxn>
              <ns1:cxn ang="0">
                <ns1:pos x="T32" y="T33"/>
              </ns1:cxn>
              <ns1:cxn ang="0">
                <ns1:pos x="T34" y="T35"/>
              </ns1:cxn>
              <ns1:cxn ang="0">
                <ns1:pos x="T36" y="T37"/>
              </ns1:cxn>
              <ns1:cxn ang="0">
                <ns1:pos x="T38" y="T39"/>
              </ns1:cxn>
              <ns1:cxn ang="0">
                <ns1:pos x="T40" y="T41"/>
              </ns1:cxn>
              <ns1:cxn ang="0">
                <ns1:pos x="T42" y="T43"/>
              </ns1:cxn>
              <ns1:cxn ang="0">
                <ns1:pos x="T44" y="T45"/>
              </ns1:cxn>
              <ns1:cxn ang="0">
                <ns1:pos x="T46" y="T47"/>
              </ns1:cxn>
              <ns1:cxn ang="0">
                <ns1:pos x="T48" y="T49"/>
              </ns1:cxn>
            </ns1:cxnLst>
            <ns1:rect l="0" t="0" r="r" b="b"/>
            <ns1:pathLst>
              <ns1:path w="96" h="112">
                <ns1:moveTo>
                  <ns1:pt x="96" y="34"/>
                </ns1:moveTo>
                <ns1:cubicBezTo>
                  <ns1:pt x="96" y="106"/>
                  <ns1:pt x="96" y="106"/>
                  <ns1:pt x="96" y="106"/>
                </ns1:cubicBezTo>
                <ns1:cubicBezTo>
                  <ns1:pt x="96" y="110"/>
                  <ns1:pt x="94" y="112"/>
                  <ns1:pt x="90" y="112"/>
                </ns1:cubicBezTo>
                <ns1:cubicBezTo>
                  <ns1:pt x="6" y="112"/>
                  <ns1:pt x="6" y="112"/>
                  <ns1:pt x="6" y="112"/>
                </ns1:cubicBezTo>
                <ns1:cubicBezTo>
                  <ns1:pt x="3" y="112"/>
                  <ns1:pt x="0" y="110"/>
                  <ns1:pt x="0" y="106"/>
                </ns1:cubicBezTo>
                <ns1:cubicBezTo>
                  <ns1:pt x="0" y="6"/>
                  <ns1:pt x="0" y="6"/>
                  <ns1:pt x="0" y="6"/>
                </ns1:cubicBezTo>
                <ns1:cubicBezTo>
                  <ns1:pt x="0" y="3"/>
                  <ns1:pt x="3" y="0"/>
                  <ns1:pt x="6" y="0"/>
                </ns1:cubicBezTo>
                <ns1:cubicBezTo>
                  <ns1:pt x="62" y="0"/>
                  <ns1:pt x="62" y="0"/>
                  <ns1:pt x="62" y="0"/>
                </ns1:cubicBezTo>
                <ns1:cubicBezTo>
                  <ns1:pt x="66" y="0"/>
                  <ns1:pt x="70" y="2"/>
                  <ns1:pt x="73" y="5"/>
                </ns1:cubicBezTo>
                <ns1:cubicBezTo>
                  <ns1:pt x="92" y="24"/>
                  <ns1:pt x="92" y="24"/>
                  <ns1:pt x="92" y="24"/>
                </ns1:cubicBezTo>
                <ns1:cubicBezTo>
                  <ns1:pt x="94" y="27"/>
                  <ns1:pt x="96" y="31"/>
                  <ns1:pt x="96" y="34"/>
                </ns1:cubicBezTo>
                <ns1:close/>
                <ns1:moveTo>
                  <ns1:pt x="88" y="40"/>
                </ns1:moveTo>
                <ns1:cubicBezTo>
                  <ns1:pt x="62" y="40"/>
                  <ns1:pt x="62" y="40"/>
                  <ns1:pt x="62" y="40"/>
                </ns1:cubicBezTo>
                <ns1:cubicBezTo>
                  <ns1:pt x="59" y="40"/>
                  <ns1:pt x="56" y="38"/>
                  <ns1:pt x="56" y="34"/>
                </ns1:cubicBezTo>
                <ns1:cubicBezTo>
                  <ns1:pt x="56" y="8"/>
                  <ns1:pt x="56" y="8"/>
                  <ns1:pt x="56" y="8"/>
                </ns1:cubicBezTo>
                <ns1:cubicBezTo>
                  <ns1:pt x="8" y="8"/>
                  <ns1:pt x="8" y="8"/>
                  <ns1:pt x="8" y="8"/>
                </ns1:cubicBezTo>
                <ns1:cubicBezTo>
                  <ns1:pt x="8" y="104"/>
                  <ns1:pt x="8" y="104"/>
                  <ns1:pt x="8" y="104"/>
                </ns1:cubicBezTo>
                <ns1:cubicBezTo>
                  <ns1:pt x="88" y="104"/>
                  <ns1:pt x="88" y="104"/>
                  <ns1:pt x="88" y="104"/>
                </ns1:cubicBezTo>
                <ns1:lnTo>
                  <ns1:pt x="88" y="40"/>
                </ns1:lnTo>
                <ns1:close/>
                <ns1:moveTo>
                  <ns1:pt x="64" y="32"/>
                </ns1:moveTo>
                <ns1:cubicBezTo>
                  <ns1:pt x="88" y="32"/>
                  <ns1:pt x="88" y="32"/>
                  <ns1:pt x="88" y="32"/>
                </ns1:cubicBezTo>
                <ns1:cubicBezTo>
                  <ns1:pt x="87" y="31"/>
                  <ns1:pt x="87" y="30"/>
                  <ns1:pt x="86" y="30"/>
                </ns1:cubicBezTo>
                <ns1:cubicBezTo>
                  <ns1:pt x="67" y="10"/>
                  <ns1:pt x="67" y="10"/>
                  <ns1:pt x="67" y="10"/>
                </ns1:cubicBezTo>
                <ns1:cubicBezTo>
                  <ns1:pt x="66" y="10"/>
                  <ns1:pt x="65" y="9"/>
                  <ns1:pt x="64" y="9"/>
                </ns1:cubicBezTo>
                <ns1:lnTo>
                  <ns1:pt x="64" y="32"/>
                </ns1:lnTo>
                <ns1:close/>
              </ns1:path>
            </ns1:pathLst>
          </ns1:custGeom>
          <ns1:solidFill>
            <ns1:srgbClr val="010101"/>
          </ns1:solidFill>
          <ns1:ln>
            <ns1:noFill/>
          </ns1:ln>
          <ns1:extLst>
            <ns1:ext uri="{91240B29-F687-4F45-9708-019B960494DF}">
              <ns2:hiddenLine w="9525">
                <ns1:solidFill>
                  <ns1:srgbClr val="000000"/>
                </ns1:solidFill>
                <ns1:round/>
                <ns1:headEnd/>
                <ns1:tailEnd/>
              </ns2:hiddenLine>
            </ns1:ext>
          </ns1:extLst>
        </ns0:spPr>
        <ns0:txBody>
          <ns1:bodyPr vert="horz" wrap="square" lIns="91440" tIns="45720" rIns="91440" bIns="45720" numCol="1" anchor="t" anchorCtr="0" compatLnSpc="1">
            <ns1:prstTxWarp prst="textNoShape">
              <ns1:avLst/>
            </ns1:prstTxWarp>
          </ns1:bodyPr>
          <ns1:lstStyle/>
          <ns1:p>
            <ns1:endParaRPr lang="en-US" sz="2700"/>
          </ns1:p>
        </ns0:txBody>
      </ns0:sp>
      <ns0:sp>
        <ns0:nvSpPr>
          <ns0:cNvPr id="78" name="Freeform 76"/>
          <ns0:cNvSpPr>
            <ns1:spLocks noEditPoints="1"/>
          </ns0:cNvSpPr>
          <ns0:nvPr/>
        </ns0:nvSpPr>
        <ns0:spPr bwMode="auto">
          <ns1:xfrm>
            <ns1:off x="5584827" y="1374777"/>
            <ns1:ext cx="360363" cy="360363"/>
          </ns1:xfrm>
          <ns1:custGeom>
            <ns1:avLst/>
            <ns1:gdLst>
              <ns1:gd name="T0" fmla="*/ 48 w 96"/>
              <ns1:gd name="T1" fmla="*/ 96 h 96"/>
              <ns1:gd name="T2" fmla="*/ 0 w 96"/>
              <ns1:gd name="T3" fmla="*/ 48 h 96"/>
              <ns1:gd name="T4" fmla="*/ 48 w 96"/>
              <ns1:gd name="T5" fmla="*/ 0 h 96"/>
              <ns1:gd name="T6" fmla="*/ 96 w 96"/>
              <ns1:gd name="T7" fmla="*/ 48 h 96"/>
              <ns1:gd name="T8" fmla="*/ 48 w 96"/>
              <ns1:gd name="T9" fmla="*/ 96 h 96"/>
              <ns1:gd name="T10" fmla="*/ 48 w 96"/>
              <ns1:gd name="T11" fmla="*/ 14 h 96"/>
              <ns1:gd name="T12" fmla="*/ 14 w 96"/>
              <ns1:gd name="T13" fmla="*/ 48 h 96"/>
              <ns1:gd name="T14" fmla="*/ 48 w 96"/>
              <ns1:gd name="T15" fmla="*/ 82 h 96"/>
              <ns1:gd name="T16" fmla="*/ 82 w 96"/>
              <ns1:gd name="T17" fmla="*/ 48 h 96"/>
              <ns1:gd name="T18" fmla="*/ 48 w 96"/>
              <ns1:gd name="T19" fmla="*/ 14 h 96"/>
              <ns1:gd name="T20" fmla="*/ 56 w 96"/>
              <ns1:gd name="T21" fmla="*/ 54 h 96"/>
              <ns1:gd name="T22" fmla="*/ 54 w 96"/>
              <ns1:gd name="T23" fmla="*/ 56 h 96"/>
              <ns1:gd name="T24" fmla="*/ 34 w 96"/>
              <ns1:gd name="T25" fmla="*/ 56 h 96"/>
              <ns1:gd name="T26" fmla="*/ 32 w 96"/>
              <ns1:gd name="T27" fmla="*/ 54 h 96"/>
              <ns1:gd name="T28" fmla="*/ 32 w 96"/>
              <ns1:gd name="T29" fmla="*/ 50 h 96"/>
              <ns1:gd name="T30" fmla="*/ 34 w 96"/>
              <ns1:gd name="T31" fmla="*/ 48 h 96"/>
              <ns1:gd name="T32" fmla="*/ 48 w 96"/>
              <ns1:gd name="T33" fmla="*/ 48 h 96"/>
              <ns1:gd name="T34" fmla="*/ 48 w 96"/>
              <ns1:gd name="T35" fmla="*/ 26 h 96"/>
              <ns1:gd name="T36" fmla="*/ 50 w 96"/>
              <ns1:gd name="T37" fmla="*/ 24 h 96"/>
              <ns1:gd name="T38" fmla="*/ 54 w 96"/>
              <ns1:gd name="T39" fmla="*/ 24 h 96"/>
              <ns1:gd name="T40" fmla="*/ 56 w 96"/>
              <ns1:gd name="T41" fmla="*/ 26 h 96"/>
              <ns1:gd name="T42" fmla="*/ 56 w 96"/>
              <ns1:gd name="T43" fmla="*/ 54 h 96"/>
            </ns1:gdLst>
            <ns1:ahLst/>
            <ns1:cxnLst>
              <ns1:cxn ang="0">
                <ns1:pos x="T0" y="T1"/>
              </ns1:cxn>
              <ns1:cxn ang="0">
                <ns1:pos x="T2" y="T3"/>
              </ns1:cxn>
              <ns1:cxn ang="0">
                <ns1:pos x="T4" y="T5"/>
              </ns1:cxn>
              <ns1:cxn ang="0">
                <ns1:pos x="T6" y="T7"/>
              </ns1:cxn>
              <ns1:cxn ang="0">
                <ns1:pos x="T8" y="T9"/>
              </ns1:cxn>
              <ns1:cxn ang="0">
                <ns1:pos x="T10" y="T11"/>
              </ns1:cxn>
              <ns1:cxn ang="0">
                <ns1:pos x="T12" y="T13"/>
              </ns1:cxn>
              <ns1:cxn ang="0">
                <ns1:pos x="T14" y="T15"/>
              </ns1:cxn>
              <ns1:cxn ang="0">
                <ns1:pos x="T16" y="T17"/>
              </ns1:cxn>
              <ns1:cxn ang="0">
                <ns1:pos x="T18" y="T19"/>
              </ns1:cxn>
              <ns1:cxn ang="0">
                <ns1:pos x="T20" y="T21"/>
              </ns1:cxn>
              <ns1:cxn ang="0">
                <ns1:pos x="T22" y="T23"/>
              </ns1:cxn>
              <ns1:cxn ang="0">
                <ns1:pos x="T24" y="T25"/>
              </ns1:cxn>
              <ns1:cxn ang="0">
                <ns1:pos x="T26" y="T27"/>
              </ns1:cxn>
              <ns1:cxn ang="0">
                <ns1:pos x="T28" y="T29"/>
              </ns1:cxn>
              <ns1:cxn ang="0">
                <ns1:pos x="T30" y="T31"/>
              </ns1:cxn>
              <ns1:cxn ang="0">
                <ns1:pos x="T32" y="T33"/>
              </ns1:cxn>
              <ns1:cxn ang="0">
                <ns1:pos x="T34" y="T35"/>
              </ns1:cxn>
              <ns1:cxn ang="0">
                <ns1:pos x="T36" y="T37"/>
              </ns1:cxn>
              <ns1:cxn ang="0">
                <ns1:pos x="T38" y="T39"/>
              </ns1:cxn>
              <ns1:cxn ang="0">
                <ns1:pos x="T40" y="T41"/>
              </ns1:cxn>
              <ns1:cxn ang="0">
                <ns1:pos x="T42" y="T43"/>
              </ns1:cxn>
            </ns1:cxnLst>
            <ns1:rect l="0" t="0" r="r" b="b"/>
            <ns1:pathLst>
              <ns1:path w="96" h="96">
                <ns1:moveTo>
                  <ns1:pt x="48" y="96"/>
                </ns1:moveTo>
                <ns1:cubicBezTo>
                  <ns1:pt x="22" y="96"/>
                  <ns1:pt x="0" y="75"/>
                  <ns1:pt x="0" y="48"/>
                </ns1:cubicBezTo>
                <ns1:cubicBezTo>
                  <ns1:pt x="0" y="22"/>
                  <ns1:pt x="22" y="0"/>
                  <ns1:pt x="48" y="0"/>
                </ns1:cubicBezTo>
                <ns1:cubicBezTo>
                  <ns1:pt x="75" y="0"/>
                  <ns1:pt x="96" y="22"/>
                  <ns1:pt x="96" y="48"/>
                </ns1:cubicBezTo>
                <ns1:cubicBezTo>
                  <ns1:pt x="96" y="75"/>
                  <ns1:pt x="75" y="96"/>
                  <ns1:pt x="48" y="96"/>
                </ns1:cubicBezTo>
                <ns1:close/>
                <ns1:moveTo>
                  <ns1:pt x="48" y="14"/>
                </ns1:moveTo>
                <ns1:cubicBezTo>
                  <ns1:pt x="30" y="14"/>
                  <ns1:pt x="14" y="30"/>
                  <ns1:pt x="14" y="48"/>
                </ns1:cubicBezTo>
                <ns1:cubicBezTo>
                  <ns1:pt x="14" y="67"/>
                  <ns1:pt x="30" y="82"/>
                  <ns1:pt x="48" y="82"/>
                </ns1:cubicBezTo>
                <ns1:cubicBezTo>
                  <ns1:pt x="67" y="82"/>
                  <ns1:pt x="82" y="67"/>
                  <ns1:pt x="82" y="48"/>
                </ns1:cubicBezTo>
                <ns1:cubicBezTo>
                  <ns1:pt x="82" y="30"/>
                  <ns1:pt x="67" y="14"/>
                  <ns1:pt x="48" y="14"/>
                </ns1:cubicBezTo>
                <ns1:close/>
                <ns1:moveTo>
                  <ns1:pt x="56" y="54"/>
                </ns1:moveTo>
                <ns1:cubicBezTo>
                  <ns1:pt x="56" y="56"/>
                  <ns1:pt x="55" y="56"/>
                  <ns1:pt x="54" y="56"/>
                </ns1:cubicBezTo>
                <ns1:cubicBezTo>
                  <ns1:pt x="34" y="56"/>
                  <ns1:pt x="34" y="56"/>
                  <ns1:pt x="34" y="56"/>
                </ns1:cubicBezTo>
                <ns1:cubicBezTo>
                  <ns1:pt x="33" y="56"/>
                  <ns1:pt x="32" y="56"/>
                  <ns1:pt x="32" y="54"/>
                </ns1:cubicBezTo>
                <ns1:cubicBezTo>
                  <ns1:pt x="32" y="50"/>
                  <ns1:pt x="32" y="50"/>
                  <ns1:pt x="32" y="50"/>
                </ns1:cubicBezTo>
                <ns1:cubicBezTo>
                  <ns1:pt x="32" y="49"/>
                  <ns1:pt x="33" y="48"/>
                  <ns1:pt x="34" y="48"/>
                </ns1:cubicBezTo>
                <ns1:cubicBezTo>
                  <ns1:pt x="48" y="48"/>
                  <ns1:pt x="48" y="48"/>
                  <ns1:pt x="48" y="48"/>
                </ns1:cubicBezTo>
                <ns1:cubicBezTo>
                  <ns1:pt x="48" y="26"/>
                  <ns1:pt x="48" y="26"/>
                  <ns1:pt x="48" y="26"/>
                </ns1:cubicBezTo>
                <ns1:cubicBezTo>
                  <ns1:pt x="48" y="25"/>
                  <ns1:pt x="49" y="24"/>
                  <ns1:pt x="50" y="24"/>
                </ns1:cubicBezTo>
                <ns1:cubicBezTo>
                  <ns1:pt x="54" y="24"/>
                  <ns1:pt x="54" y="24"/>
                  <ns1:pt x="54" y="24"/>
                </ns1:cubicBezTo>
                <ns1:cubicBezTo>
                  <ns1:pt x="55" y="24"/>
                  <ns1:pt x="56" y="25"/>
                  <ns1:pt x="56" y="26"/>
                </ns1:cubicBezTo>
                <ns1:lnTo>
                  <ns1:pt x="56" y="54"/>
                </ns1:lnTo>
                <ns1:close/>
              </ns1:path>
            </ns1:pathLst>
          </ns1:custGeom>
          <ns1:solidFill>
            <ns1:srgbClr val="010101"/>
          </ns1:solidFill>
          <ns1:ln>
            <ns1:noFill/>
          </ns1:ln>
          <ns1:extLst>
            <ns1:ext uri="{91240B29-F687-4F45-9708-019B960494DF}">
              <ns2:hiddenLine w="9525">
                <ns1:solidFill>
                  <ns1:srgbClr val="000000"/>
                </ns1:solidFill>
                <ns1:round/>
                <ns1:headEnd/>
                <ns1:tailEnd/>
              </ns2:hiddenLine>
            </ns1:ext>
          </ns1:extLst>
        </ns0:spPr>
        <ns0:txBody>
          <ns1:bodyPr vert="horz" wrap="square" lIns="91440" tIns="45720" rIns="91440" bIns="45720" numCol="1" anchor="t" anchorCtr="0" compatLnSpc="1">
            <ns1:prstTxWarp prst="textNoShape">
              <ns1:avLst/>
            </ns1:prstTxWarp>
          </ns1:bodyPr>
          <ns1:lstStyle/>
          <ns1:p>
            <ns1:endParaRPr lang="en-US" sz="2700"/>
          </ns1:p>
        </ns0:txBody>
      </ns0:sp>
      <ns0:sp>
        <ns0:nvSpPr>
          <ns0:cNvPr id="79" name="Freeform 77"/>
          <ns0:cNvSpPr>
            <ns1:spLocks noEditPoints="1"/>
          </ns0:cNvSpPr>
          <ns0:nvPr/>
        </ns0:nvSpPr>
        <ns0:spPr bwMode="auto">
          <ns1:xfrm>
            <ns1:off x="6197602" y="1404939"/>
            <ns1:ext cx="427038" cy="301625"/>
          </ns1:xfrm>
          <ns1:custGeom>
            <ns1:avLst/>
            <ns1:gdLst>
              <ns1:gd name="T0" fmla="*/ 111 w 114"/>
              <ns1:gd name="T1" fmla="*/ 80 h 80"/>
              <ns1:gd name="T2" fmla="*/ 67 w 114"/>
              <ns1:gd name="T3" fmla="*/ 80 h 80"/>
              <ns1:gd name="T4" fmla="*/ 69 w 114"/>
              <ns1:gd name="T5" fmla="*/ 78 h 80"/>
              <ns1:gd name="T6" fmla="*/ 68 w 114"/>
              <ns1:gd name="T7" fmla="*/ 62 h 80"/>
              <ns1:gd name="T8" fmla="*/ 66 w 114"/>
              <ns1:gd name="T9" fmla="*/ 60 h 80"/>
              <ns1:gd name="T10" fmla="*/ 49 w 114"/>
              <ns1:gd name="T11" fmla="*/ 60 h 80"/>
              <ns1:gd name="T12" fmla="*/ 47 w 114"/>
              <ns1:gd name="T13" fmla="*/ 62 h 80"/>
              <ns1:gd name="T14" fmla="*/ 45 w 114"/>
              <ns1:gd name="T15" fmla="*/ 78 h 80"/>
              <ns1:gd name="T16" fmla="*/ 47 w 114"/>
              <ns1:gd name="T17" fmla="*/ 80 h 80"/>
              <ns1:gd name="T18" fmla="*/ 3 w 114"/>
              <ns1:gd name="T19" fmla="*/ 80 h 80"/>
              <ns1:gd name="T20" fmla="*/ 0 w 114"/>
              <ns1:gd name="T21" fmla="*/ 76 h 80"/>
              <ns1:gd name="T22" fmla="*/ 2 w 114"/>
              <ns1:gd name="T23" fmla="*/ 69 h 80"/>
              <ns1:gd name="T24" fmla="*/ 28 w 114"/>
              <ns1:gd name="T25" fmla="*/ 3 h 80"/>
              <ns1:gd name="T26" fmla="*/ 32 w 114"/>
              <ns1:gd name="T27" fmla="*/ 0 h 80"/>
              <ns1:gd name="T28" fmla="*/ 53 w 114"/>
              <ns1:gd name="T29" fmla="*/ 0 h 80"/>
              <ns1:gd name="T30" fmla="*/ 51 w 114"/>
              <ns1:gd name="T31" fmla="*/ 2 h 80"/>
              <ns1:gd name="T32" fmla="*/ 50 w 114"/>
              <ns1:gd name="T33" fmla="*/ 14 h 80"/>
              <ns1:gd name="T34" fmla="*/ 52 w 114"/>
              <ns1:gd name="T35" fmla="*/ 16 h 80"/>
              <ns1:gd name="T36" fmla="*/ 63 w 114"/>
              <ns1:gd name="T37" fmla="*/ 16 h 80"/>
              <ns1:gd name="T38" fmla="*/ 64 w 114"/>
              <ns1:gd name="T39" fmla="*/ 14 h 80"/>
              <ns1:gd name="T40" fmla="*/ 63 w 114"/>
              <ns1:gd name="T41" fmla="*/ 2 h 80"/>
              <ns1:gd name="T42" fmla="*/ 61 w 114"/>
              <ns1:gd name="T43" fmla="*/ 0 h 80"/>
              <ns1:gd name="T44" fmla="*/ 82 w 114"/>
              <ns1:gd name="T45" fmla="*/ 0 h 80"/>
              <ns1:gd name="T46" fmla="*/ 86 w 114"/>
              <ns1:gd name="T47" fmla="*/ 3 h 80"/>
              <ns1:gd name="T48" fmla="*/ 113 w 114"/>
              <ns1:gd name="T49" fmla="*/ 69 h 80"/>
              <ns1:gd name="T50" fmla="*/ 114 w 114"/>
              <ns1:gd name="T51" fmla="*/ 76 h 80"/>
              <ns1:gd name="T52" fmla="*/ 111 w 114"/>
              <ns1:gd name="T53" fmla="*/ 80 h 80"/>
              <ns1:gd name="T54" fmla="*/ 67 w 114"/>
              <ns1:gd name="T55" fmla="*/ 46 h 80"/>
              <ns1:gd name="T56" fmla="*/ 65 w 114"/>
              <ns1:gd name="T57" fmla="*/ 26 h 80"/>
              <ns1:gd name="T58" fmla="*/ 63 w 114"/>
              <ns1:gd name="T59" fmla="*/ 24 h 80"/>
              <ns1:gd name="T60" fmla="*/ 52 w 114"/>
              <ns1:gd name="T61" fmla="*/ 24 h 80"/>
              <ns1:gd name="T62" fmla="*/ 49 w 114"/>
              <ns1:gd name="T63" fmla="*/ 26 h 80"/>
              <ns1:gd name="T64" fmla="*/ 48 w 114"/>
              <ns1:gd name="T65" fmla="*/ 46 h 80"/>
              <ns1:gd name="T66" fmla="*/ 48 w 114"/>
              <ns1:gd name="T67" fmla="*/ 47 h 80"/>
              <ns1:gd name="T68" fmla="*/ 50 w 114"/>
              <ns1:gd name="T69" fmla="*/ 48 h 80"/>
              <ns1:gd name="T70" fmla="*/ 65 w 114"/>
              <ns1:gd name="T71" fmla="*/ 48 h 80"/>
              <ns1:gd name="T72" fmla="*/ 67 w 114"/>
              <ns1:gd name="T73" fmla="*/ 47 h 80"/>
              <ns1:gd name="T74" fmla="*/ 67 w 114"/>
              <ns1:gd name="T75" fmla="*/ 46 h 80"/>
            </ns1:gdLst>
            <ns1:ahLst/>
            <ns1:cxnLst>
              <ns1:cxn ang="0">
                <ns1:pos x="T0" y="T1"/>
              </ns1:cxn>
              <ns1:cxn ang="0">
                <ns1:pos x="T2" y="T3"/>
              </ns1:cxn>
              <ns1:cxn ang="0">
                <ns1:pos x="T4" y="T5"/>
              </ns1:cxn>
              <ns1:cxn ang="0">
                <ns1:pos x="T6" y="T7"/>
              </ns1:cxn>
              <ns1:cxn ang="0">
                <ns1:pos x="T8" y="T9"/>
              </ns1:cxn>
              <ns1:cxn ang="0">
                <ns1:pos x="T10" y="T11"/>
              </ns1:cxn>
              <ns1:cxn ang="0">
                <ns1:pos x="T12" y="T13"/>
              </ns1:cxn>
              <ns1:cxn ang="0">
                <ns1:pos x="T14" y="T15"/>
              </ns1:cxn>
              <ns1:cxn ang="0">
                <ns1:pos x="T16" y="T17"/>
              </ns1:cxn>
              <ns1:cxn ang="0">
                <ns1:pos x="T18" y="T19"/>
              </ns1:cxn>
              <ns1:cxn ang="0">
                <ns1:pos x="T20" y="T21"/>
              </ns1:cxn>
              <ns1:cxn ang="0">
                <ns1:pos x="T22" y="T23"/>
              </ns1:cxn>
              <ns1:cxn ang="0">
                <ns1:pos x="T24" y="T25"/>
              </ns1:cxn>
              <ns1:cxn ang="0">
                <ns1:pos x="T26" y="T27"/>
              </ns1:cxn>
              <ns1:cxn ang="0">
                <ns1:pos x="T28" y="T29"/>
              </ns1:cxn>
              <ns1:cxn ang="0">
                <ns1:pos x="T30" y="T31"/>
              </ns1:cxn>
              <ns1:cxn ang="0">
                <ns1:pos x="T32" y="T33"/>
              </ns1:cxn>
              <ns1:cxn ang="0">
                <ns1:pos x="T34" y="T35"/>
              </ns1:cxn>
              <ns1:cxn ang="0">
                <ns1:pos x="T36" y="T37"/>
              </ns1:cxn>
              <ns1:cxn ang="0">
                <ns1:pos x="T38" y="T39"/>
              </ns1:cxn>
              <ns1:cxn ang="0">
                <ns1:pos x="T40" y="T41"/>
              </ns1:cxn>
              <ns1:cxn ang="0">
                <ns1:pos x="T42" y="T43"/>
              </ns1:cxn>
              <ns1:cxn ang="0">
                <ns1:pos x="T44" y="T45"/>
              </ns1:cxn>
              <ns1:cxn ang="0">
                <ns1:pos x="T46" y="T47"/>
              </ns1:cxn>
              <ns1:cxn ang="0">
                <ns1:pos x="T48" y="T49"/>
              </ns1:cxn>
              <ns1:cxn ang="0">
                <ns1:pos x="T50" y="T51"/>
              </ns1:cxn>
              <ns1:cxn ang="0">
                <ns1:pos x="T52" y="T53"/>
              </ns1:cxn>
              <ns1:cxn ang="0">
                <ns1:pos x="T54" y="T55"/>
              </ns1:cxn>
              <ns1:cxn ang="0">
                <ns1:pos x="T56" y="T57"/>
              </ns1:cxn>
              <ns1:cxn ang="0">
                <ns1:pos x="T58" y="T59"/>
              </ns1:cxn>
              <ns1:cxn ang="0">
                <ns1:pos x="T60" y="T61"/>
              </ns1:cxn>
              <ns1:cxn ang="0">
                <ns1:pos x="T62" y="T63"/>
              </ns1:cxn>
              <ns1:cxn ang="0">
                <ns1:pos x="T64" y="T65"/>
              </ns1:cxn>
              <ns1:cxn ang="0">
                <ns1:pos x="T66" y="T67"/>
              </ns1:cxn>
              <ns1:cxn ang="0">
                <ns1:pos x="T68" y="T69"/>
              </ns1:cxn>
              <ns1:cxn ang="0">
                <ns1:pos x="T70" y="T71"/>
              </ns1:cxn>
              <ns1:cxn ang="0">
                <ns1:pos x="T72" y="T73"/>
              </ns1:cxn>
              <ns1:cxn ang="0">
                <ns1:pos x="T74" y="T75"/>
              </ns1:cxn>
            </ns1:cxnLst>
            <ns1:rect l="0" t="0" r="r" b="b"/>
            <ns1:pathLst>
              <ns1:path w="114" h="80">
                <ns1:moveTo>
                  <ns1:pt x="111" y="80"/>
                </ns1:moveTo>
                <ns1:cubicBezTo>
                  <ns1:pt x="67" y="80"/>
                  <ns1:pt x="67" y="80"/>
                  <ns1:pt x="67" y="80"/>
                </ns1:cubicBezTo>
                <ns1:cubicBezTo>
                  <ns1:pt x="68" y="80"/>
                  <ns1:pt x="69" y="80"/>
                  <ns1:pt x="69" y="78"/>
                </ns1:cubicBezTo>
                <ns1:cubicBezTo>
                  <ns1:pt x="68" y="62"/>
                  <ns1:pt x="68" y="62"/>
                  <ns1:pt x="68" y="62"/>
                </ns1:cubicBezTo>
                <ns1:cubicBezTo>
                  <ns1:pt x="68" y="61"/>
                  <ns1:pt x="67" y="60"/>
                  <ns1:pt x="66" y="60"/>
                </ns1:cubicBezTo>
                <ns1:cubicBezTo>
                  <ns1:pt x="49" y="60"/>
                  <ns1:pt x="49" y="60"/>
                  <ns1:pt x="49" y="60"/>
                </ns1:cubicBezTo>
                <ns1:cubicBezTo>
                  <ns1:pt x="48" y="60"/>
                  <ns1:pt x="47" y="61"/>
                  <ns1:pt x="47" y="62"/>
                </ns1:cubicBezTo>
                <ns1:cubicBezTo>
                  <ns1:pt x="45" y="78"/>
                  <ns1:pt x="45" y="78"/>
                  <ns1:pt x="45" y="78"/>
                </ns1:cubicBezTo>
                <ns1:cubicBezTo>
                  <ns1:pt x="45" y="80"/>
                  <ns1:pt x="46" y="80"/>
                  <ns1:pt x="47" y="80"/>
                </ns1:cubicBezTo>
                <ns1:cubicBezTo>
                  <ns1:pt x="3" y="80"/>
                  <ns1:pt x="3" y="80"/>
                  <ns1:pt x="3" y="80"/>
                </ns1:cubicBezTo>
                <ns1:cubicBezTo>
                  <ns1:pt x="1" y="80"/>
                  <ns1:pt x="0" y="78"/>
                  <ns1:pt x="0" y="76"/>
                </ns1:cubicBezTo>
                <ns1:cubicBezTo>
                  <ns1:pt x="0" y="73"/>
                  <ns1:pt x="1" y="71"/>
                  <ns1:pt x="2" y="69"/>
                </ns1:cubicBezTo>
                <ns1:cubicBezTo>
                  <ns1:pt x="28" y="3"/>
                  <ns1:pt x="28" y="3"/>
                  <ns1:pt x="28" y="3"/>
                </ns1:cubicBezTo>
                <ns1:cubicBezTo>
                  <ns1:pt x="29" y="2"/>
                  <ns1:pt x="30" y="0"/>
                  <ns1:pt x="32" y="0"/>
                </ns1:cubicBezTo>
                <ns1:cubicBezTo>
                  <ns1:pt x="53" y="0"/>
                  <ns1:pt x="53" y="0"/>
                  <ns1:pt x="53" y="0"/>
                </ns1:cubicBezTo>
                <ns1:cubicBezTo>
                  <ns1:pt x="52" y="0"/>
                  <ns1:pt x="51" y="1"/>
                  <ns1:pt x="51" y="2"/>
                </ns1:cubicBezTo>
                <ns1:cubicBezTo>
                  <ns1:pt x="50" y="14"/>
                  <ns1:pt x="50" y="14"/>
                  <ns1:pt x="50" y="14"/>
                </ns1:cubicBezTo>
                <ns1:cubicBezTo>
                  <ns1:pt x="50" y="16"/>
                  <ns1:pt x="51" y="16"/>
                  <ns1:pt x="52" y="16"/>
                </ns1:cubicBezTo>
                <ns1:cubicBezTo>
                  <ns1:pt x="63" y="16"/>
                  <ns1:pt x="63" y="16"/>
                  <ns1:pt x="63" y="16"/>
                </ns1:cubicBezTo>
                <ns1:cubicBezTo>
                  <ns1:pt x="64" y="16"/>
                  <ns1:pt x="64" y="16"/>
                  <ns1:pt x="64" y="14"/>
                </ns1:cubicBezTo>
                <ns1:cubicBezTo>
                  <ns1:pt x="63" y="2"/>
                  <ns1:pt x="63" y="2"/>
                  <ns1:pt x="63" y="2"/>
                </ns1:cubicBezTo>
                <ns1:cubicBezTo>
                  <ns1:pt x="63" y="1"/>
                  <ns1:pt x="62" y="0"/>
                  <ns1:pt x="61" y="0"/>
                </ns1:cubicBezTo>
                <ns1:cubicBezTo>
                  <ns1:pt x="82" y="0"/>
                  <ns1:pt x="82" y="0"/>
                  <ns1:pt x="82" y="0"/>
                </ns1:cubicBezTo>
                <ns1:cubicBezTo>
                  <ns1:pt x="84" y="0"/>
                  <ns1:pt x="86" y="2"/>
                  <ns1:pt x="86" y="3"/>
                </ns1:cubicBezTo>
                <ns1:cubicBezTo>
                  <ns1:pt x="113" y="69"/>
                  <ns1:pt x="113" y="69"/>
                  <ns1:pt x="113" y="69"/>
                </ns1:cubicBezTo>
                <ns1:cubicBezTo>
                  <ns1:pt x="113" y="71"/>
                  <ns1:pt x="114" y="73"/>
                  <ns1:pt x="114" y="76"/>
                </ns1:cubicBezTo>
                <ns1:cubicBezTo>
                  <ns1:pt x="114" y="78"/>
                  <ns1:pt x="114" y="80"/>
                  <ns1:pt x="111" y="80"/>
                </ns1:cubicBezTo>
                <ns1:close/>
                <ns1:moveTo>
                  <ns1:pt x="67" y="46"/>
                </ns1:moveTo>
                <ns1:cubicBezTo>
                  <ns1:pt x="65" y="26"/>
                  <ns1:pt x="65" y="26"/>
                  <ns1:pt x="65" y="26"/>
                </ns1:cubicBezTo>
                <ns1:cubicBezTo>
                  <ns1:pt x="65" y="25"/>
                  <ns1:pt x="64" y="24"/>
                  <ns1:pt x="63" y="24"/>
                </ns1:cubicBezTo>
                <ns1:cubicBezTo>
                  <ns1:pt x="52" y="24"/>
                  <ns1:pt x="52" y="24"/>
                  <ns1:pt x="52" y="24"/>
                </ns1:cubicBezTo>
                <ns1:cubicBezTo>
                  <ns1:pt x="50" y="24"/>
                  <ns1:pt x="49" y="25"/>
                  <ns1:pt x="49" y="26"/>
                </ns1:cubicBezTo>
                <ns1:cubicBezTo>
                  <ns1:pt x="48" y="46"/>
                  <ns1:pt x="48" y="46"/>
                  <ns1:pt x="48" y="46"/>
                </ns1:cubicBezTo>
                <ns1:cubicBezTo>
                  <ns1:pt x="48" y="47"/>
                  <ns1:pt x="48" y="47"/>
                  <ns1:pt x="48" y="47"/>
                </ns1:cubicBezTo>
                <ns1:cubicBezTo>
                  <ns1:pt x="48" y="48"/>
                  <ns1:pt x="49" y="48"/>
                  <ns1:pt x="50" y="48"/>
                </ns1:cubicBezTo>
                <ns1:cubicBezTo>
                  <ns1:pt x="65" y="48"/>
                  <ns1:pt x="65" y="48"/>
                  <ns1:pt x="65" y="48"/>
                </ns1:cubicBezTo>
                <ns1:cubicBezTo>
                  <ns1:pt x="66" y="48"/>
                  <ns1:pt x="67" y="48"/>
                  <ns1:pt x="67" y="47"/>
                </ns1:cubicBezTo>
                <ns1:lnTo>
                  <ns1:pt x="67" y="46"/>
                </ns1:lnTo>
                <ns1:close/>
              </ns1:path>
            </ns1:pathLst>
          </ns1:custGeom>
          <ns1:solidFill>
            <ns1:srgbClr val="010101"/>
          </ns1:solidFill>
          <ns1:ln>
            <ns1:noFill/>
          </ns1:ln>
          <ns1:extLst>
            <ns1:ext uri="{91240B29-F687-4F45-9708-019B960494DF}">
              <ns2:hiddenLine w="9525">
                <ns1:solidFill>
                  <ns1:srgbClr val="000000"/>
                </ns1:solidFill>
                <ns1:round/>
                <ns1:headEnd/>
                <ns1:tailEnd/>
              </ns2:hiddenLine>
            </ns1:ext>
          </ns1:extLst>
        </ns0:spPr>
        <ns0:txBody>
          <ns1:bodyPr vert="horz" wrap="square" lIns="91440" tIns="45720" rIns="91440" bIns="45720" numCol="1" anchor="t" anchorCtr="0" compatLnSpc="1">
            <ns1:prstTxWarp prst="textNoShape">
              <ns1:avLst/>
            </ns1:prstTxWarp>
          </ns1:bodyPr>
          <ns1:lstStyle/>
          <ns1:p>
            <ns1:endParaRPr lang="en-US" sz="2700"/>
          </ns1:p>
        </ns0:txBody>
      </ns0:sp>
      <ns0:sp>
        <ns0:nvSpPr>
          <ns0:cNvPr id="80" name="Freeform 78"/>
          <ns0:cNvSpPr>
            <ns1:spLocks noEditPoints="1"/>
          </ns0:cNvSpPr>
          <ns0:nvPr/>
        </ns0:nvSpPr>
        <ns0:spPr bwMode="auto">
          <ns1:xfrm>
            <ns1:off x="6861177" y="1344614"/>
            <ns1:ext cx="390525" cy="361950"/>
          </ns1:xfrm>
          <ns1:custGeom>
            <ns1:avLst/>
            <ns1:gdLst>
              <ns1:gd name="T0" fmla="*/ 104 w 104"/>
              <ns1:gd name="T1" fmla="*/ 90 h 96"/>
              <ns1:gd name="T2" fmla="*/ 98 w 104"/>
              <ns1:gd name="T3" fmla="*/ 96 h 96"/>
              <ns1:gd name="T4" fmla="*/ 6 w 104"/>
              <ns1:gd name="T5" fmla="*/ 96 h 96"/>
              <ns1:gd name="T6" fmla="*/ 0 w 104"/>
              <ns1:gd name="T7" fmla="*/ 90 h 96"/>
              <ns1:gd name="T8" fmla="*/ 0 w 104"/>
              <ns1:gd name="T9" fmla="*/ 70 h 96"/>
              <ns1:gd name="T10" fmla="*/ 6 w 104"/>
              <ns1:gd name="T11" fmla="*/ 64 h 96"/>
              <ns1:gd name="T12" fmla="*/ 35 w 104"/>
              <ns1:gd name="T13" fmla="*/ 64 h 96"/>
              <ns1:gd name="T14" fmla="*/ 44 w 104"/>
              <ns1:gd name="T15" fmla="*/ 73 h 96"/>
              <ns1:gd name="T16" fmla="*/ 52 w 104"/>
              <ns1:gd name="T17" fmla="*/ 76 h 96"/>
              <ns1:gd name="T18" fmla="*/ 61 w 104"/>
              <ns1:gd name="T19" fmla="*/ 73 h 96"/>
              <ns1:gd name="T20" fmla="*/ 69 w 104"/>
              <ns1:gd name="T21" fmla="*/ 64 h 96"/>
              <ns1:gd name="T22" fmla="*/ 98 w 104"/>
              <ns1:gd name="T23" fmla="*/ 64 h 96"/>
              <ns1:gd name="T24" fmla="*/ 104 w 104"/>
              <ns1:gd name="T25" fmla="*/ 70 h 96"/>
              <ns1:gd name="T26" fmla="*/ 104 w 104"/>
              <ns1:gd name="T27" fmla="*/ 90 h 96"/>
              <ns1:gd name="T28" fmla="*/ 83 w 104"/>
              <ns1:gd name="T29" fmla="*/ 39 h 96"/>
              <ns1:gd name="T30" fmla="*/ 55 w 104"/>
              <ns1:gd name="T31" fmla="*/ 67 h 96"/>
              <ns1:gd name="T32" fmla="*/ 52 w 104"/>
              <ns1:gd name="T33" fmla="*/ 68 h 96"/>
              <ns1:gd name="T34" fmla="*/ 50 w 104"/>
              <ns1:gd name="T35" fmla="*/ 67 h 96"/>
              <ns1:gd name="T36" fmla="*/ 22 w 104"/>
              <ns1:gd name="T37" fmla="*/ 39 h 96"/>
              <ns1:gd name="T38" fmla="*/ 21 w 104"/>
              <ns1:gd name="T39" fmla="*/ 35 h 96"/>
              <ns1:gd name="T40" fmla="*/ 24 w 104"/>
              <ns1:gd name="T41" fmla="*/ 32 h 96"/>
              <ns1:gd name="T42" fmla="*/ 40 w 104"/>
              <ns1:gd name="T43" fmla="*/ 32 h 96"/>
              <ns1:gd name="T44" fmla="*/ 40 w 104"/>
              <ns1:gd name="T45" fmla="*/ 4 h 96"/>
              <ns1:gd name="T46" fmla="*/ 44 w 104"/>
              <ns1:gd name="T47" fmla="*/ 0 h 96"/>
              <ns1:gd name="T48" fmla="*/ 60 w 104"/>
              <ns1:gd name="T49" fmla="*/ 0 h 96"/>
              <ns1:gd name="T50" fmla="*/ 64 w 104"/>
              <ns1:gd name="T51" fmla="*/ 4 h 96"/>
              <ns1:gd name="T52" fmla="*/ 64 w 104"/>
              <ns1:gd name="T53" fmla="*/ 32 h 96"/>
              <ns1:gd name="T54" fmla="*/ 80 w 104"/>
              <ns1:gd name="T55" fmla="*/ 32 h 96"/>
              <ns1:gd name="T56" fmla="*/ 84 w 104"/>
              <ns1:gd name="T57" fmla="*/ 35 h 96"/>
              <ns1:gd name="T58" fmla="*/ 83 w 104"/>
              <ns1:gd name="T59" fmla="*/ 39 h 96"/>
              <ns1:gd name="T60" fmla="*/ 76 w 104"/>
              <ns1:gd name="T61" fmla="*/ 80 h 96"/>
              <ns1:gd name="T62" fmla="*/ 72 w 104"/>
              <ns1:gd name="T63" fmla="*/ 84 h 96"/>
              <ns1:gd name="T64" fmla="*/ 76 w 104"/>
              <ns1:gd name="T65" fmla="*/ 88 h 96"/>
              <ns1:gd name="T66" fmla="*/ 80 w 104"/>
              <ns1:gd name="T67" fmla="*/ 84 h 96"/>
              <ns1:gd name="T68" fmla="*/ 76 w 104"/>
              <ns1:gd name="T69" fmla="*/ 80 h 96"/>
              <ns1:gd name="T70" fmla="*/ 92 w 104"/>
              <ns1:gd name="T71" fmla="*/ 80 h 96"/>
              <ns1:gd name="T72" fmla="*/ 88 w 104"/>
              <ns1:gd name="T73" fmla="*/ 84 h 96"/>
              <ns1:gd name="T74" fmla="*/ 92 w 104"/>
              <ns1:gd name="T75" fmla="*/ 88 h 96"/>
              <ns1:gd name="T76" fmla="*/ 96 w 104"/>
              <ns1:gd name="T77" fmla="*/ 84 h 96"/>
              <ns1:gd name="T78" fmla="*/ 92 w 104"/>
              <ns1:gd name="T79" fmla="*/ 80 h 96"/>
            </ns1:gdLst>
            <ns1:ahLst/>
            <ns1:cxnLst>
              <ns1:cxn ang="0">
                <ns1:pos x="T0" y="T1"/>
              </ns1:cxn>
              <ns1:cxn ang="0">
                <ns1:pos x="T2" y="T3"/>
              </ns1:cxn>
              <ns1:cxn ang="0">
                <ns1:pos x="T4" y="T5"/>
              </ns1:cxn>
              <ns1:cxn ang="0">
                <ns1:pos x="T6" y="T7"/>
              </ns1:cxn>
              <ns1:cxn ang="0">
                <ns1:pos x="T8" y="T9"/>
              </ns1:cxn>
              <ns1:cxn ang="0">
                <ns1:pos x="T10" y="T11"/>
              </ns1:cxn>
              <ns1:cxn ang="0">
                <ns1:pos x="T12" y="T13"/>
              </ns1:cxn>
              <ns1:cxn ang="0">
                <ns1:pos x="T14" y="T15"/>
              </ns1:cxn>
              <ns1:cxn ang="0">
                <ns1:pos x="T16" y="T17"/>
              </ns1:cxn>
              <ns1:cxn ang="0">
                <ns1:pos x="T18" y="T19"/>
              </ns1:cxn>
              <ns1:cxn ang="0">
                <ns1:pos x="T20" y="T21"/>
              </ns1:cxn>
              <ns1:cxn ang="0">
                <ns1:pos x="T22" y="T23"/>
              </ns1:cxn>
              <ns1:cxn ang="0">
                <ns1:pos x="T24" y="T25"/>
              </ns1:cxn>
              <ns1:cxn ang="0">
                <ns1:pos x="T26" y="T27"/>
              </ns1:cxn>
              <ns1:cxn ang="0">
                <ns1:pos x="T28" y="T29"/>
              </ns1:cxn>
              <ns1:cxn ang="0">
                <ns1:pos x="T30" y="T31"/>
              </ns1:cxn>
              <ns1:cxn ang="0">
                <ns1:pos x="T32" y="T33"/>
              </ns1:cxn>
              <ns1:cxn ang="0">
                <ns1:pos x="T34" y="T35"/>
              </ns1:cxn>
              <ns1:cxn ang="0">
                <ns1:pos x="T36" y="T37"/>
              </ns1:cxn>
              <ns1:cxn ang="0">
                <ns1:pos x="T38" y="T39"/>
              </ns1:cxn>
              <ns1:cxn ang="0">
                <ns1:pos x="T40" y="T41"/>
              </ns1:cxn>
              <ns1:cxn ang="0">
                <ns1:pos x="T42" y="T43"/>
              </ns1:cxn>
              <ns1:cxn ang="0">
                <ns1:pos x="T44" y="T45"/>
              </ns1:cxn>
              <ns1:cxn ang="0">
                <ns1:pos x="T46" y="T47"/>
              </ns1:cxn>
              <ns1:cxn ang="0">
                <ns1:pos x="T48" y="T49"/>
              </ns1:cxn>
              <ns1:cxn ang="0">
                <ns1:pos x="T50" y="T51"/>
              </ns1:cxn>
              <ns1:cxn ang="0">
                <ns1:pos x="T52" y="T53"/>
              </ns1:cxn>
              <ns1:cxn ang="0">
                <ns1:pos x="T54" y="T55"/>
              </ns1:cxn>
              <ns1:cxn ang="0">
                <ns1:pos x="T56" y="T57"/>
              </ns1:cxn>
              <ns1:cxn ang="0">
                <ns1:pos x="T58" y="T59"/>
              </ns1:cxn>
              <ns1:cxn ang="0">
                <ns1:pos x="T60" y="T61"/>
              </ns1:cxn>
              <ns1:cxn ang="0">
                <ns1:pos x="T62" y="T63"/>
              </ns1:cxn>
              <ns1:cxn ang="0">
                <ns1:pos x="T64" y="T65"/>
              </ns1:cxn>
              <ns1:cxn ang="0">
                <ns1:pos x="T66" y="T67"/>
              </ns1:cxn>
              <ns1:cxn ang="0">
                <ns1:pos x="T68" y="T69"/>
              </ns1:cxn>
              <ns1:cxn ang="0">
                <ns1:pos x="T70" y="T71"/>
              </ns1:cxn>
              <ns1:cxn ang="0">
                <ns1:pos x="T72" y="T73"/>
              </ns1:cxn>
              <ns1:cxn ang="0">
                <ns1:pos x="T74" y="T75"/>
              </ns1:cxn>
              <ns1:cxn ang="0">
                <ns1:pos x="T76" y="T77"/>
              </ns1:cxn>
              <ns1:cxn ang="0">
                <ns1:pos x="T78" y="T79"/>
              </ns1:cxn>
            </ns1:cxnLst>
            <ns1:rect l="0" t="0" r="r" b="b"/>
            <ns1:pathLst>
              <ns1:path w="104" h="96">
                <ns1:moveTo>
                  <ns1:pt x="104" y="90"/>
                </ns1:moveTo>
                <ns1:cubicBezTo>
                  <ns1:pt x="104" y="94"/>
                  <ns1:pt x="102" y="96"/>
                  <ns1:pt x="98" y="96"/>
                </ns1:cubicBezTo>
                <ns1:cubicBezTo>
                  <ns1:pt x="6" y="96"/>
                  <ns1:pt x="6" y="96"/>
                  <ns1:pt x="6" y="96"/>
                </ns1:cubicBezTo>
                <ns1:cubicBezTo>
                  <ns1:pt x="3" y="96"/>
                  <ns1:pt x="0" y="94"/>
                  <ns1:pt x="0" y="90"/>
                </ns1:cubicBezTo>
                <ns1:cubicBezTo>
                  <ns1:pt x="0" y="70"/>
                  <ns1:pt x="0" y="70"/>
                  <ns1:pt x="0" y="70"/>
                </ns1:cubicBezTo>
                <ns1:cubicBezTo>
                  <ns1:pt x="0" y="67"/>
                  <ns1:pt x="3" y="64"/>
                  <ns1:pt x="6" y="64"/>
                </ns1:cubicBezTo>
                <ns1:cubicBezTo>
                  <ns1:pt x="35" y="64"/>
                  <ns1:pt x="35" y="64"/>
                  <ns1:pt x="35" y="64"/>
                </ns1:cubicBezTo>
                <ns1:cubicBezTo>
                  <ns1:pt x="44" y="73"/>
                  <ns1:pt x="44" y="73"/>
                  <ns1:pt x="44" y="73"/>
                </ns1:cubicBezTo>
                <ns1:cubicBezTo>
                  <ns1:pt x="46" y="75"/>
                  <ns1:pt x="49" y="76"/>
                  <ns1:pt x="52" y="76"/>
                </ns1:cubicBezTo>
                <ns1:cubicBezTo>
                  <ns1:pt x="56" y="76"/>
                  <ns1:pt x="59" y="75"/>
                  <ns1:pt x="61" y="73"/>
                </ns1:cubicBezTo>
                <ns1:cubicBezTo>
                  <ns1:pt x="69" y="64"/>
                  <ns1:pt x="69" y="64"/>
                  <ns1:pt x="69" y="64"/>
                </ns1:cubicBezTo>
                <ns1:cubicBezTo>
                  <ns1:pt x="98" y="64"/>
                  <ns1:pt x="98" y="64"/>
                  <ns1:pt x="98" y="64"/>
                </ns1:cubicBezTo>
                <ns1:cubicBezTo>
                  <ns1:pt x="102" y="64"/>
                  <ns1:pt x="104" y="67"/>
                  <ns1:pt x="104" y="70"/>
                </ns1:cubicBezTo>
                <ns1:lnTo>
                  <ns1:pt x="104" y="90"/>
                </ns1:lnTo>
                <ns1:close/>
                <ns1:moveTo>
                  <ns1:pt x="83" y="39"/>
                </ns1:moveTo>
                <ns1:cubicBezTo>
                  <ns1:pt x="55" y="67"/>
                  <ns1:pt x="55" y="67"/>
                  <ns1:pt x="55" y="67"/>
                </ns1:cubicBezTo>
                <ns1:cubicBezTo>
                  <ns1:pt x="54" y="68"/>
                  <ns1:pt x="53" y="68"/>
                  <ns1:pt x="52" y="68"/>
                </ns1:cubicBezTo>
                <ns1:cubicBezTo>
                  <ns1:pt x="51" y="68"/>
                  <ns1:pt x="50" y="68"/>
                  <ns1:pt x="50" y="67"/>
                </ns1:cubicBezTo>
                <ns1:cubicBezTo>
                  <ns1:pt x="22" y="39"/>
                  <ns1:pt x="22" y="39"/>
                  <ns1:pt x="22" y="39"/>
                </ns1:cubicBezTo>
                <ns1:cubicBezTo>
                  <ns1:pt x="20" y="38"/>
                  <ns1:pt x="20" y="36"/>
                  <ns1:pt x="21" y="35"/>
                </ns1:cubicBezTo>
                <ns1:cubicBezTo>
                  <ns1:pt x="21" y="33"/>
                  <ns1:pt x="23" y="32"/>
                  <ns1:pt x="24" y="32"/>
                </ns1:cubicBezTo>
                <ns1:cubicBezTo>
                  <ns1:pt x="40" y="32"/>
                  <ns1:pt x="40" y="32"/>
                  <ns1:pt x="40" y="32"/>
                </ns1:cubicBezTo>
                <ns1:cubicBezTo>
                  <ns1:pt x="40" y="4"/>
                  <ns1:pt x="40" y="4"/>
                  <ns1:pt x="40" y="4"/>
                </ns1:cubicBezTo>
                <ns1:cubicBezTo>
                  <ns1:pt x="40" y="2"/>
                  <ns1:pt x="42" y="0"/>
                  <ns1:pt x="44" y="0"/>
                </ns1:cubicBezTo>
                <ns1:cubicBezTo>
                  <ns1:pt x="60" y="0"/>
                  <ns1:pt x="60" y="0"/>
                  <ns1:pt x="60" y="0"/>
                </ns1:cubicBezTo>
                <ns1:cubicBezTo>
                  <ns1:pt x="63" y="0"/>
                  <ns1:pt x="64" y="2"/>
                  <ns1:pt x="64" y="4"/>
                </ns1:cubicBezTo>
                <ns1:cubicBezTo>
                  <ns1:pt x="64" y="32"/>
                  <ns1:pt x="64" y="32"/>
                  <ns1:pt x="64" y="32"/>
                </ns1:cubicBezTo>
                <ns1:cubicBezTo>
                  <ns1:pt x="80" y="32"/>
                  <ns1:pt x="80" y="32"/>
                  <ns1:pt x="80" y="32"/>
                </ns1:cubicBezTo>
                <ns1:cubicBezTo>
                  <ns1:pt x="82" y="32"/>
                  <ns1:pt x="83" y="33"/>
                  <ns1:pt x="84" y="35"/>
                </ns1:cubicBezTo>
                <ns1:cubicBezTo>
                  <ns1:pt x="85" y="36"/>
                  <ns1:pt x="84" y="38"/>
                  <ns1:pt x="83" y="39"/>
                </ns1:cubicBezTo>
                <ns1:close/>
                <ns1:moveTo>
                  <ns1:pt x="76" y="80"/>
                </ns1:moveTo>
                <ns1:cubicBezTo>
                  <ns1:pt x="74" y="80"/>
                  <ns1:pt x="72" y="82"/>
                  <ns1:pt x="72" y="84"/>
                </ns1:cubicBezTo>
                <ns1:cubicBezTo>
                  <ns1:pt x="72" y="87"/>
                  <ns1:pt x="74" y="88"/>
                  <ns1:pt x="76" y="88"/>
                </ns1:cubicBezTo>
                <ns1:cubicBezTo>
                  <ns1:pt x="79" y="88"/>
                  <ns1:pt x="80" y="87"/>
                  <ns1:pt x="80" y="84"/>
                </ns1:cubicBezTo>
                <ns1:cubicBezTo>
                  <ns1:pt x="80" y="82"/>
                  <ns1:pt x="79" y="80"/>
                  <ns1:pt x="76" y="80"/>
                </ns1:cubicBezTo>
                <ns1:close/>
                <ns1:moveTo>
                  <ns1:pt x="92" y="80"/>
                </ns1:moveTo>
                <ns1:cubicBezTo>
                  <ns1:pt x="90" y="80"/>
                  <ns1:pt x="88" y="82"/>
                  <ns1:pt x="88" y="84"/>
                </ns1:cubicBezTo>
                <ns1:cubicBezTo>
                  <ns1:pt x="88" y="87"/>
                  <ns1:pt x="90" y="88"/>
                  <ns1:pt x="92" y="88"/>
                </ns1:cubicBezTo>
                <ns1:cubicBezTo>
                  <ns1:pt x="95" y="88"/>
                  <ns1:pt x="96" y="87"/>
                  <ns1:pt x="96" y="84"/>
                </ns1:cubicBezTo>
                <ns1:cubicBezTo>
                  <ns1:pt x="96" y="82"/>
                  <ns1:pt x="95" y="80"/>
                  <ns1:pt x="92" y="80"/>
                </ns1:cubicBezTo>
                <ns1:close/>
              </ns1:path>
            </ns1:pathLst>
          </ns1:custGeom>
          <ns1:solidFill>
            <ns1:srgbClr val="010101"/>
          </ns1:solidFill>
          <ns1:ln>
            <ns1:noFill/>
          </ns1:ln>
          <ns1:extLst>
            <ns1:ext uri="{91240B29-F687-4F45-9708-019B960494DF}">
              <ns2:hiddenLine w="9525">
                <ns1:solidFill>
                  <ns1:srgbClr val="000000"/>
                </ns1:solidFill>
                <ns1:round/>
                <ns1:headEnd/>
                <ns1:tailEnd/>
              </ns2:hiddenLine>
            </ns1:ext>
          </ns1:extLst>
        </ns0:spPr>
        <ns0:txBody>
          <ns1:bodyPr vert="horz" wrap="square" lIns="91440" tIns="45720" rIns="91440" bIns="45720" numCol="1" anchor="t" anchorCtr="0" compatLnSpc="1">
            <ns1:prstTxWarp prst="textNoShape">
              <ns1:avLst/>
            </ns1:prstTxWarp>
          </ns1:bodyPr>
          <ns1:lstStyle/>
          <ns1:p>
            <ns1:endParaRPr lang="en-US" sz="2700"/>
          </ns1:p>
        </ns0:txBody>
      </ns0:sp>
      <ns0:sp>
        <ns0:nvSpPr>
          <ns0:cNvPr id="81" name="Freeform 79"/>
          <ns0:cNvSpPr>
            <ns1:spLocks noEditPoints="1"/>
          </ns0:cNvSpPr>
          <ns0:nvPr/>
        </ns0:nvSpPr>
        <ns0:spPr bwMode="auto">
          <ns1:xfrm>
            <ns1:off x="7523164" y="1374777"/>
            <ns1:ext cx="360363" cy="360363"/>
          </ns1:xfrm>
          <ns1:custGeom>
            <ns1:avLst/>
            <ns1:gdLst>
              <ns1:gd name="T0" fmla="*/ 48 w 96"/>
              <ns1:gd name="T1" fmla="*/ 96 h 96"/>
              <ns1:gd name="T2" fmla="*/ 0 w 96"/>
              <ns1:gd name="T3" fmla="*/ 48 h 96"/>
              <ns1:gd name="T4" fmla="*/ 48 w 96"/>
              <ns1:gd name="T5" fmla="*/ 0 h 96"/>
              <ns1:gd name="T6" fmla="*/ 96 w 96"/>
              <ns1:gd name="T7" fmla="*/ 48 h 96"/>
              <ns1:gd name="T8" fmla="*/ 48 w 96"/>
              <ns1:gd name="T9" fmla="*/ 96 h 96"/>
              <ns1:gd name="T10" fmla="*/ 14 w 96"/>
              <ns1:gd name="T11" fmla="*/ 48 h 96"/>
              <ns1:gd name="T12" fmla="*/ 48 w 96"/>
              <ns1:gd name="T13" fmla="*/ 82 h 96"/>
              <ns1:gd name="T14" fmla="*/ 82 w 96"/>
              <ns1:gd name="T15" fmla="*/ 48 h 96"/>
              <ns1:gd name="T16" fmla="*/ 48 w 96"/>
              <ns1:gd name="T17" fmla="*/ 14 h 96"/>
              <ns1:gd name="T18" fmla="*/ 14 w 96"/>
              <ns1:gd name="T19" fmla="*/ 48 h 96"/>
              <ns1:gd name="T20" fmla="*/ 70 w 96"/>
              <ns1:gd name="T21" fmla="*/ 52 h 96"/>
              <ns1:gd name="T22" fmla="*/ 50 w 96"/>
              <ns1:gd name="T23" fmla="*/ 72 h 96"/>
              <ns1:gd name="T24" fmla="*/ 48 w 96"/>
              <ns1:gd name="T25" fmla="*/ 72 h 96"/>
              <ns1:gd name="T26" fmla="*/ 47 w 96"/>
              <ns1:gd name="T27" fmla="*/ 72 h 96"/>
              <ns1:gd name="T28" fmla="*/ 27 w 96"/>
              <ns1:gd name="T29" fmla="*/ 52 h 96"/>
              <ns1:gd name="T30" fmla="*/ 26 w 96"/>
              <ns1:gd name="T31" fmla="*/ 50 h 96"/>
              <ns1:gd name="T32" fmla="*/ 28 w 96"/>
              <ns1:gd name="T33" fmla="*/ 48 h 96"/>
              <ns1:gd name="T34" fmla="*/ 40 w 96"/>
              <ns1:gd name="T35" fmla="*/ 48 h 96"/>
              <ns1:gd name="T36" fmla="*/ 40 w 96"/>
              <ns1:gd name="T37" fmla="*/ 26 h 96"/>
              <ns1:gd name="T38" fmla="*/ 42 w 96"/>
              <ns1:gd name="T39" fmla="*/ 24 h 96"/>
              <ns1:gd name="T40" fmla="*/ 54 w 96"/>
              <ns1:gd name="T41" fmla="*/ 24 h 96"/>
              <ns1:gd name="T42" fmla="*/ 56 w 96"/>
              <ns1:gd name="T43" fmla="*/ 26 h 96"/>
              <ns1:gd name="T44" fmla="*/ 56 w 96"/>
              <ns1:gd name="T45" fmla="*/ 48 h 96"/>
              <ns1:gd name="T46" fmla="*/ 68 w 96"/>
              <ns1:gd name="T47" fmla="*/ 48 h 96"/>
              <ns1:gd name="T48" fmla="*/ 70 w 96"/>
              <ns1:gd name="T49" fmla="*/ 50 h 96"/>
              <ns1:gd name="T50" fmla="*/ 70 w 96"/>
              <ns1:gd name="T51" fmla="*/ 52 h 96"/>
            </ns1:gdLst>
            <ns1:ahLst/>
            <ns1:cxnLst>
              <ns1:cxn ang="0">
                <ns1:pos x="T0" y="T1"/>
              </ns1:cxn>
              <ns1:cxn ang="0">
                <ns1:pos x="T2" y="T3"/>
              </ns1:cxn>
              <ns1:cxn ang="0">
                <ns1:pos x="T4" y="T5"/>
              </ns1:cxn>
              <ns1:cxn ang="0">
                <ns1:pos x="T6" y="T7"/>
              </ns1:cxn>
              <ns1:cxn ang="0">
                <ns1:pos x="T8" y="T9"/>
              </ns1:cxn>
              <ns1:cxn ang="0">
                <ns1:pos x="T10" y="T11"/>
              </ns1:cxn>
              <ns1:cxn ang="0">
                <ns1:pos x="T12" y="T13"/>
              </ns1:cxn>
              <ns1:cxn ang="0">
                <ns1:pos x="T14" y="T15"/>
              </ns1:cxn>
              <ns1:cxn ang="0">
                <ns1:pos x="T16" y="T17"/>
              </ns1:cxn>
              <ns1:cxn ang="0">
                <ns1:pos x="T18" y="T19"/>
              </ns1:cxn>
              <ns1:cxn ang="0">
                <ns1:pos x="T20" y="T21"/>
              </ns1:cxn>
              <ns1:cxn ang="0">
                <ns1:pos x="T22" y="T23"/>
              </ns1:cxn>
              <ns1:cxn ang="0">
                <ns1:pos x="T24" y="T25"/>
              </ns1:cxn>
              <ns1:cxn ang="0">
                <ns1:pos x="T26" y="T27"/>
              </ns1:cxn>
              <ns1:cxn ang="0">
                <ns1:pos x="T28" y="T29"/>
              </ns1:cxn>
              <ns1:cxn ang="0">
                <ns1:pos x="T30" y="T31"/>
              </ns1:cxn>
              <ns1:cxn ang="0">
                <ns1:pos x="T32" y="T33"/>
              </ns1:cxn>
              <ns1:cxn ang="0">
                <ns1:pos x="T34" y="T35"/>
              </ns1:cxn>
              <ns1:cxn ang="0">
                <ns1:pos x="T36" y="T37"/>
              </ns1:cxn>
              <ns1:cxn ang="0">
                <ns1:pos x="T38" y="T39"/>
              </ns1:cxn>
              <ns1:cxn ang="0">
                <ns1:pos x="T40" y="T41"/>
              </ns1:cxn>
              <ns1:cxn ang="0">
                <ns1:pos x="T42" y="T43"/>
              </ns1:cxn>
              <ns1:cxn ang="0">
                <ns1:pos x="T44" y="T45"/>
              </ns1:cxn>
              <ns1:cxn ang="0">
                <ns1:pos x="T46" y="T47"/>
              </ns1:cxn>
              <ns1:cxn ang="0">
                <ns1:pos x="T48" y="T49"/>
              </ns1:cxn>
              <ns1:cxn ang="0">
                <ns1:pos x="T50" y="T51"/>
              </ns1:cxn>
            </ns1:cxnLst>
            <ns1:rect l="0" t="0" r="r" b="b"/>
            <ns1:pathLst>
              <ns1:path w="96" h="96">
                <ns1:moveTo>
                  <ns1:pt x="48" y="96"/>
                </ns1:moveTo>
                <ns1:cubicBezTo>
                  <ns1:pt x="22" y="96"/>
                  <ns1:pt x="0" y="75"/>
                  <ns1:pt x="0" y="48"/>
                </ns1:cubicBezTo>
                <ns1:cubicBezTo>
                  <ns1:pt x="0" y="22"/>
                  <ns1:pt x="22" y="0"/>
                  <ns1:pt x="48" y="0"/>
                </ns1:cubicBezTo>
                <ns1:cubicBezTo>
                  <ns1:pt x="75" y="0"/>
                  <ns1:pt x="96" y="22"/>
                  <ns1:pt x="96" y="48"/>
                </ns1:cubicBezTo>
                <ns1:cubicBezTo>
                  <ns1:pt x="96" y="75"/>
                  <ns1:pt x="75" y="96"/>
                  <ns1:pt x="48" y="96"/>
                </ns1:cubicBezTo>
                <ns1:close/>
                <ns1:moveTo>
                  <ns1:pt x="14" y="48"/>
                </ns1:moveTo>
                <ns1:cubicBezTo>
                  <ns1:pt x="14" y="67"/>
                  <ns1:pt x="29" y="82"/>
                  <ns1:pt x="48" y="82"/>
                </ns1:cubicBezTo>
                <ns1:cubicBezTo>
                  <ns1:pt x="67" y="82"/>
                  <ns1:pt x="82" y="67"/>
                  <ns1:pt x="82" y="48"/>
                </ns1:cubicBezTo>
                <ns1:cubicBezTo>
                  <ns1:pt x="82" y="30"/>
                  <ns1:pt x="67" y="14"/>
                  <ns1:pt x="48" y="14"/>
                </ns1:cubicBezTo>
                <ns1:cubicBezTo>
                  <ns1:pt x="29" y="14"/>
                  <ns1:pt x="14" y="30"/>
                  <ns1:pt x="14" y="48"/>
                </ns1:cubicBezTo>
                <ns1:close/>
                <ns1:moveTo>
                  <ns1:pt x="70" y="52"/>
                </ns1:moveTo>
                <ns1:cubicBezTo>
                  <ns1:pt x="50" y="72"/>
                  <ns1:pt x="50" y="72"/>
                  <ns1:pt x="50" y="72"/>
                </ns1:cubicBezTo>
                <ns1:cubicBezTo>
                  <ns1:pt x="49" y="72"/>
                  <ns1:pt x="49" y="72"/>
                  <ns1:pt x="48" y="72"/>
                </ns1:cubicBezTo>
                <ns1:cubicBezTo>
                  <ns1:pt x="48" y="72"/>
                  <ns1:pt x="47" y="72"/>
                  <ns1:pt x="47" y="72"/>
                </ns1:cubicBezTo>
                <ns1:cubicBezTo>
                  <ns1:pt x="27" y="52"/>
                  <ns1:pt x="27" y="52"/>
                  <ns1:pt x="27" y="52"/>
                </ns1:cubicBezTo>
                <ns1:cubicBezTo>
                  <ns1:pt x="26" y="51"/>
                  <ns1:pt x="26" y="50"/>
                  <ns1:pt x="26" y="50"/>
                </ns1:cubicBezTo>
                <ns1:cubicBezTo>
                  <ns1:pt x="27" y="49"/>
                  <ns1:pt x="27" y="48"/>
                  <ns1:pt x="28" y="48"/>
                </ns1:cubicBezTo>
                <ns1:cubicBezTo>
                  <ns1:pt x="40" y="48"/>
                  <ns1:pt x="40" y="48"/>
                  <ns1:pt x="40" y="48"/>
                </ns1:cubicBezTo>
                <ns1:cubicBezTo>
                  <ns1:pt x="40" y="26"/>
                  <ns1:pt x="40" y="26"/>
                  <ns1:pt x="40" y="26"/>
                </ns1:cubicBezTo>
                <ns1:cubicBezTo>
                  <ns1:pt x="40" y="25"/>
                  <ns1:pt x="41" y="24"/>
                  <ns1:pt x="42" y="24"/>
                </ns1:cubicBezTo>
                <ns1:cubicBezTo>
                  <ns1:pt x="54" y="24"/>
                  <ns1:pt x="54" y="24"/>
                  <ns1:pt x="54" y="24"/>
                </ns1:cubicBezTo>
                <ns1:cubicBezTo>
                  <ns1:pt x="55" y="24"/>
                  <ns1:pt x="56" y="25"/>
                  <ns1:pt x="56" y="26"/>
                </ns1:cubicBezTo>
                <ns1:cubicBezTo>
                  <ns1:pt x="56" y="48"/>
                  <ns1:pt x="56" y="48"/>
                  <ns1:pt x="56" y="48"/>
                </ns1:cubicBezTo>
                <ns1:cubicBezTo>
                  <ns1:pt x="68" y="48"/>
                  <ns1:pt x="68" y="48"/>
                  <ns1:pt x="68" y="48"/>
                </ns1:cubicBezTo>
                <ns1:cubicBezTo>
                  <ns1:pt x="69" y="48"/>
                  <ns1:pt x="70" y="49"/>
                  <ns1:pt x="70" y="50"/>
                </ns1:cubicBezTo>
                <ns1:cubicBezTo>
                  <ns1:pt x="70" y="51"/>
                  <ns1:pt x="70" y="51"/>
                  <ns1:pt x="70" y="52"/>
                </ns1:cubicBezTo>
                <ns1:close/>
              </ns1:path>
            </ns1:pathLst>
          </ns1:custGeom>
          <ns1:solidFill>
            <ns1:srgbClr val="010101"/>
          </ns1:solidFill>
          <ns1:ln>
            <ns1:noFill/>
          </ns1:ln>
          <ns1:extLst>
            <ns1:ext uri="{91240B29-F687-4F45-9708-019B960494DF}">
              <ns2:hiddenLine w="9525">
                <ns1:solidFill>
                  <ns1:srgbClr val="000000"/>
                </ns1:solidFill>
                <ns1:round/>
                <ns1:headEnd/>
                <ns1:tailEnd/>
              </ns2:hiddenLine>
            </ns1:ext>
          </ns1:extLst>
        </ns0:spPr>
        <ns0:txBody>
          <ns1:bodyPr vert="horz" wrap="square" lIns="91440" tIns="45720" rIns="91440" bIns="45720" numCol="1" anchor="t" anchorCtr="0" compatLnSpc="1">
            <ns1:prstTxWarp prst="textNoShape">
              <ns1:avLst/>
            </ns1:prstTxWarp>
          </ns1:bodyPr>
          <ns1:lstStyle/>
          <ns1:p>
            <ns1:endParaRPr lang="en-US" sz="2700"/>
          </ns1:p>
        </ns0:txBody>
      </ns0:sp>
      <ns0:sp>
        <ns0:nvSpPr>
          <ns0:cNvPr id="82" name="Freeform 80"/>
          <ns0:cNvSpPr>
            <ns1:spLocks noEditPoints="1"/>
          </ns0:cNvSpPr>
          <ns0:nvPr/>
        </ns0:nvSpPr>
        <ns0:spPr bwMode="auto">
          <ns1:xfrm>
            <ns1:off x="8167689" y="1374777"/>
            <ns1:ext cx="360363" cy="360363"/>
          </ns1:xfrm>
          <ns1:custGeom>
            <ns1:avLst/>
            <ns1:gdLst>
              <ns1:gd name="T0" fmla="*/ 48 w 96"/>
              <ns1:gd name="T1" fmla="*/ 96 h 96"/>
              <ns1:gd name="T2" fmla="*/ 0 w 96"/>
              <ns1:gd name="T3" fmla="*/ 48 h 96"/>
              <ns1:gd name="T4" fmla="*/ 48 w 96"/>
              <ns1:gd name="T5" fmla="*/ 0 h 96"/>
              <ns1:gd name="T6" fmla="*/ 96 w 96"/>
              <ns1:gd name="T7" fmla="*/ 48 h 96"/>
              <ns1:gd name="T8" fmla="*/ 48 w 96"/>
              <ns1:gd name="T9" fmla="*/ 96 h 96"/>
              <ns1:gd name="T10" fmla="*/ 14 w 96"/>
              <ns1:gd name="T11" fmla="*/ 48 h 96"/>
              <ns1:gd name="T12" fmla="*/ 48 w 96"/>
              <ns1:gd name="T13" fmla="*/ 82 h 96"/>
              <ns1:gd name="T14" fmla="*/ 82 w 96"/>
              <ns1:gd name="T15" fmla="*/ 48 h 96"/>
              <ns1:gd name="T16" fmla="*/ 48 w 96"/>
              <ns1:gd name="T17" fmla="*/ 14 h 96"/>
              <ns1:gd name="T18" fmla="*/ 14 w 96"/>
              <ns1:gd name="T19" fmla="*/ 48 h 96"/>
              <ns1:gd name="T20" fmla="*/ 68 w 96"/>
              <ns1:gd name="T21" fmla="*/ 48 h 96"/>
              <ns1:gd name="T22" fmla="*/ 56 w 96"/>
              <ns1:gd name="T23" fmla="*/ 48 h 96"/>
              <ns1:gd name="T24" fmla="*/ 56 w 96"/>
              <ns1:gd name="T25" fmla="*/ 70 h 96"/>
              <ns1:gd name="T26" fmla="*/ 54 w 96"/>
              <ns1:gd name="T27" fmla="*/ 72 h 96"/>
              <ns1:gd name="T28" fmla="*/ 42 w 96"/>
              <ns1:gd name="T29" fmla="*/ 72 h 96"/>
              <ns1:gd name="T30" fmla="*/ 40 w 96"/>
              <ns1:gd name="T31" fmla="*/ 70 h 96"/>
              <ns1:gd name="T32" fmla="*/ 40 w 96"/>
              <ns1:gd name="T33" fmla="*/ 48 h 96"/>
              <ns1:gd name="T34" fmla="*/ 28 w 96"/>
              <ns1:gd name="T35" fmla="*/ 48 h 96"/>
              <ns1:gd name="T36" fmla="*/ 26 w 96"/>
              <ns1:gd name="T37" fmla="*/ 46 h 96"/>
              <ns1:gd name="T38" fmla="*/ 27 w 96"/>
              <ns1:gd name="T39" fmla="*/ 45 h 96"/>
              <ns1:gd name="T40" fmla="*/ 47 w 96"/>
              <ns1:gd name="T41" fmla="*/ 25 h 96"/>
              <ns1:gd name="T42" fmla="*/ 48 w 96"/>
              <ns1:gd name="T43" fmla="*/ 24 h 96"/>
              <ns1:gd name="T44" fmla="*/ 50 w 96"/>
              <ns1:gd name="T45" fmla="*/ 25 h 96"/>
              <ns1:gd name="T46" fmla="*/ 70 w 96"/>
              <ns1:gd name="T47" fmla="*/ 45 h 96"/>
              <ns1:gd name="T48" fmla="*/ 70 w 96"/>
              <ns1:gd name="T49" fmla="*/ 47 h 96"/>
              <ns1:gd name="T50" fmla="*/ 68 w 96"/>
              <ns1:gd name="T51" fmla="*/ 48 h 96"/>
            </ns1:gdLst>
            <ns1:ahLst/>
            <ns1:cxnLst>
              <ns1:cxn ang="0">
                <ns1:pos x="T0" y="T1"/>
              </ns1:cxn>
              <ns1:cxn ang="0">
                <ns1:pos x="T2" y="T3"/>
              </ns1:cxn>
              <ns1:cxn ang="0">
                <ns1:pos x="T4" y="T5"/>
              </ns1:cxn>
              <ns1:cxn ang="0">
                <ns1:pos x="T6" y="T7"/>
              </ns1:cxn>
              <ns1:cxn ang="0">
                <ns1:pos x="T8" y="T9"/>
              </ns1:cxn>
              <ns1:cxn ang="0">
                <ns1:pos x="T10" y="T11"/>
              </ns1:cxn>
              <ns1:cxn ang="0">
                <ns1:pos x="T12" y="T13"/>
              </ns1:cxn>
              <ns1:cxn ang="0">
                <ns1:pos x="T14" y="T15"/>
              </ns1:cxn>
              <ns1:cxn ang="0">
                <ns1:pos x="T16" y="T17"/>
              </ns1:cxn>
              <ns1:cxn ang="0">
                <ns1:pos x="T18" y="T19"/>
              </ns1:cxn>
              <ns1:cxn ang="0">
                <ns1:pos x="T20" y="T21"/>
              </ns1:cxn>
              <ns1:cxn ang="0">
                <ns1:pos x="T22" y="T23"/>
              </ns1:cxn>
              <ns1:cxn ang="0">
                <ns1:pos x="T24" y="T25"/>
              </ns1:cxn>
              <ns1:cxn ang="0">
                <ns1:pos x="T26" y="T27"/>
              </ns1:cxn>
              <ns1:cxn ang="0">
                <ns1:pos x="T28" y="T29"/>
              </ns1:cxn>
              <ns1:cxn ang="0">
                <ns1:pos x="T30" y="T31"/>
              </ns1:cxn>
              <ns1:cxn ang="0">
                <ns1:pos x="T32" y="T33"/>
              </ns1:cxn>
              <ns1:cxn ang="0">
                <ns1:pos x="T34" y="T35"/>
              </ns1:cxn>
              <ns1:cxn ang="0">
                <ns1:pos x="T36" y="T37"/>
              </ns1:cxn>
              <ns1:cxn ang="0">
                <ns1:pos x="T38" y="T39"/>
              </ns1:cxn>
              <ns1:cxn ang="0">
                <ns1:pos x="T40" y="T41"/>
              </ns1:cxn>
              <ns1:cxn ang="0">
                <ns1:pos x="T42" y="T43"/>
              </ns1:cxn>
              <ns1:cxn ang="0">
                <ns1:pos x="T44" y="T45"/>
              </ns1:cxn>
              <ns1:cxn ang="0">
                <ns1:pos x="T46" y="T47"/>
              </ns1:cxn>
              <ns1:cxn ang="0">
                <ns1:pos x="T48" y="T49"/>
              </ns1:cxn>
              <ns1:cxn ang="0">
                <ns1:pos x="T50" y="T51"/>
              </ns1:cxn>
            </ns1:cxnLst>
            <ns1:rect l="0" t="0" r="r" b="b"/>
            <ns1:pathLst>
              <ns1:path w="96" h="96">
                <ns1:moveTo>
                  <ns1:pt x="48" y="96"/>
                </ns1:moveTo>
                <ns1:cubicBezTo>
                  <ns1:pt x="22" y="96"/>
                  <ns1:pt x="0" y="75"/>
                  <ns1:pt x="0" y="48"/>
                </ns1:cubicBezTo>
                <ns1:cubicBezTo>
                  <ns1:pt x="0" y="22"/>
                  <ns1:pt x="22" y="0"/>
                  <ns1:pt x="48" y="0"/>
                </ns1:cubicBezTo>
                <ns1:cubicBezTo>
                  <ns1:pt x="75" y="0"/>
                  <ns1:pt x="96" y="22"/>
                  <ns1:pt x="96" y="48"/>
                </ns1:cubicBezTo>
                <ns1:cubicBezTo>
                  <ns1:pt x="96" y="75"/>
                  <ns1:pt x="75" y="96"/>
                  <ns1:pt x="48" y="96"/>
                </ns1:cubicBezTo>
                <ns1:close/>
                <ns1:moveTo>
                  <ns1:pt x="14" y="48"/>
                </ns1:moveTo>
                <ns1:cubicBezTo>
                  <ns1:pt x="14" y="67"/>
                  <ns1:pt x="29" y="82"/>
                  <ns1:pt x="48" y="82"/>
                </ns1:cubicBezTo>
                <ns1:cubicBezTo>
                  <ns1:pt x="67" y="82"/>
                  <ns1:pt x="82" y="67"/>
                  <ns1:pt x="82" y="48"/>
                </ns1:cubicBezTo>
                <ns1:cubicBezTo>
                  <ns1:pt x="82" y="30"/>
                  <ns1:pt x="67" y="14"/>
                  <ns1:pt x="48" y="14"/>
                </ns1:cubicBezTo>
                <ns1:cubicBezTo>
                  <ns1:pt x="29" y="14"/>
                  <ns1:pt x="14" y="30"/>
                  <ns1:pt x="14" y="48"/>
                </ns1:cubicBezTo>
                <ns1:close/>
                <ns1:moveTo>
                  <ns1:pt x="68" y="48"/>
                </ns1:moveTo>
                <ns1:cubicBezTo>
                  <ns1:pt x="56" y="48"/>
                  <ns1:pt x="56" y="48"/>
                  <ns1:pt x="56" y="48"/>
                </ns1:cubicBezTo>
                <ns1:cubicBezTo>
                  <ns1:pt x="56" y="70"/>
                  <ns1:pt x="56" y="70"/>
                  <ns1:pt x="56" y="70"/>
                </ns1:cubicBezTo>
                <ns1:cubicBezTo>
                  <ns1:pt x="56" y="72"/>
                  <ns1:pt x="55" y="72"/>
                  <ns1:pt x="54" y="72"/>
                </ns1:cubicBezTo>
                <ns1:cubicBezTo>
                  <ns1:pt x="42" y="72"/>
                  <ns1:pt x="42" y="72"/>
                  <ns1:pt x="42" y="72"/>
                </ns1:cubicBezTo>
                <ns1:cubicBezTo>
                  <ns1:pt x="41" y="72"/>
                  <ns1:pt x="40" y="72"/>
                  <ns1:pt x="40" y="70"/>
                </ns1:cubicBezTo>
                <ns1:cubicBezTo>
                  <ns1:pt x="40" y="48"/>
                  <ns1:pt x="40" y="48"/>
                  <ns1:pt x="40" y="48"/>
                </ns1:cubicBezTo>
                <ns1:cubicBezTo>
                  <ns1:pt x="28" y="48"/>
                  <ns1:pt x="28" y="48"/>
                  <ns1:pt x="28" y="48"/>
                </ns1:cubicBezTo>
                <ns1:cubicBezTo>
                  <ns1:pt x="27" y="48"/>
                  <ns1:pt x="26" y="48"/>
                  <ns1:pt x="26" y="46"/>
                </ns1:cubicBezTo>
                <ns1:cubicBezTo>
                  <ns1:pt x="26" y="46"/>
                  <ns1:pt x="26" y="45"/>
                  <ns1:pt x="27" y="45"/>
                </ns1:cubicBezTo>
                <ns1:cubicBezTo>
                  <ns1:pt x="47" y="25"/>
                  <ns1:pt x="47" y="25"/>
                  <ns1:pt x="47" y="25"/>
                </ns1:cubicBezTo>
                <ns1:cubicBezTo>
                  <ns1:pt x="47" y="25"/>
                  <ns1:pt x="48" y="24"/>
                  <ns1:pt x="48" y="24"/>
                </ns1:cubicBezTo>
                <ns1:cubicBezTo>
                  <ns1:pt x="49" y="24"/>
                  <ns1:pt x="49" y="25"/>
                  <ns1:pt x="50" y="25"/>
                </ns1:cubicBezTo>
                <ns1:cubicBezTo>
                  <ns1:pt x="70" y="45"/>
                  <ns1:pt x="70" y="45"/>
                  <ns1:pt x="70" y="45"/>
                </ns1:cubicBezTo>
                <ns1:cubicBezTo>
                  <ns1:pt x="70" y="46"/>
                  <ns1:pt x="70" y="46"/>
                  <ns1:pt x="70" y="47"/>
                </ns1:cubicBezTo>
                <ns1:cubicBezTo>
                  <ns1:pt x="70" y="48"/>
                  <ns1:pt x="69" y="48"/>
                  <ns1:pt x="68" y="48"/>
                </ns1:cubicBezTo>
                <ns1:close/>
              </ns1:path>
            </ns1:pathLst>
          </ns1:custGeom>
          <ns1:solidFill>
            <ns1:srgbClr val="010101"/>
          </ns1:solidFill>
          <ns1:ln>
            <ns1:noFill/>
          </ns1:ln>
          <ns1:extLst>
            <ns1:ext uri="{91240B29-F687-4F45-9708-019B960494DF}">
              <ns2:hiddenLine w="9525">
                <ns1:solidFill>
                  <ns1:srgbClr val="000000"/>
                </ns1:solidFill>
                <ns1:round/>
                <ns1:headEnd/>
                <ns1:tailEnd/>
              </ns2:hiddenLine>
            </ns1:ext>
          </ns1:extLst>
        </ns0:spPr>
        <ns0:txBody>
          <ns1:bodyPr vert="horz" wrap="square" lIns="91440" tIns="45720" rIns="91440" bIns="45720" numCol="1" anchor="t" anchorCtr="0" compatLnSpc="1">
            <ns1:prstTxWarp prst="textNoShape">
              <ns1:avLst/>
            </ns1:prstTxWarp>
          </ns1:bodyPr>
          <ns1:lstStyle/>
          <ns1:p>
            <ns1:endParaRPr lang="en-US" sz="2700"/>
          </ns1:p>
        </ns0:txBody>
      </ns0:sp>
      <ns0:sp>
        <ns0:nvSpPr>
          <ns0:cNvPr id="83" name="Freeform 81"/>
          <ns0:cNvSpPr>
            <ns1:spLocks noEditPoints="1"/>
          </ns0:cNvSpPr>
          <ns0:nvPr/>
        </ns0:nvSpPr>
        <ns0:spPr bwMode="auto">
          <ns1:xfrm>
            <ns1:off x="8813802" y="1404939"/>
            <ns1:ext cx="360363" cy="301625"/>
          </ns1:xfrm>
          <ns1:custGeom>
            <ns1:avLst/>
            <ns1:gdLst>
              <ns1:gd name="T0" fmla="*/ 96 w 96"/>
              <ns1:gd name="T1" fmla="*/ 76 h 80"/>
              <ns1:gd name="T2" fmla="*/ 92 w 96"/>
              <ns1:gd name="T3" fmla="*/ 80 h 80"/>
              <ns1:gd name="T4" fmla="*/ 4 w 96"/>
              <ns1:gd name="T5" fmla="*/ 80 h 80"/>
              <ns1:gd name="T6" fmla="*/ 0 w 96"/>
              <ns1:gd name="T7" fmla="*/ 76 h 80"/>
              <ns1:gd name="T8" fmla="*/ 0 w 96"/>
              <ns1:gd name="T9" fmla="*/ 46 h 80"/>
              <ns1:gd name="T10" fmla="*/ 2 w 96"/>
              <ns1:gd name="T11" fmla="*/ 39 h 80"/>
              <ns1:gd name="T12" fmla="*/ 17 w 96"/>
              <ns1:gd name="T13" fmla="*/ 4 h 80"/>
              <ns1:gd name="T14" fmla="*/ 22 w 96"/>
              <ns1:gd name="T15" fmla="*/ 0 h 80"/>
              <ns1:gd name="T16" fmla="*/ 74 w 96"/>
              <ns1:gd name="T17" fmla="*/ 0 h 80"/>
              <ns1:gd name="T18" fmla="*/ 80 w 96"/>
              <ns1:gd name="T19" fmla="*/ 4 h 80"/>
              <ns1:gd name="T20" fmla="*/ 95 w 96"/>
              <ns1:gd name="T21" fmla="*/ 39 h 80"/>
              <ns1:gd name="T22" fmla="*/ 96 w 96"/>
              <ns1:gd name="T23" fmla="*/ 46 h 80"/>
              <ns1:gd name="T24" fmla="*/ 96 w 96"/>
              <ns1:gd name="T25" fmla="*/ 76 h 80"/>
              <ns1:gd name="T26" fmla="*/ 84 w 96"/>
              <ns1:gd name="T27" fmla="*/ 44 h 80"/>
              <ns1:gd name="T28" fmla="*/ 83 w 96"/>
              <ns1:gd name="T29" fmla="*/ 43 h 80"/>
              <ns1:gd name="T30" fmla="*/ 70 w 96"/>
              <ns1:gd name="T31" fmla="*/ 12 h 80"/>
              <ns1:gd name="T32" fmla="*/ 26 w 96"/>
              <ns1:gd name="T33" fmla="*/ 12 h 80"/>
              <ns1:gd name="T34" fmla="*/ 13 w 96"/>
              <ns1:gd name="T35" fmla="*/ 43 h 80"/>
              <ns1:gd name="T36" fmla="*/ 12 w 96"/>
              <ns1:gd name="T37" fmla="*/ 44 h 80"/>
              <ns1:gd name="T38" fmla="*/ 32 w 96"/>
              <ns1:gd name="T39" fmla="*/ 44 h 80"/>
              <ns1:gd name="T40" fmla="*/ 38 w 96"/>
              <ns1:gd name="T41" fmla="*/ 56 h 80"/>
              <ns1:gd name="T42" fmla="*/ 58 w 96"/>
              <ns1:gd name="T43" fmla="*/ 56 h 80"/>
              <ns1:gd name="T44" fmla="*/ 64 w 96"/>
              <ns1:gd name="T45" fmla="*/ 44 h 80"/>
              <ns1:gd name="T46" fmla="*/ 84 w 96"/>
              <ns1:gd name="T47" fmla="*/ 44 h 80"/>
            </ns1:gdLst>
            <ns1:ahLst/>
            <ns1:cxnLst>
              <ns1:cxn ang="0">
                <ns1:pos x="T0" y="T1"/>
              </ns1:cxn>
              <ns1:cxn ang="0">
                <ns1:pos x="T2" y="T3"/>
              </ns1:cxn>
              <ns1:cxn ang="0">
                <ns1:pos x="T4" y="T5"/>
              </ns1:cxn>
              <ns1:cxn ang="0">
                <ns1:pos x="T6" y="T7"/>
              </ns1:cxn>
              <ns1:cxn ang="0">
                <ns1:pos x="T8" y="T9"/>
              </ns1:cxn>
              <ns1:cxn ang="0">
                <ns1:pos x="T10" y="T11"/>
              </ns1:cxn>
              <ns1:cxn ang="0">
                <ns1:pos x="T12" y="T13"/>
              </ns1:cxn>
              <ns1:cxn ang="0">
                <ns1:pos x="T14" y="T15"/>
              </ns1:cxn>
              <ns1:cxn ang="0">
                <ns1:pos x="T16" y="T17"/>
              </ns1:cxn>
              <ns1:cxn ang="0">
                <ns1:pos x="T18" y="T19"/>
              </ns1:cxn>
              <ns1:cxn ang="0">
                <ns1:pos x="T20" y="T21"/>
              </ns1:cxn>
              <ns1:cxn ang="0">
                <ns1:pos x="T22" y="T23"/>
              </ns1:cxn>
              <ns1:cxn ang="0">
                <ns1:pos x="T24" y="T25"/>
              </ns1:cxn>
              <ns1:cxn ang="0">
                <ns1:pos x="T26" y="T27"/>
              </ns1:cxn>
              <ns1:cxn ang="0">
                <ns1:pos x="T28" y="T29"/>
              </ns1:cxn>
              <ns1:cxn ang="0">
                <ns1:pos x="T30" y="T31"/>
              </ns1:cxn>
              <ns1:cxn ang="0">
                <ns1:pos x="T32" y="T33"/>
              </ns1:cxn>
              <ns1:cxn ang="0">
                <ns1:pos x="T34" y="T35"/>
              </ns1:cxn>
              <ns1:cxn ang="0">
                <ns1:pos x="T36" y="T37"/>
              </ns1:cxn>
              <ns1:cxn ang="0">
                <ns1:pos x="T38" y="T39"/>
              </ns1:cxn>
              <ns1:cxn ang="0">
                <ns1:pos x="T40" y="T41"/>
              </ns1:cxn>
              <ns1:cxn ang="0">
                <ns1:pos x="T42" y="T43"/>
              </ns1:cxn>
              <ns1:cxn ang="0">
                <ns1:pos x="T44" y="T45"/>
              </ns1:cxn>
              <ns1:cxn ang="0">
                <ns1:pos x="T46" y="T47"/>
              </ns1:cxn>
            </ns1:cxnLst>
            <ns1:rect l="0" t="0" r="r" b="b"/>
            <ns1:pathLst>
              <ns1:path w="96" h="80">
                <ns1:moveTo>
                  <ns1:pt x="96" y="76"/>
                </ns1:moveTo>
                <ns1:cubicBezTo>
                  <ns1:pt x="96" y="79"/>
                  <ns1:pt x="94" y="80"/>
                  <ns1:pt x="92" y="80"/>
                </ns1:cubicBezTo>
                <ns1:cubicBezTo>
                  <ns1:pt x="4" y="80"/>
                  <ns1:pt x="4" y="80"/>
                  <ns1:pt x="4" y="80"/>
                </ns1:cubicBezTo>
                <ns1:cubicBezTo>
                  <ns1:pt x="2" y="80"/>
                  <ns1:pt x="0" y="79"/>
                  <ns1:pt x="0" y="76"/>
                </ns1:cubicBezTo>
                <ns1:cubicBezTo>
                  <ns1:pt x="0" y="46"/>
                  <ns1:pt x="0" y="46"/>
                  <ns1:pt x="0" y="46"/>
                </ns1:cubicBezTo>
                <ns1:cubicBezTo>
                  <ns1:pt x="0" y="44"/>
                  <ns1:pt x="1" y="41"/>
                  <ns1:pt x="2" y="39"/>
                </ns1:cubicBezTo>
                <ns1:cubicBezTo>
                  <ns1:pt x="17" y="4"/>
                  <ns1:pt x="17" y="4"/>
                  <ns1:pt x="17" y="4"/>
                </ns1:cubicBezTo>
                <ns1:cubicBezTo>
                  <ns1:pt x="17" y="2"/>
                  <ns1:pt x="20" y="0"/>
                  <ns1:pt x="22" y="0"/>
                </ns1:cubicBezTo>
                <ns1:cubicBezTo>
                  <ns1:pt x="74" y="0"/>
                  <ns1:pt x="74" y="0"/>
                  <ns1:pt x="74" y="0"/>
                </ns1:cubicBezTo>
                <ns1:cubicBezTo>
                  <ns1:pt x="76" y="0"/>
                  <ns1:pt x="79" y="2"/>
                  <ns1:pt x="80" y="4"/>
                </ns1:cubicBezTo>
                <ns1:cubicBezTo>
                  <ns1:pt x="95" y="39"/>
                  <ns1:pt x="95" y="39"/>
                  <ns1:pt x="95" y="39"/>
                </ns1:cubicBezTo>
                <ns1:cubicBezTo>
                  <ns1:pt x="95" y="41"/>
                  <ns1:pt x="96" y="44"/>
                  <ns1:pt x="96" y="46"/>
                </ns1:cubicBezTo>
                <ns1:lnTo>
                  <ns1:pt x="96" y="76"/>
                </ns1:lnTo>
                <ns1:close/>
                <ns1:moveTo>
                  <ns1:pt x="84" y="44"/>
                </ns1:moveTo>
                <ns1:cubicBezTo>
                  <ns1:pt x="84" y="44"/>
                  <ns1:pt x="84" y="44"/>
                  <ns1:pt x="83" y="43"/>
                </ns1:cubicBezTo>
                <ns1:cubicBezTo>
                  <ns1:pt x="70" y="12"/>
                  <ns1:pt x="70" y="12"/>
                  <ns1:pt x="70" y="12"/>
                </ns1:cubicBezTo>
                <ns1:cubicBezTo>
                  <ns1:pt x="26" y="12"/>
                  <ns1:pt x="26" y="12"/>
                  <ns1:pt x="26" y="12"/>
                </ns1:cubicBezTo>
                <ns1:cubicBezTo>
                  <ns1:pt x="13" y="43"/>
                  <ns1:pt x="13" y="43"/>
                  <ns1:pt x="13" y="43"/>
                </ns1:cubicBezTo>
                <ns1:cubicBezTo>
                  <ns1:pt x="13" y="44"/>
                  <ns1:pt x="13" y="44"/>
                  <ns1:pt x="12" y="44"/>
                </ns1:cubicBezTo>
                <ns1:cubicBezTo>
                  <ns1:pt x="32" y="44"/>
                  <ns1:pt x="32" y="44"/>
                  <ns1:pt x="32" y="44"/>
                </ns1:cubicBezTo>
                <ns1:cubicBezTo>
                  <ns1:pt x="38" y="56"/>
                  <ns1:pt x="38" y="56"/>
                  <ns1:pt x="38" y="56"/>
                </ns1:cubicBezTo>
                <ns1:cubicBezTo>
                  <ns1:pt x="58" y="56"/>
                  <ns1:pt x="58" y="56"/>
                  <ns1:pt x="58" y="56"/>
                </ns1:cubicBezTo>
                <ns1:cubicBezTo>
                  <ns1:pt x="64" y="44"/>
                  <ns1:pt x="64" y="44"/>
                  <ns1:pt x="64" y="44"/>
                </ns1:cubicBezTo>
                <ns1:lnTo>
                  <ns1:pt x="84" y="44"/>
                </ns1:lnTo>
                <ns1:close/>
              </ns1:path>
            </ns1:pathLst>
          </ns1:custGeom>
          <ns1:solidFill>
            <ns1:srgbClr val="010101"/>
          </ns1:solidFill>
          <ns1:ln>
            <ns1:noFill/>
          </ns1:ln>
          <ns1:extLst>
            <ns1:ext uri="{91240B29-F687-4F45-9708-019B960494DF}">
              <ns2:hiddenLine w="9525">
                <ns1:solidFill>
                  <ns1:srgbClr val="000000"/>
                </ns1:solidFill>
                <ns1:round/>
                <ns1:headEnd/>
                <ns1:tailEnd/>
              </ns2:hiddenLine>
            </ns1:ext>
          </ns1:extLst>
        </ns0:spPr>
        <ns0:txBody>
          <ns1:bodyPr vert="horz" wrap="square" lIns="91440" tIns="45720" rIns="91440" bIns="45720" numCol="1" anchor="t" anchorCtr="0" compatLnSpc="1">
            <ns1:prstTxWarp prst="textNoShape">
              <ns1:avLst/>
            </ns1:prstTxWarp>
          </ns1:bodyPr>
          <ns1:lstStyle/>
          <ns1:p>
            <ns1:endParaRPr lang="en-US" sz="2700"/>
          </ns1:p>
        </ns0:txBody>
      </ns0:sp>
      <ns0:sp>
        <ns0:nvSpPr>
          <ns0:cNvPr id="84" name="Freeform 82"/>
          <ns0:cNvSpPr>
            <ns1:spLocks noEditPoints="1"/>
          </ns0:cNvSpPr>
          <ns0:nvPr/>
        </ns0:nvSpPr>
        <ns0:spPr bwMode="auto">
          <ns1:xfrm>
            <ns1:off x="9459914" y="1374777"/>
            <ns1:ext cx="360363" cy="360363"/>
          </ns1:xfrm>
          <ns1:custGeom>
            <ns1:avLst/>
            <ns1:gdLst>
              <ns1:gd name="T0" fmla="*/ 48 w 96"/>
              <ns1:gd name="T1" fmla="*/ 96 h 96"/>
              <ns1:gd name="T2" fmla="*/ 0 w 96"/>
              <ns1:gd name="T3" fmla="*/ 48 h 96"/>
              <ns1:gd name="T4" fmla="*/ 48 w 96"/>
              <ns1:gd name="T5" fmla="*/ 0 h 96"/>
              <ns1:gd name="T6" fmla="*/ 96 w 96"/>
              <ns1:gd name="T7" fmla="*/ 48 h 96"/>
              <ns1:gd name="T8" fmla="*/ 48 w 96"/>
              <ns1:gd name="T9" fmla="*/ 96 h 96"/>
              <ns1:gd name="T10" fmla="*/ 48 w 96"/>
              <ns1:gd name="T11" fmla="*/ 14 h 96"/>
              <ns1:gd name="T12" fmla="*/ 14 w 96"/>
              <ns1:gd name="T13" fmla="*/ 48 h 96"/>
              <ns1:gd name="T14" fmla="*/ 48 w 96"/>
              <ns1:gd name="T15" fmla="*/ 82 h 96"/>
              <ns1:gd name="T16" fmla="*/ 82 w 96"/>
              <ns1:gd name="T17" fmla="*/ 48 h 96"/>
              <ns1:gd name="T18" fmla="*/ 48 w 96"/>
              <ns1:gd name="T19" fmla="*/ 14 h 96"/>
              <ns1:gd name="T20" fmla="*/ 72 w 96"/>
              <ns1:gd name="T21" fmla="*/ 52 h 96"/>
              <ns1:gd name="T22" fmla="*/ 38 w 96"/>
              <ns1:gd name="T23" fmla="*/ 72 h 96"/>
              <ns1:gd name="T24" fmla="*/ 36 w 96"/>
              <ns1:gd name="T25" fmla="*/ 72 h 96"/>
              <ns1:gd name="T26" fmla="*/ 34 w 96"/>
              <ns1:gd name="T27" fmla="*/ 72 h 96"/>
              <ns1:gd name="T28" fmla="*/ 32 w 96"/>
              <ns1:gd name="T29" fmla="*/ 68 h 96"/>
              <ns1:gd name="T30" fmla="*/ 32 w 96"/>
              <ns1:gd name="T31" fmla="*/ 28 h 96"/>
              <ns1:gd name="T32" fmla="*/ 34 w 96"/>
              <ns1:gd name="T33" fmla="*/ 25 h 96"/>
              <ns1:gd name="T34" fmla="*/ 38 w 96"/>
              <ns1:gd name="T35" fmla="*/ 25 h 96"/>
              <ns1:gd name="T36" fmla="*/ 72 w 96"/>
              <ns1:gd name="T37" fmla="*/ 45 h 96"/>
              <ns1:gd name="T38" fmla="*/ 74 w 96"/>
              <ns1:gd name="T39" fmla="*/ 48 h 96"/>
              <ns1:gd name="T40" fmla="*/ 72 w 96"/>
              <ns1:gd name="T41" fmla="*/ 52 h 96"/>
            </ns1:gdLst>
            <ns1:ahLst/>
            <ns1:cxnLst>
              <ns1:cxn ang="0">
                <ns1:pos x="T0" y="T1"/>
              </ns1:cxn>
              <ns1:cxn ang="0">
                <ns1:pos x="T2" y="T3"/>
              </ns1:cxn>
              <ns1:cxn ang="0">
                <ns1:pos x="T4" y="T5"/>
              </ns1:cxn>
              <ns1:cxn ang="0">
                <ns1:pos x="T6" y="T7"/>
              </ns1:cxn>
              <ns1:cxn ang="0">
                <ns1:pos x="T8" y="T9"/>
              </ns1:cxn>
              <ns1:cxn ang="0">
                <ns1:pos x="T10" y="T11"/>
              </ns1:cxn>
              <ns1:cxn ang="0">
                <ns1:pos x="T12" y="T13"/>
              </ns1:cxn>
              <ns1:cxn ang="0">
                <ns1:pos x="T14" y="T15"/>
              </ns1:cxn>
              <ns1:cxn ang="0">
                <ns1:pos x="T16" y="T17"/>
              </ns1:cxn>
              <ns1:cxn ang="0">
                <ns1:pos x="T18" y="T19"/>
              </ns1:cxn>
              <ns1:cxn ang="0">
                <ns1:pos x="T20" y="T21"/>
              </ns1:cxn>
              <ns1:cxn ang="0">
                <ns1:pos x="T22" y="T23"/>
              </ns1:cxn>
              <ns1:cxn ang="0">
                <ns1:pos x="T24" y="T25"/>
              </ns1:cxn>
              <ns1:cxn ang="0">
                <ns1:pos x="T26" y="T27"/>
              </ns1:cxn>
              <ns1:cxn ang="0">
                <ns1:pos x="T28" y="T29"/>
              </ns1:cxn>
              <ns1:cxn ang="0">
                <ns1:pos x="T30" y="T31"/>
              </ns1:cxn>
              <ns1:cxn ang="0">
                <ns1:pos x="T32" y="T33"/>
              </ns1:cxn>
              <ns1:cxn ang="0">
                <ns1:pos x="T34" y="T35"/>
              </ns1:cxn>
              <ns1:cxn ang="0">
                <ns1:pos x="T36" y="T37"/>
              </ns1:cxn>
              <ns1:cxn ang="0">
                <ns1:pos x="T38" y="T39"/>
              </ns1:cxn>
              <ns1:cxn ang="0">
                <ns1:pos x="T40" y="T41"/>
              </ns1:cxn>
            </ns1:cxnLst>
            <ns1:rect l="0" t="0" r="r" b="b"/>
            <ns1:pathLst>
              <ns1:path w="96" h="96">
                <ns1:moveTo>
                  <ns1:pt x="48" y="96"/>
                </ns1:moveTo>
                <ns1:cubicBezTo>
                  <ns1:pt x="22" y="96"/>
                  <ns1:pt x="0" y="75"/>
                  <ns1:pt x="0" y="48"/>
                </ns1:cubicBezTo>
                <ns1:cubicBezTo>
                  <ns1:pt x="0" y="22"/>
                  <ns1:pt x="22" y="0"/>
                  <ns1:pt x="48" y="0"/>
                </ns1:cubicBezTo>
                <ns1:cubicBezTo>
                  <ns1:pt x="74" y="0"/>
                  <ns1:pt x="96" y="22"/>
                  <ns1:pt x="96" y="48"/>
                </ns1:cubicBezTo>
                <ns1:cubicBezTo>
                  <ns1:pt x="96" y="75"/>
                  <ns1:pt x="74" y="96"/>
                  <ns1:pt x="48" y="96"/>
                </ns1:cubicBezTo>
                <ns1:close/>
                <ns1:moveTo>
                  <ns1:pt x="48" y="14"/>
                </ns1:moveTo>
                <ns1:cubicBezTo>
                  <ns1:pt x="29" y="14"/>
                  <ns1:pt x="14" y="30"/>
                  <ns1:pt x="14" y="48"/>
                </ns1:cubicBezTo>
                <ns1:cubicBezTo>
                  <ns1:pt x="14" y="67"/>
                  <ns1:pt x="29" y="82"/>
                  <ns1:pt x="48" y="82"/>
                </ns1:cubicBezTo>
                <ns1:cubicBezTo>
                  <ns1:pt x="67" y="82"/>
                  <ns1:pt x="82" y="67"/>
                  <ns1:pt x="82" y="48"/>
                </ns1:cubicBezTo>
                <ns1:cubicBezTo>
                  <ns1:pt x="82" y="30"/>
                  <ns1:pt x="67" y="14"/>
                  <ns1:pt x="48" y="14"/>
                </ns1:cubicBezTo>
                <ns1:close/>
                <ns1:moveTo>
                  <ns1:pt x="72" y="52"/>
                </ns1:moveTo>
                <ns1:cubicBezTo>
                  <ns1:pt x="38" y="72"/>
                  <ns1:pt x="38" y="72"/>
                  <ns1:pt x="38" y="72"/>
                </ns1:cubicBezTo>
                <ns1:cubicBezTo>
                  <ns1:pt x="37" y="72"/>
                  <ns1:pt x="37" y="72"/>
                  <ns1:pt x="36" y="72"/>
                </ns1:cubicBezTo>
                <ns1:cubicBezTo>
                  <ns1:pt x="35" y="72"/>
                  <ns1:pt x="35" y="72"/>
                  <ns1:pt x="34" y="72"/>
                </ns1:cubicBezTo>
                <ns1:cubicBezTo>
                  <ns1:pt x="33" y="71"/>
                  <ns1:pt x="32" y="70"/>
                  <ns1:pt x="32" y="68"/>
                </ns1:cubicBezTo>
                <ns1:cubicBezTo>
                  <ns1:pt x="32" y="28"/>
                  <ns1:pt x="32" y="28"/>
                  <ns1:pt x="32" y="28"/>
                </ns1:cubicBezTo>
                <ns1:cubicBezTo>
                  <ns1:pt x="32" y="27"/>
                  <ns1:pt x="33" y="26"/>
                  <ns1:pt x="34" y="25"/>
                </ns1:cubicBezTo>
                <ns1:cubicBezTo>
                  <ns1:pt x="35" y="24"/>
                  <ns1:pt x="37" y="24"/>
                  <ns1:pt x="38" y="25"/>
                </ns1:cubicBezTo>
                <ns1:cubicBezTo>
                  <ns1:pt x="72" y="45"/>
                  <ns1:pt x="72" y="45"/>
                  <ns1:pt x="72" y="45"/>
                </ns1:cubicBezTo>
                <ns1:cubicBezTo>
                  <ns1:pt x="73" y="46"/>
                  <ns1:pt x="74" y="47"/>
                  <ns1:pt x="74" y="48"/>
                </ns1:cubicBezTo>
                <ns1:cubicBezTo>
                  <ns1:pt x="74" y="50"/>
                  <ns1:pt x="73" y="51"/>
                  <ns1:pt x="72" y="52"/>
                </ns1:cubicBezTo>
                <ns1:close/>
              </ns1:path>
            </ns1:pathLst>
          </ns1:custGeom>
          <ns1:solidFill>
            <ns1:srgbClr val="010101"/>
          </ns1:solidFill>
          <ns1:ln>
            <ns1:noFill/>
          </ns1:ln>
          <ns1:extLst>
            <ns1:ext uri="{91240B29-F687-4F45-9708-019B960494DF}">
              <ns2:hiddenLine w="9525">
                <ns1:solidFill>
                  <ns1:srgbClr val="000000"/>
                </ns1:solidFill>
                <ns1:round/>
                <ns1:headEnd/>
                <ns1:tailEnd/>
              </ns2:hiddenLine>
            </ns1:ext>
          </ns1:extLst>
        </ns0:spPr>
        <ns0:txBody>
          <ns1:bodyPr vert="horz" wrap="square" lIns="91440" tIns="45720" rIns="91440" bIns="45720" numCol="1" anchor="t" anchorCtr="0" compatLnSpc="1">
            <ns1:prstTxWarp prst="textNoShape">
              <ns1:avLst/>
            </ns1:prstTxWarp>
          </ns1:bodyPr>
          <ns1:lstStyle/>
          <ns1:p>
            <ns1:endParaRPr lang="en-US" sz="2700"/>
          </ns1:p>
        </ns0:txBody>
      </ns0:sp>
      <ns0:sp>
        <ns0:nvSpPr>
          <ns0:cNvPr id="85" name="Freeform 83"/>
          <ns0:cNvSpPr>
            <ns1:spLocks/>
          </ns0:cNvSpPr>
          <ns0:nvPr/>
        </ns0:nvSpPr>
        <ns0:spPr bwMode="auto">
          <ns1:xfrm>
            <ns1:off x="10104439" y="1374777"/>
            <ns1:ext cx="360363" cy="360363"/>
          </ns1:xfrm>
          <ns1:custGeom>
            <ns1:avLst/>
            <ns1:gdLst>
              <ns1:gd name="T0" fmla="*/ 96 w 96"/>
              <ns1:gd name="T1" fmla="*/ 36 h 96"/>
              <ns1:gd name="T2" fmla="*/ 92 w 96"/>
              <ns1:gd name="T3" fmla="*/ 40 h 96"/>
              <ns1:gd name="T4" fmla="*/ 64 w 96"/>
              <ns1:gd name="T5" fmla="*/ 40 h 96"/>
              <ns1:gd name="T6" fmla="*/ 60 w 96"/>
              <ns1:gd name="T7" fmla="*/ 38 h 96"/>
              <ns1:gd name="T8" fmla="*/ 61 w 96"/>
              <ns1:gd name="T9" fmla="*/ 34 h 96"/>
              <ns1:gd name="T10" fmla="*/ 70 w 96"/>
              <ns1:gd name="T11" fmla="*/ 25 h 96"/>
              <ns1:gd name="T12" fmla="*/ 48 w 96"/>
              <ns1:gd name="T13" fmla="*/ 16 h 96"/>
              <ns1:gd name="T14" fmla="*/ 16 w 96"/>
              <ns1:gd name="T15" fmla="*/ 48 h 96"/>
              <ns1:gd name="T16" fmla="*/ 48 w 96"/>
              <ns1:gd name="T17" fmla="*/ 80 h 96"/>
              <ns1:gd name="T18" fmla="*/ 73 w 96"/>
              <ns1:gd name="T19" fmla="*/ 68 h 96"/>
              <ns1:gd name="T20" fmla="*/ 75 w 96"/>
              <ns1:gd name="T21" fmla="*/ 67 h 96"/>
              <ns1:gd name="T22" fmla="*/ 76 w 96"/>
              <ns1:gd name="T23" fmla="*/ 68 h 96"/>
              <ns1:gd name="T24" fmla="*/ 85 w 96"/>
              <ns1:gd name="T25" fmla="*/ 76 h 96"/>
              <ns1:gd name="T26" fmla="*/ 85 w 96"/>
              <ns1:gd name="T27" fmla="*/ 79 h 96"/>
              <ns1:gd name="T28" fmla="*/ 48 w 96"/>
              <ns1:gd name="T29" fmla="*/ 96 h 96"/>
              <ns1:gd name="T30" fmla="*/ 0 w 96"/>
              <ns1:gd name="T31" fmla="*/ 48 h 96"/>
              <ns1:gd name="T32" fmla="*/ 48 w 96"/>
              <ns1:gd name="T33" fmla="*/ 0 h 96"/>
              <ns1:gd name="T34" fmla="*/ 81 w 96"/>
              <ns1:gd name="T35" fmla="*/ 14 h 96"/>
              <ns1:gd name="T36" fmla="*/ 89 w 96"/>
              <ns1:gd name="T37" fmla="*/ 6 h 96"/>
              <ns1:gd name="T38" fmla="*/ 93 w 96"/>
              <ns1:gd name="T39" fmla="*/ 5 h 96"/>
              <ns1:gd name="T40" fmla="*/ 96 w 96"/>
              <ns1:gd name="T41" fmla="*/ 8 h 96"/>
              <ns1:gd name="T42" fmla="*/ 96 w 96"/>
              <ns1:gd name="T43" fmla="*/ 36 h 96"/>
            </ns1:gdLst>
            <ns1:ahLst/>
            <ns1:cxnLst>
              <ns1:cxn ang="0">
                <ns1:pos x="T0" y="T1"/>
              </ns1:cxn>
              <ns1:cxn ang="0">
                <ns1:pos x="T2" y="T3"/>
              </ns1:cxn>
              <ns1:cxn ang="0">
                <ns1:pos x="T4" y="T5"/>
              </ns1:cxn>
              <ns1:cxn ang="0">
                <ns1:pos x="T6" y="T7"/>
              </ns1:cxn>
              <ns1:cxn ang="0">
                <ns1:pos x="T8" y="T9"/>
              </ns1:cxn>
              <ns1:cxn ang="0">
                <ns1:pos x="T10" y="T11"/>
              </ns1:cxn>
              <ns1:cxn ang="0">
                <ns1:pos x="T12" y="T13"/>
              </ns1:cxn>
              <ns1:cxn ang="0">
                <ns1:pos x="T14" y="T15"/>
              </ns1:cxn>
              <ns1:cxn ang="0">
                <ns1:pos x="T16" y="T17"/>
              </ns1:cxn>
              <ns1:cxn ang="0">
                <ns1:pos x="T18" y="T19"/>
              </ns1:cxn>
              <ns1:cxn ang="0">
                <ns1:pos x="T20" y="T21"/>
              </ns1:cxn>
              <ns1:cxn ang="0">
                <ns1:pos x="T22" y="T23"/>
              </ns1:cxn>
              <ns1:cxn ang="0">
                <ns1:pos x="T24" y="T25"/>
              </ns1:cxn>
              <ns1:cxn ang="0">
                <ns1:pos x="T26" y="T27"/>
              </ns1:cxn>
              <ns1:cxn ang="0">
                <ns1:pos x="T28" y="T29"/>
              </ns1:cxn>
              <ns1:cxn ang="0">
                <ns1:pos x="T30" y="T31"/>
              </ns1:cxn>
              <ns1:cxn ang="0">
                <ns1:pos x="T32" y="T33"/>
              </ns1:cxn>
              <ns1:cxn ang="0">
                <ns1:pos x="T34" y="T35"/>
              </ns1:cxn>
              <ns1:cxn ang="0">
                <ns1:pos x="T36" y="T37"/>
              </ns1:cxn>
              <ns1:cxn ang="0">
                <ns1:pos x="T38" y="T39"/>
              </ns1:cxn>
              <ns1:cxn ang="0">
                <ns1:pos x="T40" y="T41"/>
              </ns1:cxn>
              <ns1:cxn ang="0">
                <ns1:pos x="T42" y="T43"/>
              </ns1:cxn>
            </ns1:cxnLst>
            <ns1:rect l="0" t="0" r="r" b="b"/>
            <ns1:pathLst>
              <ns1:path w="96" h="96">
                <ns1:moveTo>
                  <ns1:pt x="96" y="36"/>
                </ns1:moveTo>
                <ns1:cubicBezTo>
                  <ns1:pt x="96" y="39"/>
                  <ns1:pt x="94" y="40"/>
                  <ns1:pt x="92" y="40"/>
                </ns1:cubicBezTo>
                <ns1:cubicBezTo>
                  <ns1:pt x="64" y="40"/>
                  <ns1:pt x="64" y="40"/>
                  <ns1:pt x="64" y="40"/>
                </ns1:cubicBezTo>
                <ns1:cubicBezTo>
                  <ns1:pt x="62" y="40"/>
                  <ns1:pt x="61" y="39"/>
                  <ns1:pt x="60" y="38"/>
                </ns1:cubicBezTo>
                <ns1:cubicBezTo>
                  <ns1:pt x="60" y="36"/>
                  <ns1:pt x="60" y="35"/>
                  <ns1:pt x="61" y="34"/>
                </ns1:cubicBezTo>
                <ns1:cubicBezTo>
                  <ns1:pt x="70" y="25"/>
                  <ns1:pt x="70" y="25"/>
                  <ns1:pt x="70" y="25"/>
                </ns1:cubicBezTo>
                <ns1:cubicBezTo>
                  <ns1:pt x="64" y="20"/>
                  <ns1:pt x="56" y="16"/>
                  <ns1:pt x="48" y="16"/>
                </ns1:cubicBezTo>
                <ns1:cubicBezTo>
                  <ns1:pt x="30" y="16"/>
                  <ns1:pt x="16" y="31"/>
                  <ns1:pt x="16" y="48"/>
                </ns1:cubicBezTo>
                <ns1:cubicBezTo>
                  <ns1:pt x="16" y="66"/>
                  <ns1:pt x="30" y="80"/>
                  <ns1:pt x="48" y="80"/>
                </ns1:cubicBezTo>
                <ns1:cubicBezTo>
                  <ns1:pt x="58" y="80"/>
                  <ns1:pt x="67" y="76"/>
                  <ns1:pt x="73" y="68"/>
                </ns1:cubicBezTo>
                <ns1:cubicBezTo>
                  <ns1:pt x="73" y="68"/>
                  <ns1:pt x="74" y="67"/>
                  <ns1:pt x="75" y="67"/>
                </ns1:cubicBezTo>
                <ns1:cubicBezTo>
                  <ns1:pt x="75" y="67"/>
                  <ns1:pt x="76" y="67"/>
                  <ns1:pt x="76" y="68"/>
                </ns1:cubicBezTo>
                <ns1:cubicBezTo>
                  <ns1:pt x="85" y="76"/>
                  <ns1:pt x="85" y="76"/>
                  <ns1:pt x="85" y="76"/>
                </ns1:cubicBezTo>
                <ns1:cubicBezTo>
                  <ns1:pt x="85" y="77"/>
                  <ns1:pt x="85" y="78"/>
                  <ns1:pt x="85" y="79"/>
                </ns1:cubicBezTo>
                <ns1:cubicBezTo>
                  <ns1:pt x="76" y="90"/>
                  <ns1:pt x="62" y="96"/>
                  <ns1:pt x="48" y="96"/>
                </ns1:cubicBezTo>
                <ns1:cubicBezTo>
                  <ns1:pt x="22" y="96"/>
                  <ns1:pt x="0" y="75"/>
                  <ns1:pt x="0" y="48"/>
                </ns1:cubicBezTo>
                <ns1:cubicBezTo>
                  <ns1:pt x="0" y="22"/>
                  <ns1:pt x="22" y="0"/>
                  <ns1:pt x="48" y="0"/>
                </ns1:cubicBezTo>
                <ns1:cubicBezTo>
                  <ns1:pt x="60" y="0"/>
                  <ns1:pt x="72" y="5"/>
                  <ns1:pt x="81" y="14"/>
                </ns1:cubicBezTo>
                <ns1:cubicBezTo>
                  <ns1:pt x="89" y="6"/>
                  <ns1:pt x="89" y="6"/>
                  <ns1:pt x="89" y="6"/>
                </ns1:cubicBezTo>
                <ns1:cubicBezTo>
                  <ns1:pt x="90" y="4"/>
                  <ns1:pt x="92" y="4"/>
                  <ns1:pt x="93" y="5"/>
                </ns1:cubicBezTo>
                <ns1:cubicBezTo>
                  <ns1:pt x="95" y="5"/>
                  <ns1:pt x="96" y="7"/>
                  <ns1:pt x="96" y="8"/>
                </ns1:cubicBezTo>
                <ns1:lnTo>
                  <ns1:pt x="96" y="36"/>
                </ns1:lnTo>
                <ns1:close/>
              </ns1:path>
            </ns1:pathLst>
          </ns1:custGeom>
          <ns1:solidFill>
            <ns1:srgbClr val="010101"/>
          </ns1:solidFill>
          <ns1:ln>
            <ns1:noFill/>
          </ns1:ln>
          <ns1:extLst>
            <ns1:ext uri="{91240B29-F687-4F45-9708-019B960494DF}">
              <ns2:hiddenLine w="9525">
                <ns1:solidFill>
                  <ns1:srgbClr val="000000"/>
                </ns1:solidFill>
                <ns1:round/>
                <ns1:headEnd/>
                <ns1:tailEnd/>
              </ns2:hiddenLine>
            </ns1:ext>
          </ns1:extLst>
        </ns0:spPr>
        <ns0:txBody>
          <ns1:bodyPr vert="horz" wrap="square" lIns="91440" tIns="45720" rIns="91440" bIns="45720" numCol="1" anchor="t" anchorCtr="0" compatLnSpc="1">
            <ns1:prstTxWarp prst="textNoShape">
              <ns1:avLst/>
            </ns1:prstTxWarp>
          </ns1:bodyPr>
          <ns1:lstStyle/>
          <ns1:p>
            <ns1:endParaRPr lang="en-US" sz="2700"/>
          </ns1:p>
        </ns0:txBody>
      </ns0:sp>
      <ns0:sp>
        <ns0:nvSpPr>
          <ns0:cNvPr id="86" name="Freeform 84"/>
          <ns0:cNvSpPr>
            <ns1:spLocks noEditPoints="1"/>
          </ns0:cNvSpPr>
          <ns0:nvPr/>
        </ns0:nvSpPr>
        <ns0:spPr bwMode="auto">
          <ns1:xfrm>
            <ns1:off x="10706102" y="1344614"/>
            <ns1:ext cx="449263" cy="390525"/>
          </ns1:xfrm>
          <ns1:custGeom>
            <ns1:avLst/>
            <ns1:gdLst>
              <ns1:gd name="T0" fmla="*/ 120 w 120"/>
              <ns1:gd name="T1" fmla="*/ 32 h 104"/>
              <ns1:gd name="T2" fmla="*/ 120 w 120"/>
              <ns1:gd name="T3" fmla="*/ 88 h 104"/>
              <ns1:gd name="T4" fmla="*/ 104 w 120"/>
              <ns1:gd name="T5" fmla="*/ 104 h 104"/>
              <ns1:gd name="T6" fmla="*/ 16 w 120"/>
              <ns1:gd name="T7" fmla="*/ 104 h 104"/>
              <ns1:gd name="T8" fmla="*/ 0 w 120"/>
              <ns1:gd name="T9" fmla="*/ 88 h 104"/>
              <ns1:gd name="T10" fmla="*/ 0 w 120"/>
              <ns1:gd name="T11" fmla="*/ 32 h 104"/>
              <ns1:gd name="T12" fmla="*/ 16 w 120"/>
              <ns1:gd name="T13" fmla="*/ 16 h 104"/>
              <ns1:gd name="T14" fmla="*/ 30 w 120"/>
              <ns1:gd name="T15" fmla="*/ 16 h 104"/>
              <ns1:gd name="T16" fmla="*/ 33 w 120"/>
              <ns1:gd name="T17" fmla="*/ 8 h 104"/>
              <ns1:gd name="T18" fmla="*/ 44 w 120"/>
              <ns1:gd name="T19" fmla="*/ 0 h 104"/>
              <ns1:gd name="T20" fmla="*/ 76 w 120"/>
              <ns1:gd name="T21" fmla="*/ 0 h 104"/>
              <ns1:gd name="T22" fmla="*/ 87 w 120"/>
              <ns1:gd name="T23" fmla="*/ 8 h 104"/>
              <ns1:gd name="T24" fmla="*/ 90 w 120"/>
              <ns1:gd name="T25" fmla="*/ 16 h 104"/>
              <ns1:gd name="T26" fmla="*/ 104 w 120"/>
              <ns1:gd name="T27" fmla="*/ 16 h 104"/>
              <ns1:gd name="T28" fmla="*/ 120 w 120"/>
              <ns1:gd name="T29" fmla="*/ 32 h 104"/>
              <ns1:gd name="T30" fmla="*/ 88 w 120"/>
              <ns1:gd name="T31" fmla="*/ 60 h 104"/>
              <ns1:gd name="T32" fmla="*/ 60 w 120"/>
              <ns1:gd name="T33" fmla="*/ 32 h 104"/>
              <ns1:gd name="T34" fmla="*/ 32 w 120"/>
              <ns1:gd name="T35" fmla="*/ 60 h 104"/>
              <ns1:gd name="T36" fmla="*/ 60 w 120"/>
              <ns1:gd name="T37" fmla="*/ 88 h 104"/>
              <ns1:gd name="T38" fmla="*/ 88 w 120"/>
              <ns1:gd name="T39" fmla="*/ 60 h 104"/>
              <ns1:gd name="T40" fmla="*/ 78 w 120"/>
              <ns1:gd name="T41" fmla="*/ 60 h 104"/>
              <ns1:gd name="T42" fmla="*/ 60 w 120"/>
              <ns1:gd name="T43" fmla="*/ 78 h 104"/>
              <ns1:gd name="T44" fmla="*/ 42 w 120"/>
              <ns1:gd name="T45" fmla="*/ 60 h 104"/>
              <ns1:gd name="T46" fmla="*/ 60 w 120"/>
              <ns1:gd name="T47" fmla="*/ 42 h 104"/>
              <ns1:gd name="T48" fmla="*/ 78 w 120"/>
              <ns1:gd name="T49" fmla="*/ 60 h 104"/>
            </ns1:gdLst>
            <ns1:ahLst/>
            <ns1:cxnLst>
              <ns1:cxn ang="0">
                <ns1:pos x="T0" y="T1"/>
              </ns1:cxn>
              <ns1:cxn ang="0">
                <ns1:pos x="T2" y="T3"/>
              </ns1:cxn>
              <ns1:cxn ang="0">
                <ns1:pos x="T4" y="T5"/>
              </ns1:cxn>
              <ns1:cxn ang="0">
                <ns1:pos x="T6" y="T7"/>
              </ns1:cxn>
              <ns1:cxn ang="0">
                <ns1:pos x="T8" y="T9"/>
              </ns1:cxn>
              <ns1:cxn ang="0">
                <ns1:pos x="T10" y="T11"/>
              </ns1:cxn>
              <ns1:cxn ang="0">
                <ns1:pos x="T12" y="T13"/>
              </ns1:cxn>
              <ns1:cxn ang="0">
                <ns1:pos x="T14" y="T15"/>
              </ns1:cxn>
              <ns1:cxn ang="0">
                <ns1:pos x="T16" y="T17"/>
              </ns1:cxn>
              <ns1:cxn ang="0">
                <ns1:pos x="T18" y="T19"/>
              </ns1:cxn>
              <ns1:cxn ang="0">
                <ns1:pos x="T20" y="T21"/>
              </ns1:cxn>
              <ns1:cxn ang="0">
                <ns1:pos x="T22" y="T23"/>
              </ns1:cxn>
              <ns1:cxn ang="0">
                <ns1:pos x="T24" y="T25"/>
              </ns1:cxn>
              <ns1:cxn ang="0">
                <ns1:pos x="T26" y="T27"/>
              </ns1:cxn>
              <ns1:cxn ang="0">
                <ns1:pos x="T28" y="T29"/>
              </ns1:cxn>
              <ns1:cxn ang="0">
                <ns1:pos x="T30" y="T31"/>
              </ns1:cxn>
              <ns1:cxn ang="0">
                <ns1:pos x="T32" y="T33"/>
              </ns1:cxn>
              <ns1:cxn ang="0">
                <ns1:pos x="T34" y="T35"/>
              </ns1:cxn>
              <ns1:cxn ang="0">
                <ns1:pos x="T36" y="T37"/>
              </ns1:cxn>
              <ns1:cxn ang="0">
                <ns1:pos x="T38" y="T39"/>
              </ns1:cxn>
              <ns1:cxn ang="0">
                <ns1:pos x="T40" y="T41"/>
              </ns1:cxn>
              <ns1:cxn ang="0">
                <ns1:pos x="T42" y="T43"/>
              </ns1:cxn>
              <ns1:cxn ang="0">
                <ns1:pos x="T44" y="T45"/>
              </ns1:cxn>
              <ns1:cxn ang="0">
                <ns1:pos x="T46" y="T47"/>
              </ns1:cxn>
              <ns1:cxn ang="0">
                <ns1:pos x="T48" y="T49"/>
              </ns1:cxn>
            </ns1:cxnLst>
            <ns1:rect l="0" t="0" r="r" b="b"/>
            <ns1:pathLst>
              <ns1:path w="120" h="104">
                <ns1:moveTo>
                  <ns1:pt x="120" y="32"/>
                </ns1:moveTo>
                <ns1:cubicBezTo>
                  <ns1:pt x="120" y="88"/>
                  <ns1:pt x="120" y="88"/>
                  <ns1:pt x="120" y="88"/>
                </ns1:cubicBezTo>
                <ns1:cubicBezTo>
                  <ns1:pt x="120" y="97"/>
                  <ns1:pt x="113" y="104"/>
                  <ns1:pt x="104" y="104"/>
                </ns1:cubicBezTo>
                <ns1:cubicBezTo>
                  <ns1:pt x="16" y="104"/>
                  <ns1:pt x="16" y="104"/>
                  <ns1:pt x="16" y="104"/>
                </ns1:cubicBezTo>
                <ns1:cubicBezTo>
                  <ns1:pt x="7" y="104"/>
                  <ns1:pt x="0" y="97"/>
                  <ns1:pt x="0" y="88"/>
                </ns1:cubicBezTo>
                <ns1:cubicBezTo>
                  <ns1:pt x="0" y="32"/>
                  <ns1:pt x="0" y="32"/>
                  <ns1:pt x="0" y="32"/>
                </ns1:cubicBezTo>
                <ns1:cubicBezTo>
                  <ns1:pt x="0" y="24"/>
                  <ns1:pt x="7" y="16"/>
                  <ns1:pt x="16" y="16"/>
                </ns1:cubicBezTo>
                <ns1:cubicBezTo>
                  <ns1:pt x="30" y="16"/>
                  <ns1:pt x="30" y="16"/>
                  <ns1:pt x="30" y="16"/>
                </ns1:cubicBezTo>
                <ns1:cubicBezTo>
                  <ns1:pt x="33" y="8"/>
                  <ns1:pt x="33" y="8"/>
                  <ns1:pt x="33" y="8"/>
                </ns1:cubicBezTo>
                <ns1:cubicBezTo>
                  <ns1:pt x="35" y="4"/>
                  <ns1:pt x="39" y="0"/>
                  <ns1:pt x="44" y="0"/>
                </ns1:cubicBezTo>
                <ns1:cubicBezTo>
                  <ns1:pt x="76" y="0"/>
                  <ns1:pt x="76" y="0"/>
                  <ns1:pt x="76" y="0"/>
                </ns1:cubicBezTo>
                <ns1:cubicBezTo>
                  <ns1:pt x="80" y="0"/>
                  <ns1:pt x="85" y="4"/>
                  <ns1:pt x="87" y="8"/>
                </ns1:cubicBezTo>
                <ns1:cubicBezTo>
                  <ns1:pt x="90" y="16"/>
                  <ns1:pt x="90" y="16"/>
                  <ns1:pt x="90" y="16"/>
                </ns1:cubicBezTo>
                <ns1:cubicBezTo>
                  <ns1:pt x="104" y="16"/>
                  <ns1:pt x="104" y="16"/>
                  <ns1:pt x="104" y="16"/>
                </ns1:cubicBezTo>
                <ns1:cubicBezTo>
                  <ns1:pt x="113" y="16"/>
                  <ns1:pt x="120" y="24"/>
                  <ns1:pt x="120" y="32"/>
                </ns1:cubicBezTo>
                <ns1:close/>
                <ns1:moveTo>
                  <ns1:pt x="88" y="60"/>
                </ns1:moveTo>
                <ns1:cubicBezTo>
                  <ns1:pt x="88" y="45"/>
                  <ns1:pt x="75" y="32"/>
                  <ns1:pt x="60" y="32"/>
                </ns1:cubicBezTo>
                <ns1:cubicBezTo>
                  <ns1:pt x="44" y="32"/>
                  <ns1:pt x="32" y="45"/>
                  <ns1:pt x="32" y="60"/>
                </ns1:cubicBezTo>
                <ns1:cubicBezTo>
                  <ns1:pt x="32" y="76"/>
                  <ns1:pt x="44" y="88"/>
                  <ns1:pt x="60" y="88"/>
                </ns1:cubicBezTo>
                <ns1:cubicBezTo>
                  <ns1:pt x="75" y="88"/>
                  <ns1:pt x="88" y="76"/>
                  <ns1:pt x="88" y="60"/>
                </ns1:cubicBezTo>
                <ns1:close/>
                <ns1:moveTo>
                  <ns1:pt x="78" y="60"/>
                </ns1:moveTo>
                <ns1:cubicBezTo>
                  <ns1:pt x="78" y="70"/>
                  <ns1:pt x="70" y="78"/>
                  <ns1:pt x="60" y="78"/>
                </ns1:cubicBezTo>
                <ns1:cubicBezTo>
                  <ns1:pt x="50" y="78"/>
                  <ns1:pt x="42" y="70"/>
                  <ns1:pt x="42" y="60"/>
                </ns1:cubicBezTo>
                <ns1:cubicBezTo>
                  <ns1:pt x="42" y="50"/>
                  <ns1:pt x="50" y="42"/>
                  <ns1:pt x="60" y="42"/>
                </ns1:cubicBezTo>
                <ns1:cubicBezTo>
                  <ns1:pt x="70" y="42"/>
                  <ns1:pt x="78" y="50"/>
                  <ns1:pt x="78" y="60"/>
                </ns1:cubicBezTo>
                <ns1:close/>
              </ns1:path>
            </ns1:pathLst>
          </ns1:custGeom>
          <ns1:solidFill>
            <ns1:srgbClr val="010101"/>
          </ns1:solidFill>
          <ns1:ln>
            <ns1:noFill/>
          </ns1:ln>
          <ns1:extLst>
            <ns1:ext uri="{91240B29-F687-4F45-9708-019B960494DF}">
              <ns2:hiddenLine w="9525">
                <ns1:solidFill>
                  <ns1:srgbClr val="000000"/>
                </ns1:solidFill>
                <ns1:round/>
                <ns1:headEnd/>
                <ns1:tailEnd/>
              </ns2:hiddenLine>
            </ns1:ext>
          </ns1:extLst>
        </ns0:spPr>
        <ns0:txBody>
          <ns1:bodyPr vert="horz" wrap="square" lIns="91440" tIns="45720" rIns="91440" bIns="45720" numCol="1" anchor="t" anchorCtr="0" compatLnSpc="1">
            <ns1:prstTxWarp prst="textNoShape">
              <ns1:avLst/>
            </ns1:prstTxWarp>
          </ns1:bodyPr>
          <ns1:lstStyle/>
          <ns1:p>
            <ns1:endParaRPr lang="en-US" sz="2700"/>
          </ns1:p>
        </ns0:txBody>
      </ns0:sp>
      <ns0:sp>
        <ns0:nvSpPr>
          <ns0:cNvPr id="87" name="Freeform 85"/>
          <ns0:cNvSpPr>
            <ns1:spLocks/>
          </ns0:cNvSpPr>
          <ns0:nvPr/>
        </ns0:nvSpPr>
        <ns0:spPr bwMode="auto">
          <ns1:xfrm>
            <ns1:off x="1039813" y="2152652"/>
            <ns1:ext cx="420688" cy="301625"/>
          </ns1:xfrm>
          <ns1:custGeom>
            <ns1:avLst/>
            <ns1:gdLst>
              <ns1:gd name="T0" fmla="*/ 112 w 112"/>
              <ns1:gd name="T1" fmla="*/ 74 h 80"/>
              <ns1:gd name="T2" fmla="*/ 109 w 112"/>
              <ns1:gd name="T3" fmla="*/ 78 h 80"/>
              <ns1:gd name="T4" fmla="*/ 108 w 112"/>
              <ns1:gd name="T5" fmla="*/ 78 h 80"/>
              <ns1:gd name="T6" fmla="*/ 105 w 112"/>
              <ns1:gd name="T7" fmla="*/ 77 h 80"/>
              <ns1:gd name="T8" fmla="*/ 80 w 112"/>
              <ns1:gd name="T9" fmla="*/ 52 h 80"/>
              <ns1:gd name="T10" fmla="*/ 80 w 112"/>
              <ns1:gd name="T11" fmla="*/ 62 h 80"/>
              <ns1:gd name="T12" fmla="*/ 62 w 112"/>
              <ns1:gd name="T13" fmla="*/ 80 h 80"/>
              <ns1:gd name="T14" fmla="*/ 18 w 112"/>
              <ns1:gd name="T15" fmla="*/ 80 h 80"/>
              <ns1:gd name="T16" fmla="*/ 0 w 112"/>
              <ns1:gd name="T17" fmla="*/ 62 h 80"/>
              <ns1:gd name="T18" fmla="*/ 0 w 112"/>
              <ns1:gd name="T19" fmla="*/ 18 h 80"/>
              <ns1:gd name="T20" fmla="*/ 18 w 112"/>
              <ns1:gd name="T21" fmla="*/ 0 h 80"/>
              <ns1:gd name="T22" fmla="*/ 62 w 112"/>
              <ns1:gd name="T23" fmla="*/ 0 h 80"/>
              <ns1:gd name="T24" fmla="*/ 80 w 112"/>
              <ns1:gd name="T25" fmla="*/ 18 h 80"/>
              <ns1:gd name="T26" fmla="*/ 80 w 112"/>
              <ns1:gd name="T27" fmla="*/ 29 h 80"/>
              <ns1:gd name="T28" fmla="*/ 105 w 112"/>
              <ns1:gd name="T29" fmla="*/ 3 h 80"/>
              <ns1:gd name="T30" fmla="*/ 108 w 112"/>
              <ns1:gd name="T31" fmla="*/ 2 h 80"/>
              <ns1:gd name="T32" fmla="*/ 109 w 112"/>
              <ns1:gd name="T33" fmla="*/ 3 h 80"/>
              <ns1:gd name="T34" fmla="*/ 112 w 112"/>
              <ns1:gd name="T35" fmla="*/ 6 h 80"/>
              <ns1:gd name="T36" fmla="*/ 112 w 112"/>
              <ns1:gd name="T37" fmla="*/ 74 h 80"/>
            </ns1:gdLst>
            <ns1:ahLst/>
            <ns1:cxnLst>
              <ns1:cxn ang="0">
                <ns1:pos x="T0" y="T1"/>
              </ns1:cxn>
              <ns1:cxn ang="0">
                <ns1:pos x="T2" y="T3"/>
              </ns1:cxn>
              <ns1:cxn ang="0">
                <ns1:pos x="T4" y="T5"/>
              </ns1:cxn>
              <ns1:cxn ang="0">
                <ns1:pos x="T6" y="T7"/>
              </ns1:cxn>
              <ns1:cxn ang="0">
                <ns1:pos x="T8" y="T9"/>
              </ns1:cxn>
              <ns1:cxn ang="0">
                <ns1:pos x="T10" y="T11"/>
              </ns1:cxn>
              <ns1:cxn ang="0">
                <ns1:pos x="T12" y="T13"/>
              </ns1:cxn>
              <ns1:cxn ang="0">
                <ns1:pos x="T14" y="T15"/>
              </ns1:cxn>
              <ns1:cxn ang="0">
                <ns1:pos x="T16" y="T17"/>
              </ns1:cxn>
              <ns1:cxn ang="0">
                <ns1:pos x="T18" y="T19"/>
              </ns1:cxn>
              <ns1:cxn ang="0">
                <ns1:pos x="T20" y="T21"/>
              </ns1:cxn>
              <ns1:cxn ang="0">
                <ns1:pos x="T22" y="T23"/>
              </ns1:cxn>
              <ns1:cxn ang="0">
                <ns1:pos x="T24" y="T25"/>
              </ns1:cxn>
              <ns1:cxn ang="0">
                <ns1:pos x="T26" y="T27"/>
              </ns1:cxn>
              <ns1:cxn ang="0">
                <ns1:pos x="T28" y="T29"/>
              </ns1:cxn>
              <ns1:cxn ang="0">
                <ns1:pos x="T30" y="T31"/>
              </ns1:cxn>
              <ns1:cxn ang="0">
                <ns1:pos x="T32" y="T33"/>
              </ns1:cxn>
              <ns1:cxn ang="0">
                <ns1:pos x="T34" y="T35"/>
              </ns1:cxn>
              <ns1:cxn ang="0">
                <ns1:pos x="T36" y="T37"/>
              </ns1:cxn>
            </ns1:cxnLst>
            <ns1:rect l="0" t="0" r="r" b="b"/>
            <ns1:pathLst>
              <ns1:path w="112" h="80">
                <ns1:moveTo>
                  <ns1:pt x="112" y="74"/>
                </ns1:moveTo>
                <ns1:cubicBezTo>
                  <ns1:pt x="112" y="76"/>
                  <ns1:pt x="111" y="77"/>
                  <ns1:pt x="109" y="78"/>
                </ns1:cubicBezTo>
                <ns1:cubicBezTo>
                  <ns1:pt x="109" y="78"/>
                  <ns1:pt x="108" y="78"/>
                  <ns1:pt x="108" y="78"/>
                </ns1:cubicBezTo>
                <ns1:cubicBezTo>
                  <ns1:pt x="106" y="78"/>
                  <ns1:pt x="105" y="78"/>
                  <ns1:pt x="105" y="77"/>
                </ns1:cubicBezTo>
                <ns1:cubicBezTo>
                  <ns1:pt x="80" y="52"/>
                  <ns1:pt x="80" y="52"/>
                  <ns1:pt x="80" y="52"/>
                </ns1:cubicBezTo>
                <ns1:cubicBezTo>
                  <ns1:pt x="80" y="62"/>
                  <ns1:pt x="80" y="62"/>
                  <ns1:pt x="80" y="62"/>
                </ns1:cubicBezTo>
                <ns1:cubicBezTo>
                  <ns1:pt x="80" y="72"/>
                  <ns1:pt x="72" y="80"/>
                  <ns1:pt x="62" y="80"/>
                </ns1:cubicBezTo>
                <ns1:cubicBezTo>
                  <ns1:pt x="18" y="80"/>
                  <ns1:pt x="18" y="80"/>
                  <ns1:pt x="18" y="80"/>
                </ns1:cubicBezTo>
                <ns1:cubicBezTo>
                  <ns1:pt x="8" y="80"/>
                  <ns1:pt x="0" y="72"/>
                  <ns1:pt x="0" y="62"/>
                </ns1:cubicBezTo>
                <ns1:cubicBezTo>
                  <ns1:pt x="0" y="18"/>
                  <ns1:pt x="0" y="18"/>
                  <ns1:pt x="0" y="18"/>
                </ns1:cubicBezTo>
                <ns1:cubicBezTo>
                  <ns1:pt x="0" y="8"/>
                  <ns1:pt x="8" y="0"/>
                  <ns1:pt x="18" y="0"/>
                </ns1:cubicBezTo>
                <ns1:cubicBezTo>
                  <ns1:pt x="62" y="0"/>
                  <ns1:pt x="62" y="0"/>
                  <ns1:pt x="62" y="0"/>
                </ns1:cubicBezTo>
                <ns1:cubicBezTo>
                  <ns1:pt x="72" y="0"/>
                  <ns1:pt x="80" y="8"/>
                  <ns1:pt x="80" y="18"/>
                </ns1:cubicBezTo>
                <ns1:cubicBezTo>
                  <ns1:pt x="80" y="29"/>
                  <ns1:pt x="80" y="29"/>
                  <ns1:pt x="80" y="29"/>
                </ns1:cubicBezTo>
                <ns1:cubicBezTo>
                  <ns1:pt x="105" y="3"/>
                  <ns1:pt x="105" y="3"/>
                  <ns1:pt x="105" y="3"/>
                </ns1:cubicBezTo>
                <ns1:cubicBezTo>
                  <ns1:pt x="105" y="3"/>
                  <ns1:pt x="106" y="2"/>
                  <ns1:pt x="108" y="2"/>
                </ns1:cubicBezTo>
                <ns1:cubicBezTo>
                  <ns1:pt x="108" y="2"/>
                  <ns1:pt x="109" y="2"/>
                  <ns1:pt x="109" y="3"/>
                </ns1:cubicBezTo>
                <ns1:cubicBezTo>
                  <ns1:pt x="111" y="3"/>
                  <ns1:pt x="112" y="5"/>
                  <ns1:pt x="112" y="6"/>
                </ns1:cubicBezTo>
                <ns1:lnTo>
                  <ns1:pt x="112" y="74"/>
                </ns1:lnTo>
                <ns1:close/>
              </ns1:path>
            </ns1:pathLst>
          </ns1:custGeom>
          <ns1:solidFill>
            <ns1:srgbClr val="010101"/>
          </ns1:solidFill>
          <ns1:ln>
            <ns1:noFill/>
          </ns1:ln>
          <ns1:extLst>
            <ns1:ext uri="{91240B29-F687-4F45-9708-019B960494DF}">
              <ns2:hiddenLine w="9525">
                <ns1:solidFill>
                  <ns1:srgbClr val="000000"/>
                </ns1:solidFill>
                <ns1:round/>
                <ns1:headEnd/>
                <ns1:tailEnd/>
              </ns2:hiddenLine>
            </ns1:ext>
          </ns1:extLst>
        </ns0:spPr>
        <ns0:txBody>
          <ns1:bodyPr vert="horz" wrap="square" lIns="91440" tIns="45720" rIns="91440" bIns="45720" numCol="1" anchor="t" anchorCtr="0" compatLnSpc="1">
            <ns1:prstTxWarp prst="textNoShape">
              <ns1:avLst/>
            </ns1:prstTxWarp>
          </ns1:bodyPr>
          <ns1:lstStyle/>
          <ns1:p>
            <ns1:endParaRPr lang="en-US" sz="2700"/>
          </ns1:p>
        </ns0:txBody>
      </ns0:sp>
      <ns0:sp>
        <ns0:nvSpPr>
          <ns0:cNvPr id="88" name="Freeform 86"/>
          <ns0:cNvSpPr>
            <ns1:spLocks noEditPoints="1"/>
          </ns0:cNvSpPr>
          <ns0:nvPr/>
        </ns0:nvSpPr>
        <ns0:spPr bwMode="auto">
          <ns1:xfrm>
            <ns1:off x="1716089" y="2122488"/>
            <ns1:ext cx="360363" cy="361950"/>
          </ns1:xfrm>
          <ns1:custGeom>
            <ns1:avLst/>
            <ns1:gdLst>
              <ns1:gd name="T0" fmla="*/ 94 w 96"/>
              <ns1:gd name="T1" fmla="*/ 59 h 96"/>
              <ns1:gd name="T2" fmla="*/ 47 w 96"/>
              <ns1:gd name="T3" fmla="*/ 96 h 96"/>
              <ns1:gd name="T4" fmla="*/ 15 w 96"/>
              <ns1:gd name="T5" fmla="*/ 83 h 96"/>
              <ns1:gd name="T6" fmla="*/ 7 w 96"/>
              <ns1:gd name="T7" fmla="*/ 91 h 96"/>
              <ns1:gd name="T8" fmla="*/ 4 w 96"/>
              <ns1:gd name="T9" fmla="*/ 92 h 96"/>
              <ns1:gd name="T10" fmla="*/ 0 w 96"/>
              <ns1:gd name="T11" fmla="*/ 88 h 96"/>
              <ns1:gd name="T12" fmla="*/ 0 w 96"/>
              <ns1:gd name="T13" fmla="*/ 60 h 96"/>
              <ns1:gd name="T14" fmla="*/ 4 w 96"/>
              <ns1:gd name="T15" fmla="*/ 56 h 96"/>
              <ns1:gd name="T16" fmla="*/ 32 w 96"/>
              <ns1:gd name="T17" fmla="*/ 56 h 96"/>
              <ns1:gd name="T18" fmla="*/ 36 w 96"/>
              <ns1:gd name="T19" fmla="*/ 60 h 96"/>
              <ns1:gd name="T20" fmla="*/ 34 w 96"/>
              <ns1:gd name="T21" fmla="*/ 63 h 96"/>
              <ns1:gd name="T22" fmla="*/ 26 w 96"/>
              <ns1:gd name="T23" fmla="*/ 72 h 96"/>
              <ns1:gd name="T24" fmla="*/ 48 w 96"/>
              <ns1:gd name="T25" fmla="*/ 80 h 96"/>
              <ns1:gd name="T26" fmla="*/ 75 w 96"/>
              <ns1:gd name="T27" fmla="*/ 65 h 96"/>
              <ns1:gd name="T28" fmla="*/ 78 w 96"/>
              <ns1:gd name="T29" fmla="*/ 58 h 96"/>
              <ns1:gd name="T30" fmla="*/ 80 w 96"/>
              <ns1:gd name="T31" fmla="*/ 56 h 96"/>
              <ns1:gd name="T32" fmla="*/ 92 w 96"/>
              <ns1:gd name="T33" fmla="*/ 56 h 96"/>
              <ns1:gd name="T34" fmla="*/ 94 w 96"/>
              <ns1:gd name="T35" fmla="*/ 58 h 96"/>
              <ns1:gd name="T36" fmla="*/ 94 w 96"/>
              <ns1:gd name="T37" fmla="*/ 59 h 96"/>
              <ns1:gd name="T38" fmla="*/ 96 w 96"/>
              <ns1:gd name="T39" fmla="*/ 36 h 96"/>
              <ns1:gd name="T40" fmla="*/ 92 w 96"/>
              <ns1:gd name="T41" fmla="*/ 40 h 96"/>
              <ns1:gd name="T42" fmla="*/ 64 w 96"/>
              <ns1:gd name="T43" fmla="*/ 40 h 96"/>
              <ns1:gd name="T44" fmla="*/ 60 w 96"/>
              <ns1:gd name="T45" fmla="*/ 36 h 96"/>
              <ns1:gd name="T46" fmla="*/ 61 w 96"/>
              <ns1:gd name="T47" fmla="*/ 33 h 96"/>
              <ns1:gd name="T48" fmla="*/ 69 w 96"/>
              <ns1:gd name="T49" fmla="*/ 25 h 96"/>
              <ns1:gd name="T50" fmla="*/ 48 w 96"/>
              <ns1:gd name="T51" fmla="*/ 16 h 96"/>
              <ns1:gd name="T52" fmla="*/ 20 w 96"/>
              <ns1:gd name="T53" fmla="*/ 31 h 96"/>
              <ns1:gd name="T54" fmla="*/ 17 w 96"/>
              <ns1:gd name="T55" fmla="*/ 39 h 96"/>
              <ns1:gd name="T56" fmla="*/ 15 w 96"/>
              <ns1:gd name="T57" fmla="*/ 40 h 96"/>
              <ns1:gd name="T58" fmla="*/ 3 w 96"/>
              <ns1:gd name="T59" fmla="*/ 40 h 96"/>
              <ns1:gd name="T60" fmla="*/ 1 w 96"/>
              <ns1:gd name="T61" fmla="*/ 38 h 96"/>
              <ns1:gd name="T62" fmla="*/ 1 w 96"/>
              <ns1:gd name="T63" fmla="*/ 38 h 96"/>
              <ns1:gd name="T64" fmla="*/ 48 w 96"/>
              <ns1:gd name="T65" fmla="*/ 0 h 96"/>
              <ns1:gd name="T66" fmla="*/ 81 w 96"/>
              <ns1:gd name="T67" fmla="*/ 14 h 96"/>
              <ns1:gd name="T68" fmla="*/ 89 w 96"/>
              <ns1:gd name="T69" fmla="*/ 5 h 96"/>
              <ns1:gd name="T70" fmla="*/ 92 w 96"/>
              <ns1:gd name="T71" fmla="*/ 4 h 96"/>
              <ns1:gd name="T72" fmla="*/ 96 w 96"/>
              <ns1:gd name="T73" fmla="*/ 8 h 96"/>
              <ns1:gd name="T74" fmla="*/ 96 w 96"/>
              <ns1:gd name="T75" fmla="*/ 36 h 96"/>
            </ns1:gdLst>
            <ns1:ahLst/>
            <ns1:cxnLst>
              <ns1:cxn ang="0">
                <ns1:pos x="T0" y="T1"/>
              </ns1:cxn>
              <ns1:cxn ang="0">
                <ns1:pos x="T2" y="T3"/>
              </ns1:cxn>
              <ns1:cxn ang="0">
                <ns1:pos x="T4" y="T5"/>
              </ns1:cxn>
              <ns1:cxn ang="0">
                <ns1:pos x="T6" y="T7"/>
              </ns1:cxn>
              <ns1:cxn ang="0">
                <ns1:pos x="T8" y="T9"/>
              </ns1:cxn>
              <ns1:cxn ang="0">
                <ns1:pos x="T10" y="T11"/>
              </ns1:cxn>
              <ns1:cxn ang="0">
                <ns1:pos x="T12" y="T13"/>
              </ns1:cxn>
              <ns1:cxn ang="0">
                <ns1:pos x="T14" y="T15"/>
              </ns1:cxn>
              <ns1:cxn ang="0">
                <ns1:pos x="T16" y="T17"/>
              </ns1:cxn>
              <ns1:cxn ang="0">
                <ns1:pos x="T18" y="T19"/>
              </ns1:cxn>
              <ns1:cxn ang="0">
                <ns1:pos x="T20" y="T21"/>
              </ns1:cxn>
              <ns1:cxn ang="0">
                <ns1:pos x="T22" y="T23"/>
              </ns1:cxn>
              <ns1:cxn ang="0">
                <ns1:pos x="T24" y="T25"/>
              </ns1:cxn>
              <ns1:cxn ang="0">
                <ns1:pos x="T26" y="T27"/>
              </ns1:cxn>
              <ns1:cxn ang="0">
                <ns1:pos x="T28" y="T29"/>
              </ns1:cxn>
              <ns1:cxn ang="0">
                <ns1:pos x="T30" y="T31"/>
              </ns1:cxn>
              <ns1:cxn ang="0">
                <ns1:pos x="T32" y="T33"/>
              </ns1:cxn>
              <ns1:cxn ang="0">
                <ns1:pos x="T34" y="T35"/>
              </ns1:cxn>
              <ns1:cxn ang="0">
                <ns1:pos x="T36" y="T37"/>
              </ns1:cxn>
              <ns1:cxn ang="0">
                <ns1:pos x="T38" y="T39"/>
              </ns1:cxn>
              <ns1:cxn ang="0">
                <ns1:pos x="T40" y="T41"/>
              </ns1:cxn>
              <ns1:cxn ang="0">
                <ns1:pos x="T42" y="T43"/>
              </ns1:cxn>
              <ns1:cxn ang="0">
                <ns1:pos x="T44" y="T45"/>
              </ns1:cxn>
              <ns1:cxn ang="0">
                <ns1:pos x="T46" y="T47"/>
              </ns1:cxn>
              <ns1:cxn ang="0">
                <ns1:pos x="T48" y="T49"/>
              </ns1:cxn>
              <ns1:cxn ang="0">
                <ns1:pos x="T50" y="T51"/>
              </ns1:cxn>
              <ns1:cxn ang="0">
                <ns1:pos x="T52" y="T53"/>
              </ns1:cxn>
              <ns1:cxn ang="0">
                <ns1:pos x="T54" y="T55"/>
              </ns1:cxn>
              <ns1:cxn ang="0">
                <ns1:pos x="T56" y="T57"/>
              </ns1:cxn>
              <ns1:cxn ang="0">
                <ns1:pos x="T58" y="T59"/>
              </ns1:cxn>
              <ns1:cxn ang="0">
                <ns1:pos x="T60" y="T61"/>
              </ns1:cxn>
              <ns1:cxn ang="0">
                <ns1:pos x="T62" y="T63"/>
              </ns1:cxn>
              <ns1:cxn ang="0">
                <ns1:pos x="T64" y="T65"/>
              </ns1:cxn>
              <ns1:cxn ang="0">
                <ns1:pos x="T66" y="T67"/>
              </ns1:cxn>
              <ns1:cxn ang="0">
                <ns1:pos x="T68" y="T69"/>
              </ns1:cxn>
              <ns1:cxn ang="0">
                <ns1:pos x="T70" y="T71"/>
              </ns1:cxn>
              <ns1:cxn ang="0">
                <ns1:pos x="T72" y="T73"/>
              </ns1:cxn>
              <ns1:cxn ang="0">
                <ns1:pos x="T74" y="T75"/>
              </ns1:cxn>
            </ns1:cxnLst>
            <ns1:rect l="0" t="0" r="r" b="b"/>
            <ns1:pathLst>
              <ns1:path w="96" h="96">
                <ns1:moveTo>
                  <ns1:pt x="94" y="59"/>
                </ns1:moveTo>
                <ns1:cubicBezTo>
                  <ns1:pt x="89" y="81"/>
                  <ns1:pt x="70" y="96"/>
                  <ns1:pt x="47" y="96"/>
                </ns1:cubicBezTo>
                <ns1:cubicBezTo>
                  <ns1:pt x="35" y="96"/>
                  <ns1:pt x="23" y="91"/>
                  <ns1:pt x="15" y="83"/>
                </ns1:cubicBezTo>
                <ns1:cubicBezTo>
                  <ns1:pt x="7" y="91"/>
                  <ns1:pt x="7" y="91"/>
                  <ns1:pt x="7" y="91"/>
                </ns1:cubicBezTo>
                <ns1:cubicBezTo>
                  <ns1:pt x="6" y="92"/>
                  <ns1:pt x="5" y="92"/>
                  <ns1:pt x="4" y="92"/>
                </ns1:cubicBezTo>
                <ns1:cubicBezTo>
                  <ns1:pt x="2" y="92"/>
                  <ns1:pt x="0" y="90"/>
                  <ns1:pt x="0" y="88"/>
                </ns1:cubicBezTo>
                <ns1:cubicBezTo>
                  <ns1:pt x="0" y="60"/>
                  <ns1:pt x="0" y="60"/>
                  <ns1:pt x="0" y="60"/>
                </ns1:cubicBezTo>
                <ns1:cubicBezTo>
                  <ns1:pt x="0" y="58"/>
                  <ns1:pt x="2" y="56"/>
                  <ns1:pt x="4" y="56"/>
                </ns1:cubicBezTo>
                <ns1:cubicBezTo>
                  <ns1:pt x="32" y="56"/>
                  <ns1:pt x="32" y="56"/>
                  <ns1:pt x="32" y="56"/>
                </ns1:cubicBezTo>
                <ns1:cubicBezTo>
                  <ns1:pt x="34" y="56"/>
                  <ns1:pt x="36" y="58"/>
                  <ns1:pt x="36" y="60"/>
                </ns1:cubicBezTo>
                <ns1:cubicBezTo>
                  <ns1:pt x="36" y="61"/>
                  <ns1:pt x="35" y="62"/>
                  <ns1:pt x="34" y="63"/>
                </ns1:cubicBezTo>
                <ns1:cubicBezTo>
                  <ns1:pt x="26" y="72"/>
                  <ns1:pt x="26" y="72"/>
                  <ns1:pt x="26" y="72"/>
                </ns1:cubicBezTo>
                <ns1:cubicBezTo>
                  <ns1:pt x="32" y="77"/>
                  <ns1:pt x="40" y="80"/>
                  <ns1:pt x="48" y="80"/>
                </ns1:cubicBezTo>
                <ns1:cubicBezTo>
                  <ns1:pt x="59" y="80"/>
                  <ns1:pt x="69" y="74"/>
                  <ns1:pt x="75" y="65"/>
                </ns1:cubicBezTo>
                <ns1:cubicBezTo>
                  <ns1:pt x="76" y="63"/>
                  <ns1:pt x="77" y="60"/>
                  <ns1:pt x="78" y="58"/>
                </ns1:cubicBezTo>
                <ns1:cubicBezTo>
                  <ns1:pt x="79" y="57"/>
                  <ns1:pt x="79" y="56"/>
                  <ns1:pt x="80" y="56"/>
                </ns1:cubicBezTo>
                <ns1:cubicBezTo>
                  <ns1:pt x="92" y="56"/>
                  <ns1:pt x="92" y="56"/>
                  <ns1:pt x="92" y="56"/>
                </ns1:cubicBezTo>
                <ns1:cubicBezTo>
                  <ns1:pt x="93" y="56"/>
                  <ns1:pt x="94" y="57"/>
                  <ns1:pt x="94" y="58"/>
                </ns1:cubicBezTo>
                <ns1:cubicBezTo>
                  <ns1:pt x="94" y="58"/>
                  <ns1:pt x="94" y="59"/>
                  <ns1:pt x="94" y="59"/>
                </ns1:cubicBezTo>
                <ns1:close/>
                <ns1:moveTo>
                  <ns1:pt x="96" y="36"/>
                </ns1:moveTo>
                <ns1:cubicBezTo>
                  <ns1:pt x="96" y="38"/>
                  <ns1:pt x="94" y="40"/>
                  <ns1:pt x="92" y="40"/>
                </ns1:cubicBezTo>
                <ns1:cubicBezTo>
                  <ns1:pt x="64" y="40"/>
                  <ns1:pt x="64" y="40"/>
                  <ns1:pt x="64" y="40"/>
                </ns1:cubicBezTo>
                <ns1:cubicBezTo>
                  <ns1:pt x="61" y="40"/>
                  <ns1:pt x="60" y="38"/>
                  <ns1:pt x="60" y="36"/>
                </ns1:cubicBezTo>
                <ns1:cubicBezTo>
                  <ns1:pt x="60" y="35"/>
                  <ns1:pt x="60" y="34"/>
                  <ns1:pt x="61" y="33"/>
                </ns1:cubicBezTo>
                <ns1:cubicBezTo>
                  <ns1:pt x="69" y="25"/>
                  <ns1:pt x="69" y="25"/>
                  <ns1:pt x="69" y="25"/>
                </ns1:cubicBezTo>
                <ns1:cubicBezTo>
                  <ns1:pt x="64" y="19"/>
                  <ns1:pt x="56" y="16"/>
                  <ns1:pt x="48" y="16"/>
                </ns1:cubicBezTo>
                <ns1:cubicBezTo>
                  <ns1:pt x="37" y="16"/>
                  <ns1:pt x="26" y="22"/>
                  <ns1:pt x="20" y="31"/>
                </ns1:cubicBezTo>
                <ns1:cubicBezTo>
                  <ns1:pt x="19" y="34"/>
                  <ns1:pt x="18" y="36"/>
                  <ns1:pt x="17" y="39"/>
                </ns1:cubicBezTo>
                <ns1:cubicBezTo>
                  <ns1:pt x="17" y="40"/>
                  <ns1:pt x="16" y="40"/>
                  <ns1:pt x="15" y="40"/>
                </ns1:cubicBezTo>
                <ns1:cubicBezTo>
                  <ns1:pt x="3" y="40"/>
                  <ns1:pt x="3" y="40"/>
                  <ns1:pt x="3" y="40"/>
                </ns1:cubicBezTo>
                <ns1:cubicBezTo>
                  <ns1:pt x="2" y="40"/>
                  <ns1:pt x="1" y="39"/>
                  <ns1:pt x="1" y="38"/>
                </ns1:cubicBezTo>
                <ns1:cubicBezTo>
                  <ns1:pt x="1" y="38"/>
                  <ns1:pt x="1" y="38"/>
                  <ns1:pt x="1" y="38"/>
                </ns1:cubicBezTo>
                <ns1:cubicBezTo>
                  <ns1:pt x="6" y="16"/>
                  <ns1:pt x="25" y="0"/>
                  <ns1:pt x="48" y="0"/>
                </ns1:cubicBezTo>
                <ns1:cubicBezTo>
                  <ns1:pt x="60" y="0"/>
                  <ns1:pt x="72" y="5"/>
                  <ns1:pt x="81" y="14"/>
                </ns1:cubicBezTo>
                <ns1:cubicBezTo>
                  <ns1:pt x="89" y="5"/>
                  <ns1:pt x="89" y="5"/>
                  <ns1:pt x="89" y="5"/>
                </ns1:cubicBezTo>
                <ns1:cubicBezTo>
                  <ns1:pt x="90" y="5"/>
                  <ns1:pt x="91" y="4"/>
                  <ns1:pt x="92" y="4"/>
                </ns1:cubicBezTo>
                <ns1:cubicBezTo>
                  <ns1:pt x="94" y="4"/>
                  <ns1:pt x="96" y="6"/>
                  <ns1:pt x="96" y="8"/>
                </ns1:cubicBezTo>
                <ns1:lnTo>
                  <ns1:pt x="96" y="36"/>
                </ns1:lnTo>
                <ns1:close/>
              </ns1:path>
            </ns1:pathLst>
          </ns1:custGeom>
          <ns1:solidFill>
            <ns1:srgbClr val="010101"/>
          </ns1:solidFill>
          <ns1:ln>
            <ns1:noFill/>
          </ns1:ln>
          <ns1:extLst>
            <ns1:ext uri="{91240B29-F687-4F45-9708-019B960494DF}">
              <ns2:hiddenLine w="9525">
                <ns1:solidFill>
                  <ns1:srgbClr val="000000"/>
                </ns1:solidFill>
                <ns1:round/>
                <ns1:headEnd/>
                <ns1:tailEnd/>
              </ns2:hiddenLine>
            </ns1:ext>
          </ns1:extLst>
        </ns0:spPr>
        <ns0:txBody>
          <ns1:bodyPr vert="horz" wrap="square" lIns="91440" tIns="45720" rIns="91440" bIns="45720" numCol="1" anchor="t" anchorCtr="0" compatLnSpc="1">
            <ns1:prstTxWarp prst="textNoShape">
              <ns1:avLst/>
            </ns1:prstTxWarp>
          </ns1:bodyPr>
          <ns1:lstStyle/>
          <ns1:p>
            <ns1:endParaRPr lang="en-US" sz="2700"/>
          </ns1:p>
        </ns0:txBody>
      </ns0:sp>
      <ns0:sp>
        <ns0:nvSpPr>
          <ns0:cNvPr id="89" name="Freeform 87"/>
          <ns0:cNvSpPr>
            <ns1:spLocks noEditPoints="1"/>
          </ns0:cNvSpPr>
          <ns0:nvPr/>
        </ns0:nvSpPr>
        <ns0:spPr bwMode="auto">
          <ns1:xfrm>
            <ns1:off x="2330452" y="2122488"/>
            <ns1:ext cx="417513" cy="331788"/>
          </ns1:xfrm>
          <ns1:custGeom>
            <ns1:avLst/>
            <ns1:gdLst>
              <ns1:gd name="T0" fmla="*/ 101 w 111"/>
              <ns1:gd name="T1" fmla="*/ 88 h 88"/>
              <ns1:gd name="T2" fmla="*/ 0 w 111"/>
              <ns1:gd name="T3" fmla="*/ 78 h 88"/>
              <ns1:gd name="T4" fmla="*/ 10 w 111"/>
              <ns1:gd name="T5" fmla="*/ 0 h 88"/>
              <ns1:gd name="T6" fmla="*/ 111 w 111"/>
              <ns1:gd name="T7" fmla="*/ 10 h 88"/>
              <ns1:gd name="T8" fmla="*/ 103 w 111"/>
              <ns1:gd name="T9" fmla="*/ 26 h 88"/>
              <ns1:gd name="T10" fmla="*/ 10 w 111"/>
              <ns1:gd name="T11" fmla="*/ 24 h 88"/>
              <ns1:gd name="T12" fmla="*/ 8 w 111"/>
              <ns1:gd name="T13" fmla="*/ 78 h 88"/>
              <ns1:gd name="T14" fmla="*/ 101 w 111"/>
              <ns1:gd name="T15" fmla="*/ 80 h 88"/>
              <ns1:gd name="T16" fmla="*/ 103 w 111"/>
              <ns1:gd name="T17" fmla="*/ 26 h 88"/>
              <ns1:gd name="T18" fmla="*/ 22 w 111"/>
              <ns1:gd name="T19" fmla="*/ 40 h 88"/>
              <ns1:gd name="T20" fmla="*/ 16 w 111"/>
              <ns1:gd name="T21" fmla="*/ 38 h 88"/>
              <ns1:gd name="T22" fmla="*/ 18 w 111"/>
              <ns1:gd name="T23" fmla="*/ 32 h 88"/>
              <ns1:gd name="T24" fmla="*/ 24 w 111"/>
              <ns1:gd name="T25" fmla="*/ 34 h 88"/>
              <ns1:gd name="T26" fmla="*/ 24 w 111"/>
              <ns1:gd name="T27" fmla="*/ 54 h 88"/>
              <ns1:gd name="T28" fmla="*/ 18 w 111"/>
              <ns1:gd name="T29" fmla="*/ 56 h 88"/>
              <ns1:gd name="T30" fmla="*/ 16 w 111"/>
              <ns1:gd name="T31" fmla="*/ 50 h 88"/>
              <ns1:gd name="T32" fmla="*/ 22 w 111"/>
              <ns1:gd name="T33" fmla="*/ 48 h 88"/>
              <ns1:gd name="T34" fmla="*/ 24 w 111"/>
              <ns1:gd name="T35" fmla="*/ 54 h 88"/>
              <ns1:gd name="T36" fmla="*/ 22 w 111"/>
              <ns1:gd name="T37" fmla="*/ 72 h 88"/>
              <ns1:gd name="T38" fmla="*/ 16 w 111"/>
              <ns1:gd name="T39" fmla="*/ 70 h 88"/>
              <ns1:gd name="T40" fmla="*/ 18 w 111"/>
              <ns1:gd name="T41" fmla="*/ 64 h 88"/>
              <ns1:gd name="T42" fmla="*/ 24 w 111"/>
              <ns1:gd name="T43" fmla="*/ 66 h 88"/>
              <ns1:gd name="T44" fmla="*/ 95 w 111"/>
              <ns1:gd name="T45" fmla="*/ 38 h 88"/>
              <ns1:gd name="T46" fmla="*/ 34 w 111"/>
              <ns1:gd name="T47" fmla="*/ 40 h 88"/>
              <ns1:gd name="T48" fmla="*/ 32 w 111"/>
              <ns1:gd name="T49" fmla="*/ 34 h 88"/>
              <ns1:gd name="T50" fmla="*/ 93 w 111"/>
              <ns1:gd name="T51" fmla="*/ 32 h 88"/>
              <ns1:gd name="T52" fmla="*/ 95 w 111"/>
              <ns1:gd name="T53" fmla="*/ 38 h 88"/>
              <ns1:gd name="T54" fmla="*/ 93 w 111"/>
              <ns1:gd name="T55" fmla="*/ 56 h 88"/>
              <ns1:gd name="T56" fmla="*/ 32 w 111"/>
              <ns1:gd name="T57" fmla="*/ 54 h 88"/>
              <ns1:gd name="T58" fmla="*/ 34 w 111"/>
              <ns1:gd name="T59" fmla="*/ 48 h 88"/>
              <ns1:gd name="T60" fmla="*/ 95 w 111"/>
              <ns1:gd name="T61" fmla="*/ 50 h 88"/>
              <ns1:gd name="T62" fmla="*/ 95 w 111"/>
              <ns1:gd name="T63" fmla="*/ 70 h 88"/>
              <ns1:gd name="T64" fmla="*/ 34 w 111"/>
              <ns1:gd name="T65" fmla="*/ 72 h 88"/>
              <ns1:gd name="T66" fmla="*/ 32 w 111"/>
              <ns1:gd name="T67" fmla="*/ 66 h 88"/>
              <ns1:gd name="T68" fmla="*/ 93 w 111"/>
              <ns1:gd name="T69" fmla="*/ 64 h 88"/>
              <ns1:gd name="T70" fmla="*/ 95 w 111"/>
              <ns1:gd name="T71" fmla="*/ 70 h 88"/>
            </ns1:gdLst>
            <ns1:ahLst/>
            <ns1:cxnLst>
              <ns1:cxn ang="0">
                <ns1:pos x="T0" y="T1"/>
              </ns1:cxn>
              <ns1:cxn ang="0">
                <ns1:pos x="T2" y="T3"/>
              </ns1:cxn>
              <ns1:cxn ang="0">
                <ns1:pos x="T4" y="T5"/>
              </ns1:cxn>
              <ns1:cxn ang="0">
                <ns1:pos x="T6" y="T7"/>
              </ns1:cxn>
              <ns1:cxn ang="0">
                <ns1:pos x="T8" y="T9"/>
              </ns1:cxn>
              <ns1:cxn ang="0">
                <ns1:pos x="T10" y="T11"/>
              </ns1:cxn>
              <ns1:cxn ang="0">
                <ns1:pos x="T12" y="T13"/>
              </ns1:cxn>
              <ns1:cxn ang="0">
                <ns1:pos x="T14" y="T15"/>
              </ns1:cxn>
              <ns1:cxn ang="0">
                <ns1:pos x="T16" y="T17"/>
              </ns1:cxn>
              <ns1:cxn ang="0">
                <ns1:pos x="T18" y="T19"/>
              </ns1:cxn>
              <ns1:cxn ang="0">
                <ns1:pos x="T20" y="T21"/>
              </ns1:cxn>
              <ns1:cxn ang="0">
                <ns1:pos x="T22" y="T23"/>
              </ns1:cxn>
              <ns1:cxn ang="0">
                <ns1:pos x="T24" y="T25"/>
              </ns1:cxn>
              <ns1:cxn ang="0">
                <ns1:pos x="T26" y="T27"/>
              </ns1:cxn>
              <ns1:cxn ang="0">
                <ns1:pos x="T28" y="T29"/>
              </ns1:cxn>
              <ns1:cxn ang="0">
                <ns1:pos x="T30" y="T31"/>
              </ns1:cxn>
              <ns1:cxn ang="0">
                <ns1:pos x="T32" y="T33"/>
              </ns1:cxn>
              <ns1:cxn ang="0">
                <ns1:pos x="T34" y="T35"/>
              </ns1:cxn>
              <ns1:cxn ang="0">
                <ns1:pos x="T36" y="T37"/>
              </ns1:cxn>
              <ns1:cxn ang="0">
                <ns1:pos x="T38" y="T39"/>
              </ns1:cxn>
              <ns1:cxn ang="0">
                <ns1:pos x="T40" y="T41"/>
              </ns1:cxn>
              <ns1:cxn ang="0">
                <ns1:pos x="T42" y="T43"/>
              </ns1:cxn>
              <ns1:cxn ang="0">
                <ns1:pos x="T44" y="T45"/>
              </ns1:cxn>
              <ns1:cxn ang="0">
                <ns1:pos x="T46" y="T47"/>
              </ns1:cxn>
              <ns1:cxn ang="0">
                <ns1:pos x="T48" y="T49"/>
              </ns1:cxn>
              <ns1:cxn ang="0">
                <ns1:pos x="T50" y="T51"/>
              </ns1:cxn>
              <ns1:cxn ang="0">
                <ns1:pos x="T52" y="T53"/>
              </ns1:cxn>
              <ns1:cxn ang="0">
                <ns1:pos x="T54" y="T55"/>
              </ns1:cxn>
              <ns1:cxn ang="0">
                <ns1:pos x="T56" y="T57"/>
              </ns1:cxn>
              <ns1:cxn ang="0">
                <ns1:pos x="T58" y="T59"/>
              </ns1:cxn>
              <ns1:cxn ang="0">
                <ns1:pos x="T60" y="T61"/>
              </ns1:cxn>
              <ns1:cxn ang="0">
                <ns1:pos x="T62" y="T63"/>
              </ns1:cxn>
              <ns1:cxn ang="0">
                <ns1:pos x="T64" y="T65"/>
              </ns1:cxn>
              <ns1:cxn ang="0">
                <ns1:pos x="T66" y="T67"/>
              </ns1:cxn>
              <ns1:cxn ang="0">
                <ns1:pos x="T68" y="T69"/>
              </ns1:cxn>
              <ns1:cxn ang="0">
                <ns1:pos x="T70" y="T71"/>
              </ns1:cxn>
            </ns1:cxnLst>
            <ns1:rect l="0" t="0" r="r" b="b"/>
            <ns1:pathLst>
              <ns1:path w="111" h="88">
                <ns1:moveTo>
                  <ns1:pt x="111" y="78"/>
                </ns1:moveTo>
                <ns1:cubicBezTo>
                  <ns1:pt x="111" y="84"/>
                  <ns1:pt x="107" y="88"/>
                  <ns1:pt x="101" y="88"/>
                </ns1:cubicBezTo>
                <ns1:cubicBezTo>
                  <ns1:pt x="10" y="88"/>
                  <ns1:pt x="10" y="88"/>
                  <ns1:pt x="10" y="88"/>
                </ns1:cubicBezTo>
                <ns1:cubicBezTo>
                  <ns1:pt x="4" y="88"/>
                  <ns1:pt x="0" y="84"/>
                  <ns1:pt x="0" y="78"/>
                </ns1:cubicBezTo>
                <ns1:cubicBezTo>
                  <ns1:pt x="0" y="10"/>
                  <ns1:pt x="0" y="10"/>
                  <ns1:pt x="0" y="10"/>
                </ns1:cubicBezTo>
                <ns1:cubicBezTo>
                  <ns1:pt x="0" y="5"/>
                  <ns1:pt x="4" y="0"/>
                  <ns1:pt x="10" y="0"/>
                </ns1:cubicBezTo>
                <ns1:cubicBezTo>
                  <ns1:pt x="101" y="0"/>
                  <ns1:pt x="101" y="0"/>
                  <ns1:pt x="101" y="0"/>
                </ns1:cubicBezTo>
                <ns1:cubicBezTo>
                  <ns1:pt x="107" y="0"/>
                  <ns1:pt x="111" y="5"/>
                  <ns1:pt x="111" y="10"/>
                </ns1:cubicBezTo>
                <ns1:lnTo>
                  <ns1:pt x="111" y="78"/>
                </ns1:lnTo>
                <ns1:close/>
                <ns1:moveTo>
                  <ns1:pt x="103" y="26"/>
                </ns1:moveTo>
                <ns1:cubicBezTo>
                  <ns1:pt x="103" y="25"/>
                  <ns1:pt x="103" y="24"/>
                  <ns1:pt x="101" y="24"/>
                </ns1:cubicBezTo>
                <ns1:cubicBezTo>
                  <ns1:pt x="10" y="24"/>
                  <ns1:pt x="10" y="24"/>
                  <ns1:pt x="10" y="24"/>
                </ns1:cubicBezTo>
                <ns1:cubicBezTo>
                  <ns1:pt x="8" y="24"/>
                  <ns1:pt x="8" y="25"/>
                  <ns1:pt x="8" y="26"/>
                </ns1:cubicBezTo>
                <ns1:cubicBezTo>
                  <ns1:pt x="8" y="78"/>
                  <ns1:pt x="8" y="78"/>
                  <ns1:pt x="8" y="78"/>
                </ns1:cubicBezTo>
                <ns1:cubicBezTo>
                  <ns1:pt x="8" y="79"/>
                  <ns1:pt x="8" y="80"/>
                  <ns1:pt x="10" y="80"/>
                </ns1:cubicBezTo>
                <ns1:cubicBezTo>
                  <ns1:pt x="101" y="80"/>
                  <ns1:pt x="101" y="80"/>
                  <ns1:pt x="101" y="80"/>
                </ns1:cubicBezTo>
                <ns1:cubicBezTo>
                  <ns1:pt x="103" y="80"/>
                  <ns1:pt x="103" y="79"/>
                  <ns1:pt x="103" y="78"/>
                </ns1:cubicBezTo>
                <ns1:lnTo>
                  <ns1:pt x="103" y="26"/>
                </ns1:lnTo>
                <ns1:close/>
                <ns1:moveTo>
                  <ns1:pt x="24" y="38"/>
                </ns1:moveTo>
                <ns1:cubicBezTo>
                  <ns1:pt x="24" y="39"/>
                  <ns1:pt x="23" y="40"/>
                  <ns1:pt x="22" y="40"/>
                </ns1:cubicBezTo>
                <ns1:cubicBezTo>
                  <ns1:pt x="18" y="40"/>
                  <ns1:pt x="18" y="40"/>
                  <ns1:pt x="18" y="40"/>
                </ns1:cubicBezTo>
                <ns1:cubicBezTo>
                  <ns1:pt x="16" y="40"/>
                  <ns1:pt x="16" y="39"/>
                  <ns1:pt x="16" y="38"/>
                </ns1:cubicBezTo>
                <ns1:cubicBezTo>
                  <ns1:pt x="16" y="34"/>
                  <ns1:pt x="16" y="34"/>
                  <ns1:pt x="16" y="34"/>
                </ns1:cubicBezTo>
                <ns1:cubicBezTo>
                  <ns1:pt x="16" y="33"/>
                  <ns1:pt x="16" y="32"/>
                  <ns1:pt x="18" y="32"/>
                </ns1:cubicBezTo>
                <ns1:cubicBezTo>
                  <ns1:pt x="22" y="32"/>
                  <ns1:pt x="22" y="32"/>
                  <ns1:pt x="22" y="32"/>
                </ns1:cubicBezTo>
                <ns1:cubicBezTo>
                  <ns1:pt x="23" y="32"/>
                  <ns1:pt x="24" y="33"/>
                  <ns1:pt x="24" y="34"/>
                </ns1:cubicBezTo>
                <ns1:lnTo>
                  <ns1:pt x="24" y="38"/>
                </ns1:lnTo>
                <ns1:close/>
                <ns1:moveTo>
                  <ns1:pt x="24" y="54"/>
                </ns1:moveTo>
                <ns1:cubicBezTo>
                  <ns1:pt x="24" y="55"/>
                  <ns1:pt x="23" y="56"/>
                  <ns1:pt x="22" y="56"/>
                </ns1:cubicBezTo>
                <ns1:cubicBezTo>
                  <ns1:pt x="18" y="56"/>
                  <ns1:pt x="18" y="56"/>
                  <ns1:pt x="18" y="56"/>
                </ns1:cubicBezTo>
                <ns1:cubicBezTo>
                  <ns1:pt x="16" y="56"/>
                  <ns1:pt x="16" y="55"/>
                  <ns1:pt x="16" y="54"/>
                </ns1:cubicBezTo>
                <ns1:cubicBezTo>
                  <ns1:pt x="16" y="50"/>
                  <ns1:pt x="16" y="50"/>
                  <ns1:pt x="16" y="50"/>
                </ns1:cubicBezTo>
                <ns1:cubicBezTo>
                  <ns1:pt x="16" y="49"/>
                  <ns1:pt x="16" y="48"/>
                  <ns1:pt x="18" y="48"/>
                </ns1:cubicBezTo>
                <ns1:cubicBezTo>
                  <ns1:pt x="22" y="48"/>
                  <ns1:pt x="22" y="48"/>
                  <ns1:pt x="22" y="48"/>
                </ns1:cubicBezTo>
                <ns1:cubicBezTo>
                  <ns1:pt x="23" y="48"/>
                  <ns1:pt x="24" y="49"/>
                  <ns1:pt x="24" y="50"/>
                </ns1:cubicBezTo>
                <ns1:lnTo>
                  <ns1:pt x="24" y="54"/>
                </ns1:lnTo>
                <ns1:close/>
                <ns1:moveTo>
                  <ns1:pt x="24" y="70"/>
                </ns1:moveTo>
                <ns1:cubicBezTo>
                  <ns1:pt x="24" y="71"/>
                  <ns1:pt x="23" y="72"/>
                  <ns1:pt x="22" y="72"/>
                </ns1:cubicBezTo>
                <ns1:cubicBezTo>
                  <ns1:pt x="18" y="72"/>
                  <ns1:pt x="18" y="72"/>
                  <ns1:pt x="18" y="72"/>
                </ns1:cubicBezTo>
                <ns1:cubicBezTo>
                  <ns1:pt x="16" y="72"/>
                  <ns1:pt x="16" y="71"/>
                  <ns1:pt x="16" y="70"/>
                </ns1:cubicBezTo>
                <ns1:cubicBezTo>
                  <ns1:pt x="16" y="66"/>
                  <ns1:pt x="16" y="66"/>
                  <ns1:pt x="16" y="66"/>
                </ns1:cubicBezTo>
                <ns1:cubicBezTo>
                  <ns1:pt x="16" y="65"/>
                  <ns1:pt x="16" y="64"/>
                  <ns1:pt x="18" y="64"/>
                </ns1:cubicBezTo>
                <ns1:cubicBezTo>
                  <ns1:pt x="22" y="64"/>
                  <ns1:pt x="22" y="64"/>
                  <ns1:pt x="22" y="64"/>
                </ns1:cubicBezTo>
                <ns1:cubicBezTo>
                  <ns1:pt x="23" y="64"/>
                  <ns1:pt x="24" y="65"/>
                  <ns1:pt x="24" y="66"/>
                </ns1:cubicBezTo>
                <ns1:lnTo>
                  <ns1:pt x="24" y="70"/>
                </ns1:lnTo>
                <ns1:close/>
                <ns1:moveTo>
                  <ns1:pt x="95" y="38"/>
                </ns1:moveTo>
                <ns1:cubicBezTo>
                  <ns1:pt x="95" y="39"/>
                  <ns1:pt x="95" y="40"/>
                  <ns1:pt x="93" y="40"/>
                </ns1:cubicBezTo>
                <ns1:cubicBezTo>
                  <ns1:pt x="34" y="40"/>
                  <ns1:pt x="34" y="40"/>
                  <ns1:pt x="34" y="40"/>
                </ns1:cubicBezTo>
                <ns1:cubicBezTo>
                  <ns1:pt x="32" y="40"/>
                  <ns1:pt x="32" y="39"/>
                  <ns1:pt x="32" y="38"/>
                </ns1:cubicBezTo>
                <ns1:cubicBezTo>
                  <ns1:pt x="32" y="34"/>
                  <ns1:pt x="32" y="34"/>
                  <ns1:pt x="32" y="34"/>
                </ns1:cubicBezTo>
                <ns1:cubicBezTo>
                  <ns1:pt x="32" y="33"/>
                  <ns1:pt x="32" y="32"/>
                  <ns1:pt x="34" y="32"/>
                </ns1:cubicBezTo>
                <ns1:cubicBezTo>
                  <ns1:pt x="93" y="32"/>
                  <ns1:pt x="93" y="32"/>
                  <ns1:pt x="93" y="32"/>
                </ns1:cubicBezTo>
                <ns1:cubicBezTo>
                  <ns1:pt x="95" y="32"/>
                  <ns1:pt x="95" y="33"/>
                  <ns1:pt x="95" y="34"/>
                </ns1:cubicBezTo>
                <ns1:lnTo>
                  <ns1:pt x="95" y="38"/>
                </ns1:lnTo>
                <ns1:close/>
                <ns1:moveTo>
                  <ns1:pt x="95" y="54"/>
                </ns1:moveTo>
                <ns1:cubicBezTo>
                  <ns1:pt x="95" y="55"/>
                  <ns1:pt x="95" y="56"/>
                  <ns1:pt x="93" y="56"/>
                </ns1:cubicBezTo>
                <ns1:cubicBezTo>
                  <ns1:pt x="34" y="56"/>
                  <ns1:pt x="34" y="56"/>
                  <ns1:pt x="34" y="56"/>
                </ns1:cubicBezTo>
                <ns1:cubicBezTo>
                  <ns1:pt x="32" y="56"/>
                  <ns1:pt x="32" y="55"/>
                  <ns1:pt x="32" y="54"/>
                </ns1:cubicBezTo>
                <ns1:cubicBezTo>
                  <ns1:pt x="32" y="50"/>
                  <ns1:pt x="32" y="50"/>
                  <ns1:pt x="32" y="50"/>
                </ns1:cubicBezTo>
                <ns1:cubicBezTo>
                  <ns1:pt x="32" y="49"/>
                  <ns1:pt x="32" y="48"/>
                  <ns1:pt x="34" y="48"/>
                </ns1:cubicBezTo>
                <ns1:cubicBezTo>
                  <ns1:pt x="93" y="48"/>
                  <ns1:pt x="93" y="48"/>
                  <ns1:pt x="93" y="48"/>
                </ns1:cubicBezTo>
                <ns1:cubicBezTo>
                  <ns1:pt x="95" y="48"/>
                  <ns1:pt x="95" y="49"/>
                  <ns1:pt x="95" y="50"/>
                </ns1:cubicBezTo>
                <ns1:lnTo>
                  <ns1:pt x="95" y="54"/>
                </ns1:lnTo>
                <ns1:close/>
                <ns1:moveTo>
                  <ns1:pt x="95" y="70"/>
                </ns1:moveTo>
                <ns1:cubicBezTo>
                  <ns1:pt x="95" y="71"/>
                  <ns1:pt x="95" y="72"/>
                  <ns1:pt x="93" y="72"/>
                </ns1:cubicBezTo>
                <ns1:cubicBezTo>
                  <ns1:pt x="34" y="72"/>
                  <ns1:pt x="34" y="72"/>
                  <ns1:pt x="34" y="72"/>
                </ns1:cubicBezTo>
                <ns1:cubicBezTo>
                  <ns1:pt x="32" y="72"/>
                  <ns1:pt x="32" y="71"/>
                  <ns1:pt x="32" y="70"/>
                </ns1:cubicBezTo>
                <ns1:cubicBezTo>
                  <ns1:pt x="32" y="66"/>
                  <ns1:pt x="32" y="66"/>
                  <ns1:pt x="32" y="66"/>
                </ns1:cubicBezTo>
                <ns1:cubicBezTo>
                  <ns1:pt x="32" y="65"/>
                  <ns1:pt x="32" y="64"/>
                  <ns1:pt x="34" y="64"/>
                </ns1:cubicBezTo>
                <ns1:cubicBezTo>
                  <ns1:pt x="93" y="64"/>
                  <ns1:pt x="93" y="64"/>
                  <ns1:pt x="93" y="64"/>
                </ns1:cubicBezTo>
                <ns1:cubicBezTo>
                  <ns1:pt x="95" y="64"/>
                  <ns1:pt x="95" y="65"/>
                  <ns1:pt x="95" y="66"/>
                </ns1:cubicBezTo>
                <ns1:lnTo>
                  <ns1:pt x="95" y="70"/>
                </ns1:lnTo>
                <ns1:close/>
              </ns1:path>
            </ns1:pathLst>
          </ns1:custGeom>
          <ns1:solidFill>
            <ns1:srgbClr val="010101"/>
          </ns1:solidFill>
          <ns1:ln>
            <ns1:noFill/>
          </ns1:ln>
          <ns1:extLst>
            <ns1:ext uri="{91240B29-F687-4F45-9708-019B960494DF}">
              <ns2:hiddenLine w="9525">
                <ns1:solidFill>
                  <ns1:srgbClr val="000000"/>
                </ns1:solidFill>
                <ns1:round/>
                <ns1:headEnd/>
                <ns1:tailEnd/>
              </ns2:hiddenLine>
            </ns1:ext>
          </ns1:extLst>
        </ns0:spPr>
        <ns0:txBody>
          <ns1:bodyPr vert="horz" wrap="square" lIns="91440" tIns="45720" rIns="91440" bIns="45720" numCol="1" anchor="t" anchorCtr="0" compatLnSpc="1">
            <ns1:prstTxWarp prst="textNoShape">
              <ns1:avLst/>
            </ns1:prstTxWarp>
          </ns1:bodyPr>
          <ns1:lstStyle/>
          <ns1:p>
            <ns1:endParaRPr lang="en-US" sz="2700"/>
          </ns1:p>
        </ns0:txBody>
      </ns0:sp>
      <ns0:sp>
        <ns0:nvSpPr>
          <ns0:cNvPr id="90" name="Freeform 88"/>
          <ns0:cNvSpPr>
            <ns1:spLocks noEditPoints="1"/>
          </ns0:cNvSpPr>
          <ns0:nvPr/>
        </ns0:nvSpPr>
        <ns0:spPr bwMode="auto">
          <ns1:xfrm>
            <ns1:off x="3051177" y="2122488"/>
            <ns1:ext cx="271463" cy="331788"/>
          </ns1:xfrm>
          <ns1:custGeom>
            <ns1:avLst/>
            <ns1:gdLst>
              <ns1:gd name="T0" fmla="*/ 72 w 72"/>
              <ns1:gd name="T1" fmla="*/ 82 h 88"/>
              <ns1:gd name="T2" fmla="*/ 66 w 72"/>
              <ns1:gd name="T3" fmla="*/ 88 h 88"/>
              <ns1:gd name="T4" fmla="*/ 6 w 72"/>
              <ns1:gd name="T5" fmla="*/ 88 h 88"/>
              <ns1:gd name="T6" fmla="*/ 0 w 72"/>
              <ns1:gd name="T7" fmla="*/ 82 h 88"/>
              <ns1:gd name="T8" fmla="*/ 0 w 72"/>
              <ns1:gd name="T9" fmla="*/ 46 h 88"/>
              <ns1:gd name="T10" fmla="*/ 6 w 72"/>
              <ns1:gd name="T11" fmla="*/ 40 h 88"/>
              <ns1:gd name="T12" fmla="*/ 8 w 72"/>
              <ns1:gd name="T13" fmla="*/ 40 h 88"/>
              <ns1:gd name="T14" fmla="*/ 8 w 72"/>
              <ns1:gd name="T15" fmla="*/ 28 h 88"/>
              <ns1:gd name="T16" fmla="*/ 36 w 72"/>
              <ns1:gd name="T17" fmla="*/ 0 h 88"/>
              <ns1:gd name="T18" fmla="*/ 64 w 72"/>
              <ns1:gd name="T19" fmla="*/ 28 h 88"/>
              <ns1:gd name="T20" fmla="*/ 64 w 72"/>
              <ns1:gd name="T21" fmla="*/ 40 h 88"/>
              <ns1:gd name="T22" fmla="*/ 66 w 72"/>
              <ns1:gd name="T23" fmla="*/ 40 h 88"/>
              <ns1:gd name="T24" fmla="*/ 72 w 72"/>
              <ns1:gd name="T25" fmla="*/ 46 h 88"/>
              <ns1:gd name="T26" fmla="*/ 72 w 72"/>
              <ns1:gd name="T27" fmla="*/ 82 h 88"/>
              <ns1:gd name="T28" fmla="*/ 52 w 72"/>
              <ns1:gd name="T29" fmla="*/ 40 h 88"/>
              <ns1:gd name="T30" fmla="*/ 52 w 72"/>
              <ns1:gd name="T31" fmla="*/ 28 h 88"/>
              <ns1:gd name="T32" fmla="*/ 36 w 72"/>
              <ns1:gd name="T33" fmla="*/ 12 h 88"/>
              <ns1:gd name="T34" fmla="*/ 20 w 72"/>
              <ns1:gd name="T35" fmla="*/ 28 h 88"/>
              <ns1:gd name="T36" fmla="*/ 20 w 72"/>
              <ns1:gd name="T37" fmla="*/ 40 h 88"/>
              <ns1:gd name="T38" fmla="*/ 52 w 72"/>
              <ns1:gd name="T39" fmla="*/ 40 h 88"/>
            </ns1:gdLst>
            <ns1:ahLst/>
            <ns1:cxnLst>
              <ns1:cxn ang="0">
                <ns1:pos x="T0" y="T1"/>
              </ns1:cxn>
              <ns1:cxn ang="0">
                <ns1:pos x="T2" y="T3"/>
              </ns1:cxn>
              <ns1:cxn ang="0">
                <ns1:pos x="T4" y="T5"/>
              </ns1:cxn>
              <ns1:cxn ang="0">
                <ns1:pos x="T6" y="T7"/>
              </ns1:cxn>
              <ns1:cxn ang="0">
                <ns1:pos x="T8" y="T9"/>
              </ns1:cxn>
              <ns1:cxn ang="0">
                <ns1:pos x="T10" y="T11"/>
              </ns1:cxn>
              <ns1:cxn ang="0">
                <ns1:pos x="T12" y="T13"/>
              </ns1:cxn>
              <ns1:cxn ang="0">
                <ns1:pos x="T14" y="T15"/>
              </ns1:cxn>
              <ns1:cxn ang="0">
                <ns1:pos x="T16" y="T17"/>
              </ns1:cxn>
              <ns1:cxn ang="0">
                <ns1:pos x="T18" y="T19"/>
              </ns1:cxn>
              <ns1:cxn ang="0">
                <ns1:pos x="T20" y="T21"/>
              </ns1:cxn>
              <ns1:cxn ang="0">
                <ns1:pos x="T22" y="T23"/>
              </ns1:cxn>
              <ns1:cxn ang="0">
                <ns1:pos x="T24" y="T25"/>
              </ns1:cxn>
              <ns1:cxn ang="0">
                <ns1:pos x="T26" y="T27"/>
              </ns1:cxn>
              <ns1:cxn ang="0">
                <ns1:pos x="T28" y="T29"/>
              </ns1:cxn>
              <ns1:cxn ang="0">
                <ns1:pos x="T30" y="T31"/>
              </ns1:cxn>
              <ns1:cxn ang="0">
                <ns1:pos x="T32" y="T33"/>
              </ns1:cxn>
              <ns1:cxn ang="0">
                <ns1:pos x="T34" y="T35"/>
              </ns1:cxn>
              <ns1:cxn ang="0">
                <ns1:pos x="T36" y="T37"/>
              </ns1:cxn>
              <ns1:cxn ang="0">
                <ns1:pos x="T38" y="T39"/>
              </ns1:cxn>
            </ns1:cxnLst>
            <ns1:rect l="0" t="0" r="r" b="b"/>
            <ns1:pathLst>
              <ns1:path w="72" h="88">
                <ns1:moveTo>
                  <ns1:pt x="72" y="82"/>
                </ns1:moveTo>
                <ns1:cubicBezTo>
                  <ns1:pt x="72" y="86"/>
                  <ns1:pt x="69" y="88"/>
                  <ns1:pt x="66" y="88"/>
                </ns1:cubicBezTo>
                <ns1:cubicBezTo>
                  <ns1:pt x="6" y="88"/>
                  <ns1:pt x="6" y="88"/>
                  <ns1:pt x="6" y="88"/>
                </ns1:cubicBezTo>
                <ns1:cubicBezTo>
                  <ns1:pt x="2" y="88"/>
                  <ns1:pt x="0" y="86"/>
                  <ns1:pt x="0" y="82"/>
                </ns1:cubicBezTo>
                <ns1:cubicBezTo>
                  <ns1:pt x="0" y="46"/>
                  <ns1:pt x="0" y="46"/>
                  <ns1:pt x="0" y="46"/>
                </ns1:cubicBezTo>
                <ns1:cubicBezTo>
                  <ns1:pt x="0" y="43"/>
                  <ns1:pt x="2" y="40"/>
                  <ns1:pt x="6" y="40"/>
                </ns1:cubicBezTo>
                <ns1:cubicBezTo>
                  <ns1:pt x="8" y="40"/>
                  <ns1:pt x="8" y="40"/>
                  <ns1:pt x="8" y="40"/>
                </ns1:cubicBezTo>
                <ns1:cubicBezTo>
                  <ns1:pt x="8" y="28"/>
                  <ns1:pt x="8" y="28"/>
                  <ns1:pt x="8" y="28"/>
                </ns1:cubicBezTo>
                <ns1:cubicBezTo>
                  <ns1:pt x="8" y="13"/>
                  <ns1:pt x="20" y="0"/>
                  <ns1:pt x="36" y="0"/>
                </ns1:cubicBezTo>
                <ns1:cubicBezTo>
                  <ns1:pt x="51" y="0"/>
                  <ns1:pt x="64" y="13"/>
                  <ns1:pt x="64" y="28"/>
                </ns1:cubicBezTo>
                <ns1:cubicBezTo>
                  <ns1:pt x="64" y="40"/>
                  <ns1:pt x="64" y="40"/>
                  <ns1:pt x="64" y="40"/>
                </ns1:cubicBezTo>
                <ns1:cubicBezTo>
                  <ns1:pt x="66" y="40"/>
                  <ns1:pt x="66" y="40"/>
                  <ns1:pt x="66" y="40"/>
                </ns1:cubicBezTo>
                <ns1:cubicBezTo>
                  <ns1:pt x="69" y="40"/>
                  <ns1:pt x="72" y="43"/>
                  <ns1:pt x="72" y="46"/>
                </ns1:cubicBezTo>
                <ns1:lnTo>
                  <ns1:pt x="72" y="82"/>
                </ns1:lnTo>
                <ns1:close/>
                <ns1:moveTo>
                  <ns1:pt x="52" y="40"/>
                </ns1:moveTo>
                <ns1:cubicBezTo>
                  <ns1:pt x="52" y="28"/>
                  <ns1:pt x="52" y="28"/>
                  <ns1:pt x="52" y="28"/>
                </ns1:cubicBezTo>
                <ns1:cubicBezTo>
                  <ns1:pt x="52" y="19"/>
                  <ns1:pt x="44" y="12"/>
                  <ns1:pt x="36" y="12"/>
                </ns1:cubicBezTo>
                <ns1:cubicBezTo>
                  <ns1:pt x="27" y="12"/>
                  <ns1:pt x="20" y="19"/>
                  <ns1:pt x="20" y="28"/>
                </ns1:cubicBezTo>
                <ns1:cubicBezTo>
                  <ns1:pt x="20" y="40"/>
                  <ns1:pt x="20" y="40"/>
                  <ns1:pt x="20" y="40"/>
                </ns1:cubicBezTo>
                <ns1:lnTo>
                  <ns1:pt x="52" y="40"/>
                </ns1:lnTo>
                <ns1:close/>
              </ns1:path>
            </ns1:pathLst>
          </ns1:custGeom>
          <ns1:solidFill>
            <ns1:srgbClr val="010101"/>
          </ns1:solidFill>
          <ns1:ln>
            <ns1:noFill/>
          </ns1:ln>
          <ns1:extLst>
            <ns1:ext uri="{91240B29-F687-4F45-9708-019B960494DF}">
              <ns2:hiddenLine w="9525">
                <ns1:solidFill>
                  <ns1:srgbClr val="000000"/>
                </ns1:solidFill>
                <ns1:round/>
                <ns1:headEnd/>
                <ns1:tailEnd/>
              </ns2:hiddenLine>
            </ns1:ext>
          </ns1:extLst>
        </ns0:spPr>
        <ns0:txBody>
          <ns1:bodyPr vert="horz" wrap="square" lIns="91440" tIns="45720" rIns="91440" bIns="45720" numCol="1" anchor="t" anchorCtr="0" compatLnSpc="1">
            <ns1:prstTxWarp prst="textNoShape">
              <ns1:avLst/>
            </ns1:prstTxWarp>
          </ns1:bodyPr>
          <ns1:lstStyle/>
          <ns1:p>
            <ns1:endParaRPr lang="en-US" sz="2700"/>
          </ns1:p>
        </ns0:txBody>
      </ns0:sp>
      <ns0:sp>
        <ns0:nvSpPr>
          <ns0:cNvPr id="91" name="Freeform 89"/>
          <ns0:cNvSpPr>
            <ns1:spLocks noEditPoints="1"/>
          </ns0:cNvSpPr>
          <ns0:nvPr/>
        </ns0:nvSpPr>
        <ns0:spPr bwMode="auto">
          <ns1:xfrm>
            <ns1:off x="3633789" y="2122488"/>
            <ns1:ext cx="404813" cy="361950"/>
          </ns1:xfrm>
          <ns1:custGeom>
            <ns1:avLst/>
            <ns1:gdLst>
              <ns1:gd name="T0" fmla="*/ 12 w 108"/>
              <ns1:gd name="T1" fmla="*/ 15 h 96"/>
              <ns1:gd name="T2" fmla="*/ 12 w 108"/>
              <ns1:gd name="T3" fmla="*/ 94 h 96"/>
              <ns1:gd name="T4" fmla="*/ 10 w 108"/>
              <ns1:gd name="T5" fmla="*/ 96 h 96"/>
              <ns1:gd name="T6" fmla="*/ 6 w 108"/>
              <ns1:gd name="T7" fmla="*/ 96 h 96"/>
              <ns1:gd name="T8" fmla="*/ 4 w 108"/>
              <ns1:gd name="T9" fmla="*/ 94 h 96"/>
              <ns1:gd name="T10" fmla="*/ 4 w 108"/>
              <ns1:gd name="T11" fmla="*/ 15 h 96"/>
              <ns1:gd name="T12" fmla="*/ 0 w 108"/>
              <ns1:gd name="T13" fmla="*/ 8 h 96"/>
              <ns1:gd name="T14" fmla="*/ 8 w 108"/>
              <ns1:gd name="T15" fmla="*/ 0 h 96"/>
              <ns1:gd name="T16" fmla="*/ 16 w 108"/>
              <ns1:gd name="T17" fmla="*/ 8 h 96"/>
              <ns1:gd name="T18" fmla="*/ 12 w 108"/>
              <ns1:gd name="T19" fmla="*/ 15 h 96"/>
              <ns1:gd name="T20" fmla="*/ 108 w 108"/>
              <ns1:gd name="T21" fmla="*/ 60 h 96"/>
              <ns1:gd name="T22" fmla="*/ 105 w 108"/>
              <ns1:gd name="T23" fmla="*/ 64 h 96"/>
              <ns1:gd name="T24" fmla="*/ 82 w 108"/>
              <ns1:gd name="T25" fmla="*/ 71 h 96"/>
              <ns1:gd name="T26" fmla="*/ 51 w 108"/>
              <ns1:gd name="T27" fmla="*/ 63 h 96"/>
              <ns1:gd name="T28" fmla="*/ 22 w 108"/>
              <ns1:gd name="T29" fmla="*/ 72 h 96"/>
              <ns1:gd name="T30" fmla="*/ 20 w 108"/>
              <ns1:gd name="T31" fmla="*/ 72 h 96"/>
              <ns1:gd name="T32" fmla="*/ 16 w 108"/>
              <ns1:gd name="T33" fmla="*/ 68 h 96"/>
              <ns1:gd name="T34" fmla="*/ 16 w 108"/>
              <ns1:gd name="T35" fmla="*/ 22 h 96"/>
              <ns1:gd name="T36" fmla="*/ 18 w 108"/>
              <ns1:gd name="T37" fmla="*/ 18 h 96"/>
              <ns1:gd name="T38" fmla="*/ 23 w 108"/>
              <ns1:gd name="T39" fmla="*/ 16 h 96"/>
              <ns1:gd name="T40" fmla="*/ 50 w 108"/>
              <ns1:gd name="T41" fmla="*/ 8 h 96"/>
              <ns1:gd name="T42" fmla="*/ 76 w 108"/>
              <ns1:gd name="T43" fmla="*/ 16 h 96"/>
              <ns1:gd name="T44" fmla="*/ 81 w 108"/>
              <ns1:gd name="T45" fmla="*/ 17 h 96"/>
              <ns1:gd name="T46" fmla="*/ 104 w 108"/>
              <ns1:gd name="T47" fmla="*/ 8 h 96"/>
              <ns1:gd name="T48" fmla="*/ 108 w 108"/>
              <ns1:gd name="T49" fmla="*/ 12 h 96"/>
              <ns1:gd name="T50" fmla="*/ 108 w 108"/>
              <ns1:gd name="T51" fmla="*/ 60 h 96"/>
            </ns1:gdLst>
            <ns1:ahLst/>
            <ns1:cxnLst>
              <ns1:cxn ang="0">
                <ns1:pos x="T0" y="T1"/>
              </ns1:cxn>
              <ns1:cxn ang="0">
                <ns1:pos x="T2" y="T3"/>
              </ns1:cxn>
              <ns1:cxn ang="0">
                <ns1:pos x="T4" y="T5"/>
              </ns1:cxn>
              <ns1:cxn ang="0">
                <ns1:pos x="T6" y="T7"/>
              </ns1:cxn>
              <ns1:cxn ang="0">
                <ns1:pos x="T8" y="T9"/>
              </ns1:cxn>
              <ns1:cxn ang="0">
                <ns1:pos x="T10" y="T11"/>
              </ns1:cxn>
              <ns1:cxn ang="0">
                <ns1:pos x="T12" y="T13"/>
              </ns1:cxn>
              <ns1:cxn ang="0">
                <ns1:pos x="T14" y="T15"/>
              </ns1:cxn>
              <ns1:cxn ang="0">
                <ns1:pos x="T16" y="T17"/>
              </ns1:cxn>
              <ns1:cxn ang="0">
                <ns1:pos x="T18" y="T19"/>
              </ns1:cxn>
              <ns1:cxn ang="0">
                <ns1:pos x="T20" y="T21"/>
              </ns1:cxn>
              <ns1:cxn ang="0">
                <ns1:pos x="T22" y="T23"/>
              </ns1:cxn>
              <ns1:cxn ang="0">
                <ns1:pos x="T24" y="T25"/>
              </ns1:cxn>
              <ns1:cxn ang="0">
                <ns1:pos x="T26" y="T27"/>
              </ns1:cxn>
              <ns1:cxn ang="0">
                <ns1:pos x="T28" y="T29"/>
              </ns1:cxn>
              <ns1:cxn ang="0">
                <ns1:pos x="T30" y="T31"/>
              </ns1:cxn>
              <ns1:cxn ang="0">
                <ns1:pos x="T32" y="T33"/>
              </ns1:cxn>
              <ns1:cxn ang="0">
                <ns1:pos x="T34" y="T35"/>
              </ns1:cxn>
              <ns1:cxn ang="0">
                <ns1:pos x="T36" y="T37"/>
              </ns1:cxn>
              <ns1:cxn ang="0">
                <ns1:pos x="T38" y="T39"/>
              </ns1:cxn>
              <ns1:cxn ang="0">
                <ns1:pos x="T40" y="T41"/>
              </ns1:cxn>
              <ns1:cxn ang="0">
                <ns1:pos x="T42" y="T43"/>
              </ns1:cxn>
              <ns1:cxn ang="0">
                <ns1:pos x="T44" y="T45"/>
              </ns1:cxn>
              <ns1:cxn ang="0">
                <ns1:pos x="T46" y="T47"/>
              </ns1:cxn>
              <ns1:cxn ang="0">
                <ns1:pos x="T48" y="T49"/>
              </ns1:cxn>
              <ns1:cxn ang="0">
                <ns1:pos x="T50" y="T51"/>
              </ns1:cxn>
            </ns1:cxnLst>
            <ns1:rect l="0" t="0" r="r" b="b"/>
            <ns1:pathLst>
              <ns1:path w="108" h="96">
                <ns1:moveTo>
                  <ns1:pt x="12" y="15"/>
                </ns1:moveTo>
                <ns1:cubicBezTo>
                  <ns1:pt x="12" y="94"/>
                  <ns1:pt x="12" y="94"/>
                  <ns1:pt x="12" y="94"/>
                </ns1:cubicBezTo>
                <ns1:cubicBezTo>
                  <ns1:pt x="12" y="95"/>
                  <ns1:pt x="11" y="96"/>
                  <ns1:pt x="10" y="96"/>
                </ns1:cubicBezTo>
                <ns1:cubicBezTo>
                  <ns1:pt x="6" y="96"/>
                  <ns1:pt x="6" y="96"/>
                  <ns1:pt x="6" y="96"/>
                </ns1:cubicBezTo>
                <ns1:cubicBezTo>
                  <ns1:pt x="5" y="96"/>
                  <ns1:pt x="4" y="95"/>
                  <ns1:pt x="4" y="94"/>
                </ns1:cubicBezTo>
                <ns1:cubicBezTo>
                  <ns1:pt x="4" y="15"/>
                  <ns1:pt x="4" y="15"/>
                  <ns1:pt x="4" y="15"/>
                </ns1:cubicBezTo>
                <ns1:cubicBezTo>
                  <ns1:pt x="2" y="14"/>
                  <ns1:pt x="0" y="11"/>
                  <ns1:pt x="0" y="8"/>
                </ns1:cubicBezTo>
                <ns1:cubicBezTo>
                  <ns1:pt x="0" y="4"/>
                  <ns1:pt x="4" y="0"/>
                  <ns1:pt x="8" y="0"/>
                </ns1:cubicBezTo>
                <ns1:cubicBezTo>
                  <ns1:pt x="13" y="0"/>
                  <ns1:pt x="16" y="4"/>
                  <ns1:pt x="16" y="8"/>
                </ns1:cubicBezTo>
                <ns1:cubicBezTo>
                  <ns1:pt x="16" y="11"/>
                  <ns1:pt x="15" y="14"/>
                  <ns1:pt x="12" y="15"/>
                </ns1:cubicBezTo>
                <ns1:close/>
                <ns1:moveTo>
                  <ns1:pt x="108" y="60"/>
                </ns1:moveTo>
                <ns1:cubicBezTo>
                  <ns1:pt x="108" y="62"/>
                  <ns1:pt x="107" y="63"/>
                  <ns1:pt x="105" y="64"/>
                </ns1:cubicBezTo>
                <ns1:cubicBezTo>
                  <ns1:pt x="98" y="68"/>
                  <ns1:pt x="90" y="71"/>
                  <ns1:pt x="82" y="71"/>
                </ns1:cubicBezTo>
                <ns1:cubicBezTo>
                  <ns1:pt x="71" y="71"/>
                  <ns1:pt x="65" y="63"/>
                  <ns1:pt x="51" y="63"/>
                </ns1:cubicBezTo>
                <ns1:cubicBezTo>
                  <ns1:pt x="41" y="63"/>
                  <ns1:pt x="31" y="67"/>
                  <ns1:pt x="22" y="72"/>
                </ns1:cubicBezTo>
                <ns1:cubicBezTo>
                  <ns1:pt x="22" y="72"/>
                  <ns1:pt x="21" y="72"/>
                  <ns1:pt x="20" y="72"/>
                </ns1:cubicBezTo>
                <ns1:cubicBezTo>
                  <ns1:pt x="18" y="72"/>
                  <ns1:pt x="16" y="70"/>
                  <ns1:pt x="16" y="68"/>
                </ns1:cubicBezTo>
                <ns1:cubicBezTo>
                  <ns1:pt x="16" y="22"/>
                  <ns1:pt x="16" y="22"/>
                  <ns1:pt x="16" y="22"/>
                </ns1:cubicBezTo>
                <ns1:cubicBezTo>
                  <ns1:pt x="16" y="20"/>
                  <ns1:pt x="17" y="19"/>
                  <ns1:pt x="18" y="18"/>
                </ns1:cubicBezTo>
                <ns1:cubicBezTo>
                  <ns1:pt x="20" y="17"/>
                  <ns1:pt x="22" y="17"/>
                  <ns1:pt x="23" y="16"/>
                </ns1:cubicBezTo>
                <ns1:cubicBezTo>
                  <ns1:pt x="31" y="12"/>
                  <ns1:pt x="41" y="8"/>
                  <ns1:pt x="50" y="8"/>
                </ns1:cubicBezTo>
                <ns1:cubicBezTo>
                  <ns1:pt x="59" y="8"/>
                  <ns1:pt x="67" y="12"/>
                  <ns1:pt x="76" y="16"/>
                </ns1:cubicBezTo>
                <ns1:cubicBezTo>
                  <ns1:pt x="77" y="16"/>
                  <ns1:pt x="79" y="17"/>
                  <ns1:pt x="81" y="17"/>
                </ns1:cubicBezTo>
                <ns1:cubicBezTo>
                  <ns1:pt x="91" y="17"/>
                  <ns1:pt x="102" y="8"/>
                  <ns1:pt x="104" y="8"/>
                </ns1:cubicBezTo>
                <ns1:cubicBezTo>
                  <ns1:pt x="106" y="8"/>
                  <ns1:pt x="108" y="10"/>
                  <ns1:pt x="108" y="12"/>
                </ns1:cubicBezTo>
                <ns1:lnTo>
                  <ns1:pt x="108" y="60"/>
                </ns1:lnTo>
                <ns1:close/>
              </ns1:path>
            </ns1:pathLst>
          </ns1:custGeom>
          <ns1:solidFill>
            <ns1:srgbClr val="010101"/>
          </ns1:solidFill>
          <ns1:ln>
            <ns1:noFill/>
          </ns1:ln>
          <ns1:extLst>
            <ns1:ext uri="{91240B29-F687-4F45-9708-019B960494DF}">
              <ns2:hiddenLine w="9525">
                <ns1:solidFill>
                  <ns1:srgbClr val="000000"/>
                </ns1:solidFill>
                <ns1:round/>
                <ns1:headEnd/>
                <ns1:tailEnd/>
              </ns2:hiddenLine>
            </ns1:ext>
          </ns1:extLst>
        </ns0:spPr>
        <ns0:txBody>
          <ns1:bodyPr vert="horz" wrap="square" lIns="91440" tIns="45720" rIns="91440" bIns="45720" numCol="1" anchor="t" anchorCtr="0" compatLnSpc="1">
            <ns1:prstTxWarp prst="textNoShape">
              <ns1:avLst/>
            </ns1:prstTxWarp>
          </ns1:bodyPr>
          <ns1:lstStyle/>
          <ns1:p>
            <ns1:endParaRPr lang="en-US" sz="2700"/>
          </ns1:p>
        </ns0:txBody>
      </ns0:sp>
      <ns0:sp>
        <ns0:nvSpPr>
          <ns0:cNvPr id="92" name="Freeform 90"/>
          <ns0:cNvSpPr>
            <ns1:spLocks/>
          </ns0:cNvSpPr>
          <ns0:nvPr/>
        </ns0:nvSpPr>
        <ns0:spPr bwMode="auto">
          <ns1:xfrm>
            <ns1:off x="4283077" y="2122488"/>
            <ns1:ext cx="390525" cy="331788"/>
          </ns1:xfrm>
          <ns1:custGeom>
            <ns1:avLst/>
            <ns1:gdLst>
              <ns1:gd name="T0" fmla="*/ 100 w 104"/>
              <ns1:gd name="T1" fmla="*/ 67 h 88"/>
              <ns1:gd name="T2" fmla="*/ 99 w 104"/>
              <ns1:gd name="T3" fmla="*/ 70 h 88"/>
              <ns1:gd name="T4" fmla="*/ 87 w 104"/>
              <ns1:gd name="T5" fmla="*/ 72 h 88"/>
              <ns1:gd name="T6" fmla="*/ 72 w 104"/>
              <ns1:gd name="T7" fmla="*/ 84 h 88"/>
              <ns1:gd name="T8" fmla="*/ 72 w 104"/>
              <ns1:gd name="T9" fmla="*/ 86 h 88"/>
              <ns1:gd name="T10" fmla="*/ 70 w 104"/>
              <ns1:gd name="T11" fmla="*/ 88 h 88"/>
              <ns1:gd name="T12" fmla="*/ 66 w 104"/>
              <ns1:gd name="T13" fmla="*/ 88 h 88"/>
              <ns1:gd name="T14" fmla="*/ 64 w 104"/>
              <ns1:gd name="T15" fmla="*/ 86 h 88"/>
              <ns1:gd name="T16" fmla="*/ 64 w 104"/>
              <ns1:gd name="T17" fmla="*/ 50 h 88"/>
              <ns1:gd name="T18" fmla="*/ 66 w 104"/>
              <ns1:gd name="T19" fmla="*/ 48 h 88"/>
              <ns1:gd name="T20" fmla="*/ 70 w 104"/>
              <ns1:gd name="T21" fmla="*/ 48 h 88"/>
              <ns1:gd name="T22" fmla="*/ 72 w 104"/>
              <ns1:gd name="T23" fmla="*/ 50 h 88"/>
              <ns1:gd name="T24" fmla="*/ 72 w 104"/>
              <ns1:gd name="T25" fmla="*/ 52 h 88"/>
              <ns1:gd name="T26" fmla="*/ 85 w 104"/>
              <ns1:gd name="T27" fmla="*/ 60 h 88"/>
              <ns1:gd name="T28" fmla="*/ 90 w 104"/>
              <ns1:gd name="T29" fmla="*/ 60 h 88"/>
              <ns1:gd name="T30" fmla="*/ 92 w 104"/>
              <ns1:gd name="T31" fmla="*/ 48 h 88"/>
              <ns1:gd name="T32" fmla="*/ 52 w 104"/>
              <ns1:gd name="T33" fmla="*/ 12 h 88"/>
              <ns1:gd name="T34" fmla="*/ 12 w 104"/>
              <ns1:gd name="T35" fmla="*/ 48 h 88"/>
              <ns1:gd name="T36" fmla="*/ 13 w 104"/>
              <ns1:gd name="T37" fmla="*/ 60 h 88"/>
              <ns1:gd name="T38" fmla="*/ 18 w 104"/>
              <ns1:gd name="T39" fmla="*/ 60 h 88"/>
              <ns1:gd name="T40" fmla="*/ 32 w 104"/>
              <ns1:gd name="T41" fmla="*/ 52 h 88"/>
              <ns1:gd name="T42" fmla="*/ 32 w 104"/>
              <ns1:gd name="T43" fmla="*/ 50 h 88"/>
              <ns1:gd name="T44" fmla="*/ 34 w 104"/>
              <ns1:gd name="T45" fmla="*/ 48 h 88"/>
              <ns1:gd name="T46" fmla="*/ 38 w 104"/>
              <ns1:gd name="T47" fmla="*/ 48 h 88"/>
              <ns1:gd name="T48" fmla="*/ 40 w 104"/>
              <ns1:gd name="T49" fmla="*/ 50 h 88"/>
              <ns1:gd name="T50" fmla="*/ 40 w 104"/>
              <ns1:gd name="T51" fmla="*/ 86 h 88"/>
              <ns1:gd name="T52" fmla="*/ 38 w 104"/>
              <ns1:gd name="T53" fmla="*/ 88 h 88"/>
              <ns1:gd name="T54" fmla="*/ 34 w 104"/>
              <ns1:gd name="T55" fmla="*/ 88 h 88"/>
              <ns1:gd name="T56" fmla="*/ 32 w 104"/>
              <ns1:gd name="T57" fmla="*/ 86 h 88"/>
              <ns1:gd name="T58" fmla="*/ 32 w 104"/>
              <ns1:gd name="T59" fmla="*/ 84 h 88"/>
              <ns1:gd name="T60" fmla="*/ 16 w 104"/>
              <ns1:gd name="T61" fmla="*/ 72 h 88"/>
              <ns1:gd name="T62" fmla="*/ 5 w 104"/>
              <ns1:gd name="T63" fmla="*/ 70 h 88"/>
              <ns1:gd name="T64" fmla="*/ 3 w 104"/>
              <ns1:gd name="T65" fmla="*/ 67 h 88"/>
              <ns1:gd name="T66" fmla="*/ 0 w 104"/>
              <ns1:gd name="T67" fmla="*/ 48 h 88"/>
              <ns1:gd name="T68" fmla="*/ 52 w 104"/>
              <ns1:gd name="T69" fmla="*/ 0 h 88"/>
              <ns1:gd name="T70" fmla="*/ 104 w 104"/>
              <ns1:gd name="T71" fmla="*/ 48 h 88"/>
              <ns1:gd name="T72" fmla="*/ 100 w 104"/>
              <ns1:gd name="T73" fmla="*/ 67 h 88"/>
            </ns1:gdLst>
            <ns1:ahLst/>
            <ns1:cxnLst>
              <ns1:cxn ang="0">
                <ns1:pos x="T0" y="T1"/>
              </ns1:cxn>
              <ns1:cxn ang="0">
                <ns1:pos x="T2" y="T3"/>
              </ns1:cxn>
              <ns1:cxn ang="0">
                <ns1:pos x="T4" y="T5"/>
              </ns1:cxn>
              <ns1:cxn ang="0">
                <ns1:pos x="T6" y="T7"/>
              </ns1:cxn>
              <ns1:cxn ang="0">
                <ns1:pos x="T8" y="T9"/>
              </ns1:cxn>
              <ns1:cxn ang="0">
                <ns1:pos x="T10" y="T11"/>
              </ns1:cxn>
              <ns1:cxn ang="0">
                <ns1:pos x="T12" y="T13"/>
              </ns1:cxn>
              <ns1:cxn ang="0">
                <ns1:pos x="T14" y="T15"/>
              </ns1:cxn>
              <ns1:cxn ang="0">
                <ns1:pos x="T16" y="T17"/>
              </ns1:cxn>
              <ns1:cxn ang="0">
                <ns1:pos x="T18" y="T19"/>
              </ns1:cxn>
              <ns1:cxn ang="0">
                <ns1:pos x="T20" y="T21"/>
              </ns1:cxn>
              <ns1:cxn ang="0">
                <ns1:pos x="T22" y="T23"/>
              </ns1:cxn>
              <ns1:cxn ang="0">
                <ns1:pos x="T24" y="T25"/>
              </ns1:cxn>
              <ns1:cxn ang="0">
                <ns1:pos x="T26" y="T27"/>
              </ns1:cxn>
              <ns1:cxn ang="0">
                <ns1:pos x="T28" y="T29"/>
              </ns1:cxn>
              <ns1:cxn ang="0">
                <ns1:pos x="T30" y="T31"/>
              </ns1:cxn>
              <ns1:cxn ang="0">
                <ns1:pos x="T32" y="T33"/>
              </ns1:cxn>
              <ns1:cxn ang="0">
                <ns1:pos x="T34" y="T35"/>
              </ns1:cxn>
              <ns1:cxn ang="0">
                <ns1:pos x="T36" y="T37"/>
              </ns1:cxn>
              <ns1:cxn ang="0">
                <ns1:pos x="T38" y="T39"/>
              </ns1:cxn>
              <ns1:cxn ang="0">
                <ns1:pos x="T40" y="T41"/>
              </ns1:cxn>
              <ns1:cxn ang="0">
                <ns1:pos x="T42" y="T43"/>
              </ns1:cxn>
              <ns1:cxn ang="0">
                <ns1:pos x="T44" y="T45"/>
              </ns1:cxn>
              <ns1:cxn ang="0">
                <ns1:pos x="T46" y="T47"/>
              </ns1:cxn>
              <ns1:cxn ang="0">
                <ns1:pos x="T48" y="T49"/>
              </ns1:cxn>
              <ns1:cxn ang="0">
                <ns1:pos x="T50" y="T51"/>
              </ns1:cxn>
              <ns1:cxn ang="0">
                <ns1:pos x="T52" y="T53"/>
              </ns1:cxn>
              <ns1:cxn ang="0">
                <ns1:pos x="T54" y="T55"/>
              </ns1:cxn>
              <ns1:cxn ang="0">
                <ns1:pos x="T56" y="T57"/>
              </ns1:cxn>
              <ns1:cxn ang="0">
                <ns1:pos x="T58" y="T59"/>
              </ns1:cxn>
              <ns1:cxn ang="0">
                <ns1:pos x="T60" y="T61"/>
              </ns1:cxn>
              <ns1:cxn ang="0">
                <ns1:pos x="T62" y="T63"/>
              </ns1:cxn>
              <ns1:cxn ang="0">
                <ns1:pos x="T64" y="T65"/>
              </ns1:cxn>
              <ns1:cxn ang="0">
                <ns1:pos x="T66" y="T67"/>
              </ns1:cxn>
              <ns1:cxn ang="0">
                <ns1:pos x="T68" y="T69"/>
              </ns1:cxn>
              <ns1:cxn ang="0">
                <ns1:pos x="T70" y="T71"/>
              </ns1:cxn>
              <ns1:cxn ang="0">
                <ns1:pos x="T72" y="T73"/>
              </ns1:cxn>
            </ns1:cxnLst>
            <ns1:rect l="0" t="0" r="r" b="b"/>
            <ns1:pathLst>
              <ns1:path w="104" h="88">
                <ns1:moveTo>
                  <ns1:pt x="100" y="67"/>
                </ns1:moveTo>
                <ns1:cubicBezTo>
                  <ns1:pt x="99" y="70"/>
                  <ns1:pt x="99" y="70"/>
                  <ns1:pt x="99" y="70"/>
                </ns1:cubicBezTo>
                <ns1:cubicBezTo>
                  <ns1:pt x="87" y="72"/>
                  <ns1:pt x="87" y="72"/>
                  <ns1:pt x="87" y="72"/>
                </ns1:cubicBezTo>
                <ns1:cubicBezTo>
                  <ns1:pt x="85" y="79"/>
                  <ns1:pt x="79" y="84"/>
                  <ns1:pt x="72" y="84"/>
                </ns1:cubicBezTo>
                <ns1:cubicBezTo>
                  <ns1:pt x="72" y="86"/>
                  <ns1:pt x="72" y="86"/>
                  <ns1:pt x="72" y="86"/>
                </ns1:cubicBezTo>
                <ns1:cubicBezTo>
                  <ns1:pt x="72" y="87"/>
                  <ns1:pt x="71" y="88"/>
                  <ns1:pt x="70" y="88"/>
                </ns1:cubicBezTo>
                <ns1:cubicBezTo>
                  <ns1:pt x="66" y="88"/>
                  <ns1:pt x="66" y="88"/>
                  <ns1:pt x="66" y="88"/>
                </ns1:cubicBezTo>
                <ns1:cubicBezTo>
                  <ns1:pt x="64" y="88"/>
                  <ns1:pt x="64" y="87"/>
                  <ns1:pt x="64" y="86"/>
                </ns1:cubicBezTo>
                <ns1:cubicBezTo>
                  <ns1:pt x="64" y="50"/>
                  <ns1:pt x="64" y="50"/>
                  <ns1:pt x="64" y="50"/>
                </ns1:cubicBezTo>
                <ns1:cubicBezTo>
                  <ns1:pt x="64" y="49"/>
                  <ns1:pt x="64" y="48"/>
                  <ns1:pt x="66" y="48"/>
                </ns1:cubicBezTo>
                <ns1:cubicBezTo>
                  <ns1:pt x="70" y="48"/>
                  <ns1:pt x="70" y="48"/>
                  <ns1:pt x="70" y="48"/>
                </ns1:cubicBezTo>
                <ns1:cubicBezTo>
                  <ns1:pt x="71" y="48"/>
                  <ns1:pt x="72" y="49"/>
                  <ns1:pt x="72" y="50"/>
                </ns1:cubicBezTo>
                <ns1:cubicBezTo>
                  <ns1:pt x="72" y="52"/>
                  <ns1:pt x="72" y="52"/>
                  <ns1:pt x="72" y="52"/>
                </ns1:cubicBezTo>
                <ns1:cubicBezTo>
                  <ns1:pt x="78" y="52"/>
                  <ns1:pt x="83" y="56"/>
                  <ns1:pt x="85" y="60"/>
                </ns1:cubicBezTo>
                <ns1:cubicBezTo>
                  <ns1:pt x="90" y="60"/>
                  <ns1:pt x="90" y="60"/>
                  <ns1:pt x="90" y="60"/>
                </ns1:cubicBezTo>
                <ns1:cubicBezTo>
                  <ns1:pt x="91" y="56"/>
                  <ns1:pt x="92" y="52"/>
                  <ns1:pt x="92" y="48"/>
                </ns1:cubicBezTo>
                <ns1:cubicBezTo>
                  <ns1:pt x="92" y="29"/>
                  <ns1:pt x="73" y="12"/>
                  <ns1:pt x="52" y="12"/>
                </ns1:cubicBezTo>
                <ns1:cubicBezTo>
                  <ns1:pt x="30" y="12"/>
                  <ns1:pt x="12" y="29"/>
                  <ns1:pt x="12" y="48"/>
                </ns1:cubicBezTo>
                <ns1:cubicBezTo>
                  <ns1:pt x="12" y="52"/>
                  <ns1:pt x="12" y="56"/>
                  <ns1:pt x="13" y="60"/>
                </ns1:cubicBezTo>
                <ns1:cubicBezTo>
                  <ns1:pt x="18" y="60"/>
                  <ns1:pt x="18" y="60"/>
                  <ns1:pt x="18" y="60"/>
                </ns1:cubicBezTo>
                <ns1:cubicBezTo>
                  <ns1:pt x="20" y="56"/>
                  <ns1:pt x="26" y="52"/>
                  <ns1:pt x="32" y="52"/>
                </ns1:cubicBezTo>
                <ns1:cubicBezTo>
                  <ns1:pt x="32" y="50"/>
                  <ns1:pt x="32" y="50"/>
                  <ns1:pt x="32" y="50"/>
                </ns1:cubicBezTo>
                <ns1:cubicBezTo>
                  <ns1:pt x="32" y="49"/>
                  <ns1:pt x="32" y="48"/>
                  <ns1:pt x="34" y="48"/>
                </ns1:cubicBezTo>
                <ns1:cubicBezTo>
                  <ns1:pt x="38" y="48"/>
                  <ns1:pt x="38" y="48"/>
                  <ns1:pt x="38" y="48"/>
                </ns1:cubicBezTo>
                <ns1:cubicBezTo>
                  <ns1:pt x="39" y="48"/>
                  <ns1:pt x="40" y="49"/>
                  <ns1:pt x="40" y="50"/>
                </ns1:cubicBezTo>
                <ns1:cubicBezTo>
                  <ns1:pt x="40" y="86"/>
                  <ns1:pt x="40" y="86"/>
                  <ns1:pt x="40" y="86"/>
                </ns1:cubicBezTo>
                <ns1:cubicBezTo>
                  <ns1:pt x="40" y="87"/>
                  <ns1:pt x="39" y="88"/>
                  <ns1:pt x="38" y="88"/>
                </ns1:cubicBezTo>
                <ns1:cubicBezTo>
                  <ns1:pt x="34" y="88"/>
                  <ns1:pt x="34" y="88"/>
                  <ns1:pt x="34" y="88"/>
                </ns1:cubicBezTo>
                <ns1:cubicBezTo>
                  <ns1:pt x="32" y="88"/>
                  <ns1:pt x="32" y="87"/>
                  <ns1:pt x="32" y="86"/>
                </ns1:cubicBezTo>
                <ns1:cubicBezTo>
                  <ns1:pt x="32" y="84"/>
                  <ns1:pt x="32" y="84"/>
                  <ns1:pt x="32" y="84"/>
                </ns1:cubicBezTo>
                <ns1:cubicBezTo>
                  <ns1:pt x="24" y="84"/>
                  <ns1:pt x="18" y="79"/>
                  <ns1:pt x="16" y="72"/>
                </ns1:cubicBezTo>
                <ns1:cubicBezTo>
                  <ns1:pt x="5" y="70"/>
                  <ns1:pt x="5" y="70"/>
                  <ns1:pt x="5" y="70"/>
                </ns1:cubicBezTo>
                <ns1:cubicBezTo>
                  <ns1:pt x="3" y="67"/>
                  <ns1:pt x="3" y="67"/>
                  <ns1:pt x="3" y="67"/>
                </ns1:cubicBezTo>
                <ns1:cubicBezTo>
                  <ns1:pt x="1" y="61"/>
                  <ns1:pt x="0" y="54"/>
                  <ns1:pt x="0" y="48"/>
                </ns1:cubicBezTo>
                <ns1:cubicBezTo>
                  <ns1:pt x="0" y="22"/>
                  <ns1:pt x="23" y="0"/>
                  <ns1:pt x="52" y="0"/>
                </ns1:cubicBezTo>
                <ns1:cubicBezTo>
                  <ns1:pt x="80" y="0"/>
                  <ns1:pt x="104" y="22"/>
                  <ns1:pt x="104" y="48"/>
                </ns1:cubicBezTo>
                <ns1:cubicBezTo>
                  <ns1:pt x="104" y="54"/>
                  <ns1:pt x="102" y="61"/>
                  <ns1:pt x="100" y="67"/>
                </ns1:cubicBezTo>
                <ns1:close/>
              </ns1:path>
            </ns1:pathLst>
          </ns1:custGeom>
          <ns1:solidFill>
            <ns1:srgbClr val="010101"/>
          </ns1:solidFill>
          <ns1:ln>
            <ns1:noFill/>
          </ns1:ln>
          <ns1:extLst>
            <ns1:ext uri="{91240B29-F687-4F45-9708-019B960494DF}">
              <ns2:hiddenLine w="9525">
                <ns1:solidFill>
                  <ns1:srgbClr val="000000"/>
                </ns1:solidFill>
                <ns1:round/>
                <ns1:headEnd/>
                <ns1:tailEnd/>
              </ns2:hiddenLine>
            </ns1:ext>
          </ns1:extLst>
        </ns0:spPr>
        <ns0:txBody>
          <ns1:bodyPr vert="horz" wrap="square" lIns="91440" tIns="45720" rIns="91440" bIns="45720" numCol="1" anchor="t" anchorCtr="0" compatLnSpc="1">
            <ns1:prstTxWarp prst="textNoShape">
              <ns1:avLst/>
            </ns1:prstTxWarp>
          </ns1:bodyPr>
          <ns1:lstStyle/>
          <ns1:p>
            <ns1:endParaRPr lang="en-US" sz="2700"/>
          </ns1:p>
        </ns0:txBody>
      </ns0:sp>
      <ns0:sp>
        <ns0:nvSpPr>
          <ns0:cNvPr id="93" name="Freeform 91"/>
          <ns0:cNvSpPr>
            <ns1:spLocks/>
          </ns0:cNvSpPr>
          <ns0:nvPr/>
        </ns0:nvSpPr>
        <ns0:spPr bwMode="auto">
          <ns1:xfrm>
            <ns1:off x="5033964" y="2160588"/>
            <ns1:ext cx="176213" cy="285750"/>
          </ns1:xfrm>
          <ns1:custGeom>
            <ns1:avLst/>
            <ns1:gdLst>
              <ns1:gd name="T0" fmla="*/ 47 w 47"/>
              <ns1:gd name="T1" fmla="*/ 72 h 76"/>
              <ns1:gd name="T2" fmla="*/ 43 w 47"/>
              <ns1:gd name="T3" fmla="*/ 76 h 76"/>
              <ns1:gd name="T4" fmla="*/ 41 w 47"/>
              <ns1:gd name="T5" fmla="*/ 75 h 76"/>
              <ns1:gd name="T6" fmla="*/ 20 w 47"/>
              <ns1:gd name="T7" fmla="*/ 54 h 76"/>
              <ns1:gd name="T8" fmla="*/ 3 w 47"/>
              <ns1:gd name="T9" fmla="*/ 54 h 76"/>
              <ns1:gd name="T10" fmla="*/ 0 w 47"/>
              <ns1:gd name="T11" fmla="*/ 50 h 76"/>
              <ns1:gd name="T12" fmla="*/ 0 w 47"/>
              <ns1:gd name="T13" fmla="*/ 26 h 76"/>
              <ns1:gd name="T14" fmla="*/ 3 w 47"/>
              <ns1:gd name="T15" fmla="*/ 22 h 76"/>
              <ns1:gd name="T16" fmla="*/ 20 w 47"/>
              <ns1:gd name="T17" fmla="*/ 22 h 76"/>
              <ns1:gd name="T18" fmla="*/ 41 w 47"/>
              <ns1:gd name="T19" fmla="*/ 1 h 76"/>
              <ns1:gd name="T20" fmla="*/ 43 w 47"/>
              <ns1:gd name="T21" fmla="*/ 0 h 76"/>
              <ns1:gd name="T22" fmla="*/ 47 w 47"/>
              <ns1:gd name="T23" fmla="*/ 4 h 76"/>
              <ns1:gd name="T24" fmla="*/ 47 w 47"/>
              <ns1:gd name="T25" fmla="*/ 72 h 76"/>
            </ns1:gdLst>
            <ns1:ahLst/>
            <ns1:cxnLst>
              <ns1:cxn ang="0">
                <ns1:pos x="T0" y="T1"/>
              </ns1:cxn>
              <ns1:cxn ang="0">
                <ns1:pos x="T2" y="T3"/>
              </ns1:cxn>
              <ns1:cxn ang="0">
                <ns1:pos x="T4" y="T5"/>
              </ns1:cxn>
              <ns1:cxn ang="0">
                <ns1:pos x="T6" y="T7"/>
              </ns1:cxn>
              <ns1:cxn ang="0">
                <ns1:pos x="T8" y="T9"/>
              </ns1:cxn>
              <ns1:cxn ang="0">
                <ns1:pos x="T10" y="T11"/>
              </ns1:cxn>
              <ns1:cxn ang="0">
                <ns1:pos x="T12" y="T13"/>
              </ns1:cxn>
              <ns1:cxn ang="0">
                <ns1:pos x="T14" y="T15"/>
              </ns1:cxn>
              <ns1:cxn ang="0">
                <ns1:pos x="T16" y="T17"/>
              </ns1:cxn>
              <ns1:cxn ang="0">
                <ns1:pos x="T18" y="T19"/>
              </ns1:cxn>
              <ns1:cxn ang="0">
                <ns1:pos x="T20" y="T21"/>
              </ns1:cxn>
              <ns1:cxn ang="0">
                <ns1:pos x="T22" y="T23"/>
              </ns1:cxn>
              <ns1:cxn ang="0">
                <ns1:pos x="T24" y="T25"/>
              </ns1:cxn>
            </ns1:cxnLst>
            <ns1:rect l="0" t="0" r="r" b="b"/>
            <ns1:pathLst>
              <ns1:path w="47" h="76">
                <ns1:moveTo>
                  <ns1:pt x="47" y="72"/>
                </ns1:moveTo>
                <ns1:cubicBezTo>
                  <ns1:pt x="47" y="74"/>
                  <ns1:pt x="46" y="76"/>
                  <ns1:pt x="43" y="76"/>
                </ns1:cubicBezTo>
                <ns1:cubicBezTo>
                  <ns1:pt x="42" y="76"/>
                  <ns1:pt x="41" y="76"/>
                  <ns1:pt x="41" y="75"/>
                </ns1:cubicBezTo>
                <ns1:cubicBezTo>
                  <ns1:pt x="20" y="54"/>
                  <ns1:pt x="20" y="54"/>
                  <ns1:pt x="20" y="54"/>
                </ns1:cubicBezTo>
                <ns1:cubicBezTo>
                  <ns1:pt x="3" y="54"/>
                  <ns1:pt x="3" y="54"/>
                  <ns1:pt x="3" y="54"/>
                </ns1:cubicBezTo>
                <ns1:cubicBezTo>
                  <ns1:pt x="1" y="54"/>
                  <ns1:pt x="0" y="52"/>
                  <ns1:pt x="0" y="50"/>
                </ns1:cubicBezTo>
                <ns1:cubicBezTo>
                  <ns1:pt x="0" y="26"/>
                  <ns1:pt x="0" y="26"/>
                  <ns1:pt x="0" y="26"/>
                </ns1:cubicBezTo>
                <ns1:cubicBezTo>
                  <ns1:pt x="0" y="24"/>
                  <ns1:pt x="1" y="22"/>
                  <ns1:pt x="3" y="22"/>
                </ns1:cubicBezTo>
                <ns1:cubicBezTo>
                  <ns1:pt x="20" y="22"/>
                  <ns1:pt x="20" y="22"/>
                  <ns1:pt x="20" y="22"/>
                </ns1:cubicBezTo>
                <ns1:cubicBezTo>
                  <ns1:pt x="41" y="1"/>
                  <ns1:pt x="41" y="1"/>
                  <ns1:pt x="41" y="1"/>
                </ns1:cubicBezTo>
                <ns1:cubicBezTo>
                  <ns1:pt x="41" y="1"/>
                  <ns1:pt x="42" y="0"/>
                  <ns1:pt x="43" y="0"/>
                </ns1:cubicBezTo>
                <ns1:cubicBezTo>
                  <ns1:pt x="46" y="0"/>
                  <ns1:pt x="47" y="2"/>
                  <ns1:pt x="47" y="4"/>
                </ns1:cubicBezTo>
                <ns1:lnTo>
                  <ns1:pt x="47" y="72"/>
                </ns1:lnTo>
                <ns1:close/>
              </ns1:path>
            </ns1:pathLst>
          </ns1:custGeom>
          <ns1:solidFill>
            <ns1:srgbClr val="010101"/>
          </ns1:solidFill>
          <ns1:ln>
            <ns1:noFill/>
          </ns1:ln>
          <ns1:extLst>
            <ns1:ext uri="{91240B29-F687-4F45-9708-019B960494DF}">
              <ns2:hiddenLine w="9525">
                <ns1:solidFill>
                  <ns1:srgbClr val="000000"/>
                </ns1:solidFill>
                <ns1:round/>
                <ns1:headEnd/>
                <ns1:tailEnd/>
              </ns2:hiddenLine>
            </ns1:ext>
          </ns1:extLst>
        </ns0:spPr>
        <ns0:txBody>
          <ns1:bodyPr vert="horz" wrap="square" lIns="91440" tIns="45720" rIns="91440" bIns="45720" numCol="1" anchor="t" anchorCtr="0" compatLnSpc="1">
            <ns1:prstTxWarp prst="textNoShape">
              <ns1:avLst/>
            </ns1:prstTxWarp>
          </ns1:bodyPr>
          <ns1:lstStyle/>
          <ns1:p>
            <ns1:endParaRPr lang="en-US" sz="2700"/>
          </ns1:p>
        </ns0:txBody>
      </ns0:sp>
      <ns0:sp>
        <ns0:nvSpPr>
          <ns0:cNvPr id="94" name="Freeform 92"/>
          <ns0:cNvSpPr>
            <ns1:spLocks noEditPoints="1"/>
          </ns0:cNvSpPr>
          <ns0:nvPr/>
        </ns0:nvSpPr>
        <ns0:spPr bwMode="auto">
          <ns1:xfrm>
            <ns1:off x="5630864" y="2160588"/>
            <ns1:ext cx="269875" cy="285750"/>
          </ns1:xfrm>
          <ns1:custGeom>
            <ns1:avLst/>
            <ns1:gdLst>
              <ns1:gd name="T0" fmla="*/ 48 w 72"/>
              <ns1:gd name="T1" fmla="*/ 72 h 76"/>
              <ns1:gd name="T2" fmla="*/ 44 w 72"/>
              <ns1:gd name="T3" fmla="*/ 76 h 76"/>
              <ns1:gd name="T4" fmla="*/ 42 w 72"/>
              <ns1:gd name="T5" fmla="*/ 75 h 76"/>
              <ns1:gd name="T6" fmla="*/ 21 w 72"/>
              <ns1:gd name="T7" fmla="*/ 54 h 76"/>
              <ns1:gd name="T8" fmla="*/ 4 w 72"/>
              <ns1:gd name="T9" fmla="*/ 54 h 76"/>
              <ns1:gd name="T10" fmla="*/ 0 w 72"/>
              <ns1:gd name="T11" fmla="*/ 50 h 76"/>
              <ns1:gd name="T12" fmla="*/ 0 w 72"/>
              <ns1:gd name="T13" fmla="*/ 26 h 76"/>
              <ns1:gd name="T14" fmla="*/ 4 w 72"/>
              <ns1:gd name="T15" fmla="*/ 22 h 76"/>
              <ns1:gd name="T16" fmla="*/ 21 w 72"/>
              <ns1:gd name="T17" fmla="*/ 22 h 76"/>
              <ns1:gd name="T18" fmla="*/ 42 w 72"/>
              <ns1:gd name="T19" fmla="*/ 1 h 76"/>
              <ns1:gd name="T20" fmla="*/ 44 w 72"/>
              <ns1:gd name="T21" fmla="*/ 0 h 76"/>
              <ns1:gd name="T22" fmla="*/ 48 w 72"/>
              <ns1:gd name="T23" fmla="*/ 4 h 76"/>
              <ns1:gd name="T24" fmla="*/ 48 w 72"/>
              <ns1:gd name="T25" fmla="*/ 72 h 76"/>
              <ns1:gd name="T26" fmla="*/ 63 w 72"/>
              <ns1:gd name="T27" fmla="*/ 53 h 76"/>
              <ns1:gd name="T28" fmla="*/ 61 w 72"/>
              <ns1:gd name="T29" fmla="*/ 53 h 76"/>
              <ns1:gd name="T30" fmla="*/ 57 w 72"/>
              <ns1:gd name="T31" fmla="*/ 49 h 76"/>
              <ns1:gd name="T32" fmla="*/ 64 w 72"/>
              <ns1:gd name="T33" fmla="*/ 38 h 76"/>
              <ns1:gd name="T34" fmla="*/ 57 w 72"/>
              <ns1:gd name="T35" fmla="*/ 27 h 76"/>
              <ns1:gd name="T36" fmla="*/ 61 w 72"/>
              <ns1:gd name="T37" fmla="*/ 23 h 76"/>
              <ns1:gd name="T38" fmla="*/ 63 w 72"/>
              <ns1:gd name="T39" fmla="*/ 24 h 76"/>
              <ns1:gd name="T40" fmla="*/ 72 w 72"/>
              <ns1:gd name="T41" fmla="*/ 38 h 76"/>
              <ns1:gd name="T42" fmla="*/ 63 w 72"/>
              <ns1:gd name="T43" fmla="*/ 53 h 76"/>
            </ns1:gdLst>
            <ns1:ahLst/>
            <ns1:cxnLst>
              <ns1:cxn ang="0">
                <ns1:pos x="T0" y="T1"/>
              </ns1:cxn>
              <ns1:cxn ang="0">
                <ns1:pos x="T2" y="T3"/>
              </ns1:cxn>
              <ns1:cxn ang="0">
                <ns1:pos x="T4" y="T5"/>
              </ns1:cxn>
              <ns1:cxn ang="0">
                <ns1:pos x="T6" y="T7"/>
              </ns1:cxn>
              <ns1:cxn ang="0">
                <ns1:pos x="T8" y="T9"/>
              </ns1:cxn>
              <ns1:cxn ang="0">
                <ns1:pos x="T10" y="T11"/>
              </ns1:cxn>
              <ns1:cxn ang="0">
                <ns1:pos x="T12" y="T13"/>
              </ns1:cxn>
              <ns1:cxn ang="0">
                <ns1:pos x="T14" y="T15"/>
              </ns1:cxn>
              <ns1:cxn ang="0">
                <ns1:pos x="T16" y="T17"/>
              </ns1:cxn>
              <ns1:cxn ang="0">
                <ns1:pos x="T18" y="T19"/>
              </ns1:cxn>
              <ns1:cxn ang="0">
                <ns1:pos x="T20" y="T21"/>
              </ns1:cxn>
              <ns1:cxn ang="0">
                <ns1:pos x="T22" y="T23"/>
              </ns1:cxn>
              <ns1:cxn ang="0">
                <ns1:pos x="T24" y="T25"/>
              </ns1:cxn>
              <ns1:cxn ang="0">
                <ns1:pos x="T26" y="T27"/>
              </ns1:cxn>
              <ns1:cxn ang="0">
                <ns1:pos x="T28" y="T29"/>
              </ns1:cxn>
              <ns1:cxn ang="0">
                <ns1:pos x="T30" y="T31"/>
              </ns1:cxn>
              <ns1:cxn ang="0">
                <ns1:pos x="T32" y="T33"/>
              </ns1:cxn>
              <ns1:cxn ang="0">
                <ns1:pos x="T34" y="T35"/>
              </ns1:cxn>
              <ns1:cxn ang="0">
                <ns1:pos x="T36" y="T37"/>
              </ns1:cxn>
              <ns1:cxn ang="0">
                <ns1:pos x="T38" y="T39"/>
              </ns1:cxn>
              <ns1:cxn ang="0">
                <ns1:pos x="T40" y="T41"/>
              </ns1:cxn>
              <ns1:cxn ang="0">
                <ns1:pos x="T42" y="T43"/>
              </ns1:cxn>
            </ns1:cxnLst>
            <ns1:rect l="0" t="0" r="r" b="b"/>
            <ns1:pathLst>
              <ns1:path w="72" h="76">
                <ns1:moveTo>
                  <ns1:pt x="48" y="72"/>
                </ns1:moveTo>
                <ns1:cubicBezTo>
                  <ns1:pt x="48" y="74"/>
                  <ns1:pt x="47" y="76"/>
                  <ns1:pt x="44" y="76"/>
                </ns1:cubicBezTo>
                <ns1:cubicBezTo>
                  <ns1:pt x="43" y="76"/>
                  <ns1:pt x="42" y="76"/>
                  <ns1:pt x="42" y="75"/>
                </ns1:cubicBezTo>
                <ns1:cubicBezTo>
                  <ns1:pt x="21" y="54"/>
                  <ns1:pt x="21" y="54"/>
                  <ns1:pt x="21" y="54"/>
                </ns1:cubicBezTo>
                <ns1:cubicBezTo>
                  <ns1:pt x="4" y="54"/>
                  <ns1:pt x="4" y="54"/>
                  <ns1:pt x="4" y="54"/>
                </ns1:cubicBezTo>
                <ns1:cubicBezTo>
                  <ns1:pt x="2" y="54"/>
                  <ns1:pt x="0" y="52"/>
                  <ns1:pt x="0" y="50"/>
                </ns1:cubicBezTo>
                <ns1:cubicBezTo>
                  <ns1:pt x="0" y="26"/>
                  <ns1:pt x="0" y="26"/>
                  <ns1:pt x="0" y="26"/>
                </ns1:cubicBezTo>
                <ns1:cubicBezTo>
                  <ns1:pt x="0" y="24"/>
                  <ns1:pt x="2" y="22"/>
                  <ns1:pt x="4" y="22"/>
                </ns1:cubicBezTo>
                <ns1:cubicBezTo>
                  <ns1:pt x="21" y="22"/>
                  <ns1:pt x="21" y="22"/>
                  <ns1:pt x="21" y="22"/>
                </ns1:cubicBezTo>
                <ns1:cubicBezTo>
                  <ns1:pt x="42" y="1"/>
                  <ns1:pt x="42" y="1"/>
                  <ns1:pt x="42" y="1"/>
                </ns1:cubicBezTo>
                <ns1:cubicBezTo>
                  <ns1:pt x="42" y="1"/>
                  <ns1:pt x="43" y="0"/>
                  <ns1:pt x="44" y="0"/>
                </ns1:cubicBezTo>
                <ns1:cubicBezTo>
                  <ns1:pt x="47" y="0"/>
                  <ns1:pt x="48" y="2"/>
                  <ns1:pt x="48" y="4"/>
                </ns1:cubicBezTo>
                <ns1:lnTo>
                  <ns1:pt x="48" y="72"/>
                </ns1:lnTo>
                <ns1:close/>
                <ns1:moveTo>
                  <ns1:pt x="63" y="53"/>
                </ns1:moveTo>
                <ns1:cubicBezTo>
                  <ns1:pt x="62" y="53"/>
                  <ns1:pt x="62" y="53"/>
                  <ns1:pt x="61" y="53"/>
                </ns1:cubicBezTo>
                <ns1:cubicBezTo>
                  <ns1:pt x="59" y="53"/>
                  <ns1:pt x="57" y="51"/>
                  <ns1:pt x="57" y="49"/>
                </ns1:cubicBezTo>
                <ns1:cubicBezTo>
                  <ns1:pt x="57" y="44"/>
                  <ns1:pt x="64" y="46"/>
                  <ns1:pt x="64" y="38"/>
                </ns1:cubicBezTo>
                <ns1:cubicBezTo>
                  <ns1:pt x="64" y="31"/>
                  <ns1:pt x="57" y="32"/>
                  <ns1:pt x="57" y="27"/>
                </ns1:cubicBezTo>
                <ns1:cubicBezTo>
                  <ns1:pt x="57" y="25"/>
                  <ns1:pt x="59" y="23"/>
                  <ns1:pt x="61" y="23"/>
                </ns1:cubicBezTo>
                <ns1:cubicBezTo>
                  <ns1:pt x="62" y="23"/>
                  <ns1:pt x="62" y="23"/>
                  <ns1:pt x="63" y="24"/>
                </ns1:cubicBezTo>
                <ns1:cubicBezTo>
                  <ns1:pt x="69" y="26"/>
                  <ns1:pt x="72" y="32"/>
                  <ns1:pt x="72" y="38"/>
                </ns1:cubicBezTo>
                <ns1:cubicBezTo>
                  <ns1:pt x="72" y="44"/>
                  <ns1:pt x="69" y="51"/>
                  <ns1:pt x="63" y="53"/>
                </ns1:cubicBezTo>
                <ns1:close/>
              </ns1:path>
            </ns1:pathLst>
          </ns1:custGeom>
          <ns1:solidFill>
            <ns1:srgbClr val="010101"/>
          </ns1:solidFill>
          <ns1:ln>
            <ns1:noFill/>
          </ns1:ln>
          <ns1:extLst>
            <ns1:ext uri="{91240B29-F687-4F45-9708-019B960494DF}">
              <ns2:hiddenLine w="9525">
                <ns1:solidFill>
                  <ns1:srgbClr val="000000"/>
                </ns1:solidFill>
                <ns1:round/>
                <ns1:headEnd/>
                <ns1:tailEnd/>
              </ns2:hiddenLine>
            </ns1:ext>
          </ns1:extLst>
        </ns0:spPr>
        <ns0:txBody>
          <ns1:bodyPr vert="horz" wrap="square" lIns="91440" tIns="45720" rIns="91440" bIns="45720" numCol="1" anchor="t" anchorCtr="0" compatLnSpc="1">
            <ns1:prstTxWarp prst="textNoShape">
              <ns1:avLst/>
            </ns1:prstTxWarp>
          </ns1:bodyPr>
          <ns1:lstStyle/>
          <ns1:p>
            <ns1:endParaRPr lang="en-US" sz="2700"/>
          </ns1:p>
        </ns0:txBody>
      </ns0:sp>
      <ns0:sp>
        <ns0:nvSpPr>
          <ns0:cNvPr id="95" name="Freeform 93"/>
          <ns0:cNvSpPr>
            <ns1:spLocks noEditPoints="1"/>
          </ns0:cNvSpPr>
          <ns0:nvPr/>
        </ns0:nvSpPr>
        <ns0:spPr bwMode="auto">
          <ns1:xfrm>
            <ns1:off x="6216652" y="2138364"/>
            <ns1:ext cx="390525" cy="333375"/>
          </ns1:xfrm>
          <ns1:custGeom>
            <ns1:avLst/>
            <ns1:gdLst>
              <ns1:gd name="T0" fmla="*/ 48 w 104"/>
              <ns1:gd name="T1" fmla="*/ 78 h 89"/>
              <ns1:gd name="T2" fmla="*/ 44 w 104"/>
              <ns1:gd name="T3" fmla="*/ 82 h 89"/>
              <ns1:gd name="T4" fmla="*/ 42 w 104"/>
              <ns1:gd name="T5" fmla="*/ 81 h 89"/>
              <ns1:gd name="T6" fmla="*/ 21 w 104"/>
              <ns1:gd name="T7" fmla="*/ 60 h 89"/>
              <ns1:gd name="T8" fmla="*/ 4 w 104"/>
              <ns1:gd name="T9" fmla="*/ 60 h 89"/>
              <ns1:gd name="T10" fmla="*/ 0 w 104"/>
              <ns1:gd name="T11" fmla="*/ 56 h 89"/>
              <ns1:gd name="T12" fmla="*/ 0 w 104"/>
              <ns1:gd name="T13" fmla="*/ 32 h 89"/>
              <ns1:gd name="T14" fmla="*/ 4 w 104"/>
              <ns1:gd name="T15" fmla="*/ 28 h 89"/>
              <ns1:gd name="T16" fmla="*/ 21 w 104"/>
              <ns1:gd name="T17" fmla="*/ 28 h 89"/>
              <ns1:gd name="T18" fmla="*/ 42 w 104"/>
              <ns1:gd name="T19" fmla="*/ 7 h 89"/>
              <ns1:gd name="T20" fmla="*/ 44 w 104"/>
              <ns1:gd name="T21" fmla="*/ 6 h 89"/>
              <ns1:gd name="T22" fmla="*/ 48 w 104"/>
              <ns1:gd name="T23" fmla="*/ 10 h 89"/>
              <ns1:gd name="T24" fmla="*/ 48 w 104"/>
              <ns1:gd name="T25" fmla="*/ 78 h 89"/>
              <ns1:gd name="T26" fmla="*/ 63 w 104"/>
              <ns1:gd name="T27" fmla="*/ 59 h 89"/>
              <ns1:gd name="T28" fmla="*/ 61 w 104"/>
              <ns1:gd name="T29" fmla="*/ 59 h 89"/>
              <ns1:gd name="T30" fmla="*/ 57 w 104"/>
              <ns1:gd name="T31" fmla="*/ 55 h 89"/>
              <ns1:gd name="T32" fmla="*/ 64 w 104"/>
              <ns1:gd name="T33" fmla="*/ 44 h 89"/>
              <ns1:gd name="T34" fmla="*/ 57 w 104"/>
              <ns1:gd name="T35" fmla="*/ 33 h 89"/>
              <ns1:gd name="T36" fmla="*/ 61 w 104"/>
              <ns1:gd name="T37" fmla="*/ 29 h 89"/>
              <ns1:gd name="T38" fmla="*/ 63 w 104"/>
              <ns1:gd name="T39" fmla="*/ 30 h 89"/>
              <ns1:gd name="T40" fmla="*/ 72 w 104"/>
              <ns1:gd name="T41" fmla="*/ 44 h 89"/>
              <ns1:gd name="T42" fmla="*/ 63 w 104"/>
              <ns1:gd name="T43" fmla="*/ 59 h 89"/>
              <ns1:gd name="T44" fmla="*/ 69 w 104"/>
              <ns1:gd name="T45" fmla="*/ 74 h 89"/>
              <ns1:gd name="T46" fmla="*/ 67 w 104"/>
              <ns1:gd name="T47" fmla="*/ 74 h 89"/>
              <ns1:gd name="T48" fmla="*/ 63 w 104"/>
              <ns1:gd name="T49" fmla="*/ 70 h 89"/>
              <ns1:gd name="T50" fmla="*/ 66 w 104"/>
              <ns1:gd name="T51" fmla="*/ 66 h 89"/>
              <ns1:gd name="T52" fmla="*/ 71 w 104"/>
              <ns1:gd name="T53" fmla="*/ 64 h 89"/>
              <ns1:gd name="T54" fmla="*/ 80 w 104"/>
              <ns1:gd name="T55" fmla="*/ 44 h 89"/>
              <ns1:gd name="T56" fmla="*/ 71 w 104"/>
              <ns1:gd name="T57" fmla="*/ 25 h 89"/>
              <ns1:gd name="T58" fmla="*/ 66 w 104"/>
              <ns1:gd name="T59" fmla="*/ 22 h 89"/>
              <ns1:gd name="T60" fmla="*/ 63 w 104"/>
              <ns1:gd name="T61" fmla="*/ 19 h 89"/>
              <ns1:gd name="T62" fmla="*/ 67 w 104"/>
              <ns1:gd name="T63" fmla="*/ 15 h 89"/>
              <ns1:gd name="T64" fmla="*/ 69 w 104"/>
              <ns1:gd name="T65" fmla="*/ 15 h 89"/>
              <ns1:gd name="T66" fmla="*/ 88 w 104"/>
              <ns1:gd name="T67" fmla="*/ 44 h 89"/>
              <ns1:gd name="T68" fmla="*/ 69 w 104"/>
              <ns1:gd name="T69" fmla="*/ 74 h 89"/>
              <ns1:gd name="T70" fmla="*/ 75 w 104"/>
              <ns1:gd name="T71" fmla="*/ 88 h 89"/>
              <ns1:gd name="T72" fmla="*/ 74 w 104"/>
              <ns1:gd name="T73" fmla="*/ 89 h 89"/>
              <ns1:gd name="T74" fmla="*/ 70 w 104"/>
              <ns1:gd name="T75" fmla="*/ 85 h 89"/>
              <ns1:gd name="T76" fmla="*/ 72 w 104"/>
              <ns1:gd name="T77" fmla="*/ 81 h 89"/>
              <ns1:gd name="T78" fmla="*/ 75 w 104"/>
              <ns1:gd name="T79" fmla="*/ 80 h 89"/>
              <ns1:gd name="T80" fmla="*/ 80 w 104"/>
              <ns1:gd name="T81" fmla="*/ 76 h 89"/>
              <ns1:gd name="T82" fmla="*/ 96 w 104"/>
              <ns1:gd name="T83" fmla="*/ 44 h 89"/>
              <ns1:gd name="T84" fmla="*/ 80 w 104"/>
              <ns1:gd name="T85" fmla="*/ 12 h 89"/>
              <ns1:gd name="T86" fmla="*/ 75 w 104"/>
              <ns1:gd name="T87" fmla="*/ 9 h 89"/>
              <ns1:gd name="T88" fmla="*/ 72 w 104"/>
              <ns1:gd name="T89" fmla="*/ 8 h 89"/>
              <ns1:gd name="T90" fmla="*/ 70 w 104"/>
              <ns1:gd name="T91" fmla="*/ 4 h 89"/>
              <ns1:gd name="T92" fmla="*/ 74 w 104"/>
              <ns1:gd name="T93" fmla="*/ 0 h 89"/>
              <ns1:gd name="T94" fmla="*/ 75 w 104"/>
              <ns1:gd name="T95" fmla="*/ 0 h 89"/>
              <ns1:gd name="T96" fmla="*/ 104 w 104"/>
              <ns1:gd name="T97" fmla="*/ 44 h 89"/>
              <ns1:gd name="T98" fmla="*/ 75 w 104"/>
              <ns1:gd name="T99" fmla="*/ 88 h 89"/>
            </ns1:gdLst>
            <ns1:ahLst/>
            <ns1:cxnLst>
              <ns1:cxn ang="0">
                <ns1:pos x="T0" y="T1"/>
              </ns1:cxn>
              <ns1:cxn ang="0">
                <ns1:pos x="T2" y="T3"/>
              </ns1:cxn>
              <ns1:cxn ang="0">
                <ns1:pos x="T4" y="T5"/>
              </ns1:cxn>
              <ns1:cxn ang="0">
                <ns1:pos x="T6" y="T7"/>
              </ns1:cxn>
              <ns1:cxn ang="0">
                <ns1:pos x="T8" y="T9"/>
              </ns1:cxn>
              <ns1:cxn ang="0">
                <ns1:pos x="T10" y="T11"/>
              </ns1:cxn>
              <ns1:cxn ang="0">
                <ns1:pos x="T12" y="T13"/>
              </ns1:cxn>
              <ns1:cxn ang="0">
                <ns1:pos x="T14" y="T15"/>
              </ns1:cxn>
              <ns1:cxn ang="0">
                <ns1:pos x="T16" y="T17"/>
              </ns1:cxn>
              <ns1:cxn ang="0">
                <ns1:pos x="T18" y="T19"/>
              </ns1:cxn>
              <ns1:cxn ang="0">
                <ns1:pos x="T20" y="T21"/>
              </ns1:cxn>
              <ns1:cxn ang="0">
                <ns1:pos x="T22" y="T23"/>
              </ns1:cxn>
              <ns1:cxn ang="0">
                <ns1:pos x="T24" y="T25"/>
              </ns1:cxn>
              <ns1:cxn ang="0">
                <ns1:pos x="T26" y="T27"/>
              </ns1:cxn>
              <ns1:cxn ang="0">
                <ns1:pos x="T28" y="T29"/>
              </ns1:cxn>
              <ns1:cxn ang="0">
                <ns1:pos x="T30" y="T31"/>
              </ns1:cxn>
              <ns1:cxn ang="0">
                <ns1:pos x="T32" y="T33"/>
              </ns1:cxn>
              <ns1:cxn ang="0">
                <ns1:pos x="T34" y="T35"/>
              </ns1:cxn>
              <ns1:cxn ang="0">
                <ns1:pos x="T36" y="T37"/>
              </ns1:cxn>
              <ns1:cxn ang="0">
                <ns1:pos x="T38" y="T39"/>
              </ns1:cxn>
              <ns1:cxn ang="0">
                <ns1:pos x="T40" y="T41"/>
              </ns1:cxn>
              <ns1:cxn ang="0">
                <ns1:pos x="T42" y="T43"/>
              </ns1:cxn>
              <ns1:cxn ang="0">
                <ns1:pos x="T44" y="T45"/>
              </ns1:cxn>
              <ns1:cxn ang="0">
                <ns1:pos x="T46" y="T47"/>
              </ns1:cxn>
              <ns1:cxn ang="0">
                <ns1:pos x="T48" y="T49"/>
              </ns1:cxn>
              <ns1:cxn ang="0">
                <ns1:pos x="T50" y="T51"/>
              </ns1:cxn>
              <ns1:cxn ang="0">
                <ns1:pos x="T52" y="T53"/>
              </ns1:cxn>
              <ns1:cxn ang="0">
                <ns1:pos x="T54" y="T55"/>
              </ns1:cxn>
              <ns1:cxn ang="0">
                <ns1:pos x="T56" y="T57"/>
              </ns1:cxn>
              <ns1:cxn ang="0">
                <ns1:pos x="T58" y="T59"/>
              </ns1:cxn>
              <ns1:cxn ang="0">
                <ns1:pos x="T60" y="T61"/>
              </ns1:cxn>
              <ns1:cxn ang="0">
                <ns1:pos x="T62" y="T63"/>
              </ns1:cxn>
              <ns1:cxn ang="0">
                <ns1:pos x="T64" y="T65"/>
              </ns1:cxn>
              <ns1:cxn ang="0">
                <ns1:pos x="T66" y="T67"/>
              </ns1:cxn>
              <ns1:cxn ang="0">
                <ns1:pos x="T68" y="T69"/>
              </ns1:cxn>
              <ns1:cxn ang="0">
                <ns1:pos x="T70" y="T71"/>
              </ns1:cxn>
              <ns1:cxn ang="0">
                <ns1:pos x="T72" y="T73"/>
              </ns1:cxn>
              <ns1:cxn ang="0">
                <ns1:pos x="T74" y="T75"/>
              </ns1:cxn>
              <ns1:cxn ang="0">
                <ns1:pos x="T76" y="T77"/>
              </ns1:cxn>
              <ns1:cxn ang="0">
                <ns1:pos x="T78" y="T79"/>
              </ns1:cxn>
              <ns1:cxn ang="0">
                <ns1:pos x="T80" y="T81"/>
              </ns1:cxn>
              <ns1:cxn ang="0">
                <ns1:pos x="T82" y="T83"/>
              </ns1:cxn>
              <ns1:cxn ang="0">
                <ns1:pos x="T84" y="T85"/>
              </ns1:cxn>
              <ns1:cxn ang="0">
                <ns1:pos x="T86" y="T87"/>
              </ns1:cxn>
              <ns1:cxn ang="0">
                <ns1:pos x="T88" y="T89"/>
              </ns1:cxn>
              <ns1:cxn ang="0">
                <ns1:pos x="T90" y="T91"/>
              </ns1:cxn>
              <ns1:cxn ang="0">
                <ns1:pos x="T92" y="T93"/>
              </ns1:cxn>
              <ns1:cxn ang="0">
                <ns1:pos x="T94" y="T95"/>
              </ns1:cxn>
              <ns1:cxn ang="0">
                <ns1:pos x="T96" y="T97"/>
              </ns1:cxn>
              <ns1:cxn ang="0">
                <ns1:pos x="T98" y="T99"/>
              </ns1:cxn>
            </ns1:cxnLst>
            <ns1:rect l="0" t="0" r="r" b="b"/>
            <ns1:pathLst>
              <ns1:path w="104" h="89">
                <ns1:moveTo>
                  <ns1:pt x="48" y="78"/>
                </ns1:moveTo>
                <ns1:cubicBezTo>
                  <ns1:pt x="48" y="80"/>
                  <ns1:pt x="47" y="82"/>
                  <ns1:pt x="44" y="82"/>
                </ns1:cubicBezTo>
                <ns1:cubicBezTo>
                  <ns1:pt x="43" y="82"/>
                  <ns1:pt x="42" y="82"/>
                  <ns1:pt x="42" y="81"/>
                </ns1:cubicBezTo>
                <ns1:cubicBezTo>
                  <ns1:pt x="21" y="60"/>
                  <ns1:pt x="21" y="60"/>
                  <ns1:pt x="21" y="60"/>
                </ns1:cubicBezTo>
                <ns1:cubicBezTo>
                  <ns1:pt x="4" y="60"/>
                  <ns1:pt x="4" y="60"/>
                  <ns1:pt x="4" y="60"/>
                </ns1:cubicBezTo>
                <ns1:cubicBezTo>
                  <ns1:pt x="2" y="60"/>
                  <ns1:pt x="0" y="58"/>
                  <ns1:pt x="0" y="56"/>
                </ns1:cubicBezTo>
                <ns1:cubicBezTo>
                  <ns1:pt x="0" y="32"/>
                  <ns1:pt x="0" y="32"/>
                  <ns1:pt x="0" y="32"/>
                </ns1:cubicBezTo>
                <ns1:cubicBezTo>
                  <ns1:pt x="0" y="30"/>
                  <ns1:pt x="2" y="28"/>
                  <ns1:pt x="4" y="28"/>
                </ns1:cubicBezTo>
                <ns1:cubicBezTo>
                  <ns1:pt x="21" y="28"/>
                  <ns1:pt x="21" y="28"/>
                  <ns1:pt x="21" y="28"/>
                </ns1:cubicBezTo>
                <ns1:cubicBezTo>
                  <ns1:pt x="42" y="7"/>
                  <ns1:pt x="42" y="7"/>
                  <ns1:pt x="42" y="7"/>
                </ns1:cubicBezTo>
                <ns1:cubicBezTo>
                  <ns1:pt x="42" y="7"/>
                  <ns1:pt x="43" y="6"/>
                  <ns1:pt x="44" y="6"/>
                </ns1:cubicBezTo>
                <ns1:cubicBezTo>
                  <ns1:pt x="47" y="6"/>
                  <ns1:pt x="48" y="8"/>
                  <ns1:pt x="48" y="10"/>
                </ns1:cubicBezTo>
                <ns1:lnTo>
                  <ns1:pt x="48" y="78"/>
                </ns1:lnTo>
                <ns1:close/>
                <ns1:moveTo>
                  <ns1:pt x="63" y="59"/>
                </ns1:moveTo>
                <ns1:cubicBezTo>
                  <ns1:pt x="62" y="59"/>
                  <ns1:pt x="62" y="59"/>
                  <ns1:pt x="61" y="59"/>
                </ns1:cubicBezTo>
                <ns1:cubicBezTo>
                  <ns1:pt x="59" y="59"/>
                  <ns1:pt x="57" y="57"/>
                  <ns1:pt x="57" y="55"/>
                </ns1:cubicBezTo>
                <ns1:cubicBezTo>
                  <ns1:pt x="57" y="50"/>
                  <ns1:pt x="64" y="52"/>
                  <ns1:pt x="64" y="44"/>
                </ns1:cubicBezTo>
                <ns1:cubicBezTo>
                  <ns1:pt x="64" y="37"/>
                  <ns1:pt x="57" y="38"/>
                  <ns1:pt x="57" y="33"/>
                </ns1:cubicBezTo>
                <ns1:cubicBezTo>
                  <ns1:pt x="57" y="31"/>
                  <ns1:pt x="59" y="29"/>
                  <ns1:pt x="61" y="29"/>
                </ns1:cubicBezTo>
                <ns1:cubicBezTo>
                  <ns1:pt x="62" y="29"/>
                  <ns1:pt x="62" y="29"/>
                  <ns1:pt x="63" y="30"/>
                </ns1:cubicBezTo>
                <ns1:cubicBezTo>
                  <ns1:pt x="69" y="32"/>
                  <ns1:pt x="72" y="38"/>
                  <ns1:pt x="72" y="44"/>
                </ns1:cubicBezTo>
                <ns1:cubicBezTo>
                  <ns1:pt x="72" y="50"/>
                  <ns1:pt x="69" y="57"/>
                  <ns1:pt x="63" y="59"/>
                </ns1:cubicBezTo>
                <ns1:close/>
                <ns1:moveTo>
                  <ns1:pt x="69" y="74"/>
                </ns1:moveTo>
                <ns1:cubicBezTo>
                  <ns1:pt x="69" y="74"/>
                  <ns1:pt x="68" y="74"/>
                  <ns1:pt x="67" y="74"/>
                </ns1:cubicBezTo>
                <ns1:cubicBezTo>
                  <ns1:pt x="65" y="74"/>
                  <ns1:pt x="63" y="72"/>
                  <ns1:pt x="63" y="70"/>
                </ns1:cubicBezTo>
                <ns1:cubicBezTo>
                  <ns1:pt x="63" y="68"/>
                  <ns1:pt x="64" y="67"/>
                  <ns1:pt x="66" y="66"/>
                </ns1:cubicBezTo>
                <ns1:cubicBezTo>
                  <ns1:pt x="68" y="65"/>
                  <ns1:pt x="69" y="65"/>
                  <ns1:pt x="71" y="64"/>
                </ns1:cubicBezTo>
                <ns1:cubicBezTo>
                  <ns1:pt x="77" y="59"/>
                  <ns1:pt x="80" y="52"/>
                  <ns1:pt x="80" y="44"/>
                </ns1:cubicBezTo>
                <ns1:cubicBezTo>
                  <ns1:pt x="80" y="37"/>
                  <ns1:pt x="77" y="29"/>
                  <ns1:pt x="71" y="25"/>
                </ns1:cubicBezTo>
                <ns1:cubicBezTo>
                  <ns1:pt x="69" y="24"/>
                  <ns1:pt x="68" y="23"/>
                  <ns1:pt x="66" y="22"/>
                </ns1:cubicBezTo>
                <ns1:cubicBezTo>
                  <ns1:pt x="64" y="21"/>
                  <ns1:pt x="63" y="20"/>
                  <ns1:pt x="63" y="19"/>
                </ns1:cubicBezTo>
                <ns1:cubicBezTo>
                  <ns1:pt x="63" y="16"/>
                  <ns1:pt x="65" y="15"/>
                  <ns1:pt x="67" y="15"/>
                </ns1:cubicBezTo>
                <ns1:cubicBezTo>
                  <ns1:pt x="68" y="15"/>
                  <ns1:pt x="69" y="15"/>
                  <ns1:pt x="69" y="15"/>
                </ns1:cubicBezTo>
                <ns1:cubicBezTo>
                  <ns1:pt x="81" y="20"/>
                  <ns1:pt x="88" y="32"/>
                  <ns1:pt x="88" y="44"/>
                </ns1:cubicBezTo>
                <ns1:cubicBezTo>
                  <ns1:pt x="88" y="57"/>
                  <ns1:pt x="81" y="69"/>
                  <ns1:pt x="69" y="74"/>
                </ns1:cubicBezTo>
                <ns1:close/>
                <ns1:moveTo>
                  <ns1:pt x="75" y="88"/>
                </ns1:moveTo>
                <ns1:cubicBezTo>
                  <ns1:pt x="75" y="88"/>
                  <ns1:pt x="74" y="89"/>
                  <ns1:pt x="74" y="89"/>
                </ns1:cubicBezTo>
                <ns1:cubicBezTo>
                  <ns1:pt x="72" y="89"/>
                  <ns1:pt x="70" y="87"/>
                  <ns1:pt x="70" y="85"/>
                </ns1:cubicBezTo>
                <ns1:cubicBezTo>
                  <ns1:pt x="70" y="83"/>
                  <ns1:pt x="71" y="82"/>
                  <ns1:pt x="72" y="81"/>
                </ns1:cubicBezTo>
                <ns1:cubicBezTo>
                  <ns1:pt x="73" y="80"/>
                  <ns1:pt x="74" y="80"/>
                  <ns1:pt x="75" y="80"/>
                </ns1:cubicBezTo>
                <ns1:cubicBezTo>
                  <ns1:pt x="77" y="79"/>
                  <ns1:pt x="78" y="78"/>
                  <ns1:pt x="80" y="76"/>
                </ns1:cubicBezTo>
                <ns1:cubicBezTo>
                  <ns1:pt x="90" y="69"/>
                  <ns1:pt x="96" y="57"/>
                  <ns1:pt x="96" y="44"/>
                </ns1:cubicBezTo>
                <ns1:cubicBezTo>
                  <ns1:pt x="96" y="31"/>
                  <ns1:pt x="90" y="20"/>
                  <ns1:pt x="80" y="12"/>
                </ns1:cubicBezTo>
                <ns1:cubicBezTo>
                  <ns1:pt x="78" y="11"/>
                  <ns1:pt x="77" y="10"/>
                  <ns1:pt x="75" y="9"/>
                </ns1:cubicBezTo>
                <ns1:cubicBezTo>
                  <ns1:pt x="74" y="8"/>
                  <ns1:pt x="73" y="8"/>
                  <ns1:pt x="72" y="8"/>
                </ns1:cubicBezTo>
                <ns1:cubicBezTo>
                  <ns1:pt x="71" y="7"/>
                  <ns1:pt x="70" y="6"/>
                  <ns1:pt x="70" y="4"/>
                </ns1:cubicBezTo>
                <ns1:cubicBezTo>
                  <ns1:pt x="70" y="2"/>
                  <ns1:pt x="72" y="0"/>
                  <ns1:pt x="74" y="0"/>
                </ns1:cubicBezTo>
                <ns1:cubicBezTo>
                  <ns1:pt x="74" y="0"/>
                  <ns1:pt x="75" y="0"/>
                  <ns1:pt x="75" y="0"/>
                </ns1:cubicBezTo>
                <ns1:cubicBezTo>
                  <ns1:pt x="93" y="8"/>
                  <ns1:pt x="104" y="25"/>
                  <ns1:pt x="104" y="44"/>
                </ns1:cubicBezTo>
                <ns1:cubicBezTo>
                  <ns1:pt x="104" y="63"/>
                  <ns1:pt x="93" y="81"/>
                  <ns1:pt x="75" y="88"/>
                </ns1:cubicBezTo>
                <ns1:close/>
              </ns1:path>
            </ns1:pathLst>
          </ns1:custGeom>
          <ns1:solidFill>
            <ns1:srgbClr val="010101"/>
          </ns1:solidFill>
          <ns1:ln>
            <ns1:noFill/>
          </ns1:ln>
          <ns1:extLst>
            <ns1:ext uri="{91240B29-F687-4F45-9708-019B960494DF}">
              <ns2:hiddenLine w="9525">
                <ns1:solidFill>
                  <ns1:srgbClr val="000000"/>
                </ns1:solidFill>
                <ns1:round/>
                <ns1:headEnd/>
                <ns1:tailEnd/>
              </ns2:hiddenLine>
            </ns1:ext>
          </ns1:extLst>
        </ns0:spPr>
        <ns0:txBody>
          <ns1:bodyPr vert="horz" wrap="square" lIns="91440" tIns="45720" rIns="91440" bIns="45720" numCol="1" anchor="t" anchorCtr="0" compatLnSpc="1">
            <ns1:prstTxWarp prst="textNoShape">
              <ns1:avLst/>
            </ns1:prstTxWarp>
          </ns1:bodyPr>
          <ns1:lstStyle/>
          <ns1:p>
            <ns1:endParaRPr lang="en-US" sz="2700"/>
          </ns1:p>
        </ns0:txBody>
      </ns0:sp>
      <ns0:sp>
        <ns0:nvSpPr>
          <ns0:cNvPr id="96" name="Freeform 94"/>
          <ns0:cNvSpPr>
            <ns1:spLocks noEditPoints="1"/>
          </ns0:cNvSpPr>
          <ns0:nvPr/>
        </ns0:nvSpPr>
        <ns0:spPr bwMode="auto">
          <ns1:xfrm>
            <ns1:off x="6891338" y="2122488"/>
            <ns1:ext cx="330200" cy="331788"/>
          </ns1:xfrm>
          <ns1:custGeom>
            <ns1:avLst/>
            <ns1:gdLst>
              <ns1:gd name="T0" fmla="*/ 0 w 208"/>
              <ns1:gd name="T1" fmla="*/ 95 h 209"/>
              <ns1:gd name="T2" fmla="*/ 95 w 208"/>
              <ns1:gd name="T3" fmla="*/ 0 h 209"/>
              <ns1:gd name="T4" fmla="*/ 95 w 208"/>
              <ns1:gd name="T5" fmla="*/ 209 h 209"/>
              <ns1:gd name="T6" fmla="*/ 0 w 208"/>
              <ns1:gd name="T7" fmla="*/ 114 h 209"/>
              <ns1:gd name="T8" fmla="*/ 95 w 208"/>
              <ns1:gd name="T9" fmla="*/ 209 h 209"/>
              <ns1:gd name="T10" fmla="*/ 76 w 208"/>
              <ns1:gd name="T11" fmla="*/ 19 h 209"/>
              <ns1:gd name="T12" fmla="*/ 19 w 208"/>
              <ns1:gd name="T13" fmla="*/ 76 h 209"/>
              <ns1:gd name="T14" fmla="*/ 76 w 208"/>
              <ns1:gd name="T15" fmla="*/ 190 h 209"/>
              <ns1:gd name="T16" fmla="*/ 19 w 208"/>
              <ns1:gd name="T17" fmla="*/ 133 h 209"/>
              <ns1:gd name="T18" fmla="*/ 76 w 208"/>
              <ns1:gd name="T19" fmla="*/ 190 h 209"/>
              <ns1:gd name="T20" fmla="*/ 38 w 208"/>
              <ns1:gd name="T21" fmla="*/ 57 h 209"/>
              <ns1:gd name="T22" fmla="*/ 57 w 208"/>
              <ns1:gd name="T23" fmla="*/ 38 h 209"/>
              <ns1:gd name="T24" fmla="*/ 57 w 208"/>
              <ns1:gd name="T25" fmla="*/ 171 h 209"/>
              <ns1:gd name="T26" fmla="*/ 38 w 208"/>
              <ns1:gd name="T27" fmla="*/ 152 h 209"/>
              <ns1:gd name="T28" fmla="*/ 57 w 208"/>
              <ns1:gd name="T29" fmla="*/ 171 h 209"/>
              <ns1:gd name="T30" fmla="*/ 114 w 208"/>
              <ns1:gd name="T31" fmla="*/ 95 h 209"/>
              <ns1:gd name="T32" fmla="*/ 208 w 208"/>
              <ns1:gd name="T33" fmla="*/ 0 h 209"/>
              <ns1:gd name="T34" fmla="*/ 208 w 208"/>
              <ns1:gd name="T35" fmla="*/ 171 h 209"/>
              <ns1:gd name="T36" fmla="*/ 152 w 208"/>
              <ns1:gd name="T37" fmla="*/ 152 h 209"/>
              <ns1:gd name="T38" fmla="*/ 133 w 208"/>
              <ns1:gd name="T39" fmla="*/ 209 h 209"/>
              <ns1:gd name="T40" fmla="*/ 114 w 208"/>
              <ns1:gd name="T41" fmla="*/ 114 h 209"/>
              <ns1:gd name="T42" fmla="*/ 171 w 208"/>
              <ns1:gd name="T43" fmla="*/ 133 h 209"/>
              <ns1:gd name="T44" fmla="*/ 189 w 208"/>
              <ns1:gd name="T45" fmla="*/ 114 h 209"/>
              <ns1:gd name="T46" fmla="*/ 208 w 208"/>
              <ns1:gd name="T47" fmla="*/ 171 h 209"/>
              <ns1:gd name="T48" fmla="*/ 189 w 208"/>
              <ns1:gd name="T49" fmla="*/ 19 h 209"/>
              <ns1:gd name="T50" fmla="*/ 133 w 208"/>
              <ns1:gd name="T51" fmla="*/ 76 h 209"/>
              <ns1:gd name="T52" fmla="*/ 171 w 208"/>
              <ns1:gd name="T53" fmla="*/ 57 h 209"/>
              <ns1:gd name="T54" fmla="*/ 152 w 208"/>
              <ns1:gd name="T55" fmla="*/ 38 h 209"/>
              <ns1:gd name="T56" fmla="*/ 171 w 208"/>
              <ns1:gd name="T57" fmla="*/ 57 h 209"/>
              <ns1:gd name="T58" fmla="*/ 152 w 208"/>
              <ns1:gd name="T59" fmla="*/ 209 h 209"/>
              <ns1:gd name="T60" fmla="*/ 171 w 208"/>
              <ns1:gd name="T61" fmla="*/ 190 h 209"/>
              <ns1:gd name="T62" fmla="*/ 208 w 208"/>
              <ns1:gd name="T63" fmla="*/ 209 h 209"/>
              <ns1:gd name="T64" fmla="*/ 189 w 208"/>
              <ns1:gd name="T65" fmla="*/ 190 h 209"/>
              <ns1:gd name="T66" fmla="*/ 208 w 208"/>
              <ns1:gd name="T67" fmla="*/ 209 h 209"/>
            </ns1:gdLst>
            <ns1:ahLst/>
            <ns1:cxnLst>
              <ns1:cxn ang="0">
                <ns1:pos x="T0" y="T1"/>
              </ns1:cxn>
              <ns1:cxn ang="0">
                <ns1:pos x="T2" y="T3"/>
              </ns1:cxn>
              <ns1:cxn ang="0">
                <ns1:pos x="T4" y="T5"/>
              </ns1:cxn>
              <ns1:cxn ang="0">
                <ns1:pos x="T6" y="T7"/>
              </ns1:cxn>
              <ns1:cxn ang="0">
                <ns1:pos x="T8" y="T9"/>
              </ns1:cxn>
              <ns1:cxn ang="0">
                <ns1:pos x="T10" y="T11"/>
              </ns1:cxn>
              <ns1:cxn ang="0">
                <ns1:pos x="T12" y="T13"/>
              </ns1:cxn>
              <ns1:cxn ang="0">
                <ns1:pos x="T14" y="T15"/>
              </ns1:cxn>
              <ns1:cxn ang="0">
                <ns1:pos x="T16" y="T17"/>
              </ns1:cxn>
              <ns1:cxn ang="0">
                <ns1:pos x="T18" y="T19"/>
              </ns1:cxn>
              <ns1:cxn ang="0">
                <ns1:pos x="T20" y="T21"/>
              </ns1:cxn>
              <ns1:cxn ang="0">
                <ns1:pos x="T22" y="T23"/>
              </ns1:cxn>
              <ns1:cxn ang="0">
                <ns1:pos x="T24" y="T25"/>
              </ns1:cxn>
              <ns1:cxn ang="0">
                <ns1:pos x="T26" y="T27"/>
              </ns1:cxn>
              <ns1:cxn ang="0">
                <ns1:pos x="T28" y="T29"/>
              </ns1:cxn>
              <ns1:cxn ang="0">
                <ns1:pos x="T30" y="T31"/>
              </ns1:cxn>
              <ns1:cxn ang="0">
                <ns1:pos x="T32" y="T33"/>
              </ns1:cxn>
              <ns1:cxn ang="0">
                <ns1:pos x="T34" y="T35"/>
              </ns1:cxn>
              <ns1:cxn ang="0">
                <ns1:pos x="T36" y="T37"/>
              </ns1:cxn>
              <ns1:cxn ang="0">
                <ns1:pos x="T38" y="T39"/>
              </ns1:cxn>
              <ns1:cxn ang="0">
                <ns1:pos x="T40" y="T41"/>
              </ns1:cxn>
              <ns1:cxn ang="0">
                <ns1:pos x="T42" y="T43"/>
              </ns1:cxn>
              <ns1:cxn ang="0">
                <ns1:pos x="T44" y="T45"/>
              </ns1:cxn>
              <ns1:cxn ang="0">
                <ns1:pos x="T46" y="T47"/>
              </ns1:cxn>
              <ns1:cxn ang="0">
                <ns1:pos x="T48" y="T49"/>
              </ns1:cxn>
              <ns1:cxn ang="0">
                <ns1:pos x="T50" y="T51"/>
              </ns1:cxn>
              <ns1:cxn ang="0">
                <ns1:pos x="T52" y="T53"/>
              </ns1:cxn>
              <ns1:cxn ang="0">
                <ns1:pos x="T54" y="T55"/>
              </ns1:cxn>
              <ns1:cxn ang="0">
                <ns1:pos x="T56" y="T57"/>
              </ns1:cxn>
              <ns1:cxn ang="0">
                <ns1:pos x="T58" y="T59"/>
              </ns1:cxn>
              <ns1:cxn ang="0">
                <ns1:pos x="T60" y="T61"/>
              </ns1:cxn>
              <ns1:cxn ang="0">
                <ns1:pos x="T62" y="T63"/>
              </ns1:cxn>
              <ns1:cxn ang="0">
                <ns1:pos x="T64" y="T65"/>
              </ns1:cxn>
              <ns1:cxn ang="0">
                <ns1:pos x="T66" y="T67"/>
              </ns1:cxn>
            </ns1:cxnLst>
            <ns1:rect l="0" t="0" r="r" b="b"/>
            <ns1:pathLst>
              <ns1:path w="208" h="209">
                <ns1:moveTo>
                  <ns1:pt x="95" y="95"/>
                </ns1:moveTo>
                <ns1:lnTo>
                  <ns1:pt x="0" y="95"/>
                </ns1:lnTo>
                <ns1:lnTo>
                  <ns1:pt x="0" y="0"/>
                </ns1:lnTo>
                <ns1:lnTo>
                  <ns1:pt x="95" y="0"/>
                </ns1:lnTo>
                <ns1:lnTo>
                  <ns1:pt x="95" y="95"/>
                </ns1:lnTo>
                <ns1:close/>
                <ns1:moveTo>
                  <ns1:pt x="95" y="209"/>
                </ns1:moveTo>
                <ns1:lnTo>
                  <ns1:pt x="0" y="209"/>
                </ns1:lnTo>
                <ns1:lnTo>
                  <ns1:pt x="0" y="114"/>
                </ns1:lnTo>
                <ns1:lnTo>
                  <ns1:pt x="95" y="114"/>
                </ns1:lnTo>
                <ns1:lnTo>
                  <ns1:pt x="95" y="209"/>
                </ns1:lnTo>
                <ns1:close/>
                <ns1:moveTo>
                  <ns1:pt x="76" y="76"/>
                </ns1:moveTo>
                <ns1:lnTo>
                  <ns1:pt x="76" y="19"/>
                </ns1:lnTo>
                <ns1:lnTo>
                  <ns1:pt x="19" y="19"/>
                </ns1:lnTo>
                <ns1:lnTo>
                  <ns1:pt x="19" y="76"/>
                </ns1:lnTo>
                <ns1:lnTo>
                  <ns1:pt x="76" y="76"/>
                </ns1:lnTo>
                <ns1:close/>
                <ns1:moveTo>
                  <ns1:pt x="76" y="190"/>
                </ns1:moveTo>
                <ns1:lnTo>
                  <ns1:pt x="76" y="133"/>
                </ns1:lnTo>
                <ns1:lnTo>
                  <ns1:pt x="19" y="133"/>
                </ns1:lnTo>
                <ns1:lnTo>
                  <ns1:pt x="19" y="190"/>
                </ns1:lnTo>
                <ns1:lnTo>
                  <ns1:pt x="76" y="190"/>
                </ns1:lnTo>
                <ns1:close/>
                <ns1:moveTo>
                  <ns1:pt x="57" y="57"/>
                </ns1:moveTo>
                <ns1:lnTo>
                  <ns1:pt x="38" y="57"/>
                </ns1:lnTo>
                <ns1:lnTo>
                  <ns1:pt x="38" y="38"/>
                </ns1:lnTo>
                <ns1:lnTo>
                  <ns1:pt x="57" y="38"/>
                </ns1:lnTo>
                <ns1:lnTo>
                  <ns1:pt x="57" y="57"/>
                </ns1:lnTo>
                <ns1:close/>
                <ns1:moveTo>
                  <ns1:pt x="57" y="171"/>
                </ns1:moveTo>
                <ns1:lnTo>
                  <ns1:pt x="38" y="171"/>
                </ns1:lnTo>
                <ns1:lnTo>
                  <ns1:pt x="38" y="152"/>
                </ns1:lnTo>
                <ns1:lnTo>
                  <ns1:pt x="57" y="152"/>
                </ns1:lnTo>
                <ns1:lnTo>
                  <ns1:pt x="57" y="171"/>
                </ns1:lnTo>
                <ns1:close/>
                <ns1:moveTo>
                  <ns1:pt x="208" y="95"/>
                </ns1:moveTo>
                <ns1:lnTo>
                  <ns1:pt x="114" y="95"/>
                </ns1:lnTo>
                <ns1:lnTo>
                  <ns1:pt x="114" y="0"/>
                </ns1:lnTo>
                <ns1:lnTo>
                  <ns1:pt x="208" y="0"/>
                </ns1:lnTo>
                <ns1:lnTo>
                  <ns1:pt x="208" y="95"/>
                </ns1:lnTo>
                <ns1:close/>
                <ns1:moveTo>
                  <ns1:pt x="208" y="171"/>
                </ns1:moveTo>
                <ns1:lnTo>
                  <ns1:pt x="152" y="171"/>
                </ns1:lnTo>
                <ns1:lnTo>
                  <ns1:pt x="152" y="152"/>
                </ns1:lnTo>
                <ns1:lnTo>
                  <ns1:pt x="133" y="152"/>
                </ns1:lnTo>
                <ns1:lnTo>
                  <ns1:pt x="133" y="209"/>
                </ns1:lnTo>
                <ns1:lnTo>
                  <ns1:pt x="114" y="209"/>
                </ns1:lnTo>
                <ns1:lnTo>
                  <ns1:pt x="114" y="114"/>
                </ns1:lnTo>
                <ns1:lnTo>
                  <ns1:pt x="171" y="114"/>
                </ns1:lnTo>
                <ns1:lnTo>
                  <ns1:pt x="171" y="133"/>
                </ns1:lnTo>
                <ns1:lnTo>
                  <ns1:pt x="189" y="133"/>
                </ns1:lnTo>
                <ns1:lnTo>
                  <ns1:pt x="189" y="114"/>
                </ns1:lnTo>
                <ns1:lnTo>
                  <ns1:pt x="208" y="114"/>
                </ns1:lnTo>
                <ns1:lnTo>
                  <ns1:pt x="208" y="171"/>
                </ns1:lnTo>
                <ns1:close/>
                <ns1:moveTo>
                  <ns1:pt x="189" y="76"/>
                </ns1:moveTo>
                <ns1:lnTo>
                  <ns1:pt x="189" y="19"/>
                </ns1:lnTo>
                <ns1:lnTo>
                  <ns1:pt x="133" y="19"/>
                </ns1:lnTo>
                <ns1:lnTo>
                  <ns1:pt x="133" y="76"/>
                </ns1:lnTo>
                <ns1:lnTo>
                  <ns1:pt x="189" y="76"/>
                </ns1:lnTo>
                <ns1:close/>
                <ns1:moveTo>
                  <ns1:pt x="171" y="57"/>
                </ns1:moveTo>
                <ns1:lnTo>
                  <ns1:pt x="152" y="57"/>
                </ns1:lnTo>
                <ns1:lnTo>
                  <ns1:pt x="152" y="38"/>
                </ns1:lnTo>
                <ns1:lnTo>
                  <ns1:pt x="171" y="38"/>
                </ns1:lnTo>
                <ns1:lnTo>
                  <ns1:pt x="171" y="57"/>
                </ns1:lnTo>
                <ns1:close/>
                <ns1:moveTo>
                  <ns1:pt x="171" y="209"/>
                </ns1:moveTo>
                <ns1:lnTo>
                  <ns1:pt x="152" y="209"/>
                </ns1:lnTo>
                <ns1:lnTo>
                  <ns1:pt x="152" y="190"/>
                </ns1:lnTo>
                <ns1:lnTo>
                  <ns1:pt x="171" y="190"/>
                </ns1:lnTo>
                <ns1:lnTo>
                  <ns1:pt x="171" y="209"/>
                </ns1:lnTo>
                <ns1:close/>
                <ns1:moveTo>
                  <ns1:pt x="208" y="209"/>
                </ns1:moveTo>
                <ns1:lnTo>
                  <ns1:pt x="189" y="209"/>
                </ns1:lnTo>
                <ns1:lnTo>
                  <ns1:pt x="189" y="190"/>
                </ns1:lnTo>
                <ns1:lnTo>
                  <ns1:pt x="208" y="190"/>
                </ns1:lnTo>
                <ns1:lnTo>
                  <ns1:pt x="208" y="209"/>
                </ns1:lnTo>
                <ns1:close/>
              </ns1:path>
            </ns1:pathLst>
          </ns1:custGeom>
          <ns1:solidFill>
            <ns1:srgbClr val="010101"/>
          </ns1:solidFill>
          <ns1:ln>
            <ns1:noFill/>
          </ns1:ln>
          <ns1:extLst>
            <ns1:ext uri="{91240B29-F687-4F45-9708-019B960494DF}">
              <ns2:hiddenLine w="9525">
                <ns1:solidFill>
                  <ns1:srgbClr val="000000"/>
                </ns1:solidFill>
                <ns1:round/>
                <ns1:headEnd/>
                <ns1:tailEnd/>
              </ns2:hiddenLine>
            </ns1:ext>
          </ns1:extLst>
        </ns0:spPr>
        <ns0:txBody>
          <ns1:bodyPr vert="horz" wrap="square" lIns="91440" tIns="45720" rIns="91440" bIns="45720" numCol="1" anchor="t" anchorCtr="0" compatLnSpc="1">
            <ns1:prstTxWarp prst="textNoShape">
              <ns1:avLst/>
            </ns1:prstTxWarp>
          </ns1:bodyPr>
          <ns1:lstStyle/>
          <ns1:p>
            <ns1:endParaRPr lang="en-US" sz="2700"/>
          </ns1:p>
        </ns0:txBody>
      </ns0:sp>
      <ns0:sp>
        <ns0:nvSpPr>
          <ns0:cNvPr id="97" name="Freeform 95"/>
          <ns0:cNvSpPr>
            <ns1:spLocks noEditPoints="1"/>
          </ns0:cNvSpPr>
          <ns0:nvPr/>
        </ns0:nvSpPr>
        <ns0:spPr bwMode="auto">
          <ns1:xfrm>
            <ns1:off x="7507289" y="2108202"/>
            <ns1:ext cx="390525" cy="376238"/>
          </ns1:xfrm>
          <ns1:custGeom>
            <ns1:avLst/>
            <ns1:gdLst>
              <ns1:gd name="T0" fmla="*/ 102 w 104"/>
              <ns1:gd name="T1" fmla="*/ 52 h 100"/>
              <ns1:gd name="T2" fmla="*/ 101 w 104"/>
              <ns1:gd name="T3" fmla="*/ 51 h 100"/>
              <ns1:gd name="T4" fmla="*/ 89 w 104"/>
              <ns1:gd name="T5" fmla="*/ 45 h 100"/>
              <ns1:gd name="T6" fmla="*/ 74 w 104"/>
              <ns1:gd name="T7" fmla="*/ 54 h 100"/>
              <ns1:gd name="T8" fmla="*/ 72 w 104"/>
              <ns1:gd name="T9" fmla="*/ 57 h 100"/>
              <ns1:gd name="T10" fmla="*/ 71 w 104"/>
              <ns1:gd name="T11" fmla="*/ 58 h 100"/>
              <ns1:gd name="T12" fmla="*/ 69 w 104"/>
              <ns1:gd name="T13" fmla="*/ 57 h 100"/>
              <ns1:gd name="T14" fmla="*/ 67 w 104"/>
              <ns1:gd name="T15" fmla="*/ 54 h 100"/>
              <ns1:gd name="T16" fmla="*/ 52 w 104"/>
              <ns1:gd name="T17" fmla="*/ 45 h 100"/>
              <ns1:gd name="T18" fmla="*/ 38 w 104"/>
              <ns1:gd name="T19" fmla="*/ 54 h 100"/>
              <ns1:gd name="T20" fmla="*/ 36 w 104"/>
              <ns1:gd name="T21" fmla="*/ 57 h 100"/>
              <ns1:gd name="T22" fmla="*/ 34 w 104"/>
              <ns1:gd name="T23" fmla="*/ 58 h 100"/>
              <ns1:gd name="T24" fmla="*/ 32 w 104"/>
              <ns1:gd name="T25" fmla="*/ 57 h 100"/>
              <ns1:gd name="T26" fmla="*/ 30 w 104"/>
              <ns1:gd name="T27" fmla="*/ 54 h 100"/>
              <ns1:gd name="T28" fmla="*/ 16 w 104"/>
              <ns1:gd name="T29" fmla="*/ 45 h 100"/>
              <ns1:gd name="T30" fmla="*/ 4 w 104"/>
              <ns1:gd name="T31" fmla="*/ 51 h 100"/>
              <ns1:gd name="T32" fmla="*/ 2 w 104"/>
              <ns1:gd name="T33" fmla="*/ 52 h 100"/>
              <ns1:gd name="T34" fmla="*/ 0 w 104"/>
              <ns1:gd name="T35" fmla="*/ 50 h 100"/>
              <ns1:gd name="T36" fmla="*/ 0 w 104"/>
              <ns1:gd name="T37" fmla="*/ 49 h 100"/>
              <ns1:gd name="T38" fmla="*/ 52 w 104"/>
              <ns1:gd name="T39" fmla="*/ 12 h 100"/>
              <ns1:gd name="T40" fmla="*/ 104 w 104"/>
              <ns1:gd name="T41" fmla="*/ 49 h 100"/>
              <ns1:gd name="T42" fmla="*/ 104 w 104"/>
              <ns1:gd name="T43" fmla="*/ 50 h 100"/>
              <ns1:gd name="T44" fmla="*/ 102 w 104"/>
              <ns1:gd name="T45" fmla="*/ 52 h 100"/>
              <ns1:gd name="T46" fmla="*/ 56 w 104"/>
              <ns1:gd name="T47" fmla="*/ 84 h 100"/>
              <ns1:gd name="T48" fmla="*/ 40 w 104"/>
              <ns1:gd name="T49" fmla="*/ 100 h 100"/>
              <ns1:gd name="T50" fmla="*/ 24 w 104"/>
              <ns1:gd name="T51" fmla="*/ 84 h 100"/>
              <ns1:gd name="T52" fmla="*/ 28 w 104"/>
              <ns1:gd name="T53" fmla="*/ 80 h 100"/>
              <ns1:gd name="T54" fmla="*/ 32 w 104"/>
              <ns1:gd name="T55" fmla="*/ 84 h 100"/>
              <ns1:gd name="T56" fmla="*/ 40 w 104"/>
              <ns1:gd name="T57" fmla="*/ 92 h 100"/>
              <ns1:gd name="T58" fmla="*/ 48 w 104"/>
              <ns1:gd name="T59" fmla="*/ 84 h 100"/>
              <ns1:gd name="T60" fmla="*/ 48 w 104"/>
              <ns1:gd name="T61" fmla="*/ 48 h 100"/>
              <ns1:gd name="T62" fmla="*/ 52 w 104"/>
              <ns1:gd name="T63" fmla="*/ 47 h 100"/>
              <ns1:gd name="T64" fmla="*/ 56 w 104"/>
              <ns1:gd name="T65" fmla="*/ 48 h 100"/>
              <ns1:gd name="T66" fmla="*/ 56 w 104"/>
              <ns1:gd name="T67" fmla="*/ 84 h 100"/>
              <ns1:gd name="T68" fmla="*/ 56 w 104"/>
              <ns1:gd name="T69" fmla="*/ 10 h 100"/>
              <ns1:gd name="T70" fmla="*/ 52 w 104"/>
              <ns1:gd name="T71" fmla="*/ 10 h 100"/>
              <ns1:gd name="T72" fmla="*/ 48 w 104"/>
              <ns1:gd name="T73" fmla="*/ 10 h 100"/>
              <ns1:gd name="T74" fmla="*/ 48 w 104"/>
              <ns1:gd name="T75" fmla="*/ 4 h 100"/>
              <ns1:gd name="T76" fmla="*/ 52 w 104"/>
              <ns1:gd name="T77" fmla="*/ 0 h 100"/>
              <ns1:gd name="T78" fmla="*/ 56 w 104"/>
              <ns1:gd name="T79" fmla="*/ 4 h 100"/>
              <ns1:gd name="T80" fmla="*/ 56 w 104"/>
              <ns1:gd name="T81" fmla="*/ 10 h 100"/>
            </ns1:gdLst>
            <ns1:ahLst/>
            <ns1:cxnLst>
              <ns1:cxn ang="0">
                <ns1:pos x="T0" y="T1"/>
              </ns1:cxn>
              <ns1:cxn ang="0">
                <ns1:pos x="T2" y="T3"/>
              </ns1:cxn>
              <ns1:cxn ang="0">
                <ns1:pos x="T4" y="T5"/>
              </ns1:cxn>
              <ns1:cxn ang="0">
                <ns1:pos x="T6" y="T7"/>
              </ns1:cxn>
              <ns1:cxn ang="0">
                <ns1:pos x="T8" y="T9"/>
              </ns1:cxn>
              <ns1:cxn ang="0">
                <ns1:pos x="T10" y="T11"/>
              </ns1:cxn>
              <ns1:cxn ang="0">
                <ns1:pos x="T12" y="T13"/>
              </ns1:cxn>
              <ns1:cxn ang="0">
                <ns1:pos x="T14" y="T15"/>
              </ns1:cxn>
              <ns1:cxn ang="0">
                <ns1:pos x="T16" y="T17"/>
              </ns1:cxn>
              <ns1:cxn ang="0">
                <ns1:pos x="T18" y="T19"/>
              </ns1:cxn>
              <ns1:cxn ang="0">
                <ns1:pos x="T20" y="T21"/>
              </ns1:cxn>
              <ns1:cxn ang="0">
                <ns1:pos x="T22" y="T23"/>
              </ns1:cxn>
              <ns1:cxn ang="0">
                <ns1:pos x="T24" y="T25"/>
              </ns1:cxn>
              <ns1:cxn ang="0">
                <ns1:pos x="T26" y="T27"/>
              </ns1:cxn>
              <ns1:cxn ang="0">
                <ns1:pos x="T28" y="T29"/>
              </ns1:cxn>
              <ns1:cxn ang="0">
                <ns1:pos x="T30" y="T31"/>
              </ns1:cxn>
              <ns1:cxn ang="0">
                <ns1:pos x="T32" y="T33"/>
              </ns1:cxn>
              <ns1:cxn ang="0">
                <ns1:pos x="T34" y="T35"/>
              </ns1:cxn>
              <ns1:cxn ang="0">
                <ns1:pos x="T36" y="T37"/>
              </ns1:cxn>
              <ns1:cxn ang="0">
                <ns1:pos x="T38" y="T39"/>
              </ns1:cxn>
              <ns1:cxn ang="0">
                <ns1:pos x="T40" y="T41"/>
              </ns1:cxn>
              <ns1:cxn ang="0">
                <ns1:pos x="T42" y="T43"/>
              </ns1:cxn>
              <ns1:cxn ang="0">
                <ns1:pos x="T44" y="T45"/>
              </ns1:cxn>
              <ns1:cxn ang="0">
                <ns1:pos x="T46" y="T47"/>
              </ns1:cxn>
              <ns1:cxn ang="0">
                <ns1:pos x="T48" y="T49"/>
              </ns1:cxn>
              <ns1:cxn ang="0">
                <ns1:pos x="T50" y="T51"/>
              </ns1:cxn>
              <ns1:cxn ang="0">
                <ns1:pos x="T52" y="T53"/>
              </ns1:cxn>
              <ns1:cxn ang="0">
                <ns1:pos x="T54" y="T55"/>
              </ns1:cxn>
              <ns1:cxn ang="0">
                <ns1:pos x="T56" y="T57"/>
              </ns1:cxn>
              <ns1:cxn ang="0">
                <ns1:pos x="T58" y="T59"/>
              </ns1:cxn>
              <ns1:cxn ang="0">
                <ns1:pos x="T60" y="T61"/>
              </ns1:cxn>
              <ns1:cxn ang="0">
                <ns1:pos x="T62" y="T63"/>
              </ns1:cxn>
              <ns1:cxn ang="0">
                <ns1:pos x="T64" y="T65"/>
              </ns1:cxn>
              <ns1:cxn ang="0">
                <ns1:pos x="T66" y="T67"/>
              </ns1:cxn>
              <ns1:cxn ang="0">
                <ns1:pos x="T68" y="T69"/>
              </ns1:cxn>
              <ns1:cxn ang="0">
                <ns1:pos x="T70" y="T71"/>
              </ns1:cxn>
              <ns1:cxn ang="0">
                <ns1:pos x="T72" y="T73"/>
              </ns1:cxn>
              <ns1:cxn ang="0">
                <ns1:pos x="T74" y="T75"/>
              </ns1:cxn>
              <ns1:cxn ang="0">
                <ns1:pos x="T76" y="T77"/>
              </ns1:cxn>
              <ns1:cxn ang="0">
                <ns1:pos x="T78" y="T79"/>
              </ns1:cxn>
              <ns1:cxn ang="0">
                <ns1:pos x="T80" y="T81"/>
              </ns1:cxn>
            </ns1:cxnLst>
            <ns1:rect l="0" t="0" r="r" b="b"/>
            <ns1:pathLst>
              <ns1:path w="104" h="100">
                <ns1:moveTo>
                  <ns1:pt x="102" y="52"/>
                </ns1:moveTo>
                <ns1:cubicBezTo>
                  <ns1:pt x="102" y="52"/>
                  <ns1:pt x="101" y="51"/>
                  <ns1:pt x="101" y="51"/>
                </ns1:cubicBezTo>
                <ns1:cubicBezTo>
                  <ns1:pt x="97" y="48"/>
                  <ns1:pt x="94" y="45"/>
                  <ns1:pt x="89" y="45"/>
                </ns1:cubicBezTo>
                <ns1:cubicBezTo>
                  <ns1:pt x="83" y="45"/>
                  <ns1:pt x="78" y="49"/>
                  <ns1:pt x="74" y="54"/>
                </ns1:cubicBezTo>
                <ns1:cubicBezTo>
                  <ns1:pt x="74" y="55"/>
                  <ns1:pt x="73" y="56"/>
                  <ns1:pt x="72" y="57"/>
                </ns1:cubicBezTo>
                <ns1:cubicBezTo>
                  <ns1:pt x="72" y="58"/>
                  <ns1:pt x="71" y="58"/>
                  <ns1:pt x="71" y="58"/>
                </ns1:cubicBezTo>
                <ns1:cubicBezTo>
                  <ns1:pt x="70" y="58"/>
                  <ns1:pt x="69" y="58"/>
                  <ns1:pt x="69" y="57"/>
                </ns1:cubicBezTo>
                <ns1:cubicBezTo>
                  <ns1:pt x="68" y="56"/>
                  <ns1:pt x="67" y="55"/>
                  <ns1:pt x="67" y="54"/>
                </ns1:cubicBezTo>
                <ns1:cubicBezTo>
                  <ns1:pt x="63" y="49"/>
                  <ns1:pt x="58" y="45"/>
                  <ns1:pt x="52" y="45"/>
                </ns1:cubicBezTo>
                <ns1:cubicBezTo>
                  <ns1:pt x="46" y="45"/>
                  <ns1:pt x="41" y="49"/>
                  <ns1:pt x="38" y="54"/>
                </ns1:cubicBezTo>
                <ns1:cubicBezTo>
                  <ns1:pt x="37" y="55"/>
                  <ns1:pt x="37" y="56"/>
                  <ns1:pt x="36" y="57"/>
                </ns1:cubicBezTo>
                <ns1:cubicBezTo>
                  <ns1:pt x="36" y="58"/>
                  <ns1:pt x="35" y="58"/>
                  <ns1:pt x="34" y="58"/>
                </ns1:cubicBezTo>
                <ns1:cubicBezTo>
                  <ns1:pt x="33" y="58"/>
                  <ns1:pt x="33" y="58"/>
                  <ns1:pt x="32" y="57"/>
                </ns1:cubicBezTo>
                <ns1:cubicBezTo>
                  <ns1:pt x="32" y="56"/>
                  <ns1:pt x="31" y="55"/>
                  <ns1:pt x="30" y="54"/>
                </ns1:cubicBezTo>
                <ns1:cubicBezTo>
                  <ns1:pt x="27" y="49"/>
                  <ns1:pt x="22" y="45"/>
                  <ns1:pt x="16" y="45"/>
                </ns1:cubicBezTo>
                <ns1:cubicBezTo>
                  <ns1:pt x="11" y="45"/>
                  <ns1:pt x="7" y="48"/>
                  <ns1:pt x="4" y="51"/>
                </ns1:cubicBezTo>
                <ns1:cubicBezTo>
                  <ns1:pt x="3" y="51"/>
                  <ns1:pt x="3" y="52"/>
                  <ns1:pt x="2" y="52"/>
                </ns1:cubicBezTo>
                <ns1:cubicBezTo>
                  <ns1:pt x="1" y="52"/>
                  <ns1:pt x="0" y="51"/>
                  <ns1:pt x="0" y="50"/>
                </ns1:cubicBezTo>
                <ns1:cubicBezTo>
                  <ns1:pt x="0" y="49"/>
                  <ns1:pt x="0" y="49"/>
                  <ns1:pt x="0" y="49"/>
                </ns1:cubicBezTo>
                <ns1:cubicBezTo>
                  <ns1:pt x="6" y="26"/>
                  <ns1:pt x="29" y="12"/>
                  <ns1:pt x="52" y="12"/>
                </ns1:cubicBezTo>
                <ns1:cubicBezTo>
                  <ns1:pt x="76" y="12"/>
                  <ns1:pt x="99" y="26"/>
                  <ns1:pt x="104" y="49"/>
                </ns1:cubicBezTo>
                <ns1:cubicBezTo>
                  <ns1:pt x="104" y="49"/>
                  <ns1:pt x="104" y="49"/>
                  <ns1:pt x="104" y="50"/>
                </ns1:cubicBezTo>
                <ns1:cubicBezTo>
                  <ns1:pt x="104" y="51"/>
                  <ns1:pt x="103" y="52"/>
                  <ns1:pt x="102" y="52"/>
                </ns1:cubicBezTo>
                <ns1:close/>
                <ns1:moveTo>
                  <ns1:pt x="56" y="84"/>
                </ns1:moveTo>
                <ns1:cubicBezTo>
                  <ns1:pt x="56" y="93"/>
                  <ns1:pt x="49" y="100"/>
                  <ns1:pt x="40" y="100"/>
                </ns1:cubicBezTo>
                <ns1:cubicBezTo>
                  <ns1:pt x="32" y="100"/>
                  <ns1:pt x="24" y="93"/>
                  <ns1:pt x="24" y="84"/>
                </ns1:cubicBezTo>
                <ns1:cubicBezTo>
                  <ns1:pt x="24" y="82"/>
                  <ns1:pt x="26" y="80"/>
                  <ns1:pt x="28" y="80"/>
                </ns1:cubicBezTo>
                <ns1:cubicBezTo>
                  <ns1:pt x="31" y="80"/>
                  <ns1:pt x="32" y="82"/>
                  <ns1:pt x="32" y="84"/>
                </ns1:cubicBezTo>
                <ns1:cubicBezTo>
                  <ns1:pt x="32" y="88"/>
                  <ns1:pt x="36" y="92"/>
                  <ns1:pt x="40" y="92"/>
                </ns1:cubicBezTo>
                <ns1:cubicBezTo>
                  <ns1:pt x="45" y="92"/>
                  <ns1:pt x="48" y="88"/>
                  <ns1:pt x="48" y="84"/>
                </ns1:cubicBezTo>
                <ns1:cubicBezTo>
                  <ns1:pt x="48" y="48"/>
                  <ns1:pt x="48" y="48"/>
                  <ns1:pt x="48" y="48"/>
                </ns1:cubicBezTo>
                <ns1:cubicBezTo>
                  <ns1:pt x="50" y="48"/>
                  <ns1:pt x="51" y="47"/>
                  <ns1:pt x="52" y="47"/>
                </ns1:cubicBezTo>
                <ns1:cubicBezTo>
                  <ns1:pt x="54" y="47"/>
                  <ns1:pt x="55" y="48"/>
                  <ns1:pt x="56" y="48"/>
                </ns1:cubicBezTo>
                <ns1:lnTo>
                  <ns1:pt x="56" y="84"/>
                </ns1:lnTo>
                <ns1:close/>
                <ns1:moveTo>
                  <ns1:pt x="56" y="10"/>
                </ns1:moveTo>
                <ns1:cubicBezTo>
                  <ns1:pt x="55" y="10"/>
                  <ns1:pt x="54" y="10"/>
                  <ns1:pt x="52" y="10"/>
                </ns1:cubicBezTo>
                <ns1:cubicBezTo>
                  <ns1:pt x="51" y="10"/>
                  <ns1:pt x="50" y="10"/>
                  <ns1:pt x="48" y="10"/>
                </ns1:cubicBezTo>
                <ns1:cubicBezTo>
                  <ns1:pt x="48" y="4"/>
                  <ns1:pt x="48" y="4"/>
                  <ns1:pt x="48" y="4"/>
                </ns1:cubicBezTo>
                <ns1:cubicBezTo>
                  <ns1:pt x="48" y="2"/>
                  <ns1:pt x="50" y="0"/>
                  <ns1:pt x="52" y="0"/>
                </ns1:cubicBezTo>
                <ns1:cubicBezTo>
                  <ns1:pt x="55" y="0"/>
                  <ns1:pt x="56" y="2"/>
                  <ns1:pt x="56" y="4"/>
                </ns1:cubicBezTo>
                <ns1:lnTo>
                  <ns1:pt x="56" y="10"/>
                </ns1:lnTo>
                <ns1:close/>
              </ns1:path>
            </ns1:pathLst>
          </ns1:custGeom>
          <ns1:solidFill>
            <ns1:srgbClr val="010101"/>
          </ns1:solidFill>
          <ns1:ln>
            <ns1:noFill/>
          </ns1:ln>
          <ns1:extLst>
            <ns1:ext uri="{91240B29-F687-4F45-9708-019B960494DF}">
              <ns2:hiddenLine w="9525">
                <ns1:solidFill>
                  <ns1:srgbClr val="000000"/>
                </ns1:solidFill>
                <ns1:round/>
                <ns1:headEnd/>
                <ns1:tailEnd/>
              </ns2:hiddenLine>
            </ns1:ext>
          </ns1:extLst>
        </ns0:spPr>
        <ns0:txBody>
          <ns1:bodyPr vert="horz" wrap="square" lIns="91440" tIns="45720" rIns="91440" bIns="45720" numCol="1" anchor="t" anchorCtr="0" compatLnSpc="1">
            <ns1:prstTxWarp prst="textNoShape">
              <ns1:avLst/>
            </ns1:prstTxWarp>
          </ns1:bodyPr>
          <ns1:lstStyle/>
          <ns1:p>
            <ns1:endParaRPr lang="en-US" sz="2700"/>
          </ns1:p>
        </ns0:txBody>
      </ns0:sp>
      <ns0:sp>
        <ns0:nvSpPr>
          <ns0:cNvPr id="98" name="Freeform 96"/>
          <ns0:cNvSpPr>
            <ns1:spLocks noEditPoints="1"/>
          </ns0:cNvSpPr>
          <ns0:nvPr/>
        </ns0:nvSpPr>
        <ns0:spPr bwMode="auto">
          <ns1:xfrm>
            <ns1:off x="8167688" y="2122488"/>
            <ns1:ext cx="357188" cy="357188"/>
          </ns1:xfrm>
          <ns1:custGeom>
            <ns1:avLst/>
            <ns1:gdLst>
              <ns1:gd name="T0" fmla="*/ 92 w 95"/>
              <ns1:gd name="T1" fmla="*/ 62 h 95"/>
              <ns1:gd name="T2" fmla="*/ 62 w 95"/>
              <ns1:gd name="T3" fmla="*/ 93 h 95"/>
              <ns1:gd name="T4" fmla="*/ 56 w 95"/>
              <ns1:gd name="T5" fmla="*/ 95 h 95"/>
              <ns1:gd name="T6" fmla="*/ 51 w 95"/>
              <ns1:gd name="T7" fmla="*/ 93 h 95"/>
              <ns1:gd name="T8" fmla="*/ 6 w 95"/>
              <ns1:gd name="T9" fmla="*/ 48 h 95"/>
              <ns1:gd name="T10" fmla="*/ 0 w 95"/>
              <ns1:gd name="T11" fmla="*/ 34 h 95"/>
              <ns1:gd name="T12" fmla="*/ 0 w 95"/>
              <ns1:gd name="T13" fmla="*/ 8 h 95"/>
              <ns1:gd name="T14" fmla="*/ 8 w 95"/>
              <ns1:gd name="T15" fmla="*/ 0 h 95"/>
              <ns1:gd name="T16" fmla="*/ 34 w 95"/>
              <ns1:gd name="T17" fmla="*/ 0 h 95"/>
              <ns1:gd name="T18" fmla="*/ 48 w 95"/>
              <ns1:gd name="T19" fmla="*/ 6 h 95"/>
              <ns1:gd name="T20" fmla="*/ 92 w 95"/>
              <ns1:gd name="T21" fmla="*/ 51 h 95"/>
              <ns1:gd name="T22" fmla="*/ 95 w 95"/>
              <ns1:gd name="T23" fmla="*/ 56 h 95"/>
              <ns1:gd name="T24" fmla="*/ 92 w 95"/>
              <ns1:gd name="T25" fmla="*/ 62 h 95"/>
              <ns1:gd name="T26" fmla="*/ 20 w 95"/>
              <ns1:gd name="T27" fmla="*/ 12 h 95"/>
              <ns1:gd name="T28" fmla="*/ 12 w 95"/>
              <ns1:gd name="T29" fmla="*/ 20 h 95"/>
              <ns1:gd name="T30" fmla="*/ 20 w 95"/>
              <ns1:gd name="T31" fmla="*/ 28 h 95"/>
              <ns1:gd name="T32" fmla="*/ 28 w 95"/>
              <ns1:gd name="T33" fmla="*/ 20 h 95"/>
              <ns1:gd name="T34" fmla="*/ 20 w 95"/>
              <ns1:gd name="T35" fmla="*/ 12 h 95"/>
            </ns1:gdLst>
            <ns1:ahLst/>
            <ns1:cxnLst>
              <ns1:cxn ang="0">
                <ns1:pos x="T0" y="T1"/>
              </ns1:cxn>
              <ns1:cxn ang="0">
                <ns1:pos x="T2" y="T3"/>
              </ns1:cxn>
              <ns1:cxn ang="0">
                <ns1:pos x="T4" y="T5"/>
              </ns1:cxn>
              <ns1:cxn ang="0">
                <ns1:pos x="T6" y="T7"/>
              </ns1:cxn>
              <ns1:cxn ang="0">
                <ns1:pos x="T8" y="T9"/>
              </ns1:cxn>
              <ns1:cxn ang="0">
                <ns1:pos x="T10" y="T11"/>
              </ns1:cxn>
              <ns1:cxn ang="0">
                <ns1:pos x="T12" y="T13"/>
              </ns1:cxn>
              <ns1:cxn ang="0">
                <ns1:pos x="T14" y="T15"/>
              </ns1:cxn>
              <ns1:cxn ang="0">
                <ns1:pos x="T16" y="T17"/>
              </ns1:cxn>
              <ns1:cxn ang="0">
                <ns1:pos x="T18" y="T19"/>
              </ns1:cxn>
              <ns1:cxn ang="0">
                <ns1:pos x="T20" y="T21"/>
              </ns1:cxn>
              <ns1:cxn ang="0">
                <ns1:pos x="T22" y="T23"/>
              </ns1:cxn>
              <ns1:cxn ang="0">
                <ns1:pos x="T24" y="T25"/>
              </ns1:cxn>
              <ns1:cxn ang="0">
                <ns1:pos x="T26" y="T27"/>
              </ns1:cxn>
              <ns1:cxn ang="0">
                <ns1:pos x="T28" y="T29"/>
              </ns1:cxn>
              <ns1:cxn ang="0">
                <ns1:pos x="T30" y="T31"/>
              </ns1:cxn>
              <ns1:cxn ang="0">
                <ns1:pos x="T32" y="T33"/>
              </ns1:cxn>
              <ns1:cxn ang="0">
                <ns1:pos x="T34" y="T35"/>
              </ns1:cxn>
            </ns1:cxnLst>
            <ns1:rect l="0" t="0" r="r" b="b"/>
            <ns1:pathLst>
              <ns1:path w="95" h="95">
                <ns1:moveTo>
                  <ns1:pt x="92" y="62"/>
                </ns1:moveTo>
                <ns1:cubicBezTo>
                  <ns1:pt x="62" y="93"/>
                  <ns1:pt x="62" y="93"/>
                  <ns1:pt x="62" y="93"/>
                </ns1:cubicBezTo>
                <ns1:cubicBezTo>
                  <ns1:pt x="60" y="94"/>
                  <ns1:pt x="58" y="95"/>
                  <ns1:pt x="56" y="95"/>
                </ns1:cubicBezTo>
                <ns1:cubicBezTo>
                  <ns1:pt x="54" y="95"/>
                  <ns1:pt x="52" y="94"/>
                  <ns1:pt x="51" y="93"/>
                </ns1:cubicBezTo>
                <ns1:cubicBezTo>
                  <ns1:pt x="6" y="48"/>
                  <ns1:pt x="6" y="48"/>
                  <ns1:pt x="6" y="48"/>
                </ns1:cubicBezTo>
                <ns1:cubicBezTo>
                  <ns1:pt x="3" y="45"/>
                  <ns1:pt x="0" y="39"/>
                  <ns1:pt x="0" y="34"/>
                </ns1:cubicBezTo>
                <ns1:cubicBezTo>
                  <ns1:pt x="0" y="8"/>
                  <ns1:pt x="0" y="8"/>
                  <ns1:pt x="0" y="8"/>
                </ns1:cubicBezTo>
                <ns1:cubicBezTo>
                  <ns1:pt x="0" y="4"/>
                  <ns1:pt x="4" y="0"/>
                  <ns1:pt x="8" y="0"/>
                </ns1:cubicBezTo>
                <ns1:cubicBezTo>
                  <ns1:pt x="34" y="0"/>
                  <ns1:pt x="34" y="0"/>
                  <ns1:pt x="34" y="0"/>
                </ns1:cubicBezTo>
                <ns1:cubicBezTo>
                  <ns1:pt x="39" y="0"/>
                  <ns1:pt x="45" y="3"/>
                  <ns1:pt x="48" y="6"/>
                </ns1:cubicBezTo>
                <ns1:cubicBezTo>
                  <ns1:pt x="92" y="51"/>
                  <ns1:pt x="92" y="51"/>
                  <ns1:pt x="92" y="51"/>
                </ns1:cubicBezTo>
                <ns1:cubicBezTo>
                  <ns1:pt x="94" y="52"/>
                  <ns1:pt x="95" y="54"/>
                  <ns1:pt x="95" y="56"/>
                </ns1:cubicBezTo>
                <ns1:cubicBezTo>
                  <ns1:pt x="95" y="58"/>
                  <ns1:pt x="94" y="60"/>
                  <ns1:pt x="92" y="62"/>
                </ns1:cubicBezTo>
                <ns1:close/>
                <ns1:moveTo>
                  <ns1:pt x="20" y="12"/>
                </ns1:moveTo>
                <ns1:cubicBezTo>
                  <ns1:pt x="16" y="12"/>
                  <ns1:pt x="12" y="16"/>
                  <ns1:pt x="12" y="20"/>
                </ns1:cubicBezTo>
                <ns1:cubicBezTo>
                  <ns1:pt x="12" y="25"/>
                  <ns1:pt x="16" y="28"/>
                  <ns1:pt x="20" y="28"/>
                </ns1:cubicBezTo>
                <ns1:cubicBezTo>
                  <ns1:pt x="25" y="28"/>
                  <ns1:pt x="28" y="25"/>
                  <ns1:pt x="28" y="20"/>
                </ns1:cubicBezTo>
                <ns1:cubicBezTo>
                  <ns1:pt x="28" y="16"/>
                  <ns1:pt x="25" y="12"/>
                  <ns1:pt x="20" y="12"/>
                </ns1:cubicBezTo>
                <ns1:close/>
              </ns1:path>
            </ns1:pathLst>
          </ns1:custGeom>
          <ns1:solidFill>
            <ns1:srgbClr val="010101"/>
          </ns1:solidFill>
          <ns1:ln>
            <ns1:noFill/>
          </ns1:ln>
          <ns1:extLst>
            <ns1:ext uri="{91240B29-F687-4F45-9708-019B960494DF}">
              <ns2:hiddenLine w="9525">
                <ns1:solidFill>
                  <ns1:srgbClr val="000000"/>
                </ns1:solidFill>
                <ns1:round/>
                <ns1:headEnd/>
                <ns1:tailEnd/>
              </ns2:hiddenLine>
            </ns1:ext>
          </ns1:extLst>
        </ns0:spPr>
        <ns0:txBody>
          <ns1:bodyPr vert="horz" wrap="square" lIns="91440" tIns="45720" rIns="91440" bIns="45720" numCol="1" anchor="t" anchorCtr="0" compatLnSpc="1">
            <ns1:prstTxWarp prst="textNoShape">
              <ns1:avLst/>
            </ns1:prstTxWarp>
          </ns1:bodyPr>
          <ns1:lstStyle/>
          <ns1:p>
            <ns1:endParaRPr lang="en-US" sz="2700"/>
          </ns1:p>
        </ns0:txBody>
      </ns0:sp>
      <ns0:sp>
        <ns0:nvSpPr>
          <ns0:cNvPr id="99" name="Freeform 97"/>
          <ns0:cNvSpPr>
            <ns1:spLocks noEditPoints="1"/>
          </ns0:cNvSpPr>
          <ns0:nvPr/>
        </ns0:nvSpPr>
        <ns0:spPr bwMode="auto">
          <ns1:xfrm>
            <ns1:off x="8769351" y="2122488"/>
            <ns1:ext cx="446088" cy="357188"/>
          </ns1:xfrm>
          <ns1:custGeom>
            <ns1:avLst/>
            <ns1:gdLst>
              <ns1:gd name="T0" fmla="*/ 92 w 119"/>
              <ns1:gd name="T1" fmla="*/ 62 h 95"/>
              <ns1:gd name="T2" fmla="*/ 62 w 119"/>
              <ns1:gd name="T3" fmla="*/ 93 h 95"/>
              <ns1:gd name="T4" fmla="*/ 56 w 119"/>
              <ns1:gd name="T5" fmla="*/ 95 h 95"/>
              <ns1:gd name="T6" fmla="*/ 50 w 119"/>
              <ns1:gd name="T7" fmla="*/ 93 h 95"/>
              <ns1:gd name="T8" fmla="*/ 6 w 119"/>
              <ns1:gd name="T9" fmla="*/ 48 h 95"/>
              <ns1:gd name="T10" fmla="*/ 0 w 119"/>
              <ns1:gd name="T11" fmla="*/ 34 h 95"/>
              <ns1:gd name="T12" fmla="*/ 0 w 119"/>
              <ns1:gd name="T13" fmla="*/ 8 h 95"/>
              <ns1:gd name="T14" fmla="*/ 8 w 119"/>
              <ns1:gd name="T15" fmla="*/ 0 h 95"/>
              <ns1:gd name="T16" fmla="*/ 34 w 119"/>
              <ns1:gd name="T17" fmla="*/ 0 h 95"/>
              <ns1:gd name="T18" fmla="*/ 48 w 119"/>
              <ns1:gd name="T19" fmla="*/ 6 h 95"/>
              <ns1:gd name="T20" fmla="*/ 92 w 119"/>
              <ns1:gd name="T21" fmla="*/ 51 h 95"/>
              <ns1:gd name="T22" fmla="*/ 95 w 119"/>
              <ns1:gd name="T23" fmla="*/ 56 h 95"/>
              <ns1:gd name="T24" fmla="*/ 92 w 119"/>
              <ns1:gd name="T25" fmla="*/ 62 h 95"/>
              <ns1:gd name="T26" fmla="*/ 20 w 119"/>
              <ns1:gd name="T27" fmla="*/ 12 h 95"/>
              <ns1:gd name="T28" fmla="*/ 12 w 119"/>
              <ns1:gd name="T29" fmla="*/ 20 h 95"/>
              <ns1:gd name="T30" fmla="*/ 20 w 119"/>
              <ns1:gd name="T31" fmla="*/ 28 h 95"/>
              <ns1:gd name="T32" fmla="*/ 28 w 119"/>
              <ns1:gd name="T33" fmla="*/ 20 h 95"/>
              <ns1:gd name="T34" fmla="*/ 20 w 119"/>
              <ns1:gd name="T35" fmla="*/ 12 h 95"/>
              <ns1:gd name="T36" fmla="*/ 116 w 119"/>
              <ns1:gd name="T37" fmla="*/ 62 h 95"/>
              <ns1:gd name="T38" fmla="*/ 86 w 119"/>
              <ns1:gd name="T39" fmla="*/ 93 h 95"/>
              <ns1:gd name="T40" fmla="*/ 80 w 119"/>
              <ns1:gd name="T41" fmla="*/ 95 h 95"/>
              <ns1:gd name="T42" fmla="*/ 73 w 119"/>
              <ns1:gd name="T43" fmla="*/ 91 h 95"/>
              <ns1:gd name="T44" fmla="*/ 102 w 119"/>
              <ns1:gd name="T45" fmla="*/ 62 h 95"/>
              <ns1:gd name="T46" fmla="*/ 105 w 119"/>
              <ns1:gd name="T47" fmla="*/ 56 h 95"/>
              <ns1:gd name="T48" fmla="*/ 102 w 119"/>
              <ns1:gd name="T49" fmla="*/ 51 h 95"/>
              <ns1:gd name="T50" fmla="*/ 58 w 119"/>
              <ns1:gd name="T51" fmla="*/ 6 h 95"/>
              <ns1:gd name="T52" fmla="*/ 44 w 119"/>
              <ns1:gd name="T53" fmla="*/ 0 h 95"/>
              <ns1:gd name="T54" fmla="*/ 58 w 119"/>
              <ns1:gd name="T55" fmla="*/ 0 h 95"/>
              <ns1:gd name="T56" fmla="*/ 72 w 119"/>
              <ns1:gd name="T57" fmla="*/ 6 h 95"/>
              <ns1:gd name="T58" fmla="*/ 116 w 119"/>
              <ns1:gd name="T59" fmla="*/ 51 h 95"/>
              <ns1:gd name="T60" fmla="*/ 119 w 119"/>
              <ns1:gd name="T61" fmla="*/ 56 h 95"/>
              <ns1:gd name="T62" fmla="*/ 116 w 119"/>
              <ns1:gd name="T63" fmla="*/ 62 h 95"/>
            </ns1:gdLst>
            <ns1:ahLst/>
            <ns1:cxnLst>
              <ns1:cxn ang="0">
                <ns1:pos x="T0" y="T1"/>
              </ns1:cxn>
              <ns1:cxn ang="0">
                <ns1:pos x="T2" y="T3"/>
              </ns1:cxn>
              <ns1:cxn ang="0">
                <ns1:pos x="T4" y="T5"/>
              </ns1:cxn>
              <ns1:cxn ang="0">
                <ns1:pos x="T6" y="T7"/>
              </ns1:cxn>
              <ns1:cxn ang="0">
                <ns1:pos x="T8" y="T9"/>
              </ns1:cxn>
              <ns1:cxn ang="0">
                <ns1:pos x="T10" y="T11"/>
              </ns1:cxn>
              <ns1:cxn ang="0">
                <ns1:pos x="T12" y="T13"/>
              </ns1:cxn>
              <ns1:cxn ang="0">
                <ns1:pos x="T14" y="T15"/>
              </ns1:cxn>
              <ns1:cxn ang="0">
                <ns1:pos x="T16" y="T17"/>
              </ns1:cxn>
              <ns1:cxn ang="0">
                <ns1:pos x="T18" y="T19"/>
              </ns1:cxn>
              <ns1:cxn ang="0">
                <ns1:pos x="T20" y="T21"/>
              </ns1:cxn>
              <ns1:cxn ang="0">
                <ns1:pos x="T22" y="T23"/>
              </ns1:cxn>
              <ns1:cxn ang="0">
                <ns1:pos x="T24" y="T25"/>
              </ns1:cxn>
              <ns1:cxn ang="0">
                <ns1:pos x="T26" y="T27"/>
              </ns1:cxn>
              <ns1:cxn ang="0">
                <ns1:pos x="T28" y="T29"/>
              </ns1:cxn>
              <ns1:cxn ang="0">
                <ns1:pos x="T30" y="T31"/>
              </ns1:cxn>
              <ns1:cxn ang="0">
                <ns1:pos x="T32" y="T33"/>
              </ns1:cxn>
              <ns1:cxn ang="0">
                <ns1:pos x="T34" y="T35"/>
              </ns1:cxn>
              <ns1:cxn ang="0">
                <ns1:pos x="T36" y="T37"/>
              </ns1:cxn>
              <ns1:cxn ang="0">
                <ns1:pos x="T38" y="T39"/>
              </ns1:cxn>
              <ns1:cxn ang="0">
                <ns1:pos x="T40" y="T41"/>
              </ns1:cxn>
              <ns1:cxn ang="0">
                <ns1:pos x="T42" y="T43"/>
              </ns1:cxn>
              <ns1:cxn ang="0">
                <ns1:pos x="T44" y="T45"/>
              </ns1:cxn>
              <ns1:cxn ang="0">
                <ns1:pos x="T46" y="T47"/>
              </ns1:cxn>
              <ns1:cxn ang="0">
                <ns1:pos x="T48" y="T49"/>
              </ns1:cxn>
              <ns1:cxn ang="0">
                <ns1:pos x="T50" y="T51"/>
              </ns1:cxn>
              <ns1:cxn ang="0">
                <ns1:pos x="T52" y="T53"/>
              </ns1:cxn>
              <ns1:cxn ang="0">
                <ns1:pos x="T54" y="T55"/>
              </ns1:cxn>
              <ns1:cxn ang="0">
                <ns1:pos x="T56" y="T57"/>
              </ns1:cxn>
              <ns1:cxn ang="0">
                <ns1:pos x="T58" y="T59"/>
              </ns1:cxn>
              <ns1:cxn ang="0">
                <ns1:pos x="T60" y="T61"/>
              </ns1:cxn>
              <ns1:cxn ang="0">
                <ns1:pos x="T62" y="T63"/>
              </ns1:cxn>
            </ns1:cxnLst>
            <ns1:rect l="0" t="0" r="r" b="b"/>
            <ns1:pathLst>
              <ns1:path w="119" h="95">
                <ns1:moveTo>
                  <ns1:pt x="92" y="62"/>
                </ns1:moveTo>
                <ns1:cubicBezTo>
                  <ns1:pt x="62" y="93"/>
                  <ns1:pt x="62" y="93"/>
                  <ns1:pt x="62" y="93"/>
                </ns1:cubicBezTo>
                <ns1:cubicBezTo>
                  <ns1:pt x="60" y="94"/>
                  <ns1:pt x="58" y="95"/>
                  <ns1:pt x="56" y="95"/>
                </ns1:cubicBezTo>
                <ns1:cubicBezTo>
                  <ns1:pt x="54" y="95"/>
                  <ns1:pt x="52" y="94"/>
                  <ns1:pt x="50" y="93"/>
                </ns1:cubicBezTo>
                <ns1:cubicBezTo>
                  <ns1:pt x="6" y="48"/>
                  <ns1:pt x="6" y="48"/>
                  <ns1:pt x="6" y="48"/>
                </ns1:cubicBezTo>
                <ns1:cubicBezTo>
                  <ns1:pt x="3" y="45"/>
                  <ns1:pt x="0" y="39"/>
                  <ns1:pt x="0" y="34"/>
                </ns1:cubicBezTo>
                <ns1:cubicBezTo>
                  <ns1:pt x="0" y="8"/>
                  <ns1:pt x="0" y="8"/>
                  <ns1:pt x="0" y="8"/>
                </ns1:cubicBezTo>
                <ns1:cubicBezTo>
                  <ns1:pt x="0" y="4"/>
                  <ns1:pt x="4" y="0"/>
                  <ns1:pt x="8" y="0"/>
                </ns1:cubicBezTo>
                <ns1:cubicBezTo>
                  <ns1:pt x="34" y="0"/>
                  <ns1:pt x="34" y="0"/>
                  <ns1:pt x="34" y="0"/>
                </ns1:cubicBezTo>
                <ns1:cubicBezTo>
                  <ns1:pt x="39" y="0"/>
                  <ns1:pt x="45" y="3"/>
                  <ns1:pt x="48" y="6"/>
                </ns1:cubicBezTo>
                <ns1:cubicBezTo>
                  <ns1:pt x="92" y="51"/>
                  <ns1:pt x="92" y="51"/>
                  <ns1:pt x="92" y="51"/>
                </ns1:cubicBezTo>
                <ns1:cubicBezTo>
                  <ns1:pt x="94" y="52"/>
                  <ns1:pt x="95" y="54"/>
                  <ns1:pt x="95" y="56"/>
                </ns1:cubicBezTo>
                <ns1:cubicBezTo>
                  <ns1:pt x="95" y="58"/>
                  <ns1:pt x="94" y="60"/>
                  <ns1:pt x="92" y="62"/>
                </ns1:cubicBezTo>
                <ns1:close/>
                <ns1:moveTo>
                  <ns1:pt x="20" y="12"/>
                </ns1:moveTo>
                <ns1:cubicBezTo>
                  <ns1:pt x="16" y="12"/>
                  <ns1:pt x="12" y="16"/>
                  <ns1:pt x="12" y="20"/>
                </ns1:cubicBezTo>
                <ns1:cubicBezTo>
                  <ns1:pt x="12" y="25"/>
                  <ns1:pt x="16" y="28"/>
                  <ns1:pt x="20" y="28"/>
                </ns1:cubicBezTo>
                <ns1:cubicBezTo>
                  <ns1:pt x="25" y="28"/>
                  <ns1:pt x="28" y="25"/>
                  <ns1:pt x="28" y="20"/>
                </ns1:cubicBezTo>
                <ns1:cubicBezTo>
                  <ns1:pt x="28" y="16"/>
                  <ns1:pt x="25" y="12"/>
                  <ns1:pt x="20" y="12"/>
                </ns1:cubicBezTo>
                <ns1:close/>
                <ns1:moveTo>
                  <ns1:pt x="116" y="62"/>
                </ns1:moveTo>
                <ns1:cubicBezTo>
                  <ns1:pt x="86" y="93"/>
                  <ns1:pt x="86" y="93"/>
                  <ns1:pt x="86" y="93"/>
                </ns1:cubicBezTo>
                <ns1:cubicBezTo>
                  <ns1:pt x="84" y="94"/>
                  <ns1:pt x="82" y="95"/>
                  <ns1:pt x="80" y="95"/>
                </ns1:cubicBezTo>
                <ns1:cubicBezTo>
                  <ns1:pt x="77" y="95"/>
                  <ns1:pt x="75" y="93"/>
                  <ns1:pt x="73" y="91"/>
                </ns1:cubicBezTo>
                <ns1:cubicBezTo>
                  <ns1:pt x="102" y="62"/>
                  <ns1:pt x="102" y="62"/>
                  <ns1:pt x="102" y="62"/>
                </ns1:cubicBezTo>
                <ns1:cubicBezTo>
                  <ns1:pt x="104" y="60"/>
                  <ns1:pt x="105" y="58"/>
                  <ns1:pt x="105" y="56"/>
                </ns1:cubicBezTo>
                <ns1:cubicBezTo>
                  <ns1:pt x="105" y="54"/>
                  <ns1:pt x="104" y="52"/>
                  <ns1:pt x="102" y="51"/>
                </ns1:cubicBezTo>
                <ns1:cubicBezTo>
                  <ns1:pt x="58" y="6"/>
                  <ns1:pt x="58" y="6"/>
                  <ns1:pt x="58" y="6"/>
                </ns1:cubicBezTo>
                <ns1:cubicBezTo>
                  <ns1:pt x="55" y="3"/>
                  <ns1:pt x="49" y="0"/>
                  <ns1:pt x="44" y="0"/>
                </ns1:cubicBezTo>
                <ns1:cubicBezTo>
                  <ns1:pt x="58" y="0"/>
                  <ns1:pt x="58" y="0"/>
                  <ns1:pt x="58" y="0"/>
                </ns1:cubicBezTo>
                <ns1:cubicBezTo>
                  <ns1:pt x="63" y="0"/>
                  <ns1:pt x="69" y="3"/>
                  <ns1:pt x="72" y="6"/>
                </ns1:cubicBezTo>
                <ns1:cubicBezTo>
                  <ns1:pt x="116" y="51"/>
                  <ns1:pt x="116" y="51"/>
                  <ns1:pt x="116" y="51"/>
                </ns1:cubicBezTo>
                <ns1:cubicBezTo>
                  <ns1:pt x="118" y="52"/>
                  <ns1:pt x="119" y="54"/>
                  <ns1:pt x="119" y="56"/>
                </ns1:cubicBezTo>
                <ns1:cubicBezTo>
                  <ns1:pt x="119" y="58"/>
                  <ns1:pt x="118" y="60"/>
                  <ns1:pt x="116" y="62"/>
                </ns1:cubicBezTo>
                <ns1:close/>
              </ns1:path>
            </ns1:pathLst>
          </ns1:custGeom>
          <ns1:solidFill>
            <ns1:srgbClr val="010101"/>
          </ns1:solidFill>
          <ns1:ln>
            <ns1:noFill/>
          </ns1:ln>
          <ns1:extLst>
            <ns1:ext uri="{91240B29-F687-4F45-9708-019B960494DF}">
              <ns2:hiddenLine w="9525">
                <ns1:solidFill>
                  <ns1:srgbClr val="000000"/>
                </ns1:solidFill>
                <ns1:round/>
                <ns1:headEnd/>
                <ns1:tailEnd/>
              </ns2:hiddenLine>
            </ns1:ext>
          </ns1:extLst>
        </ns0:spPr>
        <ns0:txBody>
          <ns1:bodyPr vert="horz" wrap="square" lIns="91440" tIns="45720" rIns="91440" bIns="45720" numCol="1" anchor="t" anchorCtr="0" compatLnSpc="1">
            <ns1:prstTxWarp prst="textNoShape">
              <ns1:avLst/>
            </ns1:prstTxWarp>
          </ns1:bodyPr>
          <ns1:lstStyle/>
          <ns1:p>
            <ns1:endParaRPr lang="en-US" sz="2700"/>
          </ns1:p>
        </ns0:txBody>
      </ns0:sp>
      <ns0:sp>
        <ns0:nvSpPr>
          <ns0:cNvPr id="100" name="Freeform 98"/>
          <ns0:cNvSpPr>
            <ns1:spLocks noEditPoints="1"/>
          </ns0:cNvSpPr>
          <ns0:nvPr/>
        </ns0:nvSpPr>
        <ns0:spPr bwMode="auto">
          <ns1:xfrm>
            <ns1:off x="9444038" y="2116138"/>
            <ns1:ext cx="393700" cy="368300"/>
          </ns1:xfrm>
          <ns1:custGeom>
            <ns1:avLst/>
            <ns1:gdLst>
              <ns1:gd name="T0" fmla="*/ 104 w 105"/>
              <ns1:gd name="T1" fmla="*/ 32 h 98"/>
              <ns1:gd name="T2" fmla="*/ 86 w 105"/>
              <ns1:gd name="T3" fmla="*/ 89 h 98"/>
              <ns1:gd name="T4" fmla="*/ 74 w 105"/>
              <ns1:gd name="T5" fmla="*/ 98 h 98"/>
              <ns1:gd name="T6" fmla="*/ 16 w 105"/>
              <ns1:gd name="T7" fmla="*/ 98 h 98"/>
              <ns1:gd name="T8" fmla="*/ 1 w 105"/>
              <ns1:gd name="T9" fmla="*/ 87 h 98"/>
              <ns1:gd name="T10" fmla="*/ 1 w 105"/>
              <ns1:gd name="T11" fmla="*/ 79 h 98"/>
              <ns1:gd name="T12" fmla="*/ 1 w 105"/>
              <ns1:gd name="T13" fmla="*/ 75 h 98"/>
              <ns1:gd name="T14" fmla="*/ 1 w 105"/>
              <ns1:gd name="T15" fmla="*/ 72 h 98"/>
              <ns1:gd name="T16" fmla="*/ 3 w 105"/>
              <ns1:gd name="T17" fmla="*/ 68 h 98"/>
              <ns1:gd name="T18" fmla="*/ 8 w 105"/>
              <ns1:gd name="T19" fmla="*/ 56 h 98"/>
              <ns1:gd name="T20" fmla="*/ 8 w 105"/>
              <ns1:gd name="T21" fmla="*/ 53 h 98"/>
              <ns1:gd name="T22" fmla="*/ 10 w 105"/>
              <ns1:gd name="T23" fmla="*/ 50 h 98"/>
              <ns1:gd name="T24" fmla="*/ 14 w 105"/>
              <ns1:gd name="T25" fmla="*/ 38 h 98"/>
              <ns1:gd name="T26" fmla="*/ 14 w 105"/>
              <ns1:gd name="T27" fmla="*/ 35 h 98"/>
              <ns1:gd name="T28" fmla="*/ 17 w 105"/>
              <ns1:gd name="T29" fmla="*/ 31 h 98"/>
              <ns1:gd name="T30" fmla="*/ 21 w 105"/>
              <ns1:gd name="T31" fmla="*/ 20 h 98"/>
              <ns1:gd name="T32" fmla="*/ 21 w 105"/>
              <ns1:gd name="T33" fmla="*/ 17 h 98"/>
              <ns1:gd name="T34" fmla="*/ 24 w 105"/>
              <ns1:gd name="T35" fmla="*/ 13 h 98"/>
              <ns1:gd name="T36" fmla="*/ 35 w 105"/>
              <ns1:gd name="T37" fmla="*/ 3 h 98"/>
              <ns1:gd name="T38" fmla="*/ 35 w 105"/>
              <ns1:gd name="T39" fmla="*/ 3 h 98"/>
              <ns1:gd name="T40" fmla="*/ 38 w 105"/>
              <ns1:gd name="T41" fmla="*/ 2 h 98"/>
              <ns1:gd name="T42" fmla="*/ 86 w 105"/>
              <ns1:gd name="T43" fmla="*/ 2 h 98"/>
              <ns1:gd name="T44" fmla="*/ 93 w 105"/>
              <ns1:gd name="T45" fmla="*/ 6 h 98"/>
              <ns1:gd name="T46" fmla="*/ 94 w 105"/>
              <ns1:gd name="T47" fmla="*/ 14 h 98"/>
              <ns1:gd name="T48" fmla="*/ 77 w 105"/>
              <ns1:gd name="T49" fmla="*/ 70 h 98"/>
              <ns1:gd name="T50" fmla="*/ 64 w 105"/>
              <ns1:gd name="T51" fmla="*/ 82 h 98"/>
              <ns1:gd name="T52" fmla="*/ 10 w 105"/>
              <ns1:gd name="T53" fmla="*/ 82 h 98"/>
              <ns1:gd name="T54" fmla="*/ 8 w 105"/>
              <ns1:gd name="T55" fmla="*/ 83 h 98"/>
              <ns1:gd name="T56" fmla="*/ 7 w 105"/>
              <ns1:gd name="T57" fmla="*/ 86 h 98"/>
              <ns1:gd name="T58" fmla="*/ 16 w 105"/>
              <ns1:gd name="T59" fmla="*/ 90 h 98"/>
              <ns1:gd name="T60" fmla="*/ 74 w 105"/>
              <ns1:gd name="T61" fmla="*/ 90 h 98"/>
              <ns1:gd name="T62" fmla="*/ 80 w 105"/>
              <ns1:gd name="T63" fmla="*/ 87 h 98"/>
              <ns1:gd name="T64" fmla="*/ 99 w 105"/>
              <ns1:gd name="T65" fmla="*/ 25 h 98"/>
              <ns1:gd name="T66" fmla="*/ 99 w 105"/>
              <ns1:gd name="T67" fmla="*/ 21 h 98"/>
              <ns1:gd name="T68" fmla="*/ 103 w 105"/>
              <ns1:gd name="T69" fmla="*/ 24 h 98"/>
              <ns1:gd name="T70" fmla="*/ 104 w 105"/>
              <ns1:gd name="T71" fmla="*/ 32 h 98"/>
              <ns1:gd name="T72" fmla="*/ 32 w 105"/>
              <ns1:gd name="T73" fmla="*/ 42 h 98"/>
              <ns1:gd name="T74" fmla="*/ 70 w 105"/>
              <ns1:gd name="T75" fmla="*/ 42 h 98"/>
              <ns1:gd name="T76" fmla="*/ 73 w 105"/>
              <ns1:gd name="T77" fmla="*/ 40 h 98"/>
              <ns1:gd name="T78" fmla="*/ 74 w 105"/>
              <ns1:gd name="T79" fmla="*/ 36 h 98"/>
              <ns1:gd name="T80" fmla="*/ 73 w 105"/>
              <ns1:gd name="T81" fmla="*/ 34 h 98"/>
              <ns1:gd name="T82" fmla="*/ 35 w 105"/>
              <ns1:gd name="T83" fmla="*/ 34 h 98"/>
              <ns1:gd name="T84" fmla="*/ 32 w 105"/>
              <ns1:gd name="T85" fmla="*/ 36 h 98"/>
              <ns1:gd name="T86" fmla="*/ 31 w 105"/>
              <ns1:gd name="T87" fmla="*/ 40 h 98"/>
              <ns1:gd name="T88" fmla="*/ 32 w 105"/>
              <ns1:gd name="T89" fmla="*/ 42 h 98"/>
              <ns1:gd name="T90" fmla="*/ 37 w 105"/>
              <ns1:gd name="T91" fmla="*/ 26 h 98"/>
              <ns1:gd name="T92" fmla="*/ 75 w 105"/>
              <ns1:gd name="T93" fmla="*/ 26 h 98"/>
              <ns1:gd name="T94" fmla="*/ 78 w 105"/>
              <ns1:gd name="T95" fmla="*/ 24 h 98"/>
              <ns1:gd name="T96" fmla="*/ 79 w 105"/>
              <ns1:gd name="T97" fmla="*/ 20 h 98"/>
              <ns1:gd name="T98" fmla="*/ 78 w 105"/>
              <ns1:gd name="T99" fmla="*/ 18 h 98"/>
              <ns1:gd name="T100" fmla="*/ 40 w 105"/>
              <ns1:gd name="T101" fmla="*/ 18 h 98"/>
              <ns1:gd name="T102" fmla="*/ 37 w 105"/>
              <ns1:gd name="T103" fmla="*/ 20 h 98"/>
              <ns1:gd name="T104" fmla="*/ 36 w 105"/>
              <ns1:gd name="T105" fmla="*/ 24 h 98"/>
              <ns1:gd name="T106" fmla="*/ 37 w 105"/>
              <ns1:gd name="T107" fmla="*/ 26 h 98"/>
            </ns1:gdLst>
            <ns1:ahLst/>
            <ns1:cxnLst>
              <ns1:cxn ang="0">
                <ns1:pos x="T0" y="T1"/>
              </ns1:cxn>
              <ns1:cxn ang="0">
                <ns1:pos x="T2" y="T3"/>
              </ns1:cxn>
              <ns1:cxn ang="0">
                <ns1:pos x="T4" y="T5"/>
              </ns1:cxn>
              <ns1:cxn ang="0">
                <ns1:pos x="T6" y="T7"/>
              </ns1:cxn>
              <ns1:cxn ang="0">
                <ns1:pos x="T8" y="T9"/>
              </ns1:cxn>
              <ns1:cxn ang="0">
                <ns1:pos x="T10" y="T11"/>
              </ns1:cxn>
              <ns1:cxn ang="0">
                <ns1:pos x="T12" y="T13"/>
              </ns1:cxn>
              <ns1:cxn ang="0">
                <ns1:pos x="T14" y="T15"/>
              </ns1:cxn>
              <ns1:cxn ang="0">
                <ns1:pos x="T16" y="T17"/>
              </ns1:cxn>
              <ns1:cxn ang="0">
                <ns1:pos x="T18" y="T19"/>
              </ns1:cxn>
              <ns1:cxn ang="0">
                <ns1:pos x="T20" y="T21"/>
              </ns1:cxn>
              <ns1:cxn ang="0">
                <ns1:pos x="T22" y="T23"/>
              </ns1:cxn>
              <ns1:cxn ang="0">
                <ns1:pos x="T24" y="T25"/>
              </ns1:cxn>
              <ns1:cxn ang="0">
                <ns1:pos x="T26" y="T27"/>
              </ns1:cxn>
              <ns1:cxn ang="0">
                <ns1:pos x="T28" y="T29"/>
              </ns1:cxn>
              <ns1:cxn ang="0">
                <ns1:pos x="T30" y="T31"/>
              </ns1:cxn>
              <ns1:cxn ang="0">
                <ns1:pos x="T32" y="T33"/>
              </ns1:cxn>
              <ns1:cxn ang="0">
                <ns1:pos x="T34" y="T35"/>
              </ns1:cxn>
              <ns1:cxn ang="0">
                <ns1:pos x="T36" y="T37"/>
              </ns1:cxn>
              <ns1:cxn ang="0">
                <ns1:pos x="T38" y="T39"/>
              </ns1:cxn>
              <ns1:cxn ang="0">
                <ns1:pos x="T40" y="T41"/>
              </ns1:cxn>
              <ns1:cxn ang="0">
                <ns1:pos x="T42" y="T43"/>
              </ns1:cxn>
              <ns1:cxn ang="0">
                <ns1:pos x="T44" y="T45"/>
              </ns1:cxn>
              <ns1:cxn ang="0">
                <ns1:pos x="T46" y="T47"/>
              </ns1:cxn>
              <ns1:cxn ang="0">
                <ns1:pos x="T48" y="T49"/>
              </ns1:cxn>
              <ns1:cxn ang="0">
                <ns1:pos x="T50" y="T51"/>
              </ns1:cxn>
              <ns1:cxn ang="0">
                <ns1:pos x="T52" y="T53"/>
              </ns1:cxn>
              <ns1:cxn ang="0">
                <ns1:pos x="T54" y="T55"/>
              </ns1:cxn>
              <ns1:cxn ang="0">
                <ns1:pos x="T56" y="T57"/>
              </ns1:cxn>
              <ns1:cxn ang="0">
                <ns1:pos x="T58" y="T59"/>
              </ns1:cxn>
              <ns1:cxn ang="0">
                <ns1:pos x="T60" y="T61"/>
              </ns1:cxn>
              <ns1:cxn ang="0">
                <ns1:pos x="T62" y="T63"/>
              </ns1:cxn>
              <ns1:cxn ang="0">
                <ns1:pos x="T64" y="T65"/>
              </ns1:cxn>
              <ns1:cxn ang="0">
                <ns1:pos x="T66" y="T67"/>
              </ns1:cxn>
              <ns1:cxn ang="0">
                <ns1:pos x="T68" y="T69"/>
              </ns1:cxn>
              <ns1:cxn ang="0">
                <ns1:pos x="T70" y="T71"/>
              </ns1:cxn>
              <ns1:cxn ang="0">
                <ns1:pos x="T72" y="T73"/>
              </ns1:cxn>
              <ns1:cxn ang="0">
                <ns1:pos x="T74" y="T75"/>
              </ns1:cxn>
              <ns1:cxn ang="0">
                <ns1:pos x="T76" y="T77"/>
              </ns1:cxn>
              <ns1:cxn ang="0">
                <ns1:pos x="T78" y="T79"/>
              </ns1:cxn>
              <ns1:cxn ang="0">
                <ns1:pos x="T80" y="T81"/>
              </ns1:cxn>
              <ns1:cxn ang="0">
                <ns1:pos x="T82" y="T83"/>
              </ns1:cxn>
              <ns1:cxn ang="0">
                <ns1:pos x="T84" y="T85"/>
              </ns1:cxn>
              <ns1:cxn ang="0">
                <ns1:pos x="T86" y="T87"/>
              </ns1:cxn>
              <ns1:cxn ang="0">
                <ns1:pos x="T88" y="T89"/>
              </ns1:cxn>
              <ns1:cxn ang="0">
                <ns1:pos x="T90" y="T91"/>
              </ns1:cxn>
              <ns1:cxn ang="0">
                <ns1:pos x="T92" y="T93"/>
              </ns1:cxn>
              <ns1:cxn ang="0">
                <ns1:pos x="T94" y="T95"/>
              </ns1:cxn>
              <ns1:cxn ang="0">
                <ns1:pos x="T96" y="T97"/>
              </ns1:cxn>
              <ns1:cxn ang="0">
                <ns1:pos x="T98" y="T99"/>
              </ns1:cxn>
              <ns1:cxn ang="0">
                <ns1:pos x="T100" y="T101"/>
              </ns1:cxn>
              <ns1:cxn ang="0">
                <ns1:pos x="T102" y="T103"/>
              </ns1:cxn>
              <ns1:cxn ang="0">
                <ns1:pos x="T104" y="T105"/>
              </ns1:cxn>
              <ns1:cxn ang="0">
                <ns1:pos x="T106" y="T107"/>
              </ns1:cxn>
            </ns1:cxnLst>
            <ns1:rect l="0" t="0" r="r" b="b"/>
            <ns1:pathLst>
              <ns1:path w="105" h="98">
                <ns1:moveTo>
                  <ns1:pt x="104" y="32"/>
                </ns1:moveTo>
                <ns1:cubicBezTo>
                  <ns1:pt x="86" y="89"/>
                  <ns1:pt x="86" y="89"/>
                  <ns1:pt x="86" y="89"/>
                </ns1:cubicBezTo>
                <ns1:cubicBezTo>
                  <ns1:pt x="85" y="94"/>
                  <ns1:pt x="79" y="98"/>
                  <ns1:pt x="74" y="98"/>
                </ns1:cubicBezTo>
                <ns1:cubicBezTo>
                  <ns1:pt x="16" y="98"/>
                  <ns1:pt x="16" y="98"/>
                  <ns1:pt x="16" y="98"/>
                </ns1:cubicBezTo>
                <ns1:cubicBezTo>
                  <ns1:pt x="10" y="98"/>
                  <ns1:pt x="3" y="93"/>
                  <ns1:pt x="1" y="87"/>
                </ns1:cubicBezTo>
                <ns1:cubicBezTo>
                  <ns1:pt x="0" y="84"/>
                  <ns1:pt x="0" y="81"/>
                  <ns1:pt x="1" y="79"/>
                </ns1:cubicBezTo>
                <ns1:cubicBezTo>
                  <ns1:pt x="1" y="77"/>
                  <ns1:pt x="1" y="76"/>
                  <ns1:pt x="1" y="75"/>
                </ns1:cubicBezTo>
                <ns1:cubicBezTo>
                  <ns1:pt x="1" y="74"/>
                  <ns1:pt x="1" y="73"/>
                  <ns1:pt x="1" y="72"/>
                </ns1:cubicBezTo>
                <ns1:cubicBezTo>
                  <ns1:pt x="1" y="71"/>
                  <ns1:pt x="2" y="70"/>
                  <ns1:pt x="3" y="68"/>
                </ns1:cubicBezTo>
                <ns1:cubicBezTo>
                  <ns1:pt x="5" y="65"/>
                  <ns1:pt x="7" y="60"/>
                  <ns1:pt x="8" y="56"/>
                </ns1:cubicBezTo>
                <ns1:cubicBezTo>
                  <ns1:pt x="8" y="55"/>
                  <ns1:pt x="8" y="54"/>
                  <ns1:pt x="8" y="53"/>
                </ns1:cubicBezTo>
                <ns1:cubicBezTo>
                  <ns1:pt x="8" y="52"/>
                  <ns1:pt x="10" y="51"/>
                  <ns1:pt x="10" y="50"/>
                </ns1:cubicBezTo>
                <ns1:cubicBezTo>
                  <ns1:pt x="12" y="47"/>
                  <ns1:pt x="14" y="41"/>
                  <ns1:pt x="14" y="38"/>
                </ns1:cubicBezTo>
                <ns1:cubicBezTo>
                  <ns1:pt x="15" y="37"/>
                  <ns1:pt x="14" y="36"/>
                  <ns1:pt x="14" y="35"/>
                </ns1:cubicBezTo>
                <ns1:cubicBezTo>
                  <ns1:pt x="15" y="33"/>
                  <ns1:pt x="16" y="32"/>
                  <ns1:pt x="17" y="31"/>
                </ns1:cubicBezTo>
                <ns1:cubicBezTo>
                  <ns1:pt x="19" y="29"/>
                  <ns1:pt x="21" y="23"/>
                  <ns1:pt x="21" y="20"/>
                </ns1:cubicBezTo>
                <ns1:cubicBezTo>
                  <ns1:pt x="22" y="19"/>
                  <ns1:pt x="21" y="18"/>
                  <ns1:pt x="21" y="17"/>
                </ns1:cubicBezTo>
                <ns1:cubicBezTo>
                  <ns1:pt x="21" y="16"/>
                  <ns1:pt x="23" y="14"/>
                  <ns1:pt x="24" y="13"/>
                </ns1:cubicBezTo>
                <ns1:cubicBezTo>
                  <ns1:pt x="26" y="9"/>
                  <ns1:pt x="27" y="0"/>
                  <ns1:pt x="35" y="3"/>
                </ns1:cubicBezTo>
                <ns1:cubicBezTo>
                  <ns1:pt x="35" y="3"/>
                  <ns1:pt x="35" y="3"/>
                  <ns1:pt x="35" y="3"/>
                </ns1:cubicBezTo>
                <ns1:cubicBezTo>
                  <ns1:pt x="36" y="3"/>
                  <ns1:pt x="37" y="2"/>
                  <ns1:pt x="38" y="2"/>
                </ns1:cubicBezTo>
                <ns1:cubicBezTo>
                  <ns1:pt x="86" y="2"/>
                  <ns1:pt x="86" y="2"/>
                  <ns1:pt x="86" y="2"/>
                </ns1:cubicBezTo>
                <ns1:cubicBezTo>
                  <ns1:pt x="88" y="2"/>
                  <ns1:pt x="91" y="4"/>
                  <ns1:pt x="93" y="6"/>
                </ns1:cubicBezTo>
                <ns1:cubicBezTo>
                  <ns1:pt x="94" y="8"/>
                  <ns1:pt x="95" y="11"/>
                  <ns1:pt x="94" y="14"/>
                </ns1:cubicBezTo>
                <ns1:cubicBezTo>
                  <ns1:pt x="77" y="70"/>
                  <ns1:pt x="77" y="70"/>
                  <ns1:pt x="77" y="70"/>
                </ns1:cubicBezTo>
                <ns1:cubicBezTo>
                  <ns1:pt x="74" y="80"/>
                  <ns1:pt x="72" y="82"/>
                  <ns1:pt x="64" y="82"/>
                </ns1:cubicBezTo>
                <ns1:cubicBezTo>
                  <ns1:pt x="10" y="82"/>
                  <ns1:pt x="10" y="82"/>
                  <ns1:pt x="10" y="82"/>
                </ns1:cubicBezTo>
                <ns1:cubicBezTo>
                  <ns1:pt x="9" y="82"/>
                  <ns1:pt x="8" y="82"/>
                  <ns1:pt x="8" y="83"/>
                </ns1:cubicBezTo>
                <ns1:cubicBezTo>
                  <ns1:pt x="7" y="84"/>
                  <ns1:pt x="7" y="84"/>
                  <ns1:pt x="7" y="86"/>
                </ns1:cubicBezTo>
                <ns1:cubicBezTo>
                  <ns1:pt x="9" y="89"/>
                  <ns1:pt x="13" y="90"/>
                  <ns1:pt x="16" y="90"/>
                </ns1:cubicBezTo>
                <ns1:cubicBezTo>
                  <ns1:pt x="74" y="90"/>
                  <ns1:pt x="74" y="90"/>
                  <ns1:pt x="74" y="90"/>
                </ns1:cubicBezTo>
                <ns1:cubicBezTo>
                  <ns1:pt x="76" y="90"/>
                  <ns1:pt x="79" y="89"/>
                  <ns1:pt x="80" y="87"/>
                </ns1:cubicBezTo>
                <ns1:cubicBezTo>
                  <ns1:pt x="99" y="25"/>
                  <ns1:pt x="99" y="25"/>
                  <ns1:pt x="99" y="25"/>
                </ns1:cubicBezTo>
                <ns1:cubicBezTo>
                  <ns1:pt x="99" y="24"/>
                  <ns1:pt x="99" y="23"/>
                  <ns1:pt x="99" y="21"/>
                </ns1:cubicBezTo>
                <ns1:cubicBezTo>
                  <ns1:pt x="100" y="22"/>
                  <ns1:pt x="102" y="23"/>
                  <ns1:pt x="103" y="24"/>
                </ns1:cubicBezTo>
                <ns1:cubicBezTo>
                  <ns1:pt x="104" y="26"/>
                  <ns1:pt x="105" y="29"/>
                  <ns1:pt x="104" y="32"/>
                </ns1:cubicBezTo>
                <ns1:close/>
                <ns1:moveTo>
                  <ns1:pt x="32" y="42"/>
                </ns1:moveTo>
                <ns1:cubicBezTo>
                  <ns1:pt x="70" y="42"/>
                  <ns1:pt x="70" y="42"/>
                  <ns1:pt x="70" y="42"/>
                </ns1:cubicBezTo>
                <ns1:cubicBezTo>
                  <ns1:pt x="71" y="42"/>
                  <ns1:pt x="72" y="41"/>
                  <ns1:pt x="73" y="40"/>
                </ns1:cubicBezTo>
                <ns1:cubicBezTo>
                  <ns1:pt x="74" y="36"/>
                  <ns1:pt x="74" y="36"/>
                  <ns1:pt x="74" y="36"/>
                </ns1:cubicBezTo>
                <ns1:cubicBezTo>
                  <ns1:pt x="75" y="35"/>
                  <ns1:pt x="74" y="34"/>
                  <ns1:pt x="73" y="34"/>
                </ns1:cubicBezTo>
                <ns1:cubicBezTo>
                  <ns1:pt x="35" y="34"/>
                  <ns1:pt x="35" y="34"/>
                  <ns1:pt x="35" y="34"/>
                </ns1:cubicBezTo>
                <ns1:cubicBezTo>
                  <ns1:pt x="34" y="34"/>
                  <ns1:pt x="33" y="35"/>
                  <ns1:pt x="32" y="36"/>
                </ns1:cubicBezTo>
                <ns1:cubicBezTo>
                  <ns1:pt x="31" y="40"/>
                  <ns1:pt x="31" y="40"/>
                  <ns1:pt x="31" y="40"/>
                </ns1:cubicBezTo>
                <ns1:cubicBezTo>
                  <ns1:pt x="31" y="41"/>
                  <ns1:pt x="31" y="42"/>
                  <ns1:pt x="32" y="42"/>
                </ns1:cubicBezTo>
                <ns1:close/>
                <ns1:moveTo>
                  <ns1:pt x="37" y="26"/>
                </ns1:moveTo>
                <ns1:cubicBezTo>
                  <ns1:pt x="75" y="26"/>
                  <ns1:pt x="75" y="26"/>
                  <ns1:pt x="75" y="26"/>
                </ns1:cubicBezTo>
                <ns1:cubicBezTo>
                  <ns1:pt x="76" y="26"/>
                  <ns1:pt x="78" y="25"/>
                  <ns1:pt x="78" y="24"/>
                </ns1:cubicBezTo>
                <ns1:cubicBezTo>
                  <ns1:pt x="79" y="20"/>
                  <ns1:pt x="79" y="20"/>
                  <ns1:pt x="79" y="20"/>
                </ns1:cubicBezTo>
                <ns1:cubicBezTo>
                  <ns1:pt x="80" y="19"/>
                  <ns1:pt x="79" y="18"/>
                  <ns1:pt x="78" y="18"/>
                </ns1:cubicBezTo>
                <ns1:cubicBezTo>
                  <ns1:pt x="40" y="18"/>
                  <ns1:pt x="40" y="18"/>
                  <ns1:pt x="40" y="18"/>
                </ns1:cubicBezTo>
                <ns1:cubicBezTo>
                  <ns1:pt x="39" y="18"/>
                  <ns1:pt x="38" y="19"/>
                  <ns1:pt x="37" y="20"/>
                </ns1:cubicBezTo>
                <ns1:cubicBezTo>
                  <ns1:pt x="36" y="24"/>
                  <ns1:pt x="36" y="24"/>
                  <ns1:pt x="36" y="24"/>
                </ns1:cubicBezTo>
                <ns1:cubicBezTo>
                  <ns1:pt x="36" y="25"/>
                  <ns1:pt x="36" y="26"/>
                  <ns1:pt x="37" y="26"/>
                </ns1:cubicBezTo>
                <ns1:close/>
              </ns1:path>
            </ns1:pathLst>
          </ns1:custGeom>
          <ns1:solidFill>
            <ns1:srgbClr val="010101"/>
          </ns1:solidFill>
          <ns1:ln>
            <ns1:noFill/>
          </ns1:ln>
          <ns1:extLst>
            <ns1:ext uri="{91240B29-F687-4F45-9708-019B960494DF}">
              <ns2:hiddenLine w="9525">
                <ns1:solidFill>
                  <ns1:srgbClr val="000000"/>
                </ns1:solidFill>
                <ns1:round/>
                <ns1:headEnd/>
                <ns1:tailEnd/>
              </ns2:hiddenLine>
            </ns1:ext>
          </ns1:extLst>
        </ns0:spPr>
        <ns0:txBody>
          <ns1:bodyPr vert="horz" wrap="square" lIns="91440" tIns="45720" rIns="91440" bIns="45720" numCol="1" anchor="t" anchorCtr="0" compatLnSpc="1">
            <ns1:prstTxWarp prst="textNoShape">
              <ns1:avLst/>
            </ns1:prstTxWarp>
          </ns1:bodyPr>
          <ns1:lstStyle/>
          <ns1:p>
            <ns1:endParaRPr lang="en-US" sz="2700"/>
          </ns1:p>
        </ns0:txBody>
      </ns0:sp>
      <ns0:sp>
        <ns0:nvSpPr>
          <ns0:cNvPr id="101" name="Freeform 99"/>
          <ns0:cNvSpPr>
            <ns1:spLocks/>
          </ns0:cNvSpPr>
          <ns0:nvPr/>
        </ns0:nvSpPr>
        <ns0:spPr bwMode="auto">
          <ns1:xfrm>
            <ns1:off x="10134602" y="2122488"/>
            <ns1:ext cx="300038" cy="357188"/>
          </ns1:xfrm>
          <ns1:custGeom>
            <ns1:avLst/>
            <ns1:gdLst>
              <ns1:gd name="T0" fmla="*/ 76 w 80"/>
              <ns1:gd name="T1" fmla="*/ 1 h 95"/>
              <ns1:gd name="T2" fmla="*/ 80 w 80"/>
              <ns1:gd name="T3" fmla="*/ 7 h 95"/>
              <ns1:gd name="T4" fmla="*/ 80 w 80"/>
              <ns1:gd name="T5" fmla="*/ 88 h 95"/>
              <ns1:gd name="T6" fmla="*/ 76 w 80"/>
              <ns1:gd name="T7" fmla="*/ 94 h 95"/>
              <ns1:gd name="T8" fmla="*/ 73 w 80"/>
              <ns1:gd name="T9" fmla="*/ 95 h 95"/>
              <ns1:gd name="T10" fmla="*/ 68 w 80"/>
              <ns1:gd name="T11" fmla="*/ 93 h 95"/>
              <ns1:gd name="T12" fmla="*/ 40 w 80"/>
              <ns1:gd name="T13" fmla="*/ 66 h 95"/>
              <ns1:gd name="T14" fmla="*/ 13 w 80"/>
              <ns1:gd name="T15" fmla="*/ 93 h 95"/>
              <ns1:gd name="T16" fmla="*/ 7 w 80"/>
              <ns1:gd name="T17" fmla="*/ 95 h 95"/>
              <ns1:gd name="T18" fmla="*/ 5 w 80"/>
              <ns1:gd name="T19" fmla="*/ 94 h 95"/>
              <ns1:gd name="T20" fmla="*/ 0 w 80"/>
              <ns1:gd name="T21" fmla="*/ 88 h 95"/>
              <ns1:gd name="T22" fmla="*/ 0 w 80"/>
              <ns1:gd name="T23" fmla="*/ 7 h 95"/>
              <ns1:gd name="T24" fmla="*/ 5 w 80"/>
              <ns1:gd name="T25" fmla="*/ 1 h 95"/>
              <ns1:gd name="T26" fmla="*/ 7 w 80"/>
              <ns1:gd name="T27" fmla="*/ 0 h 95"/>
              <ns1:gd name="T28" fmla="*/ 73 w 80"/>
              <ns1:gd name="T29" fmla="*/ 0 h 95"/>
              <ns1:gd name="T30" fmla="*/ 76 w 80"/>
              <ns1:gd name="T31" fmla="*/ 1 h 95"/>
            </ns1:gdLst>
            <ns1:ahLst/>
            <ns1:cxnLst>
              <ns1:cxn ang="0">
                <ns1:pos x="T0" y="T1"/>
              </ns1:cxn>
              <ns1:cxn ang="0">
                <ns1:pos x="T2" y="T3"/>
              </ns1:cxn>
              <ns1:cxn ang="0">
                <ns1:pos x="T4" y="T5"/>
              </ns1:cxn>
              <ns1:cxn ang="0">
                <ns1:pos x="T6" y="T7"/>
              </ns1:cxn>
              <ns1:cxn ang="0">
                <ns1:pos x="T8" y="T9"/>
              </ns1:cxn>
              <ns1:cxn ang="0">
                <ns1:pos x="T10" y="T11"/>
              </ns1:cxn>
              <ns1:cxn ang="0">
                <ns1:pos x="T12" y="T13"/>
              </ns1:cxn>
              <ns1:cxn ang="0">
                <ns1:pos x="T14" y="T15"/>
              </ns1:cxn>
              <ns1:cxn ang="0">
                <ns1:pos x="T16" y="T17"/>
              </ns1:cxn>
              <ns1:cxn ang="0">
                <ns1:pos x="T18" y="T19"/>
              </ns1:cxn>
              <ns1:cxn ang="0">
                <ns1:pos x="T20" y="T21"/>
              </ns1:cxn>
              <ns1:cxn ang="0">
                <ns1:pos x="T22" y="T23"/>
              </ns1:cxn>
              <ns1:cxn ang="0">
                <ns1:pos x="T24" y="T25"/>
              </ns1:cxn>
              <ns1:cxn ang="0">
                <ns1:pos x="T26" y="T27"/>
              </ns1:cxn>
              <ns1:cxn ang="0">
                <ns1:pos x="T28" y="T29"/>
              </ns1:cxn>
              <ns1:cxn ang="0">
                <ns1:pos x="T30" y="T31"/>
              </ns1:cxn>
            </ns1:cxnLst>
            <ns1:rect l="0" t="0" r="r" b="b"/>
            <ns1:pathLst>
              <ns1:path w="80" h="95">
                <ns1:moveTo>
                  <ns1:pt x="76" y="1"/>
                </ns1:moveTo>
                <ns1:cubicBezTo>
                  <ns1:pt x="78" y="2"/>
                  <ns1:pt x="80" y="4"/>
                  <ns1:pt x="80" y="7"/>
                </ns1:cubicBezTo>
                <ns1:cubicBezTo>
                  <ns1:pt x="80" y="88"/>
                  <ns1:pt x="80" y="88"/>
                  <ns1:pt x="80" y="88"/>
                </ns1:cubicBezTo>
                <ns1:cubicBezTo>
                  <ns1:pt x="80" y="91"/>
                  <ns1:pt x="78" y="93"/>
                  <ns1:pt x="76" y="94"/>
                </ns1:cubicBezTo>
                <ns1:cubicBezTo>
                  <ns1:pt x="75" y="95"/>
                  <ns1:pt x="74" y="95"/>
                  <ns1:pt x="73" y="95"/>
                </ns1:cubicBezTo>
                <ns1:cubicBezTo>
                  <ns1:pt x="71" y="95"/>
                  <ns1:pt x="69" y="94"/>
                  <ns1:pt x="68" y="93"/>
                </ns1:cubicBezTo>
                <ns1:cubicBezTo>
                  <ns1:pt x="40" y="66"/>
                  <ns1:pt x="40" y="66"/>
                  <ns1:pt x="40" y="66"/>
                </ns1:cubicBezTo>
                <ns1:cubicBezTo>
                  <ns1:pt x="13" y="93"/>
                  <ns1:pt x="13" y="93"/>
                  <ns1:pt x="13" y="93"/>
                </ns1:cubicBezTo>
                <ns1:cubicBezTo>
                  <ns1:pt x="11" y="94"/>
                  <ns1:pt x="9" y="95"/>
                  <ns1:pt x="7" y="95"/>
                </ns1:cubicBezTo>
                <ns1:cubicBezTo>
                  <ns1:pt x="6" y="95"/>
                  <ns1:pt x="6" y="95"/>
                  <ns1:pt x="5" y="94"/>
                </ns1:cubicBezTo>
                <ns1:cubicBezTo>
                  <ns1:pt x="2" y="93"/>
                  <ns1:pt x="0" y="91"/>
                  <ns1:pt x="0" y="88"/>
                </ns1:cubicBezTo>
                <ns1:cubicBezTo>
                  <ns1:pt x="0" y="7"/>
                  <ns1:pt x="0" y="7"/>
                  <ns1:pt x="0" y="7"/>
                </ns1:cubicBezTo>
                <ns1:cubicBezTo>
                  <ns1:pt x="0" y="4"/>
                  <ns1:pt x="2" y="2"/>
                  <ns1:pt x="5" y="1"/>
                </ns1:cubicBezTo>
                <ns1:cubicBezTo>
                  <ns1:pt x="6" y="0"/>
                  <ns1:pt x="6" y="0"/>
                  <ns1:pt x="7" y="0"/>
                </ns1:cubicBezTo>
                <ns1:cubicBezTo>
                  <ns1:pt x="9" y="0"/>
                  <ns1:pt x="71" y="0"/>
                  <ns1:pt x="73" y="0"/>
                </ns1:cubicBezTo>
                <ns1:cubicBezTo>
                  <ns1:pt x="74" y="0"/>
                  <ns1:pt x="75" y="0"/>
                  <ns1:pt x="76" y="1"/>
                </ns1:cubicBezTo>
                <ns1:close/>
              </ns1:path>
            </ns1:pathLst>
          </ns1:custGeom>
          <ns1:solidFill>
            <ns1:srgbClr val="010101"/>
          </ns1:solidFill>
          <ns1:ln>
            <ns1:noFill/>
          </ns1:ln>
          <ns1:extLst>
            <ns1:ext uri="{91240B29-F687-4F45-9708-019B960494DF}">
              <ns2:hiddenLine w="9525">
                <ns1:solidFill>
                  <ns1:srgbClr val="000000"/>
                </ns1:solidFill>
                <ns1:round/>
                <ns1:headEnd/>
                <ns1:tailEnd/>
              </ns2:hiddenLine>
            </ns1:ext>
          </ns1:extLst>
        </ns0:spPr>
        <ns0:txBody>
          <ns1:bodyPr vert="horz" wrap="square" lIns="91440" tIns="45720" rIns="91440" bIns="45720" numCol="1" anchor="t" anchorCtr="0" compatLnSpc="1">
            <ns1:prstTxWarp prst="textNoShape">
              <ns1:avLst/>
            </ns1:prstTxWarp>
          </ns1:bodyPr>
          <ns1:lstStyle/>
          <ns1:p>
            <ns1:endParaRPr lang="en-US" sz="2700"/>
          </ns1:p>
        </ns0:txBody>
      </ns0:sp>
      <ns0:sp>
        <ns0:nvSpPr>
          <ns0:cNvPr id="102" name="Freeform 100"/>
          <ns0:cNvSpPr>
            <ns1:spLocks noEditPoints="1"/>
          </ns0:cNvSpPr>
          <ns0:nvPr/>
        </ns0:nvSpPr>
        <ns0:spPr bwMode="auto">
          <ns1:xfrm>
            <ns1:off x="10706102" y="2122488"/>
            <ns1:ext cx="449263" cy="361950"/>
          </ns1:xfrm>
          <ns1:custGeom>
            <ns1:avLst/>
            <ns1:gdLst>
              <ns1:gd name="T0" fmla="*/ 120 w 120"/>
              <ns1:gd name="T1" fmla="*/ 86 h 96"/>
              <ns1:gd name="T2" fmla="*/ 110 w 120"/>
              <ns1:gd name="T3" fmla="*/ 96 h 96"/>
              <ns1:gd name="T4" fmla="*/ 10 w 120"/>
              <ns1:gd name="T5" fmla="*/ 96 h 96"/>
              <ns1:gd name="T6" fmla="*/ 0 w 120"/>
              <ns1:gd name="T7" fmla="*/ 86 h 96"/>
              <ns1:gd name="T8" fmla="*/ 0 w 120"/>
              <ns1:gd name="T9" fmla="*/ 10 h 96"/>
              <ns1:gd name="T10" fmla="*/ 10 w 120"/>
              <ns1:gd name="T11" fmla="*/ 0 h 96"/>
              <ns1:gd name="T12" fmla="*/ 110 w 120"/>
              <ns1:gd name="T13" fmla="*/ 0 h 96"/>
              <ns1:gd name="T14" fmla="*/ 120 w 120"/>
              <ns1:gd name="T15" fmla="*/ 10 h 96"/>
              <ns1:gd name="T16" fmla="*/ 120 w 120"/>
              <ns1:gd name="T17" fmla="*/ 86 h 96"/>
              <ns1:gd name="T18" fmla="*/ 10 w 120"/>
              <ns1:gd name="T19" fmla="*/ 8 h 96"/>
              <ns1:gd name="T20" fmla="*/ 8 w 120"/>
              <ns1:gd name="T21" fmla="*/ 10 h 96"/>
              <ns1:gd name="T22" fmla="*/ 8 w 120"/>
              <ns1:gd name="T23" fmla="*/ 86 h 96"/>
              <ns1:gd name="T24" fmla="*/ 10 w 120"/>
              <ns1:gd name="T25" fmla="*/ 88 h 96"/>
              <ns1:gd name="T26" fmla="*/ 110 w 120"/>
              <ns1:gd name="T27" fmla="*/ 88 h 96"/>
              <ns1:gd name="T28" fmla="*/ 112 w 120"/>
              <ns1:gd name="T29" fmla="*/ 86 h 96"/>
              <ns1:gd name="T30" fmla="*/ 112 w 120"/>
              <ns1:gd name="T31" fmla="*/ 10 h 96"/>
              <ns1:gd name="T32" fmla="*/ 110 w 120"/>
              <ns1:gd name="T33" fmla="*/ 8 h 96"/>
              <ns1:gd name="T34" fmla="*/ 10 w 120"/>
              <ns1:gd name="T35" fmla="*/ 8 h 96"/>
              <ns1:gd name="T36" fmla="*/ 28 w 120"/>
              <ns1:gd name="T37" fmla="*/ 40 h 96"/>
              <ns1:gd name="T38" fmla="*/ 16 w 120"/>
              <ns1:gd name="T39" fmla="*/ 28 h 96"/>
              <ns1:gd name="T40" fmla="*/ 28 w 120"/>
              <ns1:gd name="T41" fmla="*/ 16 h 96"/>
              <ns1:gd name="T42" fmla="*/ 40 w 120"/>
              <ns1:gd name="T43" fmla="*/ 28 h 96"/>
              <ns1:gd name="T44" fmla="*/ 28 w 120"/>
              <ns1:gd name="T45" fmla="*/ 40 h 96"/>
              <ns1:gd name="T46" fmla="*/ 104 w 120"/>
              <ns1:gd name="T47" fmla="*/ 80 h 96"/>
              <ns1:gd name="T48" fmla="*/ 16 w 120"/>
              <ns1:gd name="T49" fmla="*/ 80 h 96"/>
              <ns1:gd name="T50" fmla="*/ 16 w 120"/>
              <ns1:gd name="T51" fmla="*/ 68 h 96"/>
              <ns1:gd name="T52" fmla="*/ 36 w 120"/>
              <ns1:gd name="T53" fmla="*/ 48 h 96"/>
              <ns1:gd name="T54" fmla="*/ 46 w 120"/>
              <ns1:gd name="T55" fmla="*/ 58 h 96"/>
              <ns1:gd name="T56" fmla="*/ 78 w 120"/>
              <ns1:gd name="T57" fmla="*/ 26 h 96"/>
              <ns1:gd name="T58" fmla="*/ 104 w 120"/>
              <ns1:gd name="T59" fmla="*/ 52 h 96"/>
              <ns1:gd name="T60" fmla="*/ 104 w 120"/>
              <ns1:gd name="T61" fmla="*/ 80 h 96"/>
            </ns1:gdLst>
            <ns1:ahLst/>
            <ns1:cxnLst>
              <ns1:cxn ang="0">
                <ns1:pos x="T0" y="T1"/>
              </ns1:cxn>
              <ns1:cxn ang="0">
                <ns1:pos x="T2" y="T3"/>
              </ns1:cxn>
              <ns1:cxn ang="0">
                <ns1:pos x="T4" y="T5"/>
              </ns1:cxn>
              <ns1:cxn ang="0">
                <ns1:pos x="T6" y="T7"/>
              </ns1:cxn>
              <ns1:cxn ang="0">
                <ns1:pos x="T8" y="T9"/>
              </ns1:cxn>
              <ns1:cxn ang="0">
                <ns1:pos x="T10" y="T11"/>
              </ns1:cxn>
              <ns1:cxn ang="0">
                <ns1:pos x="T12" y="T13"/>
              </ns1:cxn>
              <ns1:cxn ang="0">
                <ns1:pos x="T14" y="T15"/>
              </ns1:cxn>
              <ns1:cxn ang="0">
                <ns1:pos x="T16" y="T17"/>
              </ns1:cxn>
              <ns1:cxn ang="0">
                <ns1:pos x="T18" y="T19"/>
              </ns1:cxn>
              <ns1:cxn ang="0">
                <ns1:pos x="T20" y="T21"/>
              </ns1:cxn>
              <ns1:cxn ang="0">
                <ns1:pos x="T22" y="T23"/>
              </ns1:cxn>
              <ns1:cxn ang="0">
                <ns1:pos x="T24" y="T25"/>
              </ns1:cxn>
              <ns1:cxn ang="0">
                <ns1:pos x="T26" y="T27"/>
              </ns1:cxn>
              <ns1:cxn ang="0">
                <ns1:pos x="T28" y="T29"/>
              </ns1:cxn>
              <ns1:cxn ang="0">
                <ns1:pos x="T30" y="T31"/>
              </ns1:cxn>
              <ns1:cxn ang="0">
                <ns1:pos x="T32" y="T33"/>
              </ns1:cxn>
              <ns1:cxn ang="0">
                <ns1:pos x="T34" y="T35"/>
              </ns1:cxn>
              <ns1:cxn ang="0">
                <ns1:pos x="T36" y="T37"/>
              </ns1:cxn>
              <ns1:cxn ang="0">
                <ns1:pos x="T38" y="T39"/>
              </ns1:cxn>
              <ns1:cxn ang="0">
                <ns1:pos x="T40" y="T41"/>
              </ns1:cxn>
              <ns1:cxn ang="0">
                <ns1:pos x="T42" y="T43"/>
              </ns1:cxn>
              <ns1:cxn ang="0">
                <ns1:pos x="T44" y="T45"/>
              </ns1:cxn>
              <ns1:cxn ang="0">
                <ns1:pos x="T46" y="T47"/>
              </ns1:cxn>
              <ns1:cxn ang="0">
                <ns1:pos x="T48" y="T49"/>
              </ns1:cxn>
              <ns1:cxn ang="0">
                <ns1:pos x="T50" y="T51"/>
              </ns1:cxn>
              <ns1:cxn ang="0">
                <ns1:pos x="T52" y="T53"/>
              </ns1:cxn>
              <ns1:cxn ang="0">
                <ns1:pos x="T54" y="T55"/>
              </ns1:cxn>
              <ns1:cxn ang="0">
                <ns1:pos x="T56" y="T57"/>
              </ns1:cxn>
              <ns1:cxn ang="0">
                <ns1:pos x="T58" y="T59"/>
              </ns1:cxn>
              <ns1:cxn ang="0">
                <ns1:pos x="T60" y="T61"/>
              </ns1:cxn>
            </ns1:cxnLst>
            <ns1:rect l="0" t="0" r="r" b="b"/>
            <ns1:pathLst>
              <ns1:path w="120" h="96">
                <ns1:moveTo>
                  <ns1:pt x="120" y="86"/>
                </ns1:moveTo>
                <ns1:cubicBezTo>
                  <ns1:pt x="120" y="92"/>
                  <ns1:pt x="115" y="96"/>
                  <ns1:pt x="110" y="96"/>
                </ns1:cubicBezTo>
                <ns1:cubicBezTo>
                  <ns1:pt x="10" y="96"/>
                  <ns1:pt x="10" y="96"/>
                  <ns1:pt x="10" y="96"/>
                </ns1:cubicBezTo>
                <ns1:cubicBezTo>
                  <ns1:pt x="4" y="96"/>
                  <ns1:pt x="0" y="92"/>
                  <ns1:pt x="0" y="86"/>
                </ns1:cubicBezTo>
                <ns1:cubicBezTo>
                  <ns1:pt x="0" y="10"/>
                  <ns1:pt x="0" y="10"/>
                  <ns1:pt x="0" y="10"/>
                </ns1:cubicBezTo>
                <ns1:cubicBezTo>
                  <ns1:pt x="0" y="5"/>
                  <ns1:pt x="4" y="0"/>
                  <ns1:pt x="10" y="0"/>
                </ns1:cubicBezTo>
                <ns1:cubicBezTo>
                  <ns1:pt x="110" y="0"/>
                  <ns1:pt x="110" y="0"/>
                  <ns1:pt x="110" y="0"/>
                </ns1:cubicBezTo>
                <ns1:cubicBezTo>
                  <ns1:pt x="115" y="0"/>
                  <ns1:pt x="120" y="5"/>
                  <ns1:pt x="120" y="10"/>
                </ns1:cubicBezTo>
                <ns1:lnTo>
                  <ns1:pt x="120" y="86"/>
                </ns1:lnTo>
                <ns1:close/>
                <ns1:moveTo>
                  <ns1:pt x="10" y="8"/>
                </ns1:moveTo>
                <ns1:cubicBezTo>
                  <ns1:pt x="9" y="8"/>
                  <ns1:pt x="8" y="9"/>
                  <ns1:pt x="8" y="10"/>
                </ns1:cubicBezTo>
                <ns1:cubicBezTo>
                  <ns1:pt x="8" y="86"/>
                  <ns1:pt x="8" y="86"/>
                  <ns1:pt x="8" y="86"/>
                </ns1:cubicBezTo>
                <ns1:cubicBezTo>
                  <ns1:pt x="8" y="87"/>
                  <ns1:pt x="9" y="88"/>
                  <ns1:pt x="10" y="88"/>
                </ns1:cubicBezTo>
                <ns1:cubicBezTo>
                  <ns1:pt x="110" y="88"/>
                  <ns1:pt x="110" y="88"/>
                  <ns1:pt x="110" y="88"/>
                </ns1:cubicBezTo>
                <ns1:cubicBezTo>
                  <ns1:pt x="111" y="88"/>
                  <ns1:pt x="112" y="87"/>
                  <ns1:pt x="112" y="86"/>
                </ns1:cubicBezTo>
                <ns1:cubicBezTo>
                  <ns1:pt x="112" y="10"/>
                  <ns1:pt x="112" y="10"/>
                  <ns1:pt x="112" y="10"/>
                </ns1:cubicBezTo>
                <ns1:cubicBezTo>
                  <ns1:pt x="112" y="9"/>
                  <ns1:pt x="111" y="8"/>
                  <ns1:pt x="110" y="8"/>
                </ns1:cubicBezTo>
                <ns1:lnTo>
                  <ns1:pt x="10" y="8"/>
                </ns1:lnTo>
                <ns1:close/>
                <ns1:moveTo>
                  <ns1:pt x="28" y="40"/>
                </ns1:moveTo>
                <ns1:cubicBezTo>
                  <ns1:pt x="21" y="40"/>
                  <ns1:pt x="16" y="35"/>
                  <ns1:pt x="16" y="28"/>
                </ns1:cubicBezTo>
                <ns1:cubicBezTo>
                  <ns1:pt x="16" y="22"/>
                  <ns1:pt x="21" y="16"/>
                  <ns1:pt x="28" y="16"/>
                </ns1:cubicBezTo>
                <ns1:cubicBezTo>
                  <ns1:pt x="34" y="16"/>
                  <ns1:pt x="40" y="22"/>
                  <ns1:pt x="40" y="28"/>
                </ns1:cubicBezTo>
                <ns1:cubicBezTo>
                  <ns1:pt x="40" y="35"/>
                  <ns1:pt x="34" y="40"/>
                  <ns1:pt x="28" y="40"/>
                </ns1:cubicBezTo>
                <ns1:close/>
                <ns1:moveTo>
                  <ns1:pt x="104" y="80"/>
                </ns1:moveTo>
                <ns1:cubicBezTo>
                  <ns1:pt x="16" y="80"/>
                  <ns1:pt x="16" y="80"/>
                  <ns1:pt x="16" y="80"/>
                </ns1:cubicBezTo>
                <ns1:cubicBezTo>
                  <ns1:pt x="16" y="68"/>
                  <ns1:pt x="16" y="68"/>
                  <ns1:pt x="16" y="68"/>
                </ns1:cubicBezTo>
                <ns1:cubicBezTo>
                  <ns1:pt x="36" y="48"/>
                  <ns1:pt x="36" y="48"/>
                  <ns1:pt x="36" y="48"/>
                </ns1:cubicBezTo>
                <ns1:cubicBezTo>
                  <ns1:pt x="46" y="58"/>
                  <ns1:pt x="46" y="58"/>
                  <ns1:pt x="46" y="58"/>
                </ns1:cubicBezTo>
                <ns1:cubicBezTo>
                  <ns1:pt x="78" y="26"/>
                  <ns1:pt x="78" y="26"/>
                  <ns1:pt x="78" y="26"/>
                </ns1:cubicBezTo>
                <ns1:cubicBezTo>
                  <ns1:pt x="104" y="52"/>
                  <ns1:pt x="104" y="52"/>
                  <ns1:pt x="104" y="52"/>
                </ns1:cubicBezTo>
                <ns1:lnTo>
                  <ns1:pt x="104" y="80"/>
                </ns1:lnTo>
                <ns1:close/>
              </ns1:path>
            </ns1:pathLst>
          </ns1:custGeom>
          <ns1:solidFill>
            <ns1:srgbClr val="010101"/>
          </ns1:solidFill>
          <ns1:ln>
            <ns1:noFill/>
          </ns1:ln>
          <ns1:extLst>
            <ns1:ext uri="{91240B29-F687-4F45-9708-019B960494DF}">
              <ns2:hiddenLine w="9525">
                <ns1:solidFill>
                  <ns1:srgbClr val="000000"/>
                </ns1:solidFill>
                <ns1:round/>
                <ns1:headEnd/>
                <ns1:tailEnd/>
              </ns2:hiddenLine>
            </ns1:ext>
          </ns1:extLst>
        </ns0:spPr>
        <ns0:txBody>
          <ns1:bodyPr vert="horz" wrap="square" lIns="91440" tIns="45720" rIns="91440" bIns="45720" numCol="1" anchor="t" anchorCtr="0" compatLnSpc="1">
            <ns1:prstTxWarp prst="textNoShape">
              <ns1:avLst/>
            </ns1:prstTxWarp>
          </ns1:bodyPr>
          <ns1:lstStyle/>
          <ns1:p>
            <ns1:endParaRPr lang="en-US" sz="2700"/>
          </ns1:p>
        </ns0:txBody>
      </ns0:sp>
      <ns0:sp>
        <ns0:nvSpPr>
          <ns0:cNvPr id="103" name="Freeform 101"/>
          <ns0:cNvSpPr>
            <ns1:spLocks noEditPoints="1"/>
          </ns0:cNvSpPr>
          <ns0:nvPr/>
        </ns0:nvSpPr>
        <ns0:spPr bwMode="auto">
          <ns1:xfrm>
            <ns1:off x="1069977" y="2874963"/>
            <ns1:ext cx="352425" cy="357188"/>
          </ns1:xfrm>
          <ns1:custGeom>
            <ns1:avLst/>
            <ns1:gdLst>
              <ns1:gd name="T0" fmla="*/ 78 w 94"/>
              <ns1:gd name="T1" fmla="*/ 43 h 95"/>
              <ns1:gd name="T2" fmla="*/ 26 w 94"/>
              <ns1:gd name="T3" fmla="*/ 95 h 95"/>
              <ns1:gd name="T4" fmla="*/ 0 w 94"/>
              <ns1:gd name="T5" fmla="*/ 95 h 95"/>
              <ns1:gd name="T6" fmla="*/ 0 w 94"/>
              <ns1:gd name="T7" fmla="*/ 69 h 95"/>
              <ns1:gd name="T8" fmla="*/ 52 w 94"/>
              <ns1:gd name="T9" fmla="*/ 17 h 95"/>
              <ns1:gd name="T10" fmla="*/ 78 w 94"/>
              <ns1:gd name="T11" fmla="*/ 43 h 95"/>
              <ns1:gd name="T12" fmla="*/ 28 w 94"/>
              <ns1:gd name="T13" fmla="*/ 81 h 95"/>
              <ns1:gd name="T14" fmla="*/ 13 w 94"/>
              <ns1:gd name="T15" fmla="*/ 67 h 95"/>
              <ns1:gd name="T16" fmla="*/ 8 w 94"/>
              <ns1:gd name="T17" fmla="*/ 72 h 95"/>
              <ns1:gd name="T18" fmla="*/ 8 w 94"/>
              <ns1:gd name="T19" fmla="*/ 79 h 95"/>
              <ns1:gd name="T20" fmla="*/ 16 w 94"/>
              <ns1:gd name="T21" fmla="*/ 79 h 95"/>
              <ns1:gd name="T22" fmla="*/ 16 w 94"/>
              <ns1:gd name="T23" fmla="*/ 87 h 95"/>
              <ns1:gd name="T24" fmla="*/ 22 w 94"/>
              <ns1:gd name="T25" fmla="*/ 87 h 95"/>
              <ns1:gd name="T26" fmla="*/ 28 w 94"/>
              <ns1:gd name="T27" fmla="*/ 81 h 95"/>
              <ns1:gd name="T28" fmla="*/ 54 w 94"/>
              <ns1:gd name="T29" fmla="*/ 28 h 95"/>
              <ns1:gd name="T30" fmla="*/ 53 w 94"/>
              <ns1:gd name="T31" fmla="*/ 28 h 95"/>
              <ns1:gd name="T32" fmla="*/ 19 w 94"/>
              <ns1:gd name="T33" fmla="*/ 62 h 95"/>
              <ns1:gd name="T34" fmla="*/ 18 w 94"/>
              <ns1:gd name="T35" fmla="*/ 63 h 95"/>
              <ns1:gd name="T36" fmla="*/ 20 w 94"/>
              <ns1:gd name="T37" fmla="*/ 64 h 95"/>
              <ns1:gd name="T38" fmla="*/ 21 w 94"/>
              <ns1:gd name="T39" fmla="*/ 64 h 95"/>
              <ns1:gd name="T40" fmla="*/ 55 w 94"/>
              <ns1:gd name="T41" fmla="*/ 30 h 95"/>
              <ns1:gd name="T42" fmla="*/ 55 w 94"/>
              <ns1:gd name="T43" fmla="*/ 29 h 95"/>
              <ns1:gd name="T44" fmla="*/ 54 w 94"/>
              <ns1:gd name="T45" fmla="*/ 28 h 95"/>
              <ns1:gd name="T46" fmla="*/ 92 w 94"/>
              <ns1:gd name="T47" fmla="*/ 29 h 95"/>
              <ns1:gd name="T48" fmla="*/ 82 w 94"/>
              <ns1:gd name="T49" fmla="*/ 39 h 95"/>
              <ns1:gd name="T50" fmla="*/ 56 w 94"/>
              <ns1:gd name="T51" fmla="*/ 13 h 95"/>
              <ns1:gd name="T52" fmla="*/ 66 w 94"/>
              <ns1:gd name="T53" fmla="*/ 3 h 95"/>
              <ns1:gd name="T54" fmla="*/ 72 w 94"/>
              <ns1:gd name="T55" fmla="*/ 0 h 95"/>
              <ns1:gd name="T56" fmla="*/ 77 w 94"/>
              <ns1:gd name="T57" fmla="*/ 3 h 95"/>
              <ns1:gd name="T58" fmla="*/ 92 w 94"/>
              <ns1:gd name="T59" fmla="*/ 17 h 95"/>
              <ns1:gd name="T60" fmla="*/ 94 w 94"/>
              <ns1:gd name="T61" fmla="*/ 23 h 95"/>
              <ns1:gd name="T62" fmla="*/ 92 w 94"/>
              <ns1:gd name="T63" fmla="*/ 29 h 95"/>
            </ns1:gdLst>
            <ns1:ahLst/>
            <ns1:cxnLst>
              <ns1:cxn ang="0">
                <ns1:pos x="T0" y="T1"/>
              </ns1:cxn>
              <ns1:cxn ang="0">
                <ns1:pos x="T2" y="T3"/>
              </ns1:cxn>
              <ns1:cxn ang="0">
                <ns1:pos x="T4" y="T5"/>
              </ns1:cxn>
              <ns1:cxn ang="0">
                <ns1:pos x="T6" y="T7"/>
              </ns1:cxn>
              <ns1:cxn ang="0">
                <ns1:pos x="T8" y="T9"/>
              </ns1:cxn>
              <ns1:cxn ang="0">
                <ns1:pos x="T10" y="T11"/>
              </ns1:cxn>
              <ns1:cxn ang="0">
                <ns1:pos x="T12" y="T13"/>
              </ns1:cxn>
              <ns1:cxn ang="0">
                <ns1:pos x="T14" y="T15"/>
              </ns1:cxn>
              <ns1:cxn ang="0">
                <ns1:pos x="T16" y="T17"/>
              </ns1:cxn>
              <ns1:cxn ang="0">
                <ns1:pos x="T18" y="T19"/>
              </ns1:cxn>
              <ns1:cxn ang="0">
                <ns1:pos x="T20" y="T21"/>
              </ns1:cxn>
              <ns1:cxn ang="0">
                <ns1:pos x="T22" y="T23"/>
              </ns1:cxn>
              <ns1:cxn ang="0">
                <ns1:pos x="T24" y="T25"/>
              </ns1:cxn>
              <ns1:cxn ang="0">
                <ns1:pos x="T26" y="T27"/>
              </ns1:cxn>
              <ns1:cxn ang="0">
                <ns1:pos x="T28" y="T29"/>
              </ns1:cxn>
              <ns1:cxn ang="0">
                <ns1:pos x="T30" y="T31"/>
              </ns1:cxn>
              <ns1:cxn ang="0">
                <ns1:pos x="T32" y="T33"/>
              </ns1:cxn>
              <ns1:cxn ang="0">
                <ns1:pos x="T34" y="T35"/>
              </ns1:cxn>
              <ns1:cxn ang="0">
                <ns1:pos x="T36" y="T37"/>
              </ns1:cxn>
              <ns1:cxn ang="0">
                <ns1:pos x="T38" y="T39"/>
              </ns1:cxn>
              <ns1:cxn ang="0">
                <ns1:pos x="T40" y="T41"/>
              </ns1:cxn>
              <ns1:cxn ang="0">
                <ns1:pos x="T42" y="T43"/>
              </ns1:cxn>
              <ns1:cxn ang="0">
                <ns1:pos x="T44" y="T45"/>
              </ns1:cxn>
              <ns1:cxn ang="0">
                <ns1:pos x="T46" y="T47"/>
              </ns1:cxn>
              <ns1:cxn ang="0">
                <ns1:pos x="T48" y="T49"/>
              </ns1:cxn>
              <ns1:cxn ang="0">
                <ns1:pos x="T50" y="T51"/>
              </ns1:cxn>
              <ns1:cxn ang="0">
                <ns1:pos x="T52" y="T53"/>
              </ns1:cxn>
              <ns1:cxn ang="0">
                <ns1:pos x="T54" y="T55"/>
              </ns1:cxn>
              <ns1:cxn ang="0">
                <ns1:pos x="T56" y="T57"/>
              </ns1:cxn>
              <ns1:cxn ang="0">
                <ns1:pos x="T58" y="T59"/>
              </ns1:cxn>
              <ns1:cxn ang="0">
                <ns1:pos x="T60" y="T61"/>
              </ns1:cxn>
              <ns1:cxn ang="0">
                <ns1:pos x="T62" y="T63"/>
              </ns1:cxn>
            </ns1:cxnLst>
            <ns1:rect l="0" t="0" r="r" b="b"/>
            <ns1:pathLst>
              <ns1:path w="94" h="95">
                <ns1:moveTo>
                  <ns1:pt x="78" y="43"/>
                </ns1:moveTo>
                <ns1:cubicBezTo>
                  <ns1:pt x="26" y="95"/>
                  <ns1:pt x="26" y="95"/>
                  <ns1:pt x="26" y="95"/>
                </ns1:cubicBezTo>
                <ns1:cubicBezTo>
                  <ns1:pt x="0" y="95"/>
                  <ns1:pt x="0" y="95"/>
                  <ns1:pt x="0" y="95"/>
                </ns1:cubicBezTo>
                <ns1:cubicBezTo>
                  <ns1:pt x="0" y="69"/>
                  <ns1:pt x="0" y="69"/>
                  <ns1:pt x="0" y="69"/>
                </ns1:cubicBezTo>
                <ns1:cubicBezTo>
                  <ns1:pt x="52" y="17"/>
                  <ns1:pt x="52" y="17"/>
                  <ns1:pt x="52" y="17"/>
                </ns1:cubicBezTo>
                <ns1:lnTo>
                  <ns1:pt x="78" y="43"/>
                </ns1:lnTo>
                <ns1:close/>
                <ns1:moveTo>
                  <ns1:pt x="28" y="81"/>
                </ns1:moveTo>
                <ns1:cubicBezTo>
                  <ns1:pt x="13" y="67"/>
                  <ns1:pt x="13" y="67"/>
                  <ns1:pt x="13" y="67"/>
                </ns1:cubicBezTo>
                <ns1:cubicBezTo>
                  <ns1:pt x="8" y="72"/>
                  <ns1:pt x="8" y="72"/>
                  <ns1:pt x="8" y="72"/>
                </ns1:cubicBezTo>
                <ns1:cubicBezTo>
                  <ns1:pt x="8" y="79"/>
                  <ns1:pt x="8" y="79"/>
                  <ns1:pt x="8" y="79"/>
                </ns1:cubicBezTo>
                <ns1:cubicBezTo>
                  <ns1:pt x="16" y="79"/>
                  <ns1:pt x="16" y="79"/>
                  <ns1:pt x="16" y="79"/>
                </ns1:cubicBezTo>
                <ns1:cubicBezTo>
                  <ns1:pt x="16" y="87"/>
                  <ns1:pt x="16" y="87"/>
                  <ns1:pt x="16" y="87"/>
                </ns1:cubicBezTo>
                <ns1:cubicBezTo>
                  <ns1:pt x="22" y="87"/>
                  <ns1:pt x="22" y="87"/>
                  <ns1:pt x="22" y="87"/>
                </ns1:cubicBezTo>
                <ns1:lnTo>
                  <ns1:pt x="28" y="81"/>
                </ns1:lnTo>
                <ns1:close/>
                <ns1:moveTo>
                  <ns1:pt x="54" y="28"/>
                </ns1:moveTo>
                <ns1:cubicBezTo>
                  <ns1:pt x="53" y="28"/>
                  <ns1:pt x="53" y="28"/>
                  <ns1:pt x="53" y="28"/>
                </ns1:cubicBezTo>
                <ns1:cubicBezTo>
                  <ns1:pt x="19" y="62"/>
                  <ns1:pt x="19" y="62"/>
                  <ns1:pt x="19" y="62"/>
                </ns1:cubicBezTo>
                <ns1:cubicBezTo>
                  <ns1:pt x="19" y="62"/>
                  <ns1:pt x="18" y="63"/>
                  <ns1:pt x="18" y="63"/>
                </ns1:cubicBezTo>
                <ns1:cubicBezTo>
                  <ns1:pt x="18" y="64"/>
                  <ns1:pt x="19" y="64"/>
                  <ns1:pt x="20" y="64"/>
                </ns1:cubicBezTo>
                <ns1:cubicBezTo>
                  <ns1:pt x="20" y="64"/>
                  <ns1:pt x="21" y="64"/>
                  <ns1:pt x="21" y="64"/>
                </ns1:cubicBezTo>
                <ns1:cubicBezTo>
                  <ns1:pt x="55" y="30"/>
                  <ns1:pt x="55" y="30"/>
                  <ns1:pt x="55" y="30"/>
                </ns1:cubicBezTo>
                <ns1:cubicBezTo>
                  <ns1:pt x="55" y="30"/>
                  <ns1:pt x="55" y="29"/>
                  <ns1:pt x="55" y="29"/>
                </ns1:cubicBezTo>
                <ns1:cubicBezTo>
                  <ns1:pt x="55" y="28"/>
                  <ns1:pt x="55" y="28"/>
                  <ns1:pt x="54" y="28"/>
                </ns1:cubicBezTo>
                <ns1:close/>
                <ns1:moveTo>
                  <ns1:pt x="92" y="29"/>
                </ns1:moveTo>
                <ns1:cubicBezTo>
                  <ns1:pt x="82" y="39"/>
                  <ns1:pt x="82" y="39"/>
                  <ns1:pt x="82" y="39"/>
                </ns1:cubicBezTo>
                <ns1:cubicBezTo>
                  <ns1:pt x="56" y="13"/>
                  <ns1:pt x="56" y="13"/>
                  <ns1:pt x="56" y="13"/>
                </ns1:cubicBezTo>
                <ns1:cubicBezTo>
                  <ns1:pt x="66" y="3"/>
                  <ns1:pt x="66" y="3"/>
                  <ns1:pt x="66" y="3"/>
                </ns1:cubicBezTo>
                <ns1:cubicBezTo>
                  <ns1:pt x="68" y="1"/>
                  <ns1:pt x="70" y="0"/>
                  <ns1:pt x="72" y="0"/>
                </ns1:cubicBezTo>
                <ns1:cubicBezTo>
                  <ns1:pt x="74" y="0"/>
                  <ns1:pt x="76" y="1"/>
                  <ns1:pt x="77" y="3"/>
                </ns1:cubicBezTo>
                <ns1:cubicBezTo>
                  <ns1:pt x="92" y="17"/>
                  <ns1:pt x="92" y="17"/>
                  <ns1:pt x="92" y="17"/>
                </ns1:cubicBezTo>
                <ns1:cubicBezTo>
                  <ns1:pt x="94" y="19"/>
                  <ns1:pt x="94" y="21"/>
                  <ns1:pt x="94" y="23"/>
                </ns1:cubicBezTo>
                <ns1:cubicBezTo>
                  <ns1:pt x="94" y="25"/>
                  <ns1:pt x="94" y="27"/>
                  <ns1:pt x="92" y="29"/>
                </ns1:cubicBezTo>
                <ns1:close/>
              </ns1:path>
            </ns1:pathLst>
          </ns1:custGeom>
          <ns1:solidFill>
            <ns1:srgbClr val="010101"/>
          </ns1:solidFill>
          <ns1:ln>
            <ns1:noFill/>
          </ns1:ln>
          <ns1:extLst>
            <ns1:ext uri="{91240B29-F687-4F45-9708-019B960494DF}">
              <ns2:hiddenLine w="9525">
                <ns1:solidFill>
                  <ns1:srgbClr val="000000"/>
                </ns1:solidFill>
                <ns1:round/>
                <ns1:headEnd/>
                <ns1:tailEnd/>
              </ns2:hiddenLine>
            </ns1:ext>
          </ns1:extLst>
        </ns0:spPr>
        <ns0:txBody>
          <ns1:bodyPr vert="horz" wrap="square" lIns="91440" tIns="45720" rIns="91440" bIns="45720" numCol="1" anchor="t" anchorCtr="0" compatLnSpc="1">
            <ns1:prstTxWarp prst="textNoShape">
              <ns1:avLst/>
            </ns1:prstTxWarp>
          </ns1:bodyPr>
          <ns1:lstStyle/>
          <ns1:p>
            <ns1:endParaRPr lang="en-US" sz="2700"/>
          </ns1:p>
        </ns0:txBody>
      </ns0:sp>
      <ns0:sp>
        <ns0:nvSpPr>
          <ns0:cNvPr id="104" name="Freeform 102"/>
          <ns0:cNvSpPr>
            <ns1:spLocks noEditPoints="1"/>
          </ns0:cNvSpPr>
          <ns0:nvPr/>
        </ns0:nvSpPr>
        <ns0:spPr bwMode="auto">
          <ns1:xfrm>
            <ns1:off x="1774826" y="2870202"/>
            <ns1:ext cx="241300" cy="361950"/>
          </ns1:xfrm>
          <ns1:custGeom>
            <ns1:avLst/>
            <ns1:gdLst>
              <ns1:gd name="T0" fmla="*/ 61 w 64"/>
              <ns1:gd name="T1" fmla="*/ 43 h 96"/>
              <ns1:gd name="T2" fmla="*/ 39 w 64"/>
              <ns1:gd name="T3" fmla="*/ 92 h 96"/>
              <ns1:gd name="T4" fmla="*/ 32 w 64"/>
              <ns1:gd name="T5" fmla="*/ 96 h 96"/>
              <ns1:gd name="T6" fmla="*/ 24 w 64"/>
              <ns1:gd name="T7" fmla="*/ 92 h 96"/>
              <ns1:gd name="T8" fmla="*/ 2 w 64"/>
              <ns1:gd name="T9" fmla="*/ 43 h 96"/>
              <ns1:gd name="T10" fmla="*/ 0 w 64"/>
              <ns1:gd name="T11" fmla="*/ 32 h 96"/>
              <ns1:gd name="T12" fmla="*/ 32 w 64"/>
              <ns1:gd name="T13" fmla="*/ 0 h 96"/>
              <ns1:gd name="T14" fmla="*/ 64 w 64"/>
              <ns1:gd name="T15" fmla="*/ 32 h 96"/>
              <ns1:gd name="T16" fmla="*/ 61 w 64"/>
              <ns1:gd name="T17" fmla="*/ 43 h 96"/>
              <ns1:gd name="T18" fmla="*/ 32 w 64"/>
              <ns1:gd name="T19" fmla="*/ 16 h 96"/>
              <ns1:gd name="T20" fmla="*/ 16 w 64"/>
              <ns1:gd name="T21" fmla="*/ 32 h 96"/>
              <ns1:gd name="T22" fmla="*/ 32 w 64"/>
              <ns1:gd name="T23" fmla="*/ 48 h 96"/>
              <ns1:gd name="T24" fmla="*/ 48 w 64"/>
              <ns1:gd name="T25" fmla="*/ 32 h 96"/>
              <ns1:gd name="T26" fmla="*/ 32 w 64"/>
              <ns1:gd name="T27" fmla="*/ 16 h 96"/>
            </ns1:gdLst>
            <ns1:ahLst/>
            <ns1:cxnLst>
              <ns1:cxn ang="0">
                <ns1:pos x="T0" y="T1"/>
              </ns1:cxn>
              <ns1:cxn ang="0">
                <ns1:pos x="T2" y="T3"/>
              </ns1:cxn>
              <ns1:cxn ang="0">
                <ns1:pos x="T4" y="T5"/>
              </ns1:cxn>
              <ns1:cxn ang="0">
                <ns1:pos x="T6" y="T7"/>
              </ns1:cxn>
              <ns1:cxn ang="0">
                <ns1:pos x="T8" y="T9"/>
              </ns1:cxn>
              <ns1:cxn ang="0">
                <ns1:pos x="T10" y="T11"/>
              </ns1:cxn>
              <ns1:cxn ang="0">
                <ns1:pos x="T12" y="T13"/>
              </ns1:cxn>
              <ns1:cxn ang="0">
                <ns1:pos x="T14" y="T15"/>
              </ns1:cxn>
              <ns1:cxn ang="0">
                <ns1:pos x="T16" y="T17"/>
              </ns1:cxn>
              <ns1:cxn ang="0">
                <ns1:pos x="T18" y="T19"/>
              </ns1:cxn>
              <ns1:cxn ang="0">
                <ns1:pos x="T20" y="T21"/>
              </ns1:cxn>
              <ns1:cxn ang="0">
                <ns1:pos x="T22" y="T23"/>
              </ns1:cxn>
              <ns1:cxn ang="0">
                <ns1:pos x="T24" y="T25"/>
              </ns1:cxn>
              <ns1:cxn ang="0">
                <ns1:pos x="T26" y="T27"/>
              </ns1:cxn>
            </ns1:cxnLst>
            <ns1:rect l="0" t="0" r="r" b="b"/>
            <ns1:pathLst>
              <ns1:path w="64" h="96">
                <ns1:moveTo>
                  <ns1:pt x="61" y="43"/>
                </ns1:moveTo>
                <ns1:cubicBezTo>
                  <ns1:pt x="39" y="92"/>
                  <ns1:pt x="39" y="92"/>
                  <ns1:pt x="39" y="92"/>
                </ns1:cubicBezTo>
                <ns1:cubicBezTo>
                  <ns1:pt x="37" y="94"/>
                  <ns1:pt x="35" y="96"/>
                  <ns1:pt x="32" y="96"/>
                </ns1:cubicBezTo>
                <ns1:cubicBezTo>
                  <ns1:pt x="29" y="96"/>
                  <ns1:pt x="26" y="94"/>
                  <ns1:pt x="24" y="92"/>
                </ns1:cubicBezTo>
                <ns1:cubicBezTo>
                  <ns1:pt x="2" y="43"/>
                  <ns1:pt x="2" y="43"/>
                  <ns1:pt x="2" y="43"/>
                </ns1:cubicBezTo>
                <ns1:cubicBezTo>
                  <ns1:pt x="0" y="40"/>
                  <ns1:pt x="0" y="36"/>
                  <ns1:pt x="0" y="32"/>
                </ns1:cubicBezTo>
                <ns1:cubicBezTo>
                  <ns1:pt x="0" y="14"/>
                  <ns1:pt x="14" y="0"/>
                  <ns1:pt x="32" y="0"/>
                </ns1:cubicBezTo>
                <ns1:cubicBezTo>
                  <ns1:pt x="49" y="0"/>
                  <ns1:pt x="64" y="14"/>
                  <ns1:pt x="64" y="32"/>
                </ns1:cubicBezTo>
                <ns1:cubicBezTo>
                  <ns1:pt x="64" y="36"/>
                  <ns1:pt x="63" y="40"/>
                  <ns1:pt x="61" y="43"/>
                </ns1:cubicBezTo>
                <ns1:close/>
                <ns1:moveTo>
                  <ns1:pt x="32" y="16"/>
                </ns1:moveTo>
                <ns1:cubicBezTo>
                  <ns1:pt x="23" y="16"/>
                  <ns1:pt x="16" y="23"/>
                  <ns1:pt x="16" y="32"/>
                </ns1:cubicBezTo>
                <ns1:cubicBezTo>
                  <ns1:pt x="16" y="41"/>
                  <ns1:pt x="23" y="48"/>
                  <ns1:pt x="32" y="48"/>
                </ns1:cubicBezTo>
                <ns1:cubicBezTo>
                  <ns1:pt x="40" y="48"/>
                  <ns1:pt x="48" y="41"/>
                  <ns1:pt x="48" y="32"/>
                </ns1:cubicBezTo>
                <ns1:cubicBezTo>
                  <ns1:pt x="48" y="23"/>
                  <ns1:pt x="40" y="16"/>
                  <ns1:pt x="32" y="16"/>
                </ns1:cubicBezTo>
                <ns1:close/>
              </ns1:path>
            </ns1:pathLst>
          </ns1:custGeom>
          <ns1:solidFill>
            <ns1:srgbClr val="010101"/>
          </ns1:solidFill>
          <ns1:ln>
            <ns1:noFill/>
          </ns1:ln>
          <ns1:extLst>
            <ns1:ext uri="{91240B29-F687-4F45-9708-019B960494DF}">
              <ns2:hiddenLine w="9525">
                <ns1:solidFill>
                  <ns1:srgbClr val="000000"/>
                </ns1:solidFill>
                <ns1:round/>
                <ns1:headEnd/>
                <ns1:tailEnd/>
              </ns2:hiddenLine>
            </ns1:ext>
          </ns1:extLst>
        </ns0:spPr>
        <ns0:txBody>
          <ns1:bodyPr vert="horz" wrap="square" lIns="91440" tIns="45720" rIns="91440" bIns="45720" numCol="1" anchor="t" anchorCtr="0" compatLnSpc="1">
            <ns1:prstTxWarp prst="textNoShape">
              <ns1:avLst/>
            </ns1:prstTxWarp>
          </ns1:bodyPr>
          <ns1:lstStyle/>
          <ns1:p>
            <ns1:endParaRPr lang="en-US" sz="2700"/>
          </ns1:p>
        </ns0:txBody>
      </ns0:sp>
      <ns0:sp>
        <ns0:nvSpPr>
          <ns0:cNvPr id="105" name="Freeform 103"/>
          <ns0:cNvSpPr>
            <ns1:spLocks noEditPoints="1"/>
          </ns0:cNvSpPr>
          <ns0:nvPr/>
        </ns0:nvSpPr>
        <ns0:spPr bwMode="auto">
          <ns1:xfrm>
            <ns1:off x="2420939" y="2855914"/>
            <ns1:ext cx="239713" cy="346075"/>
          </ns1:xfrm>
          <ns1:custGeom>
            <ns1:avLst/>
            <ns1:gdLst>
              <ns1:gd name="T0" fmla="*/ 32 w 64"/>
              <ns1:gd name="T1" fmla="*/ 92 h 92"/>
              <ns1:gd name="T2" fmla="*/ 0 w 64"/>
              <ns1:gd name="T3" fmla="*/ 60 h 92"/>
              <ns1:gd name="T4" fmla="*/ 5 w 64"/>
              <ns1:gd name="T5" fmla="*/ 43 h 92"/>
              <ns1:gd name="T6" fmla="*/ 26 w 64"/>
              <ns1:gd name="T7" fmla="*/ 4 h 92"/>
              <ns1:gd name="T8" fmla="*/ 32 w 64"/>
              <ns1:gd name="T9" fmla="*/ 0 h 92"/>
              <ns1:gd name="T10" fmla="*/ 37 w 64"/>
              <ns1:gd name="T11" fmla="*/ 4 h 92"/>
              <ns1:gd name="T12" fmla="*/ 58 w 64"/>
              <ns1:gd name="T13" fmla="*/ 43 h 92"/>
              <ns1:gd name="T14" fmla="*/ 64 w 64"/>
              <ns1:gd name="T15" fmla="*/ 60 h 92"/>
              <ns1:gd name="T16" fmla="*/ 32 w 64"/>
              <ns1:gd name="T17" fmla="*/ 92 h 92"/>
              <ns1:gd name="T18" fmla="*/ 30 w 64"/>
              <ns1:gd name="T19" fmla="*/ 64 h 92"/>
              <ns1:gd name="T20" fmla="*/ 25 w 64"/>
              <ns1:gd name="T21" fmla="*/ 54 h 92"/>
              <ns1:gd name="T22" fmla="*/ 24 w 64"/>
              <ns1:gd name="T23" fmla="*/ 53 h 92"/>
              <ns1:gd name="T24" fmla="*/ 22 w 64"/>
              <ns1:gd name="T25" fmla="*/ 54 h 92"/>
              <ns1:gd name="T26" fmla="*/ 17 w 64"/>
              <ns1:gd name="T27" fmla="*/ 64 h 92"/>
              <ns1:gd name="T28" fmla="*/ 16 w 64"/>
              <ns1:gd name="T29" fmla="*/ 68 h 92"/>
              <ns1:gd name="T30" fmla="*/ 24 w 64"/>
              <ns1:gd name="T31" fmla="*/ 76 h 92"/>
              <ns1:gd name="T32" fmla="*/ 32 w 64"/>
              <ns1:gd name="T33" fmla="*/ 68 h 92"/>
              <ns1:gd name="T34" fmla="*/ 30 w 64"/>
              <ns1:gd name="T35" fmla="*/ 64 h 92"/>
            </ns1:gdLst>
            <ns1:ahLst/>
            <ns1:cxnLst>
              <ns1:cxn ang="0">
                <ns1:pos x="T0" y="T1"/>
              </ns1:cxn>
              <ns1:cxn ang="0">
                <ns1:pos x="T2" y="T3"/>
              </ns1:cxn>
              <ns1:cxn ang="0">
                <ns1:pos x="T4" y="T5"/>
              </ns1:cxn>
              <ns1:cxn ang="0">
                <ns1:pos x="T6" y="T7"/>
              </ns1:cxn>
              <ns1:cxn ang="0">
                <ns1:pos x="T8" y="T9"/>
              </ns1:cxn>
              <ns1:cxn ang="0">
                <ns1:pos x="T10" y="T11"/>
              </ns1:cxn>
              <ns1:cxn ang="0">
                <ns1:pos x="T12" y="T13"/>
              </ns1:cxn>
              <ns1:cxn ang="0">
                <ns1:pos x="T14" y="T15"/>
              </ns1:cxn>
              <ns1:cxn ang="0">
                <ns1:pos x="T16" y="T17"/>
              </ns1:cxn>
              <ns1:cxn ang="0">
                <ns1:pos x="T18" y="T19"/>
              </ns1:cxn>
              <ns1:cxn ang="0">
                <ns1:pos x="T20" y="T21"/>
              </ns1:cxn>
              <ns1:cxn ang="0">
                <ns1:pos x="T22" y="T23"/>
              </ns1:cxn>
              <ns1:cxn ang="0">
                <ns1:pos x="T24" y="T25"/>
              </ns1:cxn>
              <ns1:cxn ang="0">
                <ns1:pos x="T26" y="T27"/>
              </ns1:cxn>
              <ns1:cxn ang="0">
                <ns1:pos x="T28" y="T29"/>
              </ns1:cxn>
              <ns1:cxn ang="0">
                <ns1:pos x="T30" y="T31"/>
              </ns1:cxn>
              <ns1:cxn ang="0">
                <ns1:pos x="T32" y="T33"/>
              </ns1:cxn>
              <ns1:cxn ang="0">
                <ns1:pos x="T34" y="T35"/>
              </ns1:cxn>
            </ns1:cxnLst>
            <ns1:rect l="0" t="0" r="r" b="b"/>
            <ns1:pathLst>
              <ns1:path w="64" h="92">
                <ns1:moveTo>
                  <ns1:pt x="32" y="92"/>
                </ns1:moveTo>
                <ns1:cubicBezTo>
                  <ns1:pt x="14" y="92"/>
                  <ns1:pt x="0" y="78"/>
                  <ns1:pt x="0" y="60"/>
                </ns1:cubicBezTo>
                <ns1:cubicBezTo>
                  <ns1:pt x="0" y="54"/>
                  <ns1:pt x="1" y="48"/>
                  <ns1:pt x="5" y="43"/>
                </ns1:cubicBezTo>
                <ns1:cubicBezTo>
                  <ns1:pt x="8" y="38"/>
                  <ns1:pt x="21" y="21"/>
                  <ns1:pt x="26" y="4"/>
                </ns1:cubicBezTo>
                <ns1:cubicBezTo>
                  <ns1:pt x="27" y="1"/>
                  <ns1:pt x="30" y="0"/>
                  <ns1:pt x="32" y="0"/>
                </ns1:cubicBezTo>
                <ns1:cubicBezTo>
                  <ns1:pt x="34" y="0"/>
                  <ns1:pt x="36" y="1"/>
                  <ns1:pt x="37" y="4"/>
                </ns1:cubicBezTo>
                <ns1:cubicBezTo>
                  <ns1:pt x="42" y="21"/>
                  <ns1:pt x="55" y="38"/>
                  <ns1:pt x="58" y="43"/>
                </ns1:cubicBezTo>
                <ns1:cubicBezTo>
                  <ns1:pt x="62" y="48"/>
                  <ns1:pt x="64" y="54"/>
                  <ns1:pt x="64" y="60"/>
                </ns1:cubicBezTo>
                <ns1:cubicBezTo>
                  <ns1:pt x="64" y="78"/>
                  <ns1:pt x="49" y="92"/>
                  <ns1:pt x="32" y="92"/>
                </ns1:cubicBezTo>
                <ns1:close/>
                <ns1:moveTo>
                  <ns1:pt x="30" y="64"/>
                </ns1:moveTo>
                <ns1:cubicBezTo>
                  <ns1:pt x="29" y="62"/>
                  <ns1:pt x="26" y="58"/>
                  <ns1:pt x="25" y="54"/>
                </ns1:cubicBezTo>
                <ns1:cubicBezTo>
                  <ns1:pt x="25" y="53"/>
                  <ns1:pt x="24" y="53"/>
                  <ns1:pt x="24" y="53"/>
                </ns1:cubicBezTo>
                <ns1:cubicBezTo>
                  <ns1:pt x="23" y="53"/>
                  <ns1:pt x="22" y="53"/>
                  <ns1:pt x="22" y="54"/>
                </ns1:cubicBezTo>
                <ns1:cubicBezTo>
                  <ns1:pt x="21" y="58"/>
                  <ns1:pt x="18" y="62"/>
                  <ns1:pt x="17" y="64"/>
                </ns1:cubicBezTo>
                <ns1:cubicBezTo>
                  <ns1:pt x="16" y="65"/>
                  <ns1:pt x="16" y="66"/>
                  <ns1:pt x="16" y="68"/>
                </ns1:cubicBezTo>
                <ns1:cubicBezTo>
                  <ns1:pt x="16" y="72"/>
                  <ns1:pt x="19" y="76"/>
                  <ns1:pt x="24" y="76"/>
                </ns1:cubicBezTo>
                <ns1:cubicBezTo>
                  <ns1:pt x="28" y="76"/>
                  <ns1:pt x="32" y="72"/>
                  <ns1:pt x="32" y="68"/>
                </ns1:cubicBezTo>
                <ns1:cubicBezTo>
                  <ns1:pt x="32" y="66"/>
                  <ns1:pt x="31" y="65"/>
                  <ns1:pt x="30" y="64"/>
                </ns1:cubicBezTo>
                <ns1:close/>
              </ns1:path>
            </ns1:pathLst>
          </ns1:custGeom>
          <ns1:solidFill>
            <ns1:srgbClr val="010101"/>
          </ns1:solidFill>
          <ns1:ln>
            <ns1:noFill/>
          </ns1:ln>
          <ns1:extLst>
            <ns1:ext uri="{91240B29-F687-4F45-9708-019B960494DF}">
              <ns2:hiddenLine w="9525">
                <ns1:solidFill>
                  <ns1:srgbClr val="000000"/>
                </ns1:solidFill>
                <ns1:round/>
                <ns1:headEnd/>
                <ns1:tailEnd/>
              </ns2:hiddenLine>
            </ns1:ext>
          </ns1:extLst>
        </ns0:spPr>
        <ns0:txBody>
          <ns1:bodyPr vert="horz" wrap="square" lIns="91440" tIns="45720" rIns="91440" bIns="45720" numCol="1" anchor="t" anchorCtr="0" compatLnSpc="1">
            <ns1:prstTxWarp prst="textNoShape">
              <ns1:avLst/>
            </ns1:prstTxWarp>
          </ns1:bodyPr>
          <ns1:lstStyle/>
          <ns1:p>
            <ns1:endParaRPr lang="en-US" sz="2700"/>
          </ns1:p>
        </ns0:txBody>
      </ns0:sp>
      <ns0:sp>
        <ns0:nvSpPr>
          <ns0:cNvPr id="106" name="Freeform 104"/>
          <ns0:cNvSpPr>
            <ns1:spLocks noEditPoints="1"/>
          </ns0:cNvSpPr>
          <ns0:nvPr/>
        </ns0:nvSpPr>
        <ns0:spPr bwMode="auto">
          <ns1:xfrm>
            <ns1:off x="2973388" y="2870201"/>
            <ns1:ext cx="420688" cy="331788"/>
          </ns1:xfrm>
          <ns1:custGeom>
            <ns1:avLst/>
            <ns1:gdLst>
              <ns1:gd name="T0" fmla="*/ 88 w 112"/>
              <ns1:gd name="T1" fmla="*/ 70 h 88"/>
              <ns1:gd name="T2" fmla="*/ 70 w 112"/>
              <ns1:gd name="T3" fmla="*/ 88 h 88"/>
              <ns1:gd name="T4" fmla="*/ 18 w 112"/>
              <ns1:gd name="T5" fmla="*/ 88 h 88"/>
              <ns1:gd name="T6" fmla="*/ 0 w 112"/>
              <ns1:gd name="T7" fmla="*/ 70 h 88"/>
              <ns1:gd name="T8" fmla="*/ 0 w 112"/>
              <ns1:gd name="T9" fmla="*/ 18 h 88"/>
              <ns1:gd name="T10" fmla="*/ 18 w 112"/>
              <ns1:gd name="T11" fmla="*/ 0 h 88"/>
              <ns1:gd name="T12" fmla="*/ 70 w 112"/>
              <ns1:gd name="T13" fmla="*/ 0 h 88"/>
              <ns1:gd name="T14" fmla="*/ 78 w 112"/>
              <ns1:gd name="T15" fmla="*/ 2 h 88"/>
              <ns1:gd name="T16" fmla="*/ 79 w 112"/>
              <ns1:gd name="T17" fmla="*/ 3 h 88"/>
              <ns1:gd name="T18" fmla="*/ 78 w 112"/>
              <ns1:gd name="T19" fmla="*/ 5 h 88"/>
              <ns1:gd name="T20" fmla="*/ 75 w 112"/>
              <ns1:gd name="T21" fmla="*/ 8 h 88"/>
              <ns1:gd name="T22" fmla="*/ 73 w 112"/>
              <ns1:gd name="T23" fmla="*/ 8 h 88"/>
              <ns1:gd name="T24" fmla="*/ 70 w 112"/>
              <ns1:gd name="T25" fmla="*/ 8 h 88"/>
              <ns1:gd name="T26" fmla="*/ 18 w 112"/>
              <ns1:gd name="T27" fmla="*/ 8 h 88"/>
              <ns1:gd name="T28" fmla="*/ 8 w 112"/>
              <ns1:gd name="T29" fmla="*/ 18 h 88"/>
              <ns1:gd name="T30" fmla="*/ 8 w 112"/>
              <ns1:gd name="T31" fmla="*/ 70 h 88"/>
              <ns1:gd name="T32" fmla="*/ 18 w 112"/>
              <ns1:gd name="T33" fmla="*/ 80 h 88"/>
              <ns1:gd name="T34" fmla="*/ 70 w 112"/>
              <ns1:gd name="T35" fmla="*/ 80 h 88"/>
              <ns1:gd name="T36" fmla="*/ 80 w 112"/>
              <ns1:gd name="T37" fmla="*/ 70 h 88"/>
              <ns1:gd name="T38" fmla="*/ 80 w 112"/>
              <ns1:gd name="T39" fmla="*/ 62 h 88"/>
              <ns1:gd name="T40" fmla="*/ 81 w 112"/>
              <ns1:gd name="T41" fmla="*/ 61 h 88"/>
              <ns1:gd name="T42" fmla="*/ 85 w 112"/>
              <ns1:gd name="T43" fmla="*/ 57 h 88"/>
              <ns1:gd name="T44" fmla="*/ 87 w 112"/>
              <ns1:gd name="T45" fmla="*/ 56 h 88"/>
              <ns1:gd name="T46" fmla="*/ 88 w 112"/>
              <ns1:gd name="T47" fmla="*/ 58 h 88"/>
              <ns1:gd name="T48" fmla="*/ 88 w 112"/>
              <ns1:gd name="T49" fmla="*/ 70 h 88"/>
              <ns1:gd name="T50" fmla="*/ 100 w 112"/>
              <ns1:gd name="T51" fmla="*/ 30 h 88"/>
              <ns1:gd name="T52" fmla="*/ 58 w 112"/>
              <ns1:gd name="T53" fmla="*/ 72 h 88"/>
              <ns1:gd name="T54" fmla="*/ 40 w 112"/>
              <ns1:gd name="T55" fmla="*/ 72 h 88"/>
              <ns1:gd name="T56" fmla="*/ 40 w 112"/>
              <ns1:gd name="T57" fmla="*/ 54 h 88"/>
              <ns1:gd name="T58" fmla="*/ 82 w 112"/>
              <ns1:gd name="T59" fmla="*/ 12 h 88"/>
              <ns1:gd name="T60" fmla="*/ 100 w 112"/>
              <ns1:gd name="T61" fmla="*/ 30 h 88"/>
              <ns1:gd name="T62" fmla="*/ 63 w 112"/>
              <ns1:gd name="T63" fmla="*/ 59 h 88"/>
              <ns1:gd name="T64" fmla="*/ 54 w 112"/>
              <ns1:gd name="T65" fmla="*/ 49 h 88"/>
              <ns1:gd name="T66" fmla="*/ 46 w 112"/>
              <ns1:gd name="T67" fmla="*/ 57 h 88"/>
              <ns1:gd name="T68" fmla="*/ 46 w 112"/>
              <ns1:gd name="T69" fmla="*/ 60 h 88"/>
              <ns1:gd name="T70" fmla="*/ 52 w 112"/>
              <ns1:gd name="T71" fmla="*/ 60 h 88"/>
              <ns1:gd name="T72" fmla="*/ 52 w 112"/>
              <ns1:gd name="T73" fmla="*/ 66 h 88"/>
              <ns1:gd name="T74" fmla="*/ 56 w 112"/>
              <ns1:gd name="T75" fmla="*/ 66 h 88"/>
              <ns1:gd name="T76" fmla="*/ 63 w 112"/>
              <ns1:gd name="T77" fmla="*/ 59 h 88"/>
              <ns1:gd name="T78" fmla="*/ 81 w 112"/>
              <ns1:gd name="T79" fmla="*/ 21 h 88"/>
              <ns1:gd name="T80" fmla="*/ 59 w 112"/>
              <ns1:gd name="T81" fmla="*/ 43 h 88"/>
              <ns1:gd name="T82" fmla="*/ 59 w 112"/>
              <ns1:gd name="T83" fmla="*/ 45 h 88"/>
              <ns1:gd name="T84" fmla="*/ 61 w 112"/>
              <ns1:gd name="T85" fmla="*/ 45 h 88"/>
              <ns1:gd name="T86" fmla="*/ 83 w 112"/>
              <ns1:gd name="T87" fmla="*/ 23 h 88"/>
              <ns1:gd name="T88" fmla="*/ 83 w 112"/>
              <ns1:gd name="T89" fmla="*/ 21 h 88"/>
              <ns1:gd name="T90" fmla="*/ 81 w 112"/>
              <ns1:gd name="T91" fmla="*/ 21 h 88"/>
              <ns1:gd name="T92" fmla="*/ 104 w 112"/>
              <ns1:gd name="T93" fmla="*/ 26 h 88"/>
              <ns1:gd name="T94" fmla="*/ 86 w 112"/>
              <ns1:gd name="T95" fmla="*/ 8 h 88"/>
              <ns1:gd name="T96" fmla="*/ 92 w 112"/>
              <ns1:gd name="T97" fmla="*/ 2 h 88"/>
              <ns1:gd name="T98" fmla="*/ 101 w 112"/>
              <ns1:gd name="T99" fmla="*/ 2 h 88"/>
              <ns1:gd name="T100" fmla="*/ 110 w 112"/>
              <ns1:gd name="T101" fmla="*/ 12 h 88"/>
              <ns1:gd name="T102" fmla="*/ 110 w 112"/>
              <ns1:gd name="T103" fmla="*/ 20 h 88"/>
              <ns1:gd name="T104" fmla="*/ 104 w 112"/>
              <ns1:gd name="T105" fmla="*/ 26 h 88"/>
            </ns1:gdLst>
            <ns1:ahLst/>
            <ns1:cxnLst>
              <ns1:cxn ang="0">
                <ns1:pos x="T0" y="T1"/>
              </ns1:cxn>
              <ns1:cxn ang="0">
                <ns1:pos x="T2" y="T3"/>
              </ns1:cxn>
              <ns1:cxn ang="0">
                <ns1:pos x="T4" y="T5"/>
              </ns1:cxn>
              <ns1:cxn ang="0">
                <ns1:pos x="T6" y="T7"/>
              </ns1:cxn>
              <ns1:cxn ang="0">
                <ns1:pos x="T8" y="T9"/>
              </ns1:cxn>
              <ns1:cxn ang="0">
                <ns1:pos x="T10" y="T11"/>
              </ns1:cxn>
              <ns1:cxn ang="0">
                <ns1:pos x="T12" y="T13"/>
              </ns1:cxn>
              <ns1:cxn ang="0">
                <ns1:pos x="T14" y="T15"/>
              </ns1:cxn>
              <ns1:cxn ang="0">
                <ns1:pos x="T16" y="T17"/>
              </ns1:cxn>
              <ns1:cxn ang="0">
                <ns1:pos x="T18" y="T19"/>
              </ns1:cxn>
              <ns1:cxn ang="0">
                <ns1:pos x="T20" y="T21"/>
              </ns1:cxn>
              <ns1:cxn ang="0">
                <ns1:pos x="T22" y="T23"/>
              </ns1:cxn>
              <ns1:cxn ang="0">
                <ns1:pos x="T24" y="T25"/>
              </ns1:cxn>
              <ns1:cxn ang="0">
                <ns1:pos x="T26" y="T27"/>
              </ns1:cxn>
              <ns1:cxn ang="0">
                <ns1:pos x="T28" y="T29"/>
              </ns1:cxn>
              <ns1:cxn ang="0">
                <ns1:pos x="T30" y="T31"/>
              </ns1:cxn>
              <ns1:cxn ang="0">
                <ns1:pos x="T32" y="T33"/>
              </ns1:cxn>
              <ns1:cxn ang="0">
                <ns1:pos x="T34" y="T35"/>
              </ns1:cxn>
              <ns1:cxn ang="0">
                <ns1:pos x="T36" y="T37"/>
              </ns1:cxn>
              <ns1:cxn ang="0">
                <ns1:pos x="T38" y="T39"/>
              </ns1:cxn>
              <ns1:cxn ang="0">
                <ns1:pos x="T40" y="T41"/>
              </ns1:cxn>
              <ns1:cxn ang="0">
                <ns1:pos x="T42" y="T43"/>
              </ns1:cxn>
              <ns1:cxn ang="0">
                <ns1:pos x="T44" y="T45"/>
              </ns1:cxn>
              <ns1:cxn ang="0">
                <ns1:pos x="T46" y="T47"/>
              </ns1:cxn>
              <ns1:cxn ang="0">
                <ns1:pos x="T48" y="T49"/>
              </ns1:cxn>
              <ns1:cxn ang="0">
                <ns1:pos x="T50" y="T51"/>
              </ns1:cxn>
              <ns1:cxn ang="0">
                <ns1:pos x="T52" y="T53"/>
              </ns1:cxn>
              <ns1:cxn ang="0">
                <ns1:pos x="T54" y="T55"/>
              </ns1:cxn>
              <ns1:cxn ang="0">
                <ns1:pos x="T56" y="T57"/>
              </ns1:cxn>
              <ns1:cxn ang="0">
                <ns1:pos x="T58" y="T59"/>
              </ns1:cxn>
              <ns1:cxn ang="0">
                <ns1:pos x="T60" y="T61"/>
              </ns1:cxn>
              <ns1:cxn ang="0">
                <ns1:pos x="T62" y="T63"/>
              </ns1:cxn>
              <ns1:cxn ang="0">
                <ns1:pos x="T64" y="T65"/>
              </ns1:cxn>
              <ns1:cxn ang="0">
                <ns1:pos x="T66" y="T67"/>
              </ns1:cxn>
              <ns1:cxn ang="0">
                <ns1:pos x="T68" y="T69"/>
              </ns1:cxn>
              <ns1:cxn ang="0">
                <ns1:pos x="T70" y="T71"/>
              </ns1:cxn>
              <ns1:cxn ang="0">
                <ns1:pos x="T72" y="T73"/>
              </ns1:cxn>
              <ns1:cxn ang="0">
                <ns1:pos x="T74" y="T75"/>
              </ns1:cxn>
              <ns1:cxn ang="0">
                <ns1:pos x="T76" y="T77"/>
              </ns1:cxn>
              <ns1:cxn ang="0">
                <ns1:pos x="T78" y="T79"/>
              </ns1:cxn>
              <ns1:cxn ang="0">
                <ns1:pos x="T80" y="T81"/>
              </ns1:cxn>
              <ns1:cxn ang="0">
                <ns1:pos x="T82" y="T83"/>
              </ns1:cxn>
              <ns1:cxn ang="0">
                <ns1:pos x="T84" y="T85"/>
              </ns1:cxn>
              <ns1:cxn ang="0">
                <ns1:pos x="T86" y="T87"/>
              </ns1:cxn>
              <ns1:cxn ang="0">
                <ns1:pos x="T88" y="T89"/>
              </ns1:cxn>
              <ns1:cxn ang="0">
                <ns1:pos x="T90" y="T91"/>
              </ns1:cxn>
              <ns1:cxn ang="0">
                <ns1:pos x="T92" y="T93"/>
              </ns1:cxn>
              <ns1:cxn ang="0">
                <ns1:pos x="T94" y="T95"/>
              </ns1:cxn>
              <ns1:cxn ang="0">
                <ns1:pos x="T96" y="T97"/>
              </ns1:cxn>
              <ns1:cxn ang="0">
                <ns1:pos x="T98" y="T99"/>
              </ns1:cxn>
              <ns1:cxn ang="0">
                <ns1:pos x="T100" y="T101"/>
              </ns1:cxn>
              <ns1:cxn ang="0">
                <ns1:pos x="T102" y="T103"/>
              </ns1:cxn>
              <ns1:cxn ang="0">
                <ns1:pos x="T104" y="T105"/>
              </ns1:cxn>
            </ns1:cxnLst>
            <ns1:rect l="0" t="0" r="r" b="b"/>
            <ns1:pathLst>
              <ns1:path w="112" h="88">
                <ns1:moveTo>
                  <ns1:pt x="88" y="70"/>
                </ns1:moveTo>
                <ns1:cubicBezTo>
                  <ns1:pt x="88" y="80"/>
                  <ns1:pt x="80" y="88"/>
                  <ns1:pt x="70" y="88"/>
                </ns1:cubicBezTo>
                <ns1:cubicBezTo>
                  <ns1:pt x="18" y="88"/>
                  <ns1:pt x="18" y="88"/>
                  <ns1:pt x="18" y="88"/>
                </ns1:cubicBezTo>
                <ns1:cubicBezTo>
                  <ns1:pt x="8" y="88"/>
                  <ns1:pt x="0" y="80"/>
                  <ns1:pt x="0" y="70"/>
                </ns1:cubicBezTo>
                <ns1:cubicBezTo>
                  <ns1:pt x="0" y="18"/>
                  <ns1:pt x="0" y="18"/>
                  <ns1:pt x="0" y="18"/>
                </ns1:cubicBezTo>
                <ns1:cubicBezTo>
                  <ns1:pt x="0" y="8"/>
                  <ns1:pt x="8" y="0"/>
                  <ns1:pt x="18" y="0"/>
                </ns1:cubicBezTo>
                <ns1:cubicBezTo>
                  <ns1:pt x="70" y="0"/>
                  <ns1:pt x="70" y="0"/>
                  <ns1:pt x="70" y="0"/>
                </ns1:cubicBezTo>
                <ns1:cubicBezTo>
                  <ns1:pt x="73" y="0"/>
                  <ns1:pt x="75" y="1"/>
                  <ns1:pt x="78" y="2"/>
                </ns1:cubicBezTo>
                <ns1:cubicBezTo>
                  <ns1:pt x="78" y="2"/>
                  <ns1:pt x="79" y="2"/>
                  <ns1:pt x="79" y="3"/>
                </ns1:cubicBezTo>
                <ns1:cubicBezTo>
                  <ns1:pt x="79" y="4"/>
                  <ns1:pt x="79" y="4"/>
                  <ns1:pt x="78" y="5"/>
                </ns1:cubicBezTo>
                <ns1:cubicBezTo>
                  <ns1:pt x="75" y="8"/>
                  <ns1:pt x="75" y="8"/>
                  <ns1:pt x="75" y="8"/>
                </ns1:cubicBezTo>
                <ns1:cubicBezTo>
                  <ns1:pt x="75" y="9"/>
                  <ns1:pt x="74" y="9"/>
                  <ns1:pt x="73" y="8"/>
                </ns1:cubicBezTo>
                <ns1:cubicBezTo>
                  <ns1:pt x="72" y="8"/>
                  <ns1:pt x="71" y="8"/>
                  <ns1:pt x="70" y="8"/>
                </ns1:cubicBezTo>
                <ns1:cubicBezTo>
                  <ns1:pt x="18" y="8"/>
                  <ns1:pt x="18" y="8"/>
                  <ns1:pt x="18" y="8"/>
                </ns1:cubicBezTo>
                <ns1:cubicBezTo>
                  <ns1:pt x="13" y="8"/>
                  <ns1:pt x="8" y="13"/>
                  <ns1:pt x="8" y="18"/>
                </ns1:cubicBezTo>
                <ns1:cubicBezTo>
                  <ns1:pt x="8" y="70"/>
                  <ns1:pt x="8" y="70"/>
                  <ns1:pt x="8" y="70"/>
                </ns1:cubicBezTo>
                <ns1:cubicBezTo>
                  <ns1:pt x="8" y="76"/>
                  <ns1:pt x="13" y="80"/>
                  <ns1:pt x="18" y="80"/>
                </ns1:cubicBezTo>
                <ns1:cubicBezTo>
                  <ns1:pt x="70" y="80"/>
                  <ns1:pt x="70" y="80"/>
                  <ns1:pt x="70" y="80"/>
                </ns1:cubicBezTo>
                <ns1:cubicBezTo>
                  <ns1:pt x="76" y="80"/>
                  <ns1:pt x="80" y="76"/>
                  <ns1:pt x="80" y="70"/>
                </ns1:cubicBezTo>
                <ns1:cubicBezTo>
                  <ns1:pt x="80" y="62"/>
                  <ns1:pt x="80" y="62"/>
                  <ns1:pt x="80" y="62"/>
                </ns1:cubicBezTo>
                <ns1:cubicBezTo>
                  <ns1:pt x="80" y="62"/>
                  <ns1:pt x="81" y="61"/>
                  <ns1:pt x="81" y="61"/>
                </ns1:cubicBezTo>
                <ns1:cubicBezTo>
                  <ns1:pt x="85" y="57"/>
                  <ns1:pt x="85" y="57"/>
                  <ns1:pt x="85" y="57"/>
                </ns1:cubicBezTo>
                <ns1:cubicBezTo>
                  <ns1:pt x="86" y="56"/>
                  <ns1:pt x="86" y="56"/>
                  <ns1:pt x="87" y="56"/>
                </ns1:cubicBezTo>
                <ns1:cubicBezTo>
                  <ns1:pt x="88" y="57"/>
                  <ns1:pt x="88" y="57"/>
                  <ns1:pt x="88" y="58"/>
                </ns1:cubicBezTo>
                <ns1:lnTo>
                  <ns1:pt x="88" y="70"/>
                </ns1:lnTo>
                <ns1:close/>
                <ns1:moveTo>
                  <ns1:pt x="100" y="30"/>
                </ns1:moveTo>
                <ns1:cubicBezTo>
                  <ns1:pt x="58" y="72"/>
                  <ns1:pt x="58" y="72"/>
                  <ns1:pt x="58" y="72"/>
                </ns1:cubicBezTo>
                <ns1:cubicBezTo>
                  <ns1:pt x="40" y="72"/>
                  <ns1:pt x="40" y="72"/>
                  <ns1:pt x="40" y="72"/>
                </ns1:cubicBezTo>
                <ns1:cubicBezTo>
                  <ns1:pt x="40" y="54"/>
                  <ns1:pt x="40" y="54"/>
                  <ns1:pt x="40" y="54"/>
                </ns1:cubicBezTo>
                <ns1:cubicBezTo>
                  <ns1:pt x="82" y="12"/>
                  <ns1:pt x="82" y="12"/>
                  <ns1:pt x="82" y="12"/>
                </ns1:cubicBezTo>
                <ns1:lnTo>
                  <ns1:pt x="100" y="30"/>
                </ns1:lnTo>
                <ns1:close/>
                <ns1:moveTo>
                  <ns1:pt x="63" y="59"/>
                </ns1:moveTo>
                <ns1:cubicBezTo>
                  <ns1:pt x="54" y="49"/>
                  <ns1:pt x="54" y="49"/>
                  <ns1:pt x="54" y="49"/>
                </ns1:cubicBezTo>
                <ns1:cubicBezTo>
                  <ns1:pt x="46" y="57"/>
                  <ns1:pt x="46" y="57"/>
                  <ns1:pt x="46" y="57"/>
                </ns1:cubicBezTo>
                <ns1:cubicBezTo>
                  <ns1:pt x="46" y="60"/>
                  <ns1:pt x="46" y="60"/>
                  <ns1:pt x="46" y="60"/>
                </ns1:cubicBezTo>
                <ns1:cubicBezTo>
                  <ns1:pt x="52" y="60"/>
                  <ns1:pt x="52" y="60"/>
                  <ns1:pt x="52" y="60"/>
                </ns1:cubicBezTo>
                <ns1:cubicBezTo>
                  <ns1:pt x="52" y="66"/>
                  <ns1:pt x="52" y="66"/>
                  <ns1:pt x="52" y="66"/>
                </ns1:cubicBezTo>
                <ns1:cubicBezTo>
                  <ns1:pt x="56" y="66"/>
                  <ns1:pt x="56" y="66"/>
                  <ns1:pt x="56" y="66"/>
                </ns1:cubicBezTo>
                <ns1:lnTo>
                  <ns1:pt x="63" y="59"/>
                </ns1:lnTo>
                <ns1:close/>
                <ns1:moveTo>
                  <ns1:pt x="81" y="21"/>
                </ns1:moveTo>
                <ns1:cubicBezTo>
                  <ns1:pt x="59" y="43"/>
                  <ns1:pt x="59" y="43"/>
                  <ns1:pt x="59" y="43"/>
                </ns1:cubicBezTo>
                <ns1:cubicBezTo>
                  <ns1:pt x="59" y="44"/>
                  <ns1:pt x="59" y="45"/>
                  <ns1:pt x="59" y="45"/>
                </ns1:cubicBezTo>
                <ns1:cubicBezTo>
                  <ns1:pt x="60" y="46"/>
                  <ns1:pt x="61" y="46"/>
                  <ns1:pt x="61" y="45"/>
                </ns1:cubicBezTo>
                <ns1:cubicBezTo>
                  <ns1:pt x="83" y="23"/>
                  <ns1:pt x="83" y="23"/>
                  <ns1:pt x="83" y="23"/>
                </ns1:cubicBezTo>
                <ns1:cubicBezTo>
                  <ns1:pt x="84" y="23"/>
                  <ns1:pt x="84" y="22"/>
                  <ns1:pt x="83" y="21"/>
                </ns1:cubicBezTo>
                <ns1:cubicBezTo>
                  <ns1:pt x="83" y="21"/>
                  <ns1:pt x="82" y="21"/>
                  <ns1:pt x="81" y="21"/>
                </ns1:cubicBezTo>
                <ns1:close/>
                <ns1:moveTo>
                  <ns1:pt x="104" y="26"/>
                </ns1:moveTo>
                <ns1:cubicBezTo>
                  <ns1:pt x="86" y="8"/>
                  <ns1:pt x="86" y="8"/>
                  <ns1:pt x="86" y="8"/>
                </ns1:cubicBezTo>
                <ns1:cubicBezTo>
                  <ns1:pt x="92" y="2"/>
                  <ns1:pt x="92" y="2"/>
                  <ns1:pt x="92" y="2"/>
                </ns1:cubicBezTo>
                <ns1:cubicBezTo>
                  <ns1:pt x="94" y="0"/>
                  <ns1:pt x="98" y="0"/>
                  <ns1:pt x="101" y="2"/>
                </ns1:cubicBezTo>
                <ns1:cubicBezTo>
                  <ns1:pt x="110" y="12"/>
                  <ns1:pt x="110" y="12"/>
                  <ns1:pt x="110" y="12"/>
                </ns1:cubicBezTo>
                <ns1:cubicBezTo>
                  <ns1:pt x="112" y="14"/>
                  <ns1:pt x="112" y="18"/>
                  <ns1:pt x="110" y="20"/>
                </ns1:cubicBezTo>
                <ns1:lnTo>
                  <ns1:pt x="104" y="26"/>
                </ns1:lnTo>
                <ns1:close/>
              </ns1:path>
            </ns1:pathLst>
          </ns1:custGeom>
          <ns1:solidFill>
            <ns1:srgbClr val="010101"/>
          </ns1:solidFill>
          <ns1:ln>
            <ns1:noFill/>
          </ns1:ln>
          <ns1:extLst>
            <ns1:ext uri="{91240B29-F687-4F45-9708-019B960494DF}">
              <ns2:hiddenLine w="9525">
                <ns1:solidFill>
                  <ns1:srgbClr val="000000"/>
                </ns1:solidFill>
                <ns1:round/>
                <ns1:headEnd/>
                <ns1:tailEnd/>
              </ns2:hiddenLine>
            </ns1:ext>
          </ns1:extLst>
        </ns0:spPr>
        <ns0:txBody>
          <ns1:bodyPr vert="horz" wrap="square" lIns="91440" tIns="45720" rIns="91440" bIns="45720" numCol="1" anchor="t" anchorCtr="0" compatLnSpc="1">
            <ns1:prstTxWarp prst="textNoShape">
              <ns1:avLst/>
            </ns1:prstTxWarp>
          </ns1:bodyPr>
          <ns1:lstStyle/>
          <ns1:p>
            <ns1:endParaRPr lang="en-US" sz="2700"/>
          </ns1:p>
        </ns0:txBody>
      </ns0:sp>
      <ns0:sp>
        <ns0:nvSpPr>
          <ns0:cNvPr id="107" name="Freeform 105"/>
          <ns0:cNvSpPr>
            <ns1:spLocks noEditPoints="1"/>
          </ns0:cNvSpPr>
          <ns0:nvPr/>
        </ns0:nvSpPr>
        <ns0:spPr bwMode="auto">
          <ns1:xfrm>
            <ns1:off x="3636964" y="2840038"/>
            <ns1:ext cx="390525" cy="361950"/>
          </ns1:xfrm>
          <ns1:custGeom>
            <ns1:avLst/>
            <ns1:gdLst>
              <ns1:gd name="T0" fmla="*/ 88 w 104"/>
              <ns1:gd name="T1" fmla="*/ 78 h 96"/>
              <ns1:gd name="T2" fmla="*/ 70 w 104"/>
              <ns1:gd name="T3" fmla="*/ 96 h 96"/>
              <ns1:gd name="T4" fmla="*/ 18 w 104"/>
              <ns1:gd name="T5" fmla="*/ 96 h 96"/>
              <ns1:gd name="T6" fmla="*/ 0 w 104"/>
              <ns1:gd name="T7" fmla="*/ 78 h 96"/>
              <ns1:gd name="T8" fmla="*/ 0 w 104"/>
              <ns1:gd name="T9" fmla="*/ 26 h 96"/>
              <ns1:gd name="T10" fmla="*/ 18 w 104"/>
              <ns1:gd name="T11" fmla="*/ 8 h 96"/>
              <ns1:gd name="T12" fmla="*/ 34 w 104"/>
              <ns1:gd name="T13" fmla="*/ 8 h 96"/>
              <ns1:gd name="T14" fmla="*/ 36 w 104"/>
              <ns1:gd name="T15" fmla="*/ 10 h 96"/>
              <ns1:gd name="T16" fmla="*/ 34 w 104"/>
              <ns1:gd name="T17" fmla="*/ 12 h 96"/>
              <ns1:gd name="T18" fmla="*/ 26 w 104"/>
              <ns1:gd name="T19" fmla="*/ 16 h 96"/>
              <ns1:gd name="T20" fmla="*/ 25 w 104"/>
              <ns1:gd name="T21" fmla="*/ 16 h 96"/>
              <ns1:gd name="T22" fmla="*/ 18 w 104"/>
              <ns1:gd name="T23" fmla="*/ 16 h 96"/>
              <ns1:gd name="T24" fmla="*/ 8 w 104"/>
              <ns1:gd name="T25" fmla="*/ 26 h 96"/>
              <ns1:gd name="T26" fmla="*/ 8 w 104"/>
              <ns1:gd name="T27" fmla="*/ 78 h 96"/>
              <ns1:gd name="T28" fmla="*/ 18 w 104"/>
              <ns1:gd name="T29" fmla="*/ 88 h 96"/>
              <ns1:gd name="T30" fmla="*/ 70 w 104"/>
              <ns1:gd name="T31" fmla="*/ 88 h 96"/>
              <ns1:gd name="T32" fmla="*/ 80 w 104"/>
              <ns1:gd name="T33" fmla="*/ 78 h 96"/>
              <ns1:gd name="T34" fmla="*/ 80 w 104"/>
              <ns1:gd name="T35" fmla="*/ 65 h 96"/>
              <ns1:gd name="T36" fmla="*/ 81 w 104"/>
              <ns1:gd name="T37" fmla="*/ 63 h 96"/>
              <ns1:gd name="T38" fmla="*/ 84 w 104"/>
              <ns1:gd name="T39" fmla="*/ 61 h 96"/>
              <ns1:gd name="T40" fmla="*/ 86 w 104"/>
              <ns1:gd name="T41" fmla="*/ 60 h 96"/>
              <ns1:gd name="T42" fmla="*/ 88 w 104"/>
              <ns1:gd name="T43" fmla="*/ 62 h 96"/>
              <ns1:gd name="T44" fmla="*/ 88 w 104"/>
              <ns1:gd name="T45" fmla="*/ 78 h 96"/>
              <ns1:gd name="T46" fmla="*/ 79 w 104"/>
              <ns1:gd name="T47" fmla="*/ 55 h 96"/>
              <ns1:gd name="T48" fmla="*/ 76 w 104"/>
              <ns1:gd name="T49" fmla="*/ 56 h 96"/>
              <ns1:gd name="T50" fmla="*/ 74 w 104"/>
              <ns1:gd name="T51" fmla="*/ 56 h 96"/>
              <ns1:gd name="T52" fmla="*/ 72 w 104"/>
              <ns1:gd name="T53" fmla="*/ 52 h 96"/>
              <ns1:gd name="T54" fmla="*/ 72 w 104"/>
              <ns1:gd name="T55" fmla="*/ 40 h 96"/>
              <ns1:gd name="T56" fmla="*/ 62 w 104"/>
              <ns1:gd name="T57" fmla="*/ 40 h 96"/>
              <ns1:gd name="T58" fmla="*/ 34 w 104"/>
              <ns1:gd name="T59" fmla="*/ 48 h 96"/>
              <ns1:gd name="T60" fmla="*/ 30 w 104"/>
              <ns1:gd name="T61" fmla="*/ 78 h 96"/>
              <ns1:gd name="T62" fmla="*/ 29 w 104"/>
              <ns1:gd name="T63" fmla="*/ 80 h 96"/>
              <ns1:gd name="T64" fmla="*/ 28 w 104"/>
              <ns1:gd name="T65" fmla="*/ 80 h 96"/>
              <ns1:gd name="T66" fmla="*/ 26 w 104"/>
              <ns1:gd name="T67" fmla="*/ 79 h 96"/>
              <ns1:gd name="T68" fmla="*/ 16 w 104"/>
              <ns1:gd name="T69" fmla="*/ 52 h 96"/>
              <ns1:gd name="T70" fmla="*/ 62 w 104"/>
              <ns1:gd name="T71" fmla="*/ 16 h 96"/>
              <ns1:gd name="T72" fmla="*/ 72 w 104"/>
              <ns1:gd name="T73" fmla="*/ 16 h 96"/>
              <ns1:gd name="T74" fmla="*/ 72 w 104"/>
              <ns1:gd name="T75" fmla="*/ 4 h 96"/>
              <ns1:gd name="T76" fmla="*/ 74 w 104"/>
              <ns1:gd name="T77" fmla="*/ 0 h 96"/>
              <ns1:gd name="T78" fmla="*/ 76 w 104"/>
              <ns1:gd name="T79" fmla="*/ 0 h 96"/>
              <ns1:gd name="T80" fmla="*/ 79 w 104"/>
              <ns1:gd name="T81" fmla="*/ 1 h 96"/>
              <ns1:gd name="T82" fmla="*/ 102 w 104"/>
              <ns1:gd name="T83" fmla="*/ 25 h 96"/>
              <ns1:gd name="T84" fmla="*/ 102 w 104"/>
              <ns1:gd name="T85" fmla="*/ 31 h 96"/>
              <ns1:gd name="T86" fmla="*/ 79 w 104"/>
              <ns1:gd name="T87" fmla="*/ 55 h 96"/>
            </ns1:gdLst>
            <ns1:ahLst/>
            <ns1:cxnLst>
              <ns1:cxn ang="0">
                <ns1:pos x="T0" y="T1"/>
              </ns1:cxn>
              <ns1:cxn ang="0">
                <ns1:pos x="T2" y="T3"/>
              </ns1:cxn>
              <ns1:cxn ang="0">
                <ns1:pos x="T4" y="T5"/>
              </ns1:cxn>
              <ns1:cxn ang="0">
                <ns1:pos x="T6" y="T7"/>
              </ns1:cxn>
              <ns1:cxn ang="0">
                <ns1:pos x="T8" y="T9"/>
              </ns1:cxn>
              <ns1:cxn ang="0">
                <ns1:pos x="T10" y="T11"/>
              </ns1:cxn>
              <ns1:cxn ang="0">
                <ns1:pos x="T12" y="T13"/>
              </ns1:cxn>
              <ns1:cxn ang="0">
                <ns1:pos x="T14" y="T15"/>
              </ns1:cxn>
              <ns1:cxn ang="0">
                <ns1:pos x="T16" y="T17"/>
              </ns1:cxn>
              <ns1:cxn ang="0">
                <ns1:pos x="T18" y="T19"/>
              </ns1:cxn>
              <ns1:cxn ang="0">
                <ns1:pos x="T20" y="T21"/>
              </ns1:cxn>
              <ns1:cxn ang="0">
                <ns1:pos x="T22" y="T23"/>
              </ns1:cxn>
              <ns1:cxn ang="0">
                <ns1:pos x="T24" y="T25"/>
              </ns1:cxn>
              <ns1:cxn ang="0">
                <ns1:pos x="T26" y="T27"/>
              </ns1:cxn>
              <ns1:cxn ang="0">
                <ns1:pos x="T28" y="T29"/>
              </ns1:cxn>
              <ns1:cxn ang="0">
                <ns1:pos x="T30" y="T31"/>
              </ns1:cxn>
              <ns1:cxn ang="0">
                <ns1:pos x="T32" y="T33"/>
              </ns1:cxn>
              <ns1:cxn ang="0">
                <ns1:pos x="T34" y="T35"/>
              </ns1:cxn>
              <ns1:cxn ang="0">
                <ns1:pos x="T36" y="T37"/>
              </ns1:cxn>
              <ns1:cxn ang="0">
                <ns1:pos x="T38" y="T39"/>
              </ns1:cxn>
              <ns1:cxn ang="0">
                <ns1:pos x="T40" y="T41"/>
              </ns1:cxn>
              <ns1:cxn ang="0">
                <ns1:pos x="T42" y="T43"/>
              </ns1:cxn>
              <ns1:cxn ang="0">
                <ns1:pos x="T44" y="T45"/>
              </ns1:cxn>
              <ns1:cxn ang="0">
                <ns1:pos x="T46" y="T47"/>
              </ns1:cxn>
              <ns1:cxn ang="0">
                <ns1:pos x="T48" y="T49"/>
              </ns1:cxn>
              <ns1:cxn ang="0">
                <ns1:pos x="T50" y="T51"/>
              </ns1:cxn>
              <ns1:cxn ang="0">
                <ns1:pos x="T52" y="T53"/>
              </ns1:cxn>
              <ns1:cxn ang="0">
                <ns1:pos x="T54" y="T55"/>
              </ns1:cxn>
              <ns1:cxn ang="0">
                <ns1:pos x="T56" y="T57"/>
              </ns1:cxn>
              <ns1:cxn ang="0">
                <ns1:pos x="T58" y="T59"/>
              </ns1:cxn>
              <ns1:cxn ang="0">
                <ns1:pos x="T60" y="T61"/>
              </ns1:cxn>
              <ns1:cxn ang="0">
                <ns1:pos x="T62" y="T63"/>
              </ns1:cxn>
              <ns1:cxn ang="0">
                <ns1:pos x="T64" y="T65"/>
              </ns1:cxn>
              <ns1:cxn ang="0">
                <ns1:pos x="T66" y="T67"/>
              </ns1:cxn>
              <ns1:cxn ang="0">
                <ns1:pos x="T68" y="T69"/>
              </ns1:cxn>
              <ns1:cxn ang="0">
                <ns1:pos x="T70" y="T71"/>
              </ns1:cxn>
              <ns1:cxn ang="0">
                <ns1:pos x="T72" y="T73"/>
              </ns1:cxn>
              <ns1:cxn ang="0">
                <ns1:pos x="T74" y="T75"/>
              </ns1:cxn>
              <ns1:cxn ang="0">
                <ns1:pos x="T76" y="T77"/>
              </ns1:cxn>
              <ns1:cxn ang="0">
                <ns1:pos x="T78" y="T79"/>
              </ns1:cxn>
              <ns1:cxn ang="0">
                <ns1:pos x="T80" y="T81"/>
              </ns1:cxn>
              <ns1:cxn ang="0">
                <ns1:pos x="T82" y="T83"/>
              </ns1:cxn>
              <ns1:cxn ang="0">
                <ns1:pos x="T84" y="T85"/>
              </ns1:cxn>
              <ns1:cxn ang="0">
                <ns1:pos x="T86" y="T87"/>
              </ns1:cxn>
            </ns1:cxnLst>
            <ns1:rect l="0" t="0" r="r" b="b"/>
            <ns1:pathLst>
              <ns1:path w="104" h="96">
                <ns1:moveTo>
                  <ns1:pt x="88" y="78"/>
                </ns1:moveTo>
                <ns1:cubicBezTo>
                  <ns1:pt x="88" y="88"/>
                  <ns1:pt x="80" y="96"/>
                  <ns1:pt x="70" y="96"/>
                </ns1:cubicBezTo>
                <ns1:cubicBezTo>
                  <ns1:pt x="18" y="96"/>
                  <ns1:pt x="18" y="96"/>
                  <ns1:pt x="18" y="96"/>
                </ns1:cubicBezTo>
                <ns1:cubicBezTo>
                  <ns1:pt x="8" y="96"/>
                  <ns1:pt x="0" y="88"/>
                  <ns1:pt x="0" y="78"/>
                </ns1:cubicBezTo>
                <ns1:cubicBezTo>
                  <ns1:pt x="0" y="26"/>
                  <ns1:pt x="0" y="26"/>
                  <ns1:pt x="0" y="26"/>
                </ns1:cubicBezTo>
                <ns1:cubicBezTo>
                  <ns1:pt x="0" y="16"/>
                  <ns1:pt x="8" y="8"/>
                  <ns1:pt x="18" y="8"/>
                </ns1:cubicBezTo>
                <ns1:cubicBezTo>
                  <ns1:pt x="34" y="8"/>
                  <ns1:pt x="34" y="8"/>
                  <ns1:pt x="34" y="8"/>
                </ns1:cubicBezTo>
                <ns1:cubicBezTo>
                  <ns1:pt x="35" y="8"/>
                  <ns1:pt x="36" y="9"/>
                  <ns1:pt x="36" y="10"/>
                </ns1:cubicBezTo>
                <ns1:cubicBezTo>
                  <ns1:pt x="36" y="11"/>
                  <ns1:pt x="35" y="12"/>
                  <ns1:pt x="34" y="12"/>
                </ns1:cubicBezTo>
                <ns1:cubicBezTo>
                  <ns1:pt x="31" y="13"/>
                  <ns1:pt x="28" y="14"/>
                  <ns1:pt x="26" y="16"/>
                </ns1:cubicBezTo>
                <ns1:cubicBezTo>
                  <ns1:pt x="25" y="16"/>
                  <ns1:pt x="25" y="16"/>
                  <ns1:pt x="25" y="16"/>
                </ns1:cubicBezTo>
                <ns1:cubicBezTo>
                  <ns1:pt x="18" y="16"/>
                  <ns1:pt x="18" y="16"/>
                  <ns1:pt x="18" y="16"/>
                </ns1:cubicBezTo>
                <ns1:cubicBezTo>
                  <ns1:pt x="12" y="16"/>
                  <ns1:pt x="8" y="21"/>
                  <ns1:pt x="8" y="26"/>
                </ns1:cubicBezTo>
                <ns1:cubicBezTo>
                  <ns1:pt x="8" y="78"/>
                  <ns1:pt x="8" y="78"/>
                  <ns1:pt x="8" y="78"/>
                </ns1:cubicBezTo>
                <ns1:cubicBezTo>
                  <ns1:pt x="8" y="84"/>
                  <ns1:pt x="12" y="88"/>
                  <ns1:pt x="18" y="88"/>
                </ns1:cubicBezTo>
                <ns1:cubicBezTo>
                  <ns1:pt x="70" y="88"/>
                  <ns1:pt x="70" y="88"/>
                  <ns1:pt x="70" y="88"/>
                </ns1:cubicBezTo>
                <ns1:cubicBezTo>
                  <ns1:pt x="75" y="88"/>
                  <ns1:pt x="80" y="84"/>
                  <ns1:pt x="80" y="78"/>
                </ns1:cubicBezTo>
                <ns1:cubicBezTo>
                  <ns1:pt x="80" y="65"/>
                  <ns1:pt x="80" y="65"/>
                  <ns1:pt x="80" y="65"/>
                </ns1:cubicBezTo>
                <ns1:cubicBezTo>
                  <ns1:pt x="80" y="64"/>
                  <ns1:pt x="80" y="63"/>
                  <ns1:pt x="81" y="63"/>
                </ns1:cubicBezTo>
                <ns1:cubicBezTo>
                  <ns1:pt x="82" y="62"/>
                  <ns1:pt x="83" y="62"/>
                  <ns1:pt x="84" y="61"/>
                </ns1:cubicBezTo>
                <ns1:cubicBezTo>
                  <ns1:pt x="85" y="60"/>
                  <ns1:pt x="86" y="60"/>
                  <ns1:pt x="86" y="60"/>
                </ns1:cubicBezTo>
                <ns1:cubicBezTo>
                  <ns1:pt x="87" y="60"/>
                  <ns1:pt x="88" y="61"/>
                  <ns1:pt x="88" y="62"/>
                </ns1:cubicBezTo>
                <ns1:lnTo>
                  <ns1:pt x="88" y="78"/>
                </ns1:lnTo>
                <ns1:close/>
                <ns1:moveTo>
                  <ns1:pt x="79" y="55"/>
                </ns1:moveTo>
                <ns1:cubicBezTo>
                  <ns1:pt x="78" y="56"/>
                  <ns1:pt x="77" y="56"/>
                  <ns1:pt x="76" y="56"/>
                </ns1:cubicBezTo>
                <ns1:cubicBezTo>
                  <ns1:pt x="75" y="56"/>
                  <ns1:pt x="75" y="56"/>
                  <ns1:pt x="74" y="56"/>
                </ns1:cubicBezTo>
                <ns1:cubicBezTo>
                  <ns1:pt x="73" y="55"/>
                  <ns1:pt x="72" y="54"/>
                  <ns1:pt x="72" y="52"/>
                </ns1:cubicBezTo>
                <ns1:cubicBezTo>
                  <ns1:pt x="72" y="40"/>
                  <ns1:pt x="72" y="40"/>
                  <ns1:pt x="72" y="40"/>
                </ns1:cubicBezTo>
                <ns1:cubicBezTo>
                  <ns1:pt x="62" y="40"/>
                  <ns1:pt x="62" y="40"/>
                  <ns1:pt x="62" y="40"/>
                </ns1:cubicBezTo>
                <ns1:cubicBezTo>
                  <ns1:pt x="48" y="40"/>
                  <ns1:pt x="39" y="43"/>
                  <ns1:pt x="34" y="48"/>
                </ns1:cubicBezTo>
                <ns1:cubicBezTo>
                  <ns1:pt x="29" y="54"/>
                  <ns1:pt x="28" y="63"/>
                  <ns1:pt x="30" y="78"/>
                </ns1:cubicBezTo>
                <ns1:cubicBezTo>
                  <ns1:pt x="30" y="79"/>
                  <ns1:pt x="29" y="80"/>
                  <ns1:pt x="29" y="80"/>
                </ns1:cubicBezTo>
                <ns1:cubicBezTo>
                  <ns1:pt x="28" y="80"/>
                  <ns1:pt x="28" y="80"/>
                  <ns1:pt x="28" y="80"/>
                </ns1:cubicBezTo>
                <ns1:cubicBezTo>
                  <ns1:pt x="27" y="80"/>
                  <ns1:pt x="27" y="80"/>
                  <ns1:pt x="26" y="79"/>
                </ns1:cubicBezTo>
                <ns1:cubicBezTo>
                  <ns1:pt x="26" y="79"/>
                  <ns1:pt x="16" y="65"/>
                  <ns1:pt x="16" y="52"/>
                </ns1:cubicBezTo>
                <ns1:cubicBezTo>
                  <ns1:pt x="16" y="35"/>
                  <ns1:pt x="21" y="16"/>
                  <ns1:pt x="62" y="16"/>
                </ns1:cubicBezTo>
                <ns1:cubicBezTo>
                  <ns1:pt x="72" y="16"/>
                  <ns1:pt x="72" y="16"/>
                  <ns1:pt x="72" y="16"/>
                </ns1:cubicBezTo>
                <ns1:cubicBezTo>
                  <ns1:pt x="72" y="4"/>
                  <ns1:pt x="72" y="4"/>
                  <ns1:pt x="72" y="4"/>
                </ns1:cubicBezTo>
                <ns1:cubicBezTo>
                  <ns1:pt x="72" y="2"/>
                  <ns1:pt x="73" y="1"/>
                  <ns1:pt x="74" y="0"/>
                </ns1:cubicBezTo>
                <ns1:cubicBezTo>
                  <ns1:pt x="75" y="0"/>
                  <ns1:pt x="75" y="0"/>
                  <ns1:pt x="76" y="0"/>
                </ns1:cubicBezTo>
                <ns1:cubicBezTo>
                  <ns1:pt x="77" y="0"/>
                  <ns1:pt x="78" y="1"/>
                  <ns1:pt x="79" y="1"/>
                </ns1:cubicBezTo>
                <ns1:cubicBezTo>
                  <ns1:pt x="102" y="25"/>
                  <ns1:pt x="102" y="25"/>
                  <ns1:pt x="102" y="25"/>
                </ns1:cubicBezTo>
                <ns1:cubicBezTo>
                  <ns1:pt x="104" y="27"/>
                  <ns1:pt x="104" y="29"/>
                  <ns1:pt x="102" y="31"/>
                </ns1:cubicBezTo>
                <ns1:lnTo>
                  <ns1:pt x="79" y="55"/>
                </ns1:lnTo>
                <ns1:close/>
              </ns1:path>
            </ns1:pathLst>
          </ns1:custGeom>
          <ns1:solidFill>
            <ns1:srgbClr val="010101"/>
          </ns1:solidFill>
          <ns1:ln>
            <ns1:noFill/>
          </ns1:ln>
          <ns1:extLst>
            <ns1:ext uri="{91240B29-F687-4F45-9708-019B960494DF}">
              <ns2:hiddenLine w="9525">
                <ns1:solidFill>
                  <ns1:srgbClr val="000000"/>
                </ns1:solidFill>
                <ns1:round/>
                <ns1:headEnd/>
                <ns1:tailEnd/>
              </ns2:hiddenLine>
            </ns1:ext>
          </ns1:extLst>
        </ns0:spPr>
        <ns0:txBody>
          <ns1:bodyPr vert="horz" wrap="square" lIns="91440" tIns="45720" rIns="91440" bIns="45720" numCol="1" anchor="t" anchorCtr="0" compatLnSpc="1">
            <ns1:prstTxWarp prst="textNoShape">
              <ns1:avLst/>
            </ns1:prstTxWarp>
          </ns1:bodyPr>
          <ns1:lstStyle/>
          <ns1:p>
            <ns1:endParaRPr lang="en-US" sz="2700"/>
          </ns1:p>
        </ns0:txBody>
      </ns0:sp>
      <ns0:sp>
        <ns0:nvSpPr>
          <ns0:cNvPr id="108" name="Freeform 106"/>
          <ns0:cNvSpPr>
            <ns1:spLocks noEditPoints="1"/>
          </ns0:cNvSpPr>
          <ns0:nvPr/>
        </ns0:nvSpPr>
        <ns0:spPr bwMode="auto">
          <ns1:xfrm>
            <ns1:off x="4283077" y="2870201"/>
            <ns1:ext cx="390525" cy="331788"/>
          </ns1:xfrm>
          <ns1:custGeom>
            <ns1:avLst/>
            <ns1:gdLst>
              <ns1:gd name="T0" fmla="*/ 88 w 104"/>
              <ns1:gd name="T1" fmla="*/ 70 h 88"/>
              <ns1:gd name="T2" fmla="*/ 70 w 104"/>
              <ns1:gd name="T3" fmla="*/ 88 h 88"/>
              <ns1:gd name="T4" fmla="*/ 18 w 104"/>
              <ns1:gd name="T5" fmla="*/ 88 h 88"/>
              <ns1:gd name="T6" fmla="*/ 0 w 104"/>
              <ns1:gd name="T7" fmla="*/ 70 h 88"/>
              <ns1:gd name="T8" fmla="*/ 0 w 104"/>
              <ns1:gd name="T9" fmla="*/ 18 h 88"/>
              <ns1:gd name="T10" fmla="*/ 18 w 104"/>
              <ns1:gd name="T11" fmla="*/ 0 h 88"/>
              <ns1:gd name="T12" fmla="*/ 70 w 104"/>
              <ns1:gd name="T13" fmla="*/ 0 h 88"/>
              <ns1:gd name="T14" fmla="*/ 77 w 104"/>
              <ns1:gd name="T15" fmla="*/ 2 h 88"/>
              <ns1:gd name="T16" fmla="*/ 78 w 104"/>
              <ns1:gd name="T17" fmla="*/ 3 h 88"/>
              <ns1:gd name="T18" fmla="*/ 77 w 104"/>
              <ns1:gd name="T19" fmla="*/ 5 h 88"/>
              <ns1:gd name="T20" fmla="*/ 74 w 104"/>
              <ns1:gd name="T21" fmla="*/ 8 h 88"/>
              <ns1:gd name="T22" fmla="*/ 73 w 104"/>
              <ns1:gd name="T23" fmla="*/ 9 h 88"/>
              <ns1:gd name="T24" fmla="*/ 72 w 104"/>
              <ns1:gd name="T25" fmla="*/ 8 h 88"/>
              <ns1:gd name="T26" fmla="*/ 70 w 104"/>
              <ns1:gd name="T27" fmla="*/ 8 h 88"/>
              <ns1:gd name="T28" fmla="*/ 18 w 104"/>
              <ns1:gd name="T29" fmla="*/ 8 h 88"/>
              <ns1:gd name="T30" fmla="*/ 8 w 104"/>
              <ns1:gd name="T31" fmla="*/ 18 h 88"/>
              <ns1:gd name="T32" fmla="*/ 8 w 104"/>
              <ns1:gd name="T33" fmla="*/ 70 h 88"/>
              <ns1:gd name="T34" fmla="*/ 18 w 104"/>
              <ns1:gd name="T35" fmla="*/ 80 h 88"/>
              <ns1:gd name="T36" fmla="*/ 70 w 104"/>
              <ns1:gd name="T37" fmla="*/ 80 h 88"/>
              <ns1:gd name="T38" fmla="*/ 80 w 104"/>
              <ns1:gd name="T39" fmla="*/ 70 h 88"/>
              <ns1:gd name="T40" fmla="*/ 80 w 104"/>
              <ns1:gd name="T41" fmla="*/ 54 h 88"/>
              <ns1:gd name="T42" fmla="*/ 80 w 104"/>
              <ns1:gd name="T43" fmla="*/ 53 h 88"/>
              <ns1:gd name="T44" fmla="*/ 84 w 104"/>
              <ns1:gd name="T45" fmla="*/ 49 h 88"/>
              <ns1:gd name="T46" fmla="*/ 86 w 104"/>
              <ns1:gd name="T47" fmla="*/ 48 h 88"/>
              <ns1:gd name="T48" fmla="*/ 86 w 104"/>
              <ns1:gd name="T49" fmla="*/ 48 h 88"/>
              <ns1:gd name="T50" fmla="*/ 88 w 104"/>
              <ns1:gd name="T51" fmla="*/ 50 h 88"/>
              <ns1:gd name="T52" fmla="*/ 88 w 104"/>
              <ns1:gd name="T53" fmla="*/ 70 h 88"/>
              <ns1:gd name="T54" fmla="*/ 51 w 104"/>
              <ns1:gd name="T55" fmla="*/ 70 h 88"/>
              <ns1:gd name="T56" fmla="*/ 44 w 104"/>
              <ns1:gd name="T57" fmla="*/ 70 h 88"/>
              <ns1:gd name="T58" fmla="*/ 17 w 104"/>
              <ns1:gd name="T59" fmla="*/ 44 h 88"/>
              <ns1:gd name="T60" fmla="*/ 17 w 104"/>
              <ns1:gd name="T61" fmla="*/ 37 h 88"/>
              <ns1:gd name="T62" fmla="*/ 24 w 104"/>
              <ns1:gd name="T63" fmla="*/ 30 h 88"/>
              <ns1:gd name="T64" fmla="*/ 31 w 104"/>
              <ns1:gd name="T65" fmla="*/ 30 h 88"/>
              <ns1:gd name="T66" fmla="*/ 48 w 104"/>
              <ns1:gd name="T67" fmla="*/ 46 h 88"/>
              <ns1:gd name="T68" fmla="*/ 88 w 104"/>
              <ns1:gd name="T69" fmla="*/ 6 h 88"/>
              <ns1:gd name="T70" fmla="*/ 95 w 104"/>
              <ns1:gd name="T71" fmla="*/ 6 h 88"/>
              <ns1:gd name="T72" fmla="*/ 102 w 104"/>
              <ns1:gd name="T73" fmla="*/ 13 h 88"/>
              <ns1:gd name="T74" fmla="*/ 102 w 104"/>
              <ns1:gd name="T75" fmla="*/ 20 h 88"/>
              <ns1:gd name="T76" fmla="*/ 51 w 104"/>
              <ns1:gd name="T77" fmla="*/ 70 h 88"/>
            </ns1:gdLst>
            <ns1:ahLst/>
            <ns1:cxnLst>
              <ns1:cxn ang="0">
                <ns1:pos x="T0" y="T1"/>
              </ns1:cxn>
              <ns1:cxn ang="0">
                <ns1:pos x="T2" y="T3"/>
              </ns1:cxn>
              <ns1:cxn ang="0">
                <ns1:pos x="T4" y="T5"/>
              </ns1:cxn>
              <ns1:cxn ang="0">
                <ns1:pos x="T6" y="T7"/>
              </ns1:cxn>
              <ns1:cxn ang="0">
                <ns1:pos x="T8" y="T9"/>
              </ns1:cxn>
              <ns1:cxn ang="0">
                <ns1:pos x="T10" y="T11"/>
              </ns1:cxn>
              <ns1:cxn ang="0">
                <ns1:pos x="T12" y="T13"/>
              </ns1:cxn>
              <ns1:cxn ang="0">
                <ns1:pos x="T14" y="T15"/>
              </ns1:cxn>
              <ns1:cxn ang="0">
                <ns1:pos x="T16" y="T17"/>
              </ns1:cxn>
              <ns1:cxn ang="0">
                <ns1:pos x="T18" y="T19"/>
              </ns1:cxn>
              <ns1:cxn ang="0">
                <ns1:pos x="T20" y="T21"/>
              </ns1:cxn>
              <ns1:cxn ang="0">
                <ns1:pos x="T22" y="T23"/>
              </ns1:cxn>
              <ns1:cxn ang="0">
                <ns1:pos x="T24" y="T25"/>
              </ns1:cxn>
              <ns1:cxn ang="0">
                <ns1:pos x="T26" y="T27"/>
              </ns1:cxn>
              <ns1:cxn ang="0">
                <ns1:pos x="T28" y="T29"/>
              </ns1:cxn>
              <ns1:cxn ang="0">
                <ns1:pos x="T30" y="T31"/>
              </ns1:cxn>
              <ns1:cxn ang="0">
                <ns1:pos x="T32" y="T33"/>
              </ns1:cxn>
              <ns1:cxn ang="0">
                <ns1:pos x="T34" y="T35"/>
              </ns1:cxn>
              <ns1:cxn ang="0">
                <ns1:pos x="T36" y="T37"/>
              </ns1:cxn>
              <ns1:cxn ang="0">
                <ns1:pos x="T38" y="T39"/>
              </ns1:cxn>
              <ns1:cxn ang="0">
                <ns1:pos x="T40" y="T41"/>
              </ns1:cxn>
              <ns1:cxn ang="0">
                <ns1:pos x="T42" y="T43"/>
              </ns1:cxn>
              <ns1:cxn ang="0">
                <ns1:pos x="T44" y="T45"/>
              </ns1:cxn>
              <ns1:cxn ang="0">
                <ns1:pos x="T46" y="T47"/>
              </ns1:cxn>
              <ns1:cxn ang="0">
                <ns1:pos x="T48" y="T49"/>
              </ns1:cxn>
              <ns1:cxn ang="0">
                <ns1:pos x="T50" y="T51"/>
              </ns1:cxn>
              <ns1:cxn ang="0">
                <ns1:pos x="T52" y="T53"/>
              </ns1:cxn>
              <ns1:cxn ang="0">
                <ns1:pos x="T54" y="T55"/>
              </ns1:cxn>
              <ns1:cxn ang="0">
                <ns1:pos x="T56" y="T57"/>
              </ns1:cxn>
              <ns1:cxn ang="0">
                <ns1:pos x="T58" y="T59"/>
              </ns1:cxn>
              <ns1:cxn ang="0">
                <ns1:pos x="T60" y="T61"/>
              </ns1:cxn>
              <ns1:cxn ang="0">
                <ns1:pos x="T62" y="T63"/>
              </ns1:cxn>
              <ns1:cxn ang="0">
                <ns1:pos x="T64" y="T65"/>
              </ns1:cxn>
              <ns1:cxn ang="0">
                <ns1:pos x="T66" y="T67"/>
              </ns1:cxn>
              <ns1:cxn ang="0">
                <ns1:pos x="T68" y="T69"/>
              </ns1:cxn>
              <ns1:cxn ang="0">
                <ns1:pos x="T70" y="T71"/>
              </ns1:cxn>
              <ns1:cxn ang="0">
                <ns1:pos x="T72" y="T73"/>
              </ns1:cxn>
              <ns1:cxn ang="0">
                <ns1:pos x="T74" y="T75"/>
              </ns1:cxn>
              <ns1:cxn ang="0">
                <ns1:pos x="T76" y="T77"/>
              </ns1:cxn>
            </ns1:cxnLst>
            <ns1:rect l="0" t="0" r="r" b="b"/>
            <ns1:pathLst>
              <ns1:path w="104" h="88">
                <ns1:moveTo>
                  <ns1:pt x="88" y="70"/>
                </ns1:moveTo>
                <ns1:cubicBezTo>
                  <ns1:pt x="88" y="80"/>
                  <ns1:pt x="79" y="88"/>
                  <ns1:pt x="70" y="88"/>
                </ns1:cubicBezTo>
                <ns1:cubicBezTo>
                  <ns1:pt x="18" y="88"/>
                  <ns1:pt x="18" y="88"/>
                  <ns1:pt x="18" y="88"/>
                </ns1:cubicBezTo>
                <ns1:cubicBezTo>
                  <ns1:pt x="8" y="88"/>
                  <ns1:pt x="0" y="80"/>
                  <ns1:pt x="0" y="70"/>
                </ns1:cubicBezTo>
                <ns1:cubicBezTo>
                  <ns1:pt x="0" y="18"/>
                  <ns1:pt x="0" y="18"/>
                  <ns1:pt x="0" y="18"/>
                </ns1:cubicBezTo>
                <ns1:cubicBezTo>
                  <ns1:pt x="0" y="8"/>
                  <ns1:pt x="8" y="0"/>
                  <ns1:pt x="18" y="0"/>
                </ns1:cubicBezTo>
                <ns1:cubicBezTo>
                  <ns1:pt x="70" y="0"/>
                  <ns1:pt x="70" y="0"/>
                  <ns1:pt x="70" y="0"/>
                </ns1:cubicBezTo>
                <ns1:cubicBezTo>
                  <ns1:pt x="72" y="0"/>
                  <ns1:pt x="75" y="1"/>
                  <ns1:pt x="77" y="2"/>
                </ns1:cubicBezTo>
                <ns1:cubicBezTo>
                  <ns1:pt x="77" y="2"/>
                  <ns1:pt x="78" y="2"/>
                  <ns1:pt x="78" y="3"/>
                </ns1:cubicBezTo>
                <ns1:cubicBezTo>
                  <ns1:pt x="78" y="4"/>
                  <ns1:pt x="78" y="4"/>
                  <ns1:pt x="77" y="5"/>
                </ns1:cubicBezTo>
                <ns1:cubicBezTo>
                  <ns1:pt x="74" y="8"/>
                  <ns1:pt x="74" y="8"/>
                  <ns1:pt x="74" y="8"/>
                </ns1:cubicBezTo>
                <ns1:cubicBezTo>
                  <ns1:pt x="74" y="8"/>
                  <ns1:pt x="73" y="9"/>
                  <ns1:pt x="73" y="9"/>
                </ns1:cubicBezTo>
                <ns1:cubicBezTo>
                  <ns1:pt x="73" y="9"/>
                  <ns1:pt x="73" y="9"/>
                  <ns1:pt x="72" y="8"/>
                </ns1:cubicBezTo>
                <ns1:cubicBezTo>
                  <ns1:pt x="71" y="8"/>
                  <ns1:pt x="70" y="8"/>
                  <ns1:pt x="70" y="8"/>
                </ns1:cubicBezTo>
                <ns1:cubicBezTo>
                  <ns1:pt x="18" y="8"/>
                  <ns1:pt x="18" y="8"/>
                  <ns1:pt x="18" y="8"/>
                </ns1:cubicBezTo>
                <ns1:cubicBezTo>
                  <ns1:pt x="12" y="8"/>
                  <ns1:pt x="8" y="13"/>
                  <ns1:pt x="8" y="18"/>
                </ns1:cubicBezTo>
                <ns1:cubicBezTo>
                  <ns1:pt x="8" y="70"/>
                  <ns1:pt x="8" y="70"/>
                  <ns1:pt x="8" y="70"/>
                </ns1:cubicBezTo>
                <ns1:cubicBezTo>
                  <ns1:pt x="8" y="76"/>
                  <ns1:pt x="12" y="80"/>
                  <ns1:pt x="18" y="80"/>
                </ns1:cubicBezTo>
                <ns1:cubicBezTo>
                  <ns1:pt x="70" y="80"/>
                  <ns1:pt x="70" y="80"/>
                  <ns1:pt x="70" y="80"/>
                </ns1:cubicBezTo>
                <ns1:cubicBezTo>
                  <ns1:pt x="75" y="80"/>
                  <ns1:pt x="80" y="76"/>
                  <ns1:pt x="80" y="70"/>
                </ns1:cubicBezTo>
                <ns1:cubicBezTo>
                  <ns1:pt x="80" y="54"/>
                  <ns1:pt x="80" y="54"/>
                  <ns1:pt x="80" y="54"/>
                </ns1:cubicBezTo>
                <ns1:cubicBezTo>
                  <ns1:pt x="80" y="54"/>
                  <ns1:pt x="80" y="53"/>
                  <ns1:pt x="80" y="53"/>
                </ns1:cubicBezTo>
                <ns1:cubicBezTo>
                  <ns1:pt x="84" y="49"/>
                  <ns1:pt x="84" y="49"/>
                  <ns1:pt x="84" y="49"/>
                </ns1:cubicBezTo>
                <ns1:cubicBezTo>
                  <ns1:pt x="85" y="48"/>
                  <ns1:pt x="85" y="48"/>
                  <ns1:pt x="86" y="48"/>
                </ns1:cubicBezTo>
                <ns1:cubicBezTo>
                  <ns1:pt x="86" y="48"/>
                  <ns1:pt x="86" y="48"/>
                  <ns1:pt x="86" y="48"/>
                </ns1:cubicBezTo>
                <ns1:cubicBezTo>
                  <ns1:pt x="87" y="49"/>
                  <ns1:pt x="88" y="49"/>
                  <ns1:pt x="88" y="50"/>
                </ns1:cubicBezTo>
                <ns1:lnTo>
                  <ns1:pt x="88" y="70"/>
                </ns1:lnTo>
                <ns1:close/>
                <ns1:moveTo>
                  <ns1:pt x="51" y="70"/>
                </ns1:moveTo>
                <ns1:cubicBezTo>
                  <ns1:pt x="49" y="72"/>
                  <ns1:pt x="46" y="72"/>
                  <ns1:pt x="44" y="70"/>
                </ns1:cubicBezTo>
                <ns1:cubicBezTo>
                  <ns1:pt x="17" y="44"/>
                  <ns1:pt x="17" y="44"/>
                  <ns1:pt x="17" y="44"/>
                </ns1:cubicBezTo>
                <ns1:cubicBezTo>
                  <ns1:pt x="15" y="42"/>
                  <ns1:pt x="15" y="39"/>
                  <ns1:pt x="17" y="37"/>
                </ns1:cubicBezTo>
                <ns1:cubicBezTo>
                  <ns1:pt x="24" y="30"/>
                  <ns1:pt x="24" y="30"/>
                  <ns1:pt x="24" y="30"/>
                </ns1:cubicBezTo>
                <ns1:cubicBezTo>
                  <ns1:pt x="26" y="28"/>
                  <ns1:pt x="29" y="28"/>
                  <ns1:pt x="31" y="30"/>
                </ns1:cubicBezTo>
                <ns1:cubicBezTo>
                  <ns1:pt x="48" y="46"/>
                  <ns1:pt x="48" y="46"/>
                  <ns1:pt x="48" y="46"/>
                </ns1:cubicBezTo>
                <ns1:cubicBezTo>
                  <ns1:pt x="88" y="6"/>
                  <ns1:pt x="88" y="6"/>
                  <ns1:pt x="88" y="6"/>
                </ns1:cubicBezTo>
                <ns1:cubicBezTo>
                  <ns1:pt x="90" y="4"/>
                  <ns1:pt x="93" y="4"/>
                  <ns1:pt x="95" y="6"/>
                </ns1:cubicBezTo>
                <ns1:cubicBezTo>
                  <ns1:pt x="102" y="13"/>
                  <ns1:pt x="102" y="13"/>
                  <ns1:pt x="102" y="13"/>
                </ns1:cubicBezTo>
                <ns1:cubicBezTo>
                  <ns1:pt x="104" y="15"/>
                  <ns1:pt x="104" y="18"/>
                  <ns1:pt x="102" y="20"/>
                </ns1:cubicBezTo>
                <ns1:lnTo>
                  <ns1:pt x="51" y="70"/>
                </ns1:lnTo>
                <ns1:close/>
              </ns1:path>
            </ns1:pathLst>
          </ns1:custGeom>
          <ns1:solidFill>
            <ns1:srgbClr val="010101"/>
          </ns1:solidFill>
          <ns1:ln>
            <ns1:noFill/>
          </ns1:ln>
          <ns1:extLst>
            <ns1:ext uri="{91240B29-F687-4F45-9708-019B960494DF}">
              <ns2:hiddenLine w="9525">
                <ns1:solidFill>
                  <ns1:srgbClr val="000000"/>
                </ns1:solidFill>
                <ns1:round/>
                <ns1:headEnd/>
                <ns1:tailEnd/>
              </ns2:hiddenLine>
            </ns1:ext>
          </ns1:extLst>
        </ns0:spPr>
        <ns0:txBody>
          <ns1:bodyPr vert="horz" wrap="square" lIns="91440" tIns="45720" rIns="91440" bIns="45720" numCol="1" anchor="t" anchorCtr="0" compatLnSpc="1">
            <ns1:prstTxWarp prst="textNoShape">
              <ns1:avLst/>
            </ns1:prstTxWarp>
          </ns1:bodyPr>
          <ns1:lstStyle/>
          <ns1:p>
            <ns1:endParaRPr lang="en-US" sz="2700"/>
          </ns1:p>
        </ns0:txBody>
      </ns0:sp>
      <ns0:sp>
        <ns0:nvSpPr>
          <ns0:cNvPr id="109" name="Freeform 107"/>
          <ns0:cNvSpPr>
            <ns1:spLocks/>
          </ns0:cNvSpPr>
          <ns0:nvPr/>
        </ns0:nvSpPr>
        <ns0:spPr bwMode="auto">
          <ns1:xfrm>
            <ns1:off x="4910138" y="2840039"/>
            <ns1:ext cx="420688" cy="422275"/>
          </ns1:xfrm>
          <ns1:custGeom>
            <ns1:avLst/>
            <ns1:gdLst>
              <ns1:gd name="T0" fmla="*/ 111 w 112"/>
              <ns1:gd name="T1" fmla="*/ 59 h 112"/>
              <ns1:gd name="T2" fmla="*/ 95 w 112"/>
              <ns1:gd name="T3" fmla="*/ 75 h 112"/>
              <ns1:gd name="T4" fmla="*/ 92 w 112"/>
              <ns1:gd name="T5" fmla="*/ 76 h 112"/>
              <ns1:gd name="T6" fmla="*/ 88 w 112"/>
              <ns1:gd name="T7" fmla="*/ 72 h 112"/>
              <ns1:gd name="T8" fmla="*/ 88 w 112"/>
              <ns1:gd name="T9" fmla="*/ 64 h 112"/>
              <ns1:gd name="T10" fmla="*/ 64 w 112"/>
              <ns1:gd name="T11" fmla="*/ 64 h 112"/>
              <ns1:gd name="T12" fmla="*/ 64 w 112"/>
              <ns1:gd name="T13" fmla="*/ 88 h 112"/>
              <ns1:gd name="T14" fmla="*/ 72 w 112"/>
              <ns1:gd name="T15" fmla="*/ 88 h 112"/>
              <ns1:gd name="T16" fmla="*/ 76 w 112"/>
              <ns1:gd name="T17" fmla="*/ 92 h 112"/>
              <ns1:gd name="T18" fmla="*/ 75 w 112"/>
              <ns1:gd name="T19" fmla="*/ 95 h 112"/>
              <ns1:gd name="T20" fmla="*/ 59 w 112"/>
              <ns1:gd name="T21" fmla="*/ 111 h 112"/>
              <ns1:gd name="T22" fmla="*/ 56 w 112"/>
              <ns1:gd name="T23" fmla="*/ 112 h 112"/>
              <ns1:gd name="T24" fmla="*/ 53 w 112"/>
              <ns1:gd name="T25" fmla="*/ 111 h 112"/>
              <ns1:gd name="T26" fmla="*/ 37 w 112"/>
              <ns1:gd name="T27" fmla="*/ 95 h 112"/>
              <ns1:gd name="T28" fmla="*/ 36 w 112"/>
              <ns1:gd name="T29" fmla="*/ 92 h 112"/>
              <ns1:gd name="T30" fmla="*/ 40 w 112"/>
              <ns1:gd name="T31" fmla="*/ 88 h 112"/>
              <ns1:gd name="T32" fmla="*/ 48 w 112"/>
              <ns1:gd name="T33" fmla="*/ 88 h 112"/>
              <ns1:gd name="T34" fmla="*/ 48 w 112"/>
              <ns1:gd name="T35" fmla="*/ 64 h 112"/>
              <ns1:gd name="T36" fmla="*/ 24 w 112"/>
              <ns1:gd name="T37" fmla="*/ 64 h 112"/>
              <ns1:gd name="T38" fmla="*/ 24 w 112"/>
              <ns1:gd name="T39" fmla="*/ 72 h 112"/>
              <ns1:gd name="T40" fmla="*/ 20 w 112"/>
              <ns1:gd name="T41" fmla="*/ 76 h 112"/>
              <ns1:gd name="T42" fmla="*/ 17 w 112"/>
              <ns1:gd name="T43" fmla="*/ 75 h 112"/>
              <ns1:gd name="T44" fmla="*/ 1 w 112"/>
              <ns1:gd name="T45" fmla="*/ 59 h 112"/>
              <ns1:gd name="T46" fmla="*/ 0 w 112"/>
              <ns1:gd name="T47" fmla="*/ 56 h 112"/>
              <ns1:gd name="T48" fmla="*/ 1 w 112"/>
              <ns1:gd name="T49" fmla="*/ 53 h 112"/>
              <ns1:gd name="T50" fmla="*/ 17 w 112"/>
              <ns1:gd name="T51" fmla="*/ 37 h 112"/>
              <ns1:gd name="T52" fmla="*/ 20 w 112"/>
              <ns1:gd name="T53" fmla="*/ 36 h 112"/>
              <ns1:gd name="T54" fmla="*/ 24 w 112"/>
              <ns1:gd name="T55" fmla="*/ 40 h 112"/>
              <ns1:gd name="T56" fmla="*/ 24 w 112"/>
              <ns1:gd name="T57" fmla="*/ 48 h 112"/>
              <ns1:gd name="T58" fmla="*/ 48 w 112"/>
              <ns1:gd name="T59" fmla="*/ 48 h 112"/>
              <ns1:gd name="T60" fmla="*/ 48 w 112"/>
              <ns1:gd name="T61" fmla="*/ 24 h 112"/>
              <ns1:gd name="T62" fmla="*/ 40 w 112"/>
              <ns1:gd name="T63" fmla="*/ 24 h 112"/>
              <ns1:gd name="T64" fmla="*/ 36 w 112"/>
              <ns1:gd name="T65" fmla="*/ 20 h 112"/>
              <ns1:gd name="T66" fmla="*/ 37 w 112"/>
              <ns1:gd name="T67" fmla="*/ 17 h 112"/>
              <ns1:gd name="T68" fmla="*/ 53 w 112"/>
              <ns1:gd name="T69" fmla="*/ 1 h 112"/>
              <ns1:gd name="T70" fmla="*/ 56 w 112"/>
              <ns1:gd name="T71" fmla="*/ 0 h 112"/>
              <ns1:gd name="T72" fmla="*/ 59 w 112"/>
              <ns1:gd name="T73" fmla="*/ 1 h 112"/>
              <ns1:gd name="T74" fmla="*/ 75 w 112"/>
              <ns1:gd name="T75" fmla="*/ 17 h 112"/>
              <ns1:gd name="T76" fmla="*/ 76 w 112"/>
              <ns1:gd name="T77" fmla="*/ 20 h 112"/>
              <ns1:gd name="T78" fmla="*/ 72 w 112"/>
              <ns1:gd name="T79" fmla="*/ 24 h 112"/>
              <ns1:gd name="T80" fmla="*/ 64 w 112"/>
              <ns1:gd name="T81" fmla="*/ 24 h 112"/>
              <ns1:gd name="T82" fmla="*/ 64 w 112"/>
              <ns1:gd name="T83" fmla="*/ 48 h 112"/>
              <ns1:gd name="T84" fmla="*/ 88 w 112"/>
              <ns1:gd name="T85" fmla="*/ 48 h 112"/>
              <ns1:gd name="T86" fmla="*/ 88 w 112"/>
              <ns1:gd name="T87" fmla="*/ 40 h 112"/>
              <ns1:gd name="T88" fmla="*/ 92 w 112"/>
              <ns1:gd name="T89" fmla="*/ 36 h 112"/>
              <ns1:gd name="T90" fmla="*/ 95 w 112"/>
              <ns1:gd name="T91" fmla="*/ 37 h 112"/>
              <ns1:gd name="T92" fmla="*/ 111 w 112"/>
              <ns1:gd name="T93" fmla="*/ 53 h 112"/>
              <ns1:gd name="T94" fmla="*/ 112 w 112"/>
              <ns1:gd name="T95" fmla="*/ 56 h 112"/>
              <ns1:gd name="T96" fmla="*/ 111 w 112"/>
              <ns1:gd name="T97" fmla="*/ 59 h 112"/>
            </ns1:gdLst>
            <ns1:ahLst/>
            <ns1:cxnLst>
              <ns1:cxn ang="0">
                <ns1:pos x="T0" y="T1"/>
              </ns1:cxn>
              <ns1:cxn ang="0">
                <ns1:pos x="T2" y="T3"/>
              </ns1:cxn>
              <ns1:cxn ang="0">
                <ns1:pos x="T4" y="T5"/>
              </ns1:cxn>
              <ns1:cxn ang="0">
                <ns1:pos x="T6" y="T7"/>
              </ns1:cxn>
              <ns1:cxn ang="0">
                <ns1:pos x="T8" y="T9"/>
              </ns1:cxn>
              <ns1:cxn ang="0">
                <ns1:pos x="T10" y="T11"/>
              </ns1:cxn>
              <ns1:cxn ang="0">
                <ns1:pos x="T12" y="T13"/>
              </ns1:cxn>
              <ns1:cxn ang="0">
                <ns1:pos x="T14" y="T15"/>
              </ns1:cxn>
              <ns1:cxn ang="0">
                <ns1:pos x="T16" y="T17"/>
              </ns1:cxn>
              <ns1:cxn ang="0">
                <ns1:pos x="T18" y="T19"/>
              </ns1:cxn>
              <ns1:cxn ang="0">
                <ns1:pos x="T20" y="T21"/>
              </ns1:cxn>
              <ns1:cxn ang="0">
                <ns1:pos x="T22" y="T23"/>
              </ns1:cxn>
              <ns1:cxn ang="0">
                <ns1:pos x="T24" y="T25"/>
              </ns1:cxn>
              <ns1:cxn ang="0">
                <ns1:pos x="T26" y="T27"/>
              </ns1:cxn>
              <ns1:cxn ang="0">
                <ns1:pos x="T28" y="T29"/>
              </ns1:cxn>
              <ns1:cxn ang="0">
                <ns1:pos x="T30" y="T31"/>
              </ns1:cxn>
              <ns1:cxn ang="0">
                <ns1:pos x="T32" y="T33"/>
              </ns1:cxn>
              <ns1:cxn ang="0">
                <ns1:pos x="T34" y="T35"/>
              </ns1:cxn>
              <ns1:cxn ang="0">
                <ns1:pos x="T36" y="T37"/>
              </ns1:cxn>
              <ns1:cxn ang="0">
                <ns1:pos x="T38" y="T39"/>
              </ns1:cxn>
              <ns1:cxn ang="0">
                <ns1:pos x="T40" y="T41"/>
              </ns1:cxn>
              <ns1:cxn ang="0">
                <ns1:pos x="T42" y="T43"/>
              </ns1:cxn>
              <ns1:cxn ang="0">
                <ns1:pos x="T44" y="T45"/>
              </ns1:cxn>
              <ns1:cxn ang="0">
                <ns1:pos x="T46" y="T47"/>
              </ns1:cxn>
              <ns1:cxn ang="0">
                <ns1:pos x="T48" y="T49"/>
              </ns1:cxn>
              <ns1:cxn ang="0">
                <ns1:pos x="T50" y="T51"/>
              </ns1:cxn>
              <ns1:cxn ang="0">
                <ns1:pos x="T52" y="T53"/>
              </ns1:cxn>
              <ns1:cxn ang="0">
                <ns1:pos x="T54" y="T55"/>
              </ns1:cxn>
              <ns1:cxn ang="0">
                <ns1:pos x="T56" y="T57"/>
              </ns1:cxn>
              <ns1:cxn ang="0">
                <ns1:pos x="T58" y="T59"/>
              </ns1:cxn>
              <ns1:cxn ang="0">
                <ns1:pos x="T60" y="T61"/>
              </ns1:cxn>
              <ns1:cxn ang="0">
                <ns1:pos x="T62" y="T63"/>
              </ns1:cxn>
              <ns1:cxn ang="0">
                <ns1:pos x="T64" y="T65"/>
              </ns1:cxn>
              <ns1:cxn ang="0">
                <ns1:pos x="T66" y="T67"/>
              </ns1:cxn>
              <ns1:cxn ang="0">
                <ns1:pos x="T68" y="T69"/>
              </ns1:cxn>
              <ns1:cxn ang="0">
                <ns1:pos x="T70" y="T71"/>
              </ns1:cxn>
              <ns1:cxn ang="0">
                <ns1:pos x="T72" y="T73"/>
              </ns1:cxn>
              <ns1:cxn ang="0">
                <ns1:pos x="T74" y="T75"/>
              </ns1:cxn>
              <ns1:cxn ang="0">
                <ns1:pos x="T76" y="T77"/>
              </ns1:cxn>
              <ns1:cxn ang="0">
                <ns1:pos x="T78" y="T79"/>
              </ns1:cxn>
              <ns1:cxn ang="0">
                <ns1:pos x="T80" y="T81"/>
              </ns1:cxn>
              <ns1:cxn ang="0">
                <ns1:pos x="T82" y="T83"/>
              </ns1:cxn>
              <ns1:cxn ang="0">
                <ns1:pos x="T84" y="T85"/>
              </ns1:cxn>
              <ns1:cxn ang="0">
                <ns1:pos x="T86" y="T87"/>
              </ns1:cxn>
              <ns1:cxn ang="0">
                <ns1:pos x="T88" y="T89"/>
              </ns1:cxn>
              <ns1:cxn ang="0">
                <ns1:pos x="T90" y="T91"/>
              </ns1:cxn>
              <ns1:cxn ang="0">
                <ns1:pos x="T92" y="T93"/>
              </ns1:cxn>
              <ns1:cxn ang="0">
                <ns1:pos x="T94" y="T95"/>
              </ns1:cxn>
              <ns1:cxn ang="0">
                <ns1:pos x="T96" y="T97"/>
              </ns1:cxn>
            </ns1:cxnLst>
            <ns1:rect l="0" t="0" r="r" b="b"/>
            <ns1:pathLst>
              <ns1:path w="112" h="112">
                <ns1:moveTo>
                  <ns1:pt x="111" y="59"/>
                </ns1:moveTo>
                <ns1:cubicBezTo>
                  <ns1:pt x="95" y="75"/>
                  <ns1:pt x="95" y="75"/>
                  <ns1:pt x="95" y="75"/>
                </ns1:cubicBezTo>
                <ns1:cubicBezTo>
                  <ns1:pt x="94" y="76"/>
                  <ns1:pt x="93" y="76"/>
                  <ns1:pt x="92" y="76"/>
                </ns1:cubicBezTo>
                <ns1:cubicBezTo>
                  <ns1:pt x="90" y="76"/>
                  <ns1:pt x="88" y="74"/>
                  <ns1:pt x="88" y="72"/>
                </ns1:cubicBezTo>
                <ns1:cubicBezTo>
                  <ns1:pt x="88" y="64"/>
                  <ns1:pt x="88" y="64"/>
                  <ns1:pt x="88" y="64"/>
                </ns1:cubicBezTo>
                <ns1:cubicBezTo>
                  <ns1:pt x="64" y="64"/>
                  <ns1:pt x="64" y="64"/>
                  <ns1:pt x="64" y="64"/>
                </ns1:cubicBezTo>
                <ns1:cubicBezTo>
                  <ns1:pt x="64" y="88"/>
                  <ns1:pt x="64" y="88"/>
                  <ns1:pt x="64" y="88"/>
                </ns1:cubicBezTo>
                <ns1:cubicBezTo>
                  <ns1:pt x="72" y="88"/>
                  <ns1:pt x="72" y="88"/>
                  <ns1:pt x="72" y="88"/>
                </ns1:cubicBezTo>
                <ns1:cubicBezTo>
                  <ns1:pt x="74" y="88"/>
                  <ns1:pt x="76" y="90"/>
                  <ns1:pt x="76" y="92"/>
                </ns1:cubicBezTo>
                <ns1:cubicBezTo>
                  <ns1:pt x="76" y="93"/>
                  <ns1:pt x="76" y="94"/>
                  <ns1:pt x="75" y="95"/>
                </ns1:cubicBezTo>
                <ns1:cubicBezTo>
                  <ns1:pt x="59" y="111"/>
                  <ns1:pt x="59" y="111"/>
                  <ns1:pt x="59" y="111"/>
                </ns1:cubicBezTo>
                <ns1:cubicBezTo>
                  <ns1:pt x="58" y="112"/>
                  <ns1:pt x="57" y="112"/>
                  <ns1:pt x="56" y="112"/>
                </ns1:cubicBezTo>
                <ns1:cubicBezTo>
                  <ns1:pt x="55" y="112"/>
                  <ns1:pt x="54" y="112"/>
                  <ns1:pt x="53" y="111"/>
                </ns1:cubicBezTo>
                <ns1:cubicBezTo>
                  <ns1:pt x="37" y="95"/>
                  <ns1:pt x="37" y="95"/>
                  <ns1:pt x="37" y="95"/>
                </ns1:cubicBezTo>
                <ns1:cubicBezTo>
                  <ns1:pt x="37" y="94"/>
                  <ns1:pt x="36" y="93"/>
                  <ns1:pt x="36" y="92"/>
                </ns1:cubicBezTo>
                <ns1:cubicBezTo>
                  <ns1:pt x="36" y="90"/>
                  <ns1:pt x="38" y="88"/>
                  <ns1:pt x="40" y="88"/>
                </ns1:cubicBezTo>
                <ns1:cubicBezTo>
                  <ns1:pt x="48" y="88"/>
                  <ns1:pt x="48" y="88"/>
                  <ns1:pt x="48" y="88"/>
                </ns1:cubicBezTo>
                <ns1:cubicBezTo>
                  <ns1:pt x="48" y="64"/>
                  <ns1:pt x="48" y="64"/>
                  <ns1:pt x="48" y="64"/>
                </ns1:cubicBezTo>
                <ns1:cubicBezTo>
                  <ns1:pt x="24" y="64"/>
                  <ns1:pt x="24" y="64"/>
                  <ns1:pt x="24" y="64"/>
                </ns1:cubicBezTo>
                <ns1:cubicBezTo>
                  <ns1:pt x="24" y="72"/>
                  <ns1:pt x="24" y="72"/>
                  <ns1:pt x="24" y="72"/>
                </ns1:cubicBezTo>
                <ns1:cubicBezTo>
                  <ns1:pt x="24" y="74"/>
                  <ns1:pt x="22" y="76"/>
                  <ns1:pt x="20" y="76"/>
                </ns1:cubicBezTo>
                <ns1:cubicBezTo>
                  <ns1:pt x="19" y="76"/>
                  <ns1:pt x="18" y="76"/>
                  <ns1:pt x="17" y="75"/>
                </ns1:cubicBezTo>
                <ns1:cubicBezTo>
                  <ns1:pt x="1" y="59"/>
                  <ns1:pt x="1" y="59"/>
                  <ns1:pt x="1" y="59"/>
                </ns1:cubicBezTo>
                <ns1:cubicBezTo>
                  <ns1:pt x="1" y="58"/>
                  <ns1:pt x="0" y="57"/>
                  <ns1:pt x="0" y="56"/>
                </ns1:cubicBezTo>
                <ns1:cubicBezTo>
                  <ns1:pt x="0" y="55"/>
                  <ns1:pt x="1" y="54"/>
                  <ns1:pt x="1" y="53"/>
                </ns1:cubicBezTo>
                <ns1:cubicBezTo>
                  <ns1:pt x="17" y="37"/>
                  <ns1:pt x="17" y="37"/>
                  <ns1:pt x="17" y="37"/>
                </ns1:cubicBezTo>
                <ns1:cubicBezTo>
                  <ns1:pt x="18" y="37"/>
                  <ns1:pt x="19" y="36"/>
                  <ns1:pt x="20" y="36"/>
                </ns1:cubicBezTo>
                <ns1:cubicBezTo>
                  <ns1:pt x="22" y="36"/>
                  <ns1:pt x="24" y="38"/>
                  <ns1:pt x="24" y="40"/>
                </ns1:cubicBezTo>
                <ns1:cubicBezTo>
                  <ns1:pt x="24" y="48"/>
                  <ns1:pt x="24" y="48"/>
                  <ns1:pt x="24" y="48"/>
                </ns1:cubicBezTo>
                <ns1:cubicBezTo>
                  <ns1:pt x="48" y="48"/>
                  <ns1:pt x="48" y="48"/>
                  <ns1:pt x="48" y="48"/>
                </ns1:cubicBezTo>
                <ns1:cubicBezTo>
                  <ns1:pt x="48" y="24"/>
                  <ns1:pt x="48" y="24"/>
                  <ns1:pt x="48" y="24"/>
                </ns1:cubicBezTo>
                <ns1:cubicBezTo>
                  <ns1:pt x="40" y="24"/>
                  <ns1:pt x="40" y="24"/>
                  <ns1:pt x="40" y="24"/>
                </ns1:cubicBezTo>
                <ns1:cubicBezTo>
                  <ns1:pt x="38" y="24"/>
                  <ns1:pt x="36" y="22"/>
                  <ns1:pt x="36" y="20"/>
                </ns1:cubicBezTo>
                <ns1:cubicBezTo>
                  <ns1:pt x="36" y="19"/>
                  <ns1:pt x="37" y="18"/>
                  <ns1:pt x="37" y="17"/>
                </ns1:cubicBezTo>
                <ns1:cubicBezTo>
                  <ns1:pt x="53" y="1"/>
                  <ns1:pt x="53" y="1"/>
                  <ns1:pt x="53" y="1"/>
                </ns1:cubicBezTo>
                <ns1:cubicBezTo>
                  <ns1:pt x="54" y="1"/>
                  <ns1:pt x="55" y="0"/>
                  <ns1:pt x="56" y="0"/>
                </ns1:cubicBezTo>
                <ns1:cubicBezTo>
                  <ns1:pt x="57" y="0"/>
                  <ns1:pt x="58" y="1"/>
                  <ns1:pt x="59" y="1"/>
                </ns1:cubicBezTo>
                <ns1:cubicBezTo>
                  <ns1:pt x="75" y="17"/>
                  <ns1:pt x="75" y="17"/>
                  <ns1:pt x="75" y="17"/>
                </ns1:cubicBezTo>
                <ns1:cubicBezTo>
                  <ns1:pt x="76" y="18"/>
                  <ns1:pt x="76" y="19"/>
                  <ns1:pt x="76" y="20"/>
                </ns1:cubicBezTo>
                <ns1:cubicBezTo>
                  <ns1:pt x="76" y="22"/>
                  <ns1:pt x="74" y="24"/>
                  <ns1:pt x="72" y="24"/>
                </ns1:cubicBezTo>
                <ns1:cubicBezTo>
                  <ns1:pt x="64" y="24"/>
                  <ns1:pt x="64" y="24"/>
                  <ns1:pt x="64" y="24"/>
                </ns1:cubicBezTo>
                <ns1:cubicBezTo>
                  <ns1:pt x="64" y="48"/>
                  <ns1:pt x="64" y="48"/>
                  <ns1:pt x="64" y="48"/>
                </ns1:cubicBezTo>
                <ns1:cubicBezTo>
                  <ns1:pt x="88" y="48"/>
                  <ns1:pt x="88" y="48"/>
                  <ns1:pt x="88" y="48"/>
                </ns1:cubicBezTo>
                <ns1:cubicBezTo>
                  <ns1:pt x="88" y="40"/>
                  <ns1:pt x="88" y="40"/>
                  <ns1:pt x="88" y="40"/>
                </ns1:cubicBezTo>
                <ns1:cubicBezTo>
                  <ns1:pt x="88" y="38"/>
                  <ns1:pt x="90" y="36"/>
                  <ns1:pt x="92" y="36"/>
                </ns1:cubicBezTo>
                <ns1:cubicBezTo>
                  <ns1:pt x="93" y="36"/>
                  <ns1:pt x="94" y="37"/>
                  <ns1:pt x="95" y="37"/>
                </ns1:cubicBezTo>
                <ns1:cubicBezTo>
                  <ns1:pt x="111" y="53"/>
                  <ns1:pt x="111" y="53"/>
                  <ns1:pt x="111" y="53"/>
                </ns1:cubicBezTo>
                <ns1:cubicBezTo>
                  <ns1:pt x="112" y="54"/>
                  <ns1:pt x="112" y="55"/>
                  <ns1:pt x="112" y="56"/>
                </ns1:cubicBezTo>
                <ns1:cubicBezTo>
                  <ns1:pt x="112" y="57"/>
                  <ns1:pt x="112" y="58"/>
                  <ns1:pt x="111" y="59"/>
                </ns1:cubicBezTo>
                <ns1:close/>
              </ns1:path>
            </ns1:pathLst>
          </ns1:custGeom>
          <ns1:solidFill>
            <ns1:srgbClr val="010101"/>
          </ns1:solidFill>
          <ns1:ln>
            <ns1:noFill/>
          </ns1:ln>
          <ns1:extLst>
            <ns1:ext uri="{91240B29-F687-4F45-9708-019B960494DF}">
              <ns2:hiddenLine w="9525">
                <ns1:solidFill>
                  <ns1:srgbClr val="000000"/>
                </ns1:solidFill>
                <ns1:round/>
                <ns1:headEnd/>
                <ns1:tailEnd/>
              </ns2:hiddenLine>
            </ns1:ext>
          </ns1:extLst>
        </ns0:spPr>
        <ns0:txBody>
          <ns1:bodyPr vert="horz" wrap="square" lIns="91440" tIns="45720" rIns="91440" bIns="45720" numCol="1" anchor="t" anchorCtr="0" compatLnSpc="1">
            <ns1:prstTxWarp prst="textNoShape">
              <ns1:avLst/>
            </ns1:prstTxWarp>
          </ns1:bodyPr>
          <ns1:lstStyle/>
          <ns1:p>
            <ns1:endParaRPr lang="en-US" sz="2700"/>
          </ns1:p>
        </ns0:txBody>
      </ns0:sp>
      <ns0:sp>
        <ns0:nvSpPr>
          <ns0:cNvPr id="110" name="Freeform 108"/>
          <ns0:cNvSpPr>
            <ns1:spLocks noEditPoints="1"/>
          </ns0:cNvSpPr>
          <ns0:nvPr/>
        </ns0:nvSpPr>
        <ns0:spPr bwMode="auto">
          <ns1:xfrm>
            <ns1:off x="5584827" y="2886077"/>
            <ns1:ext cx="360363" cy="315913"/>
          </ns1:xfrm>
          <ns1:custGeom>
            <ns1:avLst/>
            <ns1:gdLst>
              <ns1:gd name="T0" fmla="*/ 96 w 96"/>
              <ns1:gd name="T1" fmla="*/ 50 h 84"/>
              <ns1:gd name="T2" fmla="*/ 94 w 96"/>
              <ns1:gd name="T3" fmla="*/ 52 h 84"/>
              <ns1:gd name="T4" fmla="*/ 88 w 96"/>
              <ns1:gd name="T5" fmla="*/ 52 h 84"/>
              <ns1:gd name="T6" fmla="*/ 88 w 96"/>
              <ns1:gd name="T7" fmla="*/ 78 h 84"/>
              <ns1:gd name="T8" fmla="*/ 82 w 96"/>
              <ns1:gd name="T9" fmla="*/ 84 h 84"/>
              <ns1:gd name="T10" fmla="*/ 14 w 96"/>
              <ns1:gd name="T11" fmla="*/ 84 h 84"/>
              <ns1:gd name="T12" fmla="*/ 8 w 96"/>
              <ns1:gd name="T13" fmla="*/ 78 h 84"/>
              <ns1:gd name="T14" fmla="*/ 8 w 96"/>
              <ns1:gd name="T15" fmla="*/ 52 h 84"/>
              <ns1:gd name="T16" fmla="*/ 2 w 96"/>
              <ns1:gd name="T17" fmla="*/ 52 h 84"/>
              <ns1:gd name="T18" fmla="*/ 0 w 96"/>
              <ns1:gd name="T19" fmla="*/ 50 h 84"/>
              <ns1:gd name="T20" fmla="*/ 0 w 96"/>
              <ns1:gd name="T21" fmla="*/ 30 h 84"/>
              <ns1:gd name="T22" fmla="*/ 2 w 96"/>
              <ns1:gd name="T23" fmla="*/ 28 h 84"/>
              <ns1:gd name="T24" fmla="*/ 30 w 96"/>
              <ns1:gd name="T25" fmla="*/ 28 h 84"/>
              <ns1:gd name="T26" fmla="*/ 16 w 96"/>
              <ns1:gd name="T27" fmla="*/ 14 h 84"/>
              <ns1:gd name="T28" fmla="*/ 30 w 96"/>
              <ns1:gd name="T29" fmla="*/ 0 h 84"/>
              <ns1:gd name="T30" fmla="*/ 40 w 96"/>
              <ns1:gd name="T31" fmla="*/ 5 h 84"/>
              <ns1:gd name="T32" fmla="*/ 48 w 96"/>
              <ns1:gd name="T33" fmla="*/ 15 h 84"/>
              <ns1:gd name="T34" fmla="*/ 56 w 96"/>
              <ns1:gd name="T35" fmla="*/ 5 h 84"/>
              <ns1:gd name="T36" fmla="*/ 67 w 96"/>
              <ns1:gd name="T37" fmla="*/ 0 h 84"/>
              <ns1:gd name="T38" fmla="*/ 81 w 96"/>
              <ns1:gd name="T39" fmla="*/ 14 h 84"/>
              <ns1:gd name="T40" fmla="*/ 67 w 96"/>
              <ns1:gd name="T41" fmla="*/ 28 h 84"/>
              <ns1:gd name="T42" fmla="*/ 94 w 96"/>
              <ns1:gd name="T43" fmla="*/ 28 h 84"/>
              <ns1:gd name="T44" fmla="*/ 96 w 96"/>
              <ns1:gd name="T45" fmla="*/ 30 h 84"/>
              <ns1:gd name="T46" fmla="*/ 96 w 96"/>
              <ns1:gd name="T47" fmla="*/ 50 h 84"/>
              <ns1:gd name="T48" fmla="*/ 42 w 96"/>
              <ns1:gd name="T49" fmla="*/ 20 h 84"/>
              <ns1:gd name="T50" fmla="*/ 34 w 96"/>
              <ns1:gd name="T51" fmla="*/ 10 h 84"/>
              <ns1:gd name="T52" fmla="*/ 30 w 96"/>
              <ns1:gd name="T53" fmla="*/ 8 h 84"/>
              <ns1:gd name="T54" fmla="*/ 24 w 96"/>
              <ns1:gd name="T55" fmla="*/ 14 h 84"/>
              <ns1:gd name="T56" fmla="*/ 30 w 96"/>
              <ns1:gd name="T57" fmla="*/ 20 h 84"/>
              <ns1:gd name="T58" fmla="*/ 42 w 96"/>
              <ns1:gd name="T59" fmla="*/ 20 h 84"/>
              <ns1:gd name="T60" fmla="*/ 58 w 96"/>
              <ns1:gd name="T61" fmla="*/ 69 h 84"/>
              <ns1:gd name="T62" fmla="*/ 58 w 96"/>
              <ns1:gd name="T63" fmla="*/ 40 h 84"/>
              <ns1:gd name="T64" fmla="*/ 58 w 96"/>
              <ns1:gd name="T65" fmla="*/ 28 h 84"/>
              <ns1:gd name="T66" fmla="*/ 38 w 96"/>
              <ns1:gd name="T67" fmla="*/ 28 h 84"/>
              <ns1:gd name="T68" fmla="*/ 38 w 96"/>
              <ns1:gd name="T69" fmla="*/ 40 h 84"/>
              <ns1:gd name="T70" fmla="*/ 38 w 96"/>
              <ns1:gd name="T71" fmla="*/ 69 h 84"/>
              <ns1:gd name="T72" fmla="*/ 38 w 96"/>
              <ns1:gd name="T73" fmla="*/ 73 h 84"/>
              <ns1:gd name="T74" fmla="*/ 42 w 96"/>
              <ns1:gd name="T75" fmla="*/ 76 h 84"/>
              <ns1:gd name="T76" fmla="*/ 54 w 96"/>
              <ns1:gd name="T77" fmla="*/ 76 h 84"/>
              <ns1:gd name="T78" fmla="*/ 58 w 96"/>
              <ns1:gd name="T79" fmla="*/ 73 h 84"/>
              <ns1:gd name="T80" fmla="*/ 58 w 96"/>
              <ns1:gd name="T81" fmla="*/ 69 h 84"/>
              <ns1:gd name="T82" fmla="*/ 67 w 96"/>
              <ns1:gd name="T83" fmla="*/ 8 h 84"/>
              <ns1:gd name="T84" fmla="*/ 63 w 96"/>
              <ns1:gd name="T85" fmla="*/ 10 h 84"/>
              <ns1:gd name="T86" fmla="*/ 55 w 96"/>
              <ns1:gd name="T87" fmla="*/ 20 h 84"/>
              <ns1:gd name="T88" fmla="*/ 67 w 96"/>
              <ns1:gd name="T89" fmla="*/ 20 h 84"/>
              <ns1:gd name="T90" fmla="*/ 73 w 96"/>
              <ns1:gd name="T91" fmla="*/ 14 h 84"/>
              <ns1:gd name="T92" fmla="*/ 67 w 96"/>
              <ns1:gd name="T93" fmla="*/ 8 h 84"/>
            </ns1:gdLst>
            <ns1:ahLst/>
            <ns1:cxnLst>
              <ns1:cxn ang="0">
                <ns1:pos x="T0" y="T1"/>
              </ns1:cxn>
              <ns1:cxn ang="0">
                <ns1:pos x="T2" y="T3"/>
              </ns1:cxn>
              <ns1:cxn ang="0">
                <ns1:pos x="T4" y="T5"/>
              </ns1:cxn>
              <ns1:cxn ang="0">
                <ns1:pos x="T6" y="T7"/>
              </ns1:cxn>
              <ns1:cxn ang="0">
                <ns1:pos x="T8" y="T9"/>
              </ns1:cxn>
              <ns1:cxn ang="0">
                <ns1:pos x="T10" y="T11"/>
              </ns1:cxn>
              <ns1:cxn ang="0">
                <ns1:pos x="T12" y="T13"/>
              </ns1:cxn>
              <ns1:cxn ang="0">
                <ns1:pos x="T14" y="T15"/>
              </ns1:cxn>
              <ns1:cxn ang="0">
                <ns1:pos x="T16" y="T17"/>
              </ns1:cxn>
              <ns1:cxn ang="0">
                <ns1:pos x="T18" y="T19"/>
              </ns1:cxn>
              <ns1:cxn ang="0">
                <ns1:pos x="T20" y="T21"/>
              </ns1:cxn>
              <ns1:cxn ang="0">
                <ns1:pos x="T22" y="T23"/>
              </ns1:cxn>
              <ns1:cxn ang="0">
                <ns1:pos x="T24" y="T25"/>
              </ns1:cxn>
              <ns1:cxn ang="0">
                <ns1:pos x="T26" y="T27"/>
              </ns1:cxn>
              <ns1:cxn ang="0">
                <ns1:pos x="T28" y="T29"/>
              </ns1:cxn>
              <ns1:cxn ang="0">
                <ns1:pos x="T30" y="T31"/>
              </ns1:cxn>
              <ns1:cxn ang="0">
                <ns1:pos x="T32" y="T33"/>
              </ns1:cxn>
              <ns1:cxn ang="0">
                <ns1:pos x="T34" y="T35"/>
              </ns1:cxn>
              <ns1:cxn ang="0">
                <ns1:pos x="T36" y="T37"/>
              </ns1:cxn>
              <ns1:cxn ang="0">
                <ns1:pos x="T38" y="T39"/>
              </ns1:cxn>
              <ns1:cxn ang="0">
                <ns1:pos x="T40" y="T41"/>
              </ns1:cxn>
              <ns1:cxn ang="0">
                <ns1:pos x="T42" y="T43"/>
              </ns1:cxn>
              <ns1:cxn ang="0">
                <ns1:pos x="T44" y="T45"/>
              </ns1:cxn>
              <ns1:cxn ang="0">
                <ns1:pos x="T46" y="T47"/>
              </ns1:cxn>
              <ns1:cxn ang="0">
                <ns1:pos x="T48" y="T49"/>
              </ns1:cxn>
              <ns1:cxn ang="0">
                <ns1:pos x="T50" y="T51"/>
              </ns1:cxn>
              <ns1:cxn ang="0">
                <ns1:pos x="T52" y="T53"/>
              </ns1:cxn>
              <ns1:cxn ang="0">
                <ns1:pos x="T54" y="T55"/>
              </ns1:cxn>
              <ns1:cxn ang="0">
                <ns1:pos x="T56" y="T57"/>
              </ns1:cxn>
              <ns1:cxn ang="0">
                <ns1:pos x="T58" y="T59"/>
              </ns1:cxn>
              <ns1:cxn ang="0">
                <ns1:pos x="T60" y="T61"/>
              </ns1:cxn>
              <ns1:cxn ang="0">
                <ns1:pos x="T62" y="T63"/>
              </ns1:cxn>
              <ns1:cxn ang="0">
                <ns1:pos x="T64" y="T65"/>
              </ns1:cxn>
              <ns1:cxn ang="0">
                <ns1:pos x="T66" y="T67"/>
              </ns1:cxn>
              <ns1:cxn ang="0">
                <ns1:pos x="T68" y="T69"/>
              </ns1:cxn>
              <ns1:cxn ang="0">
                <ns1:pos x="T70" y="T71"/>
              </ns1:cxn>
              <ns1:cxn ang="0">
                <ns1:pos x="T72" y="T73"/>
              </ns1:cxn>
              <ns1:cxn ang="0">
                <ns1:pos x="T74" y="T75"/>
              </ns1:cxn>
              <ns1:cxn ang="0">
                <ns1:pos x="T76" y="T77"/>
              </ns1:cxn>
              <ns1:cxn ang="0">
                <ns1:pos x="T78" y="T79"/>
              </ns1:cxn>
              <ns1:cxn ang="0">
                <ns1:pos x="T80" y="T81"/>
              </ns1:cxn>
              <ns1:cxn ang="0">
                <ns1:pos x="T82" y="T83"/>
              </ns1:cxn>
              <ns1:cxn ang="0">
                <ns1:pos x="T84" y="T85"/>
              </ns1:cxn>
              <ns1:cxn ang="0">
                <ns1:pos x="T86" y="T87"/>
              </ns1:cxn>
              <ns1:cxn ang="0">
                <ns1:pos x="T88" y="T89"/>
              </ns1:cxn>
              <ns1:cxn ang="0">
                <ns1:pos x="T90" y="T91"/>
              </ns1:cxn>
              <ns1:cxn ang="0">
                <ns1:pos x="T92" y="T93"/>
              </ns1:cxn>
            </ns1:cxnLst>
            <ns1:rect l="0" t="0" r="r" b="b"/>
            <ns1:pathLst>
              <ns1:path w="96" h="84">
                <ns1:moveTo>
                  <ns1:pt x="96" y="50"/>
                </ns1:moveTo>
                <ns1:cubicBezTo>
                  <ns1:pt x="96" y="51"/>
                  <ns1:pt x="95" y="52"/>
                  <ns1:pt x="94" y="52"/>
                </ns1:cubicBezTo>
                <ns1:cubicBezTo>
                  <ns1:pt x="88" y="52"/>
                  <ns1:pt x="88" y="52"/>
                  <ns1:pt x="88" y="52"/>
                </ns1:cubicBezTo>
                <ns1:cubicBezTo>
                  <ns1:pt x="88" y="78"/>
                  <ns1:pt x="88" y="78"/>
                  <ns1:pt x="88" y="78"/>
                </ns1:cubicBezTo>
                <ns1:cubicBezTo>
                  <ns1:pt x="88" y="81"/>
                  <ns1:pt x="86" y="84"/>
                  <ns1:pt x="82" y="84"/>
                </ns1:cubicBezTo>
                <ns1:cubicBezTo>
                  <ns1:pt x="14" y="84"/>
                  <ns1:pt x="14" y="84"/>
                  <ns1:pt x="14" y="84"/>
                </ns1:cubicBezTo>
                <ns1:cubicBezTo>
                  <ns1:pt x="11" y="84"/>
                  <ns1:pt x="8" y="81"/>
                  <ns1:pt x="8" y="78"/>
                </ns1:cubicBezTo>
                <ns1:cubicBezTo>
                  <ns1:pt x="8" y="52"/>
                  <ns1:pt x="8" y="52"/>
                  <ns1:pt x="8" y="52"/>
                </ns1:cubicBezTo>
                <ns1:cubicBezTo>
                  <ns1:pt x="2" y="52"/>
                  <ns1:pt x="2" y="52"/>
                  <ns1:pt x="2" y="52"/>
                </ns1:cubicBezTo>
                <ns1:cubicBezTo>
                  <ns1:pt x="1" y="52"/>
                  <ns1:pt x="0" y="51"/>
                  <ns1:pt x="0" y="50"/>
                </ns1:cubicBezTo>
                <ns1:cubicBezTo>
                  <ns1:pt x="0" y="30"/>
                  <ns1:pt x="0" y="30"/>
                  <ns1:pt x="0" y="30"/>
                </ns1:cubicBezTo>
                <ns1:cubicBezTo>
                  <ns1:pt x="0" y="29"/>
                  <ns1:pt x="1" y="28"/>
                  <ns1:pt x="2" y="28"/>
                </ns1:cubicBezTo>
                <ns1:cubicBezTo>
                  <ns1:pt x="30" y="28"/>
                  <ns1:pt x="30" y="28"/>
                  <ns1:pt x="30" y="28"/>
                </ns1:cubicBezTo>
                <ns1:cubicBezTo>
                  <ns1:pt x="22" y="28"/>
                  <ns1:pt x="16" y="22"/>
                  <ns1:pt x="16" y="14"/>
                </ns1:cubicBezTo>
                <ns1:cubicBezTo>
                  <ns1:pt x="16" y="6"/>
                  <ns1:pt x="22" y="0"/>
                  <ns1:pt x="30" y="0"/>
                </ns1:cubicBezTo>
                <ns1:cubicBezTo>
                  <ns1:pt x="34" y="0"/>
                  <ns1:pt x="38" y="2"/>
                  <ns1:pt x="40" y="5"/>
                </ns1:cubicBezTo>
                <ns1:cubicBezTo>
                  <ns1:pt x="48" y="15"/>
                  <ns1:pt x="48" y="15"/>
                  <ns1:pt x="48" y="15"/>
                </ns1:cubicBezTo>
                <ns1:cubicBezTo>
                  <ns1:pt x="56" y="5"/>
                  <ns1:pt x="56" y="5"/>
                  <ns1:pt x="56" y="5"/>
                </ns1:cubicBezTo>
                <ns1:cubicBezTo>
                  <ns1:pt x="59" y="2"/>
                  <ns1:pt x="63" y="0"/>
                  <ns1:pt x="67" y="0"/>
                </ns1:cubicBezTo>
                <ns1:cubicBezTo>
                  <ns1:pt x="75" y="0"/>
                  <ns1:pt x="81" y="6"/>
                  <ns1:pt x="81" y="14"/>
                </ns1:cubicBezTo>
                <ns1:cubicBezTo>
                  <ns1:pt x="81" y="22"/>
                  <ns1:pt x="75" y="28"/>
                  <ns1:pt x="67" y="28"/>
                </ns1:cubicBezTo>
                <ns1:cubicBezTo>
                  <ns1:pt x="94" y="28"/>
                  <ns1:pt x="94" y="28"/>
                  <ns1:pt x="94" y="28"/>
                </ns1:cubicBezTo>
                <ns1:cubicBezTo>
                  <ns1:pt x="95" y="28"/>
                  <ns1:pt x="96" y="29"/>
                  <ns1:pt x="96" y="30"/>
                </ns1:cubicBezTo>
                <ns1:lnTo>
                  <ns1:pt x="96" y="50"/>
                </ns1:lnTo>
                <ns1:close/>
                <ns1:moveTo>
                  <ns1:pt x="42" y="20"/>
                </ns1:moveTo>
                <ns1:cubicBezTo>
                  <ns1:pt x="34" y="10"/>
                  <ns1:pt x="34" y="10"/>
                  <ns1:pt x="34" y="10"/>
                </ns1:cubicBezTo>
                <ns1:cubicBezTo>
                  <ns1:pt x="33" y="9"/>
                  <ns1:pt x="32" y="8"/>
                  <ns1:pt x="30" y="8"/>
                </ns1:cubicBezTo>
                <ns1:cubicBezTo>
                  <ns1:pt x="27" y="8"/>
                  <ns1:pt x="24" y="11"/>
                  <ns1:pt x="24" y="14"/>
                </ns1:cubicBezTo>
                <ns1:cubicBezTo>
                  <ns1:pt x="24" y="17"/>
                  <ns1:pt x="27" y="20"/>
                  <ns1:pt x="30" y="20"/>
                </ns1:cubicBezTo>
                <ns1:lnTo>
                  <ns1:pt x="42" y="20"/>
                </ns1:lnTo>
                <ns1:close/>
                <ns1:moveTo>
                  <ns1:pt x="58" y="69"/>
                </ns1:moveTo>
                <ns1:cubicBezTo>
                  <ns1:pt x="58" y="40"/>
                  <ns1:pt x="58" y="40"/>
                  <ns1:pt x="58" y="40"/>
                </ns1:cubicBezTo>
                <ns1:cubicBezTo>
                  <ns1:pt x="58" y="28"/>
                  <ns1:pt x="58" y="28"/>
                  <ns1:pt x="58" y="28"/>
                </ns1:cubicBezTo>
                <ns1:cubicBezTo>
                  <ns1:pt x="38" y="28"/>
                  <ns1:pt x="38" y="28"/>
                  <ns1:pt x="38" y="28"/>
                </ns1:cubicBezTo>
                <ns1:cubicBezTo>
                  <ns1:pt x="38" y="40"/>
                  <ns1:pt x="38" y="40"/>
                  <ns1:pt x="38" y="40"/>
                </ns1:cubicBezTo>
                <ns1:cubicBezTo>
                  <ns1:pt x="38" y="69"/>
                  <ns1:pt x="38" y="69"/>
                  <ns1:pt x="38" y="69"/>
                </ns1:cubicBezTo>
                <ns1:cubicBezTo>
                  <ns1:pt x="38" y="73"/>
                  <ns1:pt x="38" y="73"/>
                  <ns1:pt x="38" y="73"/>
                </ns1:cubicBezTo>
                <ns1:cubicBezTo>
                  <ns1:pt x="38" y="75"/>
                  <ns1:pt x="40" y="76"/>
                  <ns1:pt x="42" y="76"/>
                </ns1:cubicBezTo>
                <ns1:cubicBezTo>
                  <ns1:pt x="54" y="76"/>
                  <ns1:pt x="54" y="76"/>
                  <ns1:pt x="54" y="76"/>
                </ns1:cubicBezTo>
                <ns1:cubicBezTo>
                  <ns1:pt x="57" y="76"/>
                  <ns1:pt x="58" y="75"/>
                  <ns1:pt x="58" y="73"/>
                </ns1:cubicBezTo>
                <ns1:lnTo>
                  <ns1:pt x="58" y="69"/>
                </ns1:lnTo>
                <ns1:close/>
                <ns1:moveTo>
                  <ns1:pt x="67" y="8"/>
                </ns1:moveTo>
                <ns1:cubicBezTo>
                  <ns1:pt x="65" y="8"/>
                  <ns1:pt x="63" y="9"/>
                  <ns1:pt x="63" y="10"/>
                </ns1:cubicBezTo>
                <ns1:cubicBezTo>
                  <ns1:pt x="55" y="20"/>
                  <ns1:pt x="55" y="20"/>
                  <ns1:pt x="55" y="20"/>
                </ns1:cubicBezTo>
                <ns1:cubicBezTo>
                  <ns1:pt x="67" y="20"/>
                  <ns1:pt x="67" y="20"/>
                  <ns1:pt x="67" y="20"/>
                </ns1:cubicBezTo>
                <ns1:cubicBezTo>
                  <ns1:pt x="70" y="20"/>
                  <ns1:pt x="73" y="17"/>
                  <ns1:pt x="73" y="14"/>
                </ns1:cubicBezTo>
                <ns1:cubicBezTo>
                  <ns1:pt x="73" y="11"/>
                  <ns1:pt x="70" y="8"/>
                  <ns1:pt x="67" y="8"/>
                </ns1:cubicBezTo>
                <ns1:close/>
              </ns1:path>
            </ns1:pathLst>
          </ns1:custGeom>
          <ns1:solidFill>
            <ns1:srgbClr val="010101"/>
          </ns1:solidFill>
          <ns1:ln>
            <ns1:noFill/>
          </ns1:ln>
          <ns1:extLst>
            <ns1:ext uri="{91240B29-F687-4F45-9708-019B960494DF}">
              <ns2:hiddenLine w="9525">
                <ns1:solidFill>
                  <ns1:srgbClr val="000000"/>
                </ns1:solidFill>
                <ns1:round/>
                <ns1:headEnd/>
                <ns1:tailEnd/>
              </ns2:hiddenLine>
            </ns1:ext>
          </ns1:extLst>
        </ns0:spPr>
        <ns0:txBody>
          <ns1:bodyPr vert="horz" wrap="square" lIns="91440" tIns="45720" rIns="91440" bIns="45720" numCol="1" anchor="t" anchorCtr="0" compatLnSpc="1">
            <ns1:prstTxWarp prst="textNoShape">
              <ns1:avLst/>
            </ns1:prstTxWarp>
          </ns1:bodyPr>
          <ns1:lstStyle/>
          <ns1:p>
            <ns1:endParaRPr lang="en-US" sz="2700"/>
          </ns1:p>
        </ns0:txBody>
      </ns0:sp>
      <ns0:sp>
        <ns0:nvSpPr>
          <ns0:cNvPr id="111" name="Freeform 109"/>
          <ns0:cNvSpPr>
            <ns1:spLocks noEditPoints="1"/>
          </ns0:cNvSpPr>
          <ns0:nvPr/>
        </ns0:nvSpPr>
        <ns0:spPr bwMode="auto">
          <ns1:xfrm>
            <ns1:off x="6200776" y="2870201"/>
            <ns1:ext cx="420688" cy="331788"/>
          </ns1:xfrm>
          <ns1:custGeom>
            <ns1:avLst/>
            <ns1:gdLst>
              <ns1:gd name="T0" fmla="*/ 111 w 112"/>
              <ns1:gd name="T1" fmla="*/ 36 h 88"/>
              <ns1:gd name="T2" fmla="*/ 77 w 112"/>
              <ns1:gd name="T3" fmla="*/ 76 h 88"/>
              <ns1:gd name="T4" fmla="*/ 50 w 112"/>
              <ns1:gd name="T5" fmla="*/ 83 h 88"/>
              <ns1:gd name="T6" fmla="*/ 32 w 112"/>
              <ns1:gd name="T7" fmla="*/ 80 h 88"/>
              <ns1:gd name="T8" fmla="*/ 20 w 112"/>
              <ns1:gd name="T9" fmla="*/ 75 h 88"/>
              <ns1:gd name="T10" fmla="*/ 8 w 112"/>
              <ns1:gd name="T11" fmla="*/ 88 h 88"/>
              <ns1:gd name="T12" fmla="*/ 1 w 112"/>
              <ns1:gd name="T13" fmla="*/ 83 h 88"/>
              <ns1:gd name="T14" fmla="*/ 0 w 112"/>
              <ns1:gd name="T15" fmla="*/ 80 h 88"/>
              <ns1:gd name="T16" fmla="*/ 13 w 112"/>
              <ns1:gd name="T17" fmla="*/ 65 h 88"/>
              <ns1:gd name="T18" fmla="*/ 11 w 112"/>
              <ns1:gd name="T19" fmla="*/ 60 h 88"/>
              <ns1:gd name="T20" fmla="*/ 10 w 112"/>
              <ns1:gd name="T21" fmla="*/ 54 h 88"/>
              <ns1:gd name="T22" fmla="*/ 44 w 112"/>
              <ns1:gd name="T23" fmla="*/ 14 h 88"/>
              <ns1:gd name="T24" fmla="*/ 92 w 112"/>
              <ns1:gd name="T25" fmla="*/ 6 h 88"/>
              <ns1:gd name="T26" fmla="*/ 103 w 112"/>
              <ns1:gd name="T27" fmla="*/ 0 h 88"/>
              <ns1:gd name="T28" fmla="*/ 112 w 112"/>
              <ns1:gd name="T29" fmla="*/ 24 h 88"/>
              <ns1:gd name="T30" fmla="*/ 111 w 112"/>
              <ns1:gd name="T31" fmla="*/ 36 h 88"/>
              <ns1:gd name="T32" fmla="*/ 76 w 112"/>
              <ns1:gd name="T33" fmla="*/ 32 h 88"/>
              <ns1:gd name="T34" fmla="*/ 25 w 112"/>
              <ns1:gd name="T35" fmla="*/ 57 h 88"/>
              <ns1:gd name="T36" fmla="*/ 24 w 112"/>
              <ns1:gd name="T37" fmla="*/ 60 h 88"/>
              <ns1:gd name="T38" fmla="*/ 28 w 112"/>
              <ns1:gd name="T39" fmla="*/ 64 h 88"/>
              <ns1:gd name="T40" fmla="*/ 31 w 112"/>
              <ns1:gd name="T41" fmla="*/ 63 h 88"/>
              <ns1:gd name="T42" fmla="*/ 40 w 112"/>
              <ns1:gd name="T43" fmla="*/ 54 h 88"/>
              <ns1:gd name="T44" fmla="*/ 76 w 112"/>
              <ns1:gd name="T45" fmla="*/ 40 h 88"/>
              <ns1:gd name="T46" fmla="*/ 80 w 112"/>
              <ns1:gd name="T47" fmla="*/ 36 h 88"/>
              <ns1:gd name="T48" fmla="*/ 76 w 112"/>
              <ns1:gd name="T49" fmla="*/ 32 h 88"/>
            </ns1:gdLst>
            <ns1:ahLst/>
            <ns1:cxnLst>
              <ns1:cxn ang="0">
                <ns1:pos x="T0" y="T1"/>
              </ns1:cxn>
              <ns1:cxn ang="0">
                <ns1:pos x="T2" y="T3"/>
              </ns1:cxn>
              <ns1:cxn ang="0">
                <ns1:pos x="T4" y="T5"/>
              </ns1:cxn>
              <ns1:cxn ang="0">
                <ns1:pos x="T6" y="T7"/>
              </ns1:cxn>
              <ns1:cxn ang="0">
                <ns1:pos x="T8" y="T9"/>
              </ns1:cxn>
              <ns1:cxn ang="0">
                <ns1:pos x="T10" y="T11"/>
              </ns1:cxn>
              <ns1:cxn ang="0">
                <ns1:pos x="T12" y="T13"/>
              </ns1:cxn>
              <ns1:cxn ang="0">
                <ns1:pos x="T14" y="T15"/>
              </ns1:cxn>
              <ns1:cxn ang="0">
                <ns1:pos x="T16" y="T17"/>
              </ns1:cxn>
              <ns1:cxn ang="0">
                <ns1:pos x="T18" y="T19"/>
              </ns1:cxn>
              <ns1:cxn ang="0">
                <ns1:pos x="T20" y="T21"/>
              </ns1:cxn>
              <ns1:cxn ang="0">
                <ns1:pos x="T22" y="T23"/>
              </ns1:cxn>
              <ns1:cxn ang="0">
                <ns1:pos x="T24" y="T25"/>
              </ns1:cxn>
              <ns1:cxn ang="0">
                <ns1:pos x="T26" y="T27"/>
              </ns1:cxn>
              <ns1:cxn ang="0">
                <ns1:pos x="T28" y="T29"/>
              </ns1:cxn>
              <ns1:cxn ang="0">
                <ns1:pos x="T30" y="T31"/>
              </ns1:cxn>
              <ns1:cxn ang="0">
                <ns1:pos x="T32" y="T33"/>
              </ns1:cxn>
              <ns1:cxn ang="0">
                <ns1:pos x="T34" y="T35"/>
              </ns1:cxn>
              <ns1:cxn ang="0">
                <ns1:pos x="T36" y="T37"/>
              </ns1:cxn>
              <ns1:cxn ang="0">
                <ns1:pos x="T38" y="T39"/>
              </ns1:cxn>
              <ns1:cxn ang="0">
                <ns1:pos x="T40" y="T41"/>
              </ns1:cxn>
              <ns1:cxn ang="0">
                <ns1:pos x="T42" y="T43"/>
              </ns1:cxn>
              <ns1:cxn ang="0">
                <ns1:pos x="T44" y="T45"/>
              </ns1:cxn>
              <ns1:cxn ang="0">
                <ns1:pos x="T46" y="T47"/>
              </ns1:cxn>
              <ns1:cxn ang="0">
                <ns1:pos x="T48" y="T49"/>
              </ns1:cxn>
            </ns1:cxnLst>
            <ns1:rect l="0" t="0" r="r" b="b"/>
            <ns1:pathLst>
              <ns1:path w="112" h="88">
                <ns1:moveTo>
                  <ns1:pt x="111" y="36"/>
                </ns1:moveTo>
                <ns1:cubicBezTo>
                  <ns1:pt x="107" y="55"/>
                  <ns1:pt x="94" y="68"/>
                  <ns1:pt x="77" y="76"/>
                </ns1:cubicBezTo>
                <ns1:cubicBezTo>
                  <ns1:pt x="69" y="81"/>
                  <ns1:pt x="59" y="83"/>
                  <ns1:pt x="50" y="83"/>
                </ns1:cubicBezTo>
                <ns1:cubicBezTo>
                  <ns1:pt x="44" y="83"/>
                  <ns1:pt x="37" y="82"/>
                  <ns1:pt x="32" y="80"/>
                </ns1:cubicBezTo>
                <ns1:cubicBezTo>
                  <ns1:pt x="29" y="79"/>
                  <ns1:pt x="23" y="75"/>
                  <ns1:pt x="20" y="75"/>
                </ns1:cubicBezTo>
                <ns1:cubicBezTo>
                  <ns1:pt x="17" y="75"/>
                  <ns1:pt x="13" y="88"/>
                  <ns1:pt x="8" y="88"/>
                </ns1:cubicBezTo>
                <ns1:cubicBezTo>
                  <ns1:pt x="4" y="88"/>
                  <ns1:pt x="3" y="86"/>
                  <ns1:pt x="1" y="83"/>
                </ns1:cubicBezTo>
                <ns1:cubicBezTo>
                  <ns1:pt x="1" y="82"/>
                  <ns1:pt x="0" y="82"/>
                  <ns1:pt x="0" y="80"/>
                </ns1:cubicBezTo>
                <ns1:cubicBezTo>
                  <ns1:pt x="0" y="74"/>
                  <ns1:pt x="13" y="69"/>
                  <ns1:pt x="13" y="65"/>
                </ns1:cubicBezTo>
                <ns1:cubicBezTo>
                  <ns1:pt x="13" y="65"/>
                  <ns1:pt x="11" y="61"/>
                  <ns1:pt x="11" y="60"/>
                </ns1:cubicBezTo>
                <ns1:cubicBezTo>
                  <ns1:pt x="10" y="58"/>
                  <ns1:pt x="10" y="56"/>
                  <ns1:pt x="10" y="54"/>
                </ns1:cubicBezTo>
                <ns1:cubicBezTo>
                  <ns1:pt x="10" y="34"/>
                  <ns1:pt x="26" y="20"/>
                  <ns1:pt x="44" y="14"/>
                </ns1:cubicBezTo>
                <ns1:cubicBezTo>
                  <ns1:pt x="56" y="10"/>
                  <ns1:pt x="84" y="14"/>
                  <ns1:pt x="92" y="6"/>
                </ns1:cubicBezTo>
                <ns1:cubicBezTo>
                  <ns1:pt x="96" y="3"/>
                  <ns1:pt x="98" y="0"/>
                  <ns1:pt x="103" y="0"/>
                </ns1:cubicBezTo>
                <ns1:cubicBezTo>
                  <ns1:pt x="110" y="0"/>
                  <ns1:pt x="112" y="18"/>
                  <ns1:pt x="112" y="24"/>
                </ns1:cubicBezTo>
                <ns1:cubicBezTo>
                  <ns1:pt x="112" y="28"/>
                  <ns1:pt x="112" y="32"/>
                  <ns1:pt x="111" y="36"/>
                </ns1:cubicBezTo>
                <ns1:close/>
                <ns1:moveTo>
                  <ns1:pt x="76" y="32"/>
                </ns1:moveTo>
                <ns1:cubicBezTo>
                  <ns1:pt x="54" y="32"/>
                  <ns1:pt x="40" y="41"/>
                  <ns1:pt x="25" y="57"/>
                </ns1:cubicBezTo>
                <ns1:cubicBezTo>
                  <ns1:pt x="25" y="58"/>
                  <ns1:pt x="24" y="59"/>
                  <ns1:pt x="24" y="60"/>
                </ns1:cubicBezTo>
                <ns1:cubicBezTo>
                  <ns1:pt x="24" y="62"/>
                  <ns1:pt x="26" y="64"/>
                  <ns1:pt x="28" y="64"/>
                </ns1:cubicBezTo>
                <ns1:cubicBezTo>
                  <ns1:pt x="29" y="64"/>
                  <ns1:pt x="30" y="64"/>
                  <ns1:pt x="31" y="63"/>
                </ns1:cubicBezTo>
                <ns1:cubicBezTo>
                  <ns1:pt x="34" y="60"/>
                  <ns1:pt x="37" y="57"/>
                  <ns1:pt x="40" y="54"/>
                </ns1:cubicBezTo>
                <ns1:cubicBezTo>
                  <ns1:pt x="51" y="44"/>
                  <ns1:pt x="61" y="40"/>
                  <ns1:pt x="76" y="40"/>
                </ns1:cubicBezTo>
                <ns1:cubicBezTo>
                  <ns1:pt x="78" y="40"/>
                  <ns1:pt x="80" y="38"/>
                  <ns1:pt x="80" y="36"/>
                </ns1:cubicBezTo>
                <ns1:cubicBezTo>
                  <ns1:pt x="80" y="34"/>
                  <ns1:pt x="78" y="32"/>
                  <ns1:pt x="76" y="32"/>
                </ns1:cubicBezTo>
                <ns1:close/>
              </ns1:path>
            </ns1:pathLst>
          </ns1:custGeom>
          <ns1:solidFill>
            <ns1:srgbClr val="010101"/>
          </ns1:solidFill>
          <ns1:ln>
            <ns1:noFill/>
          </ns1:ln>
          <ns1:extLst>
            <ns1:ext uri="{91240B29-F687-4F45-9708-019B960494DF}">
              <ns2:hiddenLine w="9525">
                <ns1:solidFill>
                  <ns1:srgbClr val="000000"/>
                </ns1:solidFill>
                <ns1:round/>
                <ns1:headEnd/>
                <ns1:tailEnd/>
              </ns2:hiddenLine>
            </ns1:ext>
          </ns1:extLst>
        </ns0:spPr>
        <ns0:txBody>
          <ns1:bodyPr vert="horz" wrap="square" lIns="91440" tIns="45720" rIns="91440" bIns="45720" numCol="1" anchor="t" anchorCtr="0" compatLnSpc="1">
            <ns1:prstTxWarp prst="textNoShape">
              <ns1:avLst/>
            </ns1:prstTxWarp>
          </ns1:bodyPr>
          <ns1:lstStyle/>
          <ns1:p>
            <ns1:endParaRPr lang="en-US" sz="2700"/>
          </ns1:p>
        </ns0:txBody>
      </ns0:sp>
      <ns0:sp>
        <ns0:nvSpPr>
          <ns0:cNvPr id="112" name="Freeform 110"/>
          <ns0:cNvSpPr>
            <ns1:spLocks noEditPoints="1"/>
          </ns0:cNvSpPr>
          <ns0:nvPr/>
        </ns0:nvSpPr>
        <ns0:spPr bwMode="auto">
          <ns1:xfrm>
            <ns1:off x="6891338" y="2840039"/>
            <ns1:ext cx="330200" cy="422275"/>
          </ns1:xfrm>
          <ns1:custGeom>
            <ns1:avLst/>
            <ns1:gdLst>
              <ns1:gd name="T0" fmla="*/ 88 w 88"/>
              <ns1:gd name="T1" fmla="*/ 110 h 112"/>
              <ns1:gd name="T2" fmla="*/ 86 w 88"/>
              <ns1:gd name="T3" fmla="*/ 112 h 112"/>
              <ns1:gd name="T4" fmla="*/ 2 w 88"/>
              <ns1:gd name="T5" fmla="*/ 112 h 112"/>
              <ns1:gd name="T6" fmla="*/ 0 w 88"/>
              <ns1:gd name="T7" fmla="*/ 110 h 112"/>
              <ns1:gd name="T8" fmla="*/ 0 w 88"/>
              <ns1:gd name="T9" fmla="*/ 106 h 112"/>
              <ns1:gd name="T10" fmla="*/ 2 w 88"/>
              <ns1:gd name="T11" fmla="*/ 104 h 112"/>
              <ns1:gd name="T12" fmla="*/ 86 w 88"/>
              <ns1:gd name="T13" fmla="*/ 104 h 112"/>
              <ns1:gd name="T14" fmla="*/ 88 w 88"/>
              <ns1:gd name="T15" fmla="*/ 106 h 112"/>
              <ns1:gd name="T16" fmla="*/ 88 w 88"/>
              <ns1:gd name="T17" fmla="*/ 110 h 112"/>
              <ns1:gd name="T18" fmla="*/ 44 w 88"/>
              <ns1:gd name="T19" fmla="*/ 82 h 112"/>
              <ns1:gd name="T20" fmla="*/ 48 w 88"/>
              <ns1:gd name="T21" fmla="*/ 96 h 112"/>
              <ns1:gd name="T22" fmla="*/ 48 w 88"/>
              <ns1:gd name="T23" fmla="*/ 96 h 112"/>
              <ns1:gd name="T24" fmla="*/ 48 w 88"/>
              <ns1:gd name="T25" fmla="*/ 96 h 112"/>
              <ns1:gd name="T26" fmla="*/ 16 w 88"/>
              <ns1:gd name="T27" fmla="*/ 56 h 112"/>
              <ns1:gd name="T28" fmla="*/ 44 w 88"/>
              <ns1:gd name="T29" fmla="*/ 14 h 112"/>
              <ns1:gd name="T30" fmla="*/ 40 w 88"/>
              <ns1:gd name="T31" fmla="*/ 0 h 112"/>
              <ns1:gd name="T32" fmla="*/ 40 w 88"/>
              <ns1:gd name="T33" fmla="*/ 0 h 112"/>
              <ns1:gd name="T34" fmla="*/ 40 w 88"/>
              <ns1:gd name="T35" fmla="*/ 0 h 112"/>
              <ns1:gd name="T36" fmla="*/ 72 w 88"/>
              <ns1:gd name="T37" fmla="*/ 40 h 112"/>
              <ns1:gd name="T38" fmla="*/ 44 w 88"/>
              <ns1:gd name="T39" fmla="*/ 82 h 112"/>
            </ns1:gdLst>
            <ns1:ahLst/>
            <ns1:cxnLst>
              <ns1:cxn ang="0">
                <ns1:pos x="T0" y="T1"/>
              </ns1:cxn>
              <ns1:cxn ang="0">
                <ns1:pos x="T2" y="T3"/>
              </ns1:cxn>
              <ns1:cxn ang="0">
                <ns1:pos x="T4" y="T5"/>
              </ns1:cxn>
              <ns1:cxn ang="0">
                <ns1:pos x="T6" y="T7"/>
              </ns1:cxn>
              <ns1:cxn ang="0">
                <ns1:pos x="T8" y="T9"/>
              </ns1:cxn>
              <ns1:cxn ang="0">
                <ns1:pos x="T10" y="T11"/>
              </ns1:cxn>
              <ns1:cxn ang="0">
                <ns1:pos x="T12" y="T13"/>
              </ns1:cxn>
              <ns1:cxn ang="0">
                <ns1:pos x="T14" y="T15"/>
              </ns1:cxn>
              <ns1:cxn ang="0">
                <ns1:pos x="T16" y="T17"/>
              </ns1:cxn>
              <ns1:cxn ang="0">
                <ns1:pos x="T18" y="T19"/>
              </ns1:cxn>
              <ns1:cxn ang="0">
                <ns1:pos x="T20" y="T21"/>
              </ns1:cxn>
              <ns1:cxn ang="0">
                <ns1:pos x="T22" y="T23"/>
              </ns1:cxn>
              <ns1:cxn ang="0">
                <ns1:pos x="T24" y="T25"/>
              </ns1:cxn>
              <ns1:cxn ang="0">
                <ns1:pos x="T26" y="T27"/>
              </ns1:cxn>
              <ns1:cxn ang="0">
                <ns1:pos x="T28" y="T29"/>
              </ns1:cxn>
              <ns1:cxn ang="0">
                <ns1:pos x="T30" y="T31"/>
              </ns1:cxn>
              <ns1:cxn ang="0">
                <ns1:pos x="T32" y="T33"/>
              </ns1:cxn>
              <ns1:cxn ang="0">
                <ns1:pos x="T34" y="T35"/>
              </ns1:cxn>
              <ns1:cxn ang="0">
                <ns1:pos x="T36" y="T37"/>
              </ns1:cxn>
              <ns1:cxn ang="0">
                <ns1:pos x="T38" y="T39"/>
              </ns1:cxn>
            </ns1:cxnLst>
            <ns1:rect l="0" t="0" r="r" b="b"/>
            <ns1:pathLst>
              <ns1:path w="88" h="112">
                <ns1:moveTo>
                  <ns1:pt x="88" y="110"/>
                </ns1:moveTo>
                <ns1:cubicBezTo>
                  <ns1:pt x="88" y="111"/>
                  <ns1:pt x="87" y="112"/>
                  <ns1:pt x="86" y="112"/>
                </ns1:cubicBezTo>
                <ns1:cubicBezTo>
                  <ns1:pt x="2" y="112"/>
                  <ns1:pt x="2" y="112"/>
                  <ns1:pt x="2" y="112"/>
                </ns1:cubicBezTo>
                <ns1:cubicBezTo>
                  <ns1:pt x="1" y="112"/>
                  <ns1:pt x="0" y="111"/>
                  <ns1:pt x="0" y="110"/>
                </ns1:cubicBezTo>
                <ns1:cubicBezTo>
                  <ns1:pt x="0" y="106"/>
                  <ns1:pt x="0" y="106"/>
                  <ns1:pt x="0" y="106"/>
                </ns1:cubicBezTo>
                <ns1:cubicBezTo>
                  <ns1:pt x="0" y="105"/>
                  <ns1:pt x="1" y="104"/>
                  <ns1:pt x="2" y="104"/>
                </ns1:cubicBezTo>
                <ns1:cubicBezTo>
                  <ns1:pt x="86" y="104"/>
                  <ns1:pt x="86" y="104"/>
                  <ns1:pt x="86" y="104"/>
                </ns1:cubicBezTo>
                <ns1:cubicBezTo>
                  <ns1:pt x="87" y="104"/>
                  <ns1:pt x="88" y="105"/>
                  <ns1:pt x="88" y="106"/>
                </ns1:cubicBezTo>
                <ns1:lnTo>
                  <ns1:pt x="88" y="110"/>
                </ns1:lnTo>
                <ns1:close/>
                <ns1:moveTo>
                  <ns1:pt x="44" y="82"/>
                </ns1:moveTo>
                <ns1:cubicBezTo>
                  <ns1:pt x="44" y="86"/>
                  <ns1:pt x="46" y="92"/>
                  <ns1:pt x="48" y="96"/>
                </ns1:cubicBezTo>
                <ns1:cubicBezTo>
                  <ns1:pt x="48" y="96"/>
                  <ns1:pt x="48" y="96"/>
                  <ns1:pt x="48" y="96"/>
                </ns1:cubicBezTo>
                <ns1:cubicBezTo>
                  <ns1:pt x="48" y="96"/>
                  <ns1:pt x="48" y="96"/>
                  <ns1:pt x="48" y="96"/>
                </ns1:cubicBezTo>
                <ns1:cubicBezTo>
                  <ns1:pt x="31" y="88"/>
                  <ns1:pt x="16" y="77"/>
                  <ns1:pt x="16" y="56"/>
                </ns1:cubicBezTo>
                <ns1:cubicBezTo>
                  <ns1:pt x="16" y="32"/>
                  <ns1:pt x="44" y="30"/>
                  <ns1:pt x="44" y="14"/>
                </ns1:cubicBezTo>
                <ns1:cubicBezTo>
                  <ns1:pt x="44" y="10"/>
                  <ns1:pt x="42" y="4"/>
                  <ns1:pt x="40" y="0"/>
                </ns1:cubicBezTo>
                <ns1:cubicBezTo>
                  <ns1:pt x="40" y="0"/>
                  <ns1:pt x="40" y="0"/>
                  <ns1:pt x="40" y="0"/>
                </ns1:cubicBezTo>
                <ns1:cubicBezTo>
                  <ns1:pt x="40" y="0"/>
                  <ns1:pt x="40" y="0"/>
                  <ns1:pt x="40" y="0"/>
                </ns1:cubicBezTo>
                <ns1:cubicBezTo>
                  <ns1:pt x="57" y="8"/>
                  <ns1:pt x="72" y="19"/>
                  <ns1:pt x="72" y="40"/>
                </ns1:cubicBezTo>
                <ns1:cubicBezTo>
                  <ns1:pt x="72" y="64"/>
                  <ns1:pt x="44" y="66"/>
                  <ns1:pt x="44" y="82"/>
                </ns1:cubicBezTo>
                <ns1:close/>
              </ns1:path>
            </ns1:pathLst>
          </ns1:custGeom>
          <ns1:solidFill>
            <ns1:srgbClr val="010101"/>
          </ns1:solidFill>
          <ns1:ln>
            <ns1:noFill/>
          </ns1:ln>
          <ns1:extLst>
            <ns1:ext uri="{91240B29-F687-4F45-9708-019B960494DF}">
              <ns2:hiddenLine w="9525">
                <ns1:solidFill>
                  <ns1:srgbClr val="000000"/>
                </ns1:solidFill>
                <ns1:round/>
                <ns1:headEnd/>
                <ns1:tailEnd/>
              </ns2:hiddenLine>
            </ns1:ext>
          </ns1:extLst>
        </ns0:spPr>
        <ns0:txBody>
          <ns1:bodyPr vert="horz" wrap="square" lIns="91440" tIns="45720" rIns="91440" bIns="45720" numCol="1" anchor="t" anchorCtr="0" compatLnSpc="1">
            <ns1:prstTxWarp prst="textNoShape">
              <ns1:avLst/>
            </ns1:prstTxWarp>
          </ns1:bodyPr>
          <ns1:lstStyle/>
          <ns1:p>
            <ns1:endParaRPr lang="en-US" sz="2700"/>
          </ns1:p>
        </ns0:txBody>
      </ns0:sp>
      <ns0:sp>
        <ns0:nvSpPr>
          <ns0:cNvPr id="113" name="Freeform 111"/>
          <ns0:cNvSpPr>
            <ns1:spLocks noEditPoints="1"/>
          </ns0:cNvSpPr>
          <ns0:nvPr/>
        </ns0:nvSpPr>
        <ns0:spPr bwMode="auto">
          <ns1:xfrm>
            <ns1:off x="7493001" y="2930527"/>
            <ns1:ext cx="419100" cy="271463"/>
          </ns1:xfrm>
          <ns1:custGeom>
            <ns1:avLst/>
            <ns1:gdLst>
              <ns1:gd name="T0" fmla="*/ 111 w 112"/>
              <ns1:gd name="T1" fmla="*/ 40 h 72"/>
              <ns1:gd name="T2" fmla="*/ 56 w 112"/>
              <ns1:gd name="T3" fmla="*/ 72 h 72"/>
              <ns1:gd name="T4" fmla="*/ 1 w 112"/>
              <ns1:gd name="T5" fmla="*/ 40 h 72"/>
              <ns1:gd name="T6" fmla="*/ 0 w 112"/>
              <ns1:gd name="T7" fmla="*/ 36 h 72"/>
              <ns1:gd name="T8" fmla="*/ 1 w 112"/>
              <ns1:gd name="T9" fmla="*/ 32 h 72"/>
              <ns1:gd name="T10" fmla="*/ 56 w 112"/>
              <ns1:gd name="T11" fmla="*/ 0 h 72"/>
              <ns1:gd name="T12" fmla="*/ 111 w 112"/>
              <ns1:gd name="T13" fmla="*/ 32 h 72"/>
              <ns1:gd name="T14" fmla="*/ 112 w 112"/>
              <ns1:gd name="T15" fmla="*/ 36 h 72"/>
              <ns1:gd name="T16" fmla="*/ 111 w 112"/>
              <ns1:gd name="T17" fmla="*/ 40 h 72"/>
              <ns1:gd name="T18" fmla="*/ 80 w 112"/>
              <ns1:gd name="T19" fmla="*/ 14 h 72"/>
              <ns1:gd name="T20" fmla="*/ 84 w 112"/>
              <ns1:gd name="T21" fmla="*/ 28 h 72"/>
              <ns1:gd name="T22" fmla="*/ 56 w 112"/>
              <ns1:gd name="T23" fmla="*/ 56 h 72"/>
              <ns1:gd name="T24" fmla="*/ 28 w 112"/>
              <ns1:gd name="T25" fmla="*/ 28 h 72"/>
              <ns1:gd name="T26" fmla="*/ 32 w 112"/>
              <ns1:gd name="T27" fmla="*/ 14 h 72"/>
              <ns1:gd name="T28" fmla="*/ 8 w 112"/>
              <ns1:gd name="T29" fmla="*/ 36 h 72"/>
              <ns1:gd name="T30" fmla="*/ 56 w 112"/>
              <ns1:gd name="T31" fmla="*/ 64 h 72"/>
              <ns1:gd name="T32" fmla="*/ 104 w 112"/>
              <ns1:gd name="T33" fmla="*/ 36 h 72"/>
              <ns1:gd name="T34" fmla="*/ 80 w 112"/>
              <ns1:gd name="T35" fmla="*/ 14 h 72"/>
              <ns1:gd name="T36" fmla="*/ 56 w 112"/>
              <ns1:gd name="T37" fmla="*/ 9 h 72"/>
              <ns1:gd name="T38" fmla="*/ 37 w 112"/>
              <ns1:gd name="T39" fmla="*/ 28 h 72"/>
              <ns1:gd name="T40" fmla="*/ 40 w 112"/>
              <ns1:gd name="T41" fmla="*/ 31 h 72"/>
              <ns1:gd name="T42" fmla="*/ 43 w 112"/>
              <ns1:gd name="T43" fmla="*/ 28 h 72"/>
              <ns1:gd name="T44" fmla="*/ 56 w 112"/>
              <ns1:gd name="T45" fmla="*/ 15 h 72"/>
              <ns1:gd name="T46" fmla="*/ 59 w 112"/>
              <ns1:gd name="T47" fmla="*/ 12 h 72"/>
              <ns1:gd name="T48" fmla="*/ 56 w 112"/>
              <ns1:gd name="T49" fmla="*/ 9 h 72"/>
            </ns1:gdLst>
            <ns1:ahLst/>
            <ns1:cxnLst>
              <ns1:cxn ang="0">
                <ns1:pos x="T0" y="T1"/>
              </ns1:cxn>
              <ns1:cxn ang="0">
                <ns1:pos x="T2" y="T3"/>
              </ns1:cxn>
              <ns1:cxn ang="0">
                <ns1:pos x="T4" y="T5"/>
              </ns1:cxn>
              <ns1:cxn ang="0">
                <ns1:pos x="T6" y="T7"/>
              </ns1:cxn>
              <ns1:cxn ang="0">
                <ns1:pos x="T8" y="T9"/>
              </ns1:cxn>
              <ns1:cxn ang="0">
                <ns1:pos x="T10" y="T11"/>
              </ns1:cxn>
              <ns1:cxn ang="0">
                <ns1:pos x="T12" y="T13"/>
              </ns1:cxn>
              <ns1:cxn ang="0">
                <ns1:pos x="T14" y="T15"/>
              </ns1:cxn>
              <ns1:cxn ang="0">
                <ns1:pos x="T16" y="T17"/>
              </ns1:cxn>
              <ns1:cxn ang="0">
                <ns1:pos x="T18" y="T19"/>
              </ns1:cxn>
              <ns1:cxn ang="0">
                <ns1:pos x="T20" y="T21"/>
              </ns1:cxn>
              <ns1:cxn ang="0">
                <ns1:pos x="T22" y="T23"/>
              </ns1:cxn>
              <ns1:cxn ang="0">
                <ns1:pos x="T24" y="T25"/>
              </ns1:cxn>
              <ns1:cxn ang="0">
                <ns1:pos x="T26" y="T27"/>
              </ns1:cxn>
              <ns1:cxn ang="0">
                <ns1:pos x="T28" y="T29"/>
              </ns1:cxn>
              <ns1:cxn ang="0">
                <ns1:pos x="T30" y="T31"/>
              </ns1:cxn>
              <ns1:cxn ang="0">
                <ns1:pos x="T32" y="T33"/>
              </ns1:cxn>
              <ns1:cxn ang="0">
                <ns1:pos x="T34" y="T35"/>
              </ns1:cxn>
              <ns1:cxn ang="0">
                <ns1:pos x="T36" y="T37"/>
              </ns1:cxn>
              <ns1:cxn ang="0">
                <ns1:pos x="T38" y="T39"/>
              </ns1:cxn>
              <ns1:cxn ang="0">
                <ns1:pos x="T40" y="T41"/>
              </ns1:cxn>
              <ns1:cxn ang="0">
                <ns1:pos x="T42" y="T43"/>
              </ns1:cxn>
              <ns1:cxn ang="0">
                <ns1:pos x="T44" y="T45"/>
              </ns1:cxn>
              <ns1:cxn ang="0">
                <ns1:pos x="T46" y="T47"/>
              </ns1:cxn>
              <ns1:cxn ang="0">
                <ns1:pos x="T48" y="T49"/>
              </ns1:cxn>
            </ns1:cxnLst>
            <ns1:rect l="0" t="0" r="r" b="b"/>
            <ns1:pathLst>
              <ns1:path w="112" h="72">
                <ns1:moveTo>
                  <ns1:pt x="111" y="40"/>
                </ns1:moveTo>
                <ns1:cubicBezTo>
                  <ns1:pt x="99" y="59"/>
                  <ns1:pt x="78" y="72"/>
                  <ns1:pt x="56" y="72"/>
                </ns1:cubicBezTo>
                <ns1:cubicBezTo>
                  <ns1:pt x="34" y="72"/>
                  <ns1:pt x="13" y="59"/>
                  <ns1:pt x="1" y="40"/>
                </ns1:cubicBezTo>
                <ns1:cubicBezTo>
                  <ns1:pt x="1" y="39"/>
                  <ns1:pt x="0" y="38"/>
                  <ns1:pt x="0" y="36"/>
                </ns1:cubicBezTo>
                <ns1:cubicBezTo>
                  <ns1:pt x="0" y="35"/>
                  <ns1:pt x="1" y="33"/>
                  <ns1:pt x="1" y="32"/>
                </ns1:cubicBezTo>
                <ns1:cubicBezTo>
                  <ns1:pt x="13" y="13"/>
                  <ns1:pt x="34" y="0"/>
                  <ns1:pt x="56" y="0"/>
                </ns1:cubicBezTo>
                <ns1:cubicBezTo>
                  <ns1:pt x="78" y="0"/>
                  <ns1:pt x="99" y="13"/>
                  <ns1:pt x="111" y="32"/>
                </ns1:cubicBezTo>
                <ns1:cubicBezTo>
                  <ns1:pt x="111" y="33"/>
                  <ns1:pt x="112" y="35"/>
                  <ns1:pt x="112" y="36"/>
                </ns1:cubicBezTo>
                <ns1:cubicBezTo>
                  <ns1:pt x="112" y="38"/>
                  <ns1:pt x="111" y="39"/>
                  <ns1:pt x="111" y="40"/>
                </ns1:cubicBezTo>
                <ns1:close/>
                <ns1:moveTo>
                  <ns1:pt x="80" y="14"/>
                </ns1:moveTo>
                <ns1:cubicBezTo>
                  <ns1:pt x="83" y="18"/>
                  <ns1:pt x="84" y="23"/>
                  <ns1:pt x="84" y="28"/>
                </ns1:cubicBezTo>
                <ns1:cubicBezTo>
                  <ns1:pt x="84" y="43"/>
                  <ns1:pt x="71" y="56"/>
                  <ns1:pt x="56" y="56"/>
                </ns1:cubicBezTo>
                <ns1:cubicBezTo>
                  <ns1:pt x="41" y="56"/>
                  <ns1:pt x="28" y="43"/>
                  <ns1:pt x="28" y="28"/>
                </ns1:cubicBezTo>
                <ns1:cubicBezTo>
                  <ns1:pt x="28" y="23"/>
                  <ns1:pt x="29" y="18"/>
                  <ns1:pt x="32" y="14"/>
                </ns1:cubicBezTo>
                <ns1:cubicBezTo>
                  <ns1:pt x="22" y="19"/>
                  <ns1:pt x="14" y="27"/>
                  <ns1:pt x="8" y="36"/>
                </ns1:cubicBezTo>
                <ns1:cubicBezTo>
                  <ns1:pt x="19" y="53"/>
                  <ns1:pt x="36" y="64"/>
                  <ns1:pt x="56" y="64"/>
                </ns1:cubicBezTo>
                <ns1:cubicBezTo>
                  <ns1:pt x="76" y="64"/>
                  <ns1:pt x="93" y="53"/>
                  <ns1:pt x="104" y="36"/>
                </ns1:cubicBezTo>
                <ns1:cubicBezTo>
                  <ns1:pt x="98" y="27"/>
                  <ns1:pt x="90" y="19"/>
                  <ns1:pt x="80" y="14"/>
                </ns1:cubicBezTo>
                <ns1:close/>
                <ns1:moveTo>
                  <ns1:pt x="56" y="9"/>
                </ns1:moveTo>
                <ns1:cubicBezTo>
                  <ns1:pt x="46" y="9"/>
                  <ns1:pt x="37" y="18"/>
                  <ns1:pt x="37" y="28"/>
                </ns1:cubicBezTo>
                <ns1:cubicBezTo>
                  <ns1:pt x="37" y="30"/>
                  <ns1:pt x="38" y="31"/>
                  <ns1:pt x="40" y="31"/>
                </ns1:cubicBezTo>
                <ns1:cubicBezTo>
                  <ns1:pt x="42" y="31"/>
                  <ns1:pt x="43" y="30"/>
                  <ns1:pt x="43" y="28"/>
                </ns1:cubicBezTo>
                <ns1:cubicBezTo>
                  <ns1:pt x="43" y="21"/>
                  <ns1:pt x="49" y="15"/>
                  <ns1:pt x="56" y="15"/>
                </ns1:cubicBezTo>
                <ns1:cubicBezTo>
                  <ns1:pt x="58" y="15"/>
                  <ns1:pt x="59" y="14"/>
                  <ns1:pt x="59" y="12"/>
                </ns1:cubicBezTo>
                <ns1:cubicBezTo>
                  <ns1:pt x="59" y="10"/>
                  <ns1:pt x="58" y="9"/>
                  <ns1:pt x="56" y="9"/>
                </ns1:cubicBezTo>
                <ns1:close/>
              </ns1:path>
            </ns1:pathLst>
          </ns1:custGeom>
          <ns1:solidFill>
            <ns1:srgbClr val="010101"/>
          </ns1:solidFill>
          <ns1:ln>
            <ns1:noFill/>
          </ns1:ln>
          <ns1:extLst>
            <ns1:ext uri="{91240B29-F687-4F45-9708-019B960494DF}">
              <ns2:hiddenLine w="9525">
                <ns1:solidFill>
                  <ns1:srgbClr val="000000"/>
                </ns1:solidFill>
                <ns1:round/>
                <ns1:headEnd/>
                <ns1:tailEnd/>
              </ns2:hiddenLine>
            </ns1:ext>
          </ns1:extLst>
        </ns0:spPr>
        <ns0:txBody>
          <ns1:bodyPr vert="horz" wrap="square" lIns="91440" tIns="45720" rIns="91440" bIns="45720" numCol="1" anchor="t" anchorCtr="0" compatLnSpc="1">
            <ns1:prstTxWarp prst="textNoShape">
              <ns1:avLst/>
            </ns1:prstTxWarp>
          </ns1:bodyPr>
          <ns1:lstStyle/>
          <ns1:p>
            <ns1:endParaRPr lang="en-US" sz="2700"/>
          </ns1:p>
        </ns0:txBody>
      </ns0:sp>
      <ns0:sp>
        <ns0:nvSpPr>
          <ns0:cNvPr id="114" name="Freeform 112"/>
          <ns0:cNvSpPr>
            <ns1:spLocks noEditPoints="1"/>
          </ns0:cNvSpPr>
          <ns0:nvPr/>
        </ns0:nvSpPr>
        <ns0:spPr bwMode="auto">
          <ns1:xfrm>
            <ns1:off x="8137526" y="2908302"/>
            <ns1:ext cx="420688" cy="315913"/>
          </ns1:xfrm>
          <ns1:custGeom>
            <ns1:avLst/>
            <ns1:gdLst>
              <ns1:gd name="T0" fmla="*/ 82 w 112"/>
              <ns1:gd name="T1" fmla="*/ 7 h 84"/>
              <ns1:gd name="T2" fmla="*/ 42 w 112"/>
              <ns1:gd name="T3" fmla="*/ 77 h 84"/>
              <ns1:gd name="T4" fmla="*/ 39 w 112"/>
              <ns1:gd name="T5" fmla="*/ 83 h 84"/>
              <ns1:gd name="T6" fmla="*/ 37 w 112"/>
              <ns1:gd name="T7" fmla="*/ 84 h 84"/>
              <ns1:gd name="T8" fmla="*/ 29 w 112"/>
              <ns1:gd name="T9" fmla="*/ 80 h 84"/>
              <ns1:gd name="T10" fmla="*/ 28 w 112"/>
              <ns1:gd name="T11" fmla="*/ 78 h 84"/>
              <ns1:gd name="T12" fmla="*/ 31 w 112"/>
              <ns1:gd name="T13" fmla="*/ 72 h 84"/>
              <ns1:gd name="T14" fmla="*/ 1 w 112"/>
              <ns1:gd name="T15" fmla="*/ 46 h 84"/>
              <ns1:gd name="T16" fmla="*/ 0 w 112"/>
              <ns1:gd name="T17" fmla="*/ 42 h 84"/>
              <ns1:gd name="T18" fmla="*/ 1 w 112"/>
              <ns1:gd name="T19" fmla="*/ 38 h 84"/>
              <ns1:gd name="T20" fmla="*/ 56 w 112"/>
              <ns1:gd name="T21" fmla="*/ 6 h 84"/>
              <ns1:gd name="T22" fmla="*/ 67 w 112"/>
              <ns1:gd name="T23" fmla="*/ 7 h 84"/>
              <ns1:gd name="T24" fmla="*/ 71 w 112"/>
              <ns1:gd name="T25" fmla="*/ 1 h 84"/>
              <ns1:gd name="T26" fmla="*/ 72 w 112"/>
              <ns1:gd name="T27" fmla="*/ 0 h 84"/>
              <ns1:gd name="T28" fmla="*/ 81 w 112"/>
              <ns1:gd name="T29" fmla="*/ 4 h 84"/>
              <ns1:gd name="T30" fmla="*/ 82 w 112"/>
              <ns1:gd name="T31" fmla="*/ 6 h 84"/>
              <ns1:gd name="T32" fmla="*/ 82 w 112"/>
              <ns1:gd name="T33" fmla="*/ 7 h 84"/>
              <ns1:gd name="T34" fmla="*/ 40 w 112"/>
              <ns1:gd name="T35" fmla="*/ 57 h 84"/>
              <ns1:gd name="T36" fmla="*/ 28 w 112"/>
              <ns1:gd name="T37" fmla="*/ 34 h 84"/>
              <ns1:gd name="T38" fmla="*/ 32 w 112"/>
              <ns1:gd name="T39" fmla="*/ 20 h 84"/>
              <ns1:gd name="T40" fmla="*/ 8 w 112"/>
              <ns1:gd name="T41" fmla="*/ 42 h 84"/>
              <ns1:gd name="T42" fmla="*/ 35 w 112"/>
              <ns1:gd name="T43" fmla="*/ 65 h 84"/>
              <ns1:gd name="T44" fmla="*/ 40 w 112"/>
              <ns1:gd name="T45" fmla="*/ 57 h 84"/>
              <ns1:gd name="T46" fmla="*/ 56 w 112"/>
              <ns1:gd name="T47" fmla="*/ 15 h 84"/>
              <ns1:gd name="T48" fmla="*/ 37 w 112"/>
              <ns1:gd name="T49" fmla="*/ 34 h 84"/>
              <ns1:gd name="T50" fmla="*/ 40 w 112"/>
              <ns1:gd name="T51" fmla="*/ 37 h 84"/>
              <ns1:gd name="T52" fmla="*/ 43 w 112"/>
              <ns1:gd name="T53" fmla="*/ 34 h 84"/>
              <ns1:gd name="T54" fmla="*/ 56 w 112"/>
              <ns1:gd name="T55" fmla="*/ 21 h 84"/>
              <ns1:gd name="T56" fmla="*/ 59 w 112"/>
              <ns1:gd name="T57" fmla="*/ 18 h 84"/>
              <ns1:gd name="T58" fmla="*/ 56 w 112"/>
              <ns1:gd name="T59" fmla="*/ 15 h 84"/>
              <ns1:gd name="T60" fmla="*/ 111 w 112"/>
              <ns1:gd name="T61" fmla="*/ 46 h 84"/>
              <ns1:gd name="T62" fmla="*/ 104 w 112"/>
              <ns1:gd name="T63" fmla="*/ 55 h 84"/>
              <ns1:gd name="T64" fmla="*/ 56 w 112"/>
              <ns1:gd name="T65" fmla="*/ 78 h 84"/>
              <ns1:gd name="T66" fmla="*/ 61 w 112"/>
              <ns1:gd name="T67" fmla="*/ 70 h 84"/>
              <ns1:gd name="T68" fmla="*/ 104 w 112"/>
              <ns1:gd name="T69" fmla="*/ 42 h 84"/>
              <ns1:gd name="T70" fmla="*/ 86 w 112"/>
              <ns1:gd name="T71" fmla="*/ 24 h 84"/>
              <ns1:gd name="T72" fmla="*/ 90 w 112"/>
              <ns1:gd name="T73" fmla="*/ 17 h 84"/>
              <ns1:gd name="T74" fmla="*/ 111 w 112"/>
              <ns1:gd name="T75" fmla="*/ 38 h 84"/>
              <ns1:gd name="T76" fmla="*/ 112 w 112"/>
              <ns1:gd name="T77" fmla="*/ 42 h 84"/>
              <ns1:gd name="T78" fmla="*/ 111 w 112"/>
              <ns1:gd name="T79" fmla="*/ 46 h 84"/>
              <ns1:gd name="T80" fmla="*/ 66 w 112"/>
              <ns1:gd name="T81" fmla="*/ 60 h 84"/>
              <ns1:gd name="T82" fmla="*/ 83 w 112"/>
              <ns1:gd name="T83" fmla="*/ 29 h 84"/>
              <ns1:gd name="T84" fmla="*/ 84 w 112"/>
              <ns1:gd name="T85" fmla="*/ 34 h 84"/>
              <ns1:gd name="T86" fmla="*/ 66 w 112"/>
              <ns1:gd name="T87" fmla="*/ 60 h 84"/>
            </ns1:gdLst>
            <ns1:ahLst/>
            <ns1:cxnLst>
              <ns1:cxn ang="0">
                <ns1:pos x="T0" y="T1"/>
              </ns1:cxn>
              <ns1:cxn ang="0">
                <ns1:pos x="T2" y="T3"/>
              </ns1:cxn>
              <ns1:cxn ang="0">
                <ns1:pos x="T4" y="T5"/>
              </ns1:cxn>
              <ns1:cxn ang="0">
                <ns1:pos x="T6" y="T7"/>
              </ns1:cxn>
              <ns1:cxn ang="0">
                <ns1:pos x="T8" y="T9"/>
              </ns1:cxn>
              <ns1:cxn ang="0">
                <ns1:pos x="T10" y="T11"/>
              </ns1:cxn>
              <ns1:cxn ang="0">
                <ns1:pos x="T12" y="T13"/>
              </ns1:cxn>
              <ns1:cxn ang="0">
                <ns1:pos x="T14" y="T15"/>
              </ns1:cxn>
              <ns1:cxn ang="0">
                <ns1:pos x="T16" y="T17"/>
              </ns1:cxn>
              <ns1:cxn ang="0">
                <ns1:pos x="T18" y="T19"/>
              </ns1:cxn>
              <ns1:cxn ang="0">
                <ns1:pos x="T20" y="T21"/>
              </ns1:cxn>
              <ns1:cxn ang="0">
                <ns1:pos x="T22" y="T23"/>
              </ns1:cxn>
              <ns1:cxn ang="0">
                <ns1:pos x="T24" y="T25"/>
              </ns1:cxn>
              <ns1:cxn ang="0">
                <ns1:pos x="T26" y="T27"/>
              </ns1:cxn>
              <ns1:cxn ang="0">
                <ns1:pos x="T28" y="T29"/>
              </ns1:cxn>
              <ns1:cxn ang="0">
                <ns1:pos x="T30" y="T31"/>
              </ns1:cxn>
              <ns1:cxn ang="0">
                <ns1:pos x="T32" y="T33"/>
              </ns1:cxn>
              <ns1:cxn ang="0">
                <ns1:pos x="T34" y="T35"/>
              </ns1:cxn>
              <ns1:cxn ang="0">
                <ns1:pos x="T36" y="T37"/>
              </ns1:cxn>
              <ns1:cxn ang="0">
                <ns1:pos x="T38" y="T39"/>
              </ns1:cxn>
              <ns1:cxn ang="0">
                <ns1:pos x="T40" y="T41"/>
              </ns1:cxn>
              <ns1:cxn ang="0">
                <ns1:pos x="T42" y="T43"/>
              </ns1:cxn>
              <ns1:cxn ang="0">
                <ns1:pos x="T44" y="T45"/>
              </ns1:cxn>
              <ns1:cxn ang="0">
                <ns1:pos x="T46" y="T47"/>
              </ns1:cxn>
              <ns1:cxn ang="0">
                <ns1:pos x="T48" y="T49"/>
              </ns1:cxn>
              <ns1:cxn ang="0">
                <ns1:pos x="T50" y="T51"/>
              </ns1:cxn>
              <ns1:cxn ang="0">
                <ns1:pos x="T52" y="T53"/>
              </ns1:cxn>
              <ns1:cxn ang="0">
                <ns1:pos x="T54" y="T55"/>
              </ns1:cxn>
              <ns1:cxn ang="0">
                <ns1:pos x="T56" y="T57"/>
              </ns1:cxn>
              <ns1:cxn ang="0">
                <ns1:pos x="T58" y="T59"/>
              </ns1:cxn>
              <ns1:cxn ang="0">
                <ns1:pos x="T60" y="T61"/>
              </ns1:cxn>
              <ns1:cxn ang="0">
                <ns1:pos x="T62" y="T63"/>
              </ns1:cxn>
              <ns1:cxn ang="0">
                <ns1:pos x="T64" y="T65"/>
              </ns1:cxn>
              <ns1:cxn ang="0">
                <ns1:pos x="T66" y="T67"/>
              </ns1:cxn>
              <ns1:cxn ang="0">
                <ns1:pos x="T68" y="T69"/>
              </ns1:cxn>
              <ns1:cxn ang="0">
                <ns1:pos x="T70" y="T71"/>
              </ns1:cxn>
              <ns1:cxn ang="0">
                <ns1:pos x="T72" y="T73"/>
              </ns1:cxn>
              <ns1:cxn ang="0">
                <ns1:pos x="T74" y="T75"/>
              </ns1:cxn>
              <ns1:cxn ang="0">
                <ns1:pos x="T76" y="T77"/>
              </ns1:cxn>
              <ns1:cxn ang="0">
                <ns1:pos x="T78" y="T79"/>
              </ns1:cxn>
              <ns1:cxn ang="0">
                <ns1:pos x="T80" y="T81"/>
              </ns1:cxn>
              <ns1:cxn ang="0">
                <ns1:pos x="T82" y="T83"/>
              </ns1:cxn>
              <ns1:cxn ang="0">
                <ns1:pos x="T84" y="T85"/>
              </ns1:cxn>
              <ns1:cxn ang="0">
                <ns1:pos x="T86" y="T87"/>
              </ns1:cxn>
            </ns1:cxnLst>
            <ns1:rect l="0" t="0" r="r" b="b"/>
            <ns1:pathLst>
              <ns1:path w="112" h="84">
                <ns1:moveTo>
                  <ns1:pt x="82" y="7"/>
                </ns1:moveTo>
                <ns1:cubicBezTo>
                  <ns1:pt x="68" y="30"/>
                  <ns1:pt x="55" y="54"/>
                  <ns1:pt x="42" y="77"/>
                </ns1:cubicBezTo>
                <ns1:cubicBezTo>
                  <ns1:pt x="39" y="83"/>
                  <ns1:pt x="39" y="83"/>
                  <ns1:pt x="39" y="83"/>
                </ns1:cubicBezTo>
                <ns1:cubicBezTo>
                  <ns1:pt x="39" y="84"/>
                  <ns1:pt x="38" y="84"/>
                  <ns1:pt x="37" y="84"/>
                </ns1:cubicBezTo>
                <ns1:cubicBezTo>
                  <ns1:pt x="36" y="84"/>
                  <ns1:pt x="30" y="80"/>
                  <ns1:pt x="29" y="80"/>
                </ns1:cubicBezTo>
                <ns1:cubicBezTo>
                  <ns1:pt x="28" y="79"/>
                  <ns1:pt x="28" y="79"/>
                  <ns1:pt x="28" y="78"/>
                </ns1:cubicBezTo>
                <ns1:cubicBezTo>
                  <ns1:pt x="28" y="77"/>
                  <ns1:pt x="30" y="74"/>
                  <ns1:pt x="31" y="72"/>
                </ns1:cubicBezTo>
                <ns1:cubicBezTo>
                  <ns1:pt x="19" y="67"/>
                  <ns1:pt x="8" y="58"/>
                  <ns1:pt x="1" y="46"/>
                </ns1:cubicBezTo>
                <ns1:cubicBezTo>
                  <ns1:pt x="0" y="45"/>
                  <ns1:pt x="0" y="44"/>
                  <ns1:pt x="0" y="42"/>
                </ns1:cubicBezTo>
                <ns1:cubicBezTo>
                  <ns1:pt x="0" y="41"/>
                  <ns1:pt x="0" y="39"/>
                  <ns1:pt x="1" y="38"/>
                </ns1:cubicBezTo>
                <ns1:cubicBezTo>
                  <ns1:pt x="14" y="19"/>
                  <ns1:pt x="33" y="6"/>
                  <ns1:pt x="56" y="6"/>
                </ns1:cubicBezTo>
                <ns1:cubicBezTo>
                  <ns1:pt x="60" y="6"/>
                  <ns1:pt x="64" y="6"/>
                  <ns1:pt x="67" y="7"/>
                </ns1:cubicBezTo>
                <ns1:cubicBezTo>
                  <ns1:pt x="71" y="1"/>
                  <ns1:pt x="71" y="1"/>
                  <ns1:pt x="71" y="1"/>
                </ns1:cubicBezTo>
                <ns1:cubicBezTo>
                  <ns1:pt x="71" y="0"/>
                  <ns1:pt x="72" y="0"/>
                  <ns1:pt x="72" y="0"/>
                </ns1:cubicBezTo>
                <ns1:cubicBezTo>
                  <ns1:pt x="73" y="0"/>
                  <ns1:pt x="79" y="4"/>
                  <ns1:pt x="81" y="4"/>
                </ns1:cubicBezTo>
                <ns1:cubicBezTo>
                  <ns1:pt x="81" y="5"/>
                  <ns1:pt x="82" y="5"/>
                  <ns1:pt x="82" y="6"/>
                </ns1:cubicBezTo>
                <ns1:cubicBezTo>
                  <ns1:pt x="82" y="6"/>
                  <ns1:pt x="82" y="7"/>
                  <ns1:pt x="82" y="7"/>
                </ns1:cubicBezTo>
                <ns1:close/>
                <ns1:moveTo>
                  <ns1:pt x="40" y="57"/>
                </ns1:moveTo>
                <ns1:cubicBezTo>
                  <ns1:pt x="32" y="51"/>
                  <ns1:pt x="28" y="43"/>
                  <ns1:pt x="28" y="34"/>
                </ns1:cubicBezTo>
                <ns1:cubicBezTo>
                  <ns1:pt x="28" y="29"/>
                  <ns1:pt x="29" y="24"/>
                  <ns1:pt x="32" y="20"/>
                </ns1:cubicBezTo>
                <ns1:cubicBezTo>
                  <ns1:pt x="22" y="25"/>
                  <ns1:pt x="14" y="33"/>
                  <ns1:pt x="8" y="42"/>
                </ns1:cubicBezTo>
                <ns1:cubicBezTo>
                  <ns1:pt x="14" y="52"/>
                  <ns1:pt x="24" y="61"/>
                  <ns1:pt x="35" y="65"/>
                </ns1:cubicBezTo>
                <ns1:lnTo>
                  <ns1:pt x="40" y="57"/>
                </ns1:lnTo>
                <ns1:close/>
                <ns1:moveTo>
                  <ns1:pt x="56" y="15"/>
                </ns1:moveTo>
                <ns1:cubicBezTo>
                  <ns1:pt x="46" y="15"/>
                  <ns1:pt x="37" y="24"/>
                  <ns1:pt x="37" y="34"/>
                </ns1:cubicBezTo>
                <ns1:cubicBezTo>
                  <ns1:pt x="37" y="36"/>
                  <ns1:pt x="38" y="37"/>
                  <ns1:pt x="40" y="37"/>
                </ns1:cubicBezTo>
                <ns1:cubicBezTo>
                  <ns1:pt x="42" y="37"/>
                  <ns1:pt x="43" y="36"/>
                  <ns1:pt x="43" y="34"/>
                </ns1:cubicBezTo>
                <ns1:cubicBezTo>
                  <ns1:pt x="43" y="27"/>
                  <ns1:pt x="49" y="21"/>
                  <ns1:pt x="56" y="21"/>
                </ns1:cubicBezTo>
                <ns1:cubicBezTo>
                  <ns1:pt x="58" y="21"/>
                  <ns1:pt x="59" y="20"/>
                  <ns1:pt x="59" y="18"/>
                </ns1:cubicBezTo>
                <ns1:cubicBezTo>
                  <ns1:pt x="59" y="16"/>
                  <ns1:pt x="58" y="15"/>
                  <ns1:pt x="56" y="15"/>
                </ns1:cubicBezTo>
                <ns1:close/>
                <ns1:moveTo>
                  <ns1:pt x="111" y="46"/>
                </ns1:moveTo>
                <ns1:cubicBezTo>
                  <ns1:pt x="109" y="50"/>
                  <ns1:pt x="106" y="53"/>
                  <ns1:pt x="104" y="55"/>
                </ns1:cubicBezTo>
                <ns1:cubicBezTo>
                  <ns1:pt x="92" y="69"/>
                  <ns1:pt x="75" y="78"/>
                  <ns1:pt x="56" y="78"/>
                </ns1:cubicBezTo>
                <ns1:cubicBezTo>
                  <ns1:pt x="61" y="70"/>
                  <ns1:pt x="61" y="70"/>
                  <ns1:pt x="61" y="70"/>
                </ns1:cubicBezTo>
                <ns1:cubicBezTo>
                  <ns1:pt x="79" y="68"/>
                  <ns1:pt x="94" y="57"/>
                  <ns1:pt x="104" y="42"/>
                </ns1:cubicBezTo>
                <ns1:cubicBezTo>
                  <ns1:pt x="99" y="35"/>
                  <ns1:pt x="93" y="29"/>
                  <ns1:pt x="86" y="24"/>
                </ns1:cubicBezTo>
                <ns1:cubicBezTo>
                  <ns1:pt x="90" y="17"/>
                  <ns1:pt x="90" y="17"/>
                  <ns1:pt x="90" y="17"/>
                </ns1:cubicBezTo>
                <ns1:cubicBezTo>
                  <ns1:pt x="98" y="22"/>
                  <ns1:pt x="106" y="30"/>
                  <ns1:pt x="111" y="38"/>
                </ns1:cubicBezTo>
                <ns1:cubicBezTo>
                  <ns1:pt x="111" y="39"/>
                  <ns1:pt x="112" y="40"/>
                  <ns1:pt x="112" y="42"/>
                </ns1:cubicBezTo>
                <ns1:cubicBezTo>
                  <ns1:pt x="112" y="44"/>
                  <ns1:pt x="111" y="45"/>
                  <ns1:pt x="111" y="46"/>
                </ns1:cubicBezTo>
                <ns1:close/>
                <ns1:moveTo>
                  <ns1:pt x="66" y="60"/>
                </ns1:moveTo>
                <ns1:cubicBezTo>
                  <ns1:pt x="83" y="29"/>
                  <ns1:pt x="83" y="29"/>
                  <ns1:pt x="83" y="29"/>
                </ns1:cubicBezTo>
                <ns1:cubicBezTo>
                  <ns1:pt x="84" y="31"/>
                  <ns1:pt x="84" y="32"/>
                  <ns1:pt x="84" y="34"/>
                </ns1:cubicBezTo>
                <ns1:cubicBezTo>
                  <ns1:pt x="84" y="46"/>
                  <ns1:pt x="77" y="56"/>
                  <ns1:pt x="66" y="60"/>
                </ns1:cubicBezTo>
                <ns1:close/>
              </ns1:path>
            </ns1:pathLst>
          </ns1:custGeom>
          <ns1:solidFill>
            <ns1:srgbClr val="010101"/>
          </ns1:solidFill>
          <ns1:ln>
            <ns1:noFill/>
          </ns1:ln>
          <ns1:extLst>
            <ns1:ext uri="{91240B29-F687-4F45-9708-019B960494DF}">
              <ns2:hiddenLine w="9525">
                <ns1:solidFill>
                  <ns1:srgbClr val="000000"/>
                </ns1:solidFill>
                <ns1:round/>
                <ns1:headEnd/>
                <ns1:tailEnd/>
              </ns2:hiddenLine>
            </ns1:ext>
          </ns1:extLst>
        </ns0:spPr>
        <ns0:txBody>
          <ns1:bodyPr vert="horz" wrap="square" lIns="91440" tIns="45720" rIns="91440" bIns="45720" numCol="1" anchor="t" anchorCtr="0" compatLnSpc="1">
            <ns1:prstTxWarp prst="textNoShape">
              <ns1:avLst/>
            </ns1:prstTxWarp>
          </ns1:bodyPr>
          <ns1:lstStyle/>
          <ns1:p>
            <ns1:endParaRPr lang="en-US" sz="2700"/>
          </ns1:p>
        </ns0:txBody>
      </ns0:sp>
      <ns0:sp>
        <ns0:nvSpPr>
          <ns0:cNvPr id="115" name="Freeform 113"/>
          <ns0:cNvSpPr>
            <ns1:spLocks noEditPoints="1"/>
          </ns0:cNvSpPr>
          <ns0:nvPr/>
        </ns0:nvSpPr>
        <ns0:spPr bwMode="auto">
          <ns1:xfrm>
            <ns1:off x="8783638" y="2840039"/>
            <ns1:ext cx="420688" cy="392113"/>
          </ns1:xfrm>
          <ns1:custGeom>
            <ns1:avLst/>
            <ns1:gdLst>
              <ns1:gd name="T0" fmla="*/ 111 w 112"/>
              <ns1:gd name="T1" fmla="*/ 92 h 104"/>
              <ns1:gd name="T2" fmla="*/ 111 w 112"/>
              <ns1:gd name="T3" fmla="*/ 100 h 104"/>
              <ns1:gd name="T4" fmla="*/ 104 w 112"/>
              <ns1:gd name="T5" fmla="*/ 104 h 104"/>
              <ns1:gd name="T6" fmla="*/ 8 w 112"/>
              <ns1:gd name="T7" fmla="*/ 104 h 104"/>
              <ns1:gd name="T8" fmla="*/ 1 w 112"/>
              <ns1:gd name="T9" fmla="*/ 100 h 104"/>
              <ns1:gd name="T10" fmla="*/ 1 w 112"/>
              <ns1:gd name="T11" fmla="*/ 92 h 104"/>
              <ns1:gd name="T12" fmla="*/ 49 w 112"/>
              <ns1:gd name="T13" fmla="*/ 4 h 104"/>
              <ns1:gd name="T14" fmla="*/ 56 w 112"/>
              <ns1:gd name="T15" fmla="*/ 0 h 104"/>
              <ns1:gd name="T16" fmla="*/ 63 w 112"/>
              <ns1:gd name="T17" fmla="*/ 4 h 104"/>
              <ns1:gd name="T18" fmla="*/ 111 w 112"/>
              <ns1:gd name="T19" fmla="*/ 92 h 104"/>
              <ns1:gd name="T20" fmla="*/ 65 w 112"/>
              <ns1:gd name="T21" fmla="*/ 34 h 104"/>
              <ns1:gd name="T22" fmla="*/ 64 w 112"/>
              <ns1:gd name="T23" fmla="*/ 33 h 104"/>
              <ns1:gd name="T24" fmla="*/ 63 w 112"/>
              <ns1:gd name="T25" fmla="*/ 32 h 104"/>
              <ns1:gd name="T26" fmla="*/ 49 w 112"/>
              <ns1:gd name="T27" fmla="*/ 32 h 104"/>
              <ns1:gd name="T28" fmla="*/ 48 w 112"/>
              <ns1:gd name="T29" fmla="*/ 33 h 104"/>
              <ns1:gd name="T30" fmla="*/ 47 w 112"/>
              <ns1:gd name="T31" fmla="*/ 34 h 104"/>
              <ns1:gd name="T32" fmla="*/ 48 w 112"/>
              <ns1:gd name="T33" fmla="*/ 63 h 104"/>
              <ns1:gd name="T34" fmla="*/ 50 w 112"/>
              <ns1:gd name="T35" fmla="*/ 64 h 104"/>
              <ns1:gd name="T36" fmla="*/ 62 w 112"/>
              <ns1:gd name="T37" fmla="*/ 64 h 104"/>
              <ns1:gd name="T38" fmla="*/ 64 w 112"/>
              <ns1:gd name="T39" fmla="*/ 63 h 104"/>
              <ns1:gd name="T40" fmla="*/ 65 w 112"/>
              <ns1:gd name="T41" fmla="*/ 34 h 104"/>
              <ns1:gd name="T42" fmla="*/ 64 w 112"/>
              <ns1:gd name="T43" fmla="*/ 74 h 104"/>
              <ns1:gd name="T44" fmla="*/ 62 w 112"/>
              <ns1:gd name="T45" fmla="*/ 72 h 104"/>
              <ns1:gd name="T46" fmla="*/ 50 w 112"/>
              <ns1:gd name="T47" fmla="*/ 72 h 104"/>
              <ns1:gd name="T48" fmla="*/ 48 w 112"/>
              <ns1:gd name="T49" fmla="*/ 74 h 104"/>
              <ns1:gd name="T50" fmla="*/ 48 w 112"/>
              <ns1:gd name="T51" fmla="*/ 86 h 104"/>
              <ns1:gd name="T52" fmla="*/ 50 w 112"/>
              <ns1:gd name="T53" fmla="*/ 88 h 104"/>
              <ns1:gd name="T54" fmla="*/ 62 w 112"/>
              <ns1:gd name="T55" fmla="*/ 88 h 104"/>
              <ns1:gd name="T56" fmla="*/ 64 w 112"/>
              <ns1:gd name="T57" fmla="*/ 86 h 104"/>
              <ns1:gd name="T58" fmla="*/ 64 w 112"/>
              <ns1:gd name="T59" fmla="*/ 74 h 104"/>
            </ns1:gdLst>
            <ns1:ahLst/>
            <ns1:cxnLst>
              <ns1:cxn ang="0">
                <ns1:pos x="T0" y="T1"/>
              </ns1:cxn>
              <ns1:cxn ang="0">
                <ns1:pos x="T2" y="T3"/>
              </ns1:cxn>
              <ns1:cxn ang="0">
                <ns1:pos x="T4" y="T5"/>
              </ns1:cxn>
              <ns1:cxn ang="0">
                <ns1:pos x="T6" y="T7"/>
              </ns1:cxn>
              <ns1:cxn ang="0">
                <ns1:pos x="T8" y="T9"/>
              </ns1:cxn>
              <ns1:cxn ang="0">
                <ns1:pos x="T10" y="T11"/>
              </ns1:cxn>
              <ns1:cxn ang="0">
                <ns1:pos x="T12" y="T13"/>
              </ns1:cxn>
              <ns1:cxn ang="0">
                <ns1:pos x="T14" y="T15"/>
              </ns1:cxn>
              <ns1:cxn ang="0">
                <ns1:pos x="T16" y="T17"/>
              </ns1:cxn>
              <ns1:cxn ang="0">
                <ns1:pos x="T18" y="T19"/>
              </ns1:cxn>
              <ns1:cxn ang="0">
                <ns1:pos x="T20" y="T21"/>
              </ns1:cxn>
              <ns1:cxn ang="0">
                <ns1:pos x="T22" y="T23"/>
              </ns1:cxn>
              <ns1:cxn ang="0">
                <ns1:pos x="T24" y="T25"/>
              </ns1:cxn>
              <ns1:cxn ang="0">
                <ns1:pos x="T26" y="T27"/>
              </ns1:cxn>
              <ns1:cxn ang="0">
                <ns1:pos x="T28" y="T29"/>
              </ns1:cxn>
              <ns1:cxn ang="0">
                <ns1:pos x="T30" y="T31"/>
              </ns1:cxn>
              <ns1:cxn ang="0">
                <ns1:pos x="T32" y="T33"/>
              </ns1:cxn>
              <ns1:cxn ang="0">
                <ns1:pos x="T34" y="T35"/>
              </ns1:cxn>
              <ns1:cxn ang="0">
                <ns1:pos x="T36" y="T37"/>
              </ns1:cxn>
              <ns1:cxn ang="0">
                <ns1:pos x="T38" y="T39"/>
              </ns1:cxn>
              <ns1:cxn ang="0">
                <ns1:pos x="T40" y="T41"/>
              </ns1:cxn>
              <ns1:cxn ang="0">
                <ns1:pos x="T42" y="T43"/>
              </ns1:cxn>
              <ns1:cxn ang="0">
                <ns1:pos x="T44" y="T45"/>
              </ns1:cxn>
              <ns1:cxn ang="0">
                <ns1:pos x="T46" y="T47"/>
              </ns1:cxn>
              <ns1:cxn ang="0">
                <ns1:pos x="T48" y="T49"/>
              </ns1:cxn>
              <ns1:cxn ang="0">
                <ns1:pos x="T50" y="T51"/>
              </ns1:cxn>
              <ns1:cxn ang="0">
                <ns1:pos x="T52" y="T53"/>
              </ns1:cxn>
              <ns1:cxn ang="0">
                <ns1:pos x="T54" y="T55"/>
              </ns1:cxn>
              <ns1:cxn ang="0">
                <ns1:pos x="T56" y="T57"/>
              </ns1:cxn>
              <ns1:cxn ang="0">
                <ns1:pos x="T58" y="T59"/>
              </ns1:cxn>
            </ns1:cxnLst>
            <ns1:rect l="0" t="0" r="r" b="b"/>
            <ns1:pathLst>
              <ns1:path w="112" h="104">
                <ns1:moveTo>
                  <ns1:pt x="111" y="92"/>
                </ns1:moveTo>
                <ns1:cubicBezTo>
                  <ns1:pt x="112" y="95"/>
                  <ns1:pt x="112" y="98"/>
                  <ns1:pt x="111" y="100"/>
                </ns1:cubicBezTo>
                <ns1:cubicBezTo>
                  <ns1:pt x="109" y="103"/>
                  <ns1:pt x="107" y="104"/>
                  <ns1:pt x="104" y="104"/>
                </ns1:cubicBezTo>
                <ns1:cubicBezTo>
                  <ns1:pt x="8" y="104"/>
                  <ns1:pt x="8" y="104"/>
                  <ns1:pt x="8" y="104"/>
                </ns1:cubicBezTo>
                <ns1:cubicBezTo>
                  <ns1:pt x="5" y="104"/>
                  <ns1:pt x="2" y="103"/>
                  <ns1:pt x="1" y="100"/>
                </ns1:cubicBezTo>
                <ns1:cubicBezTo>
                  <ns1:pt x="0" y="98"/>
                  <ns1:pt x="0" y="95"/>
                  <ns1:pt x="1" y="92"/>
                </ns1:cubicBezTo>
                <ns1:cubicBezTo>
                  <ns1:pt x="49" y="4"/>
                  <ns1:pt x="49" y="4"/>
                  <ns1:pt x="49" y="4"/>
                </ns1:cubicBezTo>
                <ns1:cubicBezTo>
                  <ns1:pt x="50" y="2"/>
                  <ns1:pt x="53" y="0"/>
                  <ns1:pt x="56" y="0"/>
                </ns1:cubicBezTo>
                <ns1:cubicBezTo>
                  <ns1:pt x="59" y="0"/>
                  <ns1:pt x="62" y="2"/>
                  <ns1:pt x="63" y="4"/>
                </ns1:cubicBezTo>
                <ns1:lnTo>
                  <ns1:pt x="111" y="92"/>
                </ns1:lnTo>
                <ns1:close/>
                <ns1:moveTo>
                  <ns1:pt x="65" y="34"/>
                </ns1:moveTo>
                <ns1:cubicBezTo>
                  <ns1:pt x="65" y="34"/>
                  <ns1:pt x="65" y="33"/>
                  <ns1:pt x="64" y="33"/>
                </ns1:cubicBezTo>
                <ns1:cubicBezTo>
                  <ns1:pt x="64" y="32"/>
                  <ns1:pt x="63" y="32"/>
                  <ns1:pt x="63" y="32"/>
                </ns1:cubicBezTo>
                <ns1:cubicBezTo>
                  <ns1:pt x="49" y="32"/>
                  <ns1:pt x="49" y="32"/>
                  <ns1:pt x="49" y="32"/>
                </ns1:cubicBezTo>
                <ns1:cubicBezTo>
                  <ns1:pt x="48" y="32"/>
                  <ns1:pt x="48" y="32"/>
                  <ns1:pt x="48" y="33"/>
                </ns1:cubicBezTo>
                <ns1:cubicBezTo>
                  <ns1:pt x="47" y="33"/>
                  <ns1:pt x="47" y="34"/>
                  <ns1:pt x="47" y="34"/>
                </ns1:cubicBezTo>
                <ns1:cubicBezTo>
                  <ns1:pt x="48" y="63"/>
                  <ns1:pt x="48" y="63"/>
                  <ns1:pt x="48" y="63"/>
                </ns1:cubicBezTo>
                <ns1:cubicBezTo>
                  <ns1:pt x="48" y="63"/>
                  <ns1:pt x="49" y="64"/>
                  <ns1:pt x="50" y="64"/>
                </ns1:cubicBezTo>
                <ns1:cubicBezTo>
                  <ns1:pt x="62" y="64"/>
                  <ns1:pt x="62" y="64"/>
                  <ns1:pt x="62" y="64"/>
                </ns1:cubicBezTo>
                <ns1:cubicBezTo>
                  <ns1:pt x="63" y="64"/>
                  <ns1:pt x="64" y="63"/>
                  <ns1:pt x="64" y="63"/>
                </ns1:cubicBezTo>
                <ns1:lnTo>
                  <ns1:pt x="65" y="34"/>
                </ns1:lnTo>
                <ns1:close/>
                <ns1:moveTo>
                  <ns1:pt x="64" y="74"/>
                </ns1:moveTo>
                <ns1:cubicBezTo>
                  <ns1:pt x="64" y="73"/>
                  <ns1:pt x="63" y="72"/>
                  <ns1:pt x="62" y="72"/>
                </ns1:cubicBezTo>
                <ns1:cubicBezTo>
                  <ns1:pt x="50" y="72"/>
                  <ns1:pt x="50" y="72"/>
                  <ns1:pt x="50" y="72"/>
                </ns1:cubicBezTo>
                <ns1:cubicBezTo>
                  <ns1:pt x="49" y="72"/>
                  <ns1:pt x="48" y="73"/>
                  <ns1:pt x="48" y="74"/>
                </ns1:cubicBezTo>
                <ns1:cubicBezTo>
                  <ns1:pt x="48" y="86"/>
                  <ns1:pt x="48" y="86"/>
                  <ns1:pt x="48" y="86"/>
                </ns1:cubicBezTo>
                <ns1:cubicBezTo>
                  <ns1:pt x="48" y="87"/>
                  <ns1:pt x="49" y="88"/>
                  <ns1:pt x="50" y="88"/>
                </ns1:cubicBezTo>
                <ns1:cubicBezTo>
                  <ns1:pt x="62" y="88"/>
                  <ns1:pt x="62" y="88"/>
                  <ns1:pt x="62" y="88"/>
                </ns1:cubicBezTo>
                <ns1:cubicBezTo>
                  <ns1:pt x="63" y="88"/>
                  <ns1:pt x="64" y="87"/>
                  <ns1:pt x="64" y="86"/>
                </ns1:cubicBezTo>
                <ns1:lnTo>
                  <ns1:pt x="64" y="74"/>
                </ns1:lnTo>
                <ns1:close/>
              </ns1:path>
            </ns1:pathLst>
          </ns1:custGeom>
          <ns1:solidFill>
            <ns1:srgbClr val="010101"/>
          </ns1:solidFill>
          <ns1:ln>
            <ns1:noFill/>
          </ns1:ln>
          <ns1:extLst>
            <ns1:ext uri="{91240B29-F687-4F45-9708-019B960494DF}">
              <ns2:hiddenLine w="9525">
                <ns1:solidFill>
                  <ns1:srgbClr val="000000"/>
                </ns1:solidFill>
                <ns1:round/>
                <ns1:headEnd/>
                <ns1:tailEnd/>
              </ns2:hiddenLine>
            </ns1:ext>
          </ns1:extLst>
        </ns0:spPr>
        <ns0:txBody>
          <ns1:bodyPr vert="horz" wrap="square" lIns="91440" tIns="45720" rIns="91440" bIns="45720" numCol="1" anchor="t" anchorCtr="0" compatLnSpc="1">
            <ns1:prstTxWarp prst="textNoShape">
              <ns1:avLst/>
            </ns1:prstTxWarp>
          </ns1:bodyPr>
          <ns1:lstStyle/>
          <ns1:p>
            <ns1:endParaRPr lang="en-US" sz="2700"/>
          </ns1:p>
        </ns0:txBody>
      </ns0:sp>
      <ns0:sp>
        <ns0:nvSpPr>
          <ns0:cNvPr id="116" name="Freeform 114"/>
          <ns0:cNvSpPr>
            <ns1:spLocks/>
          </ns0:cNvSpPr>
          <ns0:nvPr/>
        </ns0:nvSpPr>
        <ns0:spPr bwMode="auto">
          <ns1:xfrm>
            <ns1:off x="9474202" y="2863852"/>
            <ns1:ext cx="338138" cy="338138"/>
          </ns1:xfrm>
          <ns1:custGeom>
            <ns1:avLst/>
            <ns1:gdLst>
              <ns1:gd name="T0" fmla="*/ 80 w 90"/>
              <ns1:gd name="T1" fmla="*/ 24 h 90"/>
              <ns1:gd name="T2" fmla="*/ 70 w 90"/>
              <ns1:gd name="T3" fmla="*/ 34 h 90"/>
              <ns1:gd name="T4" fmla="*/ 80 w 90"/>
              <ns1:gd name="T5" fmla="*/ 78 h 90"/>
              <ns1:gd name="T6" fmla="*/ 79 w 90"/>
              <ns1:gd name="T7" fmla="*/ 80 h 90"/>
              <ns1:gd name="T8" fmla="*/ 71 w 90"/>
              <ns1:gd name="T9" fmla="*/ 86 h 90"/>
              <ns1:gd name="T10" fmla="*/ 70 w 90"/>
              <ns1:gd name="T11" fmla="*/ 86 h 90"/>
              <ns1:gd name="T12" fmla="*/ 69 w 90"/>
              <ns1:gd name="T13" fmla="*/ 86 h 90"/>
              <ns1:gd name="T14" fmla="*/ 68 w 90"/>
              <ns1:gd name="T15" fmla="*/ 85 h 90"/>
              <ns1:gd name="T16" fmla="*/ 51 w 90"/>
              <ns1:gd name="T17" fmla="*/ 53 h 90"/>
              <ns1:gd name="T18" fmla="*/ 34 w 90"/>
              <ns1:gd name="T19" fmla="*/ 69 h 90"/>
              <ns1:gd name="T20" fmla="*/ 38 w 90"/>
              <ns1:gd name="T21" fmla="*/ 82 h 90"/>
              <ns1:gd name="T22" fmla="*/ 37 w 90"/>
              <ns1:gd name="T23" fmla="*/ 83 h 90"/>
              <ns1:gd name="T24" fmla="*/ 31 w 90"/>
              <ns1:gd name="T25" fmla="*/ 89 h 90"/>
              <ns1:gd name="T26" fmla="*/ 30 w 90"/>
              <ns1:gd name="T27" fmla="*/ 90 h 90"/>
              <ns1:gd name="T28" fmla="*/ 30 w 90"/>
              <ns1:gd name="T29" fmla="*/ 90 h 90"/>
              <ns1:gd name="T30" fmla="*/ 28 w 90"/>
              <ns1:gd name="T31" fmla="*/ 89 h 90"/>
              <ns1:gd name="T32" fmla="*/ 16 w 90"/>
              <ns1:gd name="T33" fmla="*/ 73 h 90"/>
              <ns1:gd name="T34" fmla="*/ 1 w 90"/>
              <ns1:gd name="T35" fmla="*/ 62 h 90"/>
              <ns1:gd name="T36" fmla="*/ 0 w 90"/>
              <ns1:gd name="T37" fmla="*/ 60 h 90"/>
              <ns1:gd name="T38" fmla="*/ 0 w 90"/>
              <ns1:gd name="T39" fmla="*/ 59 h 90"/>
              <ns1:gd name="T40" fmla="*/ 6 w 90"/>
              <ns1:gd name="T41" fmla="*/ 53 h 90"/>
              <ns1:gd name="T42" fmla="*/ 8 w 90"/>
              <ns1:gd name="T43" fmla="*/ 52 h 90"/>
              <ns1:gd name="T44" fmla="*/ 8 w 90"/>
              <ns1:gd name="T45" fmla="*/ 52 h 90"/>
              <ns1:gd name="T46" fmla="*/ 20 w 90"/>
              <ns1:gd name="T47" fmla="*/ 55 h 90"/>
              <ns1:gd name="T48" fmla="*/ 37 w 90"/>
              <ns1:gd name="T49" fmla="*/ 39 h 90"/>
              <ns1:gd name="T50" fmla="*/ 5 w 90"/>
              <ns1:gd name="T51" fmla="*/ 22 h 90"/>
              <ns1:gd name="T52" fmla="*/ 4 w 90"/>
              <ns1:gd name="T53" fmla="*/ 20 h 90"/>
              <ns1:gd name="T54" fmla="*/ 4 w 90"/>
              <ns1:gd name="T55" fmla="*/ 19 h 90"/>
              <ns1:gd name="T56" fmla="*/ 12 w 90"/>
              <ns1:gd name="T57" fmla="*/ 11 h 90"/>
              <ns1:gd name="T58" fmla="*/ 14 w 90"/>
              <ns1:gd name="T59" fmla="*/ 10 h 90"/>
              <ns1:gd name="T60" fmla="*/ 56 w 90"/>
              <ns1:gd name="T61" fmla="*/ 20 h 90"/>
              <ns1:gd name="T62" fmla="*/ 66 w 90"/>
              <ns1:gd name="T63" fmla="*/ 10 h 90"/>
              <ns1:gd name="T64" fmla="*/ 86 w 90"/>
              <ns1:gd name="T65" fmla="*/ 4 h 90"/>
              <ns1:gd name="T66" fmla="*/ 80 w 90"/>
              <ns1:gd name="T67" fmla="*/ 24 h 90"/>
            </ns1:gdLst>
            <ns1:ahLst/>
            <ns1:cxnLst>
              <ns1:cxn ang="0">
                <ns1:pos x="T0" y="T1"/>
              </ns1:cxn>
              <ns1:cxn ang="0">
                <ns1:pos x="T2" y="T3"/>
              </ns1:cxn>
              <ns1:cxn ang="0">
                <ns1:pos x="T4" y="T5"/>
              </ns1:cxn>
              <ns1:cxn ang="0">
                <ns1:pos x="T6" y="T7"/>
              </ns1:cxn>
              <ns1:cxn ang="0">
                <ns1:pos x="T8" y="T9"/>
              </ns1:cxn>
              <ns1:cxn ang="0">
                <ns1:pos x="T10" y="T11"/>
              </ns1:cxn>
              <ns1:cxn ang="0">
                <ns1:pos x="T12" y="T13"/>
              </ns1:cxn>
              <ns1:cxn ang="0">
                <ns1:pos x="T14" y="T15"/>
              </ns1:cxn>
              <ns1:cxn ang="0">
                <ns1:pos x="T16" y="T17"/>
              </ns1:cxn>
              <ns1:cxn ang="0">
                <ns1:pos x="T18" y="T19"/>
              </ns1:cxn>
              <ns1:cxn ang="0">
                <ns1:pos x="T20" y="T21"/>
              </ns1:cxn>
              <ns1:cxn ang="0">
                <ns1:pos x="T22" y="T23"/>
              </ns1:cxn>
              <ns1:cxn ang="0">
                <ns1:pos x="T24" y="T25"/>
              </ns1:cxn>
              <ns1:cxn ang="0">
                <ns1:pos x="T26" y="T27"/>
              </ns1:cxn>
              <ns1:cxn ang="0">
                <ns1:pos x="T28" y="T29"/>
              </ns1:cxn>
              <ns1:cxn ang="0">
                <ns1:pos x="T30" y="T31"/>
              </ns1:cxn>
              <ns1:cxn ang="0">
                <ns1:pos x="T32" y="T33"/>
              </ns1:cxn>
              <ns1:cxn ang="0">
                <ns1:pos x="T34" y="T35"/>
              </ns1:cxn>
              <ns1:cxn ang="0">
                <ns1:pos x="T36" y="T37"/>
              </ns1:cxn>
              <ns1:cxn ang="0">
                <ns1:pos x="T38" y="T39"/>
              </ns1:cxn>
              <ns1:cxn ang="0">
                <ns1:pos x="T40" y="T41"/>
              </ns1:cxn>
              <ns1:cxn ang="0">
                <ns1:pos x="T42" y="T43"/>
              </ns1:cxn>
              <ns1:cxn ang="0">
                <ns1:pos x="T44" y="T45"/>
              </ns1:cxn>
              <ns1:cxn ang="0">
                <ns1:pos x="T46" y="T47"/>
              </ns1:cxn>
              <ns1:cxn ang="0">
                <ns1:pos x="T48" y="T49"/>
              </ns1:cxn>
              <ns1:cxn ang="0">
                <ns1:pos x="T50" y="T51"/>
              </ns1:cxn>
              <ns1:cxn ang="0">
                <ns1:pos x="T52" y="T53"/>
              </ns1:cxn>
              <ns1:cxn ang="0">
                <ns1:pos x="T54" y="T55"/>
              </ns1:cxn>
              <ns1:cxn ang="0">
                <ns1:pos x="T56" y="T57"/>
              </ns1:cxn>
              <ns1:cxn ang="0">
                <ns1:pos x="T58" y="T59"/>
              </ns1:cxn>
              <ns1:cxn ang="0">
                <ns1:pos x="T60" y="T61"/>
              </ns1:cxn>
              <ns1:cxn ang="0">
                <ns1:pos x="T62" y="T63"/>
              </ns1:cxn>
              <ns1:cxn ang="0">
                <ns1:pos x="T64" y="T65"/>
              </ns1:cxn>
              <ns1:cxn ang="0">
                <ns1:pos x="T66" y="T67"/>
              </ns1:cxn>
            </ns1:cxnLst>
            <ns1:rect l="0" t="0" r="r" b="b"/>
            <ns1:pathLst>
              <ns1:path w="90" h="90">
                <ns1:moveTo>
                  <ns1:pt x="80" y="24"/>
                </ns1:moveTo>
                <ns1:cubicBezTo>
                  <ns1:pt x="70" y="34"/>
                  <ns1:pt x="70" y="34"/>
                  <ns1:pt x="70" y="34"/>
                </ns1:cubicBezTo>
                <ns1:cubicBezTo>
                  <ns1:pt x="80" y="78"/>
                  <ns1:pt x="80" y="78"/>
                  <ns1:pt x="80" y="78"/>
                </ns1:cubicBezTo>
                <ns1:cubicBezTo>
                  <ns1:pt x="80" y="78"/>
                  <ns1:pt x="80" y="79"/>
                  <ns1:pt x="79" y="80"/>
                </ns1:cubicBezTo>
                <ns1:cubicBezTo>
                  <ns1:pt x="71" y="86"/>
                  <ns1:pt x="71" y="86"/>
                  <ns1:pt x="71" y="86"/>
                </ns1:cubicBezTo>
                <ns1:cubicBezTo>
                  <ns1:pt x="71" y="86"/>
                  <ns1:pt x="70" y="86"/>
                  <ns1:pt x="70" y="86"/>
                </ns1:cubicBezTo>
                <ns1:cubicBezTo>
                  <ns1:pt x="70" y="86"/>
                  <ns1:pt x="70" y="86"/>
                  <ns1:pt x="69" y="86"/>
                </ns1:cubicBezTo>
                <ns1:cubicBezTo>
                  <ns1:pt x="69" y="86"/>
                  <ns1:pt x="68" y="86"/>
                  <ns1:pt x="68" y="85"/>
                </ns1:cubicBezTo>
                <ns1:cubicBezTo>
                  <ns1:pt x="51" y="53"/>
                  <ns1:pt x="51" y="53"/>
                  <ns1:pt x="51" y="53"/>
                </ns1:cubicBezTo>
                <ns1:cubicBezTo>
                  <ns1:pt x="34" y="69"/>
                  <ns1:pt x="34" y="69"/>
                  <ns1:pt x="34" y="69"/>
                </ns1:cubicBezTo>
                <ns1:cubicBezTo>
                  <ns1:pt x="38" y="82"/>
                  <ns1:pt x="38" y="82"/>
                  <ns1:pt x="38" y="82"/>
                </ns1:cubicBezTo>
                <ns1:cubicBezTo>
                  <ns1:pt x="38" y="82"/>
                  <ns1:pt x="38" y="83"/>
                  <ns1:pt x="37" y="83"/>
                </ns1:cubicBezTo>
                <ns1:cubicBezTo>
                  <ns1:pt x="31" y="89"/>
                  <ns1:pt x="31" y="89"/>
                  <ns1:pt x="31" y="89"/>
                </ns1:cubicBezTo>
                <ns1:cubicBezTo>
                  <ns1:pt x="31" y="90"/>
                  <ns1:pt x="30" y="90"/>
                  <ns1:pt x="30" y="90"/>
                </ns1:cubicBezTo>
                <ns1:cubicBezTo>
                  <ns1:pt x="30" y="90"/>
                  <ns1:pt x="30" y="90"/>
                  <ns1:pt x="30" y="90"/>
                </ns1:cubicBezTo>
                <ns1:cubicBezTo>
                  <ns1:pt x="29" y="90"/>
                  <ns1:pt x="29" y="90"/>
                  <ns1:pt x="28" y="89"/>
                </ns1:cubicBezTo>
                <ns1:cubicBezTo>
                  <ns1:pt x="16" y="73"/>
                  <ns1:pt x="16" y="73"/>
                  <ns1:pt x="16" y="73"/>
                </ns1:cubicBezTo>
                <ns1:cubicBezTo>
                  <ns1:pt x="1" y="62"/>
                  <ns1:pt x="1" y="62"/>
                  <ns1:pt x="1" y="62"/>
                </ns1:cubicBezTo>
                <ns1:cubicBezTo>
                  <ns1:pt x="0" y="61"/>
                  <ns1:pt x="0" y="61"/>
                  <ns1:pt x="0" y="60"/>
                </ns1:cubicBezTo>
                <ns1:cubicBezTo>
                  <ns1:pt x="0" y="60"/>
                  <ns1:pt x="0" y="59"/>
                  <ns1:pt x="0" y="59"/>
                </ns1:cubicBezTo>
                <ns1:cubicBezTo>
                  <ns1:pt x="6" y="53"/>
                  <ns1:pt x="6" y="53"/>
                  <ns1:pt x="6" y="53"/>
                </ns1:cubicBezTo>
                <ns1:cubicBezTo>
                  <ns1:pt x="7" y="52"/>
                  <ns1:pt x="7" y="52"/>
                  <ns1:pt x="8" y="52"/>
                </ns1:cubicBezTo>
                <ns1:cubicBezTo>
                  <ns1:pt x="8" y="52"/>
                  <ns1:pt x="8" y="52"/>
                  <ns1:pt x="8" y="52"/>
                </ns1:cubicBezTo>
                <ns1:cubicBezTo>
                  <ns1:pt x="20" y="55"/>
                  <ns1:pt x="20" y="55"/>
                  <ns1:pt x="20" y="55"/>
                </ns1:cubicBezTo>
                <ns1:cubicBezTo>
                  <ns1:pt x="37" y="39"/>
                  <ns1:pt x="37" y="39"/>
                  <ns1:pt x="37" y="39"/>
                </ns1:cubicBezTo>
                <ns1:cubicBezTo>
                  <ns1:pt x="5" y="22"/>
                  <ns1:pt x="5" y="22"/>
                  <ns1:pt x="5" y="22"/>
                </ns1:cubicBezTo>
                <ns1:cubicBezTo>
                  <ns1:pt x="4" y="22"/>
                  <ns1:pt x="4" y="21"/>
                  <ns1:pt x="4" y="20"/>
                </ns1:cubicBezTo>
                <ns1:cubicBezTo>
                  <ns1:pt x="4" y="20"/>
                  <ns1:pt x="4" y="19"/>
                  <ns1:pt x="4" y="19"/>
                </ns1:cubicBezTo>
                <ns1:cubicBezTo>
                  <ns1:pt x="12" y="11"/>
                  <ns1:pt x="12" y="11"/>
                  <ns1:pt x="12" y="11"/>
                </ns1:cubicBezTo>
                <ns1:cubicBezTo>
                  <ns1:pt x="13" y="10"/>
                  <ns1:pt x="14" y="10"/>
                  <ns1:pt x="14" y="10"/>
                </ns1:cubicBezTo>
                <ns1:cubicBezTo>
                  <ns1:pt x="56" y="20"/>
                  <ns1:pt x="56" y="20"/>
                  <ns1:pt x="56" y="20"/>
                </ns1:cubicBezTo>
                <ns1:cubicBezTo>
                  <ns1:pt x="66" y="10"/>
                  <ns1:pt x="66" y="10"/>
                  <ns1:pt x="66" y="10"/>
                </ns1:cubicBezTo>
                <ns1:cubicBezTo>
                  <ns1:pt x="72" y="4"/>
                  <ns1:pt x="82" y="0"/>
                  <ns1:pt x="86" y="4"/>
                </ns1:cubicBezTo>
                <ns1:cubicBezTo>
                  <ns1:pt x="90" y="8"/>
                  <ns1:pt x="86" y="18"/>
                  <ns1:pt x="80" y="24"/>
                </ns1:cubicBezTo>
                <ns1:close/>
              </ns1:path>
            </ns1:pathLst>
          </ns1:custGeom>
          <ns1:solidFill>
            <ns1:srgbClr val="010101"/>
          </ns1:solidFill>
          <ns1:ln>
            <ns1:noFill/>
          </ns1:ln>
          <ns1:extLst>
            <ns1:ext uri="{91240B29-F687-4F45-9708-019B960494DF}">
              <ns2:hiddenLine w="9525">
                <ns1:solidFill>
                  <ns1:srgbClr val="000000"/>
                </ns1:solidFill>
                <ns1:round/>
                <ns1:headEnd/>
                <ns1:tailEnd/>
              </ns2:hiddenLine>
            </ns1:ext>
          </ns1:extLst>
        </ns0:spPr>
        <ns0:txBody>
          <ns1:bodyPr vert="horz" wrap="square" lIns="91440" tIns="45720" rIns="91440" bIns="45720" numCol="1" anchor="t" anchorCtr="0" compatLnSpc="1">
            <ns1:prstTxWarp prst="textNoShape">
              <ns1:avLst/>
            </ns1:prstTxWarp>
          </ns1:bodyPr>
          <ns1:lstStyle/>
          <ns1:p>
            <ns1:endParaRPr lang="en-US" sz="2700"/>
          </ns1:p>
        </ns0:txBody>
      </ns0:sp>
      <ns0:sp>
        <ns0:nvSpPr>
          <ns0:cNvPr id="117" name="Freeform 115"/>
          <ns0:cNvSpPr>
            <ns1:spLocks noEditPoints="1"/>
          </ns0:cNvSpPr>
          <ns0:nvPr/>
        </ns0:nvSpPr>
        <ns0:spPr bwMode="auto">
          <ns1:xfrm>
            <ns1:off x="10090152" y="2840039"/>
            <ns1:ext cx="390525" cy="422275"/>
          </ns1:xfrm>
          <ns1:custGeom>
            <ns1:avLst/>
            <ns1:gdLst>
              <ns1:gd name="T0" fmla="*/ 96 w 104"/>
              <ns1:gd name="T1" fmla="*/ 112 h 112"/>
              <ns1:gd name="T2" fmla="*/ 0 w 104"/>
              <ns1:gd name="T3" fmla="*/ 104 h 112"/>
              <ns1:gd name="T4" fmla="*/ 8 w 104"/>
              <ns1:gd name="T5" fmla="*/ 16 h 112"/>
              <ns1:gd name="T6" fmla="*/ 16 w 104"/>
              <ns1:gd name="T7" fmla="*/ 10 h 112"/>
              <ns1:gd name="T8" fmla="*/ 30 w 104"/>
              <ns1:gd name="T9" fmla="*/ 0 h 112"/>
              <ns1:gd name="T10" fmla="*/ 40 w 104"/>
              <ns1:gd name="T11" fmla="*/ 16 h 112"/>
              <ns1:gd name="T12" fmla="*/ 64 w 104"/>
              <ns1:gd name="T13" fmla="*/ 10 h 112"/>
              <ns1:gd name="T14" fmla="*/ 78 w 104"/>
              <ns1:gd name="T15" fmla="*/ 0 h 112"/>
              <ns1:gd name="T16" fmla="*/ 88 w 104"/>
              <ns1:gd name="T17" fmla="*/ 16 h 112"/>
              <ns1:gd name="T18" fmla="*/ 104 w 104"/>
              <ns1:gd name="T19" fmla="*/ 24 h 112"/>
              <ns1:gd name="T20" fmla="*/ 26 w 104"/>
              <ns1:gd name="T21" fmla="*/ 58 h 112"/>
              <ns1:gd name="T22" fmla="*/ 8 w 104"/>
              <ns1:gd name="T23" fmla="*/ 40 h 112"/>
              <ns1:gd name="T24" fmla="*/ 26 w 104"/>
              <ns1:gd name="T25" fmla="*/ 58 h 112"/>
              <ns1:gd name="T26" fmla="*/ 26 w 104"/>
              <ns1:gd name="T27" fmla="*/ 62 h 112"/>
              <ns1:gd name="T28" fmla="*/ 8 w 104"/>
              <ns1:gd name="T29" fmla="*/ 82 h 112"/>
              <ns1:gd name="T30" fmla="*/ 26 w 104"/>
              <ns1:gd name="T31" fmla="*/ 104 h 112"/>
              <ns1:gd name="T32" fmla="*/ 8 w 104"/>
              <ns1:gd name="T33" fmla="*/ 86 h 112"/>
              <ns1:gd name="T34" fmla="*/ 26 w 104"/>
              <ns1:gd name="T35" fmla="*/ 104 h 112"/>
              <ns1:gd name="T36" fmla="*/ 30 w 104"/>
              <ns1:gd name="T37" fmla="*/ 8 h 112"/>
              <ns1:gd name="T38" fmla="*/ 24 w 104"/>
              <ns1:gd name="T39" fmla="*/ 10 h 112"/>
              <ns1:gd name="T40" fmla="*/ 26 w 104"/>
              <ns1:gd name="T41" fmla="*/ 30 h 112"/>
              <ns1:gd name="T42" fmla="*/ 32 w 104"/>
              <ns1:gd name="T43" fmla="*/ 28 h 112"/>
              <ns1:gd name="T44" fmla="*/ 50 w 104"/>
              <ns1:gd name="T45" fmla="*/ 58 h 112"/>
              <ns1:gd name="T46" fmla="*/ 30 w 104"/>
              <ns1:gd name="T47" fmla="*/ 40 h 112"/>
              <ns1:gd name="T48" fmla="*/ 50 w 104"/>
              <ns1:gd name="T49" fmla="*/ 58 h 112"/>
              <ns1:gd name="T50" fmla="*/ 50 w 104"/>
              <ns1:gd name="T51" fmla="*/ 62 h 112"/>
              <ns1:gd name="T52" fmla="*/ 30 w 104"/>
              <ns1:gd name="T53" fmla="*/ 82 h 112"/>
              <ns1:gd name="T54" fmla="*/ 50 w 104"/>
              <ns1:gd name="T55" fmla="*/ 104 h 112"/>
              <ns1:gd name="T56" fmla="*/ 30 w 104"/>
              <ns1:gd name="T57" fmla="*/ 86 h 112"/>
              <ns1:gd name="T58" fmla="*/ 50 w 104"/>
              <ns1:gd name="T59" fmla="*/ 104 h 112"/>
              <ns1:gd name="T60" fmla="*/ 74 w 104"/>
              <ns1:gd name="T61" fmla="*/ 40 h 112"/>
              <ns1:gd name="T62" fmla="*/ 54 w 104"/>
              <ns1:gd name="T63" fmla="*/ 58 h 112"/>
              <ns1:gd name="T64" fmla="*/ 74 w 104"/>
              <ns1:gd name="T65" fmla="*/ 82 h 112"/>
              <ns1:gd name="T66" fmla="*/ 54 w 104"/>
              <ns1:gd name="T67" fmla="*/ 62 h 112"/>
              <ns1:gd name="T68" fmla="*/ 74 w 104"/>
              <ns1:gd name="T69" fmla="*/ 82 h 112"/>
              <ns1:gd name="T70" fmla="*/ 74 w 104"/>
              <ns1:gd name="T71" fmla="*/ 86 h 112"/>
              <ns1:gd name="T72" fmla="*/ 54 w 104"/>
              <ns1:gd name="T73" fmla="*/ 104 h 112"/>
              <ns1:gd name="T74" fmla="*/ 80 w 104"/>
              <ns1:gd name="T75" fmla="*/ 10 h 112"/>
              <ns1:gd name="T76" fmla="*/ 74 w 104"/>
              <ns1:gd name="T77" fmla="*/ 8 h 112"/>
              <ns1:gd name="T78" fmla="*/ 72 w 104"/>
              <ns1:gd name="T79" fmla="*/ 28 h 112"/>
              <ns1:gd name="T80" fmla="*/ 78 w 104"/>
              <ns1:gd name="T81" fmla="*/ 30 h 112"/>
              <ns1:gd name="T82" fmla="*/ 80 w 104"/>
              <ns1:gd name="T83" fmla="*/ 10 h 112"/>
              <ns1:gd name="T84" fmla="*/ 96 w 104"/>
              <ns1:gd name="T85" fmla="*/ 40 h 112"/>
              <ns1:gd name="T86" fmla="*/ 78 w 104"/>
              <ns1:gd name="T87" fmla="*/ 58 h 112"/>
              <ns1:gd name="T88" fmla="*/ 96 w 104"/>
              <ns1:gd name="T89" fmla="*/ 82 h 112"/>
              <ns1:gd name="T90" fmla="*/ 78 w 104"/>
              <ns1:gd name="T91" fmla="*/ 62 h 112"/>
              <ns1:gd name="T92" fmla="*/ 96 w 104"/>
              <ns1:gd name="T93" fmla="*/ 82 h 112"/>
              <ns1:gd name="T94" fmla="*/ 96 w 104"/>
              <ns1:gd name="T95" fmla="*/ 86 h 112"/>
              <ns1:gd name="T96" fmla="*/ 78 w 104"/>
              <ns1:gd name="T97" fmla="*/ 104 h 112"/>
            </ns1:gdLst>
            <ns1:ahLst/>
            <ns1:cxnLst>
              <ns1:cxn ang="0">
                <ns1:pos x="T0" y="T1"/>
              </ns1:cxn>
              <ns1:cxn ang="0">
                <ns1:pos x="T2" y="T3"/>
              </ns1:cxn>
              <ns1:cxn ang="0">
                <ns1:pos x="T4" y="T5"/>
              </ns1:cxn>
              <ns1:cxn ang="0">
                <ns1:pos x="T6" y="T7"/>
              </ns1:cxn>
              <ns1:cxn ang="0">
                <ns1:pos x="T8" y="T9"/>
              </ns1:cxn>
              <ns1:cxn ang="0">
                <ns1:pos x="T10" y="T11"/>
              </ns1:cxn>
              <ns1:cxn ang="0">
                <ns1:pos x="T12" y="T13"/>
              </ns1:cxn>
              <ns1:cxn ang="0">
                <ns1:pos x="T14" y="T15"/>
              </ns1:cxn>
              <ns1:cxn ang="0">
                <ns1:pos x="T16" y="T17"/>
              </ns1:cxn>
              <ns1:cxn ang="0">
                <ns1:pos x="T18" y="T19"/>
              </ns1:cxn>
              <ns1:cxn ang="0">
                <ns1:pos x="T20" y="T21"/>
              </ns1:cxn>
              <ns1:cxn ang="0">
                <ns1:pos x="T22" y="T23"/>
              </ns1:cxn>
              <ns1:cxn ang="0">
                <ns1:pos x="T24" y="T25"/>
              </ns1:cxn>
              <ns1:cxn ang="0">
                <ns1:pos x="T26" y="T27"/>
              </ns1:cxn>
              <ns1:cxn ang="0">
                <ns1:pos x="T28" y="T29"/>
              </ns1:cxn>
              <ns1:cxn ang="0">
                <ns1:pos x="T30" y="T31"/>
              </ns1:cxn>
              <ns1:cxn ang="0">
                <ns1:pos x="T32" y="T33"/>
              </ns1:cxn>
              <ns1:cxn ang="0">
                <ns1:pos x="T34" y="T35"/>
              </ns1:cxn>
              <ns1:cxn ang="0">
                <ns1:pos x="T36" y="T37"/>
              </ns1:cxn>
              <ns1:cxn ang="0">
                <ns1:pos x="T38" y="T39"/>
              </ns1:cxn>
              <ns1:cxn ang="0">
                <ns1:pos x="T40" y="T41"/>
              </ns1:cxn>
              <ns1:cxn ang="0">
                <ns1:pos x="T42" y="T43"/>
              </ns1:cxn>
              <ns1:cxn ang="0">
                <ns1:pos x="T44" y="T45"/>
              </ns1:cxn>
              <ns1:cxn ang="0">
                <ns1:pos x="T46" y="T47"/>
              </ns1:cxn>
              <ns1:cxn ang="0">
                <ns1:pos x="T48" y="T49"/>
              </ns1:cxn>
              <ns1:cxn ang="0">
                <ns1:pos x="T50" y="T51"/>
              </ns1:cxn>
              <ns1:cxn ang="0">
                <ns1:pos x="T52" y="T53"/>
              </ns1:cxn>
              <ns1:cxn ang="0">
                <ns1:pos x="T54" y="T55"/>
              </ns1:cxn>
              <ns1:cxn ang="0">
                <ns1:pos x="T56" y="T57"/>
              </ns1:cxn>
              <ns1:cxn ang="0">
                <ns1:pos x="T58" y="T59"/>
              </ns1:cxn>
              <ns1:cxn ang="0">
                <ns1:pos x="T60" y="T61"/>
              </ns1:cxn>
              <ns1:cxn ang="0">
                <ns1:pos x="T62" y="T63"/>
              </ns1:cxn>
              <ns1:cxn ang="0">
                <ns1:pos x="T64" y="T65"/>
              </ns1:cxn>
              <ns1:cxn ang="0">
                <ns1:pos x="T66" y="T67"/>
              </ns1:cxn>
              <ns1:cxn ang="0">
                <ns1:pos x="T68" y="T69"/>
              </ns1:cxn>
              <ns1:cxn ang="0">
                <ns1:pos x="T70" y="T71"/>
              </ns1:cxn>
              <ns1:cxn ang="0">
                <ns1:pos x="T72" y="T73"/>
              </ns1:cxn>
              <ns1:cxn ang="0">
                <ns1:pos x="T74" y="T75"/>
              </ns1:cxn>
              <ns1:cxn ang="0">
                <ns1:pos x="T76" y="T77"/>
              </ns1:cxn>
              <ns1:cxn ang="0">
                <ns1:pos x="T78" y="T79"/>
              </ns1:cxn>
              <ns1:cxn ang="0">
                <ns1:pos x="T80" y="T81"/>
              </ns1:cxn>
              <ns1:cxn ang="0">
                <ns1:pos x="T82" y="T83"/>
              </ns1:cxn>
              <ns1:cxn ang="0">
                <ns1:pos x="T84" y="T85"/>
              </ns1:cxn>
              <ns1:cxn ang="0">
                <ns1:pos x="T86" y="T87"/>
              </ns1:cxn>
              <ns1:cxn ang="0">
                <ns1:pos x="T88" y="T89"/>
              </ns1:cxn>
              <ns1:cxn ang="0">
                <ns1:pos x="T90" y="T91"/>
              </ns1:cxn>
              <ns1:cxn ang="0">
                <ns1:pos x="T92" y="T93"/>
              </ns1:cxn>
              <ns1:cxn ang="0">
                <ns1:pos x="T94" y="T95"/>
              </ns1:cxn>
              <ns1:cxn ang="0">
                <ns1:pos x="T96" y="T97"/>
              </ns1:cxn>
            </ns1:cxnLst>
            <ns1:rect l="0" t="0" r="r" b="b"/>
            <ns1:pathLst>
              <ns1:path w="104" h="112">
                <ns1:moveTo>
                  <ns1:pt x="104" y="104"/>
                </ns1:moveTo>
                <ns1:cubicBezTo>
                  <ns1:pt x="104" y="108"/>
                  <ns1:pt x="100" y="112"/>
                  <ns1:pt x="96" y="112"/>
                </ns1:cubicBezTo>
                <ns1:cubicBezTo>
                  <ns1:pt x="8" y="112"/>
                  <ns1:pt x="8" y="112"/>
                  <ns1:pt x="8" y="112"/>
                </ns1:cubicBezTo>
                <ns1:cubicBezTo>
                  <ns1:pt x="4" y="112"/>
                  <ns1:pt x="0" y="108"/>
                  <ns1:pt x="0" y="104"/>
                </ns1:cubicBezTo>
                <ns1:cubicBezTo>
                  <ns1:pt x="0" y="24"/>
                  <ns1:pt x="0" y="24"/>
                  <ns1:pt x="0" y="24"/>
                </ns1:cubicBezTo>
                <ns1:cubicBezTo>
                  <ns1:pt x="0" y="20"/>
                  <ns1:pt x="4" y="16"/>
                  <ns1:pt x="8" y="16"/>
                </ns1:cubicBezTo>
                <ns1:cubicBezTo>
                  <ns1:pt x="16" y="16"/>
                  <ns1:pt x="16" y="16"/>
                  <ns1:pt x="16" y="16"/>
                </ns1:cubicBezTo>
                <ns1:cubicBezTo>
                  <ns1:pt x="16" y="10"/>
                  <ns1:pt x="16" y="10"/>
                  <ns1:pt x="16" y="10"/>
                </ns1:cubicBezTo>
                <ns1:cubicBezTo>
                  <ns1:pt x="16" y="5"/>
                  <ns1:pt x="21" y="0"/>
                  <ns1:pt x="26" y="0"/>
                </ns1:cubicBezTo>
                <ns1:cubicBezTo>
                  <ns1:pt x="30" y="0"/>
                  <ns1:pt x="30" y="0"/>
                  <ns1:pt x="30" y="0"/>
                </ns1:cubicBezTo>
                <ns1:cubicBezTo>
                  <ns1:pt x="36" y="0"/>
                  <ns1:pt x="40" y="5"/>
                  <ns1:pt x="40" y="10"/>
                </ns1:cubicBezTo>
                <ns1:cubicBezTo>
                  <ns1:pt x="40" y="16"/>
                  <ns1:pt x="40" y="16"/>
                  <ns1:pt x="40" y="16"/>
                </ns1:cubicBezTo>
                <ns1:cubicBezTo>
                  <ns1:pt x="64" y="16"/>
                  <ns1:pt x="64" y="16"/>
                  <ns1:pt x="64" y="16"/>
                </ns1:cubicBezTo>
                <ns1:cubicBezTo>
                  <ns1:pt x="64" y="10"/>
                  <ns1:pt x="64" y="10"/>
                  <ns1:pt x="64" y="10"/>
                </ns1:cubicBezTo>
                <ns1:cubicBezTo>
                  <ns1:pt x="64" y="5"/>
                  <ns1:pt x="69" y="0"/>
                  <ns1:pt x="74" y="0"/>
                </ns1:cubicBezTo>
                <ns1:cubicBezTo>
                  <ns1:pt x="78" y="0"/>
                  <ns1:pt x="78" y="0"/>
                  <ns1:pt x="78" y="0"/>
                </ns1:cubicBezTo>
                <ns1:cubicBezTo>
                  <ns1:pt x="84" y="0"/>
                  <ns1:pt x="88" y="5"/>
                  <ns1:pt x="88" y="10"/>
                </ns1:cubicBezTo>
                <ns1:cubicBezTo>
                  <ns1:pt x="88" y="16"/>
                  <ns1:pt x="88" y="16"/>
                  <ns1:pt x="88" y="16"/>
                </ns1:cubicBezTo>
                <ns1:cubicBezTo>
                  <ns1:pt x="96" y="16"/>
                  <ns1:pt x="96" y="16"/>
                  <ns1:pt x="96" y="16"/>
                </ns1:cubicBezTo>
                <ns1:cubicBezTo>
                  <ns1:pt x="100" y="16"/>
                  <ns1:pt x="104" y="20"/>
                  <ns1:pt x="104" y="24"/>
                </ns1:cubicBezTo>
                <ns1:lnTo>
                  <ns1:pt x="104" y="104"/>
                </ns1:lnTo>
                <ns1:close/>
                <ns1:moveTo>
                  <ns1:pt x="26" y="58"/>
                </ns1:moveTo>
                <ns1:cubicBezTo>
                  <ns1:pt x="26" y="40"/>
                  <ns1:pt x="26" y="40"/>
                  <ns1:pt x="26" y="40"/>
                </ns1:cubicBezTo>
                <ns1:cubicBezTo>
                  <ns1:pt x="8" y="40"/>
                  <ns1:pt x="8" y="40"/>
                  <ns1:pt x="8" y="40"/>
                </ns1:cubicBezTo>
                <ns1:cubicBezTo>
                  <ns1:pt x="8" y="58"/>
                  <ns1:pt x="8" y="58"/>
                  <ns1:pt x="8" y="58"/>
                </ns1:cubicBezTo>
                <ns1:lnTo>
                  <ns1:pt x="26" y="58"/>
                </ns1:lnTo>
                <ns1:close/>
                <ns1:moveTo>
                  <ns1:pt x="26" y="82"/>
                </ns1:moveTo>
                <ns1:cubicBezTo>
                  <ns1:pt x="26" y="62"/>
                  <ns1:pt x="26" y="62"/>
                  <ns1:pt x="26" y="62"/>
                </ns1:cubicBezTo>
                <ns1:cubicBezTo>
                  <ns1:pt x="8" y="62"/>
                  <ns1:pt x="8" y="62"/>
                  <ns1:pt x="8" y="62"/>
                </ns1:cubicBezTo>
                <ns1:cubicBezTo>
                  <ns1:pt x="8" y="82"/>
                  <ns1:pt x="8" y="82"/>
                  <ns1:pt x="8" y="82"/>
                </ns1:cubicBezTo>
                <ns1:lnTo>
                  <ns1:pt x="26" y="82"/>
                </ns1:lnTo>
                <ns1:close/>
                <ns1:moveTo>
                  <ns1:pt x="26" y="104"/>
                </ns1:moveTo>
                <ns1:cubicBezTo>
                  <ns1:pt x="26" y="86"/>
                  <ns1:pt x="26" y="86"/>
                  <ns1:pt x="26" y="86"/>
                </ns1:cubicBezTo>
                <ns1:cubicBezTo>
                  <ns1:pt x="8" y="86"/>
                  <ns1:pt x="8" y="86"/>
                  <ns1:pt x="8" y="86"/>
                </ns1:cubicBezTo>
                <ns1:cubicBezTo>
                  <ns1:pt x="8" y="104"/>
                  <ns1:pt x="8" y="104"/>
                  <ns1:pt x="8" y="104"/>
                </ns1:cubicBezTo>
                <ns1:lnTo>
                  <ns1:pt x="26" y="104"/>
                </ns1:lnTo>
                <ns1:close/>
                <ns1:moveTo>
                  <ns1:pt x="32" y="10"/>
                </ns1:moveTo>
                <ns1:cubicBezTo>
                  <ns1:pt x="32" y="9"/>
                  <ns1:pt x="31" y="8"/>
                  <ns1:pt x="30" y="8"/>
                </ns1:cubicBezTo>
                <ns1:cubicBezTo>
                  <ns1:pt x="26" y="8"/>
                  <ns1:pt x="26" y="8"/>
                  <ns1:pt x="26" y="8"/>
                </ns1:cubicBezTo>
                <ns1:cubicBezTo>
                  <ns1:pt x="25" y="8"/>
                  <ns1:pt x="24" y="9"/>
                  <ns1:pt x="24" y="10"/>
                </ns1:cubicBezTo>
                <ns1:cubicBezTo>
                  <ns1:pt x="24" y="28"/>
                  <ns1:pt x="24" y="28"/>
                  <ns1:pt x="24" y="28"/>
                </ns1:cubicBezTo>
                <ns1:cubicBezTo>
                  <ns1:pt x="24" y="29"/>
                  <ns1:pt x="25" y="30"/>
                  <ns1:pt x="26" y="30"/>
                </ns1:cubicBezTo>
                <ns1:cubicBezTo>
                  <ns1:pt x="30" y="30"/>
                  <ns1:pt x="30" y="30"/>
                  <ns1:pt x="30" y="30"/>
                </ns1:cubicBezTo>
                <ns1:cubicBezTo>
                  <ns1:pt x="31" y="30"/>
                  <ns1:pt x="32" y="29"/>
                  <ns1:pt x="32" y="28"/>
                </ns1:cubicBezTo>
                <ns1:lnTo>
                  <ns1:pt x="32" y="10"/>
                </ns1:lnTo>
                <ns1:close/>
                <ns1:moveTo>
                  <ns1:pt x="50" y="58"/>
                </ns1:moveTo>
                <ns1:cubicBezTo>
                  <ns1:pt x="50" y="40"/>
                  <ns1:pt x="50" y="40"/>
                  <ns1:pt x="50" y="40"/>
                </ns1:cubicBezTo>
                <ns1:cubicBezTo>
                  <ns1:pt x="30" y="40"/>
                  <ns1:pt x="30" y="40"/>
                  <ns1:pt x="30" y="40"/>
                </ns1:cubicBezTo>
                <ns1:cubicBezTo>
                  <ns1:pt x="30" y="58"/>
                  <ns1:pt x="30" y="58"/>
                  <ns1:pt x="30" y="58"/>
                </ns1:cubicBezTo>
                <ns1:lnTo>
                  <ns1:pt x="50" y="58"/>
                </ns1:lnTo>
                <ns1:close/>
                <ns1:moveTo>
                  <ns1:pt x="50" y="82"/>
                </ns1:moveTo>
                <ns1:cubicBezTo>
                  <ns1:pt x="50" y="62"/>
                  <ns1:pt x="50" y="62"/>
                  <ns1:pt x="50" y="62"/>
                </ns1:cubicBezTo>
                <ns1:cubicBezTo>
                  <ns1:pt x="30" y="62"/>
                  <ns1:pt x="30" y="62"/>
                  <ns1:pt x="30" y="62"/>
                </ns1:cubicBezTo>
                <ns1:cubicBezTo>
                  <ns1:pt x="30" y="82"/>
                  <ns1:pt x="30" y="82"/>
                  <ns1:pt x="30" y="82"/>
                </ns1:cubicBezTo>
                <ns1:lnTo>
                  <ns1:pt x="50" y="82"/>
                </ns1:lnTo>
                <ns1:close/>
                <ns1:moveTo>
                  <ns1:pt x="50" y="104"/>
                </ns1:moveTo>
                <ns1:cubicBezTo>
                  <ns1:pt x="50" y="86"/>
                  <ns1:pt x="50" y="86"/>
                  <ns1:pt x="50" y="86"/>
                </ns1:cubicBezTo>
                <ns1:cubicBezTo>
                  <ns1:pt x="30" y="86"/>
                  <ns1:pt x="30" y="86"/>
                  <ns1:pt x="30" y="86"/>
                </ns1:cubicBezTo>
                <ns1:cubicBezTo>
                  <ns1:pt x="30" y="104"/>
                  <ns1:pt x="30" y="104"/>
                  <ns1:pt x="30" y="104"/>
                </ns1:cubicBezTo>
                <ns1:lnTo>
                  <ns1:pt x="50" y="104"/>
                </ns1:lnTo>
                <ns1:close/>
                <ns1:moveTo>
                  <ns1:pt x="74" y="58"/>
                </ns1:moveTo>
                <ns1:cubicBezTo>
                  <ns1:pt x="74" y="40"/>
                  <ns1:pt x="74" y="40"/>
                  <ns1:pt x="74" y="40"/>
                </ns1:cubicBezTo>
                <ns1:cubicBezTo>
                  <ns1:pt x="54" y="40"/>
                  <ns1:pt x="54" y="40"/>
                  <ns1:pt x="54" y="40"/>
                </ns1:cubicBezTo>
                <ns1:cubicBezTo>
                  <ns1:pt x="54" y="58"/>
                  <ns1:pt x="54" y="58"/>
                  <ns1:pt x="54" y="58"/>
                </ns1:cubicBezTo>
                <ns1:lnTo>
                  <ns1:pt x="74" y="58"/>
                </ns1:lnTo>
                <ns1:close/>
                <ns1:moveTo>
                  <ns1:pt x="74" y="82"/>
                </ns1:moveTo>
                <ns1:cubicBezTo>
                  <ns1:pt x="74" y="62"/>
                  <ns1:pt x="74" y="62"/>
                  <ns1:pt x="74" y="62"/>
                </ns1:cubicBezTo>
                <ns1:cubicBezTo>
                  <ns1:pt x="54" y="62"/>
                  <ns1:pt x="54" y="62"/>
                  <ns1:pt x="54" y="62"/>
                </ns1:cubicBezTo>
                <ns1:cubicBezTo>
                  <ns1:pt x="54" y="82"/>
                  <ns1:pt x="54" y="82"/>
                  <ns1:pt x="54" y="82"/>
                </ns1:cubicBezTo>
                <ns1:lnTo>
                  <ns1:pt x="74" y="82"/>
                </ns1:lnTo>
                <ns1:close/>
                <ns1:moveTo>
                  <ns1:pt x="74" y="104"/>
                </ns1:moveTo>
                <ns1:cubicBezTo>
                  <ns1:pt x="74" y="86"/>
                  <ns1:pt x="74" y="86"/>
                  <ns1:pt x="74" y="86"/>
                </ns1:cubicBezTo>
                <ns1:cubicBezTo>
                  <ns1:pt x="54" y="86"/>
                  <ns1:pt x="54" y="86"/>
                  <ns1:pt x="54" y="86"/>
                </ns1:cubicBezTo>
                <ns1:cubicBezTo>
                  <ns1:pt x="54" y="104"/>
                  <ns1:pt x="54" y="104"/>
                  <ns1:pt x="54" y="104"/>
                </ns1:cubicBezTo>
                <ns1:lnTo>
                  <ns1:pt x="74" y="104"/>
                </ns1:lnTo>
                <ns1:close/>
                <ns1:moveTo>
                  <ns1:pt x="80" y="10"/>
                </ns1:moveTo>
                <ns1:cubicBezTo>
                  <ns1:pt x="80" y="9"/>
                  <ns1:pt x="79" y="8"/>
                  <ns1:pt x="78" y="8"/>
                </ns1:cubicBezTo>
                <ns1:cubicBezTo>
                  <ns1:pt x="74" y="8"/>
                  <ns1:pt x="74" y="8"/>
                  <ns1:pt x="74" y="8"/>
                </ns1:cubicBezTo>
                <ns1:cubicBezTo>
                  <ns1:pt x="73" y="8"/>
                  <ns1:pt x="72" y="9"/>
                  <ns1:pt x="72" y="10"/>
                </ns1:cubicBezTo>
                <ns1:cubicBezTo>
                  <ns1:pt x="72" y="28"/>
                  <ns1:pt x="72" y="28"/>
                  <ns1:pt x="72" y="28"/>
                </ns1:cubicBezTo>
                <ns1:cubicBezTo>
                  <ns1:pt x="72" y="29"/>
                  <ns1:pt x="73" y="30"/>
                  <ns1:pt x="74" y="30"/>
                </ns1:cubicBezTo>
                <ns1:cubicBezTo>
                  <ns1:pt x="78" y="30"/>
                  <ns1:pt x="78" y="30"/>
                  <ns1:pt x="78" y="30"/>
                </ns1:cubicBezTo>
                <ns1:cubicBezTo>
                  <ns1:pt x="79" y="30"/>
                  <ns1:pt x="80" y="29"/>
                  <ns1:pt x="80" y="28"/>
                </ns1:cubicBezTo>
                <ns1:lnTo>
                  <ns1:pt x="80" y="10"/>
                </ns1:lnTo>
                <ns1:close/>
                <ns1:moveTo>
                  <ns1:pt x="96" y="58"/>
                </ns1:moveTo>
                <ns1:cubicBezTo>
                  <ns1:pt x="96" y="40"/>
                  <ns1:pt x="96" y="40"/>
                  <ns1:pt x="96" y="40"/>
                </ns1:cubicBezTo>
                <ns1:cubicBezTo>
                  <ns1:pt x="78" y="40"/>
                  <ns1:pt x="78" y="40"/>
                  <ns1:pt x="78" y="40"/>
                </ns1:cubicBezTo>
                <ns1:cubicBezTo>
                  <ns1:pt x="78" y="58"/>
                  <ns1:pt x="78" y="58"/>
                  <ns1:pt x="78" y="58"/>
                </ns1:cubicBezTo>
                <ns1:lnTo>
                  <ns1:pt x="96" y="58"/>
                </ns1:lnTo>
                <ns1:close/>
                <ns1:moveTo>
                  <ns1:pt x="96" y="82"/>
                </ns1:moveTo>
                <ns1:cubicBezTo>
                  <ns1:pt x="96" y="62"/>
                  <ns1:pt x="96" y="62"/>
                  <ns1:pt x="96" y="62"/>
                </ns1:cubicBezTo>
                <ns1:cubicBezTo>
                  <ns1:pt x="78" y="62"/>
                  <ns1:pt x="78" y="62"/>
                  <ns1:pt x="78" y="62"/>
                </ns1:cubicBezTo>
                <ns1:cubicBezTo>
                  <ns1:pt x="78" y="82"/>
                  <ns1:pt x="78" y="82"/>
                  <ns1:pt x="78" y="82"/>
                </ns1:cubicBezTo>
                <ns1:lnTo>
                  <ns1:pt x="96" y="82"/>
                </ns1:lnTo>
                <ns1:close/>
                <ns1:moveTo>
                  <ns1:pt x="96" y="104"/>
                </ns1:moveTo>
                <ns1:cubicBezTo>
                  <ns1:pt x="96" y="86"/>
                  <ns1:pt x="96" y="86"/>
                  <ns1:pt x="96" y="86"/>
                </ns1:cubicBezTo>
                <ns1:cubicBezTo>
                  <ns1:pt x="78" y="86"/>
                  <ns1:pt x="78" y="86"/>
                  <ns1:pt x="78" y="86"/>
                </ns1:cubicBezTo>
                <ns1:cubicBezTo>
                  <ns1:pt x="78" y="104"/>
                  <ns1:pt x="78" y="104"/>
                  <ns1:pt x="78" y="104"/>
                </ns1:cubicBezTo>
                <ns1:lnTo>
                  <ns1:pt x="96" y="104"/>
                </ns1:lnTo>
                <ns1:close/>
              </ns1:path>
            </ns1:pathLst>
          </ns1:custGeom>
          <ns1:solidFill>
            <ns1:srgbClr val="010101"/>
          </ns1:solidFill>
          <ns1:ln>
            <ns1:noFill/>
          </ns1:ln>
          <ns1:extLst>
            <ns1:ext uri="{91240B29-F687-4F45-9708-019B960494DF}">
              <ns2:hiddenLine w="9525">
                <ns1:solidFill>
                  <ns1:srgbClr val="000000"/>
                </ns1:solidFill>
                <ns1:round/>
                <ns1:headEnd/>
                <ns1:tailEnd/>
              </ns2:hiddenLine>
            </ns1:ext>
          </ns1:extLst>
        </ns0:spPr>
        <ns0:txBody>
          <ns1:bodyPr vert="horz" wrap="square" lIns="91440" tIns="45720" rIns="91440" bIns="45720" numCol="1" anchor="t" anchorCtr="0" compatLnSpc="1">
            <ns1:prstTxWarp prst="textNoShape">
              <ns1:avLst/>
            </ns1:prstTxWarp>
          </ns1:bodyPr>
          <ns1:lstStyle/>
          <ns1:p>
            <ns1:endParaRPr lang="en-US" sz="2700"/>
          </ns1:p>
        </ns0:txBody>
      </ns0:sp>
      <ns0:sp>
        <ns0:nvSpPr>
          <ns0:cNvPr id="118" name="Freeform 116"/>
          <ns0:cNvSpPr>
            <ns1:spLocks noEditPoints="1"/>
          </ns0:cNvSpPr>
          <ns0:nvPr/>
        </ns0:nvSpPr>
        <ns0:spPr bwMode="auto">
          <ns1:xfrm>
            <ns1:off x="10720388" y="2847976"/>
            <ns1:ext cx="420688" cy="376238"/>
          </ns1:xfrm>
          <ns1:custGeom>
            <ns1:avLst/>
            <ns1:gdLst>
              <ns1:gd name="T0" fmla="*/ 111 w 112"/>
              <ns1:gd name="T1" fmla="*/ 24 h 100"/>
              <ns1:gd name="T2" fmla="*/ 91 w 112"/>
              <ns1:gd name="T3" fmla="*/ 44 h 100"/>
              <ns1:gd name="T4" fmla="*/ 90 w 112"/>
              <ns1:gd name="T5" fmla="*/ 44 h 100"/>
              <ns1:gd name="T6" fmla="*/ 88 w 112"/>
              <ns1:gd name="T7" fmla="*/ 42 h 100"/>
              <ns1:gd name="T8" fmla="*/ 88 w 112"/>
              <ns1:gd name="T9" fmla="*/ 30 h 100"/>
              <ns1:gd name="T10" fmla="*/ 72 w 112"/>
              <ns1:gd name="T11" fmla="*/ 30 h 100"/>
              <ns1:gd name="T12" fmla="*/ 56 w 112"/>
              <ns1:gd name="T13" fmla="*/ 43 h 100"/>
              <ns1:gd name="T14" fmla="*/ 51 w 112"/>
              <ns1:gd name="T15" fmla="*/ 53 h 100"/>
              <ns1:gd name="T16" fmla="*/ 16 w 112"/>
              <ns1:gd name="T17" fmla="*/ 86 h 100"/>
              <ns1:gd name="T18" fmla="*/ 2 w 112"/>
              <ns1:gd name="T19" fmla="*/ 86 h 100"/>
              <ns1:gd name="T20" fmla="*/ 0 w 112"/>
              <ns1:gd name="T21" fmla="*/ 84 h 100"/>
              <ns1:gd name="T22" fmla="*/ 0 w 112"/>
              <ns1:gd name="T23" fmla="*/ 72 h 100"/>
              <ns1:gd name="T24" fmla="*/ 2 w 112"/>
              <ns1:gd name="T25" fmla="*/ 70 h 100"/>
              <ns1:gd name="T26" fmla="*/ 16 w 112"/>
              <ns1:gd name="T27" fmla="*/ 70 h 100"/>
              <ns1:gd name="T28" fmla="*/ 32 w 112"/>
              <ns1:gd name="T29" fmla="*/ 58 h 100"/>
              <ns1:gd name="T30" fmla="*/ 36 w 112"/>
              <ns1:gd name="T31" fmla="*/ 47 h 100"/>
              <ns1:gd name="T32" fmla="*/ 72 w 112"/>
              <ns1:gd name="T33" fmla="*/ 14 h 100"/>
              <ns1:gd name="T34" fmla="*/ 88 w 112"/>
              <ns1:gd name="T35" fmla="*/ 14 h 100"/>
              <ns1:gd name="T36" fmla="*/ 88 w 112"/>
              <ns1:gd name="T37" fmla="*/ 2 h 100"/>
              <ns1:gd name="T38" fmla="*/ 90 w 112"/>
              <ns1:gd name="T39" fmla="*/ 0 h 100"/>
              <ns1:gd name="T40" fmla="*/ 91 w 112"/>
              <ns1:gd name="T41" fmla="*/ 1 h 100"/>
              <ns1:gd name="T42" fmla="*/ 111 w 112"/>
              <ns1:gd name="T43" fmla="*/ 21 h 100"/>
              <ns1:gd name="T44" fmla="*/ 112 w 112"/>
              <ns1:gd name="T45" fmla="*/ 22 h 100"/>
              <ns1:gd name="T46" fmla="*/ 111 w 112"/>
              <ns1:gd name="T47" fmla="*/ 24 h 100"/>
              <ns1:gd name="T48" fmla="*/ 33 w 112"/>
              <ns1:gd name="T49" fmla="*/ 45 h 100"/>
              <ns1:gd name="T50" fmla="*/ 16 w 112"/>
              <ns1:gd name="T51" fmla="*/ 30 h 100"/>
              <ns1:gd name="T52" fmla="*/ 2 w 112"/>
              <ns1:gd name="T53" fmla="*/ 30 h 100"/>
              <ns1:gd name="T54" fmla="*/ 0 w 112"/>
              <ns1:gd name="T55" fmla="*/ 28 h 100"/>
              <ns1:gd name="T56" fmla="*/ 0 w 112"/>
              <ns1:gd name="T57" fmla="*/ 16 h 100"/>
              <ns1:gd name="T58" fmla="*/ 2 w 112"/>
              <ns1:gd name="T59" fmla="*/ 14 h 100"/>
              <ns1:gd name="T60" fmla="*/ 16 w 112"/>
              <ns1:gd name="T61" fmla="*/ 14 h 100"/>
              <ns1:gd name="T62" fmla="*/ 41 w 112"/>
              <ns1:gd name="T63" fmla="*/ 28 h 100"/>
              <ns1:gd name="T64" fmla="*/ 33 w 112"/>
              <ns1:gd name="T65" fmla="*/ 45 h 100"/>
              <ns1:gd name="T66" fmla="*/ 111 w 112"/>
              <ns1:gd name="T67" fmla="*/ 79 h 100"/>
              <ns1:gd name="T68" fmla="*/ 91 w 112"/>
              <ns1:gd name="T69" fmla="*/ 99 h 100"/>
              <ns1:gd name="T70" fmla="*/ 90 w 112"/>
              <ns1:gd name="T71" fmla="*/ 100 h 100"/>
              <ns1:gd name="T72" fmla="*/ 88 w 112"/>
              <ns1:gd name="T73" fmla="*/ 98 h 100"/>
              <ns1:gd name="T74" fmla="*/ 88 w 112"/>
              <ns1:gd name="T75" fmla="*/ 86 h 100"/>
              <ns1:gd name="T76" fmla="*/ 46 w 112"/>
              <ns1:gd name="T77" fmla="*/ 72 h 100"/>
              <ns1:gd name="T78" fmla="*/ 55 w 112"/>
              <ns1:gd name="T79" fmla="*/ 55 h 100"/>
              <ns1:gd name="T80" fmla="*/ 72 w 112"/>
              <ns1:gd name="T81" fmla="*/ 70 h 100"/>
              <ns1:gd name="T82" fmla="*/ 88 w 112"/>
              <ns1:gd name="T83" fmla="*/ 70 h 100"/>
              <ns1:gd name="T84" fmla="*/ 88 w 112"/>
              <ns1:gd name="T85" fmla="*/ 58 h 100"/>
              <ns1:gd name="T86" fmla="*/ 90 w 112"/>
              <ns1:gd name="T87" fmla="*/ 56 h 100"/>
              <ns1:gd name="T88" fmla="*/ 91 w 112"/>
              <ns1:gd name="T89" fmla="*/ 57 h 100"/>
              <ns1:gd name="T90" fmla="*/ 111 w 112"/>
              <ns1:gd name="T91" fmla="*/ 77 h 100"/>
              <ns1:gd name="T92" fmla="*/ 112 w 112"/>
              <ns1:gd name="T93" fmla="*/ 78 h 100"/>
              <ns1:gd name="T94" fmla="*/ 111 w 112"/>
              <ns1:gd name="T95" fmla="*/ 79 h 100"/>
            </ns1:gdLst>
            <ns1:ahLst/>
            <ns1:cxnLst>
              <ns1:cxn ang="0">
                <ns1:pos x="T0" y="T1"/>
              </ns1:cxn>
              <ns1:cxn ang="0">
                <ns1:pos x="T2" y="T3"/>
              </ns1:cxn>
              <ns1:cxn ang="0">
                <ns1:pos x="T4" y="T5"/>
              </ns1:cxn>
              <ns1:cxn ang="0">
                <ns1:pos x="T6" y="T7"/>
              </ns1:cxn>
              <ns1:cxn ang="0">
                <ns1:pos x="T8" y="T9"/>
              </ns1:cxn>
              <ns1:cxn ang="0">
                <ns1:pos x="T10" y="T11"/>
              </ns1:cxn>
              <ns1:cxn ang="0">
                <ns1:pos x="T12" y="T13"/>
              </ns1:cxn>
              <ns1:cxn ang="0">
                <ns1:pos x="T14" y="T15"/>
              </ns1:cxn>
              <ns1:cxn ang="0">
                <ns1:pos x="T16" y="T17"/>
              </ns1:cxn>
              <ns1:cxn ang="0">
                <ns1:pos x="T18" y="T19"/>
              </ns1:cxn>
              <ns1:cxn ang="0">
                <ns1:pos x="T20" y="T21"/>
              </ns1:cxn>
              <ns1:cxn ang="0">
                <ns1:pos x="T22" y="T23"/>
              </ns1:cxn>
              <ns1:cxn ang="0">
                <ns1:pos x="T24" y="T25"/>
              </ns1:cxn>
              <ns1:cxn ang="0">
                <ns1:pos x="T26" y="T27"/>
              </ns1:cxn>
              <ns1:cxn ang="0">
                <ns1:pos x="T28" y="T29"/>
              </ns1:cxn>
              <ns1:cxn ang="0">
                <ns1:pos x="T30" y="T31"/>
              </ns1:cxn>
              <ns1:cxn ang="0">
                <ns1:pos x="T32" y="T33"/>
              </ns1:cxn>
              <ns1:cxn ang="0">
                <ns1:pos x="T34" y="T35"/>
              </ns1:cxn>
              <ns1:cxn ang="0">
                <ns1:pos x="T36" y="T37"/>
              </ns1:cxn>
              <ns1:cxn ang="0">
                <ns1:pos x="T38" y="T39"/>
              </ns1:cxn>
              <ns1:cxn ang="0">
                <ns1:pos x="T40" y="T41"/>
              </ns1:cxn>
              <ns1:cxn ang="0">
                <ns1:pos x="T42" y="T43"/>
              </ns1:cxn>
              <ns1:cxn ang="0">
                <ns1:pos x="T44" y="T45"/>
              </ns1:cxn>
              <ns1:cxn ang="0">
                <ns1:pos x="T46" y="T47"/>
              </ns1:cxn>
              <ns1:cxn ang="0">
                <ns1:pos x="T48" y="T49"/>
              </ns1:cxn>
              <ns1:cxn ang="0">
                <ns1:pos x="T50" y="T51"/>
              </ns1:cxn>
              <ns1:cxn ang="0">
                <ns1:pos x="T52" y="T53"/>
              </ns1:cxn>
              <ns1:cxn ang="0">
                <ns1:pos x="T54" y="T55"/>
              </ns1:cxn>
              <ns1:cxn ang="0">
                <ns1:pos x="T56" y="T57"/>
              </ns1:cxn>
              <ns1:cxn ang="0">
                <ns1:pos x="T58" y="T59"/>
              </ns1:cxn>
              <ns1:cxn ang="0">
                <ns1:pos x="T60" y="T61"/>
              </ns1:cxn>
              <ns1:cxn ang="0">
                <ns1:pos x="T62" y="T63"/>
              </ns1:cxn>
              <ns1:cxn ang="0">
                <ns1:pos x="T64" y="T65"/>
              </ns1:cxn>
              <ns1:cxn ang="0">
                <ns1:pos x="T66" y="T67"/>
              </ns1:cxn>
              <ns1:cxn ang="0">
                <ns1:pos x="T68" y="T69"/>
              </ns1:cxn>
              <ns1:cxn ang="0">
                <ns1:pos x="T70" y="T71"/>
              </ns1:cxn>
              <ns1:cxn ang="0">
                <ns1:pos x="T72" y="T73"/>
              </ns1:cxn>
              <ns1:cxn ang="0">
                <ns1:pos x="T74" y="T75"/>
              </ns1:cxn>
              <ns1:cxn ang="0">
                <ns1:pos x="T76" y="T77"/>
              </ns1:cxn>
              <ns1:cxn ang="0">
                <ns1:pos x="T78" y="T79"/>
              </ns1:cxn>
              <ns1:cxn ang="0">
                <ns1:pos x="T80" y="T81"/>
              </ns1:cxn>
              <ns1:cxn ang="0">
                <ns1:pos x="T82" y="T83"/>
              </ns1:cxn>
              <ns1:cxn ang="0">
                <ns1:pos x="T84" y="T85"/>
              </ns1:cxn>
              <ns1:cxn ang="0">
                <ns1:pos x="T86" y="T87"/>
              </ns1:cxn>
              <ns1:cxn ang="0">
                <ns1:pos x="T88" y="T89"/>
              </ns1:cxn>
              <ns1:cxn ang="0">
                <ns1:pos x="T90" y="T91"/>
              </ns1:cxn>
              <ns1:cxn ang="0">
                <ns1:pos x="T92" y="T93"/>
              </ns1:cxn>
              <ns1:cxn ang="0">
                <ns1:pos x="T94" y="T95"/>
              </ns1:cxn>
            </ns1:cxnLst>
            <ns1:rect l="0" t="0" r="r" b="b"/>
            <ns1:pathLst>
              <ns1:path w="112" h="100">
                <ns1:moveTo>
                  <ns1:pt x="111" y="24"/>
                </ns1:moveTo>
                <ns1:cubicBezTo>
                  <ns1:pt x="91" y="44"/>
                  <ns1:pt x="91" y="44"/>
                  <ns1:pt x="91" y="44"/>
                </ns1:cubicBezTo>
                <ns1:cubicBezTo>
                  <ns1:pt x="91" y="44"/>
                  <ns1:pt x="90" y="44"/>
                  <ns1:pt x="90" y="44"/>
                </ns1:cubicBezTo>
                <ns1:cubicBezTo>
                  <ns1:pt x="89" y="44"/>
                  <ns1:pt x="88" y="43"/>
                  <ns1:pt x="88" y="42"/>
                </ns1:cubicBezTo>
                <ns1:cubicBezTo>
                  <ns1:pt x="88" y="30"/>
                  <ns1:pt x="88" y="30"/>
                  <ns1:pt x="88" y="30"/>
                </ns1:cubicBezTo>
                <ns1:cubicBezTo>
                  <ns1:pt x="72" y="30"/>
                  <ns1:pt x="72" y="30"/>
                  <ns1:pt x="72" y="30"/>
                </ns1:cubicBezTo>
                <ns1:cubicBezTo>
                  <ns1:pt x="63" y="30"/>
                  <ns1:pt x="60" y="36"/>
                  <ns1:pt x="56" y="43"/>
                </ns1:cubicBezTo>
                <ns1:cubicBezTo>
                  <ns1:pt x="54" y="46"/>
                  <ns1:pt x="53" y="50"/>
                  <ns1:pt x="51" y="53"/>
                </ns1:cubicBezTo>
                <ns1:cubicBezTo>
                  <ns1:pt x="44" y="69"/>
                  <ns1:pt x="36" y="86"/>
                  <ns1:pt x="16" y="86"/>
                </ns1:cubicBezTo>
                <ns1:cubicBezTo>
                  <ns1:pt x="2" y="86"/>
                  <ns1:pt x="2" y="86"/>
                  <ns1:pt x="2" y="86"/>
                </ns1:cubicBezTo>
                <ns1:cubicBezTo>
                  <ns1:pt x="1" y="86"/>
                  <ns1:pt x="0" y="85"/>
                  <ns1:pt x="0" y="84"/>
                </ns1:cubicBezTo>
                <ns1:cubicBezTo>
                  <ns1:pt x="0" y="72"/>
                  <ns1:pt x="0" y="72"/>
                  <ns1:pt x="0" y="72"/>
                </ns1:cubicBezTo>
                <ns1:cubicBezTo>
                  <ns1:pt x="0" y="71"/>
                  <ns1:pt x="1" y="70"/>
                  <ns1:pt x="2" y="70"/>
                </ns1:cubicBezTo>
                <ns1:cubicBezTo>
                  <ns1:pt x="16" y="70"/>
                  <ns1:pt x="16" y="70"/>
                  <ns1:pt x="16" y="70"/>
                </ns1:cubicBezTo>
                <ns1:cubicBezTo>
                  <ns1:pt x="24" y="70"/>
                  <ns1:pt x="28" y="64"/>
                  <ns1:pt x="32" y="58"/>
                </ns1:cubicBezTo>
                <ns1:cubicBezTo>
                  <ns1:pt x="33" y="54"/>
                  <ns1:pt x="35" y="51"/>
                  <ns1:pt x="36" y="47"/>
                </ns1:cubicBezTo>
                <ns1:cubicBezTo>
                  <ns1:pt x="43" y="31"/>
                  <ns1:pt x="51" y="14"/>
                  <ns1:pt x="72" y="14"/>
                </ns1:cubicBezTo>
                <ns1:cubicBezTo>
                  <ns1:pt x="88" y="14"/>
                  <ns1:pt x="88" y="14"/>
                  <ns1:pt x="88" y="14"/>
                </ns1:cubicBezTo>
                <ns1:cubicBezTo>
                  <ns1:pt x="88" y="2"/>
                  <ns1:pt x="88" y="2"/>
                  <ns1:pt x="88" y="2"/>
                </ns1:cubicBezTo>
                <ns1:cubicBezTo>
                  <ns1:pt x="88" y="1"/>
                  <ns1:pt x="89" y="0"/>
                  <ns1:pt x="90" y="0"/>
                </ns1:cubicBezTo>
                <ns1:cubicBezTo>
                  <ns1:pt x="90" y="0"/>
                  <ns1:pt x="91" y="0"/>
                  <ns1:pt x="91" y="1"/>
                </ns1:cubicBezTo>
                <ns1:cubicBezTo>
                  <ns1:pt x="111" y="21"/>
                  <ns1:pt x="111" y="21"/>
                  <ns1:pt x="111" y="21"/>
                </ns1:cubicBezTo>
                <ns1:cubicBezTo>
                  <ns1:pt x="112" y="21"/>
                  <ns1:pt x="112" y="22"/>
                  <ns1:pt x="112" y="22"/>
                </ns1:cubicBezTo>
                <ns1:cubicBezTo>
                  <ns1:pt x="112" y="23"/>
                  <ns1:pt x="112" y="23"/>
                  <ns1:pt x="111" y="24"/>
                </ns1:cubicBezTo>
                <ns1:close/>
                <ns1:moveTo>
                  <ns1:pt x="33" y="45"/>
                </ns1:moveTo>
                <ns1:cubicBezTo>
                  <ns1:pt x="29" y="38"/>
                  <ns1:pt x="25" y="30"/>
                  <ns1:pt x="16" y="30"/>
                </ns1:cubicBezTo>
                <ns1:cubicBezTo>
                  <ns1:pt x="2" y="30"/>
                  <ns1:pt x="2" y="30"/>
                  <ns1:pt x="2" y="30"/>
                </ns1:cubicBezTo>
                <ns1:cubicBezTo>
                  <ns1:pt x="1" y="30"/>
                  <ns1:pt x="0" y="29"/>
                  <ns1:pt x="0" y="28"/>
                </ns1:cubicBezTo>
                <ns1:cubicBezTo>
                  <ns1:pt x="0" y="16"/>
                  <ns1:pt x="0" y="16"/>
                  <ns1:pt x="0" y="16"/>
                </ns1:cubicBezTo>
                <ns1:cubicBezTo>
                  <ns1:pt x="0" y="15"/>
                  <ns1:pt x="1" y="14"/>
                  <ns1:pt x="2" y="14"/>
                </ns1:cubicBezTo>
                <ns1:cubicBezTo>
                  <ns1:pt x="16" y="14"/>
                  <ns1:pt x="16" y="14"/>
                  <ns1:pt x="16" y="14"/>
                </ns1:cubicBezTo>
                <ns1:cubicBezTo>
                  <ns1:pt x="27" y="14"/>
                  <ns1:pt x="35" y="19"/>
                  <ns1:pt x="41" y="28"/>
                </ns1:cubicBezTo>
                <ns1:cubicBezTo>
                  <ns1:pt x="38" y="34"/>
                  <ns1:pt x="35" y="39"/>
                  <ns1:pt x="33" y="45"/>
                </ns1:cubicBezTo>
                <ns1:close/>
                <ns1:moveTo>
                  <ns1:pt x="111" y="79"/>
                </ns1:moveTo>
                <ns1:cubicBezTo>
                  <ns1:pt x="91" y="99"/>
                  <ns1:pt x="91" y="99"/>
                  <ns1:pt x="91" y="99"/>
                </ns1:cubicBezTo>
                <ns1:cubicBezTo>
                  <ns1:pt x="91" y="100"/>
                  <ns1:pt x="90" y="100"/>
                  <ns1:pt x="90" y="100"/>
                </ns1:cubicBezTo>
                <ns1:cubicBezTo>
                  <ns1:pt x="89" y="100"/>
                  <ns1:pt x="88" y="99"/>
                  <ns1:pt x="88" y="98"/>
                </ns1:cubicBezTo>
                <ns1:cubicBezTo>
                  <ns1:pt x="88" y="86"/>
                  <ns1:pt x="88" y="86"/>
                  <ns1:pt x="88" y="86"/>
                </ns1:cubicBezTo>
                <ns1:cubicBezTo>
                  <ns1:pt x="69" y="86"/>
                  <ns1:pt x="58" y="88"/>
                  <ns1:pt x="46" y="72"/>
                </ns1:cubicBezTo>
                <ns1:cubicBezTo>
                  <ns1:pt x="50" y="67"/>
                  <ns1:pt x="52" y="61"/>
                  <ns1:pt x="55" y="55"/>
                </ns1:cubicBezTo>
                <ns1:cubicBezTo>
                  <ns1:pt x="58" y="63"/>
                  <ns1:pt x="62" y="70"/>
                  <ns1:pt x="72" y="70"/>
                </ns1:cubicBezTo>
                <ns1:cubicBezTo>
                  <ns1:pt x="88" y="70"/>
                  <ns1:pt x="88" y="70"/>
                  <ns1:pt x="88" y="70"/>
                </ns1:cubicBezTo>
                <ns1:cubicBezTo>
                  <ns1:pt x="88" y="58"/>
                  <ns1:pt x="88" y="58"/>
                  <ns1:pt x="88" y="58"/>
                </ns1:cubicBezTo>
                <ns1:cubicBezTo>
                  <ns1:pt x="88" y="57"/>
                  <ns1:pt x="89" y="56"/>
                  <ns1:pt x="90" y="56"/>
                </ns1:cubicBezTo>
                <ns1:cubicBezTo>
                  <ns1:pt x="90" y="56"/>
                  <ns1:pt x="91" y="56"/>
                  <ns1:pt x="91" y="57"/>
                </ns1:cubicBezTo>
                <ns1:cubicBezTo>
                  <ns1:pt x="111" y="77"/>
                  <ns1:pt x="111" y="77"/>
                  <ns1:pt x="111" y="77"/>
                </ns1:cubicBezTo>
                <ns1:cubicBezTo>
                  <ns1:pt x="112" y="77"/>
                  <ns1:pt x="112" y="78"/>
                  <ns1:pt x="112" y="78"/>
                </ns1:cubicBezTo>
                <ns1:cubicBezTo>
                  <ns1:pt x="112" y="79"/>
                  <ns1:pt x="112" y="79"/>
                  <ns1:pt x="111" y="79"/>
                </ns1:cubicBezTo>
                <ns1:close/>
              </ns1:path>
            </ns1:pathLst>
          </ns1:custGeom>
          <ns1:solidFill>
            <ns1:srgbClr val="010101"/>
          </ns1:solidFill>
          <ns1:ln>
            <ns1:noFill/>
          </ns1:ln>
          <ns1:extLst>
            <ns1:ext uri="{91240B29-F687-4F45-9708-019B960494DF}">
              <ns2:hiddenLine w="9525">
                <ns1:solidFill>
                  <ns1:srgbClr val="000000"/>
                </ns1:solidFill>
                <ns1:round/>
                <ns1:headEnd/>
                <ns1:tailEnd/>
              </ns2:hiddenLine>
            </ns1:ext>
          </ns1:extLst>
        </ns0:spPr>
        <ns0:txBody>
          <ns1:bodyPr vert="horz" wrap="square" lIns="91440" tIns="45720" rIns="91440" bIns="45720" numCol="1" anchor="t" anchorCtr="0" compatLnSpc="1">
            <ns1:prstTxWarp prst="textNoShape">
              <ns1:avLst/>
            </ns1:prstTxWarp>
          </ns1:bodyPr>
          <ns1:lstStyle/>
          <ns1:p>
            <ns1:endParaRPr lang="en-US" sz="2700"/>
          </ns1:p>
        </ns0:txBody>
      </ns0:sp>
      <ns0:sp>
        <ns0:nvSpPr>
          <ns0:cNvPr id="119" name="Freeform 117"/>
          <ns0:cNvSpPr>
            <ns1:spLocks/>
          </ns0:cNvSpPr>
          <ns0:nvPr/>
        </ns0:nvSpPr>
        <ns0:spPr bwMode="auto">
          <ns1:xfrm>
            <ns1:off x="1039813" y="3648076"/>
            <ns1:ext cx="420688" cy="361950"/>
          </ns1:xfrm>
          <ns1:custGeom>
            <ns1:avLst/>
            <ns1:gdLst>
              <ns1:gd name="T0" fmla="*/ 56 w 112"/>
              <ns1:gd name="T1" fmla="*/ 80 h 96"/>
              <ns1:gd name="T2" fmla="*/ 47 w 112"/>
              <ns1:gd name="T3" fmla="*/ 79 h 96"/>
              <ns1:gd name="T4" fmla="*/ 18 w 112"/>
              <ns1:gd name="T5" fmla="*/ 95 h 96"/>
              <ns1:gd name="T6" fmla="*/ 11 w 112"/>
              <ns1:gd name="T7" fmla="*/ 96 h 96"/>
              <ns1:gd name="T8" fmla="*/ 8 w 112"/>
              <ns1:gd name="T9" fmla="*/ 94 h 96"/>
              <ns1:gd name="T10" fmla="*/ 8 w 112"/>
              <ns1:gd name="T11" fmla="*/ 93 h 96"/>
              <ns1:gd name="T12" fmla="*/ 9 w 112"/>
              <ns1:gd name="T13" fmla="*/ 90 h 96"/>
              <ns1:gd name="T14" fmla="*/ 21 w 112"/>
              <ns1:gd name="T15" fmla="*/ 71 h 96"/>
              <ns1:gd name="T16" fmla="*/ 0 w 112"/>
              <ns1:gd name="T17" fmla="*/ 40 h 96"/>
              <ns1:gd name="T18" fmla="*/ 56 w 112"/>
              <ns1:gd name="T19" fmla="*/ 0 h 96"/>
              <ns1:gd name="T20" fmla="*/ 112 w 112"/>
              <ns1:gd name="T21" fmla="*/ 40 h 96"/>
              <ns1:gd name="T22" fmla="*/ 56 w 112"/>
              <ns1:gd name="T23" fmla="*/ 80 h 96"/>
            </ns1:gdLst>
            <ns1:ahLst/>
            <ns1:cxnLst>
              <ns1:cxn ang="0">
                <ns1:pos x="T0" y="T1"/>
              </ns1:cxn>
              <ns1:cxn ang="0">
                <ns1:pos x="T2" y="T3"/>
              </ns1:cxn>
              <ns1:cxn ang="0">
                <ns1:pos x="T4" y="T5"/>
              </ns1:cxn>
              <ns1:cxn ang="0">
                <ns1:pos x="T6" y="T7"/>
              </ns1:cxn>
              <ns1:cxn ang="0">
                <ns1:pos x="T8" y="T9"/>
              </ns1:cxn>
              <ns1:cxn ang="0">
                <ns1:pos x="T10" y="T11"/>
              </ns1:cxn>
              <ns1:cxn ang="0">
                <ns1:pos x="T12" y="T13"/>
              </ns1:cxn>
              <ns1:cxn ang="0">
                <ns1:pos x="T14" y="T15"/>
              </ns1:cxn>
              <ns1:cxn ang="0">
                <ns1:pos x="T16" y="T17"/>
              </ns1:cxn>
              <ns1:cxn ang="0">
                <ns1:pos x="T18" y="T19"/>
              </ns1:cxn>
              <ns1:cxn ang="0">
                <ns1:pos x="T20" y="T21"/>
              </ns1:cxn>
              <ns1:cxn ang="0">
                <ns1:pos x="T22" y="T23"/>
              </ns1:cxn>
            </ns1:cxnLst>
            <ns1:rect l="0" t="0" r="r" b="b"/>
            <ns1:pathLst>
              <ns1:path w="112" h="96">
                <ns1:moveTo>
                  <ns1:pt x="56" y="80"/>
                </ns1:moveTo>
                <ns1:cubicBezTo>
                  <ns1:pt x="53" y="80"/>
                  <ns1:pt x="49" y="80"/>
                  <ns1:pt x="47" y="79"/>
                </ns1:cubicBezTo>
                <ns1:cubicBezTo>
                  <ns1:pt x="38" y="87"/>
                  <ns1:pt x="29" y="92"/>
                  <ns1:pt x="18" y="95"/>
                </ns1:cubicBezTo>
                <ns1:cubicBezTo>
                  <ns1:pt x="16" y="95"/>
                  <ns1:pt x="13" y="96"/>
                  <ns1:pt x="11" y="96"/>
                </ns1:cubicBezTo>
                <ns1:cubicBezTo>
                  <ns1:pt x="9" y="96"/>
                  <ns1:pt x="8" y="95"/>
                  <ns1:pt x="8" y="94"/>
                </ns1:cubicBezTo>
                <ns1:cubicBezTo>
                  <ns1:pt x="8" y="93"/>
                  <ns1:pt x="8" y="93"/>
                  <ns1:pt x="8" y="93"/>
                </ns1:cubicBezTo>
                <ns1:cubicBezTo>
                  <ns1:pt x="7" y="92"/>
                  <ns1:pt x="8" y="91"/>
                  <ns1:pt x="9" y="90"/>
                </ns1:cubicBezTo>
                <ns1:cubicBezTo>
                  <ns1:pt x="13" y="85"/>
                  <ns1:pt x="18" y="82"/>
                  <ns1:pt x="21" y="71"/>
                </ns1:cubicBezTo>
                <ns1:cubicBezTo>
                  <ns1:pt x="8" y="64"/>
                  <ns1:pt x="0" y="53"/>
                  <ns1:pt x="0" y="40"/>
                </ns1:cubicBezTo>
                <ns1:cubicBezTo>
                  <ns1:pt x="0" y="18"/>
                  <ns1:pt x="25" y="0"/>
                  <ns1:pt x="56" y="0"/>
                </ns1:cubicBezTo>
                <ns1:cubicBezTo>
                  <ns1:pt x="87" y="0"/>
                  <ns1:pt x="112" y="18"/>
                  <ns1:pt x="112" y="40"/>
                </ns1:cubicBezTo>
                <ns1:cubicBezTo>
                  <ns1:pt x="112" y="62"/>
                  <ns1:pt x="87" y="80"/>
                  <ns1:pt x="56" y="80"/>
                </ns1:cubicBezTo>
                <ns1:close/>
              </ns1:path>
            </ns1:pathLst>
          </ns1:custGeom>
          <ns1:solidFill>
            <ns1:srgbClr val="010101"/>
          </ns1:solidFill>
          <ns1:ln>
            <ns1:noFill/>
          </ns1:ln>
          <ns1:extLst>
            <ns1:ext uri="{91240B29-F687-4F45-9708-019B960494DF}">
              <ns2:hiddenLine w="9525">
                <ns1:solidFill>
                  <ns1:srgbClr val="000000"/>
                </ns1:solidFill>
                <ns1:round/>
                <ns1:headEnd/>
                <ns1:tailEnd/>
              </ns2:hiddenLine>
            </ns1:ext>
          </ns1:extLst>
        </ns0:spPr>
        <ns0:txBody>
          <ns1:bodyPr vert="horz" wrap="square" lIns="91440" tIns="45720" rIns="91440" bIns="45720" numCol="1" anchor="t" anchorCtr="0" compatLnSpc="1">
            <ns1:prstTxWarp prst="textNoShape">
              <ns1:avLst/>
            </ns1:prstTxWarp>
          </ns1:bodyPr>
          <ns1:lstStyle/>
          <ns1:p>
            <ns1:endParaRPr lang="en-US" sz="2700"/>
          </ns1:p>
        </ns0:txBody>
      </ns0:sp>
      <ns0:sp>
        <ns0:nvSpPr>
          <ns0:cNvPr id="120" name="Freeform 118"/>
          <ns0:cNvSpPr>
            <ns1:spLocks noEditPoints="1"/>
          </ns0:cNvSpPr>
          <ns0:nvPr/>
        </ns0:nvSpPr>
        <ns0:spPr bwMode="auto">
          <ns1:xfrm>
            <ns1:off x="1700214" y="3648076"/>
            <ns1:ext cx="390525" cy="331788"/>
          </ns1:xfrm>
          <ns1:custGeom>
            <ns1:avLst/>
            <ns1:gdLst>
              <ns1:gd name="T0" fmla="*/ 104 w 104"/>
              <ns1:gd name="T1" fmla="*/ 44 h 88"/>
              <ns1:gd name="T2" fmla="*/ 100 w 104"/>
              <ns1:gd name="T3" fmla="*/ 48 h 88"/>
              <ns1:gd name="T4" fmla="*/ 35 w 104"/>
              <ns1:gd name="T5" fmla="*/ 56 h 88"/>
              <ns1:gd name="T6" fmla="*/ 36 w 104"/>
              <ns1:gd name="T7" fmla="*/ 60 h 88"/>
              <ns1:gd name="T8" fmla="*/ 34 w 104"/>
              <ns1:gd name="T9" fmla="*/ 64 h 88"/>
              <ns1:gd name="T10" fmla="*/ 92 w 104"/>
              <ns1:gd name="T11" fmla="*/ 64 h 88"/>
              <ns1:gd name="T12" fmla="*/ 96 w 104"/>
              <ns1:gd name="T13" fmla="*/ 68 h 88"/>
              <ns1:gd name="T14" fmla="*/ 92 w 104"/>
              <ns1:gd name="T15" fmla="*/ 72 h 88"/>
              <ns1:gd name="T16" fmla="*/ 28 w 104"/>
              <ns1:gd name="T17" fmla="*/ 72 h 88"/>
              <ns1:gd name="T18" fmla="*/ 24 w 104"/>
              <ns1:gd name="T19" fmla="*/ 68 h 88"/>
              <ns1:gd name="T20" fmla="*/ 28 w 104"/>
              <ns1:gd name="T21" fmla="*/ 59 h 88"/>
              <ns1:gd name="T22" fmla="*/ 17 w 104"/>
              <ns1:gd name="T23" fmla="*/ 8 h 88"/>
              <ns1:gd name="T24" fmla="*/ 4 w 104"/>
              <ns1:gd name="T25" fmla="*/ 8 h 88"/>
              <ns1:gd name="T26" fmla="*/ 0 w 104"/>
              <ns1:gd name="T27" fmla="*/ 4 h 88"/>
              <ns1:gd name="T28" fmla="*/ 4 w 104"/>
              <ns1:gd name="T29" fmla="*/ 0 h 88"/>
              <ns1:gd name="T30" fmla="*/ 20 w 104"/>
              <ns1:gd name="T31" fmla="*/ 0 h 88"/>
              <ns1:gd name="T32" fmla="*/ 25 w 104"/>
              <ns1:gd name="T33" fmla="*/ 8 h 88"/>
              <ns1:gd name="T34" fmla="*/ 100 w 104"/>
              <ns1:gd name="T35" fmla="*/ 8 h 88"/>
              <ns1:gd name="T36" fmla="*/ 104 w 104"/>
              <ns1:gd name="T37" fmla="*/ 12 h 88"/>
              <ns1:gd name="T38" fmla="*/ 104 w 104"/>
              <ns1:gd name="T39" fmla="*/ 44 h 88"/>
              <ns1:gd name="T40" fmla="*/ 32 w 104"/>
              <ns1:gd name="T41" fmla="*/ 88 h 88"/>
              <ns1:gd name="T42" fmla="*/ 24 w 104"/>
              <ns1:gd name="T43" fmla="*/ 80 h 88"/>
              <ns1:gd name="T44" fmla="*/ 32 w 104"/>
              <ns1:gd name="T45" fmla="*/ 72 h 88"/>
              <ns1:gd name="T46" fmla="*/ 40 w 104"/>
              <ns1:gd name="T47" fmla="*/ 80 h 88"/>
              <ns1:gd name="T48" fmla="*/ 32 w 104"/>
              <ns1:gd name="T49" fmla="*/ 88 h 88"/>
              <ns1:gd name="T50" fmla="*/ 88 w 104"/>
              <ns1:gd name="T51" fmla="*/ 88 h 88"/>
              <ns1:gd name="T52" fmla="*/ 80 w 104"/>
              <ns1:gd name="T53" fmla="*/ 80 h 88"/>
              <ns1:gd name="T54" fmla="*/ 88 w 104"/>
              <ns1:gd name="T55" fmla="*/ 72 h 88"/>
              <ns1:gd name="T56" fmla="*/ 96 w 104"/>
              <ns1:gd name="T57" fmla="*/ 80 h 88"/>
              <ns1:gd name="T58" fmla="*/ 88 w 104"/>
              <ns1:gd name="T59" fmla="*/ 88 h 88"/>
            </ns1:gdLst>
            <ns1:ahLst/>
            <ns1:cxnLst>
              <ns1:cxn ang="0">
                <ns1:pos x="T0" y="T1"/>
              </ns1:cxn>
              <ns1:cxn ang="0">
                <ns1:pos x="T2" y="T3"/>
              </ns1:cxn>
              <ns1:cxn ang="0">
                <ns1:pos x="T4" y="T5"/>
              </ns1:cxn>
              <ns1:cxn ang="0">
                <ns1:pos x="T6" y="T7"/>
              </ns1:cxn>
              <ns1:cxn ang="0">
                <ns1:pos x="T8" y="T9"/>
              </ns1:cxn>
              <ns1:cxn ang="0">
                <ns1:pos x="T10" y="T11"/>
              </ns1:cxn>
              <ns1:cxn ang="0">
                <ns1:pos x="T12" y="T13"/>
              </ns1:cxn>
              <ns1:cxn ang="0">
                <ns1:pos x="T14" y="T15"/>
              </ns1:cxn>
              <ns1:cxn ang="0">
                <ns1:pos x="T16" y="T17"/>
              </ns1:cxn>
              <ns1:cxn ang="0">
                <ns1:pos x="T18" y="T19"/>
              </ns1:cxn>
              <ns1:cxn ang="0">
                <ns1:pos x="T20" y="T21"/>
              </ns1:cxn>
              <ns1:cxn ang="0">
                <ns1:pos x="T22" y="T23"/>
              </ns1:cxn>
              <ns1:cxn ang="0">
                <ns1:pos x="T24" y="T25"/>
              </ns1:cxn>
              <ns1:cxn ang="0">
                <ns1:pos x="T26" y="T27"/>
              </ns1:cxn>
              <ns1:cxn ang="0">
                <ns1:pos x="T28" y="T29"/>
              </ns1:cxn>
              <ns1:cxn ang="0">
                <ns1:pos x="T30" y="T31"/>
              </ns1:cxn>
              <ns1:cxn ang="0">
                <ns1:pos x="T32" y="T33"/>
              </ns1:cxn>
              <ns1:cxn ang="0">
                <ns1:pos x="T34" y="T35"/>
              </ns1:cxn>
              <ns1:cxn ang="0">
                <ns1:pos x="T36" y="T37"/>
              </ns1:cxn>
              <ns1:cxn ang="0">
                <ns1:pos x="T38" y="T39"/>
              </ns1:cxn>
              <ns1:cxn ang="0">
                <ns1:pos x="T40" y="T41"/>
              </ns1:cxn>
              <ns1:cxn ang="0">
                <ns1:pos x="T42" y="T43"/>
              </ns1:cxn>
              <ns1:cxn ang="0">
                <ns1:pos x="T44" y="T45"/>
              </ns1:cxn>
              <ns1:cxn ang="0">
                <ns1:pos x="T46" y="T47"/>
              </ns1:cxn>
              <ns1:cxn ang="0">
                <ns1:pos x="T48" y="T49"/>
              </ns1:cxn>
              <ns1:cxn ang="0">
                <ns1:pos x="T50" y="T51"/>
              </ns1:cxn>
              <ns1:cxn ang="0">
                <ns1:pos x="T52" y="T53"/>
              </ns1:cxn>
              <ns1:cxn ang="0">
                <ns1:pos x="T54" y="T55"/>
              </ns1:cxn>
              <ns1:cxn ang="0">
                <ns1:pos x="T56" y="T57"/>
              </ns1:cxn>
              <ns1:cxn ang="0">
                <ns1:pos x="T58" y="T59"/>
              </ns1:cxn>
            </ns1:cxnLst>
            <ns1:rect l="0" t="0" r="r" b="b"/>
            <ns1:pathLst>
              <ns1:path w="104" h="88">
                <ns1:moveTo>
                  <ns1:pt x="104" y="44"/>
                </ns1:moveTo>
                <ns1:cubicBezTo>
                  <ns1:pt x="104" y="46"/>
                  <ns1:pt x="102" y="48"/>
                  <ns1:pt x="100" y="48"/>
                </ns1:cubicBezTo>
                <ns1:cubicBezTo>
                  <ns1:pt x="35" y="56"/>
                  <ns1:pt x="35" y="56"/>
                  <ns1:pt x="35" y="56"/>
                </ns1:cubicBezTo>
                <ns1:cubicBezTo>
                  <ns1:pt x="35" y="57"/>
                  <ns1:pt x="36" y="58"/>
                  <ns1:pt x="36" y="60"/>
                </ns1:cubicBezTo>
                <ns1:cubicBezTo>
                  <ns1:pt x="36" y="61"/>
                  <ns1:pt x="35" y="63"/>
                  <ns1:pt x="34" y="64"/>
                </ns1:cubicBezTo>
                <ns1:cubicBezTo>
                  <ns1:pt x="92" y="64"/>
                  <ns1:pt x="92" y="64"/>
                  <ns1:pt x="92" y="64"/>
                </ns1:cubicBezTo>
                <ns1:cubicBezTo>
                  <ns1:pt x="94" y="64"/>
                  <ns1:pt x="96" y="66"/>
                  <ns1:pt x="96" y="68"/>
                </ns1:cubicBezTo>
                <ns1:cubicBezTo>
                  <ns1:pt x="96" y="70"/>
                  <ns1:pt x="94" y="72"/>
                  <ns1:pt x="92" y="72"/>
                </ns1:cubicBezTo>
                <ns1:cubicBezTo>
                  <ns1:pt x="28" y="72"/>
                  <ns1:pt x="28" y="72"/>
                  <ns1:pt x="28" y="72"/>
                </ns1:cubicBezTo>
                <ns1:cubicBezTo>
                  <ns1:pt x="26" y="72"/>
                  <ns1:pt x="24" y="70"/>
                  <ns1:pt x="24" y="68"/>
                </ns1:cubicBezTo>
                <ns1:cubicBezTo>
                  <ns1:pt x="24" y="66"/>
                  <ns1:pt x="27" y="61"/>
                  <ns1:pt x="28" y="59"/>
                </ns1:cubicBezTo>
                <ns1:cubicBezTo>
                  <ns1:pt x="17" y="8"/>
                  <ns1:pt x="17" y="8"/>
                  <ns1:pt x="17" y="8"/>
                </ns1:cubicBezTo>
                <ns1:cubicBezTo>
                  <ns1:pt x="4" y="8"/>
                  <ns1:pt x="4" y="8"/>
                  <ns1:pt x="4" y="8"/>
                </ns1:cubicBezTo>
                <ns1:cubicBezTo>
                  <ns1:pt x="2" y="8"/>
                  <ns1:pt x="0" y="6"/>
                  <ns1:pt x="0" y="4"/>
                </ns1:cubicBezTo>
                <ns1:cubicBezTo>
                  <ns1:pt x="0" y="2"/>
                  <ns1:pt x="2" y="0"/>
                  <ns1:pt x="4" y="0"/>
                </ns1:cubicBezTo>
                <ns1:cubicBezTo>
                  <ns1:pt x="20" y="0"/>
                  <ns1:pt x="20" y="0"/>
                  <ns1:pt x="20" y="0"/>
                </ns1:cubicBezTo>
                <ns1:cubicBezTo>
                  <ns1:pt x="24" y="0"/>
                  <ns1:pt x="24" y="5"/>
                  <ns1:pt x="25" y="8"/>
                </ns1:cubicBezTo>
                <ns1:cubicBezTo>
                  <ns1:pt x="100" y="8"/>
                  <ns1:pt x="100" y="8"/>
                  <ns1:pt x="100" y="8"/>
                </ns1:cubicBezTo>
                <ns1:cubicBezTo>
                  <ns1:pt x="102" y="8"/>
                  <ns1:pt x="104" y="10"/>
                  <ns1:pt x="104" y="12"/>
                </ns1:cubicBezTo>
                <ns1:lnTo>
                  <ns1:pt x="104" y="44"/>
                </ns1:lnTo>
                <ns1:close/>
                <ns1:moveTo>
                  <ns1:pt x="32" y="88"/>
                </ns1:moveTo>
                <ns1:cubicBezTo>
                  <ns1:pt x="28" y="88"/>
                  <ns1:pt x="24" y="84"/>
                  <ns1:pt x="24" y="80"/>
                </ns1:cubicBezTo>
                <ns1:cubicBezTo>
                  <ns1:pt x="24" y="76"/>
                  <ns1:pt x="28" y="72"/>
                  <ns1:pt x="32" y="72"/>
                </ns1:cubicBezTo>
                <ns1:cubicBezTo>
                  <ns1:pt x="36" y="72"/>
                  <ns1:pt x="40" y="76"/>
                  <ns1:pt x="40" y="80"/>
                </ns1:cubicBezTo>
                <ns1:cubicBezTo>
                  <ns1:pt x="40" y="84"/>
                  <ns1:pt x="36" y="88"/>
                  <ns1:pt x="32" y="88"/>
                </ns1:cubicBezTo>
                <ns1:close/>
                <ns1:moveTo>
                  <ns1:pt x="88" y="88"/>
                </ns1:moveTo>
                <ns1:cubicBezTo>
                  <ns1:pt x="83" y="88"/>
                  <ns1:pt x="80" y="84"/>
                  <ns1:pt x="80" y="80"/>
                </ns1:cubicBezTo>
                <ns1:cubicBezTo>
                  <ns1:pt x="80" y="76"/>
                  <ns1:pt x="83" y="72"/>
                  <ns1:pt x="88" y="72"/>
                </ns1:cubicBezTo>
                <ns1:cubicBezTo>
                  <ns1:pt x="92" y="72"/>
                  <ns1:pt x="96" y="76"/>
                  <ns1:pt x="96" y="80"/>
                </ns1:cubicBezTo>
                <ns1:cubicBezTo>
                  <ns1:pt x="96" y="84"/>
                  <ns1:pt x="92" y="88"/>
                  <ns1:pt x="88" y="88"/>
                </ns1:cubicBezTo>
                <ns1:close/>
              </ns1:path>
            </ns1:pathLst>
          </ns1:custGeom>
          <ns1:solidFill>
            <ns1:srgbClr val="010101"/>
          </ns1:solidFill>
          <ns1:ln>
            <ns1:noFill/>
          </ns1:ln>
          <ns1:extLst>
            <ns1:ext uri="{91240B29-F687-4F45-9708-019B960494DF}">
              <ns2:hiddenLine w="9525">
                <ns1:solidFill>
                  <ns1:srgbClr val="000000"/>
                </ns1:solidFill>
                <ns1:round/>
                <ns1:headEnd/>
                <ns1:tailEnd/>
              </ns2:hiddenLine>
            </ns1:ext>
          </ns1:extLst>
        </ns0:spPr>
        <ns0:txBody>
          <ns1:bodyPr vert="horz" wrap="square" lIns="91440" tIns="45720" rIns="91440" bIns="45720" numCol="1" anchor="t" anchorCtr="0" compatLnSpc="1">
            <ns1:prstTxWarp prst="textNoShape">
              <ns1:avLst/>
            </ns1:prstTxWarp>
          </ns1:bodyPr>
          <ns1:lstStyle/>
          <ns1:p>
            <ns1:endParaRPr lang="en-US" sz="2700"/>
          </ns1:p>
        </ns0:txBody>
      </ns0:sp>
      <ns0:sp>
        <ns0:nvSpPr>
          <ns0:cNvPr id="121" name="Freeform 119"/>
          <ns0:cNvSpPr>
            <ns1:spLocks/>
          </ns0:cNvSpPr>
          <ns0:nvPr/>
        </ns0:nvSpPr>
        <ns0:spPr bwMode="auto">
          <ns1:xfrm>
            <ns1:off x="2346327" y="3619501"/>
            <ns1:ext cx="390525" cy="330200"/>
          </ns1:xfrm>
          <ns1:custGeom>
            <ns1:avLst/>
            <ns1:gdLst>
              <ns1:gd name="T0" fmla="*/ 104 w 104"/>
              <ns1:gd name="T1" fmla="*/ 74 h 88"/>
              <ns1:gd name="T2" fmla="*/ 90 w 104"/>
              <ns1:gd name="T3" fmla="*/ 88 h 88"/>
              <ns1:gd name="T4" fmla="*/ 14 w 104"/>
              <ns1:gd name="T5" fmla="*/ 88 h 88"/>
              <ns1:gd name="T6" fmla="*/ 0 w 104"/>
              <ns1:gd name="T7" fmla="*/ 74 h 88"/>
              <ns1:gd name="T8" fmla="*/ 0 w 104"/>
              <ns1:gd name="T9" fmla="*/ 14 h 88"/>
              <ns1:gd name="T10" fmla="*/ 14 w 104"/>
              <ns1:gd name="T11" fmla="*/ 0 h 88"/>
              <ns1:gd name="T12" fmla="*/ 34 w 104"/>
              <ns1:gd name="T13" fmla="*/ 0 h 88"/>
              <ns1:gd name="T14" fmla="*/ 48 w 104"/>
              <ns1:gd name="T15" fmla="*/ 14 h 88"/>
              <ns1:gd name="T16" fmla="*/ 48 w 104"/>
              <ns1:gd name="T17" fmla="*/ 16 h 88"/>
              <ns1:gd name="T18" fmla="*/ 90 w 104"/>
              <ns1:gd name="T19" fmla="*/ 16 h 88"/>
              <ns1:gd name="T20" fmla="*/ 104 w 104"/>
              <ns1:gd name="T21" fmla="*/ 30 h 88"/>
              <ns1:gd name="T22" fmla="*/ 104 w 104"/>
              <ns1:gd name="T23" fmla="*/ 74 h 88"/>
            </ns1:gdLst>
            <ns1:ahLst/>
            <ns1:cxnLst>
              <ns1:cxn ang="0">
                <ns1:pos x="T0" y="T1"/>
              </ns1:cxn>
              <ns1:cxn ang="0">
                <ns1:pos x="T2" y="T3"/>
              </ns1:cxn>
              <ns1:cxn ang="0">
                <ns1:pos x="T4" y="T5"/>
              </ns1:cxn>
              <ns1:cxn ang="0">
                <ns1:pos x="T6" y="T7"/>
              </ns1:cxn>
              <ns1:cxn ang="0">
                <ns1:pos x="T8" y="T9"/>
              </ns1:cxn>
              <ns1:cxn ang="0">
                <ns1:pos x="T10" y="T11"/>
              </ns1:cxn>
              <ns1:cxn ang="0">
                <ns1:pos x="T12" y="T13"/>
              </ns1:cxn>
              <ns1:cxn ang="0">
                <ns1:pos x="T14" y="T15"/>
              </ns1:cxn>
              <ns1:cxn ang="0">
                <ns1:pos x="T16" y="T17"/>
              </ns1:cxn>
              <ns1:cxn ang="0">
                <ns1:pos x="T18" y="T19"/>
              </ns1:cxn>
              <ns1:cxn ang="0">
                <ns1:pos x="T20" y="T21"/>
              </ns1:cxn>
              <ns1:cxn ang="0">
                <ns1:pos x="T22" y="T23"/>
              </ns1:cxn>
            </ns1:cxnLst>
            <ns1:rect l="0" t="0" r="r" b="b"/>
            <ns1:pathLst>
              <ns1:path w="104" h="88">
                <ns1:moveTo>
                  <ns1:pt x="104" y="74"/>
                </ns1:moveTo>
                <ns1:cubicBezTo>
                  <ns1:pt x="104" y="82"/>
                  <ns1:pt x="97" y="88"/>
                  <ns1:pt x="90" y="88"/>
                </ns1:cubicBezTo>
                <ns1:cubicBezTo>
                  <ns1:pt x="14" y="88"/>
                  <ns1:pt x="14" y="88"/>
                  <ns1:pt x="14" y="88"/>
                </ns1:cubicBezTo>
                <ns1:cubicBezTo>
                  <ns1:pt x="6" y="88"/>
                  <ns1:pt x="0" y="82"/>
                  <ns1:pt x="0" y="74"/>
                </ns1:cubicBezTo>
                <ns1:cubicBezTo>
                  <ns1:pt x="0" y="14"/>
                  <ns1:pt x="0" y="14"/>
                  <ns1:pt x="0" y="14"/>
                </ns1:cubicBezTo>
                <ns1:cubicBezTo>
                  <ns1:pt x="0" y="6"/>
                  <ns1:pt x="6" y="0"/>
                  <ns1:pt x="14" y="0"/>
                </ns1:cubicBezTo>
                <ns1:cubicBezTo>
                  <ns1:pt x="34" y="0"/>
                  <ns1:pt x="34" y="0"/>
                  <ns1:pt x="34" y="0"/>
                </ns1:cubicBezTo>
                <ns1:cubicBezTo>
                  <ns1:pt x="42" y="0"/>
                  <ns1:pt x="48" y="6"/>
                  <ns1:pt x="48" y="14"/>
                </ns1:cubicBezTo>
                <ns1:cubicBezTo>
                  <ns1:pt x="48" y="16"/>
                  <ns1:pt x="48" y="16"/>
                  <ns1:pt x="48" y="16"/>
                </ns1:cubicBezTo>
                <ns1:cubicBezTo>
                  <ns1:pt x="90" y="16"/>
                  <ns1:pt x="90" y="16"/>
                  <ns1:pt x="90" y="16"/>
                </ns1:cubicBezTo>
                <ns1:cubicBezTo>
                  <ns1:pt x="97" y="16"/>
                  <ns1:pt x="104" y="22"/>
                  <ns1:pt x="104" y="30"/>
                </ns1:cubicBezTo>
                <ns1:lnTo>
                  <ns1:pt x="104" y="74"/>
                </ns1:lnTo>
                <ns1:close/>
              </ns1:path>
            </ns1:pathLst>
          </ns1:custGeom>
          <ns1:solidFill>
            <ns1:srgbClr val="010101"/>
          </ns1:solidFill>
          <ns1:ln>
            <ns1:noFill/>
          </ns1:ln>
          <ns1:extLst>
            <ns1:ext uri="{91240B29-F687-4F45-9708-019B960494DF}">
              <ns2:hiddenLine w="9525">
                <ns1:solidFill>
                  <ns1:srgbClr val="000000"/>
                </ns1:solidFill>
                <ns1:round/>
                <ns1:headEnd/>
                <ns1:tailEnd/>
              </ns2:hiddenLine>
            </ns1:ext>
          </ns1:extLst>
        </ns0:spPr>
        <ns0:txBody>
          <ns1:bodyPr vert="horz" wrap="square" lIns="91440" tIns="45720" rIns="91440" bIns="45720" numCol="1" anchor="t" anchorCtr="0" compatLnSpc="1">
            <ns1:prstTxWarp prst="textNoShape">
              <ns1:avLst/>
            </ns1:prstTxWarp>
          </ns1:bodyPr>
          <ns1:lstStyle/>
          <ns1:p>
            <ns1:endParaRPr lang="en-US" sz="2700"/>
          </ns1:p>
        </ns0:txBody>
      </ns0:sp>
      <ns0:sp>
        <ns0:nvSpPr>
          <ns0:cNvPr id="122" name="Freeform 120"/>
          <ns0:cNvSpPr>
            <ns1:spLocks noEditPoints="1"/>
          </ns0:cNvSpPr>
          <ns0:nvPr/>
        </ns0:nvSpPr>
        <ns0:spPr bwMode="auto">
          <ns1:xfrm>
            <ns1:off x="2962276" y="3619501"/>
            <ns1:ext cx="438150" cy="330200"/>
          </ns1:xfrm>
          <ns1:custGeom>
            <ns1:avLst/>
            <ns1:gdLst>
              <ns1:gd name="T0" fmla="*/ 96 w 117"/>
              <ns1:gd name="T1" fmla="*/ 40 h 88"/>
              <ns1:gd name="T2" fmla="*/ 44 w 117"/>
              <ns1:gd name="T3" fmla="*/ 40 h 88"/>
              <ns1:gd name="T4" fmla="*/ 21 w 117"/>
              <ns1:gd name="T5" fmla="*/ 50 h 88"/>
              <ns1:gd name="T6" fmla="*/ 0 w 117"/>
              <ns1:gd name="T7" fmla="*/ 75 h 88"/>
              <ns1:gd name="T8" fmla="*/ 0 w 117"/>
              <ns1:gd name="T9" fmla="*/ 76 h 88"/>
              <ns1:gd name="T10" fmla="*/ 0 w 117"/>
              <ns1:gd name="T11" fmla="*/ 74 h 88"/>
              <ns1:gd name="T12" fmla="*/ 0 w 117"/>
              <ns1:gd name="T13" fmla="*/ 14 h 88"/>
              <ns1:gd name="T14" fmla="*/ 14 w 117"/>
              <ns1:gd name="T15" fmla="*/ 0 h 88"/>
              <ns1:gd name="T16" fmla="*/ 34 w 117"/>
              <ns1:gd name="T17" fmla="*/ 0 h 88"/>
              <ns1:gd name="T18" fmla="*/ 48 w 117"/>
              <ns1:gd name="T19" fmla="*/ 14 h 88"/>
              <ns1:gd name="T20" fmla="*/ 48 w 117"/>
              <ns1:gd name="T21" fmla="*/ 16 h 88"/>
              <ns1:gd name="T22" fmla="*/ 82 w 117"/>
              <ns1:gd name="T23" fmla="*/ 16 h 88"/>
              <ns1:gd name="T24" fmla="*/ 96 w 117"/>
              <ns1:gd name="T25" fmla="*/ 30 h 88"/>
              <ns1:gd name="T26" fmla="*/ 96 w 117"/>
              <ns1:gd name="T27" fmla="*/ 40 h 88"/>
              <ns1:gd name="T28" fmla="*/ 115 w 117"/>
              <ns1:gd name="T29" fmla="*/ 56 h 88"/>
              <ns1:gd name="T30" fmla="*/ 94 w 117"/>
              <ns1:gd name="T31" fmla="*/ 80 h 88"/>
              <ns1:gd name="T32" fmla="*/ 78 w 117"/>
              <ns1:gd name="T33" fmla="*/ 88 h 88"/>
              <ns1:gd name="T34" fmla="*/ 10 w 117"/>
              <ns1:gd name="T35" fmla="*/ 88 h 88"/>
              <ns1:gd name="T36" fmla="*/ 4 w 117"/>
              <ns1:gd name="T37" fmla="*/ 84 h 88"/>
              <ns1:gd name="T38" fmla="*/ 6 w 117"/>
              <ns1:gd name="T39" fmla="*/ 80 h 88"/>
              <ns1:gd name="T40" fmla="*/ 27 w 117"/>
              <ns1:gd name="T41" fmla="*/ 56 h 88"/>
              <ns1:gd name="T42" fmla="*/ 44 w 117"/>
              <ns1:gd name="T43" fmla="*/ 48 h 88"/>
              <ns1:gd name="T44" fmla="*/ 112 w 117"/>
              <ns1:gd name="T45" fmla="*/ 48 h 88"/>
              <ns1:gd name="T46" fmla="*/ 117 w 117"/>
              <ns1:gd name="T47" fmla="*/ 51 h 88"/>
              <ns1:gd name="T48" fmla="*/ 115 w 117"/>
              <ns1:gd name="T49" fmla="*/ 56 h 88"/>
            </ns1:gdLst>
            <ns1:ahLst/>
            <ns1:cxnLst>
              <ns1:cxn ang="0">
                <ns1:pos x="T0" y="T1"/>
              </ns1:cxn>
              <ns1:cxn ang="0">
                <ns1:pos x="T2" y="T3"/>
              </ns1:cxn>
              <ns1:cxn ang="0">
                <ns1:pos x="T4" y="T5"/>
              </ns1:cxn>
              <ns1:cxn ang="0">
                <ns1:pos x="T6" y="T7"/>
              </ns1:cxn>
              <ns1:cxn ang="0">
                <ns1:pos x="T8" y="T9"/>
              </ns1:cxn>
              <ns1:cxn ang="0">
                <ns1:pos x="T10" y="T11"/>
              </ns1:cxn>
              <ns1:cxn ang="0">
                <ns1:pos x="T12" y="T13"/>
              </ns1:cxn>
              <ns1:cxn ang="0">
                <ns1:pos x="T14" y="T15"/>
              </ns1:cxn>
              <ns1:cxn ang="0">
                <ns1:pos x="T16" y="T17"/>
              </ns1:cxn>
              <ns1:cxn ang="0">
                <ns1:pos x="T18" y="T19"/>
              </ns1:cxn>
              <ns1:cxn ang="0">
                <ns1:pos x="T20" y="T21"/>
              </ns1:cxn>
              <ns1:cxn ang="0">
                <ns1:pos x="T22" y="T23"/>
              </ns1:cxn>
              <ns1:cxn ang="0">
                <ns1:pos x="T24" y="T25"/>
              </ns1:cxn>
              <ns1:cxn ang="0">
                <ns1:pos x="T26" y="T27"/>
              </ns1:cxn>
              <ns1:cxn ang="0">
                <ns1:pos x="T28" y="T29"/>
              </ns1:cxn>
              <ns1:cxn ang="0">
                <ns1:pos x="T30" y="T31"/>
              </ns1:cxn>
              <ns1:cxn ang="0">
                <ns1:pos x="T32" y="T33"/>
              </ns1:cxn>
              <ns1:cxn ang="0">
                <ns1:pos x="T34" y="T35"/>
              </ns1:cxn>
              <ns1:cxn ang="0">
                <ns1:pos x="T36" y="T37"/>
              </ns1:cxn>
              <ns1:cxn ang="0">
                <ns1:pos x="T38" y="T39"/>
              </ns1:cxn>
              <ns1:cxn ang="0">
                <ns1:pos x="T40" y="T41"/>
              </ns1:cxn>
              <ns1:cxn ang="0">
                <ns1:pos x="T42" y="T43"/>
              </ns1:cxn>
              <ns1:cxn ang="0">
                <ns1:pos x="T44" y="T45"/>
              </ns1:cxn>
              <ns1:cxn ang="0">
                <ns1:pos x="T46" y="T47"/>
              </ns1:cxn>
              <ns1:cxn ang="0">
                <ns1:pos x="T48" y="T49"/>
              </ns1:cxn>
            </ns1:cxnLst>
            <ns1:rect l="0" t="0" r="r" b="b"/>
            <ns1:pathLst>
              <ns1:path w="117" h="88">
                <ns1:moveTo>
                  <ns1:pt x="96" y="40"/>
                </ns1:moveTo>
                <ns1:cubicBezTo>
                  <ns1:pt x="44" y="40"/>
                  <ns1:pt x="44" y="40"/>
                  <ns1:pt x="44" y="40"/>
                </ns1:cubicBezTo>
                <ns1:cubicBezTo>
                  <ns1:pt x="36" y="40"/>
                  <ns1:pt x="26" y="44"/>
                  <ns1:pt x="21" y="50"/>
                </ns1:cubicBezTo>
                <ns1:cubicBezTo>
                  <ns1:pt x="0" y="75"/>
                  <ns1:pt x="0" y="75"/>
                  <ns1:pt x="0" y="75"/>
                </ns1:cubicBezTo>
                <ns1:cubicBezTo>
                  <ns1:pt x="0" y="76"/>
                  <ns1:pt x="0" y="76"/>
                  <ns1:pt x="0" y="76"/>
                </ns1:cubicBezTo>
                <ns1:cubicBezTo>
                  <ns1:pt x="0" y="75"/>
                  <ns1:pt x="0" y="74"/>
                  <ns1:pt x="0" y="74"/>
                </ns1:cubicBezTo>
                <ns1:cubicBezTo>
                  <ns1:pt x="0" y="14"/>
                  <ns1:pt x="0" y="14"/>
                  <ns1:pt x="0" y="14"/>
                </ns1:cubicBezTo>
                <ns1:cubicBezTo>
                  <ns1:pt x="0" y="6"/>
                  <ns1:pt x="6" y="0"/>
                  <ns1:pt x="14" y="0"/>
                </ns1:cubicBezTo>
                <ns1:cubicBezTo>
                  <ns1:pt x="34" y="0"/>
                  <ns1:pt x="34" y="0"/>
                  <ns1:pt x="34" y="0"/>
                </ns1:cubicBezTo>
                <ns1:cubicBezTo>
                  <ns1:pt x="41" y="0"/>
                  <ns1:pt x="48" y="6"/>
                  <ns1:pt x="48" y="14"/>
                </ns1:cubicBezTo>
                <ns1:cubicBezTo>
                  <ns1:pt x="48" y="16"/>
                  <ns1:pt x="48" y="16"/>
                  <ns1:pt x="48" y="16"/>
                </ns1:cubicBezTo>
                <ns1:cubicBezTo>
                  <ns1:pt x="82" y="16"/>
                  <ns1:pt x="82" y="16"/>
                  <ns1:pt x="82" y="16"/>
                </ns1:cubicBezTo>
                <ns1:cubicBezTo>
                  <ns1:pt x="89" y="16"/>
                  <ns1:pt x="96" y="22"/>
                  <ns1:pt x="96" y="30"/>
                </ns1:cubicBezTo>
                <ns1:lnTo>
                  <ns1:pt x="96" y="40"/>
                </ns1:lnTo>
                <ns1:close/>
                <ns1:moveTo>
                  <ns1:pt x="115" y="56"/>
                </ns1:moveTo>
                <ns1:cubicBezTo>
                  <ns1:pt x="94" y="80"/>
                  <ns1:pt x="94" y="80"/>
                  <ns1:pt x="94" y="80"/>
                </ns1:cubicBezTo>
                <ns1:cubicBezTo>
                  <ns1:pt x="90" y="85"/>
                  <ns1:pt x="83" y="88"/>
                  <ns1:pt x="78" y="88"/>
                </ns1:cubicBezTo>
                <ns1:cubicBezTo>
                  <ns1:pt x="10" y="88"/>
                  <ns1:pt x="10" y="88"/>
                  <ns1:pt x="10" y="88"/>
                </ns1:cubicBezTo>
                <ns1:cubicBezTo>
                  <ns1:pt x="7" y="88"/>
                  <ns1:pt x="4" y="87"/>
                  <ns1:pt x="4" y="84"/>
                </ns1:cubicBezTo>
                <ns1:cubicBezTo>
                  <ns1:pt x="4" y="83"/>
                  <ns1:pt x="5" y="81"/>
                  <ns1:pt x="6" y="80"/>
                </ns1:cubicBezTo>
                <ns1:cubicBezTo>
                  <ns1:pt x="27" y="56"/>
                  <ns1:pt x="27" y="56"/>
                  <ns1:pt x="27" y="56"/>
                </ns1:cubicBezTo>
                <ns1:cubicBezTo>
                  <ns1:pt x="31" y="51"/>
                  <ns1:pt x="38" y="48"/>
                  <ns1:pt x="44" y="48"/>
                </ns1:cubicBezTo>
                <ns1:cubicBezTo>
                  <ns1:pt x="112" y="48"/>
                  <ns1:pt x="112" y="48"/>
                  <ns1:pt x="112" y="48"/>
                </ns1:cubicBezTo>
                <ns1:cubicBezTo>
                  <ns1:pt x="114" y="48"/>
                  <ns1:pt x="117" y="49"/>
                  <ns1:pt x="117" y="51"/>
                </ns1:cubicBezTo>
                <ns1:cubicBezTo>
                  <ns1:pt x="117" y="53"/>
                  <ns1:pt x="116" y="54"/>
                  <ns1:pt x="115" y="56"/>
                </ns1:cubicBezTo>
                <ns1:close/>
              </ns1:path>
            </ns1:pathLst>
          </ns1:custGeom>
          <ns1:solidFill>
            <ns1:srgbClr val="010101"/>
          </ns1:solidFill>
          <ns1:ln>
            <ns1:noFill/>
          </ns1:ln>
          <ns1:extLst>
            <ns1:ext uri="{91240B29-F687-4F45-9708-019B960494DF}">
              <ns2:hiddenLine w="9525">
                <ns1:solidFill>
                  <ns1:srgbClr val="000000"/>
                </ns1:solidFill>
                <ns1:round/>
                <ns1:headEnd/>
                <ns1:tailEnd/>
              </ns2:hiddenLine>
            </ns1:ext>
          </ns1:extLst>
        </ns0:spPr>
        <ns0:txBody>
          <ns1:bodyPr vert="horz" wrap="square" lIns="91440" tIns="45720" rIns="91440" bIns="45720" numCol="1" anchor="t" anchorCtr="0" compatLnSpc="1">
            <ns1:prstTxWarp prst="textNoShape">
              <ns1:avLst/>
            </ns1:prstTxWarp>
          </ns1:bodyPr>
          <ns1:lstStyle/>
          <ns1:p>
            <ns1:endParaRPr lang="en-US" sz="2700"/>
          </ns1:p>
        </ns0:txBody>
      </ns0:sp>
      <ns0:sp>
        <ns0:nvSpPr>
          <ns0:cNvPr id="123" name="Freeform 121"/>
          <ns0:cNvSpPr>
            <ns1:spLocks noEditPoints="1"/>
          </ns0:cNvSpPr>
          <ns0:nvPr/>
        </ns0:nvSpPr>
        <ns0:spPr bwMode="auto">
          <ns1:xfrm>
            <ns1:off x="3592514" y="3619502"/>
            <ns1:ext cx="481013" cy="360363"/>
          </ns1:xfrm>
          <ns1:custGeom>
            <ns1:avLst/>
            <ns1:gdLst>
              <ns1:gd name="T0" fmla="*/ 303 w 303"/>
              <ns1:gd name="T1" fmla="*/ 227 h 227"/>
              <ns1:gd name="T2" fmla="*/ 0 w 303"/>
              <ns1:gd name="T3" fmla="*/ 227 h 227"/>
              <ns1:gd name="T4" fmla="*/ 0 w 303"/>
              <ns1:gd name="T5" fmla="*/ 0 h 227"/>
              <ns1:gd name="T6" fmla="*/ 19 w 303"/>
              <ns1:gd name="T7" fmla="*/ 0 h 227"/>
              <ns1:gd name="T8" fmla="*/ 19 w 303"/>
              <ns1:gd name="T9" fmla="*/ 208 h 227"/>
              <ns1:gd name="T10" fmla="*/ 303 w 303"/>
              <ns1:gd name="T11" fmla="*/ 208 h 227"/>
              <ns1:gd name="T12" fmla="*/ 303 w 303"/>
              <ns1:gd name="T13" fmla="*/ 227 h 227"/>
              <ns1:gd name="T14" fmla="*/ 94 w 303"/>
              <ns1:gd name="T15" fmla="*/ 189 h 227"/>
              <ns1:gd name="T16" fmla="*/ 57 w 303"/>
              <ns1:gd name="T17" fmla="*/ 189 h 227"/>
              <ns1:gd name="T18" fmla="*/ 57 w 303"/>
              <ns1:gd name="T19" fmla="*/ 113 h 227"/>
              <ns1:gd name="T20" fmla="*/ 94 w 303"/>
              <ns1:gd name="T21" fmla="*/ 113 h 227"/>
              <ns1:gd name="T22" fmla="*/ 94 w 303"/>
              <ns1:gd name="T23" fmla="*/ 189 h 227"/>
              <ns1:gd name="T24" fmla="*/ 151 w 303"/>
              <ns1:gd name="T25" fmla="*/ 189 h 227"/>
              <ns1:gd name="T26" fmla="*/ 113 w 303"/>
              <ns1:gd name="T27" fmla="*/ 189 h 227"/>
              <ns1:gd name="T28" fmla="*/ 113 w 303"/>
              <ns1:gd name="T29" fmla="*/ 37 h 227"/>
              <ns1:gd name="T30" fmla="*/ 151 w 303"/>
              <ns1:gd name="T31" fmla="*/ 37 h 227"/>
              <ns1:gd name="T32" fmla="*/ 151 w 303"/>
              <ns1:gd name="T33" fmla="*/ 189 h 227"/>
              <ns1:gd name="T34" fmla="*/ 208 w 303"/>
              <ns1:gd name="T35" fmla="*/ 189 h 227"/>
              <ns1:gd name="T36" fmla="*/ 170 w 303"/>
              <ns1:gd name="T37" fmla="*/ 189 h 227"/>
              <ns1:gd name="T38" fmla="*/ 170 w 303"/>
              <ns1:gd name="T39" fmla="*/ 75 h 227"/>
              <ns1:gd name="T40" fmla="*/ 208 w 303"/>
              <ns1:gd name="T41" fmla="*/ 75 h 227"/>
              <ns1:gd name="T42" fmla="*/ 208 w 303"/>
              <ns1:gd name="T43" fmla="*/ 189 h 227"/>
              <ns1:gd name="T44" fmla="*/ 265 w 303"/>
              <ns1:gd name="T45" fmla="*/ 189 h 227"/>
              <ns1:gd name="T46" fmla="*/ 227 w 303"/>
              <ns1:gd name="T47" fmla="*/ 189 h 227"/>
              <ns1:gd name="T48" fmla="*/ 227 w 303"/>
              <ns1:gd name="T49" fmla="*/ 18 h 227"/>
              <ns1:gd name="T50" fmla="*/ 265 w 303"/>
              <ns1:gd name="T51" fmla="*/ 18 h 227"/>
              <ns1:gd name="T52" fmla="*/ 265 w 303"/>
              <ns1:gd name="T53" fmla="*/ 189 h 227"/>
            </ns1:gdLst>
            <ns1:ahLst/>
            <ns1:cxnLst>
              <ns1:cxn ang="0">
                <ns1:pos x="T0" y="T1"/>
              </ns1:cxn>
              <ns1:cxn ang="0">
                <ns1:pos x="T2" y="T3"/>
              </ns1:cxn>
              <ns1:cxn ang="0">
                <ns1:pos x="T4" y="T5"/>
              </ns1:cxn>
              <ns1:cxn ang="0">
                <ns1:pos x="T6" y="T7"/>
              </ns1:cxn>
              <ns1:cxn ang="0">
                <ns1:pos x="T8" y="T9"/>
              </ns1:cxn>
              <ns1:cxn ang="0">
                <ns1:pos x="T10" y="T11"/>
              </ns1:cxn>
              <ns1:cxn ang="0">
                <ns1:pos x="T12" y="T13"/>
              </ns1:cxn>
              <ns1:cxn ang="0">
                <ns1:pos x="T14" y="T15"/>
              </ns1:cxn>
              <ns1:cxn ang="0">
                <ns1:pos x="T16" y="T17"/>
              </ns1:cxn>
              <ns1:cxn ang="0">
                <ns1:pos x="T18" y="T19"/>
              </ns1:cxn>
              <ns1:cxn ang="0">
                <ns1:pos x="T20" y="T21"/>
              </ns1:cxn>
              <ns1:cxn ang="0">
                <ns1:pos x="T22" y="T23"/>
              </ns1:cxn>
              <ns1:cxn ang="0">
                <ns1:pos x="T24" y="T25"/>
              </ns1:cxn>
              <ns1:cxn ang="0">
                <ns1:pos x="T26" y="T27"/>
              </ns1:cxn>
              <ns1:cxn ang="0">
                <ns1:pos x="T28" y="T29"/>
              </ns1:cxn>
              <ns1:cxn ang="0">
                <ns1:pos x="T30" y="T31"/>
              </ns1:cxn>
              <ns1:cxn ang="0">
                <ns1:pos x="T32" y="T33"/>
              </ns1:cxn>
              <ns1:cxn ang="0">
                <ns1:pos x="T34" y="T35"/>
              </ns1:cxn>
              <ns1:cxn ang="0">
                <ns1:pos x="T36" y="T37"/>
              </ns1:cxn>
              <ns1:cxn ang="0">
                <ns1:pos x="T38" y="T39"/>
              </ns1:cxn>
              <ns1:cxn ang="0">
                <ns1:pos x="T40" y="T41"/>
              </ns1:cxn>
              <ns1:cxn ang="0">
                <ns1:pos x="T42" y="T43"/>
              </ns1:cxn>
              <ns1:cxn ang="0">
                <ns1:pos x="T44" y="T45"/>
              </ns1:cxn>
              <ns1:cxn ang="0">
                <ns1:pos x="T46" y="T47"/>
              </ns1:cxn>
              <ns1:cxn ang="0">
                <ns1:pos x="T48" y="T49"/>
              </ns1:cxn>
              <ns1:cxn ang="0">
                <ns1:pos x="T50" y="T51"/>
              </ns1:cxn>
              <ns1:cxn ang="0">
                <ns1:pos x="T52" y="T53"/>
              </ns1:cxn>
            </ns1:cxnLst>
            <ns1:rect l="0" t="0" r="r" b="b"/>
            <ns1:pathLst>
              <ns1:path w="303" h="227">
                <ns1:moveTo>
                  <ns1:pt x="303" y="227"/>
                </ns1:moveTo>
                <ns1:lnTo>
                  <ns1:pt x="0" y="227"/>
                </ns1:lnTo>
                <ns1:lnTo>
                  <ns1:pt x="0" y="0"/>
                </ns1:lnTo>
                <ns1:lnTo>
                  <ns1:pt x="19" y="0"/>
                </ns1:lnTo>
                <ns1:lnTo>
                  <ns1:pt x="19" y="208"/>
                </ns1:lnTo>
                <ns1:lnTo>
                  <ns1:pt x="303" y="208"/>
                </ns1:lnTo>
                <ns1:lnTo>
                  <ns1:pt x="303" y="227"/>
                </ns1:lnTo>
                <ns1:close/>
                <ns1:moveTo>
                  <ns1:pt x="94" y="189"/>
                </ns1:moveTo>
                <ns1:lnTo>
                  <ns1:pt x="57" y="189"/>
                </ns1:lnTo>
                <ns1:lnTo>
                  <ns1:pt x="57" y="113"/>
                </ns1:lnTo>
                <ns1:lnTo>
                  <ns1:pt x="94" y="113"/>
                </ns1:lnTo>
                <ns1:lnTo>
                  <ns1:pt x="94" y="189"/>
                </ns1:lnTo>
                <ns1:close/>
                <ns1:moveTo>
                  <ns1:pt x="151" y="189"/>
                </ns1:moveTo>
                <ns1:lnTo>
                  <ns1:pt x="113" y="189"/>
                </ns1:lnTo>
                <ns1:lnTo>
                  <ns1:pt x="113" y="37"/>
                </ns1:lnTo>
                <ns1:lnTo>
                  <ns1:pt x="151" y="37"/>
                </ns1:lnTo>
                <ns1:lnTo>
                  <ns1:pt x="151" y="189"/>
                </ns1:lnTo>
                <ns1:close/>
                <ns1:moveTo>
                  <ns1:pt x="208" y="189"/>
                </ns1:moveTo>
                <ns1:lnTo>
                  <ns1:pt x="170" y="189"/>
                </ns1:lnTo>
                <ns1:lnTo>
                  <ns1:pt x="170" y="75"/>
                </ns1:lnTo>
                <ns1:lnTo>
                  <ns1:pt x="208" y="75"/>
                </ns1:lnTo>
                <ns1:lnTo>
                  <ns1:pt x="208" y="189"/>
                </ns1:lnTo>
                <ns1:close/>
                <ns1:moveTo>
                  <ns1:pt x="265" y="189"/>
                </ns1:moveTo>
                <ns1:lnTo>
                  <ns1:pt x="227" y="189"/>
                </ns1:lnTo>
                <ns1:lnTo>
                  <ns1:pt x="227" y="18"/>
                </ns1:lnTo>
                <ns1:lnTo>
                  <ns1:pt x="265" y="18"/>
                </ns1:lnTo>
                <ns1:lnTo>
                  <ns1:pt x="265" y="189"/>
                </ns1:lnTo>
                <ns1:close/>
              </ns1:path>
            </ns1:pathLst>
          </ns1:custGeom>
          <ns1:solidFill>
            <ns1:srgbClr val="010101"/>
          </ns1:solidFill>
          <ns1:ln>
            <ns1:noFill/>
          </ns1:ln>
          <ns1:extLst>
            <ns1:ext uri="{91240B29-F687-4F45-9708-019B960494DF}">
              <ns2:hiddenLine w="9525">
                <ns1:solidFill>
                  <ns1:srgbClr val="000000"/>
                </ns1:solidFill>
                <ns1:round/>
                <ns1:headEnd/>
                <ns1:tailEnd/>
              </ns2:hiddenLine>
            </ns1:ext>
          </ns1:extLst>
        </ns0:spPr>
        <ns0:txBody>
          <ns1:bodyPr vert="horz" wrap="square" lIns="91440" tIns="45720" rIns="91440" bIns="45720" numCol="1" anchor="t" anchorCtr="0" compatLnSpc="1">
            <ns1:prstTxWarp prst="textNoShape">
              <ns1:avLst/>
            </ns1:prstTxWarp>
          </ns1:bodyPr>
          <ns1:lstStyle/>
          <ns1:p>
            <ns1:endParaRPr lang="en-US" sz="2700"/>
          </ns1:p>
        </ns0:txBody>
      </ns0:sp>
      <ns0:sp>
        <ns0:nvSpPr>
          <ns0:cNvPr id="124" name="Freeform 122"/>
          <ns0:cNvSpPr>
            <ns1:spLocks noEditPoints="1"/>
          </ns0:cNvSpPr>
          <ns0:nvPr/>
        </ns0:nvSpPr>
        <ns0:spPr bwMode="auto">
          <ns1:xfrm>
            <ns1:off x="4297363" y="3619502"/>
            <ns1:ext cx="357188" cy="360363"/>
          </ns1:xfrm>
          <ns1:custGeom>
            <ns1:avLst/>
            <ns1:gdLst>
              <ns1:gd name="T0" fmla="*/ 95 w 95"/>
              <ns1:gd name="T1" fmla="*/ 78 h 96"/>
              <ns1:gd name="T2" fmla="*/ 77 w 95"/>
              <ns1:gd name="T3" fmla="*/ 96 h 96"/>
              <ns1:gd name="T4" fmla="*/ 18 w 95"/>
              <ns1:gd name="T5" fmla="*/ 96 h 96"/>
              <ns1:gd name="T6" fmla="*/ 0 w 95"/>
              <ns1:gd name="T7" fmla="*/ 78 h 96"/>
              <ns1:gd name="T8" fmla="*/ 0 w 95"/>
              <ns1:gd name="T9" fmla="*/ 18 h 96"/>
              <ns1:gd name="T10" fmla="*/ 18 w 95"/>
              <ns1:gd name="T11" fmla="*/ 0 h 96"/>
              <ns1:gd name="T12" fmla="*/ 77 w 95"/>
              <ns1:gd name="T13" fmla="*/ 0 h 96"/>
              <ns1:gd name="T14" fmla="*/ 95 w 95"/>
              <ns1:gd name="T15" fmla="*/ 18 h 96"/>
              <ns1:gd name="T16" fmla="*/ 95 w 95"/>
              <ns1:gd name="T17" fmla="*/ 78 h 96"/>
              <ns1:gd name="T18" fmla="*/ 72 w 95"/>
              <ns1:gd name="T19" fmla="*/ 32 h 96"/>
              <ns1:gd name="T20" fmla="*/ 78 w 95"/>
              <ns1:gd name="T21" fmla="*/ 25 h 96"/>
              <ns1:gd name="T22" fmla="*/ 69 w 95"/>
              <ns1:gd name="T23" fmla="*/ 28 h 96"/>
              <ns1:gd name="T24" fmla="*/ 60 w 95"/>
              <ns1:gd name="T25" fmla="*/ 24 h 96"/>
              <ns1:gd name="T26" fmla="*/ 47 w 95"/>
              <ns1:gd name="T27" fmla="*/ 37 h 96"/>
              <ns1:gd name="T28" fmla="*/ 47 w 95"/>
              <ns1:gd name="T29" fmla="*/ 40 h 96"/>
              <ns1:gd name="T30" fmla="*/ 20 w 95"/>
              <ns1:gd name="T31" fmla="*/ 26 h 96"/>
              <ns1:gd name="T32" fmla="*/ 18 w 95"/>
              <ns1:gd name="T33" fmla="*/ 33 h 96"/>
              <ns1:gd name="T34" fmla="*/ 24 w 95"/>
              <ns1:gd name="T35" fmla="*/ 44 h 96"/>
              <ns1:gd name="T36" fmla="*/ 18 w 95"/>
              <ns1:gd name="T37" fmla="*/ 42 h 96"/>
              <ns1:gd name="T38" fmla="*/ 18 w 95"/>
              <ns1:gd name="T39" fmla="*/ 42 h 96"/>
              <ns1:gd name="T40" fmla="*/ 28 w 95"/>
              <ns1:gd name="T41" fmla="*/ 55 h 96"/>
              <ns1:gd name="T42" fmla="*/ 25 w 95"/>
              <ns1:gd name="T43" fmla="*/ 56 h 96"/>
              <ns1:gd name="T44" fmla="*/ 23 w 95"/>
              <ns1:gd name="T45" fmla="*/ 56 h 96"/>
              <ns1:gd name="T46" fmla="*/ 35 w 95"/>
              <ns1:gd name="T47" fmla="*/ 65 h 96"/>
              <ns1:gd name="T48" fmla="*/ 19 w 95"/>
              <ns1:gd name="T49" fmla="*/ 70 h 96"/>
              <ns1:gd name="T50" fmla="*/ 16 w 95"/>
              <ns1:gd name="T51" fmla="*/ 70 h 96"/>
              <ns1:gd name="T52" fmla="*/ 36 w 95"/>
              <ns1:gd name="T53" fmla="*/ 76 h 96"/>
              <ns1:gd name="T54" fmla="*/ 73 w 95"/>
              <ns1:gd name="T55" fmla="*/ 39 h 96"/>
              <ns1:gd name="T56" fmla="*/ 73 w 95"/>
              <ns1:gd name="T57" fmla="*/ 37 h 96"/>
              <ns1:gd name="T58" fmla="*/ 79 w 95"/>
              <ns1:gd name="T59" fmla="*/ 30 h 96"/>
              <ns1:gd name="T60" fmla="*/ 72 w 95"/>
              <ns1:gd name="T61" fmla="*/ 32 h 96"/>
            </ns1:gdLst>
            <ns1:ahLst/>
            <ns1:cxnLst>
              <ns1:cxn ang="0">
                <ns1:pos x="T0" y="T1"/>
              </ns1:cxn>
              <ns1:cxn ang="0">
                <ns1:pos x="T2" y="T3"/>
              </ns1:cxn>
              <ns1:cxn ang="0">
                <ns1:pos x="T4" y="T5"/>
              </ns1:cxn>
              <ns1:cxn ang="0">
                <ns1:pos x="T6" y="T7"/>
              </ns1:cxn>
              <ns1:cxn ang="0">
                <ns1:pos x="T8" y="T9"/>
              </ns1:cxn>
              <ns1:cxn ang="0">
                <ns1:pos x="T10" y="T11"/>
              </ns1:cxn>
              <ns1:cxn ang="0">
                <ns1:pos x="T12" y="T13"/>
              </ns1:cxn>
              <ns1:cxn ang="0">
                <ns1:pos x="T14" y="T15"/>
              </ns1:cxn>
              <ns1:cxn ang="0">
                <ns1:pos x="T16" y="T17"/>
              </ns1:cxn>
              <ns1:cxn ang="0">
                <ns1:pos x="T18" y="T19"/>
              </ns1:cxn>
              <ns1:cxn ang="0">
                <ns1:pos x="T20" y="T21"/>
              </ns1:cxn>
              <ns1:cxn ang="0">
                <ns1:pos x="T22" y="T23"/>
              </ns1:cxn>
              <ns1:cxn ang="0">
                <ns1:pos x="T24" y="T25"/>
              </ns1:cxn>
              <ns1:cxn ang="0">
                <ns1:pos x="T26" y="T27"/>
              </ns1:cxn>
              <ns1:cxn ang="0">
                <ns1:pos x="T28" y="T29"/>
              </ns1:cxn>
              <ns1:cxn ang="0">
                <ns1:pos x="T30" y="T31"/>
              </ns1:cxn>
              <ns1:cxn ang="0">
                <ns1:pos x="T32" y="T33"/>
              </ns1:cxn>
              <ns1:cxn ang="0">
                <ns1:pos x="T34" y="T35"/>
              </ns1:cxn>
              <ns1:cxn ang="0">
                <ns1:pos x="T36" y="T37"/>
              </ns1:cxn>
              <ns1:cxn ang="0">
                <ns1:pos x="T38" y="T39"/>
              </ns1:cxn>
              <ns1:cxn ang="0">
                <ns1:pos x="T40" y="T41"/>
              </ns1:cxn>
              <ns1:cxn ang="0">
                <ns1:pos x="T42" y="T43"/>
              </ns1:cxn>
              <ns1:cxn ang="0">
                <ns1:pos x="T44" y="T45"/>
              </ns1:cxn>
              <ns1:cxn ang="0">
                <ns1:pos x="T46" y="T47"/>
              </ns1:cxn>
              <ns1:cxn ang="0">
                <ns1:pos x="T48" y="T49"/>
              </ns1:cxn>
              <ns1:cxn ang="0">
                <ns1:pos x="T50" y="T51"/>
              </ns1:cxn>
              <ns1:cxn ang="0">
                <ns1:pos x="T52" y="T53"/>
              </ns1:cxn>
              <ns1:cxn ang="0">
                <ns1:pos x="T54" y="T55"/>
              </ns1:cxn>
              <ns1:cxn ang="0">
                <ns1:pos x="T56" y="T57"/>
              </ns1:cxn>
              <ns1:cxn ang="0">
                <ns1:pos x="T58" y="T59"/>
              </ns1:cxn>
              <ns1:cxn ang="0">
                <ns1:pos x="T60" y="T61"/>
              </ns1:cxn>
            </ns1:cxnLst>
            <ns1:rect l="0" t="0" r="r" b="b"/>
            <ns1:pathLst>
              <ns1:path w="95" h="96">
                <ns1:moveTo>
                  <ns1:pt x="95" y="78"/>
                </ns1:moveTo>
                <ns1:cubicBezTo>
                  <ns1:pt x="95" y="88"/>
                  <ns1:pt x="87" y="96"/>
                  <ns1:pt x="77" y="96"/>
                </ns1:cubicBezTo>
                <ns1:cubicBezTo>
                  <ns1:pt x="18" y="96"/>
                  <ns1:pt x="18" y="96"/>
                  <ns1:pt x="18" y="96"/>
                </ns1:cubicBezTo>
                <ns1:cubicBezTo>
                  <ns1:pt x="8" y="96"/>
                  <ns1:pt x="0" y="88"/>
                  <ns1:pt x="0" y="78"/>
                </ns1:cubicBezTo>
                <ns1:cubicBezTo>
                  <ns1:pt x="0" y="18"/>
                  <ns1:pt x="0" y="18"/>
                  <ns1:pt x="0" y="18"/>
                </ns1:cubicBezTo>
                <ns1:cubicBezTo>
                  <ns1:pt x="0" y="8"/>
                  <ns1:pt x="8" y="0"/>
                  <ns1:pt x="18" y="0"/>
                </ns1:cubicBezTo>
                <ns1:cubicBezTo>
                  <ns1:pt x="77" y="0"/>
                  <ns1:pt x="77" y="0"/>
                  <ns1:pt x="77" y="0"/>
                </ns1:cubicBezTo>
                <ns1:cubicBezTo>
                  <ns1:pt x="87" y="0"/>
                  <ns1:pt x="95" y="8"/>
                  <ns1:pt x="95" y="18"/>
                </ns1:cubicBezTo>
                <ns1:lnTo>
                  <ns1:pt x="95" y="78"/>
                </ns1:lnTo>
                <ns1:close/>
                <ns1:moveTo>
                  <ns1:pt x="72" y="32"/>
                </ns1:moveTo>
                <ns1:cubicBezTo>
                  <ns1:pt x="75" y="31"/>
                  <ns1:pt x="77" y="28"/>
                  <ns1:pt x="78" y="25"/>
                </ns1:cubicBezTo>
                <ns1:cubicBezTo>
                  <ns1:pt x="75" y="26"/>
                  <ns1:pt x="72" y="28"/>
                  <ns1:pt x="69" y="28"/>
                </ns1:cubicBezTo>
                <ns1:cubicBezTo>
                  <ns1:pt x="67" y="26"/>
                  <ns1:pt x="64" y="24"/>
                  <ns1:pt x="60" y="24"/>
                </ns1:cubicBezTo>
                <ns1:cubicBezTo>
                  <ns1:pt x="53" y="24"/>
                  <ns1:pt x="47" y="30"/>
                  <ns1:pt x="47" y="37"/>
                </ns1:cubicBezTo>
                <ns1:cubicBezTo>
                  <ns1:pt x="47" y="38"/>
                  <ns1:pt x="47" y="39"/>
                  <ns1:pt x="47" y="40"/>
                </ns1:cubicBezTo>
                <ns1:cubicBezTo>
                  <ns1:pt x="36" y="40"/>
                  <ns1:pt x="26" y="34"/>
                  <ns1:pt x="20" y="26"/>
                </ns1:cubicBezTo>
                <ns1:cubicBezTo>
                  <ns1:pt x="19" y="28"/>
                  <ns1:pt x="18" y="31"/>
                  <ns1:pt x="18" y="33"/>
                </ns1:cubicBezTo>
                <ns1:cubicBezTo>
                  <ns1:pt x="18" y="38"/>
                  <ns1:pt x="20" y="42"/>
                  <ns1:pt x="24" y="44"/>
                </ns1:cubicBezTo>
                <ns1:cubicBezTo>
                  <ns1:pt x="22" y="44"/>
                  <ns1:pt x="20" y="43"/>
                  <ns1:pt x="18" y="42"/>
                </ns1:cubicBezTo>
                <ns1:cubicBezTo>
                  <ns1:pt x="18" y="42"/>
                  <ns1:pt x="18" y="42"/>
                  <ns1:pt x="18" y="42"/>
                </ns1:cubicBezTo>
                <ns1:cubicBezTo>
                  <ns1:pt x="18" y="49"/>
                  <ns1:pt x="22" y="54"/>
                  <ns1:pt x="28" y="55"/>
                </ns1:cubicBezTo>
                <ns1:cubicBezTo>
                  <ns1:pt x="27" y="56"/>
                  <ns1:pt x="26" y="56"/>
                  <ns1:pt x="25" y="56"/>
                </ns1:cubicBezTo>
                <ns1:cubicBezTo>
                  <ns1:pt x="24" y="56"/>
                  <ns1:pt x="24" y="56"/>
                  <ns1:pt x="23" y="56"/>
                </ns1:cubicBezTo>
                <ns1:cubicBezTo>
                  <ns1:pt x="24" y="61"/>
                  <ns1:pt x="29" y="65"/>
                  <ns1:pt x="35" y="65"/>
                </ns1:cubicBezTo>
                <ns1:cubicBezTo>
                  <ns1:pt x="30" y="68"/>
                  <ns1:pt x="25" y="70"/>
                  <ns1:pt x="19" y="70"/>
                </ns1:cubicBezTo>
                <ns1:cubicBezTo>
                  <ns1:pt x="18" y="70"/>
                  <ns1:pt x="17" y="70"/>
                  <ns1:pt x="16" y="70"/>
                </ns1:cubicBezTo>
                <ns1:cubicBezTo>
                  <ns1:pt x="21" y="74"/>
                  <ns1:pt x="28" y="76"/>
                  <ns1:pt x="36" y="76"/>
                </ns1:cubicBezTo>
                <ns1:cubicBezTo>
                  <ns1:pt x="60" y="76"/>
                  <ns1:pt x="73" y="56"/>
                  <ns1:pt x="73" y="39"/>
                </ns1:cubicBezTo>
                <ns1:cubicBezTo>
                  <ns1:pt x="73" y="38"/>
                  <ns1:pt x="73" y="37"/>
                  <ns1:pt x="73" y="37"/>
                </ns1:cubicBezTo>
                <ns1:cubicBezTo>
                  <ns1:pt x="75" y="35"/>
                  <ns1:pt x="78" y="33"/>
                  <ns1:pt x="79" y="30"/>
                </ns1:cubicBezTo>
                <ns1:cubicBezTo>
                  <ns1:pt x="77" y="31"/>
                  <ns1:pt x="75" y="32"/>
                  <ns1:pt x="72" y="32"/>
                </ns1:cubicBezTo>
                <ns1:close/>
              </ns1:path>
            </ns1:pathLst>
          </ns1:custGeom>
          <ns1:solidFill>
            <ns1:srgbClr val="010101"/>
          </ns1:solidFill>
          <ns1:ln>
            <ns1:noFill/>
          </ns1:ln>
          <ns1:extLst>
            <ns1:ext uri="{91240B29-F687-4F45-9708-019B960494DF}">
              <ns2:hiddenLine w="9525">
                <ns1:solidFill>
                  <ns1:srgbClr val="000000"/>
                </ns1:solidFill>
                <ns1:round/>
                <ns1:headEnd/>
                <ns1:tailEnd/>
              </ns2:hiddenLine>
            </ns1:ext>
          </ns1:extLst>
        </ns0:spPr>
        <ns0:txBody>
          <ns1:bodyPr vert="horz" wrap="square" lIns="91440" tIns="45720" rIns="91440" bIns="45720" numCol="1" anchor="t" anchorCtr="0" compatLnSpc="1">
            <ns1:prstTxWarp prst="textNoShape">
              <ns1:avLst/>
            </ns1:prstTxWarp>
          </ns1:bodyPr>
          <ns1:lstStyle/>
          <ns1:p>
            <ns1:endParaRPr lang="en-US" sz="2700"/>
          </ns1:p>
        </ns0:txBody>
      </ns0:sp>
      <ns0:sp>
        <ns0:nvSpPr>
          <ns0:cNvPr id="125" name="Freeform 123"/>
          <ns0:cNvSpPr>
            <ns1:spLocks/>
          </ns0:cNvSpPr>
          <ns0:nvPr/>
        </ns0:nvSpPr>
        <ns0:spPr bwMode="auto">
          <ns1:xfrm>
            <ns1:off x="4940302" y="3619502"/>
            <ns1:ext cx="360363" cy="360363"/>
          </ns1:xfrm>
          <ns1:custGeom>
            <ns1:avLst/>
            <ns1:gdLst>
              <ns1:gd name="T0" fmla="*/ 96 w 96"/>
              <ns1:gd name="T1" fmla="*/ 18 h 96"/>
              <ns1:gd name="T2" fmla="*/ 96 w 96"/>
              <ns1:gd name="T3" fmla="*/ 78 h 96"/>
              <ns1:gd name="T4" fmla="*/ 78 w 96"/>
              <ns1:gd name="T5" fmla="*/ 96 h 96"/>
              <ns1:gd name="T6" fmla="*/ 67 w 96"/>
              <ns1:gd name="T7" fmla="*/ 96 h 96"/>
              <ns1:gd name="T8" fmla="*/ 67 w 96"/>
              <ns1:gd name="T9" fmla="*/ 59 h 96"/>
              <ns1:gd name="T10" fmla="*/ 79 w 96"/>
              <ns1:gd name="T11" fmla="*/ 59 h 96"/>
              <ns1:gd name="T12" fmla="*/ 81 w 96"/>
              <ns1:gd name="T13" fmla="*/ 44 h 96"/>
              <ns1:gd name="T14" fmla="*/ 67 w 96"/>
              <ns1:gd name="T15" fmla="*/ 44 h 96"/>
              <ns1:gd name="T16" fmla="*/ 67 w 96"/>
              <ns1:gd name="T17" fmla="*/ 35 h 96"/>
              <ns1:gd name="T18" fmla="*/ 74 w 96"/>
              <ns1:gd name="T19" fmla="*/ 28 h 96"/>
              <ns1:gd name="T20" fmla="*/ 81 w 96"/>
              <ns1:gd name="T21" fmla="*/ 28 h 96"/>
              <ns1:gd name="T22" fmla="*/ 81 w 96"/>
              <ns1:gd name="T23" fmla="*/ 15 h 96"/>
              <ns1:gd name="T24" fmla="*/ 70 w 96"/>
              <ns1:gd name="T25" fmla="*/ 15 h 96"/>
              <ns1:gd name="T26" fmla="*/ 52 w 96"/>
              <ns1:gd name="T27" fmla="*/ 34 h 96"/>
              <ns1:gd name="T28" fmla="*/ 52 w 96"/>
              <ns1:gd name="T29" fmla="*/ 44 h 96"/>
              <ns1:gd name="T30" fmla="*/ 39 w 96"/>
              <ns1:gd name="T31" fmla="*/ 44 h 96"/>
              <ns1:gd name="T32" fmla="*/ 39 w 96"/>
              <ns1:gd name="T33" fmla="*/ 59 h 96"/>
              <ns1:gd name="T34" fmla="*/ 52 w 96"/>
              <ns1:gd name="T35" fmla="*/ 59 h 96"/>
              <ns1:gd name="T36" fmla="*/ 52 w 96"/>
              <ns1:gd name="T37" fmla="*/ 96 h 96"/>
              <ns1:gd name="T38" fmla="*/ 18 w 96"/>
              <ns1:gd name="T39" fmla="*/ 96 h 96"/>
              <ns1:gd name="T40" fmla="*/ 0 w 96"/>
              <ns1:gd name="T41" fmla="*/ 78 h 96"/>
              <ns1:gd name="T42" fmla="*/ 0 w 96"/>
              <ns1:gd name="T43" fmla="*/ 18 h 96"/>
              <ns1:gd name="T44" fmla="*/ 18 w 96"/>
              <ns1:gd name="T45" fmla="*/ 0 h 96"/>
              <ns1:gd name="T46" fmla="*/ 78 w 96"/>
              <ns1:gd name="T47" fmla="*/ 0 h 96"/>
              <ns1:gd name="T48" fmla="*/ 96 w 96"/>
              <ns1:gd name="T49" fmla="*/ 18 h 96"/>
            </ns1:gdLst>
            <ns1:ahLst/>
            <ns1:cxnLst>
              <ns1:cxn ang="0">
                <ns1:pos x="T0" y="T1"/>
              </ns1:cxn>
              <ns1:cxn ang="0">
                <ns1:pos x="T2" y="T3"/>
              </ns1:cxn>
              <ns1:cxn ang="0">
                <ns1:pos x="T4" y="T5"/>
              </ns1:cxn>
              <ns1:cxn ang="0">
                <ns1:pos x="T6" y="T7"/>
              </ns1:cxn>
              <ns1:cxn ang="0">
                <ns1:pos x="T8" y="T9"/>
              </ns1:cxn>
              <ns1:cxn ang="0">
                <ns1:pos x="T10" y="T11"/>
              </ns1:cxn>
              <ns1:cxn ang="0">
                <ns1:pos x="T12" y="T13"/>
              </ns1:cxn>
              <ns1:cxn ang="0">
                <ns1:pos x="T14" y="T15"/>
              </ns1:cxn>
              <ns1:cxn ang="0">
                <ns1:pos x="T16" y="T17"/>
              </ns1:cxn>
              <ns1:cxn ang="0">
                <ns1:pos x="T18" y="T19"/>
              </ns1:cxn>
              <ns1:cxn ang="0">
                <ns1:pos x="T20" y="T21"/>
              </ns1:cxn>
              <ns1:cxn ang="0">
                <ns1:pos x="T22" y="T23"/>
              </ns1:cxn>
              <ns1:cxn ang="0">
                <ns1:pos x="T24" y="T25"/>
              </ns1:cxn>
              <ns1:cxn ang="0">
                <ns1:pos x="T26" y="T27"/>
              </ns1:cxn>
              <ns1:cxn ang="0">
                <ns1:pos x="T28" y="T29"/>
              </ns1:cxn>
              <ns1:cxn ang="0">
                <ns1:pos x="T30" y="T31"/>
              </ns1:cxn>
              <ns1:cxn ang="0">
                <ns1:pos x="T32" y="T33"/>
              </ns1:cxn>
              <ns1:cxn ang="0">
                <ns1:pos x="T34" y="T35"/>
              </ns1:cxn>
              <ns1:cxn ang="0">
                <ns1:pos x="T36" y="T37"/>
              </ns1:cxn>
              <ns1:cxn ang="0">
                <ns1:pos x="T38" y="T39"/>
              </ns1:cxn>
              <ns1:cxn ang="0">
                <ns1:pos x="T40" y="T41"/>
              </ns1:cxn>
              <ns1:cxn ang="0">
                <ns1:pos x="T42" y="T43"/>
              </ns1:cxn>
              <ns1:cxn ang="0">
                <ns1:pos x="T44" y="T45"/>
              </ns1:cxn>
              <ns1:cxn ang="0">
                <ns1:pos x="T46" y="T47"/>
              </ns1:cxn>
              <ns1:cxn ang="0">
                <ns1:pos x="T48" y="T49"/>
              </ns1:cxn>
            </ns1:cxnLst>
            <ns1:rect l="0" t="0" r="r" b="b"/>
            <ns1:pathLst>
              <ns1:path w="96" h="96">
                <ns1:moveTo>
                  <ns1:pt x="96" y="18"/>
                </ns1:moveTo>
                <ns1:cubicBezTo>
                  <ns1:pt x="96" y="78"/>
                  <ns1:pt x="96" y="78"/>
                  <ns1:pt x="96" y="78"/>
                </ns1:cubicBezTo>
                <ns1:cubicBezTo>
                  <ns1:pt x="96" y="88"/>
                  <ns1:pt x="88" y="96"/>
                  <ns1:pt x="78" y="96"/>
                </ns1:cubicBezTo>
                <ns1:cubicBezTo>
                  <ns1:pt x="67" y="96"/>
                  <ns1:pt x="67" y="96"/>
                  <ns1:pt x="67" y="96"/>
                </ns1:cubicBezTo>
                <ns1:cubicBezTo>
                  <ns1:pt x="67" y="59"/>
                  <ns1:pt x="67" y="59"/>
                  <ns1:pt x="67" y="59"/>
                </ns1:cubicBezTo>
                <ns1:cubicBezTo>
                  <ns1:pt x="79" y="59"/>
                  <ns1:pt x="79" y="59"/>
                  <ns1:pt x="79" y="59"/>
                </ns1:cubicBezTo>
                <ns1:cubicBezTo>
                  <ns1:pt x="81" y="44"/>
                  <ns1:pt x="81" y="44"/>
                  <ns1:pt x="81" y="44"/>
                </ns1:cubicBezTo>
                <ns1:cubicBezTo>
                  <ns1:pt x="67" y="44"/>
                  <ns1:pt x="67" y="44"/>
                  <ns1:pt x="67" y="44"/>
                </ns1:cubicBezTo>
                <ns1:cubicBezTo>
                  <ns1:pt x="67" y="35"/>
                  <ns1:pt x="67" y="35"/>
                  <ns1:pt x="67" y="35"/>
                </ns1:cubicBezTo>
                <ns1:cubicBezTo>
                  <ns1:pt x="67" y="31"/>
                  <ns1:pt x="68" y="28"/>
                  <ns1:pt x="74" y="28"/>
                </ns1:cubicBezTo>
                <ns1:cubicBezTo>
                  <ns1:pt x="81" y="28"/>
                  <ns1:pt x="81" y="28"/>
                  <ns1:pt x="81" y="28"/>
                </ns1:cubicBezTo>
                <ns1:cubicBezTo>
                  <ns1:pt x="81" y="15"/>
                  <ns1:pt x="81" y="15"/>
                  <ns1:pt x="81" y="15"/>
                </ns1:cubicBezTo>
                <ns1:cubicBezTo>
                  <ns1:pt x="80" y="15"/>
                  <ns1:pt x="76" y="15"/>
                  <ns1:pt x="70" y="15"/>
                </ns1:cubicBezTo>
                <ns1:cubicBezTo>
                  <ns1:pt x="59" y="15"/>
                  <ns1:pt x="52" y="21"/>
                  <ns1:pt x="52" y="34"/>
                </ns1:cubicBezTo>
                <ns1:cubicBezTo>
                  <ns1:pt x="52" y="44"/>
                  <ns1:pt x="52" y="44"/>
                  <ns1:pt x="52" y="44"/>
                </ns1:cubicBezTo>
                <ns1:cubicBezTo>
                  <ns1:pt x="39" y="44"/>
                  <ns1:pt x="39" y="44"/>
                  <ns1:pt x="39" y="44"/>
                </ns1:cubicBezTo>
                <ns1:cubicBezTo>
                  <ns1:pt x="39" y="59"/>
                  <ns1:pt x="39" y="59"/>
                  <ns1:pt x="39" y="59"/>
                </ns1:cubicBezTo>
                <ns1:cubicBezTo>
                  <ns1:pt x="52" y="59"/>
                  <ns1:pt x="52" y="59"/>
                  <ns1:pt x="52" y="59"/>
                </ns1:cubicBezTo>
                <ns1:cubicBezTo>
                  <ns1:pt x="52" y="96"/>
                  <ns1:pt x="52" y="96"/>
                  <ns1:pt x="52" y="96"/>
                </ns1:cubicBezTo>
                <ns1:cubicBezTo>
                  <ns1:pt x="18" y="96"/>
                  <ns1:pt x="18" y="96"/>
                  <ns1:pt x="18" y="96"/>
                </ns1:cubicBezTo>
                <ns1:cubicBezTo>
                  <ns1:pt x="8" y="96"/>
                  <ns1:pt x="0" y="88"/>
                  <ns1:pt x="0" y="78"/>
                </ns1:cubicBezTo>
                <ns1:cubicBezTo>
                  <ns1:pt x="0" y="18"/>
                  <ns1:pt x="0" y="18"/>
                  <ns1:pt x="0" y="18"/>
                </ns1:cubicBezTo>
                <ns1:cubicBezTo>
                  <ns1:pt x="0" y="8"/>
                  <ns1:pt x="8" y="0"/>
                  <ns1:pt x="18" y="0"/>
                </ns1:cubicBezTo>
                <ns1:cubicBezTo>
                  <ns1:pt x="78" y="0"/>
                  <ns1:pt x="78" y="0"/>
                  <ns1:pt x="78" y="0"/>
                </ns1:cubicBezTo>
                <ns1:cubicBezTo>
                  <ns1:pt x="88" y="0"/>
                  <ns1:pt x="96" y="8"/>
                  <ns1:pt x="96" y="18"/>
                </ns1:cubicBezTo>
                <ns1:close/>
              </ns1:path>
            </ns1:pathLst>
          </ns1:custGeom>
          <ns1:solidFill>
            <ns1:srgbClr val="010101"/>
          </ns1:solidFill>
          <ns1:ln>
            <ns1:noFill/>
          </ns1:ln>
          <ns1:extLst>
            <ns1:ext uri="{91240B29-F687-4F45-9708-019B960494DF}">
              <ns2:hiddenLine w="9525">
                <ns1:solidFill>
                  <ns1:srgbClr val="000000"/>
                </ns1:solidFill>
                <ns1:round/>
                <ns1:headEnd/>
                <ns1:tailEnd/>
              </ns2:hiddenLine>
            </ns1:ext>
          </ns1:extLst>
        </ns0:spPr>
        <ns0:txBody>
          <ns1:bodyPr vert="horz" wrap="square" lIns="91440" tIns="45720" rIns="91440" bIns="45720" numCol="1" anchor="t" anchorCtr="0" compatLnSpc="1">
            <ns1:prstTxWarp prst="textNoShape">
              <ns1:avLst/>
            </ns1:prstTxWarp>
          </ns1:bodyPr>
          <ns1:lstStyle/>
          <ns1:p>
            <ns1:endParaRPr lang="en-US" sz="2700"/>
          </ns1:p>
        </ns0:txBody>
      </ns0:sp>
      <ns0:sp>
        <ns0:nvSpPr>
          <ns0:cNvPr id="126" name="Freeform 124"/>
          <ns0:cNvSpPr>
            <ns1:spLocks noEditPoints="1"/>
          </ns0:cNvSpPr>
          <ns0:nvPr/>
        </ns0:nvSpPr>
        <ns0:spPr bwMode="auto">
          <ns1:xfrm>
            <ns1:off x="5556251" y="3619502"/>
            <ns1:ext cx="419100" cy="360363"/>
          </ns1:xfrm>
          <ns1:custGeom>
            <ns1:avLst/>
            <ns1:gdLst>
              <ns1:gd name="T0" fmla="*/ 112 w 112"/>
              <ns1:gd name="T1" fmla="*/ 88 h 96"/>
              <ns1:gd name="T2" fmla="*/ 104 w 112"/>
              <ns1:gd name="T3" fmla="*/ 96 h 96"/>
              <ns1:gd name="T4" fmla="*/ 8 w 112"/>
              <ns1:gd name="T5" fmla="*/ 96 h 96"/>
              <ns1:gd name="T6" fmla="*/ 0 w 112"/>
              <ns1:gd name="T7" fmla="*/ 88 h 96"/>
              <ns1:gd name="T8" fmla="*/ 0 w 112"/>
              <ns1:gd name="T9" fmla="*/ 8 h 96"/>
              <ns1:gd name="T10" fmla="*/ 8 w 112"/>
              <ns1:gd name="T11" fmla="*/ 0 h 96"/>
              <ns1:gd name="T12" fmla="*/ 104 w 112"/>
              <ns1:gd name="T13" fmla="*/ 0 h 96"/>
              <ns1:gd name="T14" fmla="*/ 112 w 112"/>
              <ns1:gd name="T15" fmla="*/ 8 h 96"/>
              <ns1:gd name="T16" fmla="*/ 112 w 112"/>
              <ns1:gd name="T17" fmla="*/ 88 h 96"/>
              <ns1:gd name="T18" fmla="*/ 104 w 112"/>
              <ns1:gd name="T19" fmla="*/ 24 h 96"/>
              <ns1:gd name="T20" fmla="*/ 104 w 112"/>
              <ns1:gd name="T21" fmla="*/ 17 h 96"/>
              <ns1:gd name="T22" fmla="*/ 104 w 112"/>
              <ns1:gd name="T23" fmla="*/ 8 h 96"/>
              <ns1:gd name="T24" fmla="*/ 52 w 112"/>
              <ns1:gd name="T25" fmla="*/ 8 h 96"/>
              <ns1:gd name="T26" fmla="*/ 48 w 112"/>
              <ns1:gd name="T27" fmla="*/ 16 h 96"/>
              <ns1:gd name="T28" fmla="*/ 8 w 112"/>
              <ns1:gd name="T29" fmla="*/ 16 h 96"/>
              <ns1:gd name="T30" fmla="*/ 8 w 112"/>
              <ns1:gd name="T31" fmla="*/ 24 h 96"/>
              <ns1:gd name="T32" fmla="*/ 104 w 112"/>
              <ns1:gd name="T33" fmla="*/ 24 h 96"/>
              <ns1:gd name="T34" fmla="*/ 104 w 112"/>
              <ns1:gd name="T35" fmla="*/ 88 h 96"/>
              <ns1:gd name="T36" fmla="*/ 104 w 112"/>
              <ns1:gd name="T37" fmla="*/ 80 h 96"/>
              <ns1:gd name="T38" fmla="*/ 8 w 112"/>
              <ns1:gd name="T39" fmla="*/ 80 h 96"/>
              <ns1:gd name="T40" fmla="*/ 8 w 112"/>
              <ns1:gd name="T41" fmla="*/ 88 h 96"/>
              <ns1:gd name="T42" fmla="*/ 104 w 112"/>
              <ns1:gd name="T43" fmla="*/ 88 h 96"/>
              <ns1:gd name="T44" fmla="*/ 40 w 112"/>
              <ns1:gd name="T45" fmla="*/ 12 h 96"/>
              <ns1:gd name="T46" fmla="*/ 40 w 112"/>
              <ns1:gd name="T47" fmla="*/ 4 h 96"/>
              <ns1:gd name="T48" fmla="*/ 16 w 112"/>
              <ns1:gd name="T49" fmla="*/ 4 h 96"/>
              <ns1:gd name="T50" fmla="*/ 16 w 112"/>
              <ns1:gd name="T51" fmla="*/ 12 h 96"/>
              <ns1:gd name="T52" fmla="*/ 40 w 112"/>
              <ns1:gd name="T53" fmla="*/ 12 h 96"/>
              <ns1:gd name="T54" fmla="*/ 56 w 112"/>
              <ns1:gd name="T55" fmla="*/ 28 h 96"/>
              <ns1:gd name="T56" fmla="*/ 32 w 112"/>
              <ns1:gd name="T57" fmla="*/ 52 h 96"/>
              <ns1:gd name="T58" fmla="*/ 56 w 112"/>
              <ns1:gd name="T59" fmla="*/ 76 h 96"/>
              <ns1:gd name="T60" fmla="*/ 80 w 112"/>
              <ns1:gd name="T61" fmla="*/ 52 h 96"/>
              <ns1:gd name="T62" fmla="*/ 56 w 112"/>
              <ns1:gd name="T63" fmla="*/ 28 h 96"/>
              <ns1:gd name="T64" fmla="*/ 56 w 112"/>
              <ns1:gd name="T65" fmla="*/ 68 h 96"/>
              <ns1:gd name="T66" fmla="*/ 40 w 112"/>
              <ns1:gd name="T67" fmla="*/ 52 h 96"/>
              <ns1:gd name="T68" fmla="*/ 56 w 112"/>
              <ns1:gd name="T69" fmla="*/ 36 h 96"/>
              <ns1:gd name="T70" fmla="*/ 72 w 112"/>
              <ns1:gd name="T71" fmla="*/ 52 h 96"/>
              <ns1:gd name="T72" fmla="*/ 56 w 112"/>
              <ns1:gd name="T73" fmla="*/ 68 h 96"/>
              <ns1:gd name="T74" fmla="*/ 56 w 112"/>
              <ns1:gd name="T75" fmla="*/ 42 h 96"/>
              <ns1:gd name="T76" fmla="*/ 46 w 112"/>
              <ns1:gd name="T77" fmla="*/ 52 h 96"/>
              <ns1:gd name="T78" fmla="*/ 48 w 112"/>
              <ns1:gd name="T79" fmla="*/ 54 h 96"/>
              <ns1:gd name="T80" fmla="*/ 50 w 112"/>
              <ns1:gd name="T81" fmla="*/ 52 h 96"/>
              <ns1:gd name="T82" fmla="*/ 56 w 112"/>
              <ns1:gd name="T83" fmla="*/ 46 h 96"/>
              <ns1:gd name="T84" fmla="*/ 58 w 112"/>
              <ns1:gd name="T85" fmla="*/ 44 h 96"/>
              <ns1:gd name="T86" fmla="*/ 56 w 112"/>
              <ns1:gd name="T87" fmla="*/ 42 h 96"/>
            </ns1:gdLst>
            <ns1:ahLst/>
            <ns1:cxnLst>
              <ns1:cxn ang="0">
                <ns1:pos x="T0" y="T1"/>
              </ns1:cxn>
              <ns1:cxn ang="0">
                <ns1:pos x="T2" y="T3"/>
              </ns1:cxn>
              <ns1:cxn ang="0">
                <ns1:pos x="T4" y="T5"/>
              </ns1:cxn>
              <ns1:cxn ang="0">
                <ns1:pos x="T6" y="T7"/>
              </ns1:cxn>
              <ns1:cxn ang="0">
                <ns1:pos x="T8" y="T9"/>
              </ns1:cxn>
              <ns1:cxn ang="0">
                <ns1:pos x="T10" y="T11"/>
              </ns1:cxn>
              <ns1:cxn ang="0">
                <ns1:pos x="T12" y="T13"/>
              </ns1:cxn>
              <ns1:cxn ang="0">
                <ns1:pos x="T14" y="T15"/>
              </ns1:cxn>
              <ns1:cxn ang="0">
                <ns1:pos x="T16" y="T17"/>
              </ns1:cxn>
              <ns1:cxn ang="0">
                <ns1:pos x="T18" y="T19"/>
              </ns1:cxn>
              <ns1:cxn ang="0">
                <ns1:pos x="T20" y="T21"/>
              </ns1:cxn>
              <ns1:cxn ang="0">
                <ns1:pos x="T22" y="T23"/>
              </ns1:cxn>
              <ns1:cxn ang="0">
                <ns1:pos x="T24" y="T25"/>
              </ns1:cxn>
              <ns1:cxn ang="0">
                <ns1:pos x="T26" y="T27"/>
              </ns1:cxn>
              <ns1:cxn ang="0">
                <ns1:pos x="T28" y="T29"/>
              </ns1:cxn>
              <ns1:cxn ang="0">
                <ns1:pos x="T30" y="T31"/>
              </ns1:cxn>
              <ns1:cxn ang="0">
                <ns1:pos x="T32" y="T33"/>
              </ns1:cxn>
              <ns1:cxn ang="0">
                <ns1:pos x="T34" y="T35"/>
              </ns1:cxn>
              <ns1:cxn ang="0">
                <ns1:pos x="T36" y="T37"/>
              </ns1:cxn>
              <ns1:cxn ang="0">
                <ns1:pos x="T38" y="T39"/>
              </ns1:cxn>
              <ns1:cxn ang="0">
                <ns1:pos x="T40" y="T41"/>
              </ns1:cxn>
              <ns1:cxn ang="0">
                <ns1:pos x="T42" y="T43"/>
              </ns1:cxn>
              <ns1:cxn ang="0">
                <ns1:pos x="T44" y="T45"/>
              </ns1:cxn>
              <ns1:cxn ang="0">
                <ns1:pos x="T46" y="T47"/>
              </ns1:cxn>
              <ns1:cxn ang="0">
                <ns1:pos x="T48" y="T49"/>
              </ns1:cxn>
              <ns1:cxn ang="0">
                <ns1:pos x="T50" y="T51"/>
              </ns1:cxn>
              <ns1:cxn ang="0">
                <ns1:pos x="T52" y="T53"/>
              </ns1:cxn>
              <ns1:cxn ang="0">
                <ns1:pos x="T54" y="T55"/>
              </ns1:cxn>
              <ns1:cxn ang="0">
                <ns1:pos x="T56" y="T57"/>
              </ns1:cxn>
              <ns1:cxn ang="0">
                <ns1:pos x="T58" y="T59"/>
              </ns1:cxn>
              <ns1:cxn ang="0">
                <ns1:pos x="T60" y="T61"/>
              </ns1:cxn>
              <ns1:cxn ang="0">
                <ns1:pos x="T62" y="T63"/>
              </ns1:cxn>
              <ns1:cxn ang="0">
                <ns1:pos x="T64" y="T65"/>
              </ns1:cxn>
              <ns1:cxn ang="0">
                <ns1:pos x="T66" y="T67"/>
              </ns1:cxn>
              <ns1:cxn ang="0">
                <ns1:pos x="T68" y="T69"/>
              </ns1:cxn>
              <ns1:cxn ang="0">
                <ns1:pos x="T70" y="T71"/>
              </ns1:cxn>
              <ns1:cxn ang="0">
                <ns1:pos x="T72" y="T73"/>
              </ns1:cxn>
              <ns1:cxn ang="0">
                <ns1:pos x="T74" y="T75"/>
              </ns1:cxn>
              <ns1:cxn ang="0">
                <ns1:pos x="T76" y="T77"/>
              </ns1:cxn>
              <ns1:cxn ang="0">
                <ns1:pos x="T78" y="T79"/>
              </ns1:cxn>
              <ns1:cxn ang="0">
                <ns1:pos x="T80" y="T81"/>
              </ns1:cxn>
              <ns1:cxn ang="0">
                <ns1:pos x="T82" y="T83"/>
              </ns1:cxn>
              <ns1:cxn ang="0">
                <ns1:pos x="T84" y="T85"/>
              </ns1:cxn>
              <ns1:cxn ang="0">
                <ns1:pos x="T86" y="T87"/>
              </ns1:cxn>
            </ns1:cxnLst>
            <ns1:rect l="0" t="0" r="r" b="b"/>
            <ns1:pathLst>
              <ns1:path w="112" h="96">
                <ns1:moveTo>
                  <ns1:pt x="112" y="88"/>
                </ns1:moveTo>
                <ns1:cubicBezTo>
                  <ns1:pt x="112" y="92"/>
                  <ns1:pt x="109" y="96"/>
                  <ns1:pt x="104" y="96"/>
                </ns1:cubicBezTo>
                <ns1:cubicBezTo>
                  <ns1:pt x="8" y="96"/>
                  <ns1:pt x="8" y="96"/>
                  <ns1:pt x="8" y="96"/>
                </ns1:cubicBezTo>
                <ns1:cubicBezTo>
                  <ns1:pt x="4" y="96"/>
                  <ns1:pt x="0" y="92"/>
                  <ns1:pt x="0" y="88"/>
                </ns1:cubicBezTo>
                <ns1:cubicBezTo>
                  <ns1:pt x="0" y="8"/>
                  <ns1:pt x="0" y="8"/>
                  <ns1:pt x="0" y="8"/>
                </ns1:cubicBezTo>
                <ns1:cubicBezTo>
                  <ns1:pt x="0" y="4"/>
                  <ns1:pt x="4" y="0"/>
                  <ns1:pt x="8" y="0"/>
                </ns1:cubicBezTo>
                <ns1:cubicBezTo>
                  <ns1:pt x="104" y="0"/>
                  <ns1:pt x="104" y="0"/>
                  <ns1:pt x="104" y="0"/>
                </ns1:cubicBezTo>
                <ns1:cubicBezTo>
                  <ns1:pt x="109" y="0"/>
                  <ns1:pt x="112" y="4"/>
                  <ns1:pt x="112" y="8"/>
                </ns1:cubicBezTo>
                <ns1:lnTo>
                  <ns1:pt x="112" y="88"/>
                </ns1:lnTo>
                <ns1:close/>
                <ns1:moveTo>
                  <ns1:pt x="104" y="24"/>
                </ns1:moveTo>
                <ns1:cubicBezTo>
                  <ns1:pt x="104" y="17"/>
                  <ns1:pt x="104" y="17"/>
                  <ns1:pt x="104" y="17"/>
                </ns1:cubicBezTo>
                <ns1:cubicBezTo>
                  <ns1:pt x="104" y="8"/>
                  <ns1:pt x="104" y="8"/>
                  <ns1:pt x="104" y="8"/>
                </ns1:cubicBezTo>
                <ns1:cubicBezTo>
                  <ns1:pt x="52" y="8"/>
                  <ns1:pt x="52" y="8"/>
                  <ns1:pt x="52" y="8"/>
                </ns1:cubicBezTo>
                <ns1:cubicBezTo>
                  <ns1:pt x="48" y="16"/>
                  <ns1:pt x="48" y="16"/>
                  <ns1:pt x="48" y="16"/>
                </ns1:cubicBezTo>
                <ns1:cubicBezTo>
                  <ns1:pt x="8" y="16"/>
                  <ns1:pt x="8" y="16"/>
                  <ns1:pt x="8" y="16"/>
                </ns1:cubicBezTo>
                <ns1:cubicBezTo>
                  <ns1:pt x="8" y="24"/>
                  <ns1:pt x="8" y="24"/>
                  <ns1:pt x="8" y="24"/>
                </ns1:cubicBezTo>
                <ns1:lnTo>
                  <ns1:pt x="104" y="24"/>
                </ns1:lnTo>
                <ns1:close/>
                <ns1:moveTo>
                  <ns1:pt x="104" y="88"/>
                </ns1:moveTo>
                <ns1:cubicBezTo>
                  <ns1:pt x="104" y="80"/>
                  <ns1:pt x="104" y="80"/>
                  <ns1:pt x="104" y="80"/>
                </ns1:cubicBezTo>
                <ns1:cubicBezTo>
                  <ns1:pt x="8" y="80"/>
                  <ns1:pt x="8" y="80"/>
                  <ns1:pt x="8" y="80"/>
                </ns1:cubicBezTo>
                <ns1:cubicBezTo>
                  <ns1:pt x="8" y="88"/>
                  <ns1:pt x="8" y="88"/>
                  <ns1:pt x="8" y="88"/>
                </ns1:cubicBezTo>
                <ns1:lnTo>
                  <ns1:pt x="104" y="88"/>
                </ns1:lnTo>
                <ns1:close/>
                <ns1:moveTo>
                  <ns1:pt x="40" y="12"/>
                </ns1:moveTo>
                <ns1:cubicBezTo>
                  <ns1:pt x="40" y="4"/>
                  <ns1:pt x="40" y="4"/>
                  <ns1:pt x="40" y="4"/>
                </ns1:cubicBezTo>
                <ns1:cubicBezTo>
                  <ns1:pt x="16" y="4"/>
                  <ns1:pt x="16" y="4"/>
                  <ns1:pt x="16" y="4"/>
                </ns1:cubicBezTo>
                <ns1:cubicBezTo>
                  <ns1:pt x="16" y="12"/>
                  <ns1:pt x="16" y="12"/>
                  <ns1:pt x="16" y="12"/>
                </ns1:cubicBezTo>
                <ns1:lnTo>
                  <ns1:pt x="40" y="12"/>
                </ns1:lnTo>
                <ns1:close/>
                <ns1:moveTo>
                  <ns1:pt x="56" y="28"/>
                </ns1:moveTo>
                <ns1:cubicBezTo>
                  <ns1:pt x="43" y="28"/>
                  <ns1:pt x="32" y="39"/>
                  <ns1:pt x="32" y="52"/>
                </ns1:cubicBezTo>
                <ns1:cubicBezTo>
                  <ns1:pt x="32" y="65"/>
                  <ns1:pt x="43" y="76"/>
                  <ns1:pt x="56" y="76"/>
                </ns1:cubicBezTo>
                <ns1:cubicBezTo>
                  <ns1:pt x="69" y="76"/>
                  <ns1:pt x="80" y="65"/>
                  <ns1:pt x="80" y="52"/>
                </ns1:cubicBezTo>
                <ns1:cubicBezTo>
                  <ns1:pt x="80" y="39"/>
                  <ns1:pt x="69" y="28"/>
                  <ns1:pt x="56" y="28"/>
                </ns1:cubicBezTo>
                <ns1:close/>
                <ns1:moveTo>
                  <ns1:pt x="56" y="68"/>
                </ns1:moveTo>
                <ns1:cubicBezTo>
                  <ns1:pt x="47" y="68"/>
                  <ns1:pt x="40" y="61"/>
                  <ns1:pt x="40" y="52"/>
                </ns1:cubicBezTo>
                <ns1:cubicBezTo>
                  <ns1:pt x="40" y="43"/>
                  <ns1:pt x="47" y="36"/>
                  <ns1:pt x="56" y="36"/>
                </ns1:cubicBezTo>
                <ns1:cubicBezTo>
                  <ns1:pt x="65" y="36"/>
                  <ns1:pt x="72" y="43"/>
                  <ns1:pt x="72" y="52"/>
                </ns1:cubicBezTo>
                <ns1:cubicBezTo>
                  <ns1:pt x="72" y="61"/>
                  <ns1:pt x="65" y="68"/>
                  <ns1:pt x="56" y="68"/>
                </ns1:cubicBezTo>
                <ns1:close/>
                <ns1:moveTo>
                  <ns1:pt x="56" y="42"/>
                </ns1:moveTo>
                <ns1:cubicBezTo>
                  <ns1:pt x="51" y="42"/>
                  <ns1:pt x="46" y="46"/>
                  <ns1:pt x="46" y="52"/>
                </ns1:cubicBezTo>
                <ns1:cubicBezTo>
                  <ns1:pt x="46" y="53"/>
                  <ns1:pt x="47" y="54"/>
                  <ns1:pt x="48" y="54"/>
                </ns1:cubicBezTo>
                <ns1:cubicBezTo>
                  <ns1:pt x="49" y="54"/>
                  <ns1:pt x="50" y="53"/>
                  <ns1:pt x="50" y="52"/>
                </ns1:cubicBezTo>
                <ns1:cubicBezTo>
                  <ns1:pt x="50" y="49"/>
                  <ns1:pt x="53" y="46"/>
                  <ns1:pt x="56" y="46"/>
                </ns1:cubicBezTo>
                <ns1:cubicBezTo>
                  <ns1:pt x="57" y="46"/>
                  <ns1:pt x="58" y="45"/>
                  <ns1:pt x="58" y="44"/>
                </ns1:cubicBezTo>
                <ns1:cubicBezTo>
                  <ns1:pt x="58" y="43"/>
                  <ns1:pt x="57" y="42"/>
                  <ns1:pt x="56" y="42"/>
                </ns1:cubicBezTo>
                <ns1:close/>
              </ns1:path>
            </ns1:pathLst>
          </ns1:custGeom>
          <ns1:solidFill>
            <ns1:srgbClr val="010101"/>
          </ns1:solidFill>
          <ns1:ln>
            <ns1:noFill/>
          </ns1:ln>
          <ns1:extLst>
            <ns1:ext uri="{91240B29-F687-4F45-9708-019B960494DF}">
              <ns2:hiddenLine w="9525">
                <ns1:solidFill>
                  <ns1:srgbClr val="000000"/>
                </ns1:solidFill>
                <ns1:round/>
                <ns1:headEnd/>
                <ns1:tailEnd/>
              </ns2:hiddenLine>
            </ns1:ext>
          </ns1:extLst>
        </ns0:spPr>
        <ns0:txBody>
          <ns1:bodyPr vert="horz" wrap="square" lIns="91440" tIns="45720" rIns="91440" bIns="45720" numCol="1" anchor="t" anchorCtr="0" compatLnSpc="1">
            <ns1:prstTxWarp prst="textNoShape">
              <ns1:avLst/>
            </ns1:prstTxWarp>
          </ns1:bodyPr>
          <ns1:lstStyle/>
          <ns1:p>
            <ns1:endParaRPr lang="en-US" sz="2700"/>
          </ns1:p>
        </ns0:txBody>
      </ns0:sp>
      <ns0:sp>
        <ns0:nvSpPr>
          <ns0:cNvPr id="127" name="Freeform 125"/>
          <ns0:cNvSpPr>
            <ns1:spLocks noEditPoints="1"/>
          </ns0:cNvSpPr>
          <ns0:nvPr/>
        </ns0:nvSpPr>
        <ns0:spPr bwMode="auto">
          <ns1:xfrm>
            <ns1:off x="6200776" y="3619502"/>
            <ns1:ext cx="395288" cy="371475"/>
          </ns1:xfrm>
          <ns1:custGeom>
            <ns1:avLst/>
            <ns1:gdLst>
              <ns1:gd name="T0" fmla="*/ 98 w 105"/>
              <ns1:gd name="T1" fmla="*/ 75 h 99"/>
              <ns1:gd name="T2" fmla="*/ 90 w 105"/>
              <ns1:gd name="T3" fmla="*/ 68 h 99"/>
              <ns1:gd name="T4" fmla="*/ 84 w 105"/>
              <ns1:gd name="T5" fmla="*/ 74 h 99"/>
              <ns1:gd name="T6" fmla="*/ 98 w 105"/>
              <ns1:gd name="T7" fmla="*/ 88 h 99"/>
              <ns1:gd name="T8" fmla="*/ 100 w 105"/>
              <ns1:gd name="T9" fmla="*/ 92 h 99"/>
              <ns1:gd name="T10" fmla="*/ 92 w 105"/>
              <ns1:gd name="T11" fmla="*/ 99 h 99"/>
              <ns1:gd name="T12" fmla="*/ 88 w 105"/>
              <ns1:gd name="T13" fmla="*/ 98 h 99"/>
              <ns1:gd name="T14" fmla="*/ 46 w 105"/>
              <ns1:gd name="T15" fmla="*/ 56 h 99"/>
              <ns1:gd name="T16" fmla="*/ 23 w 105"/>
              <ns1:gd name="T17" fmla="*/ 64 h 99"/>
              <ns1:gd name="T18" fmla="*/ 0 w 105"/>
              <ns1:gd name="T19" fmla="*/ 41 h 99"/>
              <ns1:gd name="T20" fmla="*/ 41 w 105"/>
              <ns1:gd name="T21" fmla="*/ 0 h 99"/>
              <ns1:gd name="T22" fmla="*/ 64 w 105"/>
              <ns1:gd name="T23" fmla="*/ 23 h 99"/>
              <ns1:gd name="T24" fmla="*/ 56 w 105"/>
              <ns1:gd name="T25" fmla="*/ 46 h 99"/>
              <ns1:gd name="T26" fmla="*/ 78 w 105"/>
              <ns1:gd name="T27" fmla="*/ 68 h 99"/>
              <ns1:gd name="T28" fmla="*/ 84 w 105"/>
              <ns1:gd name="T29" fmla="*/ 62 h 99"/>
              <ns1:gd name="T30" fmla="*/ 77 w 105"/>
              <ns1:gd name="T31" fmla="*/ 54 h 99"/>
              <ns1:gd name="T32" fmla="*/ 84 w 105"/>
              <ns1:gd name="T33" fmla="*/ 47 h 99"/>
              <ns1:gd name="T34" fmla="*/ 86 w 105"/>
              <ns1:gd name="T35" fmla="*/ 47 h 99"/>
              <ns1:gd name="T36" fmla="*/ 105 w 105"/>
              <ns1:gd name="T37" fmla="*/ 68 h 99"/>
              <ns1:gd name="T38" fmla="*/ 98 w 105"/>
              <ns1:gd name="T39" fmla="*/ 75 h 99"/>
              <ns1:gd name="T40" fmla="*/ 40 w 105"/>
              <ns1:gd name="T41" fmla="*/ 12 h 99"/>
              <ns1:gd name="T42" fmla="*/ 28 w 105"/>
              <ns1:gd name="T43" fmla="*/ 24 h 99"/>
              <ns1:gd name="T44" fmla="*/ 29 w 105"/>
              <ns1:gd name="T45" fmla="*/ 29 h 99"/>
              <ns1:gd name="T46" fmla="*/ 24 w 105"/>
              <ns1:gd name="T47" fmla="*/ 28 h 99"/>
              <ns1:gd name="T48" fmla="*/ 12 w 105"/>
              <ns1:gd name="T49" fmla="*/ 40 h 99"/>
              <ns1:gd name="T50" fmla="*/ 24 w 105"/>
              <ns1:gd name="T51" fmla="*/ 52 h 99"/>
              <ns1:gd name="T52" fmla="*/ 36 w 105"/>
              <ns1:gd name="T53" fmla="*/ 40 h 99"/>
              <ns1:gd name="T54" fmla="*/ 35 w 105"/>
              <ns1:gd name="T55" fmla="*/ 35 h 99"/>
              <ns1:gd name="T56" fmla="*/ 40 w 105"/>
              <ns1:gd name="T57" fmla="*/ 36 h 99"/>
              <ns1:gd name="T58" fmla="*/ 52 w 105"/>
              <ns1:gd name="T59" fmla="*/ 24 h 99"/>
              <ns1:gd name="T60" fmla="*/ 40 w 105"/>
              <ns1:gd name="T61" fmla="*/ 12 h 99"/>
            </ns1:gdLst>
            <ns1:ahLst/>
            <ns1:cxnLst>
              <ns1:cxn ang="0">
                <ns1:pos x="T0" y="T1"/>
              </ns1:cxn>
              <ns1:cxn ang="0">
                <ns1:pos x="T2" y="T3"/>
              </ns1:cxn>
              <ns1:cxn ang="0">
                <ns1:pos x="T4" y="T5"/>
              </ns1:cxn>
              <ns1:cxn ang="0">
                <ns1:pos x="T6" y="T7"/>
              </ns1:cxn>
              <ns1:cxn ang="0">
                <ns1:pos x="T8" y="T9"/>
              </ns1:cxn>
              <ns1:cxn ang="0">
                <ns1:pos x="T10" y="T11"/>
              </ns1:cxn>
              <ns1:cxn ang="0">
                <ns1:pos x="T12" y="T13"/>
              </ns1:cxn>
              <ns1:cxn ang="0">
                <ns1:pos x="T14" y="T15"/>
              </ns1:cxn>
              <ns1:cxn ang="0">
                <ns1:pos x="T16" y="T17"/>
              </ns1:cxn>
              <ns1:cxn ang="0">
                <ns1:pos x="T18" y="T19"/>
              </ns1:cxn>
              <ns1:cxn ang="0">
                <ns1:pos x="T20" y="T21"/>
              </ns1:cxn>
              <ns1:cxn ang="0">
                <ns1:pos x="T22" y="T23"/>
              </ns1:cxn>
              <ns1:cxn ang="0">
                <ns1:pos x="T24" y="T25"/>
              </ns1:cxn>
              <ns1:cxn ang="0">
                <ns1:pos x="T26" y="T27"/>
              </ns1:cxn>
              <ns1:cxn ang="0">
                <ns1:pos x="T28" y="T29"/>
              </ns1:cxn>
              <ns1:cxn ang="0">
                <ns1:pos x="T30" y="T31"/>
              </ns1:cxn>
              <ns1:cxn ang="0">
                <ns1:pos x="T32" y="T33"/>
              </ns1:cxn>
              <ns1:cxn ang="0">
                <ns1:pos x="T34" y="T35"/>
              </ns1:cxn>
              <ns1:cxn ang="0">
                <ns1:pos x="T36" y="T37"/>
              </ns1:cxn>
              <ns1:cxn ang="0">
                <ns1:pos x="T38" y="T39"/>
              </ns1:cxn>
              <ns1:cxn ang="0">
                <ns1:pos x="T40" y="T41"/>
              </ns1:cxn>
              <ns1:cxn ang="0">
                <ns1:pos x="T42" y="T43"/>
              </ns1:cxn>
              <ns1:cxn ang="0">
                <ns1:pos x="T44" y="T45"/>
              </ns1:cxn>
              <ns1:cxn ang="0">
                <ns1:pos x="T46" y="T47"/>
              </ns1:cxn>
              <ns1:cxn ang="0">
                <ns1:pos x="T48" y="T49"/>
              </ns1:cxn>
              <ns1:cxn ang="0">
                <ns1:pos x="T50" y="T51"/>
              </ns1:cxn>
              <ns1:cxn ang="0">
                <ns1:pos x="T52" y="T53"/>
              </ns1:cxn>
              <ns1:cxn ang="0">
                <ns1:pos x="T54" y="T55"/>
              </ns1:cxn>
              <ns1:cxn ang="0">
                <ns1:pos x="T56" y="T57"/>
              </ns1:cxn>
              <ns1:cxn ang="0">
                <ns1:pos x="T58" y="T59"/>
              </ns1:cxn>
              <ns1:cxn ang="0">
                <ns1:pos x="T60" y="T61"/>
              </ns1:cxn>
            </ns1:cxnLst>
            <ns1:rect l="0" t="0" r="r" b="b"/>
            <ns1:pathLst>
              <ns1:path w="105" h="99">
                <ns1:moveTo>
                  <ns1:pt x="98" y="75"/>
                </ns1:moveTo>
                <ns1:cubicBezTo>
                  <ns1:pt x="97" y="75"/>
                  <ns1:pt x="91" y="69"/>
                  <ns1:pt x="90" y="68"/>
                </ns1:cubicBezTo>
                <ns1:cubicBezTo>
                  <ns1:pt x="84" y="74"/>
                  <ns1:pt x="84" y="74"/>
                  <ns1:pt x="84" y="74"/>
                </ns1:cubicBezTo>
                <ns1:cubicBezTo>
                  <ns1:pt x="98" y="88"/>
                  <ns1:pt x="98" y="88"/>
                  <ns1:pt x="98" y="88"/>
                </ns1:cubicBezTo>
                <ns1:cubicBezTo>
                  <ns1:pt x="99" y="89"/>
                  <ns1:pt x="100" y="90"/>
                  <ns1:pt x="100" y="92"/>
                </ns1:cubicBezTo>
                <ns1:cubicBezTo>
                  <ns1:pt x="100" y="95"/>
                  <ns1:pt x="96" y="99"/>
                  <ns1:pt x="92" y="99"/>
                </ns1:cubicBezTo>
                <ns1:cubicBezTo>
                  <ns1:pt x="91" y="99"/>
                  <ns1:pt x="89" y="99"/>
                  <ns1:pt x="88" y="98"/>
                </ns1:cubicBezTo>
                <ns1:cubicBezTo>
                  <ns1:pt x="46" y="56"/>
                  <ns1:pt x="46" y="56"/>
                  <ns1:pt x="46" y="56"/>
                </ns1:cubicBezTo>
                <ns1:cubicBezTo>
                  <ns1:pt x="39" y="61"/>
                  <ns1:pt x="31" y="64"/>
                  <ns1:pt x="23" y="64"/>
                </ns1:cubicBezTo>
                <ns1:cubicBezTo>
                  <ns1:pt x="10" y="64"/>
                  <ns1:pt x="0" y="55"/>
                  <ns1:pt x="0" y="41"/>
                </ns1:cubicBezTo>
                <ns1:cubicBezTo>
                  <ns1:pt x="0" y="21"/>
                  <ns1:pt x="21" y="0"/>
                  <ns1:pt x="41" y="0"/>
                </ns1:cubicBezTo>
                <ns1:cubicBezTo>
                  <ns1:pt x="55" y="0"/>
                  <ns1:pt x="64" y="9"/>
                  <ns1:pt x="64" y="23"/>
                </ns1:cubicBezTo>
                <ns1:cubicBezTo>
                  <ns1:pt x="64" y="31"/>
                  <ns1:pt x="61" y="39"/>
                  <ns1:pt x="56" y="46"/>
                </ns1:cubicBezTo>
                <ns1:cubicBezTo>
                  <ns1:pt x="78" y="68"/>
                  <ns1:pt x="78" y="68"/>
                  <ns1:pt x="78" y="68"/>
                </ns1:cubicBezTo>
                <ns1:cubicBezTo>
                  <ns1:pt x="84" y="62"/>
                  <ns1:pt x="84" y="62"/>
                  <ns1:pt x="84" y="62"/>
                </ns1:cubicBezTo>
                <ns1:cubicBezTo>
                  <ns1:pt x="83" y="61"/>
                  <ns1:pt x="77" y="56"/>
                  <ns1:pt x="77" y="54"/>
                </ns1:cubicBezTo>
                <ns1:cubicBezTo>
                  <ns1:pt x="77" y="53"/>
                  <ns1:pt x="83" y="47"/>
                  <ns1:pt x="84" y="47"/>
                </ns1:cubicBezTo>
                <ns1:cubicBezTo>
                  <ns1:pt x="85" y="47"/>
                  <ns1:pt x="85" y="47"/>
                  <ns1:pt x="86" y="47"/>
                </ns1:cubicBezTo>
                <ns1:cubicBezTo>
                  <ns1:pt x="88" y="50"/>
                  <ns1:pt x="105" y="66"/>
                  <ns1:pt x="105" y="68"/>
                </ns1:cubicBezTo>
                <ns1:cubicBezTo>
                  <ns1:pt x="105" y="69"/>
                  <ns1:pt x="100" y="75"/>
                  <ns1:pt x="98" y="75"/>
                </ns1:cubicBezTo>
                <ns1:close/>
                <ns1:moveTo>
                  <ns1:pt x="40" y="12"/>
                </ns1:moveTo>
                <ns1:cubicBezTo>
                  <ns1:pt x="34" y="12"/>
                  <ns1:pt x="28" y="17"/>
                  <ns1:pt x="28" y="24"/>
                </ns1:cubicBezTo>
                <ns1:cubicBezTo>
                  <ns1:pt x="28" y="26"/>
                  <ns1:pt x="29" y="28"/>
                  <ns1:pt x="29" y="29"/>
                </ns1:cubicBezTo>
                <ns1:cubicBezTo>
                  <ns1:pt x="28" y="28"/>
                  <ns1:pt x="26" y="28"/>
                  <ns1:pt x="24" y="28"/>
                </ns1:cubicBezTo>
                <ns1:cubicBezTo>
                  <ns1:pt x="18" y="28"/>
                  <ns1:pt x="12" y="33"/>
                  <ns1:pt x="12" y="40"/>
                </ns1:cubicBezTo>
                <ns1:cubicBezTo>
                  <ns1:pt x="12" y="47"/>
                  <ns1:pt x="18" y="52"/>
                  <ns1:pt x="24" y="52"/>
                </ns1:cubicBezTo>
                <ns1:cubicBezTo>
                  <ns1:pt x="31" y="52"/>
                  <ns1:pt x="36" y="47"/>
                  <ns1:pt x="36" y="40"/>
                </ns1:cubicBezTo>
                <ns1:cubicBezTo>
                  <ns1:pt x="36" y="38"/>
                  <ns1:pt x="36" y="36"/>
                  <ns1:pt x="35" y="35"/>
                </ns1:cubicBezTo>
                <ns1:cubicBezTo>
                  <ns1:pt x="37" y="36"/>
                  <ns1:pt x="38" y="36"/>
                  <ns1:pt x="40" y="36"/>
                </ns1:cubicBezTo>
                <ns1:cubicBezTo>
                  <ns1:pt x="47" y="36"/>
                  <ns1:pt x="52" y="31"/>
                  <ns1:pt x="52" y="24"/>
                </ns1:cubicBezTo>
                <ns1:cubicBezTo>
                  <ns1:pt x="52" y="17"/>
                  <ns1:pt x="47" y="12"/>
                  <ns1:pt x="40" y="12"/>
                </ns1:cubicBezTo>
                <ns1:close/>
              </ns1:path>
            </ns1:pathLst>
          </ns1:custGeom>
          <ns1:solidFill>
            <ns1:srgbClr val="010101"/>
          </ns1:solidFill>
          <ns1:ln>
            <ns1:noFill/>
          </ns1:ln>
          <ns1:extLst>
            <ns1:ext uri="{91240B29-F687-4F45-9708-019B960494DF}">
              <ns2:hiddenLine w="9525">
                <ns1:solidFill>
                  <ns1:srgbClr val="000000"/>
                </ns1:solidFill>
                <ns1:round/>
                <ns1:headEnd/>
                <ns1:tailEnd/>
              </ns2:hiddenLine>
            </ns1:ext>
          </ns1:extLst>
        </ns0:spPr>
        <ns0:txBody>
          <ns1:bodyPr vert="horz" wrap="square" lIns="91440" tIns="45720" rIns="91440" bIns="45720" numCol="1" anchor="t" anchorCtr="0" compatLnSpc="1">
            <ns1:prstTxWarp prst="textNoShape">
              <ns1:avLst/>
            </ns1:prstTxWarp>
          </ns1:bodyPr>
          <ns1:lstStyle/>
          <ns1:p>
            <ns1:endParaRPr lang="en-US" sz="2700"/>
          </ns1:p>
        </ns0:txBody>
      </ns0:sp>
      <ns0:sp>
        <ns0:nvSpPr>
          <ns0:cNvPr id="128" name="Freeform 126"/>
          <ns0:cNvSpPr>
            <ns1:spLocks noEditPoints="1"/>
          </ns0:cNvSpPr>
          <ns0:nvPr/>
        </ns0:nvSpPr>
        <ns0:spPr bwMode="auto">
          <ns1:xfrm>
            <ns1:off x="6831014" y="3592514"/>
            <ns1:ext cx="450850" cy="412750"/>
          </ns1:xfrm>
          <ns1:custGeom>
            <ns1:avLst/>
            <ns1:gdLst>
              <ns1:gd name="T0" fmla="*/ 69 w 120"/>
              <ns1:gd name="T1" fmla="*/ 64 h 110"/>
              <ns1:gd name="T2" fmla="*/ 73 w 120"/>
              <ns1:gd name="T3" fmla="*/ 77 h 110"/>
              <ns1:gd name="T4" fmla="*/ 61 w 120"/>
              <ns1:gd name="T5" fmla="*/ 87 h 110"/>
              <ns1:gd name="T6" fmla="*/ 48 w 120"/>
              <ns1:gd name="T7" fmla="*/ 93 h 110"/>
              <ns1:gd name="T8" fmla="*/ 33 w 120"/>
              <ns1:gd name="T9" fmla="*/ 93 h 110"/>
              <ns1:gd name="T10" fmla="*/ 19 w 120"/>
              <ns1:gd name="T11" fmla="*/ 87 h 110"/>
              <ns1:gd name="T12" fmla="*/ 7 w 120"/>
              <ns1:gd name="T13" fmla="*/ 77 h 110"/>
              <ns1:gd name="T14" fmla="*/ 11 w 120"/>
              <ns1:gd name="T15" fmla="*/ 64 h 110"/>
              <ns1:gd name="T16" fmla="*/ 0 w 120"/>
              <ns1:gd name="T17" fmla="*/ 49 h 110"/>
              <ns1:gd name="T18" fmla="*/ 13 w 120"/>
              <ns1:gd name="T19" fmla="*/ 41 h 110"/>
              <ns1:gd name="T20" fmla="*/ 8 w 120"/>
              <ns1:gd name="T21" fmla="*/ 31 h 110"/>
              <ns1:gd name="T22" fmla="*/ 26 w 120"/>
              <ns1:gd name="T23" fmla="*/ 28 h 110"/>
              <ns1:gd name="T24" fmla="*/ 34 w 120"/>
              <ns1:gd name="T25" fmla="*/ 15 h 110"/>
              <ns1:gd name="T26" fmla="*/ 49 w 120"/>
              <ns1:gd name="T27" fmla="*/ 26 h 110"/>
              <ns1:gd name="T28" fmla="*/ 63 w 120"/>
              <ns1:gd name="T29" fmla="*/ 22 h 110"/>
              <ns1:gd name="T30" fmla="*/ 72 w 120"/>
              <ns1:gd name="T31" fmla="*/ 34 h 110"/>
              <ns1:gd name="T32" fmla="*/ 79 w 120"/>
              <ns1:gd name="T33" fmla="*/ 47 h 110"/>
              <ns1:gd name="T34" fmla="*/ 40 w 120"/>
              <ns1:gd name="T35" fmla="*/ 39 h 110"/>
              <ns1:gd name="T36" fmla="*/ 56 w 120"/>
              <ns1:gd name="T37" fmla="*/ 55 h 110"/>
              <ns1:gd name="T38" fmla="*/ 111 w 120"/>
              <ns1:gd name="T39" fmla="*/ 29 h 110"/>
              <ns1:gd name="T40" fmla="*/ 112 w 120"/>
              <ns1:gd name="T41" fmla="*/ 42 h 110"/>
              <ns1:gd name="T42" fmla="*/ 96 w 120"/>
              <ns1:gd name="T43" fmla="*/ 39 h 110"/>
              <ns1:gd name="T44" fmla="*/ 80 w 120"/>
              <ns1:gd name="T45" fmla="*/ 42 h 110"/>
              <ns1:gd name="T46" fmla="*/ 81 w 120"/>
              <ns1:gd name="T47" fmla="*/ 29 h 110"/>
              <ns1:gd name="T48" fmla="*/ 81 w 120"/>
              <ns1:gd name="T49" fmla="*/ 17 h 110"/>
              <ns1:gd name="T50" fmla="*/ 80 w 120"/>
              <ns1:gd name="T51" fmla="*/ 4 h 110"/>
              <ns1:gd name="T52" fmla="*/ 96 w 120"/>
              <ns1:gd name="T53" fmla="*/ 7 h 110"/>
              <ns1:gd name="T54" fmla="*/ 104 w 120"/>
              <ns1:gd name="T55" fmla="*/ 0 h 110"/>
              <ns1:gd name="T56" fmla="*/ 109 w 120"/>
              <ns1:gd name="T57" fmla="*/ 13 h 110"/>
              <ns1:gd name="T58" fmla="*/ 120 w 120"/>
              <ns1:gd name="T59" fmla="*/ 27 h 110"/>
              <ns1:gd name="T60" fmla="*/ 109 w 120"/>
              <ns1:gd name="T61" fmla="*/ 97 h 110"/>
              <ns1:gd name="T62" fmla="*/ 104 w 120"/>
              <ns1:gd name="T63" fmla="*/ 110 h 110"/>
              <ns1:gd name="T64" fmla="*/ 94 w 120"/>
              <ns1:gd name="T65" fmla="*/ 103 h 110"/>
              <ns1:gd name="T66" fmla="*/ 80 w 120"/>
              <ns1:gd name="T67" fmla="*/ 105 h 110"/>
              <ns1:gd name="T68" fmla="*/ 72 w 120"/>
              <ns1:gd name="T69" fmla="*/ 91 h 110"/>
              <ns1:gd name="T70" fmla="*/ 83 w 120"/>
              <ns1:gd name="T71" fmla="*/ 77 h 110"/>
              <ns1:gd name="T72" fmla="*/ 88 w 120"/>
              <ns1:gd name="T73" fmla="*/ 64 h 110"/>
              <ns1:gd name="T74" fmla="*/ 98 w 120"/>
              <ns1:gd name="T75" fmla="*/ 71 h 110"/>
              <ns1:gd name="T76" fmla="*/ 112 w 120"/>
              <ns1:gd name="T77" fmla="*/ 68 h 110"/>
              <ns1:gd name="T78" fmla="*/ 111 w 120"/>
              <ns1:gd name="T79" fmla="*/ 81 h 110"/>
              <ns1:gd name="T80" fmla="*/ 96 w 120"/>
              <ns1:gd name="T81" fmla="*/ 15 h 110"/>
              <ns1:gd name="T82" fmla="*/ 104 w 120"/>
              <ns1:gd name="T83" fmla="*/ 23 h 110"/>
              <ns1:gd name="T84" fmla="*/ 88 w 120"/>
              <ns1:gd name="T85" fmla="*/ 87 h 110"/>
              <ns1:gd name="T86" fmla="*/ 96 w 120"/>
              <ns1:gd name="T87" fmla="*/ 79 h 110"/>
            </ns1:gdLst>
            <ns1:ahLst/>
            <ns1:cxnLst>
              <ns1:cxn ang="0">
                <ns1:pos x="T0" y="T1"/>
              </ns1:cxn>
              <ns1:cxn ang="0">
                <ns1:pos x="T2" y="T3"/>
              </ns1:cxn>
              <ns1:cxn ang="0">
                <ns1:pos x="T4" y="T5"/>
              </ns1:cxn>
              <ns1:cxn ang="0">
                <ns1:pos x="T6" y="T7"/>
              </ns1:cxn>
              <ns1:cxn ang="0">
                <ns1:pos x="T8" y="T9"/>
              </ns1:cxn>
              <ns1:cxn ang="0">
                <ns1:pos x="T10" y="T11"/>
              </ns1:cxn>
              <ns1:cxn ang="0">
                <ns1:pos x="T12" y="T13"/>
              </ns1:cxn>
              <ns1:cxn ang="0">
                <ns1:pos x="T14" y="T15"/>
              </ns1:cxn>
              <ns1:cxn ang="0">
                <ns1:pos x="T16" y="T17"/>
              </ns1:cxn>
              <ns1:cxn ang="0">
                <ns1:pos x="T18" y="T19"/>
              </ns1:cxn>
              <ns1:cxn ang="0">
                <ns1:pos x="T20" y="T21"/>
              </ns1:cxn>
              <ns1:cxn ang="0">
                <ns1:pos x="T22" y="T23"/>
              </ns1:cxn>
              <ns1:cxn ang="0">
                <ns1:pos x="T24" y="T25"/>
              </ns1:cxn>
              <ns1:cxn ang="0">
                <ns1:pos x="T26" y="T27"/>
              </ns1:cxn>
              <ns1:cxn ang="0">
                <ns1:pos x="T28" y="T29"/>
              </ns1:cxn>
              <ns1:cxn ang="0">
                <ns1:pos x="T30" y="T31"/>
              </ns1:cxn>
              <ns1:cxn ang="0">
                <ns1:pos x="T32" y="T33"/>
              </ns1:cxn>
              <ns1:cxn ang="0">
                <ns1:pos x="T34" y="T35"/>
              </ns1:cxn>
              <ns1:cxn ang="0">
                <ns1:pos x="T36" y="T37"/>
              </ns1:cxn>
              <ns1:cxn ang="0">
                <ns1:pos x="T38" y="T39"/>
              </ns1:cxn>
              <ns1:cxn ang="0">
                <ns1:pos x="T40" y="T41"/>
              </ns1:cxn>
              <ns1:cxn ang="0">
                <ns1:pos x="T42" y="T43"/>
              </ns1:cxn>
              <ns1:cxn ang="0">
                <ns1:pos x="T44" y="T45"/>
              </ns1:cxn>
              <ns1:cxn ang="0">
                <ns1:pos x="T46" y="T47"/>
              </ns1:cxn>
              <ns1:cxn ang="0">
                <ns1:pos x="T48" y="T49"/>
              </ns1:cxn>
              <ns1:cxn ang="0">
                <ns1:pos x="T50" y="T51"/>
              </ns1:cxn>
              <ns1:cxn ang="0">
                <ns1:pos x="T52" y="T53"/>
              </ns1:cxn>
              <ns1:cxn ang="0">
                <ns1:pos x="T54" y="T55"/>
              </ns1:cxn>
              <ns1:cxn ang="0">
                <ns1:pos x="T56" y="T57"/>
              </ns1:cxn>
              <ns1:cxn ang="0">
                <ns1:pos x="T58" y="T59"/>
              </ns1:cxn>
              <ns1:cxn ang="0">
                <ns1:pos x="T60" y="T61"/>
              </ns1:cxn>
              <ns1:cxn ang="0">
                <ns1:pos x="T62" y="T63"/>
              </ns1:cxn>
              <ns1:cxn ang="0">
                <ns1:pos x="T64" y="T65"/>
              </ns1:cxn>
              <ns1:cxn ang="0">
                <ns1:pos x="T66" y="T67"/>
              </ns1:cxn>
              <ns1:cxn ang="0">
                <ns1:pos x="T68" y="T69"/>
              </ns1:cxn>
              <ns1:cxn ang="0">
                <ns1:pos x="T70" y="T71"/>
              </ns1:cxn>
              <ns1:cxn ang="0">
                <ns1:pos x="T72" y="T73"/>
              </ns1:cxn>
              <ns1:cxn ang="0">
                <ns1:pos x="T74" y="T75"/>
              </ns1:cxn>
              <ns1:cxn ang="0">
                <ns1:pos x="T76" y="T77"/>
              </ns1:cxn>
              <ns1:cxn ang="0">
                <ns1:pos x="T78" y="T79"/>
              </ns1:cxn>
              <ns1:cxn ang="0">
                <ns1:pos x="T80" y="T81"/>
              </ns1:cxn>
              <ns1:cxn ang="0">
                <ns1:pos x="T82" y="T83"/>
              </ns1:cxn>
              <ns1:cxn ang="0">
                <ns1:pos x="T84" y="T85"/>
              </ns1:cxn>
              <ns1:cxn ang="0">
                <ns1:pos x="T86" y="T87"/>
              </ns1:cxn>
            </ns1:cxnLst>
            <ns1:rect l="0" t="0" r="r" b="b"/>
            <ns1:pathLst>
              <ns1:path w="120" h="110">
                <ns1:moveTo>
                  <ns1:pt x="80" y="61"/>
                </ns1:moveTo>
                <ns1:cubicBezTo>
                  <ns1:pt x="80" y="62"/>
                  <ns1:pt x="80" y="63"/>
                  <ns1:pt x="79" y="63"/>
                </ns1:cubicBezTo>
                <ns1:cubicBezTo>
                  <ns1:pt x="69" y="64"/>
                  <ns1:pt x="69" y="64"/>
                  <ns1:pt x="69" y="64"/>
                </ns1:cubicBezTo>
                <ns1:cubicBezTo>
                  <ns1:pt x="69" y="66"/>
                  <ns1:pt x="68" y="67"/>
                  <ns1:pt x="67" y="69"/>
                </ns1:cubicBezTo>
                <ns1:cubicBezTo>
                  <ns1:pt x="69" y="71"/>
                  <ns1:pt x="71" y="74"/>
                  <ns1:pt x="73" y="76"/>
                </ns1:cubicBezTo>
                <ns1:cubicBezTo>
                  <ns1:pt x="73" y="77"/>
                  <ns1:pt x="73" y="77"/>
                  <ns1:pt x="73" y="77"/>
                </ns1:cubicBezTo>
                <ns1:cubicBezTo>
                  <ns1:pt x="73" y="78"/>
                  <ns1:pt x="73" y="78"/>
                  <ns1:pt x="73" y="79"/>
                </ns1:cubicBezTo>
                <ns1:cubicBezTo>
                  <ns1:pt x="71" y="80"/>
                  <ns1:pt x="64" y="88"/>
                  <ns1:pt x="63" y="88"/>
                </ns1:cubicBezTo>
                <ns1:cubicBezTo>
                  <ns1:pt x="62" y="88"/>
                  <ns1:pt x="62" y="88"/>
                  <ns1:pt x="61" y="87"/>
                </ns1:cubicBezTo>
                <ns1:cubicBezTo>
                  <ns1:pt x="54" y="82"/>
                  <ns1:pt x="54" y="82"/>
                  <ns1:pt x="54" y="82"/>
                </ns1:cubicBezTo>
                <ns1:cubicBezTo>
                  <ns1:pt x="53" y="83"/>
                  <ns1:pt x="51" y="83"/>
                  <ns1:pt x="49" y="84"/>
                </ns1:cubicBezTo>
                <ns1:cubicBezTo>
                  <ns1:pt x="49" y="87"/>
                  <ns1:pt x="49" y="90"/>
                  <ns1:pt x="48" y="93"/>
                </ns1:cubicBezTo>
                <ns1:cubicBezTo>
                  <ns1:pt x="48" y="94"/>
                  <ns1:pt x="47" y="95"/>
                  <ns1:pt x="46" y="95"/>
                </ns1:cubicBezTo>
                <ns1:cubicBezTo>
                  <ns1:pt x="34" y="95"/>
                  <ns1:pt x="34" y="95"/>
                  <ns1:pt x="34" y="95"/>
                </ns1:cubicBezTo>
                <ns1:cubicBezTo>
                  <ns1:pt x="34" y="95"/>
                  <ns1:pt x="33" y="94"/>
                  <ns1:pt x="33" y="93"/>
                </ns1:cubicBezTo>
                <ns1:cubicBezTo>
                  <ns1:pt x="31" y="84"/>
                  <ns1:pt x="31" y="84"/>
                  <ns1:pt x="31" y="84"/>
                </ns1:cubicBezTo>
                <ns1:cubicBezTo>
                  <ns1:pt x="29" y="83"/>
                  <ns1:pt x="28" y="83"/>
                  <ns1:pt x="26" y="82"/>
                </ns1:cubicBezTo>
                <ns1:cubicBezTo>
                  <ns1:pt x="19" y="87"/>
                  <ns1:pt x="19" y="87"/>
                  <ns1:pt x="19" y="87"/>
                </ns1:cubicBezTo>
                <ns1:cubicBezTo>
                  <ns1:pt x="19" y="88"/>
                  <ns1:pt x="18" y="88"/>
                  <ns1:pt x="18" y="88"/>
                </ns1:cubicBezTo>
                <ns1:cubicBezTo>
                  <ns1:pt x="17" y="88"/>
                  <ns1:pt x="17" y="88"/>
                  <ns1:pt x="16" y="87"/>
                </ns1:cubicBezTo>
                <ns1:cubicBezTo>
                  <ns1:pt x="15" y="86"/>
                  <ns1:pt x="7" y="79"/>
                  <ns1:pt x="7" y="77"/>
                </ns1:cubicBezTo>
                <ns1:cubicBezTo>
                  <ns1:pt x="7" y="77"/>
                  <ns1:pt x="8" y="77"/>
                  <ns1:pt x="8" y="76"/>
                </ns1:cubicBezTo>
                <ns1:cubicBezTo>
                  <ns1:pt x="10" y="74"/>
                  <ns1:pt x="12" y="72"/>
                  <ns1:pt x="13" y="69"/>
                </ns1:cubicBezTo>
                <ns1:cubicBezTo>
                  <ns1:pt x="13" y="67"/>
                  <ns1:pt x="12" y="66"/>
                  <ns1:pt x="11" y="64"/>
                </ns1:cubicBezTo>
                <ns1:cubicBezTo>
                  <ns1:pt x="2" y="62"/>
                  <ns1:pt x="2" y="62"/>
                  <ns1:pt x="2" y="62"/>
                </ns1:cubicBezTo>
                <ns1:cubicBezTo>
                  <ns1:pt x="1" y="62"/>
                  <ns1:pt x="0" y="62"/>
                  <ns1:pt x="0" y="61"/>
                </ns1:cubicBezTo>
                <ns1:cubicBezTo>
                  <ns1:pt x="0" y="49"/>
                  <ns1:pt x="0" y="49"/>
                  <ns1:pt x="0" y="49"/>
                </ns1:cubicBezTo>
                <ns1:cubicBezTo>
                  <ns1:pt x="0" y="48"/>
                  <ns1:pt x="1" y="47"/>
                  <ns1:pt x="2" y="47"/>
                </ns1:cubicBezTo>
                <ns1:cubicBezTo>
                  <ns1:pt x="11" y="46"/>
                  <ns1:pt x="11" y="46"/>
                  <ns1:pt x="11" y="46"/>
                </ns1:cubicBezTo>
                <ns1:cubicBezTo>
                  <ns1:pt x="12" y="44"/>
                  <ns1:pt x="13" y="43"/>
                  <ns1:pt x="13" y="41"/>
                </ns1:cubicBezTo>
                <ns1:cubicBezTo>
                  <ns1:pt x="12" y="38"/>
                  <ns1:pt x="10" y="36"/>
                  <ns1:pt x="8" y="34"/>
                </ns1:cubicBezTo>
                <ns1:cubicBezTo>
                  <ns1:pt x="7" y="33"/>
                  <ns1:pt x="7" y="33"/>
                  <ns1:pt x="7" y="33"/>
                </ns1:cubicBezTo>
                <ns1:cubicBezTo>
                  <ns1:pt x="7" y="32"/>
                  <ns1:pt x="7" y="32"/>
                  <ns1:pt x="8" y="31"/>
                </ns1:cubicBezTo>
                <ns1:cubicBezTo>
                  <ns1:pt x="9" y="30"/>
                  <ns1:pt x="16" y="22"/>
                  <ns1:pt x="18" y="22"/>
                </ns1:cubicBezTo>
                <ns1:cubicBezTo>
                  <ns1:pt x="18" y="22"/>
                  <ns1:pt x="19" y="22"/>
                  <ns1:pt x="19" y="23"/>
                </ns1:cubicBezTo>
                <ns1:cubicBezTo>
                  <ns1:pt x="26" y="28"/>
                  <ns1:pt x="26" y="28"/>
                  <ns1:pt x="26" y="28"/>
                </ns1:cubicBezTo>
                <ns1:cubicBezTo>
                  <ns1:pt x="28" y="27"/>
                  <ns1:pt x="29" y="27"/>
                  <ns1:pt x="31" y="26"/>
                </ns1:cubicBezTo>
                <ns1:cubicBezTo>
                  <ns1:pt x="31" y="23"/>
                  <ns1:pt x="32" y="20"/>
                  <ns1:pt x="33" y="17"/>
                </ns1:cubicBezTo>
                <ns1:cubicBezTo>
                  <ns1:pt x="33" y="16"/>
                  <ns1:pt x="34" y="15"/>
                  <ns1:pt x="34" y="15"/>
                </ns1:cubicBezTo>
                <ns1:cubicBezTo>
                  <ns1:pt x="46" y="15"/>
                  <ns1:pt x="46" y="15"/>
                  <ns1:pt x="46" y="15"/>
                </ns1:cubicBezTo>
                <ns1:cubicBezTo>
                  <ns1:pt x="47" y="15"/>
                  <ns1:pt x="48" y="16"/>
                  <ns1:pt x="48" y="17"/>
                </ns1:cubicBezTo>
                <ns1:cubicBezTo>
                  <ns1:pt x="49" y="26"/>
                  <ns1:pt x="49" y="26"/>
                  <ns1:pt x="49" y="26"/>
                </ns1:cubicBezTo>
                <ns1:cubicBezTo>
                  <ns1:pt x="51" y="27"/>
                  <ns1:pt x="53" y="27"/>
                  <ns1:pt x="54" y="28"/>
                </ns1:cubicBezTo>
                <ns1:cubicBezTo>
                  <ns1:pt x="61" y="23"/>
                  <ns1:pt x="61" y="23"/>
                  <ns1:pt x="61" y="23"/>
                </ns1:cubicBezTo>
                <ns1:cubicBezTo>
                  <ns1:pt x="62" y="22"/>
                  <ns1:pt x="62" y="22"/>
                  <ns1:pt x="63" y="22"/>
                </ns1:cubicBezTo>
                <ns1:cubicBezTo>
                  <ns1:pt x="63" y="22"/>
                  <ns1:pt x="64" y="22"/>
                  <ns1:pt x="64" y="23"/>
                </ns1:cubicBezTo>
                <ns1:cubicBezTo>
                  <ns1:pt x="66" y="24"/>
                  <ns1:pt x="73" y="31"/>
                  <ns1:pt x="73" y="33"/>
                </ns1:cubicBezTo>
                <ns1:cubicBezTo>
                  <ns1:pt x="73" y="33"/>
                  <ns1:pt x="73" y="33"/>
                  <ns1:pt x="72" y="34"/>
                </ns1:cubicBezTo>
                <ns1:cubicBezTo>
                  <ns1:pt x="71" y="36"/>
                  <ns1:pt x="69" y="38"/>
                  <ns1:pt x="67" y="41"/>
                </ns1:cubicBezTo>
                <ns1:cubicBezTo>
                  <ns1:pt x="68" y="43"/>
                  <ns1:pt x="69" y="44"/>
                  <ns1:pt x="69" y="46"/>
                </ns1:cubicBezTo>
                <ns1:cubicBezTo>
                  <ns1:pt x="79" y="47"/>
                  <ns1:pt x="79" y="47"/>
                  <ns1:pt x="79" y="47"/>
                </ns1:cubicBezTo>
                <ns1:cubicBezTo>
                  <ns1:pt x="80" y="48"/>
                  <ns1:pt x="80" y="48"/>
                  <ns1:pt x="80" y="49"/>
                </ns1:cubicBezTo>
                <ns1:lnTo>
                  <ns1:pt x="80" y="61"/>
                </ns1:lnTo>
                <ns1:close/>
                <ns1:moveTo>
                  <ns1:pt x="40" y="39"/>
                </ns1:moveTo>
                <ns1:cubicBezTo>
                  <ns1:pt x="31" y="39"/>
                  <ns1:pt x="24" y="46"/>
                  <ns1:pt x="24" y="55"/>
                </ns1:cubicBezTo>
                <ns1:cubicBezTo>
                  <ns1:pt x="24" y="64"/>
                  <ns1:pt x="31" y="71"/>
                  <ns1:pt x="40" y="71"/>
                </ns1:cubicBezTo>
                <ns1:cubicBezTo>
                  <ns1:pt x="49" y="71"/>
                  <ns1:pt x="56" y="64"/>
                  <ns1:pt x="56" y="55"/>
                </ns1:cubicBezTo>
                <ns1:cubicBezTo>
                  <ns1:pt x="56" y="46"/>
                  <ns1:pt x="49" y="39"/>
                  <ns1:pt x="40" y="39"/>
                </ns1:cubicBezTo>
                <ns1:close/>
                <ns1:moveTo>
                  <ns1:pt x="120" y="27"/>
                </ns1:moveTo>
                <ns1:cubicBezTo>
                  <ns1:pt x="120" y="28"/>
                  <ns1:pt x="112" y="29"/>
                  <ns1:pt x="111" y="29"/>
                </ns1:cubicBezTo>
                <ns1:cubicBezTo>
                  <ns1:pt x="110" y="31"/>
                  <ns1:pt x="110" y="32"/>
                  <ns1:pt x="109" y="33"/>
                </ns1:cubicBezTo>
                <ns1:cubicBezTo>
                  <ns1:pt x="110" y="34"/>
                  <ns1:pt x="112" y="40"/>
                  <ns1:pt x="112" y="41"/>
                </ns1:cubicBezTo>
                <ns1:cubicBezTo>
                  <ns1:pt x="112" y="41"/>
                  <ns1:pt x="112" y="41"/>
                  <ns1:pt x="112" y="42"/>
                </ns1:cubicBezTo>
                <ns1:cubicBezTo>
                  <ns1:pt x="111" y="42"/>
                  <ns1:pt x="104" y="46"/>
                  <ns1:pt x="104" y="46"/>
                </ns1:cubicBezTo>
                <ns1:cubicBezTo>
                  <ns1:pt x="103" y="46"/>
                  <ns1:pt x="99" y="40"/>
                  <ns1:pt x="98" y="39"/>
                </ns1:cubicBezTo>
                <ns1:cubicBezTo>
                  <ns1:pt x="97" y="39"/>
                  <ns1:pt x="97" y="39"/>
                  <ns1:pt x="96" y="39"/>
                </ns1:cubicBezTo>
                <ns1:cubicBezTo>
                  <ns1:pt x="96" y="39"/>
                  <ns1:pt x="95" y="39"/>
                  <ns1:pt x="94" y="39"/>
                </ns1:cubicBezTo>
                <ns1:cubicBezTo>
                  <ns1:pt x="94" y="40"/>
                  <ns1:pt x="89" y="46"/>
                  <ns1:pt x="88" y="46"/>
                </ns1:cubicBezTo>
                <ns1:cubicBezTo>
                  <ns1:pt x="88" y="46"/>
                  <ns1:pt x="81" y="42"/>
                  <ns1:pt x="80" y="42"/>
                </ns1:cubicBezTo>
                <ns1:cubicBezTo>
                  <ns1:pt x="80" y="41"/>
                  <ns1:pt x="80" y="41"/>
                  <ns1:pt x="80" y="41"/>
                </ns1:cubicBezTo>
                <ns1:cubicBezTo>
                  <ns1:pt x="80" y="40"/>
                  <ns1:pt x="83" y="34"/>
                  <ns1:pt x="83" y="33"/>
                </ns1:cubicBezTo>
                <ns1:cubicBezTo>
                  <ns1:pt x="83" y="32"/>
                  <ns1:pt x="82" y="31"/>
                  <ns1:pt x="81" y="29"/>
                </ns1:cubicBezTo>
                <ns1:cubicBezTo>
                  <ns1:pt x="80" y="29"/>
                  <ns1:pt x="72" y="28"/>
                  <ns1:pt x="72" y="27"/>
                </ns1:cubicBezTo>
                <ns1:cubicBezTo>
                  <ns1:pt x="72" y="19"/>
                  <ns1:pt x="72" y="19"/>
                  <ns1:pt x="72" y="19"/>
                </ns1:cubicBezTo>
                <ns1:cubicBezTo>
                  <ns1:pt x="72" y="18"/>
                  <ns1:pt x="80" y="17"/>
                  <ns1:pt x="81" y="17"/>
                </ns1:cubicBezTo>
                <ns1:cubicBezTo>
                  <ns1:pt x="82" y="16"/>
                  <ns1:pt x="83" y="14"/>
                  <ns1:pt x="83" y="13"/>
                </ns1:cubicBezTo>
                <ns1:cubicBezTo>
                  <ns1:pt x="83" y="12"/>
                  <ns1:pt x="80" y="6"/>
                  <ns1:pt x="80" y="5"/>
                </ns1:cubicBezTo>
                <ns1:cubicBezTo>
                  <ns1:pt x="80" y="5"/>
                  <ns1:pt x="80" y="5"/>
                  <ns1:pt x="80" y="4"/>
                </ns1:cubicBezTo>
                <ns1:cubicBezTo>
                  <ns1:pt x="81" y="4"/>
                  <ns1:pt x="88" y="0"/>
                  <ns1:pt x="88" y="0"/>
                </ns1:cubicBezTo>
                <ns1:cubicBezTo>
                  <ns1:pt x="89" y="0"/>
                  <ns1:pt x="94" y="6"/>
                  <ns1:pt x="94" y="7"/>
                </ns1:cubicBezTo>
                <ns1:cubicBezTo>
                  <ns1:pt x="95" y="7"/>
                  <ns1:pt x="96" y="7"/>
                  <ns1:pt x="96" y="7"/>
                </ns1:cubicBezTo>
                <ns1:cubicBezTo>
                  <ns1:pt x="97" y="7"/>
                  <ns1:pt x="97" y="7"/>
                  <ns1:pt x="98" y="7"/>
                </ns1:cubicBezTo>
                <ns1:cubicBezTo>
                  <ns1:pt x="100" y="5"/>
                  <ns1:pt x="102" y="2"/>
                  <ns1:pt x="104" y="0"/>
                </ns1:cubicBezTo>
                <ns1:cubicBezTo>
                  <ns1:pt x="104" y="0"/>
                  <ns1:pt x="104" y="0"/>
                  <ns1:pt x="104" y="0"/>
                </ns1:cubicBezTo>
                <ns1:cubicBezTo>
                  <ns1:pt x="104" y="0"/>
                  <ns1:pt x="111" y="4"/>
                  <ns1:pt x="112" y="4"/>
                </ns1:cubicBezTo>
                <ns1:cubicBezTo>
                  <ns1:pt x="112" y="5"/>
                  <ns1:pt x="112" y="5"/>
                  <ns1:pt x="112" y="5"/>
                </ns1:cubicBezTo>
                <ns1:cubicBezTo>
                  <ns1:pt x="112" y="6"/>
                  <ns1:pt x="110" y="12"/>
                  <ns1:pt x="109" y="13"/>
                </ns1:cubicBezTo>
                <ns1:cubicBezTo>
                  <ns1:pt x="110" y="14"/>
                  <ns1:pt x="110" y="16"/>
                  <ns1:pt x="111" y="17"/>
                </ns1:cubicBezTo>
                <ns1:cubicBezTo>
                  <ns1:pt x="112" y="17"/>
                  <ns1:pt x="120" y="18"/>
                  <ns1:pt x="120" y="19"/>
                </ns1:cubicBezTo>
                <ns1:lnTo>
                  <ns1:pt x="120" y="27"/>
                </ns1:lnTo>
                <ns1:close/>
                <ns1:moveTo>
                  <ns1:pt x="120" y="91"/>
                </ns1:moveTo>
                <ns1:cubicBezTo>
                  <ns1:pt x="120" y="92"/>
                  <ns1:pt x="112" y="93"/>
                  <ns1:pt x="111" y="93"/>
                </ns1:cubicBezTo>
                <ns1:cubicBezTo>
                  <ns1:pt x="110" y="94"/>
                  <ns1:pt x="110" y="96"/>
                  <ns1:pt x="109" y="97"/>
                </ns1:cubicBezTo>
                <ns1:cubicBezTo>
                  <ns1:pt x="110" y="98"/>
                  <ns1:pt x="112" y="104"/>
                  <ns1:pt x="112" y="105"/>
                </ns1:cubicBezTo>
                <ns1:cubicBezTo>
                  <ns1:pt x="112" y="105"/>
                  <ns1:pt x="112" y="105"/>
                  <ns1:pt x="112" y="106"/>
                </ns1:cubicBezTo>
                <ns1:cubicBezTo>
                  <ns1:pt x="111" y="106"/>
                  <ns1:pt x="104" y="110"/>
                  <ns1:pt x="104" y="110"/>
                </ns1:cubicBezTo>
                <ns1:cubicBezTo>
                  <ns1:pt x="103" y="110"/>
                  <ns1:pt x="99" y="104"/>
                  <ns1:pt x="98" y="103"/>
                </ns1:cubicBezTo>
                <ns1:cubicBezTo>
                  <ns1:pt x="97" y="103"/>
                  <ns1:pt x="97" y="103"/>
                  <ns1:pt x="96" y="103"/>
                </ns1:cubicBezTo>
                <ns1:cubicBezTo>
                  <ns1:pt x="96" y="103"/>
                  <ns1:pt x="95" y="103"/>
                  <ns1:pt x="94" y="103"/>
                </ns1:cubicBezTo>
                <ns1:cubicBezTo>
                  <ns1:pt x="94" y="104"/>
                  <ns1:pt x="89" y="110"/>
                  <ns1:pt x="88" y="110"/>
                </ns1:cubicBezTo>
                <ns1:cubicBezTo>
                  <ns1:pt x="88" y="110"/>
                  <ns1:pt x="81" y="106"/>
                  <ns1:pt x="80" y="106"/>
                </ns1:cubicBezTo>
                <ns1:cubicBezTo>
                  <ns1:pt x="80" y="105"/>
                  <ns1:pt x="80" y="105"/>
                  <ns1:pt x="80" y="105"/>
                </ns1:cubicBezTo>
                <ns1:cubicBezTo>
                  <ns1:pt x="80" y="104"/>
                  <ns1:pt x="83" y="98"/>
                  <ns1:pt x="83" y="97"/>
                </ns1:cubicBezTo>
                <ns1:cubicBezTo>
                  <ns1:pt x="83" y="96"/>
                  <ns1:pt x="82" y="94"/>
                  <ns1:pt x="81" y="93"/>
                </ns1:cubicBezTo>
                <ns1:cubicBezTo>
                  <ns1:pt x="80" y="93"/>
                  <ns1:pt x="72" y="92"/>
                  <ns1:pt x="72" y="91"/>
                </ns1:cubicBezTo>
                <ns1:cubicBezTo>
                  <ns1:pt x="72" y="83"/>
                  <ns1:pt x="72" y="83"/>
                  <ns1:pt x="72" y="83"/>
                </ns1:cubicBezTo>
                <ns1:cubicBezTo>
                  <ns1:pt x="72" y="82"/>
                  <ns1:pt x="80" y="81"/>
                  <ns1:pt x="81" y="81"/>
                </ns1:cubicBezTo>
                <ns1:cubicBezTo>
                  <ns1:pt x="82" y="80"/>
                  <ns1:pt x="83" y="78"/>
                  <ns1:pt x="83" y="77"/>
                </ns1:cubicBezTo>
                <ns1:cubicBezTo>
                  <ns1:pt x="83" y="76"/>
                  <ns1:pt x="80" y="70"/>
                  <ns1:pt x="80" y="69"/>
                </ns1:cubicBezTo>
                <ns1:cubicBezTo>
                  <ns1:pt x="80" y="69"/>
                  <ns1:pt x="80" y="68"/>
                  <ns1:pt x="80" y="68"/>
                </ns1:cubicBezTo>
                <ns1:cubicBezTo>
                  <ns1:pt x="81" y="68"/>
                  <ns1:pt x="88" y="64"/>
                  <ns1:pt x="88" y="64"/>
                </ns1:cubicBezTo>
                <ns1:cubicBezTo>
                  <ns1:pt x="89" y="64"/>
                  <ns1:pt x="94" y="70"/>
                  <ns1:pt x="94" y="71"/>
                </ns1:cubicBezTo>
                <ns1:cubicBezTo>
                  <ns1:pt x="95" y="71"/>
                  <ns1:pt x="96" y="71"/>
                  <ns1:pt x="96" y="71"/>
                </ns1:cubicBezTo>
                <ns1:cubicBezTo>
                  <ns1:pt x="97" y="71"/>
                  <ns1:pt x="97" y="71"/>
                  <ns1:pt x="98" y="71"/>
                </ns1:cubicBezTo>
                <ns1:cubicBezTo>
                  <ns1:pt x="100" y="69"/>
                  <ns1:pt x="102" y="66"/>
                  <ns1:pt x="104" y="64"/>
                </ns1:cubicBezTo>
                <ns1:cubicBezTo>
                  <ns1:pt x="104" y="64"/>
                  <ns1:pt x="104" y="64"/>
                  <ns1:pt x="104" y="64"/>
                </ns1:cubicBezTo>
                <ns1:cubicBezTo>
                  <ns1:pt x="104" y="64"/>
                  <ns1:pt x="111" y="68"/>
                  <ns1:pt x="112" y="68"/>
                </ns1:cubicBezTo>
                <ns1:cubicBezTo>
                  <ns1:pt x="112" y="68"/>
                  <ns1:pt x="112" y="69"/>
                  <ns1:pt x="112" y="69"/>
                </ns1:cubicBezTo>
                <ns1:cubicBezTo>
                  <ns1:pt x="112" y="70"/>
                  <ns1:pt x="110" y="76"/>
                  <ns1:pt x="109" y="77"/>
                </ns1:cubicBezTo>
                <ns1:cubicBezTo>
                  <ns1:pt x="110" y="78"/>
                  <ns1:pt x="110" y="80"/>
                  <ns1:pt x="111" y="81"/>
                </ns1:cubicBezTo>
                <ns1:cubicBezTo>
                  <ns1:pt x="112" y="81"/>
                  <ns1:pt x="120" y="82"/>
                  <ns1:pt x="120" y="83"/>
                </ns1:cubicBezTo>
                <ns1:lnTo>
                  <ns1:pt x="120" y="91"/>
                </ns1:lnTo>
                <ns1:close/>
                <ns1:moveTo>
                  <ns1:pt x="96" y="15"/>
                </ns1:moveTo>
                <ns1:cubicBezTo>
                  <ns1:pt x="92" y="15"/>
                  <ns1:pt x="88" y="19"/>
                  <ns1:pt x="88" y="23"/>
                </ns1:cubicBezTo>
                <ns1:cubicBezTo>
                  <ns1:pt x="88" y="27"/>
                  <ns1:pt x="92" y="31"/>
                  <ns1:pt x="96" y="31"/>
                </ns1:cubicBezTo>
                <ns1:cubicBezTo>
                  <ns1:pt x="101" y="31"/>
                  <ns1:pt x="104" y="27"/>
                  <ns1:pt x="104" y="23"/>
                </ns1:cubicBezTo>
                <ns1:cubicBezTo>
                  <ns1:pt x="104" y="19"/>
                  <ns1:pt x="101" y="15"/>
                  <ns1:pt x="96" y="15"/>
                </ns1:cubicBezTo>
                <ns1:close/>
                <ns1:moveTo>
                  <ns1:pt x="96" y="79"/>
                </ns1:moveTo>
                <ns1:cubicBezTo>
                  <ns1:pt x="92" y="79"/>
                  <ns1:pt x="88" y="83"/>
                  <ns1:pt x="88" y="87"/>
                </ns1:cubicBezTo>
                <ns1:cubicBezTo>
                  <ns1:pt x="88" y="91"/>
                  <ns1:pt x="92" y="95"/>
                  <ns1:pt x="96" y="95"/>
                </ns1:cubicBezTo>
                <ns1:cubicBezTo>
                  <ns1:pt x="101" y="95"/>
                  <ns1:pt x="104" y="91"/>
                  <ns1:pt x="104" y="87"/>
                </ns1:cubicBezTo>
                <ns1:cubicBezTo>
                  <ns1:pt x="104" y="83"/>
                  <ns1:pt x="101" y="79"/>
                  <ns1:pt x="96" y="79"/>
                </ns1:cubicBezTo>
                <ns1:close/>
              </ns1:path>
            </ns1:pathLst>
          </ns1:custGeom>
          <ns1:solidFill>
            <ns1:srgbClr val="010101"/>
          </ns1:solidFill>
          <ns1:ln>
            <ns1:noFill/>
          </ns1:ln>
          <ns1:extLst>
            <ns1:ext uri="{91240B29-F687-4F45-9708-019B960494DF}">
              <ns2:hiddenLine w="9525">
                <ns1:solidFill>
                  <ns1:srgbClr val="000000"/>
                </ns1:solidFill>
                <ns1:round/>
                <ns1:headEnd/>
                <ns1:tailEnd/>
              </ns2:hiddenLine>
            </ns1:ext>
          </ns1:extLst>
        </ns0:spPr>
        <ns0:txBody>
          <ns1:bodyPr vert="horz" wrap="square" lIns="91440" tIns="45720" rIns="91440" bIns="45720" numCol="1" anchor="t" anchorCtr="0" compatLnSpc="1">
            <ns1:prstTxWarp prst="textNoShape">
              <ns1:avLst/>
            </ns1:prstTxWarp>
          </ns1:bodyPr>
          <ns1:lstStyle/>
          <ns1:p>
            <ns1:endParaRPr lang="en-US" sz="2700"/>
          </ns1:p>
        </ns0:txBody>
      </ns0:sp>
      <ns0:sp>
        <ns0:nvSpPr>
          <ns0:cNvPr id="129" name="Freeform 127"/>
          <ns0:cNvSpPr>
            <ns1:spLocks noEditPoints="1"/>
          </ns0:cNvSpPr>
          <ns0:nvPr/>
        </ns0:nvSpPr>
        <ns0:spPr bwMode="auto">
          <ns1:xfrm>
            <ns1:off x="7493001" y="3648076"/>
            <ns1:ext cx="419100" cy="331788"/>
          </ns1:xfrm>
          <ns1:custGeom>
            <ns1:avLst/>
            <ns1:gdLst>
              <ns1:gd name="T0" fmla="*/ 44 w 112"/>
              <ns1:gd name="T1" fmla="*/ 64 h 88"/>
              <ns1:gd name="T2" fmla="*/ 33 w 112"/>
              <ns1:gd name="T3" fmla="*/ 63 h 88"/>
              <ns1:gd name="T4" fmla="*/ 16 w 112"/>
              <ns1:gd name="T5" fmla="*/ 71 h 88"/>
              <ns1:gd name="T6" fmla="*/ 10 w 112"/>
              <ns1:gd name="T7" fmla="*/ 72 h 88"/>
              <ns1:gd name="T8" fmla="*/ 10 w 112"/>
              <ns1:gd name="T9" fmla="*/ 72 h 88"/>
              <ns1:gd name="T10" fmla="*/ 8 w 112"/>
              <ns1:gd name="T11" fmla="*/ 70 h 88"/>
              <ns1:gd name="T12" fmla="*/ 9 w 112"/>
              <ns1:gd name="T13" fmla="*/ 67 h 88"/>
              <ns1:gd name="T14" fmla="*/ 17 w 112"/>
              <ns1:gd name="T15" fmla="*/ 57 h 88"/>
              <ns1:gd name="T16" fmla="*/ 0 w 112"/>
              <ns1:gd name="T17" fmla="*/ 32 h 88"/>
              <ns1:gd name="T18" fmla="*/ 44 w 112"/>
              <ns1:gd name="T19" fmla="*/ 0 h 88"/>
              <ns1:gd name="T20" fmla="*/ 88 w 112"/>
              <ns1:gd name="T21" fmla="*/ 32 h 88"/>
              <ns1:gd name="T22" fmla="*/ 44 w 112"/>
              <ns1:gd name="T23" fmla="*/ 64 h 88"/>
              <ns1:gd name="T24" fmla="*/ 95 w 112"/>
              <ns1:gd name="T25" fmla="*/ 73 h 88"/>
              <ns1:gd name="T26" fmla="*/ 103 w 112"/>
              <ns1:gd name="T27" fmla="*/ 83 h 88"/>
              <ns1:gd name="T28" fmla="*/ 104 w 112"/>
              <ns1:gd name="T29" fmla="*/ 86 h 88"/>
              <ns1:gd name="T30" fmla="*/ 102 w 112"/>
              <ns1:gd name="T31" fmla="*/ 88 h 88"/>
              <ns1:gd name="T32" fmla="*/ 96 w 112"/>
              <ns1:gd name="T33" fmla="*/ 87 h 88"/>
              <ns1:gd name="T34" fmla="*/ 79 w 112"/>
              <ns1:gd name="T35" fmla="*/ 79 h 88"/>
              <ns1:gd name="T36" fmla="*/ 68 w 112"/>
              <ns1:gd name="T37" fmla="*/ 80 h 88"/>
              <ns1:gd name="T38" fmla="*/ 38 w 112"/>
              <ns1:gd name="T39" fmla="*/ 72 h 88"/>
              <ns1:gd name="T40" fmla="*/ 44 w 112"/>
              <ns1:gd name="T41" fmla="*/ 72 h 88"/>
              <ns1:gd name="T42" fmla="*/ 80 w 112"/>
              <ns1:gd name="T43" fmla="*/ 61 h 88"/>
              <ns1:gd name="T44" fmla="*/ 96 w 112"/>
              <ns1:gd name="T45" fmla="*/ 32 h 88"/>
              <ns1:gd name="T46" fmla="*/ 95 w 112"/>
              <ns1:gd name="T47" fmla="*/ 22 h 88"/>
              <ns1:gd name="T48" fmla="*/ 112 w 112"/>
              <ns1:gd name="T49" fmla="*/ 48 h 88"/>
              <ns1:gd name="T50" fmla="*/ 95 w 112"/>
              <ns1:gd name="T51" fmla="*/ 73 h 88"/>
            </ns1:gdLst>
            <ns1:ahLst/>
            <ns1:cxnLst>
              <ns1:cxn ang="0">
                <ns1:pos x="T0" y="T1"/>
              </ns1:cxn>
              <ns1:cxn ang="0">
                <ns1:pos x="T2" y="T3"/>
              </ns1:cxn>
              <ns1:cxn ang="0">
                <ns1:pos x="T4" y="T5"/>
              </ns1:cxn>
              <ns1:cxn ang="0">
                <ns1:pos x="T6" y="T7"/>
              </ns1:cxn>
              <ns1:cxn ang="0">
                <ns1:pos x="T8" y="T9"/>
              </ns1:cxn>
              <ns1:cxn ang="0">
                <ns1:pos x="T10" y="T11"/>
              </ns1:cxn>
              <ns1:cxn ang="0">
                <ns1:pos x="T12" y="T13"/>
              </ns1:cxn>
              <ns1:cxn ang="0">
                <ns1:pos x="T14" y="T15"/>
              </ns1:cxn>
              <ns1:cxn ang="0">
                <ns1:pos x="T16" y="T17"/>
              </ns1:cxn>
              <ns1:cxn ang="0">
                <ns1:pos x="T18" y="T19"/>
              </ns1:cxn>
              <ns1:cxn ang="0">
                <ns1:pos x="T20" y="T21"/>
              </ns1:cxn>
              <ns1:cxn ang="0">
                <ns1:pos x="T22" y="T23"/>
              </ns1:cxn>
              <ns1:cxn ang="0">
                <ns1:pos x="T24" y="T25"/>
              </ns1:cxn>
              <ns1:cxn ang="0">
                <ns1:pos x="T26" y="T27"/>
              </ns1:cxn>
              <ns1:cxn ang="0">
                <ns1:pos x="T28" y="T29"/>
              </ns1:cxn>
              <ns1:cxn ang="0">
                <ns1:pos x="T30" y="T31"/>
              </ns1:cxn>
              <ns1:cxn ang="0">
                <ns1:pos x="T32" y="T33"/>
              </ns1:cxn>
              <ns1:cxn ang="0">
                <ns1:pos x="T34" y="T35"/>
              </ns1:cxn>
              <ns1:cxn ang="0">
                <ns1:pos x="T36" y="T37"/>
              </ns1:cxn>
              <ns1:cxn ang="0">
                <ns1:pos x="T38" y="T39"/>
              </ns1:cxn>
              <ns1:cxn ang="0">
                <ns1:pos x="T40" y="T41"/>
              </ns1:cxn>
              <ns1:cxn ang="0">
                <ns1:pos x="T42" y="T43"/>
              </ns1:cxn>
              <ns1:cxn ang="0">
                <ns1:pos x="T44" y="T45"/>
              </ns1:cxn>
              <ns1:cxn ang="0">
                <ns1:pos x="T46" y="T47"/>
              </ns1:cxn>
              <ns1:cxn ang="0">
                <ns1:pos x="T48" y="T49"/>
              </ns1:cxn>
              <ns1:cxn ang="0">
                <ns1:pos x="T50" y="T51"/>
              </ns1:cxn>
            </ns1:cxnLst>
            <ns1:rect l="0" t="0" r="r" b="b"/>
            <ns1:pathLst>
              <ns1:path w="112" h="88">
                <ns1:moveTo>
                  <ns1:pt x="44" y="64"/>
                </ns1:moveTo>
                <ns1:cubicBezTo>
                  <ns1:pt x="40" y="64"/>
                  <ns1:pt x="36" y="64"/>
                  <ns1:pt x="33" y="63"/>
                </ns1:cubicBezTo>
                <ns1:cubicBezTo>
                  <ns1:pt x="28" y="67"/>
                  <ns1:pt x="22" y="69"/>
                  <ns1:pt x="16" y="71"/>
                </ns1:cubicBezTo>
                <ns1:cubicBezTo>
                  <ns1:pt x="14" y="71"/>
                  <ns1:pt x="12" y="72"/>
                  <ns1:pt x="10" y="72"/>
                </ns1:cubicBezTo>
                <ns1:cubicBezTo>
                  <ns1:pt x="10" y="72"/>
                  <ns1:pt x="10" y="72"/>
                  <ns1:pt x="10" y="72"/>
                </ns1:cubicBezTo>
                <ns1:cubicBezTo>
                  <ns1:pt x="9" y="72"/>
                  <ns1:pt x="8" y="71"/>
                  <ns1:pt x="8" y="70"/>
                </ns1:cubicBezTo>
                <ns1:cubicBezTo>
                  <ns1:pt x="8" y="69"/>
                  <ns1:pt x="9" y="68"/>
                  <ns1:pt x="9" y="67"/>
                </ns1:cubicBezTo>
                <ns1:cubicBezTo>
                  <ns1:pt x="12" y="65"/>
                  <ns1:pt x="15" y="62"/>
                  <ns1:pt x="17" y="57"/>
                </ns1:cubicBezTo>
                <ns1:cubicBezTo>
                  <ns1:pt x="7" y="51"/>
                  <ns1:pt x="0" y="42"/>
                  <ns1:pt x="0" y="32"/>
                </ns1:cubicBezTo>
                <ns1:cubicBezTo>
                  <ns1:pt x="0" y="14"/>
                  <ns1:pt x="20" y="0"/>
                  <ns1:pt x="44" y="0"/>
                </ns1:cubicBezTo>
                <ns1:cubicBezTo>
                  <ns1:pt x="68" y="0"/>
                  <ns1:pt x="88" y="14"/>
                  <ns1:pt x="88" y="32"/>
                </ns1:cubicBezTo>
                <ns1:cubicBezTo>
                  <ns1:pt x="88" y="50"/>
                  <ns1:pt x="68" y="64"/>
                  <ns1:pt x="44" y="64"/>
                </ns1:cubicBezTo>
                <ns1:close/>
                <ns1:moveTo>
                  <ns1:pt x="95" y="73"/>
                </ns1:moveTo>
                <ns1:cubicBezTo>
                  <ns1:pt x="97" y="78"/>
                  <ns1:pt x="100" y="81"/>
                  <ns1:pt x="103" y="83"/>
                </ns1:cubicBezTo>
                <ns1:cubicBezTo>
                  <ns1:pt x="103" y="84"/>
                  <ns1:pt x="104" y="85"/>
                  <ns1:pt x="104" y="86"/>
                </ns1:cubicBezTo>
                <ns1:cubicBezTo>
                  <ns1:pt x="104" y="87"/>
                  <ns1:pt x="103" y="88"/>
                  <ns1:pt x="102" y="88"/>
                </ns1:cubicBezTo>
                <ns1:cubicBezTo>
                  <ns1:pt x="100" y="88"/>
                  <ns1:pt x="98" y="87"/>
                  <ns1:pt x="96" y="87"/>
                </ns1:cubicBezTo>
                <ns1:cubicBezTo>
                  <ns1:pt x="90" y="85"/>
                  <ns1:pt x="84" y="83"/>
                  <ns1:pt x="79" y="79"/>
                </ns1:cubicBezTo>
                <ns1:cubicBezTo>
                  <ns1:pt x="75" y="80"/>
                  <ns1:pt x="72" y="80"/>
                  <ns1:pt x="68" y="80"/>
                </ns1:cubicBezTo>
                <ns1:cubicBezTo>
                  <ns1:pt x="57" y="80"/>
                  <ns1:pt x="46" y="77"/>
                  <ns1:pt x="38" y="72"/>
                </ns1:cubicBezTo>
                <ns1:cubicBezTo>
                  <ns1:pt x="40" y="72"/>
                  <ns1:pt x="42" y="72"/>
                  <ns1:pt x="44" y="72"/>
                </ns1:cubicBezTo>
                <ns1:cubicBezTo>
                  <ns1:pt x="57" y="72"/>
                  <ns1:pt x="70" y="68"/>
                  <ns1:pt x="80" y="61"/>
                </ns1:cubicBezTo>
                <ns1:cubicBezTo>
                  <ns1:pt x="90" y="53"/>
                  <ns1:pt x="96" y="43"/>
                  <ns1:pt x="96" y="32"/>
                </ns1:cubicBezTo>
                <ns1:cubicBezTo>
                  <ns1:pt x="96" y="29"/>
                  <ns1:pt x="95" y="26"/>
                  <ns1:pt x="95" y="22"/>
                </ns1:cubicBezTo>
                <ns1:cubicBezTo>
                  <ns1:pt x="105" y="28"/>
                  <ns1:pt x="112" y="38"/>
                  <ns1:pt x="112" y="48"/>
                </ns1:cubicBezTo>
                <ns1:cubicBezTo>
                  <ns1:pt x="112" y="58"/>
                  <ns1:pt x="105" y="67"/>
                  <ns1:pt x="95" y="73"/>
                </ns1:cubicBezTo>
                <ns1:close/>
              </ns1:path>
            </ns1:pathLst>
          </ns1:custGeom>
          <ns1:solidFill>
            <ns1:srgbClr val="010101"/>
          </ns1:solidFill>
          <ns1:ln>
            <ns1:noFill/>
          </ns1:ln>
          <ns1:extLst>
            <ns1:ext uri="{91240B29-F687-4F45-9708-019B960494DF}">
              <ns2:hiddenLine w="9525">
                <ns1:solidFill>
                  <ns1:srgbClr val="000000"/>
                </ns1:solidFill>
                <ns1:round/>
                <ns1:headEnd/>
                <ns1:tailEnd/>
              </ns2:hiddenLine>
            </ns1:ext>
          </ns1:extLst>
        </ns0:spPr>
        <ns0:txBody>
          <ns1:bodyPr vert="horz" wrap="square" lIns="91440" tIns="45720" rIns="91440" bIns="45720" numCol="1" anchor="t" anchorCtr="0" compatLnSpc="1">
            <ns1:prstTxWarp prst="textNoShape">
              <ns1:avLst/>
            </ns1:prstTxWarp>
          </ns1:bodyPr>
          <ns1:lstStyle/>
          <ns1:p>
            <ns1:endParaRPr lang="en-US" sz="2700"/>
          </ns1:p>
        </ns0:txBody>
      </ns0:sp>
      <ns0:sp>
        <ns0:nvSpPr>
          <ns0:cNvPr id="130" name="Freeform 128"/>
          <ns0:cNvSpPr>
            <ns1:spLocks noEditPoints="1"/>
          </ns0:cNvSpPr>
          <ns0:nvPr/>
        </ns0:nvSpPr>
        <ns0:spPr bwMode="auto">
          <ns1:xfrm>
            <ns1:off x="8167689" y="3589339"/>
            <ns1:ext cx="360363" cy="390525"/>
          </ns1:xfrm>
          <ns1:custGeom>
            <ns1:avLst/>
            <ns1:gdLst>
              <ns1:gd name="T0" fmla="*/ 93 w 96"/>
              <ns1:gd name="T1" fmla="*/ 58 h 104"/>
              <ns1:gd name="T2" fmla="*/ 94 w 96"/>
              <ns1:gd name="T3" fmla="*/ 62 h 104"/>
              <ns1:gd name="T4" fmla="*/ 91 w 96"/>
              <ns1:gd name="T5" fmla="*/ 71 h 104"/>
              <ns1:gd name="T6" fmla="*/ 91 w 96"/>
              <ns1:gd name="T7" fmla="*/ 74 h 104"/>
              <ns1:gd name="T8" fmla="*/ 88 w 96"/>
              <ns1:gd name="T9" fmla="*/ 85 h 104"/>
              <ns1:gd name="T10" fmla="*/ 68 w 96"/>
              <ns1:gd name="T11" fmla="*/ 104 h 104"/>
              <ns1:gd name="T12" fmla="*/ 66 w 96"/>
              <ns1:gd name="T13" fmla="*/ 104 h 104"/>
              <ns1:gd name="T14" fmla="*/ 60 w 96"/>
              <ns1:gd name="T15" fmla="*/ 104 h 104"/>
              <ns1:gd name="T16" fmla="*/ 35 w 96"/>
              <ns1:gd name="T17" fmla="*/ 98 h 104"/>
              <ns1:gd name="T18" fmla="*/ 26 w 96"/>
              <ns1:gd name="T19" fmla="*/ 96 h 104"/>
              <ns1:gd name="T20" fmla="*/ 8 w 96"/>
              <ns1:gd name="T21" fmla="*/ 96 h 104"/>
              <ns1:gd name="T22" fmla="*/ 0 w 96"/>
              <ns1:gd name="T23" fmla="*/ 88 h 104"/>
              <ns1:gd name="T24" fmla="*/ 0 w 96"/>
              <ns1:gd name="T25" fmla="*/ 48 h 104"/>
              <ns1:gd name="T26" fmla="*/ 8 w 96"/>
              <ns1:gd name="T27" fmla="*/ 40 h 104"/>
              <ns1:gd name="T28" fmla="*/ 25 w 96"/>
              <ns1:gd name="T29" fmla="*/ 40 h 104"/>
              <ns1:gd name="T30" fmla="*/ 34 w 96"/>
              <ns1:gd name="T31" fmla="*/ 30 h 104"/>
              <ns1:gd name="T32" fmla="*/ 41 w 96"/>
              <ns1:gd name="T33" fmla="*/ 22 h 104"/>
              <ns1:gd name="T34" fmla="*/ 49 w 96"/>
              <ns1:gd name="T35" fmla="*/ 2 h 104"/>
              <ns1:gd name="T36" fmla="*/ 54 w 96"/>
              <ns1:gd name="T37" fmla="*/ 0 h 104"/>
              <ns1:gd name="T38" fmla="*/ 70 w 96"/>
              <ns1:gd name="T39" fmla="*/ 8 h 104"/>
              <ns1:gd name="T40" fmla="*/ 72 w 96"/>
              <ns1:gd name="T41" fmla="*/ 20 h 104"/>
              <ns1:gd name="T42" fmla="*/ 69 w 96"/>
              <ns1:gd name="T43" fmla="*/ 32 h 104"/>
              <ns1:gd name="T44" fmla="*/ 80 w 96"/>
              <ns1:gd name="T45" fmla="*/ 32 h 104"/>
              <ns1:gd name="T46" fmla="*/ 96 w 96"/>
              <ns1:gd name="T47" fmla="*/ 48 h 104"/>
              <ns1:gd name="T48" fmla="*/ 93 w 96"/>
              <ns1:gd name="T49" fmla="*/ 58 h 104"/>
              <ns1:gd name="T50" fmla="*/ 12 w 96"/>
              <ns1:gd name="T51" fmla="*/ 80 h 104"/>
              <ns1:gd name="T52" fmla="*/ 8 w 96"/>
              <ns1:gd name="T53" fmla="*/ 84 h 104"/>
              <ns1:gd name="T54" fmla="*/ 12 w 96"/>
              <ns1:gd name="T55" fmla="*/ 88 h 104"/>
              <ns1:gd name="T56" fmla="*/ 16 w 96"/>
              <ns1:gd name="T57" fmla="*/ 84 h 104"/>
              <ns1:gd name="T58" fmla="*/ 12 w 96"/>
              <ns1:gd name="T59" fmla="*/ 80 h 104"/>
              <ns1:gd name="T60" fmla="*/ 80 w 96"/>
              <ns1:gd name="T61" fmla="*/ 40 h 104"/>
              <ns1:gd name="T62" fmla="*/ 58 w 96"/>
              <ns1:gd name="T63" fmla="*/ 40 h 104"/>
              <ns1:gd name="T64" fmla="*/ 64 w 96"/>
              <ns1:gd name="T65" fmla="*/ 20 h 104"/>
              <ns1:gd name="T66" fmla="*/ 54 w 96"/>
              <ns1:gd name="T67" fmla="*/ 8 h 104"/>
              <ns1:gd name="T68" fmla="*/ 46 w 96"/>
              <ns1:gd name="T69" fmla="*/ 28 h 104"/>
              <ns1:gd name="T70" fmla="*/ 41 w 96"/>
              <ns1:gd name="T71" fmla="*/ 34 h 104"/>
              <ns1:gd name="T72" fmla="*/ 26 w 96"/>
              <ns1:gd name="T73" fmla="*/ 48 h 104"/>
              <ns1:gd name="T74" fmla="*/ 24 w 96"/>
              <ns1:gd name="T75" fmla="*/ 48 h 104"/>
              <ns1:gd name="T76" fmla="*/ 24 w 96"/>
              <ns1:gd name="T77" fmla="*/ 88 h 104"/>
              <ns1:gd name="T78" fmla="*/ 26 w 96"/>
              <ns1:gd name="T79" fmla="*/ 88 h 104"/>
              <ns1:gd name="T80" fmla="*/ 39 w 96"/>
              <ns1:gd name="T81" fmla="*/ 91 h 104"/>
              <ns1:gd name="T82" fmla="*/ 60 w 96"/>
              <ns1:gd name="T83" fmla="*/ 96 h 104"/>
              <ns1:gd name="T84" fmla="*/ 68 w 96"/>
              <ns1:gd name="T85" fmla="*/ 96 h 104"/>
              <ns1:gd name="T86" fmla="*/ 80 w 96"/>
              <ns1:gd name="T87" fmla="*/ 86 h 104"/>
              <ns1:gd name="T88" fmla="*/ 79 w 96"/>
              <ns1:gd name="T89" fmla="*/ 82 h 104"/>
              <ns1:gd name="T90" fmla="*/ 83 w 96"/>
              <ns1:gd name="T91" fmla="*/ 74 h 104"/>
              <ns1:gd name="T92" fmla="*/ 82 w 96"/>
              <ns1:gd name="T93" fmla="*/ 70 h 104"/>
              <ns1:gd name="T94" fmla="*/ 86 w 96"/>
              <ns1:gd name="T95" fmla="*/ 62 h 104"/>
              <ns1:gd name="T96" fmla="*/ 83 w 96"/>
              <ns1:gd name="T97" fmla="*/ 56 h 104"/>
              <ns1:gd name="T98" fmla="*/ 88 w 96"/>
              <ns1:gd name="T99" fmla="*/ 48 h 104"/>
              <ns1:gd name="T100" fmla="*/ 80 w 96"/>
              <ns1:gd name="T101" fmla="*/ 40 h 104"/>
            </ns1:gdLst>
            <ns1:ahLst/>
            <ns1:cxnLst>
              <ns1:cxn ang="0">
                <ns1:pos x="T0" y="T1"/>
              </ns1:cxn>
              <ns1:cxn ang="0">
                <ns1:pos x="T2" y="T3"/>
              </ns1:cxn>
              <ns1:cxn ang="0">
                <ns1:pos x="T4" y="T5"/>
              </ns1:cxn>
              <ns1:cxn ang="0">
                <ns1:pos x="T6" y="T7"/>
              </ns1:cxn>
              <ns1:cxn ang="0">
                <ns1:pos x="T8" y="T9"/>
              </ns1:cxn>
              <ns1:cxn ang="0">
                <ns1:pos x="T10" y="T11"/>
              </ns1:cxn>
              <ns1:cxn ang="0">
                <ns1:pos x="T12" y="T13"/>
              </ns1:cxn>
              <ns1:cxn ang="0">
                <ns1:pos x="T14" y="T15"/>
              </ns1:cxn>
              <ns1:cxn ang="0">
                <ns1:pos x="T16" y="T17"/>
              </ns1:cxn>
              <ns1:cxn ang="0">
                <ns1:pos x="T18" y="T19"/>
              </ns1:cxn>
              <ns1:cxn ang="0">
                <ns1:pos x="T20" y="T21"/>
              </ns1:cxn>
              <ns1:cxn ang="0">
                <ns1:pos x="T22" y="T23"/>
              </ns1:cxn>
              <ns1:cxn ang="0">
                <ns1:pos x="T24" y="T25"/>
              </ns1:cxn>
              <ns1:cxn ang="0">
                <ns1:pos x="T26" y="T27"/>
              </ns1:cxn>
              <ns1:cxn ang="0">
                <ns1:pos x="T28" y="T29"/>
              </ns1:cxn>
              <ns1:cxn ang="0">
                <ns1:pos x="T30" y="T31"/>
              </ns1:cxn>
              <ns1:cxn ang="0">
                <ns1:pos x="T32" y="T33"/>
              </ns1:cxn>
              <ns1:cxn ang="0">
                <ns1:pos x="T34" y="T35"/>
              </ns1:cxn>
              <ns1:cxn ang="0">
                <ns1:pos x="T36" y="T37"/>
              </ns1:cxn>
              <ns1:cxn ang="0">
                <ns1:pos x="T38" y="T39"/>
              </ns1:cxn>
              <ns1:cxn ang="0">
                <ns1:pos x="T40" y="T41"/>
              </ns1:cxn>
              <ns1:cxn ang="0">
                <ns1:pos x="T42" y="T43"/>
              </ns1:cxn>
              <ns1:cxn ang="0">
                <ns1:pos x="T44" y="T45"/>
              </ns1:cxn>
              <ns1:cxn ang="0">
                <ns1:pos x="T46" y="T47"/>
              </ns1:cxn>
              <ns1:cxn ang="0">
                <ns1:pos x="T48" y="T49"/>
              </ns1:cxn>
              <ns1:cxn ang="0">
                <ns1:pos x="T50" y="T51"/>
              </ns1:cxn>
              <ns1:cxn ang="0">
                <ns1:pos x="T52" y="T53"/>
              </ns1:cxn>
              <ns1:cxn ang="0">
                <ns1:pos x="T54" y="T55"/>
              </ns1:cxn>
              <ns1:cxn ang="0">
                <ns1:pos x="T56" y="T57"/>
              </ns1:cxn>
              <ns1:cxn ang="0">
                <ns1:pos x="T58" y="T59"/>
              </ns1:cxn>
              <ns1:cxn ang="0">
                <ns1:pos x="T60" y="T61"/>
              </ns1:cxn>
              <ns1:cxn ang="0">
                <ns1:pos x="T62" y="T63"/>
              </ns1:cxn>
              <ns1:cxn ang="0">
                <ns1:pos x="T64" y="T65"/>
              </ns1:cxn>
              <ns1:cxn ang="0">
                <ns1:pos x="T66" y="T67"/>
              </ns1:cxn>
              <ns1:cxn ang="0">
                <ns1:pos x="T68" y="T69"/>
              </ns1:cxn>
              <ns1:cxn ang="0">
                <ns1:pos x="T70" y="T71"/>
              </ns1:cxn>
              <ns1:cxn ang="0">
                <ns1:pos x="T72" y="T73"/>
              </ns1:cxn>
              <ns1:cxn ang="0">
                <ns1:pos x="T74" y="T75"/>
              </ns1:cxn>
              <ns1:cxn ang="0">
                <ns1:pos x="T76" y="T77"/>
              </ns1:cxn>
              <ns1:cxn ang="0">
                <ns1:pos x="T78" y="T79"/>
              </ns1:cxn>
              <ns1:cxn ang="0">
                <ns1:pos x="T80" y="T81"/>
              </ns1:cxn>
              <ns1:cxn ang="0">
                <ns1:pos x="T82" y="T83"/>
              </ns1:cxn>
              <ns1:cxn ang="0">
                <ns1:pos x="T84" y="T85"/>
              </ns1:cxn>
              <ns1:cxn ang="0">
                <ns1:pos x="T86" y="T87"/>
              </ns1:cxn>
              <ns1:cxn ang="0">
                <ns1:pos x="T88" y="T89"/>
              </ns1:cxn>
              <ns1:cxn ang="0">
                <ns1:pos x="T90" y="T91"/>
              </ns1:cxn>
              <ns1:cxn ang="0">
                <ns1:pos x="T92" y="T93"/>
              </ns1:cxn>
              <ns1:cxn ang="0">
                <ns1:pos x="T94" y="T95"/>
              </ns1:cxn>
              <ns1:cxn ang="0">
                <ns1:pos x="T96" y="T97"/>
              </ns1:cxn>
              <ns1:cxn ang="0">
                <ns1:pos x="T98" y="T99"/>
              </ns1:cxn>
              <ns1:cxn ang="0">
                <ns1:pos x="T100" y="T101"/>
              </ns1:cxn>
            </ns1:cxnLst>
            <ns1:rect l="0" t="0" r="r" b="b"/>
            <ns1:pathLst>
              <ns1:path w="96" h="104">
                <ns1:moveTo>
                  <ns1:pt x="93" y="58"/>
                </ns1:moveTo>
                <ns1:cubicBezTo>
                  <ns1:pt x="93" y="59"/>
                  <ns1:pt x="94" y="61"/>
                  <ns1:pt x="94" y="62"/>
                </ns1:cubicBezTo>
                <ns1:cubicBezTo>
                  <ns1:pt x="94" y="66"/>
                  <ns1:pt x="93" y="69"/>
                  <ns1:pt x="91" y="71"/>
                </ns1:cubicBezTo>
                <ns1:cubicBezTo>
                  <ns1:pt x="91" y="72"/>
                  <ns1:pt x="91" y="73"/>
                  <ns1:pt x="91" y="74"/>
                </ns1:cubicBezTo>
                <ns1:cubicBezTo>
                  <ns1:pt x="91" y="78"/>
                  <ns1:pt x="90" y="82"/>
                  <ns1:pt x="88" y="85"/>
                </ns1:cubicBezTo>
                <ns1:cubicBezTo>
                  <ns1:pt x="88" y="97"/>
                  <ns1:pt x="80" y="104"/>
                  <ns1:pt x="68" y="104"/>
                </ns1:cubicBezTo>
                <ns1:cubicBezTo>
                  <ns1:pt x="66" y="104"/>
                  <ns1:pt x="66" y="104"/>
                  <ns1:pt x="66" y="104"/>
                </ns1:cubicBezTo>
                <ns1:cubicBezTo>
                  <ns1:pt x="60" y="104"/>
                  <ns1:pt x="60" y="104"/>
                  <ns1:pt x="60" y="104"/>
                </ns1:cubicBezTo>
                <ns1:cubicBezTo>
                  <ns1:pt x="51" y="104"/>
                  <ns1:pt x="43" y="101"/>
                  <ns1:pt x="35" y="98"/>
                </ns1:cubicBezTo>
                <ns1:cubicBezTo>
                  <ns1:pt x="33" y="98"/>
                  <ns1:pt x="28" y="96"/>
                  <ns1:pt x="26" y="96"/>
                </ns1:cubicBezTo>
                <ns1:cubicBezTo>
                  <ns1:pt x="8" y="96"/>
                  <ns1:pt x="8" y="96"/>
                  <ns1:pt x="8" y="96"/>
                </ns1:cubicBezTo>
                <ns1:cubicBezTo>
                  <ns1:pt x="4" y="96"/>
                  <ns1:pt x="0" y="92"/>
                  <ns1:pt x="0" y="88"/>
                </ns1:cubicBezTo>
                <ns1:cubicBezTo>
                  <ns1:pt x="0" y="48"/>
                  <ns1:pt x="0" y="48"/>
                  <ns1:pt x="0" y="48"/>
                </ns1:cubicBezTo>
                <ns1:cubicBezTo>
                  <ns1:pt x="0" y="44"/>
                  <ns1:pt x="4" y="40"/>
                  <ns1:pt x="8" y="40"/>
                </ns1:cubicBezTo>
                <ns1:cubicBezTo>
                  <ns1:pt x="25" y="40"/>
                  <ns1:pt x="25" y="40"/>
                  <ns1:pt x="25" y="40"/>
                </ns1:cubicBezTo>
                <ns1:cubicBezTo>
                  <ns1:pt x="28" y="38"/>
                  <ns1:pt x="32" y="33"/>
                  <ns1:pt x="34" y="30"/>
                </ns1:cubicBezTo>
                <ns1:cubicBezTo>
                  <ns1:pt x="36" y="28"/>
                  <ns1:pt x="38" y="25"/>
                  <ns1:pt x="41" y="22"/>
                </ns1:cubicBezTo>
                <ns1:cubicBezTo>
                  <ns1:pt x="44" y="18"/>
                  <ns1:pt x="42" y="8"/>
                  <ns1:pt x="49" y="2"/>
                </ns1:cubicBezTo>
                <ns1:cubicBezTo>
                  <ns1:pt x="50" y="1"/>
                  <ns1:pt x="52" y="0"/>
                  <ns1:pt x="54" y="0"/>
                </ns1:cubicBezTo>
                <ns1:cubicBezTo>
                  <ns1:pt x="61" y="0"/>
                  <ns1:pt x="67" y="2"/>
                  <ns1:pt x="70" y="8"/>
                </ns1:cubicBezTo>
                <ns1:cubicBezTo>
                  <ns1:pt x="72" y="12"/>
                  <ns1:pt x="72" y="16"/>
                  <ns1:pt x="72" y="20"/>
                </ns1:cubicBezTo>
                <ns1:cubicBezTo>
                  <ns1:pt x="72" y="24"/>
                  <ns1:pt x="71" y="28"/>
                  <ns1:pt x="69" y="32"/>
                </ns1:cubicBezTo>
                <ns1:cubicBezTo>
                  <ns1:pt x="80" y="32"/>
                  <ns1:pt x="80" y="32"/>
                  <ns1:pt x="80" y="32"/>
                </ns1:cubicBezTo>
                <ns1:cubicBezTo>
                  <ns1:pt x="89" y="32"/>
                  <ns1:pt x="96" y="39"/>
                  <ns1:pt x="96" y="48"/>
                </ns1:cubicBezTo>
                <ns1:cubicBezTo>
                  <ns1:pt x="96" y="52"/>
                  <ns1:pt x="95" y="55"/>
                  <ns1:pt x="93" y="58"/>
                </ns1:cubicBezTo>
                <ns1:close/>
                <ns1:moveTo>
                  <ns1:pt x="12" y="80"/>
                </ns1:moveTo>
                <ns1:cubicBezTo>
                  <ns1:pt x="10" y="80"/>
                  <ns1:pt x="8" y="82"/>
                  <ns1:pt x="8" y="84"/>
                </ns1:cubicBezTo>
                <ns1:cubicBezTo>
                  <ns1:pt x="8" y="86"/>
                  <ns1:pt x="10" y="88"/>
                  <ns1:pt x="12" y="88"/>
                </ns1:cubicBezTo>
                <ns1:cubicBezTo>
                  <ns1:pt x="14" y="88"/>
                  <ns1:pt x="16" y="86"/>
                  <ns1:pt x="16" y="84"/>
                </ns1:cubicBezTo>
                <ns1:cubicBezTo>
                  <ns1:pt x="16" y="82"/>
                  <ns1:pt x="14" y="80"/>
                  <ns1:pt x="12" y="80"/>
                </ns1:cubicBezTo>
                <ns1:close/>
                <ns1:moveTo>
                  <ns1:pt x="80" y="40"/>
                </ns1:moveTo>
                <ns1:cubicBezTo>
                  <ns1:pt x="58" y="40"/>
                  <ns1:pt x="58" y="40"/>
                  <ns1:pt x="58" y="40"/>
                </ns1:cubicBezTo>
                <ns1:cubicBezTo>
                  <ns1:pt x="58" y="33"/>
                  <ns1:pt x="64" y="27"/>
                  <ns1:pt x="64" y="20"/>
                </ns1:cubicBezTo>
                <ns1:cubicBezTo>
                  <ns1:pt x="64" y="13"/>
                  <ns1:pt x="63" y="8"/>
                  <ns1:pt x="54" y="8"/>
                </ns1:cubicBezTo>
                <ns1:cubicBezTo>
                  <ns1:pt x="50" y="12"/>
                  <ns1:pt x="52" y="22"/>
                  <ns1:pt x="46" y="28"/>
                </ns1:cubicBezTo>
                <ns1:cubicBezTo>
                  <ns1:pt x="44" y="30"/>
                  <ns1:pt x="43" y="32"/>
                  <ns1:pt x="41" y="34"/>
                </ns1:cubicBezTo>
                <ns1:cubicBezTo>
                  <ns1:pt x="39" y="37"/>
                  <ns1:pt x="31" y="48"/>
                  <ns1:pt x="26" y="48"/>
                </ns1:cubicBezTo>
                <ns1:cubicBezTo>
                  <ns1:pt x="24" y="48"/>
                  <ns1:pt x="24" y="48"/>
                  <ns1:pt x="24" y="48"/>
                </ns1:cubicBezTo>
                <ns1:cubicBezTo>
                  <ns1:pt x="24" y="88"/>
                  <ns1:pt x="24" y="88"/>
                  <ns1:pt x="24" y="88"/>
                </ns1:cubicBezTo>
                <ns1:cubicBezTo>
                  <ns1:pt x="26" y="88"/>
                  <ns1:pt x="26" y="88"/>
                  <ns1:pt x="26" y="88"/>
                </ns1:cubicBezTo>
                <ns1:cubicBezTo>
                  <ns1:pt x="30" y="88"/>
                  <ns1:pt x="35" y="90"/>
                  <ns1:pt x="39" y="91"/>
                </ns1:cubicBezTo>
                <ns1:cubicBezTo>
                  <ns1:pt x="46" y="94"/>
                  <ns1:pt x="53" y="96"/>
                  <ns1:pt x="60" y="96"/>
                </ns1:cubicBezTo>
                <ns1:cubicBezTo>
                  <ns1:pt x="68" y="96"/>
                  <ns1:pt x="68" y="96"/>
                  <ns1:pt x="68" y="96"/>
                </ns1:cubicBezTo>
                <ns1:cubicBezTo>
                  <ns1:pt x="75" y="96"/>
                  <ns1:pt x="80" y="93"/>
                  <ns1:pt x="80" y="86"/>
                </ns1:cubicBezTo>
                <ns1:cubicBezTo>
                  <ns1:pt x="80" y="84"/>
                  <ns1:pt x="80" y="83"/>
                  <ns1:pt x="79" y="82"/>
                </ns1:cubicBezTo>
                <ns1:cubicBezTo>
                  <ns1:pt x="82" y="81"/>
                  <ns1:pt x="83" y="77"/>
                  <ns1:pt x="83" y="74"/>
                </ns1:cubicBezTo>
                <ns1:cubicBezTo>
                  <ns1:pt x="83" y="73"/>
                  <ns1:pt x="83" y="71"/>
                  <ns1:pt x="82" y="70"/>
                </ns1:cubicBezTo>
                <ns1:cubicBezTo>
                  <ns1:pt x="84" y="68"/>
                  <ns1:pt x="86" y="65"/>
                  <ns1:pt x="86" y="62"/>
                </ns1:cubicBezTo>
                <ns1:cubicBezTo>
                  <ns1:pt x="86" y="60"/>
                  <ns1:pt x="85" y="57"/>
                  <ns1:pt x="83" y="56"/>
                </ns1:cubicBezTo>
                <ns1:cubicBezTo>
                  <ns1:pt x="86" y="56"/>
                  <ns1:pt x="88" y="50"/>
                  <ns1:pt x="88" y="48"/>
                </ns1:cubicBezTo>
                <ns1:cubicBezTo>
                  <ns1:pt x="88" y="44"/>
                  <ns1:pt x="84" y="40"/>
                  <ns1:pt x="80" y="40"/>
                </ns1:cubicBezTo>
                <ns1:close/>
              </ns1:path>
            </ns1:pathLst>
          </ns1:custGeom>
          <ns1:solidFill>
            <ns1:srgbClr val="010101"/>
          </ns1:solidFill>
          <ns1:ln>
            <ns1:noFill/>
          </ns1:ln>
          <ns1:extLst>
            <ns1:ext uri="{91240B29-F687-4F45-9708-019B960494DF}">
              <ns2:hiddenLine w="9525">
                <ns1:solidFill>
                  <ns1:srgbClr val="000000"/>
                </ns1:solidFill>
                <ns1:round/>
                <ns1:headEnd/>
                <ns1:tailEnd/>
              </ns2:hiddenLine>
            </ns1:ext>
          </ns1:extLst>
        </ns0:spPr>
        <ns0:txBody>
          <ns1:bodyPr vert="horz" wrap="square" lIns="91440" tIns="45720" rIns="91440" bIns="45720" numCol="1" anchor="t" anchorCtr="0" compatLnSpc="1">
            <ns1:prstTxWarp prst="textNoShape">
              <ns1:avLst/>
            </ns1:prstTxWarp>
          </ns1:bodyPr>
          <ns1:lstStyle/>
          <ns1:p>
            <ns1:endParaRPr lang="en-US" sz="2700"/>
          </ns1:p>
        </ns0:txBody>
      </ns0:sp>
      <ns0:sp>
        <ns0:nvSpPr>
          <ns0:cNvPr id="131" name="Freeform 129"/>
          <ns0:cNvSpPr>
            <ns1:spLocks noEditPoints="1"/>
          </ns0:cNvSpPr>
          <ns0:nvPr/>
        </ns0:nvSpPr>
        <ns0:spPr bwMode="auto">
          <ns1:xfrm>
            <ns1:off x="8813802" y="3619502"/>
            <ns1:ext cx="360363" cy="390525"/>
          </ns1:xfrm>
          <ns1:custGeom>
            <ns1:avLst/>
            <ns1:gdLst>
              <ns1:gd name="T0" fmla="*/ 80 w 96"/>
              <ns1:gd name="T1" fmla="*/ 72 h 104"/>
              <ns1:gd name="T2" fmla="*/ 69 w 96"/>
              <ns1:gd name="T3" fmla="*/ 72 h 104"/>
              <ns1:gd name="T4" fmla="*/ 72 w 96"/>
              <ns1:gd name="T5" fmla="*/ 84 h 104"/>
              <ns1:gd name="T6" fmla="*/ 70 w 96"/>
              <ns1:gd name="T7" fmla="*/ 96 h 104"/>
              <ns1:gd name="T8" fmla="*/ 54 w 96"/>
              <ns1:gd name="T9" fmla="*/ 104 h 104"/>
              <ns1:gd name="T10" fmla="*/ 48 w 96"/>
              <ns1:gd name="T11" fmla="*/ 102 h 104"/>
              <ns1:gd name="T12" fmla="*/ 40 w 96"/>
              <ns1:gd name="T13" fmla="*/ 82 h 104"/>
              <ns1:gd name="T14" fmla="*/ 34 w 96"/>
              <ns1:gd name="T15" fmla="*/ 74 h 104"/>
              <ns1:gd name="T16" fmla="*/ 25 w 96"/>
              <ns1:gd name="T17" fmla="*/ 64 h 104"/>
              <ns1:gd name="T18" fmla="*/ 8 w 96"/>
              <ns1:gd name="T19" fmla="*/ 64 h 104"/>
              <ns1:gd name="T20" fmla="*/ 0 w 96"/>
              <ns1:gd name="T21" fmla="*/ 56 h 104"/>
              <ns1:gd name="T22" fmla="*/ 0 w 96"/>
              <ns1:gd name="T23" fmla="*/ 16 h 104"/>
              <ns1:gd name="T24" fmla="*/ 8 w 96"/>
              <ns1:gd name="T25" fmla="*/ 8 h 104"/>
              <ns1:gd name="T26" fmla="*/ 26 w 96"/>
              <ns1:gd name="T27" fmla="*/ 8 h 104"/>
              <ns1:gd name="T28" fmla="*/ 35 w 96"/>
              <ns1:gd name="T29" fmla="*/ 6 h 104"/>
              <ns1:gd name="T30" fmla="*/ 61 w 96"/>
              <ns1:gd name="T31" fmla="*/ 0 h 104"/>
              <ns1:gd name="T32" fmla="*/ 68 w 96"/>
              <ns1:gd name="T33" fmla="*/ 0 h 104"/>
              <ns1:gd name="T34" fmla="*/ 88 w 96"/>
              <ns1:gd name="T35" fmla="*/ 18 h 104"/>
              <ns1:gd name="T36" fmla="*/ 88 w 96"/>
              <ns1:gd name="T37" fmla="*/ 19 h 104"/>
              <ns1:gd name="T38" fmla="*/ 91 w 96"/>
              <ns1:gd name="T39" fmla="*/ 30 h 104"/>
              <ns1:gd name="T40" fmla="*/ 91 w 96"/>
              <ns1:gd name="T41" fmla="*/ 33 h 104"/>
              <ns1:gd name="T42" fmla="*/ 94 w 96"/>
              <ns1:gd name="T43" fmla="*/ 42 h 104"/>
              <ns1:gd name="T44" fmla="*/ 93 w 96"/>
              <ns1:gd name="T45" fmla="*/ 46 h 104"/>
              <ns1:gd name="T46" fmla="*/ 96 w 96"/>
              <ns1:gd name="T47" fmla="*/ 56 h 104"/>
              <ns1:gd name="T48" fmla="*/ 80 w 96"/>
              <ns1:gd name="T49" fmla="*/ 72 h 104"/>
              <ns1:gd name="T50" fmla="*/ 12 w 96"/>
              <ns1:gd name="T51" fmla="*/ 16 h 104"/>
              <ns1:gd name="T52" fmla="*/ 8 w 96"/>
              <ns1:gd name="T53" fmla="*/ 20 h 104"/>
              <ns1:gd name="T54" fmla="*/ 12 w 96"/>
              <ns1:gd name="T55" fmla="*/ 24 h 104"/>
              <ns1:gd name="T56" fmla="*/ 16 w 96"/>
              <ns1:gd name="T57" fmla="*/ 20 h 104"/>
              <ns1:gd name="T58" fmla="*/ 12 w 96"/>
              <ns1:gd name="T59" fmla="*/ 16 h 104"/>
              <ns1:gd name="T60" fmla="*/ 83 w 96"/>
              <ns1:gd name="T61" fmla="*/ 48 h 104"/>
              <ns1:gd name="T62" fmla="*/ 86 w 96"/>
              <ns1:gd name="T63" fmla="*/ 42 h 104"/>
              <ns1:gd name="T64" fmla="*/ 82 w 96"/>
              <ns1:gd name="T65" fmla="*/ 34 h 104"/>
              <ns1:gd name="T66" fmla="*/ 83 w 96"/>
              <ns1:gd name="T67" fmla="*/ 30 h 104"/>
              <ns1:gd name="T68" fmla="*/ 79 w 96"/>
              <ns1:gd name="T69" fmla="*/ 22 h 104"/>
              <ns1:gd name="T70" fmla="*/ 80 w 96"/>
              <ns1:gd name="T71" fmla="*/ 18 h 104"/>
              <ns1:gd name="T72" fmla="*/ 68 w 96"/>
              <ns1:gd name="T73" fmla="*/ 8 h 104"/>
              <ns1:gd name="T74" fmla="*/ 60 w 96"/>
              <ns1:gd name="T75" fmla="*/ 8 h 104"/>
              <ns1:gd name="T76" fmla="*/ 39 w 96"/>
              <ns1:gd name="T77" fmla="*/ 13 h 104"/>
              <ns1:gd name="T78" fmla="*/ 26 w 96"/>
              <ns1:gd name="T79" fmla="*/ 16 h 104"/>
              <ns1:gd name="T80" fmla="*/ 24 w 96"/>
              <ns1:gd name="T81" fmla="*/ 16 h 104"/>
              <ns1:gd name="T82" fmla="*/ 24 w 96"/>
              <ns1:gd name="T83" fmla="*/ 56 h 104"/>
              <ns1:gd name="T84" fmla="*/ 26 w 96"/>
              <ns1:gd name="T85" fmla="*/ 56 h 104"/>
              <ns1:gd name="T86" fmla="*/ 41 w 96"/>
              <ns1:gd name="T87" fmla="*/ 70 h 104"/>
              <ns1:gd name="T88" fmla="*/ 46 w 96"/>
              <ns1:gd name="T89" fmla="*/ 76 h 104"/>
              <ns1:gd name="T90" fmla="*/ 54 w 96"/>
              <ns1:gd name="T91" fmla="*/ 96 h 104"/>
              <ns1:gd name="T92" fmla="*/ 64 w 96"/>
              <ns1:gd name="T93" fmla="*/ 84 h 104"/>
              <ns1:gd name="T94" fmla="*/ 58 w 96"/>
              <ns1:gd name="T95" fmla="*/ 64 h 104"/>
              <ns1:gd name="T96" fmla="*/ 80 w 96"/>
              <ns1:gd name="T97" fmla="*/ 64 h 104"/>
              <ns1:gd name="T98" fmla="*/ 88 w 96"/>
              <ns1:gd name="T99" fmla="*/ 56 h 104"/>
              <ns1:gd name="T100" fmla="*/ 83 w 96"/>
              <ns1:gd name="T101" fmla="*/ 48 h 104"/>
            </ns1:gdLst>
            <ns1:ahLst/>
            <ns1:cxnLst>
              <ns1:cxn ang="0">
                <ns1:pos x="T0" y="T1"/>
              </ns1:cxn>
              <ns1:cxn ang="0">
                <ns1:pos x="T2" y="T3"/>
              </ns1:cxn>
              <ns1:cxn ang="0">
                <ns1:pos x="T4" y="T5"/>
              </ns1:cxn>
              <ns1:cxn ang="0">
                <ns1:pos x="T6" y="T7"/>
              </ns1:cxn>
              <ns1:cxn ang="0">
                <ns1:pos x="T8" y="T9"/>
              </ns1:cxn>
              <ns1:cxn ang="0">
                <ns1:pos x="T10" y="T11"/>
              </ns1:cxn>
              <ns1:cxn ang="0">
                <ns1:pos x="T12" y="T13"/>
              </ns1:cxn>
              <ns1:cxn ang="0">
                <ns1:pos x="T14" y="T15"/>
              </ns1:cxn>
              <ns1:cxn ang="0">
                <ns1:pos x="T16" y="T17"/>
              </ns1:cxn>
              <ns1:cxn ang="0">
                <ns1:pos x="T18" y="T19"/>
              </ns1:cxn>
              <ns1:cxn ang="0">
                <ns1:pos x="T20" y="T21"/>
              </ns1:cxn>
              <ns1:cxn ang="0">
                <ns1:pos x="T22" y="T23"/>
              </ns1:cxn>
              <ns1:cxn ang="0">
                <ns1:pos x="T24" y="T25"/>
              </ns1:cxn>
              <ns1:cxn ang="0">
                <ns1:pos x="T26" y="T27"/>
              </ns1:cxn>
              <ns1:cxn ang="0">
                <ns1:pos x="T28" y="T29"/>
              </ns1:cxn>
              <ns1:cxn ang="0">
                <ns1:pos x="T30" y="T31"/>
              </ns1:cxn>
              <ns1:cxn ang="0">
                <ns1:pos x="T32" y="T33"/>
              </ns1:cxn>
              <ns1:cxn ang="0">
                <ns1:pos x="T34" y="T35"/>
              </ns1:cxn>
              <ns1:cxn ang="0">
                <ns1:pos x="T36" y="T37"/>
              </ns1:cxn>
              <ns1:cxn ang="0">
                <ns1:pos x="T38" y="T39"/>
              </ns1:cxn>
              <ns1:cxn ang="0">
                <ns1:pos x="T40" y="T41"/>
              </ns1:cxn>
              <ns1:cxn ang="0">
                <ns1:pos x="T42" y="T43"/>
              </ns1:cxn>
              <ns1:cxn ang="0">
                <ns1:pos x="T44" y="T45"/>
              </ns1:cxn>
              <ns1:cxn ang="0">
                <ns1:pos x="T46" y="T47"/>
              </ns1:cxn>
              <ns1:cxn ang="0">
                <ns1:pos x="T48" y="T49"/>
              </ns1:cxn>
              <ns1:cxn ang="0">
                <ns1:pos x="T50" y="T51"/>
              </ns1:cxn>
              <ns1:cxn ang="0">
                <ns1:pos x="T52" y="T53"/>
              </ns1:cxn>
              <ns1:cxn ang="0">
                <ns1:pos x="T54" y="T55"/>
              </ns1:cxn>
              <ns1:cxn ang="0">
                <ns1:pos x="T56" y="T57"/>
              </ns1:cxn>
              <ns1:cxn ang="0">
                <ns1:pos x="T58" y="T59"/>
              </ns1:cxn>
              <ns1:cxn ang="0">
                <ns1:pos x="T60" y="T61"/>
              </ns1:cxn>
              <ns1:cxn ang="0">
                <ns1:pos x="T62" y="T63"/>
              </ns1:cxn>
              <ns1:cxn ang="0">
                <ns1:pos x="T64" y="T65"/>
              </ns1:cxn>
              <ns1:cxn ang="0">
                <ns1:pos x="T66" y="T67"/>
              </ns1:cxn>
              <ns1:cxn ang="0">
                <ns1:pos x="T68" y="T69"/>
              </ns1:cxn>
              <ns1:cxn ang="0">
                <ns1:pos x="T70" y="T71"/>
              </ns1:cxn>
              <ns1:cxn ang="0">
                <ns1:pos x="T72" y="T73"/>
              </ns1:cxn>
              <ns1:cxn ang="0">
                <ns1:pos x="T74" y="T75"/>
              </ns1:cxn>
              <ns1:cxn ang="0">
                <ns1:pos x="T76" y="T77"/>
              </ns1:cxn>
              <ns1:cxn ang="0">
                <ns1:pos x="T78" y="T79"/>
              </ns1:cxn>
              <ns1:cxn ang="0">
                <ns1:pos x="T80" y="T81"/>
              </ns1:cxn>
              <ns1:cxn ang="0">
                <ns1:pos x="T82" y="T83"/>
              </ns1:cxn>
              <ns1:cxn ang="0">
                <ns1:pos x="T84" y="T85"/>
              </ns1:cxn>
              <ns1:cxn ang="0">
                <ns1:pos x="T86" y="T87"/>
              </ns1:cxn>
              <ns1:cxn ang="0">
                <ns1:pos x="T88" y="T89"/>
              </ns1:cxn>
              <ns1:cxn ang="0">
                <ns1:pos x="T90" y="T91"/>
              </ns1:cxn>
              <ns1:cxn ang="0">
                <ns1:pos x="T92" y="T93"/>
              </ns1:cxn>
              <ns1:cxn ang="0">
                <ns1:pos x="T94" y="T95"/>
              </ns1:cxn>
              <ns1:cxn ang="0">
                <ns1:pos x="T96" y="T97"/>
              </ns1:cxn>
              <ns1:cxn ang="0">
                <ns1:pos x="T98" y="T99"/>
              </ns1:cxn>
              <ns1:cxn ang="0">
                <ns1:pos x="T100" y="T101"/>
              </ns1:cxn>
            </ns1:cxnLst>
            <ns1:rect l="0" t="0" r="r" b="b"/>
            <ns1:pathLst>
              <ns1:path w="96" h="104">
                <ns1:moveTo>
                  <ns1:pt x="80" y="72"/>
                </ns1:moveTo>
                <ns1:cubicBezTo>
                  <ns1:pt x="69" y="72"/>
                  <ns1:pt x="69" y="72"/>
                  <ns1:pt x="69" y="72"/>
                </ns1:cubicBezTo>
                <ns1:cubicBezTo>
                  <ns1:pt x="71" y="76"/>
                  <ns1:pt x="72" y="80"/>
                  <ns1:pt x="72" y="84"/>
                </ns1:cubicBezTo>
                <ns1:cubicBezTo>
                  <ns1:pt x="72" y="88"/>
                  <ns1:pt x="72" y="92"/>
                  <ns1:pt x="70" y="96"/>
                </ns1:cubicBezTo>
                <ns1:cubicBezTo>
                  <ns1:pt x="67" y="102"/>
                  <ns1:pt x="61" y="104"/>
                  <ns1:pt x="54" y="104"/>
                </ns1:cubicBezTo>
                <ns1:cubicBezTo>
                  <ns1:pt x="52" y="104"/>
                  <ns1:pt x="50" y="103"/>
                  <ns1:pt x="48" y="102"/>
                </ns1:cubicBezTo>
                <ns1:cubicBezTo>
                  <ns1:pt x="42" y="95"/>
                  <ns1:pt x="44" y="86"/>
                  <ns1:pt x="40" y="82"/>
                </ns1:cubicBezTo>
                <ns1:cubicBezTo>
                  <ns1:pt x="38" y="79"/>
                  <ns1:pt x="36" y="76"/>
                  <ns1:pt x="34" y="74"/>
                </ns1:cubicBezTo>
                <ns1:cubicBezTo>
                  <ns1:pt x="32" y="71"/>
                  <ns1:pt x="28" y="66"/>
                  <ns1:pt x="25" y="64"/>
                </ns1:cubicBezTo>
                <ns1:cubicBezTo>
                  <ns1:pt x="8" y="64"/>
                  <ns1:pt x="8" y="64"/>
                  <ns1:pt x="8" y="64"/>
                </ns1:cubicBezTo>
                <ns1:cubicBezTo>
                  <ns1:pt x="4" y="64"/>
                  <ns1:pt x="0" y="60"/>
                  <ns1:pt x="0" y="56"/>
                </ns1:cubicBezTo>
                <ns1:cubicBezTo>
                  <ns1:pt x="0" y="16"/>
                  <ns1:pt x="0" y="16"/>
                  <ns1:pt x="0" y="16"/>
                </ns1:cubicBezTo>
                <ns1:cubicBezTo>
                  <ns1:pt x="0" y="12"/>
                  <ns1:pt x="4" y="8"/>
                  <ns1:pt x="8" y="8"/>
                </ns1:cubicBezTo>
                <ns1:cubicBezTo>
                  <ns1:pt x="26" y="8"/>
                  <ns1:pt x="26" y="8"/>
                  <ns1:pt x="26" y="8"/>
                </ns1:cubicBezTo>
                <ns1:cubicBezTo>
                  <ns1:pt x="28" y="8"/>
                  <ns1:pt x="33" y="6"/>
                  <ns1:pt x="35" y="6"/>
                </ns1:cubicBezTo>
                <ns1:cubicBezTo>
                  <ns1:pt x="44" y="2"/>
                  <ns1:pt x="52" y="0"/>
                  <ns1:pt x="61" y="0"/>
                </ns1:cubicBezTo>
                <ns1:cubicBezTo>
                  <ns1:pt x="68" y="0"/>
                  <ns1:pt x="68" y="0"/>
                  <ns1:pt x="68" y="0"/>
                </ns1:cubicBezTo>
                <ns1:cubicBezTo>
                  <ns1:pt x="80" y="0"/>
                  <ns1:pt x="88" y="7"/>
                  <ns1:pt x="88" y="18"/>
                </ns1:cubicBezTo>
                <ns1:cubicBezTo>
                  <ns1:pt x="88" y="19"/>
                  <ns1:pt x="88" y="19"/>
                  <ns1:pt x="88" y="19"/>
                </ns1:cubicBezTo>
                <ns1:cubicBezTo>
                  <ns1:pt x="90" y="22"/>
                  <ns1:pt x="91" y="26"/>
                  <ns1:pt x="91" y="30"/>
                </ns1:cubicBezTo>
                <ns1:cubicBezTo>
                  <ns1:pt x="91" y="31"/>
                  <ns1:pt x="91" y="32"/>
                  <ns1:pt x="91" y="33"/>
                </ns1:cubicBezTo>
                <ns1:cubicBezTo>
                  <ns1:pt x="93" y="35"/>
                  <ns1:pt x="94" y="38"/>
                  <ns1:pt x="94" y="42"/>
                </ns1:cubicBezTo>
                <ns1:cubicBezTo>
                  <ns1:pt x="94" y="43"/>
                  <ns1:pt x="93" y="44"/>
                  <ns1:pt x="93" y="46"/>
                </ns1:cubicBezTo>
                <ns1:cubicBezTo>
                  <ns1:pt x="95" y="49"/>
                  <ns1:pt x="96" y="52"/>
                  <ns1:pt x="96" y="56"/>
                </ns1:cubicBezTo>
                <ns1:cubicBezTo>
                  <ns1:pt x="96" y="65"/>
                  <ns1:pt x="89" y="72"/>
                  <ns1:pt x="80" y="72"/>
                </ns1:cubicBezTo>
                <ns1:close/>
                <ns1:moveTo>
                  <ns1:pt x="12" y="16"/>
                </ns1:moveTo>
                <ns1:cubicBezTo>
                  <ns1:pt x="10" y="16"/>
                  <ns1:pt x="8" y="18"/>
                  <ns1:pt x="8" y="20"/>
                </ns1:cubicBezTo>
                <ns1:cubicBezTo>
                  <ns1:pt x="8" y="22"/>
                  <ns1:pt x="10" y="24"/>
                  <ns1:pt x="12" y="24"/>
                </ns1:cubicBezTo>
                <ns1:cubicBezTo>
                  <ns1:pt x="14" y="24"/>
                  <ns1:pt x="16" y="22"/>
                  <ns1:pt x="16" y="20"/>
                </ns1:cubicBezTo>
                <ns1:cubicBezTo>
                  <ns1:pt x="16" y="18"/>
                  <ns1:pt x="14" y="16"/>
                  <ns1:pt x="12" y="16"/>
                </ns1:cubicBezTo>
                <ns1:close/>
                <ns1:moveTo>
                  <ns1:pt x="83" y="48"/>
                </ns1:moveTo>
                <ns1:cubicBezTo>
                  <ns1:pt x="85" y="46"/>
                  <ns1:pt x="86" y="44"/>
                  <ns1:pt x="86" y="42"/>
                </ns1:cubicBezTo>
                <ns1:cubicBezTo>
                  <ns1:pt x="86" y="39"/>
                  <ns1:pt x="84" y="36"/>
                  <ns1:pt x="82" y="34"/>
                </ns1:cubicBezTo>
                <ns1:cubicBezTo>
                  <ns1:pt x="83" y="33"/>
                  <ns1:pt x="83" y="31"/>
                  <ns1:pt x="83" y="30"/>
                </ns1:cubicBezTo>
                <ns1:cubicBezTo>
                  <ns1:pt x="83" y="27"/>
                  <ns1:pt x="82" y="23"/>
                  <ns1:pt x="79" y="22"/>
                </ns1:cubicBezTo>
                <ns1:cubicBezTo>
                  <ns1:pt x="80" y="21"/>
                  <ns1:pt x="80" y="20"/>
                  <ns1:pt x="80" y="18"/>
                </ns1:cubicBezTo>
                <ns1:cubicBezTo>
                  <ns1:pt x="80" y="11"/>
                  <ns1:pt x="75" y="8"/>
                  <ns1:pt x="68" y="8"/>
                </ns1:cubicBezTo>
                <ns1:cubicBezTo>
                  <ns1:pt x="60" y="8"/>
                  <ns1:pt x="60" y="8"/>
                  <ns1:pt x="60" y="8"/>
                </ns1:cubicBezTo>
                <ns1:cubicBezTo>
                  <ns1:pt x="53" y="8"/>
                  <ns1:pt x="46" y="10"/>
                  <ns1:pt x="39" y="13"/>
                </ns1:cubicBezTo>
                <ns1:cubicBezTo>
                  <ns1:pt x="35" y="14"/>
                  <ns1:pt x="30" y="16"/>
                  <ns1:pt x="26" y="16"/>
                </ns1:cubicBezTo>
                <ns1:cubicBezTo>
                  <ns1:pt x="24" y="16"/>
                  <ns1:pt x="24" y="16"/>
                  <ns1:pt x="24" y="16"/>
                </ns1:cubicBezTo>
                <ns1:cubicBezTo>
                  <ns1:pt x="24" y="56"/>
                  <ns1:pt x="24" y="56"/>
                  <ns1:pt x="24" y="56"/>
                </ns1:cubicBezTo>
                <ns1:cubicBezTo>
                  <ns1:pt x="26" y="56"/>
                  <ns1:pt x="26" y="56"/>
                  <ns1:pt x="26" y="56"/>
                </ns1:cubicBezTo>
                <ns1:cubicBezTo>
                  <ns1:pt x="31" y="56"/>
                  <ns1:pt x="38" y="67"/>
                  <ns1:pt x="41" y="70"/>
                </ns1:cubicBezTo>
                <ns1:cubicBezTo>
                  <ns1:pt x="43" y="72"/>
                  <ns1:pt x="44" y="74"/>
                  <ns1:pt x="46" y="76"/>
                </ns1:cubicBezTo>
                <ns1:cubicBezTo>
                  <ns1:pt x="52" y="82"/>
                  <ns1:pt x="50" y="92"/>
                  <ns1:pt x="54" y="96"/>
                </ns1:cubicBezTo>
                <ns1:cubicBezTo>
                  <ns1:pt x="63" y="96"/>
                  <ns1:pt x="64" y="91"/>
                  <ns1:pt x="64" y="84"/>
                </ns1:cubicBezTo>
                <ns1:cubicBezTo>
                  <ns1:pt x="64" y="77"/>
                  <ns1:pt x="58" y="71"/>
                  <ns1:pt x="58" y="64"/>
                </ns1:cubicBezTo>
                <ns1:cubicBezTo>
                  <ns1:pt x="80" y="64"/>
                  <ns1:pt x="80" y="64"/>
                  <ns1:pt x="80" y="64"/>
                </ns1:cubicBezTo>
                <ns1:cubicBezTo>
                  <ns1:pt x="84" y="64"/>
                  <ns1:pt x="88" y="60"/>
                  <ns1:pt x="88" y="56"/>
                </ns1:cubicBezTo>
                <ns1:cubicBezTo>
                  <ns1:pt x="88" y="54"/>
                  <ns1:pt x="86" y="48"/>
                  <ns1:pt x="83" y="48"/>
                </ns1:cubicBezTo>
                <ns1:close/>
              </ns1:path>
            </ns1:pathLst>
          </ns1:custGeom>
          <ns1:solidFill>
            <ns1:srgbClr val="010101"/>
          </ns1:solidFill>
          <ns1:ln>
            <ns1:noFill/>
          </ns1:ln>
          <ns1:extLst>
            <ns1:ext uri="{91240B29-F687-4F45-9708-019B960494DF}">
              <ns2:hiddenLine w="9525">
                <ns1:solidFill>
                  <ns1:srgbClr val="000000"/>
                </ns1:solidFill>
                <ns1:round/>
                <ns1:headEnd/>
                <ns1:tailEnd/>
              </ns2:hiddenLine>
            </ns1:ext>
          </ns1:extLst>
        </ns0:spPr>
        <ns0:txBody>
          <ns1:bodyPr vert="horz" wrap="square" lIns="91440" tIns="45720" rIns="91440" bIns="45720" numCol="1" anchor="t" anchorCtr="0" compatLnSpc="1">
            <ns1:prstTxWarp prst="textNoShape">
              <ns1:avLst/>
            </ns1:prstTxWarp>
          </ns1:bodyPr>
          <ns1:lstStyle/>
          <ns1:p>
            <ns1:endParaRPr lang="en-US" sz="2700"/>
          </ns1:p>
        </ns0:txBody>
      </ns0:sp>
      <ns0:sp>
        <ns0:nvSpPr>
          <ns0:cNvPr id="132" name="Freeform 130"/>
          <ns0:cNvSpPr>
            <ns1:spLocks noEditPoints="1"/>
          </ns0:cNvSpPr>
          <ns0:nvPr/>
        </ns0:nvSpPr>
        <ns0:spPr bwMode="auto">
          <ns1:xfrm>
            <ns1:off x="9429751" y="3619502"/>
            <ns1:ext cx="420688" cy="360363"/>
          </ns1:xfrm>
          <ns1:custGeom>
            <ns1:avLst/>
            <ns1:gdLst>
              <ns1:gd name="T0" fmla="*/ 97 w 112"/>
              <ns1:gd name="T1" fmla="*/ 57 h 96"/>
              <ns1:gd name="T2" fmla="*/ 59 w 112"/>
              <ns1:gd name="T3" fmla="*/ 95 h 96"/>
              <ns1:gd name="T4" fmla="*/ 56 w 112"/>
              <ns1:gd name="T5" fmla="*/ 96 h 96"/>
              <ns1:gd name="T6" fmla="*/ 53 w 112"/>
              <ns1:gd name="T7" fmla="*/ 95 h 96"/>
              <ns1:gd name="T8" fmla="*/ 14 w 112"/>
              <ns1:gd name="T9" fmla="*/ 57 h 96"/>
              <ns1:gd name="T10" fmla="*/ 0 w 112"/>
              <ns1:gd name="T11" fmla="*/ 29 h 96"/>
              <ns1:gd name="T12" fmla="*/ 30 w 112"/>
              <ns1:gd name="T13" fmla="*/ 0 h 96"/>
              <ns1:gd name="T14" fmla="*/ 56 w 112"/>
              <ns1:gd name="T15" fmla="*/ 14 h 96"/>
              <ns1:gd name="T16" fmla="*/ 82 w 112"/>
              <ns1:gd name="T17" fmla="*/ 0 h 96"/>
              <ns1:gd name="T18" fmla="*/ 112 w 112"/>
              <ns1:gd name="T19" fmla="*/ 29 h 96"/>
              <ns1:gd name="T20" fmla="*/ 97 w 112"/>
              <ns1:gd name="T21" fmla="*/ 57 h 96"/>
              <ns1:gd name="T22" fmla="*/ 82 w 112"/>
              <ns1:gd name="T23" fmla="*/ 8 h 96"/>
              <ns1:gd name="T24" fmla="*/ 59 w 112"/>
              <ns1:gd name="T25" fmla="*/ 22 h 96"/>
              <ns1:gd name="T26" fmla="*/ 53 w 112"/>
              <ns1:gd name="T27" fmla="*/ 22 h 96"/>
              <ns1:gd name="T28" fmla="*/ 30 w 112"/>
              <ns1:gd name="T29" fmla="*/ 8 h 96"/>
              <ns1:gd name="T30" fmla="*/ 8 w 112"/>
              <ns1:gd name="T31" fmla="*/ 29 h 96"/>
              <ns1:gd name="T32" fmla="*/ 20 w 112"/>
              <ns1:gd name="T33" fmla="*/ 51 h 96"/>
              <ns1:gd name="T34" fmla="*/ 56 w 112"/>
              <ns1:gd name="T35" fmla="*/ 86 h 96"/>
              <ns1:gd name="T36" fmla="*/ 92 w 112"/>
              <ns1:gd name="T37" fmla="*/ 51 h 96"/>
              <ns1:gd name="T38" fmla="*/ 104 w 112"/>
              <ns1:gd name="T39" fmla="*/ 29 h 96"/>
              <ns1:gd name="T40" fmla="*/ 82 w 112"/>
              <ns1:gd name="T41" fmla="*/ 8 h 96"/>
            </ns1:gdLst>
            <ns1:ahLst/>
            <ns1:cxnLst>
              <ns1:cxn ang="0">
                <ns1:pos x="T0" y="T1"/>
              </ns1:cxn>
              <ns1:cxn ang="0">
                <ns1:pos x="T2" y="T3"/>
              </ns1:cxn>
              <ns1:cxn ang="0">
                <ns1:pos x="T4" y="T5"/>
              </ns1:cxn>
              <ns1:cxn ang="0">
                <ns1:pos x="T6" y="T7"/>
              </ns1:cxn>
              <ns1:cxn ang="0">
                <ns1:pos x="T8" y="T9"/>
              </ns1:cxn>
              <ns1:cxn ang="0">
                <ns1:pos x="T10" y="T11"/>
              </ns1:cxn>
              <ns1:cxn ang="0">
                <ns1:pos x="T12" y="T13"/>
              </ns1:cxn>
              <ns1:cxn ang="0">
                <ns1:pos x="T14" y="T15"/>
              </ns1:cxn>
              <ns1:cxn ang="0">
                <ns1:pos x="T16" y="T17"/>
              </ns1:cxn>
              <ns1:cxn ang="0">
                <ns1:pos x="T18" y="T19"/>
              </ns1:cxn>
              <ns1:cxn ang="0">
                <ns1:pos x="T20" y="T21"/>
              </ns1:cxn>
              <ns1:cxn ang="0">
                <ns1:pos x="T22" y="T23"/>
              </ns1:cxn>
              <ns1:cxn ang="0">
                <ns1:pos x="T24" y="T25"/>
              </ns1:cxn>
              <ns1:cxn ang="0">
                <ns1:pos x="T26" y="T27"/>
              </ns1:cxn>
              <ns1:cxn ang="0">
                <ns1:pos x="T28" y="T29"/>
              </ns1:cxn>
              <ns1:cxn ang="0">
                <ns1:pos x="T30" y="T31"/>
              </ns1:cxn>
              <ns1:cxn ang="0">
                <ns1:pos x="T32" y="T33"/>
              </ns1:cxn>
              <ns1:cxn ang="0">
                <ns1:pos x="T34" y="T35"/>
              </ns1:cxn>
              <ns1:cxn ang="0">
                <ns1:pos x="T36" y="T37"/>
              </ns1:cxn>
              <ns1:cxn ang="0">
                <ns1:pos x="T38" y="T39"/>
              </ns1:cxn>
              <ns1:cxn ang="0">
                <ns1:pos x="T40" y="T41"/>
              </ns1:cxn>
            </ns1:cxnLst>
            <ns1:rect l="0" t="0" r="r" b="b"/>
            <ns1:pathLst>
              <ns1:path w="112" h="96">
                <ns1:moveTo>
                  <ns1:pt x="97" y="57"/>
                </ns1:moveTo>
                <ns1:cubicBezTo>
                  <ns1:pt x="59" y="95"/>
                  <ns1:pt x="59" y="95"/>
                  <ns1:pt x="59" y="95"/>
                </ns1:cubicBezTo>
                <ns1:cubicBezTo>
                  <ns1:pt x="58" y="96"/>
                  <ns1:pt x="57" y="96"/>
                  <ns1:pt x="56" y="96"/>
                </ns1:cubicBezTo>
                <ns1:cubicBezTo>
                  <ns1:pt x="55" y="96"/>
                  <ns1:pt x="54" y="96"/>
                  <ns1:pt x="53" y="95"/>
                </ns1:cubicBezTo>
                <ns1:cubicBezTo>
                  <ns1:pt x="14" y="57"/>
                  <ns1:pt x="14" y="57"/>
                  <ns1:pt x="14" y="57"/>
                </ns1:cubicBezTo>
                <ns1:cubicBezTo>
                  <ns1:pt x="14" y="57"/>
                  <ns1:pt x="0" y="44"/>
                  <ns1:pt x="0" y="29"/>
                </ns1:cubicBezTo>
                <ns1:cubicBezTo>
                  <ns1:pt x="0" y="11"/>
                  <ns1:pt x="11" y="0"/>
                  <ns1:pt x="30" y="0"/>
                </ns1:cubicBezTo>
                <ns1:cubicBezTo>
                  <ns1:pt x="41" y="0"/>
                  <ns1:pt x="51" y="9"/>
                  <ns1:pt x="56" y="14"/>
                </ns1:cubicBezTo>
                <ns1:cubicBezTo>
                  <ns1:pt x="61" y="9"/>
                  <ns1:pt x="71" y="0"/>
                  <ns1:pt x="82" y="0"/>
                </ns1:cubicBezTo>
                <ns1:cubicBezTo>
                  <ns1:pt x="101" y="0"/>
                  <ns1:pt x="112" y="11"/>
                  <ns1:pt x="112" y="29"/>
                </ns1:cubicBezTo>
                <ns1:cubicBezTo>
                  <ns1:pt x="112" y="44"/>
                  <ns1:pt x="98" y="57"/>
                  <ns1:pt x="97" y="57"/>
                </ns1:cubicBezTo>
                <ns1:close/>
                <ns1:moveTo>
                  <ns1:pt x="82" y="8"/>
                </ns1:moveTo>
                <ns1:cubicBezTo>
                  <ns1:pt x="73" y="8"/>
                  <ns1:pt x="62" y="18"/>
                  <ns1:pt x="59" y="22"/>
                </ns1:cubicBezTo>
                <ns1:cubicBezTo>
                  <ns1:pt x="57" y="24"/>
                  <ns1:pt x="54" y="24"/>
                  <ns1:pt x="53" y="22"/>
                </ns1:cubicBezTo>
                <ns1:cubicBezTo>
                  <ns1:pt x="50" y="18"/>
                  <ns1:pt x="39" y="8"/>
                  <ns1:pt x="30" y="8"/>
                </ns1:cubicBezTo>
                <ns1:cubicBezTo>
                  <ns1:pt x="20" y="8"/>
                  <ns1:pt x="8" y="12"/>
                  <ns1:pt x="8" y="29"/>
                </ns1:cubicBezTo>
                <ns1:cubicBezTo>
                  <ns1:pt x="8" y="41"/>
                  <ns1:pt x="19" y="51"/>
                  <ns1:pt x="20" y="51"/>
                </ns1:cubicBezTo>
                <ns1:cubicBezTo>
                  <ns1:pt x="56" y="86"/>
                  <ns1:pt x="56" y="86"/>
                  <ns1:pt x="56" y="86"/>
                </ns1:cubicBezTo>
                <ns1:cubicBezTo>
                  <ns1:pt x="92" y="51"/>
                  <ns1:pt x="92" y="51"/>
                  <ns1:pt x="92" y="51"/>
                </ns1:cubicBezTo>
                <ns1:cubicBezTo>
                  <ns1:pt x="92" y="51"/>
                  <ns1:pt x="104" y="41"/>
                  <ns1:pt x="104" y="29"/>
                </ns1:cubicBezTo>
                <ns1:cubicBezTo>
                  <ns1:pt x="104" y="12"/>
                  <ns1:pt x="92" y="8"/>
                  <ns1:pt x="82" y="8"/>
                </ns1:cubicBezTo>
                <ns1:close/>
              </ns1:path>
            </ns1:pathLst>
          </ns1:custGeom>
          <ns1:solidFill>
            <ns1:srgbClr val="010101"/>
          </ns1:solidFill>
          <ns1:ln>
            <ns1:noFill/>
          </ns1:ln>
          <ns1:extLst>
            <ns1:ext uri="{91240B29-F687-4F45-9708-019B960494DF}">
              <ns2:hiddenLine w="9525">
                <ns1:solidFill>
                  <ns1:srgbClr val="000000"/>
                </ns1:solidFill>
                <ns1:round/>
                <ns1:headEnd/>
                <ns1:tailEnd/>
              </ns2:hiddenLine>
            </ns1:ext>
          </ns1:extLst>
        </ns0:spPr>
        <ns0:txBody>
          <ns1:bodyPr vert="horz" wrap="square" lIns="91440" tIns="45720" rIns="91440" bIns="45720" numCol="1" anchor="t" anchorCtr="0" compatLnSpc="1">
            <ns1:prstTxWarp prst="textNoShape">
              <ns1:avLst/>
            </ns1:prstTxWarp>
          </ns1:bodyPr>
          <ns1:lstStyle/>
          <ns1:p>
            <ns1:endParaRPr lang="en-US" sz="2700"/>
          </ns1:p>
        </ns0:txBody>
      </ns0:sp>
      <ns0:sp>
        <ns0:nvSpPr>
          <ns0:cNvPr id="133" name="Freeform 131"/>
          <ns0:cNvSpPr>
            <ns1:spLocks noEditPoints="1"/>
          </ns0:cNvSpPr>
          <ns0:nvPr/>
        </ns0:nvSpPr>
        <ns0:spPr bwMode="auto">
          <ns1:xfrm>
            <ns1:off x="10090151" y="3648077"/>
            <ns1:ext cx="368300" cy="301625"/>
          </ns1:xfrm>
          <ns1:custGeom>
            <ns1:avLst/>
            <ns1:gdLst>
              <ns1:gd name="T0" fmla="*/ 38 w 98"/>
              <ns1:gd name="T1" fmla="*/ 80 h 80"/>
              <ns1:gd name="T2" fmla="*/ 18 w 98"/>
              <ns1:gd name="T3" fmla="*/ 80 h 80"/>
              <ns1:gd name="T4" fmla="*/ 0 w 98"/>
              <ns1:gd name="T5" fmla="*/ 62 h 80"/>
              <ns1:gd name="T6" fmla="*/ 0 w 98"/>
              <ns1:gd name="T7" fmla="*/ 18 h 80"/>
              <ns1:gd name="T8" fmla="*/ 18 w 98"/>
              <ns1:gd name="T9" fmla="*/ 0 h 80"/>
              <ns1:gd name="T10" fmla="*/ 38 w 98"/>
              <ns1:gd name="T11" fmla="*/ 0 h 80"/>
              <ns1:gd name="T12" fmla="*/ 40 w 98"/>
              <ns1:gd name="T13" fmla="*/ 2 h 80"/>
              <ns1:gd name="T14" fmla="*/ 38 w 98"/>
              <ns1:gd name="T15" fmla="*/ 8 h 80"/>
              <ns1:gd name="T16" fmla="*/ 18 w 98"/>
              <ns1:gd name="T17" fmla="*/ 8 h 80"/>
              <ns1:gd name="T18" fmla="*/ 8 w 98"/>
              <ns1:gd name="T19" fmla="*/ 18 h 80"/>
              <ns1:gd name="T20" fmla="*/ 8 w 98"/>
              <ns1:gd name="T21" fmla="*/ 62 h 80"/>
              <ns1:gd name="T22" fmla="*/ 18 w 98"/>
              <ns1:gd name="T23" fmla="*/ 72 h 80"/>
              <ns1:gd name="T24" fmla="*/ 36 w 98"/>
              <ns1:gd name="T25" fmla="*/ 72 h 80"/>
              <ns1:gd name="T26" fmla="*/ 40 w 98"/>
              <ns1:gd name="T27" fmla="*/ 74 h 80"/>
              <ns1:gd name="T28" fmla="*/ 38 w 98"/>
              <ns1:gd name="T29" fmla="*/ 80 h 80"/>
              <ns1:gd name="T30" fmla="*/ 97 w 98"/>
              <ns1:gd name="T31" fmla="*/ 43 h 80"/>
              <ns1:gd name="T32" fmla="*/ 63 w 98"/>
              <ns1:gd name="T33" fmla="*/ 77 h 80"/>
              <ns1:gd name="T34" fmla="*/ 60 w 98"/>
              <ns1:gd name="T35" fmla="*/ 78 h 80"/>
              <ns1:gd name="T36" fmla="*/ 56 w 98"/>
              <ns1:gd name="T37" fmla="*/ 74 h 80"/>
              <ns1:gd name="T38" fmla="*/ 56 w 98"/>
              <ns1:gd name="T39" fmla="*/ 56 h 80"/>
              <ns1:gd name="T40" fmla="*/ 28 w 98"/>
              <ns1:gd name="T41" fmla="*/ 56 h 80"/>
              <ns1:gd name="T42" fmla="*/ 24 w 98"/>
              <ns1:gd name="T43" fmla="*/ 52 h 80"/>
              <ns1:gd name="T44" fmla="*/ 24 w 98"/>
              <ns1:gd name="T45" fmla="*/ 28 h 80"/>
              <ns1:gd name="T46" fmla="*/ 28 w 98"/>
              <ns1:gd name="T47" fmla="*/ 24 h 80"/>
              <ns1:gd name="T48" fmla="*/ 56 w 98"/>
              <ns1:gd name="T49" fmla="*/ 24 h 80"/>
              <ns1:gd name="T50" fmla="*/ 56 w 98"/>
              <ns1:gd name="T51" fmla="*/ 6 h 80"/>
              <ns1:gd name="T52" fmla="*/ 60 w 98"/>
              <ns1:gd name="T53" fmla="*/ 2 h 80"/>
              <ns1:gd name="T54" fmla="*/ 63 w 98"/>
              <ns1:gd name="T55" fmla="*/ 3 h 80"/>
              <ns1:gd name="T56" fmla="*/ 97 w 98"/>
              <ns1:gd name="T57" fmla="*/ 37 h 80"/>
              <ns1:gd name="T58" fmla="*/ 98 w 98"/>
              <ns1:gd name="T59" fmla="*/ 40 h 80"/>
              <ns1:gd name="T60" fmla="*/ 97 w 98"/>
              <ns1:gd name="T61" fmla="*/ 43 h 80"/>
            </ns1:gdLst>
            <ns1:ahLst/>
            <ns1:cxnLst>
              <ns1:cxn ang="0">
                <ns1:pos x="T0" y="T1"/>
              </ns1:cxn>
              <ns1:cxn ang="0">
                <ns1:pos x="T2" y="T3"/>
              </ns1:cxn>
              <ns1:cxn ang="0">
                <ns1:pos x="T4" y="T5"/>
              </ns1:cxn>
              <ns1:cxn ang="0">
                <ns1:pos x="T6" y="T7"/>
              </ns1:cxn>
              <ns1:cxn ang="0">
                <ns1:pos x="T8" y="T9"/>
              </ns1:cxn>
              <ns1:cxn ang="0">
                <ns1:pos x="T10" y="T11"/>
              </ns1:cxn>
              <ns1:cxn ang="0">
                <ns1:pos x="T12" y="T13"/>
              </ns1:cxn>
              <ns1:cxn ang="0">
                <ns1:pos x="T14" y="T15"/>
              </ns1:cxn>
              <ns1:cxn ang="0">
                <ns1:pos x="T16" y="T17"/>
              </ns1:cxn>
              <ns1:cxn ang="0">
                <ns1:pos x="T18" y="T19"/>
              </ns1:cxn>
              <ns1:cxn ang="0">
                <ns1:pos x="T20" y="T21"/>
              </ns1:cxn>
              <ns1:cxn ang="0">
                <ns1:pos x="T22" y="T23"/>
              </ns1:cxn>
              <ns1:cxn ang="0">
                <ns1:pos x="T24" y="T25"/>
              </ns1:cxn>
              <ns1:cxn ang="0">
                <ns1:pos x="T26" y="T27"/>
              </ns1:cxn>
              <ns1:cxn ang="0">
                <ns1:pos x="T28" y="T29"/>
              </ns1:cxn>
              <ns1:cxn ang="0">
                <ns1:pos x="T30" y="T31"/>
              </ns1:cxn>
              <ns1:cxn ang="0">
                <ns1:pos x="T32" y="T33"/>
              </ns1:cxn>
              <ns1:cxn ang="0">
                <ns1:pos x="T34" y="T35"/>
              </ns1:cxn>
              <ns1:cxn ang="0">
                <ns1:pos x="T36" y="T37"/>
              </ns1:cxn>
              <ns1:cxn ang="0">
                <ns1:pos x="T38" y="T39"/>
              </ns1:cxn>
              <ns1:cxn ang="0">
                <ns1:pos x="T40" y="T41"/>
              </ns1:cxn>
              <ns1:cxn ang="0">
                <ns1:pos x="T42" y="T43"/>
              </ns1:cxn>
              <ns1:cxn ang="0">
                <ns1:pos x="T44" y="T45"/>
              </ns1:cxn>
              <ns1:cxn ang="0">
                <ns1:pos x="T46" y="T47"/>
              </ns1:cxn>
              <ns1:cxn ang="0">
                <ns1:pos x="T48" y="T49"/>
              </ns1:cxn>
              <ns1:cxn ang="0">
                <ns1:pos x="T50" y="T51"/>
              </ns1:cxn>
              <ns1:cxn ang="0">
                <ns1:pos x="T52" y="T53"/>
              </ns1:cxn>
              <ns1:cxn ang="0">
                <ns1:pos x="T54" y="T55"/>
              </ns1:cxn>
              <ns1:cxn ang="0">
                <ns1:pos x="T56" y="T57"/>
              </ns1:cxn>
              <ns1:cxn ang="0">
                <ns1:pos x="T58" y="T59"/>
              </ns1:cxn>
              <ns1:cxn ang="0">
                <ns1:pos x="T60" y="T61"/>
              </ns1:cxn>
            </ns1:cxnLst>
            <ns1:rect l="0" t="0" r="r" b="b"/>
            <ns1:pathLst>
              <ns1:path w="98" h="80">
                <ns1:moveTo>
                  <ns1:pt x="38" y="80"/>
                </ns1:moveTo>
                <ns1:cubicBezTo>
                  <ns1:pt x="18" y="80"/>
                  <ns1:pt x="18" y="80"/>
                  <ns1:pt x="18" y="80"/>
                </ns1:cubicBezTo>
                <ns1:cubicBezTo>
                  <ns1:pt x="8" y="80"/>
                  <ns1:pt x="0" y="72"/>
                  <ns1:pt x="0" y="62"/>
                </ns1:cubicBezTo>
                <ns1:cubicBezTo>
                  <ns1:pt x="0" y="18"/>
                  <ns1:pt x="0" y="18"/>
                  <ns1:pt x="0" y="18"/>
                </ns1:cubicBezTo>
                <ns1:cubicBezTo>
                  <ns1:pt x="0" y="8"/>
                  <ns1:pt x="8" y="0"/>
                  <ns1:pt x="18" y="0"/>
                </ns1:cubicBezTo>
                <ns1:cubicBezTo>
                  <ns1:pt x="38" y="0"/>
                  <ns1:pt x="38" y="0"/>
                  <ns1:pt x="38" y="0"/>
                </ns1:cubicBezTo>
                <ns1:cubicBezTo>
                  <ns1:pt x="39" y="0"/>
                  <ns1:pt x="40" y="1"/>
                  <ns1:pt x="40" y="2"/>
                </ns1:cubicBezTo>
                <ns1:cubicBezTo>
                  <ns1:pt x="40" y="4"/>
                  <ns1:pt x="41" y="8"/>
                  <ns1:pt x="38" y="8"/>
                </ns1:cubicBezTo>
                <ns1:cubicBezTo>
                  <ns1:pt x="18" y="8"/>
                  <ns1:pt x="18" y="8"/>
                  <ns1:pt x="18" y="8"/>
                </ns1:cubicBezTo>
                <ns1:cubicBezTo>
                  <ns1:pt x="13" y="8"/>
                  <ns1:pt x="8" y="13"/>
                  <ns1:pt x="8" y="18"/>
                </ns1:cubicBezTo>
                <ns1:cubicBezTo>
                  <ns1:pt x="8" y="62"/>
                  <ns1:pt x="8" y="62"/>
                  <ns1:pt x="8" y="62"/>
                </ns1:cubicBezTo>
                <ns1:cubicBezTo>
                  <ns1:pt x="8" y="67"/>
                  <ns1:pt x="13" y="72"/>
                  <ns1:pt x="18" y="72"/>
                </ns1:cubicBezTo>
                <ns1:cubicBezTo>
                  <ns1:pt x="36" y="72"/>
                  <ns1:pt x="36" y="72"/>
                  <ns1:pt x="36" y="72"/>
                </ns1:cubicBezTo>
                <ns1:cubicBezTo>
                  <ns1:pt x="38" y="72"/>
                  <ns1:pt x="40" y="72"/>
                  <ns1:pt x="40" y="74"/>
                </ns1:cubicBezTo>
                <ns1:cubicBezTo>
                  <ns1:pt x="40" y="76"/>
                  <ns1:pt x="41" y="80"/>
                  <ns1:pt x="38" y="80"/>
                </ns1:cubicBezTo>
                <ns1:close/>
                <ns1:moveTo>
                  <ns1:pt x="97" y="43"/>
                </ns1:moveTo>
                <ns1:cubicBezTo>
                  <ns1:pt x="63" y="77"/>
                  <ns1:pt x="63" y="77"/>
                  <ns1:pt x="63" y="77"/>
                </ns1:cubicBezTo>
                <ns1:cubicBezTo>
                  <ns1:pt x="62" y="78"/>
                  <ns1:pt x="61" y="78"/>
                  <ns1:pt x="60" y="78"/>
                </ns1:cubicBezTo>
                <ns1:cubicBezTo>
                  <ns1:pt x="58" y="78"/>
                  <ns1:pt x="56" y="76"/>
                  <ns1:pt x="56" y="74"/>
                </ns1:cubicBezTo>
                <ns1:cubicBezTo>
                  <ns1:pt x="56" y="56"/>
                  <ns1:pt x="56" y="56"/>
                  <ns1:pt x="56" y="56"/>
                </ns1:cubicBezTo>
                <ns1:cubicBezTo>
                  <ns1:pt x="28" y="56"/>
                  <ns1:pt x="28" y="56"/>
                  <ns1:pt x="28" y="56"/>
                </ns1:cubicBezTo>
                <ns1:cubicBezTo>
                  <ns1:pt x="26" y="56"/>
                  <ns1:pt x="24" y="54"/>
                  <ns1:pt x="24" y="52"/>
                </ns1:cubicBezTo>
                <ns1:cubicBezTo>
                  <ns1:pt x="24" y="28"/>
                  <ns1:pt x="24" y="28"/>
                  <ns1:pt x="24" y="28"/>
                </ns1:cubicBezTo>
                <ns1:cubicBezTo>
                  <ns1:pt x="24" y="26"/>
                  <ns1:pt x="26" y="24"/>
                  <ns1:pt x="28" y="24"/>
                </ns1:cubicBezTo>
                <ns1:cubicBezTo>
                  <ns1:pt x="56" y="24"/>
                  <ns1:pt x="56" y="24"/>
                  <ns1:pt x="56" y="24"/>
                </ns1:cubicBezTo>
                <ns1:cubicBezTo>
                  <ns1:pt x="56" y="6"/>
                  <ns1:pt x="56" y="6"/>
                  <ns1:pt x="56" y="6"/>
                </ns1:cubicBezTo>
                <ns1:cubicBezTo>
                  <ns1:pt x="56" y="4"/>
                  <ns1:pt x="58" y="2"/>
                  <ns1:pt x="60" y="2"/>
                </ns1:cubicBezTo>
                <ns1:cubicBezTo>
                  <ns1:pt x="61" y="2"/>
                  <ns1:pt x="62" y="2"/>
                  <ns1:pt x="63" y="3"/>
                </ns1:cubicBezTo>
                <ns1:cubicBezTo>
                  <ns1:pt x="97" y="37"/>
                  <ns1:pt x="97" y="37"/>
                  <ns1:pt x="97" y="37"/>
                </ns1:cubicBezTo>
                <ns1:cubicBezTo>
                  <ns1:pt x="98" y="38"/>
                  <ns1:pt x="98" y="39"/>
                  <ns1:pt x="98" y="40"/>
                </ns1:cubicBezTo>
                <ns1:cubicBezTo>
                  <ns1:pt x="98" y="41"/>
                  <ns1:pt x="98" y="42"/>
                  <ns1:pt x="97" y="43"/>
                </ns1:cubicBezTo>
                <ns1:close/>
              </ns1:path>
            </ns1:pathLst>
          </ns1:custGeom>
          <ns1:solidFill>
            <ns1:srgbClr val="010101"/>
          </ns1:solidFill>
          <ns1:ln>
            <ns1:noFill/>
          </ns1:ln>
          <ns1:extLst>
            <ns1:ext uri="{91240B29-F687-4F45-9708-019B960494DF}">
              <ns2:hiddenLine w="9525">
                <ns1:solidFill>
                  <ns1:srgbClr val="000000"/>
                </ns1:solidFill>
                <ns1:round/>
                <ns1:headEnd/>
                <ns1:tailEnd/>
              </ns2:hiddenLine>
            </ns1:ext>
          </ns1:extLst>
        </ns0:spPr>
        <ns0:txBody>
          <ns1:bodyPr vert="horz" wrap="square" lIns="91440" tIns="45720" rIns="91440" bIns="45720" numCol="1" anchor="t" anchorCtr="0" compatLnSpc="1">
            <ns1:prstTxWarp prst="textNoShape">
              <ns1:avLst/>
            </ns1:prstTxWarp>
          </ns1:bodyPr>
          <ns1:lstStyle/>
          <ns1:p>
            <ns1:endParaRPr lang="en-US" sz="2700"/>
          </ns1:p>
        </ns0:txBody>
      </ns0:sp>
      <ns0:sp>
        <ns0:nvSpPr>
          <ns0:cNvPr id="134" name="Freeform 132"/>
          <ns0:cNvSpPr>
            <ns1:spLocks noEditPoints="1"/>
          </ns0:cNvSpPr>
          <ns0:nvPr/>
        </ns0:nvSpPr>
        <ns0:spPr bwMode="auto">
          <ns1:xfrm>
            <ns1:off x="10750552" y="3619502"/>
            <ns1:ext cx="360363" cy="360363"/>
          </ns1:xfrm>
          <ns1:custGeom>
            <ns1:avLst/>
            <ns1:gdLst>
              <ns1:gd name="T0" fmla="*/ 96 w 96"/>
              <ns1:gd name="T1" fmla="*/ 78 h 96"/>
              <ns1:gd name="T2" fmla="*/ 78 w 96"/>
              <ns1:gd name="T3" fmla="*/ 96 h 96"/>
              <ns1:gd name="T4" fmla="*/ 18 w 96"/>
              <ns1:gd name="T5" fmla="*/ 96 h 96"/>
              <ns1:gd name="T6" fmla="*/ 0 w 96"/>
              <ns1:gd name="T7" fmla="*/ 78 h 96"/>
              <ns1:gd name="T8" fmla="*/ 0 w 96"/>
              <ns1:gd name="T9" fmla="*/ 18 h 96"/>
              <ns1:gd name="T10" fmla="*/ 18 w 96"/>
              <ns1:gd name="T11" fmla="*/ 0 h 96"/>
              <ns1:gd name="T12" fmla="*/ 78 w 96"/>
              <ns1:gd name="T13" fmla="*/ 0 h 96"/>
              <ns1:gd name="T14" fmla="*/ 96 w 96"/>
              <ns1:gd name="T15" fmla="*/ 18 h 96"/>
              <ns1:gd name="T16" fmla="*/ 96 w 96"/>
              <ns1:gd name="T17" fmla="*/ 78 h 96"/>
              <ns1:gd name="T18" fmla="*/ 22 w 96"/>
              <ns1:gd name="T19" fmla="*/ 16 h 96"/>
              <ns1:gd name="T20" fmla="*/ 14 w 96"/>
              <ns1:gd name="T21" fmla="*/ 24 h 96"/>
              <ns1:gd name="T22" fmla="*/ 22 w 96"/>
              <ns1:gd name="T23" fmla="*/ 31 h 96"/>
              <ns1:gd name="T24" fmla="*/ 22 w 96"/>
              <ns1:gd name="T25" fmla="*/ 31 h 96"/>
              <ns1:gd name="T26" fmla="*/ 30 w 96"/>
              <ns1:gd name="T27" fmla="*/ 24 h 96"/>
              <ns1:gd name="T28" fmla="*/ 22 w 96"/>
              <ns1:gd name="T29" fmla="*/ 16 h 96"/>
              <ns1:gd name="T30" fmla="*/ 29 w 96"/>
              <ns1:gd name="T31" fmla="*/ 80 h 96"/>
              <ns1:gd name="T32" fmla="*/ 29 w 96"/>
              <ns1:gd name="T33" fmla="*/ 37 h 96"/>
              <ns1:gd name="T34" fmla="*/ 15 w 96"/>
              <ns1:gd name="T35" fmla="*/ 37 h 96"/>
              <ns1:gd name="T36" fmla="*/ 15 w 96"/>
              <ns1:gd name="T37" fmla="*/ 80 h 96"/>
              <ns1:gd name="T38" fmla="*/ 29 w 96"/>
              <ns1:gd name="T39" fmla="*/ 80 h 96"/>
              <ns1:gd name="T40" fmla="*/ 81 w 96"/>
              <ns1:gd name="T41" fmla="*/ 80 h 96"/>
              <ns1:gd name="T42" fmla="*/ 81 w 96"/>
              <ns1:gd name="T43" fmla="*/ 55 h 96"/>
              <ns1:gd name="T44" fmla="*/ 64 w 96"/>
              <ns1:gd name="T45" fmla="*/ 36 h 96"/>
              <ns1:gd name="T46" fmla="*/ 51 w 96"/>
              <ns1:gd name="T47" fmla="*/ 43 h 96"/>
              <ns1:gd name="T48" fmla="*/ 52 w 96"/>
              <ns1:gd name="T49" fmla="*/ 43 h 96"/>
              <ns1:gd name="T50" fmla="*/ 52 w 96"/>
              <ns1:gd name="T51" fmla="*/ 37 h 96"/>
              <ns1:gd name="T52" fmla="*/ 37 w 96"/>
              <ns1:gd name="T53" fmla="*/ 37 h 96"/>
              <ns1:gd name="T54" fmla="*/ 37 w 96"/>
              <ns1:gd name="T55" fmla="*/ 80 h 96"/>
              <ns1:gd name="T56" fmla="*/ 52 w 96"/>
              <ns1:gd name="T57" fmla="*/ 80 h 96"/>
              <ns1:gd name="T58" fmla="*/ 52 w 96"/>
              <ns1:gd name="T59" fmla="*/ 56 h 96"/>
              <ns1:gd name="T60" fmla="*/ 52 w 96"/>
              <ns1:gd name="T61" fmla="*/ 53 h 96"/>
              <ns1:gd name="T62" fmla="*/ 59 w 96"/>
              <ns1:gd name="T63" fmla="*/ 47 h 96"/>
              <ns1:gd name="T64" fmla="*/ 67 w 96"/>
              <ns1:gd name="T65" fmla="*/ 57 h 96"/>
              <ns1:gd name="T66" fmla="*/ 67 w 96"/>
              <ns1:gd name="T67" fmla="*/ 80 h 96"/>
              <ns1:gd name="T68" fmla="*/ 81 w 96"/>
              <ns1:gd name="T69" fmla="*/ 80 h 96"/>
            </ns1:gdLst>
            <ns1:ahLst/>
            <ns1:cxnLst>
              <ns1:cxn ang="0">
                <ns1:pos x="T0" y="T1"/>
              </ns1:cxn>
              <ns1:cxn ang="0">
                <ns1:pos x="T2" y="T3"/>
              </ns1:cxn>
              <ns1:cxn ang="0">
                <ns1:pos x="T4" y="T5"/>
              </ns1:cxn>
              <ns1:cxn ang="0">
                <ns1:pos x="T6" y="T7"/>
              </ns1:cxn>
              <ns1:cxn ang="0">
                <ns1:pos x="T8" y="T9"/>
              </ns1:cxn>
              <ns1:cxn ang="0">
                <ns1:pos x="T10" y="T11"/>
              </ns1:cxn>
              <ns1:cxn ang="0">
                <ns1:pos x="T12" y="T13"/>
              </ns1:cxn>
              <ns1:cxn ang="0">
                <ns1:pos x="T14" y="T15"/>
              </ns1:cxn>
              <ns1:cxn ang="0">
                <ns1:pos x="T16" y="T17"/>
              </ns1:cxn>
              <ns1:cxn ang="0">
                <ns1:pos x="T18" y="T19"/>
              </ns1:cxn>
              <ns1:cxn ang="0">
                <ns1:pos x="T20" y="T21"/>
              </ns1:cxn>
              <ns1:cxn ang="0">
                <ns1:pos x="T22" y="T23"/>
              </ns1:cxn>
              <ns1:cxn ang="0">
                <ns1:pos x="T24" y="T25"/>
              </ns1:cxn>
              <ns1:cxn ang="0">
                <ns1:pos x="T26" y="T27"/>
              </ns1:cxn>
              <ns1:cxn ang="0">
                <ns1:pos x="T28" y="T29"/>
              </ns1:cxn>
              <ns1:cxn ang="0">
                <ns1:pos x="T30" y="T31"/>
              </ns1:cxn>
              <ns1:cxn ang="0">
                <ns1:pos x="T32" y="T33"/>
              </ns1:cxn>
              <ns1:cxn ang="0">
                <ns1:pos x="T34" y="T35"/>
              </ns1:cxn>
              <ns1:cxn ang="0">
                <ns1:pos x="T36" y="T37"/>
              </ns1:cxn>
              <ns1:cxn ang="0">
                <ns1:pos x="T38" y="T39"/>
              </ns1:cxn>
              <ns1:cxn ang="0">
                <ns1:pos x="T40" y="T41"/>
              </ns1:cxn>
              <ns1:cxn ang="0">
                <ns1:pos x="T42" y="T43"/>
              </ns1:cxn>
              <ns1:cxn ang="0">
                <ns1:pos x="T44" y="T45"/>
              </ns1:cxn>
              <ns1:cxn ang="0">
                <ns1:pos x="T46" y="T47"/>
              </ns1:cxn>
              <ns1:cxn ang="0">
                <ns1:pos x="T48" y="T49"/>
              </ns1:cxn>
              <ns1:cxn ang="0">
                <ns1:pos x="T50" y="T51"/>
              </ns1:cxn>
              <ns1:cxn ang="0">
                <ns1:pos x="T52" y="T53"/>
              </ns1:cxn>
              <ns1:cxn ang="0">
                <ns1:pos x="T54" y="T55"/>
              </ns1:cxn>
              <ns1:cxn ang="0">
                <ns1:pos x="T56" y="T57"/>
              </ns1:cxn>
              <ns1:cxn ang="0">
                <ns1:pos x="T58" y="T59"/>
              </ns1:cxn>
              <ns1:cxn ang="0">
                <ns1:pos x="T60" y="T61"/>
              </ns1:cxn>
              <ns1:cxn ang="0">
                <ns1:pos x="T62" y="T63"/>
              </ns1:cxn>
              <ns1:cxn ang="0">
                <ns1:pos x="T64" y="T65"/>
              </ns1:cxn>
              <ns1:cxn ang="0">
                <ns1:pos x="T66" y="T67"/>
              </ns1:cxn>
              <ns1:cxn ang="0">
                <ns1:pos x="T68" y="T69"/>
              </ns1:cxn>
            </ns1:cxnLst>
            <ns1:rect l="0" t="0" r="r" b="b"/>
            <ns1:pathLst>
              <ns1:path w="96" h="96">
                <ns1:moveTo>
                  <ns1:pt x="96" y="78"/>
                </ns1:moveTo>
                <ns1:cubicBezTo>
                  <ns1:pt x="96" y="88"/>
                  <ns1:pt x="88" y="96"/>
                  <ns1:pt x="78" y="96"/>
                </ns1:cubicBezTo>
                <ns1:cubicBezTo>
                  <ns1:pt x="18" y="96"/>
                  <ns1:pt x="18" y="96"/>
                  <ns1:pt x="18" y="96"/>
                </ns1:cubicBezTo>
                <ns1:cubicBezTo>
                  <ns1:pt x="8" y="96"/>
                  <ns1:pt x="0" y="88"/>
                  <ns1:pt x="0" y="78"/>
                </ns1:cubicBezTo>
                <ns1:cubicBezTo>
                  <ns1:pt x="0" y="18"/>
                  <ns1:pt x="0" y="18"/>
                  <ns1:pt x="0" y="18"/>
                </ns1:cubicBezTo>
                <ns1:cubicBezTo>
                  <ns1:pt x="0" y="8"/>
                  <ns1:pt x="8" y="0"/>
                  <ns1:pt x="18" y="0"/>
                </ns1:cubicBezTo>
                <ns1:cubicBezTo>
                  <ns1:pt x="78" y="0"/>
                  <ns1:pt x="78" y="0"/>
                  <ns1:pt x="78" y="0"/>
                </ns1:cubicBezTo>
                <ns1:cubicBezTo>
                  <ns1:pt x="88" y="0"/>
                  <ns1:pt x="96" y="8"/>
                  <ns1:pt x="96" y="18"/>
                </ns1:cubicBezTo>
                <ns1:lnTo>
                  <ns1:pt x="96" y="78"/>
                </ns1:lnTo>
                <ns1:close/>
                <ns1:moveTo>
                  <ns1:pt x="22" y="16"/>
                </ns1:moveTo>
                <ns1:cubicBezTo>
                  <ns1:pt x="17" y="16"/>
                  <ns1:pt x="14" y="19"/>
                  <ns1:pt x="14" y="24"/>
                </ns1:cubicBezTo>
                <ns1:cubicBezTo>
                  <ns1:pt x="14" y="28"/>
                  <ns1:pt x="17" y="31"/>
                  <ns1:pt x="22" y="31"/>
                </ns1:cubicBezTo>
                <ns1:cubicBezTo>
                  <ns1:pt x="22" y="31"/>
                  <ns1:pt x="22" y="31"/>
                  <ns1:pt x="22" y="31"/>
                </ns1:cubicBezTo>
                <ns1:cubicBezTo>
                  <ns1:pt x="27" y="31"/>
                  <ns1:pt x="30" y="28"/>
                  <ns1:pt x="30" y="24"/>
                </ns1:cubicBezTo>
                <ns1:cubicBezTo>
                  <ns1:pt x="30" y="19"/>
                  <ns1:pt x="27" y="16"/>
                  <ns1:pt x="22" y="16"/>
                </ns1:cubicBezTo>
                <ns1:close/>
                <ns1:moveTo>
                  <ns1:pt x="29" y="80"/>
                </ns1:moveTo>
                <ns1:cubicBezTo>
                  <ns1:pt x="29" y="37"/>
                  <ns1:pt x="29" y="37"/>
                  <ns1:pt x="29" y="37"/>
                </ns1:cubicBezTo>
                <ns1:cubicBezTo>
                  <ns1:pt x="15" y="37"/>
                  <ns1:pt x="15" y="37"/>
                  <ns1:pt x="15" y="37"/>
                </ns1:cubicBezTo>
                <ns1:cubicBezTo>
                  <ns1:pt x="15" y="80"/>
                  <ns1:pt x="15" y="80"/>
                  <ns1:pt x="15" y="80"/>
                </ns1:cubicBezTo>
                <ns1:lnTo>
                  <ns1:pt x="29" y="80"/>
                </ns1:lnTo>
                <ns1:close/>
                <ns1:moveTo>
                  <ns1:pt x="81" y="80"/>
                </ns1:moveTo>
                <ns1:cubicBezTo>
                  <ns1:pt x="81" y="55"/>
                  <ns1:pt x="81" y="55"/>
                  <ns1:pt x="81" y="55"/>
                </ns1:cubicBezTo>
                <ns1:cubicBezTo>
                  <ns1:pt x="81" y="42"/>
                  <ns1:pt x="74" y="36"/>
                  <ns1:pt x="64" y="36"/>
                </ns1:cubicBezTo>
                <ns1:cubicBezTo>
                  <ns1:pt x="57" y="36"/>
                  <ns1:pt x="53" y="40"/>
                  <ns1:pt x="51" y="43"/>
                </ns1:cubicBezTo>
                <ns1:cubicBezTo>
                  <ns1:pt x="52" y="43"/>
                  <ns1:pt x="52" y="43"/>
                  <ns1:pt x="52" y="43"/>
                </ns1:cubicBezTo>
                <ns1:cubicBezTo>
                  <ns1:pt x="52" y="37"/>
                  <ns1:pt x="52" y="37"/>
                  <ns1:pt x="52" y="37"/>
                </ns1:cubicBezTo>
                <ns1:cubicBezTo>
                  <ns1:pt x="37" y="37"/>
                  <ns1:pt x="37" y="37"/>
                  <ns1:pt x="37" y="37"/>
                </ns1:cubicBezTo>
                <ns1:cubicBezTo>
                  <ns1:pt x="37" y="37"/>
                  <ns1:pt x="37" y="41"/>
                  <ns1:pt x="37" y="80"/>
                </ns1:cubicBezTo>
                <ns1:cubicBezTo>
                  <ns1:pt x="52" y="80"/>
                  <ns1:pt x="52" y="80"/>
                  <ns1:pt x="52" y="80"/>
                </ns1:cubicBezTo>
                <ns1:cubicBezTo>
                  <ns1:pt x="52" y="56"/>
                  <ns1:pt x="52" y="56"/>
                  <ns1:pt x="52" y="56"/>
                </ns1:cubicBezTo>
                <ns1:cubicBezTo>
                  <ns1:pt x="52" y="55"/>
                  <ns1:pt x="52" y="54"/>
                  <ns1:pt x="52" y="53"/>
                </ns1:cubicBezTo>
                <ns1:cubicBezTo>
                  <ns1:pt x="53" y="50"/>
                  <ns1:pt x="55" y="47"/>
                  <ns1:pt x="59" y="47"/>
                </ns1:cubicBezTo>
                <ns1:cubicBezTo>
                  <ns1:pt x="65" y="47"/>
                  <ns1:pt x="67" y="51"/>
                  <ns1:pt x="67" y="57"/>
                </ns1:cubicBezTo>
                <ns1:cubicBezTo>
                  <ns1:pt x="67" y="80"/>
                  <ns1:pt x="67" y="80"/>
                  <ns1:pt x="67" y="80"/>
                </ns1:cubicBezTo>
                <ns1:lnTo>
                  <ns1:pt x="81" y="80"/>
                </ns1:lnTo>
                <ns1:close/>
              </ns1:path>
            </ns1:pathLst>
          </ns1:custGeom>
          <ns1:solidFill>
            <ns1:srgbClr val="010101"/>
          </ns1:solidFill>
          <ns1:ln>
            <ns1:noFill/>
          </ns1:ln>
          <ns1:extLst>
            <ns1:ext uri="{91240B29-F687-4F45-9708-019B960494DF}">
              <ns2:hiddenLine w="9525">
                <ns1:solidFill>
                  <ns1:srgbClr val="000000"/>
                </ns1:solidFill>
                <ns1:round/>
                <ns1:headEnd/>
                <ns1:tailEnd/>
              </ns2:hiddenLine>
            </ns1:ext>
          </ns1:extLst>
        </ns0:spPr>
        <ns0:txBody>
          <ns1:bodyPr vert="horz" wrap="square" lIns="91440" tIns="45720" rIns="91440" bIns="45720" numCol="1" anchor="t" anchorCtr="0" compatLnSpc="1">
            <ns1:prstTxWarp prst="textNoShape">
              <ns1:avLst/>
            </ns1:prstTxWarp>
          </ns1:bodyPr>
          <ns1:lstStyle/>
          <ns1:p>
            <ns1:endParaRPr lang="en-US" sz="2700"/>
          </ns1:p>
        </ns0:txBody>
      </ns0:sp>
      <ns0:sp>
        <ns0:nvSpPr>
          <ns0:cNvPr id="135" name="Freeform 133"/>
          <ns0:cNvSpPr>
            <ns1:spLocks noEditPoints="1"/>
          </ns0:cNvSpPr>
          <ns0:nvPr/>
        </ns0:nvSpPr>
        <ns0:spPr bwMode="auto">
          <ns1:xfrm>
            <ns1:off x="1114427" y="4367214"/>
            <ns1:ext cx="271463" cy="390525"/>
          </ns1:xfrm>
          <ns1:custGeom>
            <ns1:avLst/>
            <ns1:gdLst>
              <ns1:gd name="T0" fmla="*/ 68 w 72"/>
              <ns1:gd name="T1" fmla="*/ 72 h 104"/>
              <ns1:gd name="T2" fmla="*/ 41 w 72"/>
              <ns1:gd name="T3" fmla="*/ 72 h 104"/>
              <ns1:gd name="T4" fmla="*/ 38 w 72"/>
              <ns1:gd name="T5" fmla="*/ 102 h 104"/>
              <ns1:gd name="T6" fmla="*/ 36 w 72"/>
              <ns1:gd name="T7" fmla="*/ 104 h 104"/>
              <ns1:gd name="T8" fmla="*/ 36 w 72"/>
              <ns1:gd name="T9" fmla="*/ 104 h 104"/>
              <ns1:gd name="T10" fmla="*/ 34 w 72"/>
              <ns1:gd name="T11" fmla="*/ 102 h 104"/>
              <ns1:gd name="T12" fmla="*/ 29 w 72"/>
              <ns1:gd name="T13" fmla="*/ 72 h 104"/>
              <ns1:gd name="T14" fmla="*/ 4 w 72"/>
              <ns1:gd name="T15" fmla="*/ 72 h 104"/>
              <ns1:gd name="T16" fmla="*/ 0 w 72"/>
              <ns1:gd name="T17" fmla="*/ 68 h 104"/>
              <ns1:gd name="T18" fmla="*/ 16 w 72"/>
              <ns1:gd name="T19" fmla="*/ 48 h 104"/>
              <ns1:gd name="T20" fmla="*/ 16 w 72"/>
              <ns1:gd name="T21" fmla="*/ 16 h 104"/>
              <ns1:gd name="T22" fmla="*/ 8 w 72"/>
              <ns1:gd name="T23" fmla="*/ 8 h 104"/>
              <ns1:gd name="T24" fmla="*/ 16 w 72"/>
              <ns1:gd name="T25" fmla="*/ 0 h 104"/>
              <ns1:gd name="T26" fmla="*/ 56 w 72"/>
              <ns1:gd name="T27" fmla="*/ 0 h 104"/>
              <ns1:gd name="T28" fmla="*/ 64 w 72"/>
              <ns1:gd name="T29" fmla="*/ 8 h 104"/>
              <ns1:gd name="T30" fmla="*/ 56 w 72"/>
              <ns1:gd name="T31" fmla="*/ 16 h 104"/>
              <ns1:gd name="T32" fmla="*/ 56 w 72"/>
              <ns1:gd name="T33" fmla="*/ 48 h 104"/>
              <ns1:gd name="T34" fmla="*/ 72 w 72"/>
              <ns1:gd name="T35" fmla="*/ 68 h 104"/>
              <ns1:gd name="T36" fmla="*/ 68 w 72"/>
              <ns1:gd name="T37" fmla="*/ 72 h 104"/>
              <ns1:gd name="T38" fmla="*/ 30 w 72"/>
              <ns1:gd name="T39" fmla="*/ 18 h 104"/>
              <ns1:gd name="T40" fmla="*/ 28 w 72"/>
              <ns1:gd name="T41" fmla="*/ 16 h 104"/>
              <ns1:gd name="T42" fmla="*/ 26 w 72"/>
              <ns1:gd name="T43" fmla="*/ 18 h 104"/>
              <ns1:gd name="T44" fmla="*/ 26 w 72"/>
              <ns1:gd name="T45" fmla="*/ 46 h 104"/>
              <ns1:gd name="T46" fmla="*/ 28 w 72"/>
              <ns1:gd name="T47" fmla="*/ 48 h 104"/>
              <ns1:gd name="T48" fmla="*/ 30 w 72"/>
              <ns1:gd name="T49" fmla="*/ 46 h 104"/>
              <ns1:gd name="T50" fmla="*/ 30 w 72"/>
              <ns1:gd name="T51" fmla="*/ 18 h 104"/>
            </ns1:gdLst>
            <ns1:ahLst/>
            <ns1:cxnLst>
              <ns1:cxn ang="0">
                <ns1:pos x="T0" y="T1"/>
              </ns1:cxn>
              <ns1:cxn ang="0">
                <ns1:pos x="T2" y="T3"/>
              </ns1:cxn>
              <ns1:cxn ang="0">
                <ns1:pos x="T4" y="T5"/>
              </ns1:cxn>
              <ns1:cxn ang="0">
                <ns1:pos x="T6" y="T7"/>
              </ns1:cxn>
              <ns1:cxn ang="0">
                <ns1:pos x="T8" y="T9"/>
              </ns1:cxn>
              <ns1:cxn ang="0">
                <ns1:pos x="T10" y="T11"/>
              </ns1:cxn>
              <ns1:cxn ang="0">
                <ns1:pos x="T12" y="T13"/>
              </ns1:cxn>
              <ns1:cxn ang="0">
                <ns1:pos x="T14" y="T15"/>
              </ns1:cxn>
              <ns1:cxn ang="0">
                <ns1:pos x="T16" y="T17"/>
              </ns1:cxn>
              <ns1:cxn ang="0">
                <ns1:pos x="T18" y="T19"/>
              </ns1:cxn>
              <ns1:cxn ang="0">
                <ns1:pos x="T20" y="T21"/>
              </ns1:cxn>
              <ns1:cxn ang="0">
                <ns1:pos x="T22" y="T23"/>
              </ns1:cxn>
              <ns1:cxn ang="0">
                <ns1:pos x="T24" y="T25"/>
              </ns1:cxn>
              <ns1:cxn ang="0">
                <ns1:pos x="T26" y="T27"/>
              </ns1:cxn>
              <ns1:cxn ang="0">
                <ns1:pos x="T28" y="T29"/>
              </ns1:cxn>
              <ns1:cxn ang="0">
                <ns1:pos x="T30" y="T31"/>
              </ns1:cxn>
              <ns1:cxn ang="0">
                <ns1:pos x="T32" y="T33"/>
              </ns1:cxn>
              <ns1:cxn ang="0">
                <ns1:pos x="T34" y="T35"/>
              </ns1:cxn>
              <ns1:cxn ang="0">
                <ns1:pos x="T36" y="T37"/>
              </ns1:cxn>
              <ns1:cxn ang="0">
                <ns1:pos x="T38" y="T39"/>
              </ns1:cxn>
              <ns1:cxn ang="0">
                <ns1:pos x="T40" y="T41"/>
              </ns1:cxn>
              <ns1:cxn ang="0">
                <ns1:pos x="T42" y="T43"/>
              </ns1:cxn>
              <ns1:cxn ang="0">
                <ns1:pos x="T44" y="T45"/>
              </ns1:cxn>
              <ns1:cxn ang="0">
                <ns1:pos x="T46" y="T47"/>
              </ns1:cxn>
              <ns1:cxn ang="0">
                <ns1:pos x="T48" y="T49"/>
              </ns1:cxn>
              <ns1:cxn ang="0">
                <ns1:pos x="T50" y="T51"/>
              </ns1:cxn>
            </ns1:cxnLst>
            <ns1:rect l="0" t="0" r="r" b="b"/>
            <ns1:pathLst>
              <ns1:path w="72" h="104">
                <ns1:moveTo>
                  <ns1:pt x="68" y="72"/>
                </ns1:moveTo>
                <ns1:cubicBezTo>
                  <ns1:pt x="41" y="72"/>
                  <ns1:pt x="41" y="72"/>
                  <ns1:pt x="41" y="72"/>
                </ns1:cubicBezTo>
                <ns1:cubicBezTo>
                  <ns1:pt x="38" y="102"/>
                  <ns1:pt x="38" y="102"/>
                  <ns1:pt x="38" y="102"/>
                </ns1:cubicBezTo>
                <ns1:cubicBezTo>
                  <ns1:pt x="38" y="103"/>
                  <ns1:pt x="37" y="104"/>
                  <ns1:pt x="36" y="104"/>
                </ns1:cubicBezTo>
                <ns1:cubicBezTo>
                  <ns1:pt x="36" y="104"/>
                  <ns1:pt x="36" y="104"/>
                  <ns1:pt x="36" y="104"/>
                </ns1:cubicBezTo>
                <ns1:cubicBezTo>
                  <ns1:pt x="35" y="104"/>
                  <ns1:pt x="34" y="103"/>
                  <ns1:pt x="34" y="102"/>
                </ns1:cubicBezTo>
                <ns1:cubicBezTo>
                  <ns1:pt x="29" y="72"/>
                  <ns1:pt x="29" y="72"/>
                  <ns1:pt x="29" y="72"/>
                </ns1:cubicBezTo>
                <ns1:cubicBezTo>
                  <ns1:pt x="4" y="72"/>
                  <ns1:pt x="4" y="72"/>
                  <ns1:pt x="4" y="72"/>
                </ns1:cubicBezTo>
                <ns1:cubicBezTo>
                  <ns1:pt x="2" y="72"/>
                  <ns1:pt x="0" y="70"/>
                  <ns1:pt x="0" y="68"/>
                </ns1:cubicBezTo>
                <ns1:cubicBezTo>
                  <ns1:pt x="0" y="58"/>
                  <ns1:pt x="8" y="48"/>
                  <ns1:pt x="16" y="48"/>
                </ns1:cubicBezTo>
                <ns1:cubicBezTo>
                  <ns1:pt x="16" y="16"/>
                  <ns1:pt x="16" y="16"/>
                  <ns1:pt x="16" y="16"/>
                </ns1:cubicBezTo>
                <ns1:cubicBezTo>
                  <ns1:pt x="11" y="16"/>
                  <ns1:pt x="8" y="12"/>
                  <ns1:pt x="8" y="8"/>
                </ns1:cubicBezTo>
                <ns1:cubicBezTo>
                  <ns1:pt x="8" y="3"/>
                  <ns1:pt x="11" y="0"/>
                  <ns1:pt x="16" y="0"/>
                </ns1:cubicBezTo>
                <ns1:cubicBezTo>
                  <ns1:pt x="56" y="0"/>
                  <ns1:pt x="56" y="0"/>
                  <ns1:pt x="56" y="0"/>
                </ns1:cubicBezTo>
                <ns1:cubicBezTo>
                  <ns1:pt x="60" y="0"/>
                  <ns1:pt x="64" y="3"/>
                  <ns1:pt x="64" y="8"/>
                </ns1:cubicBezTo>
                <ns1:cubicBezTo>
                  <ns1:pt x="64" y="12"/>
                  <ns1:pt x="60" y="16"/>
                  <ns1:pt x="56" y="16"/>
                </ns1:cubicBezTo>
                <ns1:cubicBezTo>
                  <ns1:pt x="56" y="48"/>
                  <ns1:pt x="56" y="48"/>
                  <ns1:pt x="56" y="48"/>
                </ns1:cubicBezTo>
                <ns1:cubicBezTo>
                  <ns1:pt x="64" y="48"/>
                  <ns1:pt x="72" y="58"/>
                  <ns1:pt x="72" y="68"/>
                </ns1:cubicBezTo>
                <ns1:cubicBezTo>
                  <ns1:pt x="72" y="70"/>
                  <ns1:pt x="70" y="72"/>
                  <ns1:pt x="68" y="72"/>
                </ns1:cubicBezTo>
                <ns1:close/>
                <ns1:moveTo>
                  <ns1:pt x="30" y="18"/>
                </ns1:moveTo>
                <ns1:cubicBezTo>
                  <ns1:pt x="30" y="17"/>
                  <ns1:pt x="29" y="16"/>
                  <ns1:pt x="28" y="16"/>
                </ns1:cubicBezTo>
                <ns1:cubicBezTo>
                  <ns1:pt x="27" y="16"/>
                  <ns1:pt x="26" y="17"/>
                  <ns1:pt x="26" y="18"/>
                </ns1:cubicBezTo>
                <ns1:cubicBezTo>
                  <ns1:pt x="26" y="46"/>
                  <ns1:pt x="26" y="46"/>
                  <ns1:pt x="26" y="46"/>
                </ns1:cubicBezTo>
                <ns1:cubicBezTo>
                  <ns1:pt x="26" y="47"/>
                  <ns1:pt x="27" y="48"/>
                  <ns1:pt x="28" y="48"/>
                </ns1:cubicBezTo>
                <ns1:cubicBezTo>
                  <ns1:pt x="29" y="48"/>
                  <ns1:pt x="30" y="47"/>
                  <ns1:pt x="30" y="46"/>
                </ns1:cubicBezTo>
                <ns1:lnTo>
                  <ns1:pt x="30" y="18"/>
                </ns1:lnTo>
                <ns1:close/>
              </ns1:path>
            </ns1:pathLst>
          </ns1:custGeom>
          <ns1:solidFill>
            <ns1:srgbClr val="010101"/>
          </ns1:solidFill>
          <ns1:ln>
            <ns1:noFill/>
          </ns1:ln>
          <ns1:extLst>
            <ns1:ext uri="{91240B29-F687-4F45-9708-019B960494DF}">
              <ns2:hiddenLine w="9525">
                <ns1:solidFill>
                  <ns1:srgbClr val="000000"/>
                </ns1:solidFill>
                <ns1:round/>
                <ns1:headEnd/>
                <ns1:tailEnd/>
              </ns2:hiddenLine>
            </ns1:ext>
          </ns1:extLst>
        </ns0:spPr>
        <ns0:txBody>
          <ns1:bodyPr vert="horz" wrap="square" lIns="91440" tIns="45720" rIns="91440" bIns="45720" numCol="1" anchor="t" anchorCtr="0" compatLnSpc="1">
            <ns1:prstTxWarp prst="textNoShape">
              <ns1:avLst/>
            </ns1:prstTxWarp>
          </ns1:bodyPr>
          <ns1:lstStyle/>
          <ns1:p>
            <ns1:endParaRPr lang="en-US" sz="2700"/>
          </ns1:p>
        </ns0:txBody>
      </ns0:sp>
      <ns0:sp>
        <ns0:nvSpPr>
          <ns0:cNvPr id="136" name="Freeform 134"/>
          <ns0:cNvSpPr>
            <ns1:spLocks noEditPoints="1"/>
          </ns0:cNvSpPr>
          <ns0:nvPr/>
        </ns0:nvSpPr>
        <ns0:spPr bwMode="auto">
          <ns1:xfrm>
            <ns1:off x="1685926" y="4337052"/>
            <ns1:ext cx="419100" cy="360363"/>
          </ns1:xfrm>
          <ns1:custGeom>
            <ns1:avLst/>
            <ns1:gdLst>
              <ns1:gd name="T0" fmla="*/ 88 w 112"/>
              <ns1:gd name="T1" fmla="*/ 78 h 96"/>
              <ns1:gd name="T2" fmla="*/ 70 w 112"/>
              <ns1:gd name="T3" fmla="*/ 96 h 96"/>
              <ns1:gd name="T4" fmla="*/ 18 w 112"/>
              <ns1:gd name="T5" fmla="*/ 96 h 96"/>
              <ns1:gd name="T6" fmla="*/ 0 w 112"/>
              <ns1:gd name="T7" fmla="*/ 78 h 96"/>
              <ns1:gd name="T8" fmla="*/ 0 w 112"/>
              <ns1:gd name="T9" fmla="*/ 26 h 96"/>
              <ns1:gd name="T10" fmla="*/ 18 w 112"/>
              <ns1:gd name="T11" fmla="*/ 8 h 96"/>
              <ns1:gd name="T12" fmla="*/ 62 w 112"/>
              <ns1:gd name="T13" fmla="*/ 8 h 96"/>
              <ns1:gd name="T14" fmla="*/ 64 w 112"/>
              <ns1:gd name="T15" fmla="*/ 10 h 96"/>
              <ns1:gd name="T16" fmla="*/ 64 w 112"/>
              <ns1:gd name="T17" fmla="*/ 14 h 96"/>
              <ns1:gd name="T18" fmla="*/ 62 w 112"/>
              <ns1:gd name="T19" fmla="*/ 16 h 96"/>
              <ns1:gd name="T20" fmla="*/ 18 w 112"/>
              <ns1:gd name="T21" fmla="*/ 16 h 96"/>
              <ns1:gd name="T22" fmla="*/ 8 w 112"/>
              <ns1:gd name="T23" fmla="*/ 26 h 96"/>
              <ns1:gd name="T24" fmla="*/ 8 w 112"/>
              <ns1:gd name="T25" fmla="*/ 78 h 96"/>
              <ns1:gd name="T26" fmla="*/ 18 w 112"/>
              <ns1:gd name="T27" fmla="*/ 88 h 96"/>
              <ns1:gd name="T28" fmla="*/ 70 w 112"/>
              <ns1:gd name="T29" fmla="*/ 88 h 96"/>
              <ns1:gd name="T30" fmla="*/ 80 w 112"/>
              <ns1:gd name="T31" fmla="*/ 78 h 96"/>
              <ns1:gd name="T32" fmla="*/ 80 w 112"/>
              <ns1:gd name="T33" fmla="*/ 58 h 96"/>
              <ns1:gd name="T34" fmla="*/ 82 w 112"/>
              <ns1:gd name="T35" fmla="*/ 56 h 96"/>
              <ns1:gd name="T36" fmla="*/ 86 w 112"/>
              <ns1:gd name="T37" fmla="*/ 56 h 96"/>
              <ns1:gd name="T38" fmla="*/ 88 w 112"/>
              <ns1:gd name="T39" fmla="*/ 58 h 96"/>
              <ns1:gd name="T40" fmla="*/ 88 w 112"/>
              <ns1:gd name="T41" fmla="*/ 78 h 96"/>
              <ns1:gd name="T42" fmla="*/ 112 w 112"/>
              <ns1:gd name="T43" fmla="*/ 36 h 96"/>
              <ns1:gd name="T44" fmla="*/ 108 w 112"/>
              <ns1:gd name="T45" fmla="*/ 40 h 96"/>
              <ns1:gd name="T46" fmla="*/ 105 w 112"/>
              <ns1:gd name="T47" fmla="*/ 39 h 96"/>
              <ns1:gd name="T48" fmla="*/ 94 w 112"/>
              <ns1:gd name="T49" fmla="*/ 28 h 96"/>
              <ns1:gd name="T50" fmla="*/ 53 w 112"/>
              <ns1:gd name="T51" fmla="*/ 68 h 96"/>
              <ns1:gd name="T52" fmla="*/ 52 w 112"/>
              <ns1:gd name="T53" fmla="*/ 69 h 96"/>
              <ns1:gd name="T54" fmla="*/ 50 w 112"/>
              <ns1:gd name="T55" fmla="*/ 68 h 96"/>
              <ns1:gd name="T56" fmla="*/ 43 w 112"/>
              <ns1:gd name="T57" fmla="*/ 61 h 96"/>
              <ns1:gd name="T58" fmla="*/ 42 w 112"/>
              <ns1:gd name="T59" fmla="*/ 60 h 96"/>
              <ns1:gd name="T60" fmla="*/ 43 w 112"/>
              <ns1:gd name="T61" fmla="*/ 58 h 96"/>
              <ns1:gd name="T62" fmla="*/ 84 w 112"/>
              <ns1:gd name="T63" fmla="*/ 18 h 96"/>
              <ns1:gd name="T64" fmla="*/ 73 w 112"/>
              <ns1:gd name="T65" fmla="*/ 7 h 96"/>
              <ns1:gd name="T66" fmla="*/ 72 w 112"/>
              <ns1:gd name="T67" fmla="*/ 4 h 96"/>
              <ns1:gd name="T68" fmla="*/ 76 w 112"/>
              <ns1:gd name="T69" fmla="*/ 0 h 96"/>
              <ns1:gd name="T70" fmla="*/ 108 w 112"/>
              <ns1:gd name="T71" fmla="*/ 0 h 96"/>
              <ns1:gd name="T72" fmla="*/ 112 w 112"/>
              <ns1:gd name="T73" fmla="*/ 4 h 96"/>
              <ns1:gd name="T74" fmla="*/ 112 w 112"/>
              <ns1:gd name="T75" fmla="*/ 36 h 96"/>
            </ns1:gdLst>
            <ns1:ahLst/>
            <ns1:cxnLst>
              <ns1:cxn ang="0">
                <ns1:pos x="T0" y="T1"/>
              </ns1:cxn>
              <ns1:cxn ang="0">
                <ns1:pos x="T2" y="T3"/>
              </ns1:cxn>
              <ns1:cxn ang="0">
                <ns1:pos x="T4" y="T5"/>
              </ns1:cxn>
              <ns1:cxn ang="0">
                <ns1:pos x="T6" y="T7"/>
              </ns1:cxn>
              <ns1:cxn ang="0">
                <ns1:pos x="T8" y="T9"/>
              </ns1:cxn>
              <ns1:cxn ang="0">
                <ns1:pos x="T10" y="T11"/>
              </ns1:cxn>
              <ns1:cxn ang="0">
                <ns1:pos x="T12" y="T13"/>
              </ns1:cxn>
              <ns1:cxn ang="0">
                <ns1:pos x="T14" y="T15"/>
              </ns1:cxn>
              <ns1:cxn ang="0">
                <ns1:pos x="T16" y="T17"/>
              </ns1:cxn>
              <ns1:cxn ang="0">
                <ns1:pos x="T18" y="T19"/>
              </ns1:cxn>
              <ns1:cxn ang="0">
                <ns1:pos x="T20" y="T21"/>
              </ns1:cxn>
              <ns1:cxn ang="0">
                <ns1:pos x="T22" y="T23"/>
              </ns1:cxn>
              <ns1:cxn ang="0">
                <ns1:pos x="T24" y="T25"/>
              </ns1:cxn>
              <ns1:cxn ang="0">
                <ns1:pos x="T26" y="T27"/>
              </ns1:cxn>
              <ns1:cxn ang="0">
                <ns1:pos x="T28" y="T29"/>
              </ns1:cxn>
              <ns1:cxn ang="0">
                <ns1:pos x="T30" y="T31"/>
              </ns1:cxn>
              <ns1:cxn ang="0">
                <ns1:pos x="T32" y="T33"/>
              </ns1:cxn>
              <ns1:cxn ang="0">
                <ns1:pos x="T34" y="T35"/>
              </ns1:cxn>
              <ns1:cxn ang="0">
                <ns1:pos x="T36" y="T37"/>
              </ns1:cxn>
              <ns1:cxn ang="0">
                <ns1:pos x="T38" y="T39"/>
              </ns1:cxn>
              <ns1:cxn ang="0">
                <ns1:pos x="T40" y="T41"/>
              </ns1:cxn>
              <ns1:cxn ang="0">
                <ns1:pos x="T42" y="T43"/>
              </ns1:cxn>
              <ns1:cxn ang="0">
                <ns1:pos x="T44" y="T45"/>
              </ns1:cxn>
              <ns1:cxn ang="0">
                <ns1:pos x="T46" y="T47"/>
              </ns1:cxn>
              <ns1:cxn ang="0">
                <ns1:pos x="T48" y="T49"/>
              </ns1:cxn>
              <ns1:cxn ang="0">
                <ns1:pos x="T50" y="T51"/>
              </ns1:cxn>
              <ns1:cxn ang="0">
                <ns1:pos x="T52" y="T53"/>
              </ns1:cxn>
              <ns1:cxn ang="0">
                <ns1:pos x="T54" y="T55"/>
              </ns1:cxn>
              <ns1:cxn ang="0">
                <ns1:pos x="T56" y="T57"/>
              </ns1:cxn>
              <ns1:cxn ang="0">
                <ns1:pos x="T58" y="T59"/>
              </ns1:cxn>
              <ns1:cxn ang="0">
                <ns1:pos x="T60" y="T61"/>
              </ns1:cxn>
              <ns1:cxn ang="0">
                <ns1:pos x="T62" y="T63"/>
              </ns1:cxn>
              <ns1:cxn ang="0">
                <ns1:pos x="T64" y="T65"/>
              </ns1:cxn>
              <ns1:cxn ang="0">
                <ns1:pos x="T66" y="T67"/>
              </ns1:cxn>
              <ns1:cxn ang="0">
                <ns1:pos x="T68" y="T69"/>
              </ns1:cxn>
              <ns1:cxn ang="0">
                <ns1:pos x="T70" y="T71"/>
              </ns1:cxn>
              <ns1:cxn ang="0">
                <ns1:pos x="T72" y="T73"/>
              </ns1:cxn>
              <ns1:cxn ang="0">
                <ns1:pos x="T74" y="T75"/>
              </ns1:cxn>
            </ns1:cxnLst>
            <ns1:rect l="0" t="0" r="r" b="b"/>
            <ns1:pathLst>
              <ns1:path w="112" h="96">
                <ns1:moveTo>
                  <ns1:pt x="88" y="78"/>
                </ns1:moveTo>
                <ns1:cubicBezTo>
                  <ns1:pt x="88" y="88"/>
                  <ns1:pt x="79" y="96"/>
                  <ns1:pt x="70" y="96"/>
                </ns1:cubicBezTo>
                <ns1:cubicBezTo>
                  <ns1:pt x="18" y="96"/>
                  <ns1:pt x="18" y="96"/>
                  <ns1:pt x="18" y="96"/>
                </ns1:cubicBezTo>
                <ns1:cubicBezTo>
                  <ns1:pt x="8" y="96"/>
                  <ns1:pt x="0" y="88"/>
                  <ns1:pt x="0" y="78"/>
                </ns1:cubicBezTo>
                <ns1:cubicBezTo>
                  <ns1:pt x="0" y="26"/>
                  <ns1:pt x="0" y="26"/>
                  <ns1:pt x="0" y="26"/>
                </ns1:cubicBezTo>
                <ns1:cubicBezTo>
                  <ns1:pt x="0" y="16"/>
                  <ns1:pt x="8" y="8"/>
                  <ns1:pt x="18" y="8"/>
                </ns1:cubicBezTo>
                <ns1:cubicBezTo>
                  <ns1:pt x="62" y="8"/>
                  <ns1:pt x="62" y="8"/>
                  <ns1:pt x="62" y="8"/>
                </ns1:cubicBezTo>
                <ns1:cubicBezTo>
                  <ns1:pt x="63" y="8"/>
                  <ns1:pt x="64" y="9"/>
                  <ns1:pt x="64" y="10"/>
                </ns1:cubicBezTo>
                <ns1:cubicBezTo>
                  <ns1:pt x="64" y="14"/>
                  <ns1:pt x="64" y="14"/>
                  <ns1:pt x="64" y="14"/>
                </ns1:cubicBezTo>
                <ns1:cubicBezTo>
                  <ns1:pt x="64" y="15"/>
                  <ns1:pt x="63" y="16"/>
                  <ns1:pt x="62" y="16"/>
                </ns1:cubicBezTo>
                <ns1:cubicBezTo>
                  <ns1:pt x="18" y="16"/>
                  <ns1:pt x="18" y="16"/>
                  <ns1:pt x="18" y="16"/>
                </ns1:cubicBezTo>
                <ns1:cubicBezTo>
                  <ns1:pt x="12" y="16"/>
                  <ns1:pt x="8" y="20"/>
                  <ns1:pt x="8" y="26"/>
                </ns1:cubicBezTo>
                <ns1:cubicBezTo>
                  <ns1:pt x="8" y="78"/>
                  <ns1:pt x="8" y="78"/>
                  <ns1:pt x="8" y="78"/>
                </ns1:cubicBezTo>
                <ns1:cubicBezTo>
                  <ns1:pt x="8" y="83"/>
                  <ns1:pt x="12" y="88"/>
                  <ns1:pt x="18" y="88"/>
                </ns1:cubicBezTo>
                <ns1:cubicBezTo>
                  <ns1:pt x="70" y="88"/>
                  <ns1:pt x="70" y="88"/>
                  <ns1:pt x="70" y="88"/>
                </ns1:cubicBezTo>
                <ns1:cubicBezTo>
                  <ns1:pt x="75" y="88"/>
                  <ns1:pt x="80" y="83"/>
                  <ns1:pt x="80" y="78"/>
                </ns1:cubicBezTo>
                <ns1:cubicBezTo>
                  <ns1:pt x="80" y="58"/>
                  <ns1:pt x="80" y="58"/>
                  <ns1:pt x="80" y="58"/>
                </ns1:cubicBezTo>
                <ns1:cubicBezTo>
                  <ns1:pt x="80" y="57"/>
                  <ns1:pt x="80" y="56"/>
                  <ns1:pt x="82" y="56"/>
                </ns1:cubicBezTo>
                <ns1:cubicBezTo>
                  <ns1:pt x="86" y="56"/>
                  <ns1:pt x="86" y="56"/>
                  <ns1:pt x="86" y="56"/>
                </ns1:cubicBezTo>
                <ns1:cubicBezTo>
                  <ns1:pt x="87" y="56"/>
                  <ns1:pt x="88" y="57"/>
                  <ns1:pt x="88" y="58"/>
                </ns1:cubicBezTo>
                <ns1:lnTo>
                  <ns1:pt x="88" y="78"/>
                </ns1:lnTo>
                <ns1:close/>
                <ns1:moveTo>
                  <ns1:pt x="112" y="36"/>
                </ns1:moveTo>
                <ns1:cubicBezTo>
                  <ns1:pt x="112" y="38"/>
                  <ns1:pt x="110" y="40"/>
                  <ns1:pt x="108" y="40"/>
                </ns1:cubicBezTo>
                <ns1:cubicBezTo>
                  <ns1:pt x="106" y="40"/>
                  <ns1:pt x="105" y="39"/>
                  <ns1:pt x="105" y="39"/>
                </ns1:cubicBezTo>
                <ns1:cubicBezTo>
                  <ns1:pt x="94" y="28"/>
                  <ns1:pt x="94" y="28"/>
                  <ns1:pt x="94" y="28"/>
                </ns1:cubicBezTo>
                <ns1:cubicBezTo>
                  <ns1:pt x="53" y="68"/>
                  <ns1:pt x="53" y="68"/>
                  <ns1:pt x="53" y="68"/>
                </ns1:cubicBezTo>
                <ns1:cubicBezTo>
                  <ns1:pt x="53" y="69"/>
                  <ns1:pt x="52" y="69"/>
                  <ns1:pt x="52" y="69"/>
                </ns1:cubicBezTo>
                <ns1:cubicBezTo>
                  <ns1:pt x="51" y="69"/>
                  <ns1:pt x="51" y="69"/>
                  <ns1:pt x="50" y="68"/>
                </ns1:cubicBezTo>
                <ns1:cubicBezTo>
                  <ns1:pt x="43" y="61"/>
                  <ns1:pt x="43" y="61"/>
                  <ns1:pt x="43" y="61"/>
                </ns1:cubicBezTo>
                <ns1:cubicBezTo>
                  <ns1:pt x="43" y="61"/>
                  <ns1:pt x="42" y="60"/>
                  <ns1:pt x="42" y="60"/>
                </ns1:cubicBezTo>
                <ns1:cubicBezTo>
                  <ns1:pt x="42" y="59"/>
                  <ns1:pt x="43" y="59"/>
                  <ns1:pt x="43" y="58"/>
                </ns1:cubicBezTo>
                <ns1:cubicBezTo>
                  <ns1:pt x="84" y="18"/>
                  <ns1:pt x="84" y="18"/>
                  <ns1:pt x="84" y="18"/>
                </ns1:cubicBezTo>
                <ns1:cubicBezTo>
                  <ns1:pt x="73" y="7"/>
                  <ns1:pt x="73" y="7"/>
                  <ns1:pt x="73" y="7"/>
                </ns1:cubicBezTo>
                <ns1:cubicBezTo>
                  <ns1:pt x="72" y="6"/>
                  <ns1:pt x="72" y="5"/>
                  <ns1:pt x="72" y="4"/>
                </ns1:cubicBezTo>
                <ns1:cubicBezTo>
                  <ns1:pt x="72" y="2"/>
                  <ns1:pt x="73" y="0"/>
                  <ns1:pt x="76" y="0"/>
                </ns1:cubicBezTo>
                <ns1:cubicBezTo>
                  <ns1:pt x="108" y="0"/>
                  <ns1:pt x="108" y="0"/>
                  <ns1:pt x="108" y="0"/>
                </ns1:cubicBezTo>
                <ns1:cubicBezTo>
                  <ns1:pt x="110" y="0"/>
                  <ns1:pt x="112" y="2"/>
                  <ns1:pt x="112" y="4"/>
                </ns1:cubicBezTo>
                <ns1:lnTo>
                  <ns1:pt x="112" y="36"/>
                </ns1:lnTo>
                <ns1:close/>
              </ns1:path>
            </ns1:pathLst>
          </ns1:custGeom>
          <ns1:solidFill>
            <ns1:srgbClr val="010101"/>
          </ns1:solidFill>
          <ns1:ln>
            <ns1:noFill/>
          </ns1:ln>
          <ns1:extLst>
            <ns1:ext uri="{91240B29-F687-4F45-9708-019B960494DF}">
              <ns2:hiddenLine w="9525">
                <ns1:solidFill>
                  <ns1:srgbClr val="000000"/>
                </ns1:solidFill>
                <ns1:round/>
                <ns1:headEnd/>
                <ns1:tailEnd/>
              </ns2:hiddenLine>
            </ns1:ext>
          </ns1:extLst>
        </ns0:spPr>
        <ns0:txBody>
          <ns1:bodyPr vert="horz" wrap="square" lIns="91440" tIns="45720" rIns="91440" bIns="45720" numCol="1" anchor="t" anchorCtr="0" compatLnSpc="1">
            <ns1:prstTxWarp prst="textNoShape">
              <ns1:avLst/>
            </ns1:prstTxWarp>
          </ns1:bodyPr>
          <ns1:lstStyle/>
          <ns1:p>
            <ns1:endParaRPr lang="en-US" sz="2700"/>
          </ns1:p>
        </ns0:txBody>
      </ns0:sp>
      <ns0:sp>
        <ns0:nvSpPr>
          <ns0:cNvPr id="137" name="Freeform 135"/>
          <ns0:cNvSpPr>
            <ns1:spLocks noEditPoints="1"/>
          </ns0:cNvSpPr>
          <ns0:nvPr/>
        </ns0:nvSpPr>
        <ns0:spPr bwMode="auto">
          <ns1:xfrm>
            <ns1:off x="2360614" y="4397376"/>
            <ns1:ext cx="360363" cy="300038"/>
          </ns1:xfrm>
          <ns1:custGeom>
            <ns1:avLst/>
            <ns1:gdLst>
              <ns1:gd name="T0" fmla="*/ 72 w 96"/>
              <ns1:gd name="T1" fmla="*/ 43 h 80"/>
              <ns1:gd name="T2" fmla="*/ 38 w 96"/>
              <ns1:gd name="T3" fmla="*/ 77 h 80"/>
              <ns1:gd name="T4" fmla="*/ 36 w 96"/>
              <ns1:gd name="T5" fmla="*/ 78 h 80"/>
              <ns1:gd name="T6" fmla="*/ 32 w 96"/>
              <ns1:gd name="T7" fmla="*/ 74 h 80"/>
              <ns1:gd name="T8" fmla="*/ 32 w 96"/>
              <ns1:gd name="T9" fmla="*/ 56 h 80"/>
              <ns1:gd name="T10" fmla="*/ 4 w 96"/>
              <ns1:gd name="T11" fmla="*/ 56 h 80"/>
              <ns1:gd name="T12" fmla="*/ 0 w 96"/>
              <ns1:gd name="T13" fmla="*/ 52 h 80"/>
              <ns1:gd name="T14" fmla="*/ 0 w 96"/>
              <ns1:gd name="T15" fmla="*/ 28 h 80"/>
              <ns1:gd name="T16" fmla="*/ 4 w 96"/>
              <ns1:gd name="T17" fmla="*/ 24 h 80"/>
              <ns1:gd name="T18" fmla="*/ 32 w 96"/>
              <ns1:gd name="T19" fmla="*/ 24 h 80"/>
              <ns1:gd name="T20" fmla="*/ 32 w 96"/>
              <ns1:gd name="T21" fmla="*/ 6 h 80"/>
              <ns1:gd name="T22" fmla="*/ 36 w 96"/>
              <ns1:gd name="T23" fmla="*/ 2 h 80"/>
              <ns1:gd name="T24" fmla="*/ 38 w 96"/>
              <ns1:gd name="T25" fmla="*/ 3 h 80"/>
              <ns1:gd name="T26" fmla="*/ 72 w 96"/>
              <ns1:gd name="T27" fmla="*/ 37 h 80"/>
              <ns1:gd name="T28" fmla="*/ 74 w 96"/>
              <ns1:gd name="T29" fmla="*/ 40 h 80"/>
              <ns1:gd name="T30" fmla="*/ 72 w 96"/>
              <ns1:gd name="T31" fmla="*/ 43 h 80"/>
              <ns1:gd name="T32" fmla="*/ 96 w 96"/>
              <ns1:gd name="T33" fmla="*/ 62 h 80"/>
              <ns1:gd name="T34" fmla="*/ 78 w 96"/>
              <ns1:gd name="T35" fmla="*/ 80 h 80"/>
              <ns1:gd name="T36" fmla="*/ 58 w 96"/>
              <ns1:gd name="T37" fmla="*/ 80 h 80"/>
              <ns1:gd name="T38" fmla="*/ 56 w 96"/>
              <ns1:gd name="T39" fmla="*/ 78 h 80"/>
              <ns1:gd name="T40" fmla="*/ 58 w 96"/>
              <ns1:gd name="T41" fmla="*/ 72 h 80"/>
              <ns1:gd name="T42" fmla="*/ 78 w 96"/>
              <ns1:gd name="T43" fmla="*/ 72 h 80"/>
              <ns1:gd name="T44" fmla="*/ 88 w 96"/>
              <ns1:gd name="T45" fmla="*/ 62 h 80"/>
              <ns1:gd name="T46" fmla="*/ 88 w 96"/>
              <ns1:gd name="T47" fmla="*/ 18 h 80"/>
              <ns1:gd name="T48" fmla="*/ 78 w 96"/>
              <ns1:gd name="T49" fmla="*/ 8 h 80"/>
              <ns1:gd name="T50" fmla="*/ 60 w 96"/>
              <ns1:gd name="T51" fmla="*/ 8 h 80"/>
              <ns1:gd name="T52" fmla="*/ 56 w 96"/>
              <ns1:gd name="T53" fmla="*/ 6 h 80"/>
              <ns1:gd name="T54" fmla="*/ 58 w 96"/>
              <ns1:gd name="T55" fmla="*/ 0 h 80"/>
              <ns1:gd name="T56" fmla="*/ 78 w 96"/>
              <ns1:gd name="T57" fmla="*/ 0 h 80"/>
              <ns1:gd name="T58" fmla="*/ 96 w 96"/>
              <ns1:gd name="T59" fmla="*/ 18 h 80"/>
              <ns1:gd name="T60" fmla="*/ 96 w 96"/>
              <ns1:gd name="T61" fmla="*/ 62 h 80"/>
            </ns1:gdLst>
            <ns1:ahLst/>
            <ns1:cxnLst>
              <ns1:cxn ang="0">
                <ns1:pos x="T0" y="T1"/>
              </ns1:cxn>
              <ns1:cxn ang="0">
                <ns1:pos x="T2" y="T3"/>
              </ns1:cxn>
              <ns1:cxn ang="0">
                <ns1:pos x="T4" y="T5"/>
              </ns1:cxn>
              <ns1:cxn ang="0">
                <ns1:pos x="T6" y="T7"/>
              </ns1:cxn>
              <ns1:cxn ang="0">
                <ns1:pos x="T8" y="T9"/>
              </ns1:cxn>
              <ns1:cxn ang="0">
                <ns1:pos x="T10" y="T11"/>
              </ns1:cxn>
              <ns1:cxn ang="0">
                <ns1:pos x="T12" y="T13"/>
              </ns1:cxn>
              <ns1:cxn ang="0">
                <ns1:pos x="T14" y="T15"/>
              </ns1:cxn>
              <ns1:cxn ang="0">
                <ns1:pos x="T16" y="T17"/>
              </ns1:cxn>
              <ns1:cxn ang="0">
                <ns1:pos x="T18" y="T19"/>
              </ns1:cxn>
              <ns1:cxn ang="0">
                <ns1:pos x="T20" y="T21"/>
              </ns1:cxn>
              <ns1:cxn ang="0">
                <ns1:pos x="T22" y="T23"/>
              </ns1:cxn>
              <ns1:cxn ang="0">
                <ns1:pos x="T24" y="T25"/>
              </ns1:cxn>
              <ns1:cxn ang="0">
                <ns1:pos x="T26" y="T27"/>
              </ns1:cxn>
              <ns1:cxn ang="0">
                <ns1:pos x="T28" y="T29"/>
              </ns1:cxn>
              <ns1:cxn ang="0">
                <ns1:pos x="T30" y="T31"/>
              </ns1:cxn>
              <ns1:cxn ang="0">
                <ns1:pos x="T32" y="T33"/>
              </ns1:cxn>
              <ns1:cxn ang="0">
                <ns1:pos x="T34" y="T35"/>
              </ns1:cxn>
              <ns1:cxn ang="0">
                <ns1:pos x="T36" y="T37"/>
              </ns1:cxn>
              <ns1:cxn ang="0">
                <ns1:pos x="T38" y="T39"/>
              </ns1:cxn>
              <ns1:cxn ang="0">
                <ns1:pos x="T40" y="T41"/>
              </ns1:cxn>
              <ns1:cxn ang="0">
                <ns1:pos x="T42" y="T43"/>
              </ns1:cxn>
              <ns1:cxn ang="0">
                <ns1:pos x="T44" y="T45"/>
              </ns1:cxn>
              <ns1:cxn ang="0">
                <ns1:pos x="T46" y="T47"/>
              </ns1:cxn>
              <ns1:cxn ang="0">
                <ns1:pos x="T48" y="T49"/>
              </ns1:cxn>
              <ns1:cxn ang="0">
                <ns1:pos x="T50" y="T51"/>
              </ns1:cxn>
              <ns1:cxn ang="0">
                <ns1:pos x="T52" y="T53"/>
              </ns1:cxn>
              <ns1:cxn ang="0">
                <ns1:pos x="T54" y="T55"/>
              </ns1:cxn>
              <ns1:cxn ang="0">
                <ns1:pos x="T56" y="T57"/>
              </ns1:cxn>
              <ns1:cxn ang="0">
                <ns1:pos x="T58" y="T59"/>
              </ns1:cxn>
              <ns1:cxn ang="0">
                <ns1:pos x="T60" y="T61"/>
              </ns1:cxn>
            </ns1:cxnLst>
            <ns1:rect l="0" t="0" r="r" b="b"/>
            <ns1:pathLst>
              <ns1:path w="96" h="80">
                <ns1:moveTo>
                  <ns1:pt x="72" y="43"/>
                </ns1:moveTo>
                <ns1:cubicBezTo>
                  <ns1:pt x="38" y="77"/>
                  <ns1:pt x="38" y="77"/>
                  <ns1:pt x="38" y="77"/>
                </ns1:cubicBezTo>
                <ns1:cubicBezTo>
                  <ns1:pt x="38" y="77"/>
                  <ns1:pt x="37" y="78"/>
                  <ns1:pt x="36" y="78"/>
                </ns1:cubicBezTo>
                <ns1:cubicBezTo>
                  <ns1:pt x="33" y="78"/>
                  <ns1:pt x="32" y="76"/>
                  <ns1:pt x="32" y="74"/>
                </ns1:cubicBezTo>
                <ns1:cubicBezTo>
                  <ns1:pt x="32" y="56"/>
                  <ns1:pt x="32" y="56"/>
                  <ns1:pt x="32" y="56"/>
                </ns1:cubicBezTo>
                <ns1:cubicBezTo>
                  <ns1:pt x="4" y="56"/>
                  <ns1:pt x="4" y="56"/>
                  <ns1:pt x="4" y="56"/>
                </ns1:cubicBezTo>
                <ns1:cubicBezTo>
                  <ns1:pt x="1" y="56"/>
                  <ns1:pt x="0" y="54"/>
                  <ns1:pt x="0" y="52"/>
                </ns1:cubicBezTo>
                <ns1:cubicBezTo>
                  <ns1:pt x="0" y="28"/>
                  <ns1:pt x="0" y="28"/>
                  <ns1:pt x="0" y="28"/>
                </ns1:cubicBezTo>
                <ns1:cubicBezTo>
                  <ns1:pt x="0" y="26"/>
                  <ns1:pt x="1" y="24"/>
                  <ns1:pt x="4" y="24"/>
                </ns1:cubicBezTo>
                <ns1:cubicBezTo>
                  <ns1:pt x="32" y="24"/>
                  <ns1:pt x="32" y="24"/>
                  <ns1:pt x="32" y="24"/>
                </ns1:cubicBezTo>
                <ns1:cubicBezTo>
                  <ns1:pt x="32" y="6"/>
                  <ns1:pt x="32" y="6"/>
                  <ns1:pt x="32" y="6"/>
                </ns1:cubicBezTo>
                <ns1:cubicBezTo>
                  <ns1:pt x="32" y="4"/>
                  <ns1:pt x="33" y="2"/>
                  <ns1:pt x="36" y="2"/>
                </ns1:cubicBezTo>
                <ns1:cubicBezTo>
                  <ns1:pt x="37" y="2"/>
                  <ns1:pt x="38" y="2"/>
                  <ns1:pt x="38" y="3"/>
                </ns1:cubicBezTo>
                <ns1:cubicBezTo>
                  <ns1:pt x="72" y="37"/>
                  <ns1:pt x="72" y="37"/>
                  <ns1:pt x="72" y="37"/>
                </ns1:cubicBezTo>
                <ns1:cubicBezTo>
                  <ns1:pt x="73" y="38"/>
                  <ns1:pt x="74" y="39"/>
                  <ns1:pt x="74" y="40"/>
                </ns1:cubicBezTo>
                <ns1:cubicBezTo>
                  <ns1:pt x="74" y="41"/>
                  <ns1:pt x="73" y="42"/>
                  <ns1:pt x="72" y="43"/>
                </ns1:cubicBezTo>
                <ns1:close/>
                <ns1:moveTo>
                  <ns1:pt x="96" y="62"/>
                </ns1:moveTo>
                <ns1:cubicBezTo>
                  <ns1:pt x="96" y="72"/>
                  <ns1:pt x="88" y="80"/>
                  <ns1:pt x="78" y="80"/>
                </ns1:cubicBezTo>
                <ns1:cubicBezTo>
                  <ns1:pt x="58" y="80"/>
                  <ns1:pt x="58" y="80"/>
                  <ns1:pt x="58" y="80"/>
                </ns1:cubicBezTo>
                <ns1:cubicBezTo>
                  <ns1:pt x="57" y="80"/>
                  <ns1:pt x="56" y="79"/>
                  <ns1:pt x="56" y="78"/>
                </ns1:cubicBezTo>
                <ns1:cubicBezTo>
                  <ns1:pt x="56" y="76"/>
                  <ns1:pt x="55" y="72"/>
                  <ns1:pt x="58" y="72"/>
                </ns1:cubicBezTo>
                <ns1:cubicBezTo>
                  <ns1:pt x="78" y="72"/>
                  <ns1:pt x="78" y="72"/>
                  <ns1:pt x="78" y="72"/>
                </ns1:cubicBezTo>
                <ns1:cubicBezTo>
                  <ns1:pt x="83" y="72"/>
                  <ns1:pt x="88" y="67"/>
                  <ns1:pt x="88" y="62"/>
                </ns1:cubicBezTo>
                <ns1:cubicBezTo>
                  <ns1:pt x="88" y="18"/>
                  <ns1:pt x="88" y="18"/>
                  <ns1:pt x="88" y="18"/>
                </ns1:cubicBezTo>
                <ns1:cubicBezTo>
                  <ns1:pt x="88" y="12"/>
                  <ns1:pt x="83" y="8"/>
                  <ns1:pt x="78" y="8"/>
                </ns1:cubicBezTo>
                <ns1:cubicBezTo>
                  <ns1:pt x="60" y="8"/>
                  <ns1:pt x="60" y="8"/>
                  <ns1:pt x="60" y="8"/>
                </ns1:cubicBezTo>
                <ns1:cubicBezTo>
                  <ns1:pt x="58" y="8"/>
                  <ns1:pt x="56" y="8"/>
                  <ns1:pt x="56" y="6"/>
                </ns1:cubicBezTo>
                <ns1:cubicBezTo>
                  <ns1:pt x="56" y="4"/>
                  <ns1:pt x="55" y="0"/>
                  <ns1:pt x="58" y="0"/>
                </ns1:cubicBezTo>
                <ns1:cubicBezTo>
                  <ns1:pt x="78" y="0"/>
                  <ns1:pt x="78" y="0"/>
                  <ns1:pt x="78" y="0"/>
                </ns1:cubicBezTo>
                <ns1:cubicBezTo>
                  <ns1:pt x="88" y="0"/>
                  <ns1:pt x="96" y="8"/>
                  <ns1:pt x="96" y="18"/>
                </ns1:cubicBezTo>
                <ns1:lnTo>
                  <ns1:pt x="96" y="62"/>
                </ns1:lnTo>
                <ns1:close/>
              </ns1:path>
            </ns1:pathLst>
          </ns1:custGeom>
          <ns1:solidFill>
            <ns1:srgbClr val="010101"/>
          </ns1:solidFill>
          <ns1:ln>
            <ns1:noFill/>
          </ns1:ln>
          <ns1:extLst>
            <ns1:ext uri="{91240B29-F687-4F45-9708-019B960494DF}">
              <ns2:hiddenLine w="9525">
                <ns1:solidFill>
                  <ns1:srgbClr val="000000"/>
                </ns1:solidFill>
                <ns1:round/>
                <ns1:headEnd/>
                <ns1:tailEnd/>
              </ns2:hiddenLine>
            </ns1:ext>
          </ns1:extLst>
        </ns0:spPr>
        <ns0:txBody>
          <ns1:bodyPr vert="horz" wrap="square" lIns="91440" tIns="45720" rIns="91440" bIns="45720" numCol="1" anchor="t" anchorCtr="0" compatLnSpc="1">
            <ns1:prstTxWarp prst="textNoShape">
              <ns1:avLst/>
            </ns1:prstTxWarp>
          </ns1:bodyPr>
          <ns1:lstStyle/>
          <ns1:p>
            <ns1:endParaRPr lang="en-US" sz="2700"/>
          </ns1:p>
        </ns0:txBody>
      </ns0:sp>
      <ns0:sp>
        <ns0:nvSpPr>
          <ns0:cNvPr id="138" name="Freeform 136"/>
          <ns0:cNvSpPr>
            <ns1:spLocks noEditPoints="1"/>
          </ns0:cNvSpPr>
          <ns0:nvPr/>
        </ns0:nvSpPr>
        <ns0:spPr bwMode="auto">
          <ns1:xfrm>
            <ns1:off x="2992438" y="4367214"/>
            <ns1:ext cx="388938" cy="360363"/>
          </ns1:xfrm>
          <ns1:custGeom>
            <ns1:avLst/>
            <ns1:gdLst>
              <ns1:gd name="T0" fmla="*/ 104 w 104"/>
              <ns1:gd name="T1" fmla="*/ 30 h 96"/>
              <ns1:gd name="T2" fmla="*/ 70 w 104"/>
              <ns1:gd name="T3" fmla="*/ 56 h 96"/>
              <ns1:gd name="T4" fmla="*/ 64 w 104"/>
              <ns1:gd name="T5" fmla="*/ 62 h 96"/>
              <ns1:gd name="T6" fmla="*/ 60 w 104"/>
              <ns1:gd name="T7" fmla="*/ 72 h 96"/>
              <ns1:gd name="T8" fmla="*/ 68 w 104"/>
              <ns1:gd name="T9" fmla="*/ 80 h 96"/>
              <ns1:gd name="T10" fmla="*/ 80 w 104"/>
              <ns1:gd name="T11" fmla="*/ 90 h 96"/>
              <ns1:gd name="T12" fmla="*/ 80 w 104"/>
              <ns1:gd name="T13" fmla="*/ 94 h 96"/>
              <ns1:gd name="T14" fmla="*/ 78 w 104"/>
              <ns1:gd name="T15" fmla="*/ 96 h 96"/>
              <ns1:gd name="T16" fmla="*/ 26 w 104"/>
              <ns1:gd name="T17" fmla="*/ 96 h 96"/>
              <ns1:gd name="T18" fmla="*/ 24 w 104"/>
              <ns1:gd name="T19" fmla="*/ 94 h 96"/>
              <ns1:gd name="T20" fmla="*/ 24 w 104"/>
              <ns1:gd name="T21" fmla="*/ 90 h 96"/>
              <ns1:gd name="T22" fmla="*/ 36 w 104"/>
              <ns1:gd name="T23" fmla="*/ 80 h 96"/>
              <ns1:gd name="T24" fmla="*/ 44 w 104"/>
              <ns1:gd name="T25" fmla="*/ 72 h 96"/>
              <ns1:gd name="T26" fmla="*/ 40 w 104"/>
              <ns1:gd name="T27" fmla="*/ 62 h 96"/>
              <ns1:gd name="T28" fmla="*/ 34 w 104"/>
              <ns1:gd name="T29" fmla="*/ 56 h 96"/>
              <ns1:gd name="T30" fmla="*/ 0 w 104"/>
              <ns1:gd name="T31" fmla="*/ 30 h 96"/>
              <ns1:gd name="T32" fmla="*/ 0 w 104"/>
              <ns1:gd name="T33" fmla="*/ 22 h 96"/>
              <ns1:gd name="T34" fmla="*/ 6 w 104"/>
              <ns1:gd name="T35" fmla="*/ 16 h 96"/>
              <ns1:gd name="T36" fmla="*/ 24 w 104"/>
              <ns1:gd name="T37" fmla="*/ 16 h 96"/>
              <ns1:gd name="T38" fmla="*/ 24 w 104"/>
              <ns1:gd name="T39" fmla="*/ 10 h 96"/>
              <ns1:gd name="T40" fmla="*/ 34 w 104"/>
              <ns1:gd name="T41" fmla="*/ 0 h 96"/>
              <ns1:gd name="T42" fmla="*/ 70 w 104"/>
              <ns1:gd name="T43" fmla="*/ 0 h 96"/>
              <ns1:gd name="T44" fmla="*/ 80 w 104"/>
              <ns1:gd name="T45" fmla="*/ 10 h 96"/>
              <ns1:gd name="T46" fmla="*/ 80 w 104"/>
              <ns1:gd name="T47" fmla="*/ 16 h 96"/>
              <ns1:gd name="T48" fmla="*/ 98 w 104"/>
              <ns1:gd name="T49" fmla="*/ 16 h 96"/>
              <ns1:gd name="T50" fmla="*/ 104 w 104"/>
              <ns1:gd name="T51" fmla="*/ 22 h 96"/>
              <ns1:gd name="T52" fmla="*/ 104 w 104"/>
              <ns1:gd name="T53" fmla="*/ 30 h 96"/>
              <ns1:gd name="T54" fmla="*/ 24 w 104"/>
              <ns1:gd name="T55" fmla="*/ 24 h 96"/>
              <ns1:gd name="T56" fmla="*/ 8 w 104"/>
              <ns1:gd name="T57" fmla="*/ 24 h 96"/>
              <ns1:gd name="T58" fmla="*/ 8 w 104"/>
              <ns1:gd name="T59" fmla="*/ 30 h 96"/>
              <ns1:gd name="T60" fmla="*/ 28 w 104"/>
              <ns1:gd name="T61" fmla="*/ 47 h 96"/>
              <ns1:gd name="T62" fmla="*/ 24 w 104"/>
              <ns1:gd name="T63" fmla="*/ 24 h 96"/>
              <ns1:gd name="T64" fmla="*/ 96 w 104"/>
              <ns1:gd name="T65" fmla="*/ 24 h 96"/>
              <ns1:gd name="T66" fmla="*/ 80 w 104"/>
              <ns1:gd name="T67" fmla="*/ 24 h 96"/>
              <ns1:gd name="T68" fmla="*/ 75 w 104"/>
              <ns1:gd name="T69" fmla="*/ 47 h 96"/>
              <ns1:gd name="T70" fmla="*/ 96 w 104"/>
              <ns1:gd name="T71" fmla="*/ 30 h 96"/>
              <ns1:gd name="T72" fmla="*/ 96 w 104"/>
              <ns1:gd name="T73" fmla="*/ 24 h 96"/>
            </ns1:gdLst>
            <ns1:ahLst/>
            <ns1:cxnLst>
              <ns1:cxn ang="0">
                <ns1:pos x="T0" y="T1"/>
              </ns1:cxn>
              <ns1:cxn ang="0">
                <ns1:pos x="T2" y="T3"/>
              </ns1:cxn>
              <ns1:cxn ang="0">
                <ns1:pos x="T4" y="T5"/>
              </ns1:cxn>
              <ns1:cxn ang="0">
                <ns1:pos x="T6" y="T7"/>
              </ns1:cxn>
              <ns1:cxn ang="0">
                <ns1:pos x="T8" y="T9"/>
              </ns1:cxn>
              <ns1:cxn ang="0">
                <ns1:pos x="T10" y="T11"/>
              </ns1:cxn>
              <ns1:cxn ang="0">
                <ns1:pos x="T12" y="T13"/>
              </ns1:cxn>
              <ns1:cxn ang="0">
                <ns1:pos x="T14" y="T15"/>
              </ns1:cxn>
              <ns1:cxn ang="0">
                <ns1:pos x="T16" y="T17"/>
              </ns1:cxn>
              <ns1:cxn ang="0">
                <ns1:pos x="T18" y="T19"/>
              </ns1:cxn>
              <ns1:cxn ang="0">
                <ns1:pos x="T20" y="T21"/>
              </ns1:cxn>
              <ns1:cxn ang="0">
                <ns1:pos x="T22" y="T23"/>
              </ns1:cxn>
              <ns1:cxn ang="0">
                <ns1:pos x="T24" y="T25"/>
              </ns1:cxn>
              <ns1:cxn ang="0">
                <ns1:pos x="T26" y="T27"/>
              </ns1:cxn>
              <ns1:cxn ang="0">
                <ns1:pos x="T28" y="T29"/>
              </ns1:cxn>
              <ns1:cxn ang="0">
                <ns1:pos x="T30" y="T31"/>
              </ns1:cxn>
              <ns1:cxn ang="0">
                <ns1:pos x="T32" y="T33"/>
              </ns1:cxn>
              <ns1:cxn ang="0">
                <ns1:pos x="T34" y="T35"/>
              </ns1:cxn>
              <ns1:cxn ang="0">
                <ns1:pos x="T36" y="T37"/>
              </ns1:cxn>
              <ns1:cxn ang="0">
                <ns1:pos x="T38" y="T39"/>
              </ns1:cxn>
              <ns1:cxn ang="0">
                <ns1:pos x="T40" y="T41"/>
              </ns1:cxn>
              <ns1:cxn ang="0">
                <ns1:pos x="T42" y="T43"/>
              </ns1:cxn>
              <ns1:cxn ang="0">
                <ns1:pos x="T44" y="T45"/>
              </ns1:cxn>
              <ns1:cxn ang="0">
                <ns1:pos x="T46" y="T47"/>
              </ns1:cxn>
              <ns1:cxn ang="0">
                <ns1:pos x="T48" y="T49"/>
              </ns1:cxn>
              <ns1:cxn ang="0">
                <ns1:pos x="T50" y="T51"/>
              </ns1:cxn>
              <ns1:cxn ang="0">
                <ns1:pos x="T52" y="T53"/>
              </ns1:cxn>
              <ns1:cxn ang="0">
                <ns1:pos x="T54" y="T55"/>
              </ns1:cxn>
              <ns1:cxn ang="0">
                <ns1:pos x="T56" y="T57"/>
              </ns1:cxn>
              <ns1:cxn ang="0">
                <ns1:pos x="T58" y="T59"/>
              </ns1:cxn>
              <ns1:cxn ang="0">
                <ns1:pos x="T60" y="T61"/>
              </ns1:cxn>
              <ns1:cxn ang="0">
                <ns1:pos x="T62" y="T63"/>
              </ns1:cxn>
              <ns1:cxn ang="0">
                <ns1:pos x="T64" y="T65"/>
              </ns1:cxn>
              <ns1:cxn ang="0">
                <ns1:pos x="T66" y="T67"/>
              </ns1:cxn>
              <ns1:cxn ang="0">
                <ns1:pos x="T68" y="T69"/>
              </ns1:cxn>
              <ns1:cxn ang="0">
                <ns1:pos x="T70" y="T71"/>
              </ns1:cxn>
              <ns1:cxn ang="0">
                <ns1:pos x="T72" y="T73"/>
              </ns1:cxn>
            </ns1:cxnLst>
            <ns1:rect l="0" t="0" r="r" b="b"/>
            <ns1:pathLst>
              <ns1:path w="104" h="96">
                <ns1:moveTo>
                  <ns1:pt x="104" y="30"/>
                </ns1:moveTo>
                <ns1:cubicBezTo>
                  <ns1:pt x="104" y="42"/>
                  <ns1:pt x="89" y="55"/>
                  <ns1:pt x="70" y="56"/>
                </ns1:cubicBezTo>
                <ns1:cubicBezTo>
                  <ns1:pt x="67" y="59"/>
                  <ns1:pt x="65" y="61"/>
                  <ns1:pt x="64" y="62"/>
                </ns1:cubicBezTo>
                <ns1:cubicBezTo>
                  <ns1:pt x="61" y="65"/>
                  <ns1:pt x="60" y="68"/>
                  <ns1:pt x="60" y="72"/>
                </ns1:cubicBezTo>
                <ns1:cubicBezTo>
                  <ns1:pt x="60" y="76"/>
                  <ns1:pt x="62" y="80"/>
                  <ns1:pt x="68" y="80"/>
                </ns1:cubicBezTo>
                <ns1:cubicBezTo>
                  <ns1:pt x="74" y="80"/>
                  <ns1:pt x="80" y="84"/>
                  <ns1:pt x="80" y="90"/>
                </ns1:cubicBezTo>
                <ns1:cubicBezTo>
                  <ns1:pt x="80" y="94"/>
                  <ns1:pt x="80" y="94"/>
                  <ns1:pt x="80" y="94"/>
                </ns1:cubicBezTo>
                <ns1:cubicBezTo>
                  <ns1:pt x="80" y="95"/>
                  <ns1:pt x="79" y="96"/>
                  <ns1:pt x="78" y="96"/>
                </ns1:cubicBezTo>
                <ns1:cubicBezTo>
                  <ns1:pt x="26" y="96"/>
                  <ns1:pt x="26" y="96"/>
                  <ns1:pt x="26" y="96"/>
                </ns1:cubicBezTo>
                <ns1:cubicBezTo>
                  <ns1:pt x="25" y="96"/>
                  <ns1:pt x="24" y="95"/>
                  <ns1:pt x="24" y="94"/>
                </ns1:cubicBezTo>
                <ns1:cubicBezTo>
                  <ns1:pt x="24" y="90"/>
                  <ns1:pt x="24" y="90"/>
                  <ns1:pt x="24" y="90"/>
                </ns1:cubicBezTo>
                <ns1:cubicBezTo>
                  <ns1:pt x="24" y="84"/>
                  <ns1:pt x="30" y="80"/>
                  <ns1:pt x="36" y="80"/>
                </ns1:cubicBezTo>
                <ns1:cubicBezTo>
                  <ns1:pt x="42" y="80"/>
                  <ns1:pt x="44" y="76"/>
                  <ns1:pt x="44" y="72"/>
                </ns1:cubicBezTo>
                <ns1:cubicBezTo>
                  <ns1:pt x="44" y="68"/>
                  <ns1:pt x="43" y="65"/>
                  <ns1:pt x="40" y="62"/>
                </ns1:cubicBezTo>
                <ns1:cubicBezTo>
                  <ns1:pt x="38" y="61"/>
                  <ns1:pt x="36" y="59"/>
                  <ns1:pt x="34" y="56"/>
                </ns1:cubicBezTo>
                <ns1:cubicBezTo>
                  <ns1:pt x="14" y="55"/>
                  <ns1:pt x="0" y="42"/>
                  <ns1:pt x="0" y="30"/>
                </ns1:cubicBezTo>
                <ns1:cubicBezTo>
                  <ns1:pt x="0" y="22"/>
                  <ns1:pt x="0" y="22"/>
                  <ns1:pt x="0" y="22"/>
                </ns1:cubicBezTo>
                <ns1:cubicBezTo>
                  <ns1:pt x="0" y="19"/>
                  <ns1:pt x="2" y="16"/>
                  <ns1:pt x="6" y="16"/>
                </ns1:cubicBezTo>
                <ns1:cubicBezTo>
                  <ns1:pt x="24" y="16"/>
                  <ns1:pt x="24" y="16"/>
                  <ns1:pt x="24" y="16"/>
                </ns1:cubicBezTo>
                <ns1:cubicBezTo>
                  <ns1:pt x="24" y="10"/>
                  <ns1:pt x="24" y="10"/>
                  <ns1:pt x="24" y="10"/>
                </ns1:cubicBezTo>
                <ns1:cubicBezTo>
                  <ns1:pt x="24" y="4"/>
                  <ns1:pt x="28" y="0"/>
                  <ns1:pt x="34" y="0"/>
                </ns1:cubicBezTo>
                <ns1:cubicBezTo>
                  <ns1:pt x="70" y="0"/>
                  <ns1:pt x="70" y="0"/>
                  <ns1:pt x="70" y="0"/>
                </ns1:cubicBezTo>
                <ns1:cubicBezTo>
                  <ns1:pt x="75" y="0"/>
                  <ns1:pt x="80" y="4"/>
                  <ns1:pt x="80" y="10"/>
                </ns1:cubicBezTo>
                <ns1:cubicBezTo>
                  <ns1:pt x="80" y="16"/>
                  <ns1:pt x="80" y="16"/>
                  <ns1:pt x="80" y="16"/>
                </ns1:cubicBezTo>
                <ns1:cubicBezTo>
                  <ns1:pt x="98" y="16"/>
                  <ns1:pt x="98" y="16"/>
                  <ns1:pt x="98" y="16"/>
                </ns1:cubicBezTo>
                <ns1:cubicBezTo>
                  <ns1:pt x="101" y="16"/>
                  <ns1:pt x="104" y="19"/>
                  <ns1:pt x="104" y="22"/>
                </ns1:cubicBezTo>
                <ns1:lnTo>
                  <ns1:pt x="104" y="30"/>
                </ns1:lnTo>
                <ns1:close/>
                <ns1:moveTo>
                  <ns1:pt x="24" y="24"/>
                </ns1:moveTo>
                <ns1:cubicBezTo>
                  <ns1:pt x="8" y="24"/>
                  <ns1:pt x="8" y="24"/>
                  <ns1:pt x="8" y="24"/>
                </ns1:cubicBezTo>
                <ns1:cubicBezTo>
                  <ns1:pt x="8" y="30"/>
                  <ns1:pt x="8" y="30"/>
                  <ns1:pt x="8" y="30"/>
                </ns1:cubicBezTo>
                <ns1:cubicBezTo>
                  <ns1:pt x="8" y="36"/>
                  <ns1:pt x="16" y="44"/>
                  <ns1:pt x="28" y="47"/>
                </ns1:cubicBezTo>
                <ns1:cubicBezTo>
                  <ns1:pt x="26" y="41"/>
                  <ns1:pt x="24" y="34"/>
                  <ns1:pt x="24" y="24"/>
                </ns1:cubicBezTo>
                <ns1:close/>
                <ns1:moveTo>
                  <ns1:pt x="96" y="24"/>
                </ns1:moveTo>
                <ns1:cubicBezTo>
                  <ns1:pt x="80" y="24"/>
                  <ns1:pt x="80" y="24"/>
                  <ns1:pt x="80" y="24"/>
                </ns1:cubicBezTo>
                <ns1:cubicBezTo>
                  <ns1:pt x="80" y="34"/>
                  <ns1:pt x="78" y="41"/>
                  <ns1:pt x="75" y="47"/>
                </ns1:cubicBezTo>
                <ns1:cubicBezTo>
                  <ns1:pt x="87" y="44"/>
                  <ns1:pt x="96" y="36"/>
                  <ns1:pt x="96" y="30"/>
                </ns1:cubicBezTo>
                <ns1:lnTo>
                  <ns1:pt x="96" y="24"/>
                </ns1:lnTo>
                <ns1:close/>
              </ns1:path>
            </ns1:pathLst>
          </ns1:custGeom>
          <ns1:solidFill>
            <ns1:srgbClr val="010101"/>
          </ns1:solidFill>
          <ns1:ln>
            <ns1:noFill/>
          </ns1:ln>
          <ns1:extLst>
            <ns1:ext uri="{91240B29-F687-4F45-9708-019B960494DF}">
              <ns2:hiddenLine w="9525">
                <ns1:solidFill>
                  <ns1:srgbClr val="000000"/>
                </ns1:solidFill>
                <ns1:round/>
                <ns1:headEnd/>
                <ns1:tailEnd/>
              </ns2:hiddenLine>
            </ns1:ext>
          </ns1:extLst>
        </ns0:spPr>
        <ns0:txBody>
          <ns1:bodyPr vert="horz" wrap="square" lIns="91440" tIns="45720" rIns="91440" bIns="45720" numCol="1" anchor="t" anchorCtr="0" compatLnSpc="1">
            <ns1:prstTxWarp prst="textNoShape">
              <ns1:avLst/>
            </ns1:prstTxWarp>
          </ns1:bodyPr>
          <ns1:lstStyle/>
          <ns1:p>
            <ns1:endParaRPr lang="en-US" sz="2700"/>
          </ns1:p>
        </ns0:txBody>
      </ns0:sp>
      <ns0:sp>
        <ns0:nvSpPr>
          <ns0:cNvPr id="139" name="Freeform 137"/>
          <ns0:cNvSpPr>
            <ns1:spLocks noEditPoints="1"/>
          </ns0:cNvSpPr>
          <ns0:nvPr/>
        </ns0:nvSpPr>
        <ns0:spPr bwMode="auto">
          <ns1:xfrm>
            <ns1:off x="3652839" y="4367214"/>
            <ns1:ext cx="360363" cy="360363"/>
          </ns1:xfrm>
          <ns1:custGeom>
            <ns1:avLst/>
            <ns1:gdLst>
              <ns1:gd name="T0" fmla="*/ 78 w 96"/>
              <ns1:gd name="T1" fmla="*/ 96 h 96"/>
              <ns1:gd name="T2" fmla="*/ 59 w 96"/>
              <ns1:gd name="T3" fmla="*/ 93 h 96"/>
              <ns1:gd name="T4" fmla="*/ 56 w 96"/>
              <ns1:gd name="T5" fmla="*/ 69 h 96"/>
              <ns1:gd name="T6" fmla="*/ 73 w 96"/>
              <ns1:gd name="T7" fmla="*/ 32 h 96"/>
              <ns1:gd name="T8" fmla="*/ 60 w 96"/>
              <ns1:gd name="T9" fmla="*/ 25 h 96"/>
              <ns1:gd name="T10" fmla="*/ 36 w 96"/>
              <ns1:gd name="T11" fmla="*/ 25 h 96"/>
              <ns1:gd name="T12" fmla="*/ 22 w 96"/>
              <ns1:gd name="T13" fmla="*/ 32 h 96"/>
              <ns1:gd name="T14" fmla="*/ 39 w 96"/>
              <ns1:gd name="T15" fmla="*/ 69 h 96"/>
              <ns1:gd name="T16" fmla="*/ 22 w 96"/>
              <ns1:gd name="T17" fmla="*/ 71 h 96"/>
              <ns1:gd name="T18" fmla="*/ 14 w 96"/>
              <ns1:gd name="T19" fmla="*/ 69 h 96"/>
              <ns1:gd name="T20" fmla="*/ 36 w 96"/>
              <ns1:gd name="T21" fmla="*/ 82 h 96"/>
              <ns1:gd name="T22" fmla="*/ 32 w 96"/>
              <ns1:gd name="T23" fmla="*/ 96 h 96"/>
              <ns1:gd name="T24" fmla="*/ 0 w 96"/>
              <ns1:gd name="T25" fmla="*/ 78 h 96"/>
              <ns1:gd name="T26" fmla="*/ 18 w 96"/>
              <ns1:gd name="T27" fmla="*/ 0 h 96"/>
              <ns1:gd name="T28" fmla="*/ 96 w 96"/>
              <ns1:gd name="T29" fmla="*/ 18 h 96"/>
              <ns1:gd name="T30" fmla="*/ 17 w 96"/>
              <ns1:gd name="T31" fmla="*/ 69 h 96"/>
              <ns1:gd name="T32" fmla="*/ 17 w 96"/>
              <ns1:gd name="T33" fmla="*/ 68 h 96"/>
              <ns1:gd name="T34" fmla="*/ 17 w 96"/>
              <ns1:gd name="T35" fmla="*/ 69 h 96"/>
              <ns1:gd name="T36" fmla="*/ 19 w 96"/>
              <ns1:gd name="T37" fmla="*/ 70 h 96"/>
              <ns1:gd name="T38" fmla="*/ 20 w 96"/>
              <ns1:gd name="T39" fmla="*/ 71 h 96"/>
              <ns1:gd name="T40" fmla="*/ 22 w 96"/>
              <ns1:gd name="T41" fmla="*/ 74 h 96"/>
              <ns1:gd name="T42" fmla="*/ 21 w 96"/>
              <ns1:gd name="T43" fmla="*/ 72 h 96"/>
              <ns1:gd name="T44" fmla="*/ 22 w 96"/>
              <ns1:gd name="T45" fmla="*/ 74 h 96"/>
              <ns1:gd name="T46" fmla="*/ 23 w 96"/>
              <ns1:gd name="T47" fmla="*/ 75 h 96"/>
              <ns1:gd name="T48" fmla="*/ 24 w 96"/>
              <ns1:gd name="T49" fmla="*/ 76 h 96"/>
              <ns1:gd name="T50" fmla="*/ 27 w 96"/>
              <ns1:gd name="T51" fmla="*/ 78 h 96"/>
              <ns1:gd name="T52" fmla="*/ 27 w 96"/>
              <ns1:gd name="T53" fmla="*/ 77 h 96"/>
              <ns1:gd name="T54" fmla="*/ 27 w 96"/>
              <ns1:gd name="T55" fmla="*/ 78 h 96"/>
              <ns1:gd name="T56" fmla="*/ 30 w 96"/>
              <ns1:gd name="T57" fmla="*/ 78 h 96"/>
              <ns1:gd name="T58" fmla="*/ 32 w 96"/>
              <ns1:gd name="T59" fmla="*/ 78 h 96"/>
              <ns1:gd name="T60" fmla="*/ 34 w 96"/>
              <ns1:gd name="T61" fmla="*/ 78 h 96"/>
              <ns1:gd name="T62" fmla="*/ 34 w 96"/>
              <ns1:gd name="T63" fmla="*/ 77 h 96"/>
              <ns1:gd name="T64" fmla="*/ 34 w 96"/>
              <ns1:gd name="T65" fmla="*/ 78 h 96"/>
            </ns1:gdLst>
            <ns1:ahLst/>
            <ns1:cxnLst>
              <ns1:cxn ang="0">
                <ns1:pos x="T0" y="T1"/>
              </ns1:cxn>
              <ns1:cxn ang="0">
                <ns1:pos x="T2" y="T3"/>
              </ns1:cxn>
              <ns1:cxn ang="0">
                <ns1:pos x="T4" y="T5"/>
              </ns1:cxn>
              <ns1:cxn ang="0">
                <ns1:pos x="T6" y="T7"/>
              </ns1:cxn>
              <ns1:cxn ang="0">
                <ns1:pos x="T8" y="T9"/>
              </ns1:cxn>
              <ns1:cxn ang="0">
                <ns1:pos x="T10" y="T11"/>
              </ns1:cxn>
              <ns1:cxn ang="0">
                <ns1:pos x="T12" y="T13"/>
              </ns1:cxn>
              <ns1:cxn ang="0">
                <ns1:pos x="T14" y="T15"/>
              </ns1:cxn>
              <ns1:cxn ang="0">
                <ns1:pos x="T16" y="T17"/>
              </ns1:cxn>
              <ns1:cxn ang="0">
                <ns1:pos x="T18" y="T19"/>
              </ns1:cxn>
              <ns1:cxn ang="0">
                <ns1:pos x="T20" y="T21"/>
              </ns1:cxn>
              <ns1:cxn ang="0">
                <ns1:pos x="T22" y="T23"/>
              </ns1:cxn>
              <ns1:cxn ang="0">
                <ns1:pos x="T24" y="T25"/>
              </ns1:cxn>
              <ns1:cxn ang="0">
                <ns1:pos x="T26" y="T27"/>
              </ns1:cxn>
              <ns1:cxn ang="0">
                <ns1:pos x="T28" y="T29"/>
              </ns1:cxn>
              <ns1:cxn ang="0">
                <ns1:pos x="T30" y="T31"/>
              </ns1:cxn>
              <ns1:cxn ang="0">
                <ns1:pos x="T32" y="T33"/>
              </ns1:cxn>
              <ns1:cxn ang="0">
                <ns1:pos x="T34" y="T35"/>
              </ns1:cxn>
              <ns1:cxn ang="0">
                <ns1:pos x="T36" y="T37"/>
              </ns1:cxn>
              <ns1:cxn ang="0">
                <ns1:pos x="T38" y="T39"/>
              </ns1:cxn>
              <ns1:cxn ang="0">
                <ns1:pos x="T40" y="T41"/>
              </ns1:cxn>
              <ns1:cxn ang="0">
                <ns1:pos x="T42" y="T43"/>
              </ns1:cxn>
              <ns1:cxn ang="0">
                <ns1:pos x="T44" y="T45"/>
              </ns1:cxn>
              <ns1:cxn ang="0">
                <ns1:pos x="T46" y="T47"/>
              </ns1:cxn>
              <ns1:cxn ang="0">
                <ns1:pos x="T48" y="T49"/>
              </ns1:cxn>
              <ns1:cxn ang="0">
                <ns1:pos x="T50" y="T51"/>
              </ns1:cxn>
              <ns1:cxn ang="0">
                <ns1:pos x="T52" y="T53"/>
              </ns1:cxn>
              <ns1:cxn ang="0">
                <ns1:pos x="T54" y="T55"/>
              </ns1:cxn>
              <ns1:cxn ang="0">
                <ns1:pos x="T56" y="T57"/>
              </ns1:cxn>
              <ns1:cxn ang="0">
                <ns1:pos x="T58" y="T59"/>
              </ns1:cxn>
              <ns1:cxn ang="0">
                <ns1:pos x="T60" y="T61"/>
              </ns1:cxn>
              <ns1:cxn ang="0">
                <ns1:pos x="T62" y="T63"/>
              </ns1:cxn>
              <ns1:cxn ang="0">
                <ns1:pos x="T64" y="T65"/>
              </ns1:cxn>
            </ns1:cxnLst>
            <ns1:rect l="0" t="0" r="r" b="b"/>
            <ns1:pathLst>
              <ns1:path w="96" h="96">
                <ns1:moveTo>
                  <ns1:pt x="96" y="78"/>
                </ns1:moveTo>
                <ns1:cubicBezTo>
                  <ns1:pt x="96" y="88"/>
                  <ns1:pt x="87" y="96"/>
                  <ns1:pt x="78" y="96"/>
                </ns1:cubicBezTo>
                <ns1:cubicBezTo>
                  <ns1:pt x="64" y="96"/>
                  <ns1:pt x="64" y="96"/>
                  <ns1:pt x="64" y="96"/>
                </ns1:cubicBezTo>
                <ns1:cubicBezTo>
                  <ns1:pt x="62" y="96"/>
                  <ns1:pt x="59" y="96"/>
                  <ns1:pt x="59" y="93"/>
                </ns1:cubicBezTo>
                <ns1:cubicBezTo>
                  <ns1:pt x="59" y="91"/>
                  <ns1:pt x="59" y="84"/>
                  <ns1:pt x="59" y="78"/>
                </ns1:cubicBezTo>
                <ns1:cubicBezTo>
                  <ns1:pt x="59" y="73"/>
                  <ns1:pt x="58" y="70"/>
                  <ns1:pt x="56" y="69"/>
                </ns1:cubicBezTo>
                <ns1:cubicBezTo>
                  <ns1:pt x="67" y="68"/>
                  <ns1:pt x="78" y="64"/>
                  <ns1:pt x="78" y="45"/>
                </ns1:cubicBezTo>
                <ns1:cubicBezTo>
                  <ns1:pt x="78" y="40"/>
                  <ns1:pt x="76" y="36"/>
                  <ns1:pt x="73" y="32"/>
                </ns1:cubicBezTo>
                <ns1:cubicBezTo>
                  <ns1:pt x="74" y="31"/>
                  <ns1:pt x="75" y="26"/>
                  <ns1:pt x="73" y="20"/>
                </ns1:cubicBezTo>
                <ns1:cubicBezTo>
                  <ns1:pt x="69" y="18"/>
                  <ns1:pt x="60" y="25"/>
                  <ns1:pt x="60" y="25"/>
                </ns1:cubicBezTo>
                <ns1:cubicBezTo>
                  <ns1:pt x="56" y="24"/>
                  <ns1:pt x="52" y="23"/>
                  <ns1:pt x="48" y="23"/>
                </ns1:cubicBezTo>
                <ns1:cubicBezTo>
                  <ns1:pt x="43" y="23"/>
                  <ns1:pt x="39" y="24"/>
                  <ns1:pt x="36" y="25"/>
                </ns1:cubicBezTo>
                <ns1:cubicBezTo>
                  <ns1:pt x="36" y="25"/>
                  <ns1:pt x="26" y="18"/>
                  <ns1:pt x="22" y="20"/>
                </ns1:cubicBezTo>
                <ns1:cubicBezTo>
                  <ns1:pt x="20" y="26"/>
                  <ns1:pt x="21" y="31"/>
                  <ns1:pt x="22" y="32"/>
                </ns1:cubicBezTo>
                <ns1:cubicBezTo>
                  <ns1:pt x="19" y="36"/>
                  <ns1:pt x="17" y="40"/>
                  <ns1:pt x="17" y="45"/>
                </ns1:cubicBezTo>
                <ns1:cubicBezTo>
                  <ns1:pt x="17" y="64"/>
                  <ns1:pt x="28" y="68"/>
                  <ns1:pt x="39" y="69"/>
                </ns1:cubicBezTo>
                <ns1:cubicBezTo>
                  <ns1:pt x="37" y="70"/>
                  <ns1:pt x="36" y="72"/>
                  <ns1:pt x="36" y="75"/>
                </ns1:cubicBezTo>
                <ns1:cubicBezTo>
                  <ns1:pt x="33" y="77"/>
                  <ns1:pt x="26" y="79"/>
                  <ns1:pt x="22" y="71"/>
                </ns1:cubicBezTo>
                <ns1:cubicBezTo>
                  <ns1:pt x="19" y="67"/>
                  <ns1:pt x="14" y="66"/>
                  <ns1:pt x="14" y="66"/>
                </ns1:cubicBezTo>
                <ns1:cubicBezTo>
                  <ns1:pt x="10" y="66"/>
                  <ns1:pt x="14" y="69"/>
                  <ns1:pt x="14" y="69"/>
                </ns1:cubicBezTo>
                <ns1:cubicBezTo>
                  <ns1:pt x="17" y="71"/>
                  <ns1:pt x="19" y="76"/>
                  <ns1:pt x="19" y="76"/>
                </ns1:cubicBezTo>
                <ns1:cubicBezTo>
                  <ns1:pt x="22" y="85"/>
                  <ns1:pt x="36" y="82"/>
                  <ns1:pt x="36" y="82"/>
                </ns1:cubicBezTo>
                <ns1:cubicBezTo>
                  <ns1:pt x="36" y="86"/>
                  <ns1:pt x="36" y="92"/>
                  <ns1:pt x="36" y="93"/>
                </ns1:cubicBezTo>
                <ns1:cubicBezTo>
                  <ns1:pt x="36" y="96"/>
                  <ns1:pt x="34" y="96"/>
                  <ns1:pt x="32" y="96"/>
                </ns1:cubicBezTo>
                <ns1:cubicBezTo>
                  <ns1:pt x="18" y="96"/>
                  <ns1:pt x="18" y="96"/>
                  <ns1:pt x="18" y="96"/>
                </ns1:cubicBezTo>
                <ns1:cubicBezTo>
                  <ns1:pt x="8" y="96"/>
                  <ns1:pt x="0" y="88"/>
                  <ns1:pt x="0" y="78"/>
                </ns1:cubicBezTo>
                <ns1:cubicBezTo>
                  <ns1:pt x="0" y="18"/>
                  <ns1:pt x="0" y="18"/>
                  <ns1:pt x="0" y="18"/>
                </ns1:cubicBezTo>
                <ns1:cubicBezTo>
                  <ns1:pt x="0" y="8"/>
                  <ns1:pt x="8" y="0"/>
                  <ns1:pt x="18" y="0"/>
                </ns1:cubicBezTo>
                <ns1:cubicBezTo>
                  <ns1:pt x="78" y="0"/>
                  <ns1:pt x="78" y="0"/>
                  <ns1:pt x="78" y="0"/>
                </ns1:cubicBezTo>
                <ns1:cubicBezTo>
                  <ns1:pt x="87" y="0"/>
                  <ns1:pt x="96" y="8"/>
                  <ns1:pt x="96" y="18"/>
                </ns1:cubicBezTo>
                <ns1:lnTo>
                  <ns1:pt x="96" y="78"/>
                </ns1:lnTo>
                <ns1:close/>
                <ns1:moveTo>
                  <ns1:pt x="17" y="69"/>
                </ns1:moveTo>
                <ns1:cubicBezTo>
                  <ns1:pt x="17" y="69"/>
                  <ns1:pt x="16" y="68"/>
                  <ns1:pt x="17" y="68"/>
                </ns1:cubicBezTo>
                <ns1:cubicBezTo>
                  <ns1:pt x="17" y="68"/>
                  <ns1:pt x="17" y="68"/>
                  <ns1:pt x="17" y="68"/>
                </ns1:cubicBezTo>
                <ns1:cubicBezTo>
                  <ns1:pt x="18" y="68"/>
                  <ns1:pt x="18" y="68"/>
                  <ns1:pt x="18" y="69"/>
                </ns1:cubicBezTo>
                <ns1:cubicBezTo>
                  <ns1:pt x="18" y="69"/>
                  <ns1:pt x="17" y="69"/>
                  <ns1:pt x="17" y="69"/>
                </ns1:cubicBezTo>
                <ns1:close/>
                <ns1:moveTo>
                  <ns1:pt x="19" y="71"/>
                </ns1:moveTo>
                <ns1:cubicBezTo>
                  <ns1:pt x="18" y="70"/>
                  <ns1:pt x="18" y="70"/>
                  <ns1:pt x="19" y="70"/>
                </ns1:cubicBezTo>
                <ns1:cubicBezTo>
                  <ns1:pt x="19" y="69"/>
                  <ns1:pt x="19" y="70"/>
                  <ns1:pt x="20" y="70"/>
                </ns1:cubicBezTo>
                <ns1:cubicBezTo>
                  <ns1:pt x="20" y="70"/>
                  <ns1:pt x="20" y="71"/>
                  <ns1:pt x="20" y="71"/>
                </ns1:cubicBezTo>
                <ns1:cubicBezTo>
                  <ns1:pt x="19" y="71"/>
                  <ns1:pt x="19" y="71"/>
                  <ns1:pt x="19" y="71"/>
                </ns1:cubicBezTo>
                <ns1:close/>
                <ns1:moveTo>
                  <ns1:pt x="22" y="74"/>
                </ns1:moveTo>
                <ns1:cubicBezTo>
                  <ns1:pt x="21" y="74"/>
                  <ns1:pt x="21" y="74"/>
                  <ns1:pt x="21" y="73"/>
                </ns1:cubicBezTo>
                <ns1:cubicBezTo>
                  <ns1:pt x="20" y="73"/>
                  <ns1:pt x="20" y="72"/>
                  <ns1:pt x="21" y="72"/>
                </ns1:cubicBezTo>
                <ns1:cubicBezTo>
                  <ns1:pt x="21" y="72"/>
                  <ns1:pt x="21" y="72"/>
                  <ns1:pt x="22" y="72"/>
                </ns1:cubicBezTo>
                <ns1:cubicBezTo>
                  <ns1:pt x="22" y="73"/>
                  <ns1:pt x="22" y="73"/>
                  <ns1:pt x="22" y="74"/>
                </ns1:cubicBezTo>
                <ns1:close/>
                <ns1:moveTo>
                  <ns1:pt x="23" y="76"/>
                </ns1:moveTo>
                <ns1:cubicBezTo>
                  <ns1:pt x="23" y="76"/>
                  <ns1:pt x="22" y="75"/>
                  <ns1:pt x="23" y="75"/>
                </ns1:cubicBezTo>
                <ns1:cubicBezTo>
                  <ns1:pt x="23" y="75"/>
                  <ns1:pt x="24" y="75"/>
                  <ns1:pt x="24" y="75"/>
                </ns1:cubicBezTo>
                <ns1:cubicBezTo>
                  <ns1:pt x="24" y="75"/>
                  <ns1:pt x="24" y="76"/>
                  <ns1:pt x="24" y="76"/>
                </ns1:cubicBezTo>
                <ns1:cubicBezTo>
                  <ns1:pt x="24" y="77"/>
                  <ns1:pt x="23" y="77"/>
                  <ns1:pt x="23" y="76"/>
                </ns1:cubicBezTo>
                <ns1:close/>
                <ns1:moveTo>
                  <ns1:pt x="27" y="78"/>
                </ns1:moveTo>
                <ns1:cubicBezTo>
                  <ns1:pt x="26" y="78"/>
                  <ns1:pt x="26" y="78"/>
                  <ns1:pt x="26" y="77"/>
                </ns1:cubicBezTo>
                <ns1:cubicBezTo>
                  <ns1:pt x="26" y="77"/>
                  <ns1:pt x="26" y="77"/>
                  <ns1:pt x="27" y="77"/>
                </ns1:cubicBezTo>
                <ns1:cubicBezTo>
                  <ns1:pt x="28" y="77"/>
                  <ns1:pt x="28" y="77"/>
                  <ns1:pt x="28" y="78"/>
                </ns1:cubicBezTo>
                <ns1:cubicBezTo>
                  <ns1:pt x="28" y="78"/>
                  <ns1:pt x="27" y="78"/>
                  <ns1:pt x="27" y="78"/>
                </ns1:cubicBezTo>
                <ns1:close/>
                <ns1:moveTo>
                  <ns1:pt x="31" y="79"/>
                </ns1:moveTo>
                <ns1:cubicBezTo>
                  <ns1:pt x="30" y="79"/>
                  <ns1:pt x="30" y="79"/>
                  <ns1:pt x="30" y="78"/>
                </ns1:cubicBezTo>
                <ns1:cubicBezTo>
                  <ns1:pt x="30" y="78"/>
                  <ns1:pt x="30" y="77"/>
                  <ns1:pt x="31" y="77"/>
                </ns1:cubicBezTo>
                <ns1:cubicBezTo>
                  <ns1:pt x="31" y="77"/>
                  <ns1:pt x="32" y="78"/>
                  <ns1:pt x="32" y="78"/>
                </ns1:cubicBezTo>
                <ns1:cubicBezTo>
                  <ns1:pt x="32" y="79"/>
                  <ns1:pt x="31" y="79"/>
                  <ns1:pt x="31" y="79"/>
                </ns1:cubicBezTo>
                <ns1:close/>
                <ns1:moveTo>
                  <ns1:pt x="34" y="78"/>
                </ns1:moveTo>
                <ns1:cubicBezTo>
                  <ns1:pt x="34" y="79"/>
                  <ns1:pt x="33" y="78"/>
                  <ns1:pt x="33" y="78"/>
                </ns1:cubicBezTo>
                <ns1:cubicBezTo>
                  <ns1:pt x="33" y="77"/>
                  <ns1:pt x="34" y="77"/>
                  <ns1:pt x="34" y="77"/>
                </ns1:cubicBezTo>
                <ns1:cubicBezTo>
                  <ns1:pt x="35" y="77"/>
                  <ns1:pt x="35" y="77"/>
                  <ns1:pt x="35" y="78"/>
                </ns1:cubicBezTo>
                <ns1:cubicBezTo>
                  <ns1:pt x="35" y="78"/>
                  <ns1:pt x="35" y="78"/>
                  <ns1:pt x="34" y="78"/>
                </ns1:cubicBezTo>
                <ns1:close/>
              </ns1:path>
            </ns1:pathLst>
          </ns1:custGeom>
          <ns1:solidFill>
            <ns1:srgbClr val="010101"/>
          </ns1:solidFill>
          <ns1:ln>
            <ns1:noFill/>
          </ns1:ln>
          <ns1:extLst>
            <ns1:ext uri="{91240B29-F687-4F45-9708-019B960494DF}">
              <ns2:hiddenLine w="9525">
                <ns1:solidFill>
                  <ns1:srgbClr val="000000"/>
                </ns1:solidFill>
                <ns1:round/>
                <ns1:headEnd/>
                <ns1:tailEnd/>
              </ns2:hiddenLine>
            </ns1:ext>
          </ns1:extLst>
        </ns0:spPr>
        <ns0:txBody>
          <ns1:bodyPr vert="horz" wrap="square" lIns="91440" tIns="45720" rIns="91440" bIns="45720" numCol="1" anchor="t" anchorCtr="0" compatLnSpc="1">
            <ns1:prstTxWarp prst="textNoShape">
              <ns1:avLst/>
            </ns1:prstTxWarp>
          </ns1:bodyPr>
          <ns1:lstStyle/>
          <ns1:p>
            <ns1:endParaRPr lang="en-US" sz="2700"/>
          </ns1:p>
        </ns0:txBody>
      </ns0:sp>
      <ns0:sp>
        <ns0:nvSpPr>
          <ns0:cNvPr id="140" name="Freeform 138"/>
          <ns0:cNvSpPr>
            <ns1:spLocks noEditPoints="1"/>
          </ns0:cNvSpPr>
          <ns0:nvPr/>
        </ns0:nvSpPr>
        <ns0:spPr bwMode="auto">
          <ns1:xfrm>
            <ns1:off x="4283077" y="4351338"/>
            <ns1:ext cx="390525" cy="376238"/>
          </ns1:xfrm>
          <ns1:custGeom>
            <ns1:avLst/>
            <ns1:gdLst>
              <ns1:gd name="T0" fmla="*/ 104 w 104"/>
              <ns1:gd name="T1" fmla="*/ 94 h 100"/>
              <ns1:gd name="T2" fmla="*/ 98 w 104"/>
              <ns1:gd name="T3" fmla="*/ 100 h 100"/>
              <ns1:gd name="T4" fmla="*/ 6 w 104"/>
              <ns1:gd name="T5" fmla="*/ 100 h 100"/>
              <ns1:gd name="T6" fmla="*/ 0 w 104"/>
              <ns1:gd name="T7" fmla="*/ 94 h 100"/>
              <ns1:gd name="T8" fmla="*/ 0 w 104"/>
              <ns1:gd name="T9" fmla="*/ 74 h 100"/>
              <ns1:gd name="T10" fmla="*/ 6 w 104"/>
              <ns1:gd name="T11" fmla="*/ 68 h 100"/>
              <ns1:gd name="T12" fmla="*/ 32 w 104"/>
              <ns1:gd name="T13" fmla="*/ 68 h 100"/>
              <ns1:gd name="T14" fmla="*/ 44 w 104"/>
              <ns1:gd name="T15" fmla="*/ 76 h 100"/>
              <ns1:gd name="T16" fmla="*/ 60 w 104"/>
              <ns1:gd name="T17" fmla="*/ 76 h 100"/>
              <ns1:gd name="T18" fmla="*/ 71 w 104"/>
              <ns1:gd name="T19" fmla="*/ 68 h 100"/>
              <ns1:gd name="T20" fmla="*/ 98 w 104"/>
              <ns1:gd name="T21" fmla="*/ 68 h 100"/>
              <ns1:gd name="T22" fmla="*/ 104 w 104"/>
              <ns1:gd name="T23" fmla="*/ 74 h 100"/>
              <ns1:gd name="T24" fmla="*/ 104 w 104"/>
              <ns1:gd name="T25" fmla="*/ 94 h 100"/>
              <ns1:gd name="T26" fmla="*/ 80 w 104"/>
              <ns1:gd name="T27" fmla="*/ 36 h 100"/>
              <ns1:gd name="T28" fmla="*/ 64 w 104"/>
              <ns1:gd name="T29" fmla="*/ 36 h 100"/>
              <ns1:gd name="T30" fmla="*/ 64 w 104"/>
              <ns1:gd name="T31" fmla="*/ 64 h 100"/>
              <ns1:gd name="T32" fmla="*/ 60 w 104"/>
              <ns1:gd name="T33" fmla="*/ 68 h 100"/>
              <ns1:gd name="T34" fmla="*/ 44 w 104"/>
              <ns1:gd name="T35" fmla="*/ 68 h 100"/>
              <ns1:gd name="T36" fmla="*/ 40 w 104"/>
              <ns1:gd name="T37" fmla="*/ 64 h 100"/>
              <ns1:gd name="T38" fmla="*/ 40 w 104"/>
              <ns1:gd name="T39" fmla="*/ 36 h 100"/>
              <ns1:gd name="T40" fmla="*/ 24 w 104"/>
              <ns1:gd name="T41" fmla="*/ 36 h 100"/>
              <ns1:gd name="T42" fmla="*/ 20 w 104"/>
              <ns1:gd name="T43" fmla="*/ 33 h 100"/>
              <ns1:gd name="T44" fmla="*/ 21 w 104"/>
              <ns1:gd name="T45" fmla="*/ 29 h 100"/>
              <ns1:gd name="T46" fmla="*/ 49 w 104"/>
              <ns1:gd name="T47" fmla="*/ 1 h 100"/>
              <ns1:gd name="T48" fmla="*/ 52 w 104"/>
              <ns1:gd name="T49" fmla="*/ 0 h 100"/>
              <ns1:gd name="T50" fmla="*/ 54 w 104"/>
              <ns1:gd name="T51" fmla="*/ 1 h 100"/>
              <ns1:gd name="T52" fmla="*/ 82 w 104"/>
              <ns1:gd name="T53" fmla="*/ 29 h 100"/>
              <ns1:gd name="T54" fmla="*/ 83 w 104"/>
              <ns1:gd name="T55" fmla="*/ 33 h 100"/>
              <ns1:gd name="T56" fmla="*/ 80 w 104"/>
              <ns1:gd name="T57" fmla="*/ 36 h 100"/>
              <ns1:gd name="T58" fmla="*/ 76 w 104"/>
              <ns1:gd name="T59" fmla="*/ 84 h 100"/>
              <ns1:gd name="T60" fmla="*/ 72 w 104"/>
              <ns1:gd name="T61" fmla="*/ 88 h 100"/>
              <ns1:gd name="T62" fmla="*/ 76 w 104"/>
              <ns1:gd name="T63" fmla="*/ 92 h 100"/>
              <ns1:gd name="T64" fmla="*/ 80 w 104"/>
              <ns1:gd name="T65" fmla="*/ 88 h 100"/>
              <ns1:gd name="T66" fmla="*/ 76 w 104"/>
              <ns1:gd name="T67" fmla="*/ 84 h 100"/>
              <ns1:gd name="T68" fmla="*/ 92 w 104"/>
              <ns1:gd name="T69" fmla="*/ 84 h 100"/>
              <ns1:gd name="T70" fmla="*/ 88 w 104"/>
              <ns1:gd name="T71" fmla="*/ 88 h 100"/>
              <ns1:gd name="T72" fmla="*/ 92 w 104"/>
              <ns1:gd name="T73" fmla="*/ 92 h 100"/>
              <ns1:gd name="T74" fmla="*/ 96 w 104"/>
              <ns1:gd name="T75" fmla="*/ 88 h 100"/>
              <ns1:gd name="T76" fmla="*/ 92 w 104"/>
              <ns1:gd name="T77" fmla="*/ 84 h 100"/>
            </ns1:gdLst>
            <ns1:ahLst/>
            <ns1:cxnLst>
              <ns1:cxn ang="0">
                <ns1:pos x="T0" y="T1"/>
              </ns1:cxn>
              <ns1:cxn ang="0">
                <ns1:pos x="T2" y="T3"/>
              </ns1:cxn>
              <ns1:cxn ang="0">
                <ns1:pos x="T4" y="T5"/>
              </ns1:cxn>
              <ns1:cxn ang="0">
                <ns1:pos x="T6" y="T7"/>
              </ns1:cxn>
              <ns1:cxn ang="0">
                <ns1:pos x="T8" y="T9"/>
              </ns1:cxn>
              <ns1:cxn ang="0">
                <ns1:pos x="T10" y="T11"/>
              </ns1:cxn>
              <ns1:cxn ang="0">
                <ns1:pos x="T12" y="T13"/>
              </ns1:cxn>
              <ns1:cxn ang="0">
                <ns1:pos x="T14" y="T15"/>
              </ns1:cxn>
              <ns1:cxn ang="0">
                <ns1:pos x="T16" y="T17"/>
              </ns1:cxn>
              <ns1:cxn ang="0">
                <ns1:pos x="T18" y="T19"/>
              </ns1:cxn>
              <ns1:cxn ang="0">
                <ns1:pos x="T20" y="T21"/>
              </ns1:cxn>
              <ns1:cxn ang="0">
                <ns1:pos x="T22" y="T23"/>
              </ns1:cxn>
              <ns1:cxn ang="0">
                <ns1:pos x="T24" y="T25"/>
              </ns1:cxn>
              <ns1:cxn ang="0">
                <ns1:pos x="T26" y="T27"/>
              </ns1:cxn>
              <ns1:cxn ang="0">
                <ns1:pos x="T28" y="T29"/>
              </ns1:cxn>
              <ns1:cxn ang="0">
                <ns1:pos x="T30" y="T31"/>
              </ns1:cxn>
              <ns1:cxn ang="0">
                <ns1:pos x="T32" y="T33"/>
              </ns1:cxn>
              <ns1:cxn ang="0">
                <ns1:pos x="T34" y="T35"/>
              </ns1:cxn>
              <ns1:cxn ang="0">
                <ns1:pos x="T36" y="T37"/>
              </ns1:cxn>
              <ns1:cxn ang="0">
                <ns1:pos x="T38" y="T39"/>
              </ns1:cxn>
              <ns1:cxn ang="0">
                <ns1:pos x="T40" y="T41"/>
              </ns1:cxn>
              <ns1:cxn ang="0">
                <ns1:pos x="T42" y="T43"/>
              </ns1:cxn>
              <ns1:cxn ang="0">
                <ns1:pos x="T44" y="T45"/>
              </ns1:cxn>
              <ns1:cxn ang="0">
                <ns1:pos x="T46" y="T47"/>
              </ns1:cxn>
              <ns1:cxn ang="0">
                <ns1:pos x="T48" y="T49"/>
              </ns1:cxn>
              <ns1:cxn ang="0">
                <ns1:pos x="T50" y="T51"/>
              </ns1:cxn>
              <ns1:cxn ang="0">
                <ns1:pos x="T52" y="T53"/>
              </ns1:cxn>
              <ns1:cxn ang="0">
                <ns1:pos x="T54" y="T55"/>
              </ns1:cxn>
              <ns1:cxn ang="0">
                <ns1:pos x="T56" y="T57"/>
              </ns1:cxn>
              <ns1:cxn ang="0">
                <ns1:pos x="T58" y="T59"/>
              </ns1:cxn>
              <ns1:cxn ang="0">
                <ns1:pos x="T60" y="T61"/>
              </ns1:cxn>
              <ns1:cxn ang="0">
                <ns1:pos x="T62" y="T63"/>
              </ns1:cxn>
              <ns1:cxn ang="0">
                <ns1:pos x="T64" y="T65"/>
              </ns1:cxn>
              <ns1:cxn ang="0">
                <ns1:pos x="T66" y="T67"/>
              </ns1:cxn>
              <ns1:cxn ang="0">
                <ns1:pos x="T68" y="T69"/>
              </ns1:cxn>
              <ns1:cxn ang="0">
                <ns1:pos x="T70" y="T71"/>
              </ns1:cxn>
              <ns1:cxn ang="0">
                <ns1:pos x="T72" y="T73"/>
              </ns1:cxn>
              <ns1:cxn ang="0">
                <ns1:pos x="T74" y="T75"/>
              </ns1:cxn>
              <ns1:cxn ang="0">
                <ns1:pos x="T76" y="T77"/>
              </ns1:cxn>
            </ns1:cxnLst>
            <ns1:rect l="0" t="0" r="r" b="b"/>
            <ns1:pathLst>
              <ns1:path w="104" h="100">
                <ns1:moveTo>
                  <ns1:pt x="104" y="94"/>
                </ns1:moveTo>
                <ns1:cubicBezTo>
                  <ns1:pt x="104" y="97"/>
                  <ns1:pt x="101" y="100"/>
                  <ns1:pt x="98" y="100"/>
                </ns1:cubicBezTo>
                <ns1:cubicBezTo>
                  <ns1:pt x="6" y="100"/>
                  <ns1:pt x="6" y="100"/>
                  <ns1:pt x="6" y="100"/>
                </ns1:cubicBezTo>
                <ns1:cubicBezTo>
                  <ns1:pt x="2" y="100"/>
                  <ns1:pt x="0" y="97"/>
                  <ns1:pt x="0" y="94"/>
                </ns1:cubicBezTo>
                <ns1:cubicBezTo>
                  <ns1:pt x="0" y="74"/>
                  <ns1:pt x="0" y="74"/>
                  <ns1:pt x="0" y="74"/>
                </ns1:cubicBezTo>
                <ns1:cubicBezTo>
                  <ns1:pt x="0" y="70"/>
                  <ns1:pt x="2" y="68"/>
                  <ns1:pt x="6" y="68"/>
                </ns1:cubicBezTo>
                <ns1:cubicBezTo>
                  <ns1:pt x="32" y="68"/>
                  <ns1:pt x="32" y="68"/>
                  <ns1:pt x="32" y="68"/>
                </ns1:cubicBezTo>
                <ns1:cubicBezTo>
                  <ns1:pt x="34" y="72"/>
                  <ns1:pt x="38" y="76"/>
                  <ns1:pt x="44" y="76"/>
                </ns1:cubicBezTo>
                <ns1:cubicBezTo>
                  <ns1:pt x="60" y="76"/>
                  <ns1:pt x="60" y="76"/>
                  <ns1:pt x="60" y="76"/>
                </ns1:cubicBezTo>
                <ns1:cubicBezTo>
                  <ns1:pt x="65" y="76"/>
                  <ns1:pt x="69" y="72"/>
                  <ns1:pt x="71" y="68"/>
                </ns1:cubicBezTo>
                <ns1:cubicBezTo>
                  <ns1:pt x="98" y="68"/>
                  <ns1:pt x="98" y="68"/>
                  <ns1:pt x="98" y="68"/>
                </ns1:cubicBezTo>
                <ns1:cubicBezTo>
                  <ns1:pt x="101" y="68"/>
                  <ns1:pt x="104" y="70"/>
                  <ns1:pt x="104" y="74"/>
                </ns1:cubicBezTo>
                <ns1:lnTo>
                  <ns1:pt x="104" y="94"/>
                </ns1:lnTo>
                <ns1:close/>
                <ns1:moveTo>
                  <ns1:pt x="80" y="36"/>
                </ns1:moveTo>
                <ns1:cubicBezTo>
                  <ns1:pt x="64" y="36"/>
                  <ns1:pt x="64" y="36"/>
                  <ns1:pt x="64" y="36"/>
                </ns1:cubicBezTo>
                <ns1:cubicBezTo>
                  <ns1:pt x="64" y="64"/>
                  <ns1:pt x="64" y="64"/>
                  <ns1:pt x="64" y="64"/>
                </ns1:cubicBezTo>
                <ns1:cubicBezTo>
                  <ns1:pt x="64" y="66"/>
                  <ns1:pt x="62" y="68"/>
                  <ns1:pt x="60" y="68"/>
                </ns1:cubicBezTo>
                <ns1:cubicBezTo>
                  <ns1:pt x="44" y="68"/>
                  <ns1:pt x="44" y="68"/>
                  <ns1:pt x="44" y="68"/>
                </ns1:cubicBezTo>
                <ns1:cubicBezTo>
                  <ns1:pt x="41" y="68"/>
                  <ns1:pt x="40" y="66"/>
                  <ns1:pt x="40" y="64"/>
                </ns1:cubicBezTo>
                <ns1:cubicBezTo>
                  <ns1:pt x="40" y="36"/>
                  <ns1:pt x="40" y="36"/>
                  <ns1:pt x="40" y="36"/>
                </ns1:cubicBezTo>
                <ns1:cubicBezTo>
                  <ns1:pt x="24" y="36"/>
                  <ns1:pt x="24" y="36"/>
                  <ns1:pt x="24" y="36"/>
                </ns1:cubicBezTo>
                <ns1:cubicBezTo>
                  <ns1:pt x="22" y="36"/>
                  <ns1:pt x="21" y="35"/>
                  <ns1:pt x="20" y="33"/>
                </ns1:cubicBezTo>
                <ns1:cubicBezTo>
                  <ns1:pt x="19" y="32"/>
                  <ns1:pt x="20" y="30"/>
                  <ns1:pt x="21" y="29"/>
                </ns1:cubicBezTo>
                <ns1:cubicBezTo>
                  <ns1:pt x="49" y="1"/>
                  <ns1:pt x="49" y="1"/>
                  <ns1:pt x="49" y="1"/>
                </ns1:cubicBezTo>
                <ns1:cubicBezTo>
                  <ns1:pt x="49" y="0"/>
                  <ns1:pt x="51" y="0"/>
                  <ns1:pt x="52" y="0"/>
                </ns1:cubicBezTo>
                <ns1:cubicBezTo>
                  <ns1:pt x="53" y="0"/>
                  <ns1:pt x="54" y="0"/>
                  <ns1:pt x="54" y="1"/>
                </ns1:cubicBezTo>
                <ns1:cubicBezTo>
                  <ns1:pt x="82" y="29"/>
                  <ns1:pt x="82" y="29"/>
                  <ns1:pt x="82" y="29"/>
                </ns1:cubicBezTo>
                <ns1:cubicBezTo>
                  <ns1:pt x="84" y="30"/>
                  <ns1:pt x="84" y="32"/>
                  <ns1:pt x="83" y="33"/>
                </ns1:cubicBezTo>
                <ns1:cubicBezTo>
                  <ns1:pt x="83" y="35"/>
                  <ns1:pt x="81" y="36"/>
                  <ns1:pt x="80" y="36"/>
                </ns1:cubicBezTo>
                <ns1:close/>
                <ns1:moveTo>
                  <ns1:pt x="76" y="84"/>
                </ns1:moveTo>
                <ns1:cubicBezTo>
                  <ns1:pt x="73" y="84"/>
                  <ns1:pt x="72" y="86"/>
                  <ns1:pt x="72" y="88"/>
                </ns1:cubicBezTo>
                <ns1:cubicBezTo>
                  <ns1:pt x="72" y="90"/>
                  <ns1:pt x="73" y="92"/>
                  <ns1:pt x="76" y="92"/>
                </ns1:cubicBezTo>
                <ns1:cubicBezTo>
                  <ns1:pt x="78" y="92"/>
                  <ns1:pt x="80" y="90"/>
                  <ns1:pt x="80" y="88"/>
                </ns1:cubicBezTo>
                <ns1:cubicBezTo>
                  <ns1:pt x="80" y="86"/>
                  <ns1:pt x="78" y="84"/>
                  <ns1:pt x="76" y="84"/>
                </ns1:cubicBezTo>
                <ns1:close/>
                <ns1:moveTo>
                  <ns1:pt x="92" y="84"/>
                </ns1:moveTo>
                <ns1:cubicBezTo>
                  <ns1:pt x="89" y="84"/>
                  <ns1:pt x="88" y="86"/>
                  <ns1:pt x="88" y="88"/>
                </ns1:cubicBezTo>
                <ns1:cubicBezTo>
                  <ns1:pt x="88" y="90"/>
                  <ns1:pt x="89" y="92"/>
                  <ns1:pt x="92" y="92"/>
                </ns1:cubicBezTo>
                <ns1:cubicBezTo>
                  <ns1:pt x="94" y="92"/>
                  <ns1:pt x="96" y="90"/>
                  <ns1:pt x="96" y="88"/>
                </ns1:cubicBezTo>
                <ns1:cubicBezTo>
                  <ns1:pt x="96" y="86"/>
                  <ns1:pt x="94" y="84"/>
                  <ns1:pt x="92" y="84"/>
                </ns1:cubicBezTo>
                <ns1:close/>
              </ns1:path>
            </ns1:pathLst>
          </ns1:custGeom>
          <ns1:solidFill>
            <ns1:srgbClr val="010101"/>
          </ns1:solidFill>
          <ns1:ln>
            <ns1:noFill/>
          </ns1:ln>
          <ns1:extLst>
            <ns1:ext uri="{91240B29-F687-4F45-9708-019B960494DF}">
              <ns2:hiddenLine w="9525">
                <ns1:solidFill>
                  <ns1:srgbClr val="000000"/>
                </ns1:solidFill>
                <ns1:round/>
                <ns1:headEnd/>
                <ns1:tailEnd/>
              </ns2:hiddenLine>
            </ns1:ext>
          </ns1:extLst>
        </ns0:spPr>
        <ns0:txBody>
          <ns1:bodyPr vert="horz" wrap="square" lIns="91440" tIns="45720" rIns="91440" bIns="45720" numCol="1" anchor="t" anchorCtr="0" compatLnSpc="1">
            <ns1:prstTxWarp prst="textNoShape">
              <ns1:avLst/>
            </ns1:prstTxWarp>
          </ns1:bodyPr>
          <ns1:lstStyle/>
          <ns1:p>
            <ns1:endParaRPr lang="en-US" sz="2700"/>
          </ns1:p>
        </ns0:txBody>
      </ns0:sp>
      <ns0:sp>
        <ns0:nvSpPr>
          <ns0:cNvPr id="141" name="Freeform 139"/>
          <ns0:cNvSpPr>
            <ns1:spLocks noEditPoints="1"/>
          </ns0:cNvSpPr>
          <ns0:nvPr/>
        </ns0:nvSpPr>
        <ns0:spPr bwMode="auto">
          <ns1:xfrm>
            <ns1:off x="4940302" y="4367214"/>
            <ns1:ext cx="360363" cy="360363"/>
          </ns1:xfrm>
          <ns1:custGeom>
            <ns1:avLst/>
            <ns1:gdLst>
              <ns1:gd name="T0" fmla="*/ 62 w 96"/>
              <ns1:gd name="T1" fmla="*/ 93 h 96"/>
              <ns1:gd name="T2" fmla="*/ 42 w 96"/>
              <ns1:gd name="T3" fmla="*/ 96 h 96"/>
              <ns1:gd name="T4" fmla="*/ 21 w 96"/>
              <ns1:gd name="T5" fmla="*/ 94 h 96"/>
              <ns1:gd name="T6" fmla="*/ 11 w 96"/>
              <ns1:gd name="T7" fmla="*/ 96 h 96"/>
              <ns1:gd name="T8" fmla="*/ 1 w 96"/>
              <ns1:gd name="T9" fmla="*/ 84 h 96"/>
              <ns1:gd name="T10" fmla="*/ 2 w 96"/>
              <ns1:gd name="T11" fmla="*/ 76 h 96"/>
              <ns1:gd name="T12" fmla="*/ 0 w 96"/>
              <ns1:gd name="T13" fmla="*/ 61 h 96"/>
              <ns1:gd name="T14" fmla="*/ 21 w 96"/>
              <ns1:gd name="T15" fmla="*/ 12 h 96"/>
              <ns1:gd name="T16" fmla="*/ 35 w 96"/>
              <ns1:gd name="T17" fmla="*/ 5 h 96"/>
              <ns1:gd name="T18" fmla="*/ 55 w 96"/>
              <ns1:gd name="T19" fmla="*/ 0 h 96"/>
              <ns1:gd name="T20" fmla="*/ 77 w 96"/>
              <ns1:gd name="T21" fmla="*/ 3 h 96"/>
              <ns1:gd name="T22" fmla="*/ 84 w 96"/>
              <ns1:gd name="T23" fmla="*/ 2 h 96"/>
              <ns1:gd name="T24" fmla="*/ 93 w 96"/>
              <ns1:gd name="T25" fmla="*/ 14 h 96"/>
              <ns1:gd name="T26" fmla="*/ 93 w 96"/>
              <ns1:gd name="T27" fmla="*/ 22 h 96"/>
              <ns1:gd name="T28" fmla="*/ 94 w 96"/>
              <ns1:gd name="T29" fmla="*/ 27 h 96"/>
              <ns1:gd name="T30" fmla="*/ 96 w 96"/>
              <ns1:gd name="T31" fmla="*/ 43 h 96"/>
              <ns1:gd name="T32" fmla="*/ 62 w 96"/>
              <ns1:gd name="T33" fmla="*/ 93 h 96"/>
              <ns1:gd name="T34" fmla="*/ 87 w 96"/>
              <ns1:gd name="T35" fmla="*/ 30 h 96"/>
              <ns1:gd name="T36" fmla="*/ 85 w 96"/>
              <ns1:gd name="T37" fmla="*/ 22 h 96"/>
              <ns1:gd name="T38" fmla="*/ 85 w 96"/>
              <ns1:gd name="T39" fmla="*/ 14 h 96"/>
              <ns1:gd name="T40" fmla="*/ 85 w 96"/>
              <ns1:gd name="T41" fmla="*/ 10 h 96"/>
              <ns1:gd name="T42" fmla="*/ 84 w 96"/>
              <ns1:gd name="T43" fmla="*/ 10 h 96"/>
              <ns1:gd name="T44" fmla="*/ 77 w 96"/>
              <ns1:gd name="T45" fmla="*/ 11 h 96"/>
              <ns1:gd name="T46" fmla="*/ 55 w 96"/>
              <ns1:gd name="T47" fmla="*/ 8 h 96"/>
              <ns1:gd name="T48" fmla="*/ 38 w 96"/>
              <ns1:gd name="T49" fmla="*/ 12 h 96"/>
              <ns1:gd name="T50" fmla="*/ 25 w 96"/>
              <ns1:gd name="T51" fmla="*/ 19 h 96"/>
              <ns1:gd name="T52" fmla="*/ 8 w 96"/>
              <ns1:gd name="T53" fmla="*/ 61 h 96"/>
              <ns1:gd name="T54" fmla="*/ 10 w 96"/>
              <ns1:gd name="T55" fmla="*/ 76 h 96"/>
              <ns1:gd name="T56" fmla="*/ 9 w 96"/>
              <ns1:gd name="T57" fmla="*/ 84 h 96"/>
              <ns1:gd name="T58" fmla="*/ 11 w 96"/>
              <ns1:gd name="T59" fmla="*/ 87 h 96"/>
              <ns1:gd name="T60" fmla="*/ 21 w 96"/>
              <ns1:gd name="T61" fmla="*/ 86 h 96"/>
              <ns1:gd name="T62" fmla="*/ 42 w 96"/>
              <ns1:gd name="T63" fmla="*/ 88 h 96"/>
              <ns1:gd name="T64" fmla="*/ 60 w 96"/>
              <ns1:gd name="T65" fmla="*/ 85 h 96"/>
              <ns1:gd name="T66" fmla="*/ 88 w 96"/>
              <ns1:gd name="T67" fmla="*/ 43 h 96"/>
              <ns1:gd name="T68" fmla="*/ 87 w 96"/>
              <ns1:gd name="T69" fmla="*/ 30 h 96"/>
            </ns1:gdLst>
            <ns1:ahLst/>
            <ns1:cxnLst>
              <ns1:cxn ang="0">
                <ns1:pos x="T0" y="T1"/>
              </ns1:cxn>
              <ns1:cxn ang="0">
                <ns1:pos x="T2" y="T3"/>
              </ns1:cxn>
              <ns1:cxn ang="0">
                <ns1:pos x="T4" y="T5"/>
              </ns1:cxn>
              <ns1:cxn ang="0">
                <ns1:pos x="T6" y="T7"/>
              </ns1:cxn>
              <ns1:cxn ang="0">
                <ns1:pos x="T8" y="T9"/>
              </ns1:cxn>
              <ns1:cxn ang="0">
                <ns1:pos x="T10" y="T11"/>
              </ns1:cxn>
              <ns1:cxn ang="0">
                <ns1:pos x="T12" y="T13"/>
              </ns1:cxn>
              <ns1:cxn ang="0">
                <ns1:pos x="T14" y="T15"/>
              </ns1:cxn>
              <ns1:cxn ang="0">
                <ns1:pos x="T16" y="T17"/>
              </ns1:cxn>
              <ns1:cxn ang="0">
                <ns1:pos x="T18" y="T19"/>
              </ns1:cxn>
              <ns1:cxn ang="0">
                <ns1:pos x="T20" y="T21"/>
              </ns1:cxn>
              <ns1:cxn ang="0">
                <ns1:pos x="T22" y="T23"/>
              </ns1:cxn>
              <ns1:cxn ang="0">
                <ns1:pos x="T24" y="T25"/>
              </ns1:cxn>
              <ns1:cxn ang="0">
                <ns1:pos x="T26" y="T27"/>
              </ns1:cxn>
              <ns1:cxn ang="0">
                <ns1:pos x="T28" y="T29"/>
              </ns1:cxn>
              <ns1:cxn ang="0">
                <ns1:pos x="T30" y="T31"/>
              </ns1:cxn>
              <ns1:cxn ang="0">
                <ns1:pos x="T32" y="T33"/>
              </ns1:cxn>
              <ns1:cxn ang="0">
                <ns1:pos x="T34" y="T35"/>
              </ns1:cxn>
              <ns1:cxn ang="0">
                <ns1:pos x="T36" y="T37"/>
              </ns1:cxn>
              <ns1:cxn ang="0">
                <ns1:pos x="T38" y="T39"/>
              </ns1:cxn>
              <ns1:cxn ang="0">
                <ns1:pos x="T40" y="T41"/>
              </ns1:cxn>
              <ns1:cxn ang="0">
                <ns1:pos x="T42" y="T43"/>
              </ns1:cxn>
              <ns1:cxn ang="0">
                <ns1:pos x="T44" y="T45"/>
              </ns1:cxn>
              <ns1:cxn ang="0">
                <ns1:pos x="T46" y="T47"/>
              </ns1:cxn>
              <ns1:cxn ang="0">
                <ns1:pos x="T48" y="T49"/>
              </ns1:cxn>
              <ns1:cxn ang="0">
                <ns1:pos x="T50" y="T51"/>
              </ns1:cxn>
              <ns1:cxn ang="0">
                <ns1:pos x="T52" y="T53"/>
              </ns1:cxn>
              <ns1:cxn ang="0">
                <ns1:pos x="T54" y="T55"/>
              </ns1:cxn>
              <ns1:cxn ang="0">
                <ns1:pos x="T56" y="T57"/>
              </ns1:cxn>
              <ns1:cxn ang="0">
                <ns1:pos x="T58" y="T59"/>
              </ns1:cxn>
              <ns1:cxn ang="0">
                <ns1:pos x="T60" y="T61"/>
              </ns1:cxn>
              <ns1:cxn ang="0">
                <ns1:pos x="T62" y="T63"/>
              </ns1:cxn>
              <ns1:cxn ang="0">
                <ns1:pos x="T64" y="T65"/>
              </ns1:cxn>
              <ns1:cxn ang="0">
                <ns1:pos x="T66" y="T67"/>
              </ns1:cxn>
              <ns1:cxn ang="0">
                <ns1:pos x="T68" y="T69"/>
              </ns1:cxn>
            </ns1:cxnLst>
            <ns1:rect l="0" t="0" r="r" b="b"/>
            <ns1:pathLst>
              <ns1:path w="96" h="96">
                <ns1:moveTo>
                  <ns1:pt x="62" y="93"/>
                </ns1:moveTo>
                <ns1:cubicBezTo>
                  <ns1:pt x="56" y="95"/>
                  <ns1:pt x="48" y="96"/>
                  <ns1:pt x="42" y="96"/>
                </ns1:cubicBezTo>
                <ns1:cubicBezTo>
                  <ns1:pt x="35" y="96"/>
                  <ns1:pt x="28" y="94"/>
                  <ns1:pt x="21" y="94"/>
                </ns1:cubicBezTo>
                <ns1:cubicBezTo>
                  <ns1:pt x="18" y="94"/>
                  <ns1:pt x="15" y="96"/>
                  <ns1:pt x="11" y="96"/>
                </ns1:cubicBezTo>
                <ns1:cubicBezTo>
                  <ns1:pt x="5" y="96"/>
                  <ns1:pt x="1" y="90"/>
                  <ns1:pt x="1" y="84"/>
                </ns1:cubicBezTo>
                <ns1:cubicBezTo>
                  <ns1:pt x="1" y="81"/>
                  <ns1:pt x="2" y="79"/>
                  <ns1:pt x="2" y="76"/>
                </ns1:cubicBezTo>
                <ns1:cubicBezTo>
                  <ns1:pt x="2" y="71"/>
                  <ns1:pt x="0" y="66"/>
                  <ns1:pt x="0" y="61"/>
                </ns1:cubicBezTo>
                <ns1:cubicBezTo>
                  <ns1:pt x="0" y="43"/>
                  <ns1:pt x="6" y="23"/>
                  <ns1:pt x="21" y="12"/>
                </ns1:cubicBezTo>
                <ns1:cubicBezTo>
                  <ns1:pt x="25" y="9"/>
                  <ns1:pt x="30" y="7"/>
                  <ns1:pt x="35" y="5"/>
                </ns1:cubicBezTo>
                <ns1:cubicBezTo>
                  <ns1:pt x="41" y="2"/>
                  <ns1:pt x="48" y="0"/>
                  <ns1:pt x="55" y="0"/>
                </ns1:cubicBezTo>
                <ns1:cubicBezTo>
                  <ns1:pt x="62" y="0"/>
                  <ns1:pt x="69" y="3"/>
                  <ns1:pt x="77" y="3"/>
                </ns1:cubicBezTo>
                <ns1:cubicBezTo>
                  <ns1:pt x="79" y="3"/>
                  <ns1:pt x="81" y="2"/>
                  <ns1:pt x="84" y="2"/>
                </ns1:cubicBezTo>
                <ns1:cubicBezTo>
                  <ns1:pt x="91" y="2"/>
                  <ns1:pt x="93" y="7"/>
                  <ns1:pt x="93" y="14"/>
                </ns1:cubicBezTo>
                <ns1:cubicBezTo>
                  <ns1:pt x="93" y="17"/>
                  <ns1:pt x="93" y="19"/>
                  <ns1:pt x="93" y="22"/>
                </ns1:cubicBezTo>
                <ns1:cubicBezTo>
                  <ns1:pt x="93" y="25"/>
                  <ns1:pt x="93" y="25"/>
                  <ns1:pt x="94" y="27"/>
                </ns1:cubicBezTo>
                <ns1:cubicBezTo>
                  <ns1:pt x="96" y="31"/>
                  <ns1:pt x="96" y="39"/>
                  <ns1:pt x="96" y="43"/>
                </ns1:cubicBezTo>
                <ns1:cubicBezTo>
                  <ns1:pt x="96" y="64"/>
                  <ns1:pt x="82" y="86"/>
                  <ns1:pt x="62" y="93"/>
                </ns1:cubicBezTo>
                <ns1:close/>
                <ns1:moveTo>
                  <ns1:pt x="87" y="30"/>
                </ns1:moveTo>
                <ns1:cubicBezTo>
                  <ns1:pt x="86" y="27"/>
                  <ns1:pt x="85" y="26"/>
                  <ns1:pt x="85" y="22"/>
                </ns1:cubicBezTo>
                <ns1:cubicBezTo>
                  <ns1:pt x="85" y="19"/>
                  <ns1:pt x="85" y="17"/>
                  <ns1:pt x="85" y="14"/>
                </ns1:cubicBezTo>
                <ns1:cubicBezTo>
                  <ns1:pt x="85" y="13"/>
                  <ns1:pt x="85" y="11"/>
                  <ns1:pt x="85" y="10"/>
                </ns1:cubicBezTo>
                <ns1:cubicBezTo>
                  <ns1:pt x="85" y="10"/>
                  <ns1:pt x="84" y="10"/>
                  <ns1:pt x="84" y="10"/>
                </ns1:cubicBezTo>
                <ns1:cubicBezTo>
                  <ns1:pt x="82" y="10"/>
                  <ns1:pt x="79" y="11"/>
                  <ns1:pt x="77" y="11"/>
                </ns1:cubicBezTo>
                <ns1:cubicBezTo>
                  <ns1:pt x="69" y="11"/>
                  <ns1:pt x="62" y="8"/>
                  <ns1:pt x="55" y="8"/>
                </ns1:cubicBezTo>
                <ns1:cubicBezTo>
                  <ns1:pt x="49" y="8"/>
                  <ns1:pt x="43" y="10"/>
                  <ns1:pt x="38" y="12"/>
                </ns1:cubicBezTo>
                <ns1:cubicBezTo>
                  <ns1:pt x="34" y="14"/>
                  <ns1:pt x="29" y="16"/>
                  <ns1:pt x="25" y="19"/>
                </ns1:cubicBezTo>
                <ns1:cubicBezTo>
                  <ns1:pt x="13" y="28"/>
                  <ns1:pt x="8" y="46"/>
                  <ns1:pt x="8" y="61"/>
                </ns1:cubicBezTo>
                <ns1:cubicBezTo>
                  <ns1:pt x="8" y="66"/>
                  <ns1:pt x="10" y="71"/>
                  <ns1:pt x="10" y="76"/>
                </ns1:cubicBezTo>
                <ns1:cubicBezTo>
                  <ns1:pt x="10" y="79"/>
                  <ns1:pt x="9" y="81"/>
                  <ns1:pt x="9" y="84"/>
                </ns1:cubicBezTo>
                <ns1:cubicBezTo>
                  <ns1:pt x="9" y="86"/>
                  <ns1:pt x="10" y="87"/>
                  <ns1:pt x="11" y="87"/>
                </ns1:cubicBezTo>
                <ns1:cubicBezTo>
                  <ns1:pt x="15" y="87"/>
                  <ns1:pt x="17" y="86"/>
                  <ns1:pt x="21" y="86"/>
                </ns1:cubicBezTo>
                <ns1:cubicBezTo>
                  <ns1:pt x="28" y="86"/>
                  <ns1:pt x="35" y="88"/>
                  <ns1:pt x="42" y="88"/>
                </ns1:cubicBezTo>
                <ns1:cubicBezTo>
                  <ns1:pt x="47" y="88"/>
                  <ns1:pt x="54" y="87"/>
                  <ns1:pt x="60" y="85"/>
                </ns1:cubicBezTo>
                <ns1:cubicBezTo>
                  <ns1:pt x="76" y="80"/>
                  <ns1:pt x="88" y="61"/>
                  <ns1:pt x="88" y="43"/>
                </ns1:cubicBezTo>
                <ns1:cubicBezTo>
                  <ns1:pt x="88" y="41"/>
                  <ns1:pt x="88" y="33"/>
                  <ns1:pt x="87" y="30"/>
                </ns1:cubicBezTo>
                <ns1:close/>
              </ns1:path>
            </ns1:pathLst>
          </ns1:custGeom>
          <ns1:solidFill>
            <ns1:srgbClr val="010101"/>
          </ns1:solidFill>
          <ns1:ln>
            <ns1:noFill/>
          </ns1:ln>
          <ns1:extLst>
            <ns1:ext uri="{91240B29-F687-4F45-9708-019B960494DF}">
              <ns2:hiddenLine w="9525">
                <ns1:solidFill>
                  <ns1:srgbClr val="000000"/>
                </ns1:solidFill>
                <ns1:round/>
                <ns1:headEnd/>
                <ns1:tailEnd/>
              </ns2:hiddenLine>
            </ns1:ext>
          </ns1:extLst>
        </ns0:spPr>
        <ns0:txBody>
          <ns1:bodyPr vert="horz" wrap="square" lIns="91440" tIns="45720" rIns="91440" bIns="45720" numCol="1" anchor="t" anchorCtr="0" compatLnSpc="1">
            <ns1:prstTxWarp prst="textNoShape">
              <ns1:avLst/>
            </ns1:prstTxWarp>
          </ns1:bodyPr>
          <ns1:lstStyle/>
          <ns1:p>
            <ns1:endParaRPr lang="en-US" sz="2700"/>
          </ns1:p>
        </ns0:txBody>
      </ns0:sp>
      <ns0:sp>
        <ns0:nvSpPr>
          <ns0:cNvPr id="142" name="Freeform 140"/>
          <ns0:cNvSpPr>
            <ns1:spLocks/>
          </ns0:cNvSpPr>
          <ns0:nvPr/>
        </ns0:nvSpPr>
        <ns0:spPr bwMode="auto">
          <ns1:xfrm>
            <ns1:off x="5600701" y="4367213"/>
            <ns1:ext cx="330200" cy="330200"/>
          </ns1:xfrm>
          <ns1:custGeom>
            <ns1:avLst/>
            <ns1:gdLst>
              <ns1:gd name="T0" fmla="*/ 86 w 88"/>
              <ns1:gd name="T1" fmla="*/ 78 h 88"/>
              <ns1:gd name="T2" fmla="*/ 79 w 88"/>
              <ns1:gd name="T3" fmla="*/ 85 h 88"/>
              <ns1:gd name="T4" fmla="*/ 67 w 88"/>
              <ns1:gd name="T5" fmla="*/ 88 h 88"/>
              <ns1:gd name="T6" fmla="*/ 51 w 88"/>
              <ns1:gd name="T7" fmla="*/ 83 h 88"/>
              <ns1:gd name="T8" fmla="*/ 40 w 88"/>
              <ns1:gd name="T9" fmla="*/ 78 h 88"/>
              <ns1:gd name="T10" fmla="*/ 10 w 88"/>
              <ns1:gd name="T11" fmla="*/ 48 h 88"/>
              <ns1:gd name="T12" fmla="*/ 5 w 88"/>
              <ns1:gd name="T13" fmla="*/ 37 h 88"/>
              <ns1:gd name="T14" fmla="*/ 0 w 88"/>
              <ns1:gd name="T15" fmla="*/ 21 h 88"/>
              <ns1:gd name="T16" fmla="*/ 3 w 88"/>
              <ns1:gd name="T17" fmla="*/ 9 h 88"/>
              <ns1:gd name="T18" fmla="*/ 10 w 88"/>
              <ns1:gd name="T19" fmla="*/ 2 h 88"/>
              <ns1:gd name="T20" fmla="*/ 19 w 88"/>
              <ns1:gd name="T21" fmla="*/ 0 h 88"/>
              <ns1:gd name="T22" fmla="*/ 20 w 88"/>
              <ns1:gd name="T23" fmla="*/ 0 h 88"/>
              <ns1:gd name="T24" fmla="*/ 23 w 88"/>
              <ns1:gd name="T25" fmla="*/ 5 h 88"/>
              <ns1:gd name="T26" fmla="*/ 29 w 88"/>
              <ns1:gd name="T27" fmla="*/ 15 h 88"/>
              <ns1:gd name="T28" fmla="*/ 32 w 88"/>
              <ns1:gd name="T29" fmla="*/ 21 h 88"/>
              <ns1:gd name="T30" fmla="*/ 21 w 88"/>
              <ns1:gd name="T31" fmla="*/ 34 h 88"/>
              <ns1:gd name="T32" fmla="*/ 23 w 88"/>
              <ns1:gd name="T33" fmla="*/ 39 h 88"/>
              <ns1:gd name="T34" fmla="*/ 49 w 88"/>
              <ns1:gd name="T35" fmla="*/ 65 h 88"/>
              <ns1:gd name="T36" fmla="*/ 54 w 88"/>
              <ns1:gd name="T37" fmla="*/ 67 h 88"/>
              <ns1:gd name="T38" fmla="*/ 67 w 88"/>
              <ns1:gd name="T39" fmla="*/ 56 h 88"/>
              <ns1:gd name="T40" fmla="*/ 73 w 88"/>
              <ns1:gd name="T41" fmla="*/ 59 h 88"/>
              <ns1:gd name="T42" fmla="*/ 83 w 88"/>
              <ns1:gd name="T43" fmla="*/ 65 h 88"/>
              <ns1:gd name="T44" fmla="*/ 88 w 88"/>
              <ns1:gd name="T45" fmla="*/ 68 h 88"/>
              <ns1:gd name="T46" fmla="*/ 88 w 88"/>
              <ns1:gd name="T47" fmla="*/ 69 h 88"/>
              <ns1:gd name="T48" fmla="*/ 86 w 88"/>
              <ns1:gd name="T49" fmla="*/ 78 h 88"/>
            </ns1:gdLst>
            <ns1:ahLst/>
            <ns1:cxnLst>
              <ns1:cxn ang="0">
                <ns1:pos x="T0" y="T1"/>
              </ns1:cxn>
              <ns1:cxn ang="0">
                <ns1:pos x="T2" y="T3"/>
              </ns1:cxn>
              <ns1:cxn ang="0">
                <ns1:pos x="T4" y="T5"/>
              </ns1:cxn>
              <ns1:cxn ang="0">
                <ns1:pos x="T6" y="T7"/>
              </ns1:cxn>
              <ns1:cxn ang="0">
                <ns1:pos x="T8" y="T9"/>
              </ns1:cxn>
              <ns1:cxn ang="0">
                <ns1:pos x="T10" y="T11"/>
              </ns1:cxn>
              <ns1:cxn ang="0">
                <ns1:pos x="T12" y="T13"/>
              </ns1:cxn>
              <ns1:cxn ang="0">
                <ns1:pos x="T14" y="T15"/>
              </ns1:cxn>
              <ns1:cxn ang="0">
                <ns1:pos x="T16" y="T17"/>
              </ns1:cxn>
              <ns1:cxn ang="0">
                <ns1:pos x="T18" y="T19"/>
              </ns1:cxn>
              <ns1:cxn ang="0">
                <ns1:pos x="T20" y="T21"/>
              </ns1:cxn>
              <ns1:cxn ang="0">
                <ns1:pos x="T22" y="T23"/>
              </ns1:cxn>
              <ns1:cxn ang="0">
                <ns1:pos x="T24" y="T25"/>
              </ns1:cxn>
              <ns1:cxn ang="0">
                <ns1:pos x="T26" y="T27"/>
              </ns1:cxn>
              <ns1:cxn ang="0">
                <ns1:pos x="T28" y="T29"/>
              </ns1:cxn>
              <ns1:cxn ang="0">
                <ns1:pos x="T30" y="T31"/>
              </ns1:cxn>
              <ns1:cxn ang="0">
                <ns1:pos x="T32" y="T33"/>
              </ns1:cxn>
              <ns1:cxn ang="0">
                <ns1:pos x="T34" y="T35"/>
              </ns1:cxn>
              <ns1:cxn ang="0">
                <ns1:pos x="T36" y="T37"/>
              </ns1:cxn>
              <ns1:cxn ang="0">
                <ns1:pos x="T38" y="T39"/>
              </ns1:cxn>
              <ns1:cxn ang="0">
                <ns1:pos x="T40" y="T41"/>
              </ns1:cxn>
              <ns1:cxn ang="0">
                <ns1:pos x="T42" y="T43"/>
              </ns1:cxn>
              <ns1:cxn ang="0">
                <ns1:pos x="T44" y="T45"/>
              </ns1:cxn>
              <ns1:cxn ang="0">
                <ns1:pos x="T46" y="T47"/>
              </ns1:cxn>
              <ns1:cxn ang="0">
                <ns1:pos x="T48" y="T49"/>
              </ns1:cxn>
            </ns1:cxnLst>
            <ns1:rect l="0" t="0" r="r" b="b"/>
            <ns1:pathLst>
              <ns1:path w="88" h="88">
                <ns1:moveTo>
                  <ns1:pt x="86" y="78"/>
                </ns1:moveTo>
                <ns1:cubicBezTo>
                  <ns1:pt x="85" y="81"/>
                  <ns1:pt x="81" y="83"/>
                  <ns1:pt x="79" y="85"/>
                </ns1:cubicBezTo>
                <ns1:cubicBezTo>
                  <ns1:pt x="75" y="87"/>
                  <ns1:pt x="71" y="88"/>
                  <ns1:pt x="67" y="88"/>
                </ns1:cubicBezTo>
                <ns1:cubicBezTo>
                  <ns1:pt x="61" y="88"/>
                  <ns1:pt x="56" y="85"/>
                  <ns1:pt x="51" y="83"/>
                </ns1:cubicBezTo>
                <ns1:cubicBezTo>
                  <ns1:pt x="47" y="82"/>
                  <ns1:pt x="43" y="80"/>
                  <ns1:pt x="40" y="78"/>
                </ns1:cubicBezTo>
                <ns1:cubicBezTo>
                  <ns1:pt x="29" y="72"/>
                  <ns1:pt x="16" y="59"/>
                  <ns1:pt x="10" y="48"/>
                </ns1:cubicBezTo>
                <ns1:cubicBezTo>
                  <ns1:pt x="8" y="45"/>
                  <ns1:pt x="6" y="41"/>
                  <ns1:pt x="5" y="37"/>
                </ns1:cubicBezTo>
                <ns1:cubicBezTo>
                  <ns1:pt x="3" y="32"/>
                  <ns1:pt x="0" y="27"/>
                  <ns1:pt x="0" y="21"/>
                </ns1:cubicBezTo>
                <ns1:cubicBezTo>
                  <ns1:pt x="0" y="17"/>
                  <ns1:pt x="1" y="13"/>
                  <ns1:pt x="3" y="9"/>
                </ns1:cubicBezTo>
                <ns1:cubicBezTo>
                  <ns1:pt x="5" y="7"/>
                  <ns1:pt x="7" y="3"/>
                  <ns1:pt x="10" y="2"/>
                </ns1:cubicBezTo>
                <ns1:cubicBezTo>
                  <ns1:pt x="12" y="1"/>
                  <ns1:pt x="16" y="0"/>
                  <ns1:pt x="19" y="0"/>
                </ns1:cubicBezTo>
                <ns1:cubicBezTo>
                  <ns1:pt x="19" y="0"/>
                  <ns1:pt x="20" y="0"/>
                  <ns1:pt x="20" y="0"/>
                </ns1:cubicBezTo>
                <ns1:cubicBezTo>
                  <ns1:pt x="21" y="0"/>
                  <ns1:pt x="23" y="4"/>
                  <ns1:pt x="23" y="5"/>
                </ns1:cubicBezTo>
                <ns1:cubicBezTo>
                  <ns1:pt x="25" y="8"/>
                  <ns1:pt x="27" y="12"/>
                  <ns1:pt x="29" y="15"/>
                </ns1:cubicBezTo>
                <ns1:cubicBezTo>
                  <ns1:pt x="30" y="17"/>
                  <ns1:pt x="32" y="19"/>
                  <ns1:pt x="32" y="21"/>
                </ns1:cubicBezTo>
                <ns1:cubicBezTo>
                  <ns1:pt x="32" y="25"/>
                  <ns1:pt x="21" y="30"/>
                  <ns1:pt x="21" y="34"/>
                </ns1:cubicBezTo>
                <ns1:cubicBezTo>
                  <ns1:pt x="21" y="35"/>
                  <ns1:pt x="22" y="38"/>
                  <ns1:pt x="23" y="39"/>
                </ns1:cubicBezTo>
                <ns1:cubicBezTo>
                  <ns1:pt x="30" y="51"/>
                  <ns1:pt x="37" y="58"/>
                  <ns1:pt x="49" y="65"/>
                </ns1:cubicBezTo>
                <ns1:cubicBezTo>
                  <ns1:pt x="50" y="66"/>
                  <ns1:pt x="53" y="67"/>
                  <ns1:pt x="54" y="67"/>
                </ns1:cubicBezTo>
                <ns1:cubicBezTo>
                  <ns1:pt x="58" y="67"/>
                  <ns1:pt x="63" y="56"/>
                  <ns1:pt x="67" y="56"/>
                </ns1:cubicBezTo>
                <ns1:cubicBezTo>
                  <ns1:pt x="69" y="56"/>
                  <ns1:pt x="71" y="58"/>
                  <ns1:pt x="73" y="59"/>
                </ns1:cubicBezTo>
                <ns1:cubicBezTo>
                  <ns1:pt x="76" y="61"/>
                  <ns1:pt x="80" y="63"/>
                  <ns1:pt x="83" y="65"/>
                </ns1:cubicBezTo>
                <ns1:cubicBezTo>
                  <ns1:pt x="84" y="65"/>
                  <ns1:pt x="88" y="67"/>
                  <ns1:pt x="88" y="68"/>
                </ns1:cubicBezTo>
                <ns1:cubicBezTo>
                  <ns1:pt x="88" y="68"/>
                  <ns1:pt x="88" y="69"/>
                  <ns1:pt x="88" y="69"/>
                </ns1:cubicBezTo>
                <ns1:cubicBezTo>
                  <ns1:pt x="88" y="72"/>
                  <ns1:pt x="87" y="76"/>
                  <ns1:pt x="86" y="78"/>
                </ns1:cubicBezTo>
                <ns1:close/>
              </ns1:path>
            </ns1:pathLst>
          </ns1:custGeom>
          <ns1:solidFill>
            <ns1:srgbClr val="010101"/>
          </ns1:solidFill>
          <ns1:ln>
            <ns1:noFill/>
          </ns1:ln>
          <ns1:extLst>
            <ns1:ext uri="{91240B29-F687-4F45-9708-019B960494DF}">
              <ns2:hiddenLine w="9525">
                <ns1:solidFill>
                  <ns1:srgbClr val="000000"/>
                </ns1:solidFill>
                <ns1:round/>
                <ns1:headEnd/>
                <ns1:tailEnd/>
              </ns2:hiddenLine>
            </ns1:ext>
          </ns1:extLst>
        </ns0:spPr>
        <ns0:txBody>
          <ns1:bodyPr vert="horz" wrap="square" lIns="91440" tIns="45720" rIns="91440" bIns="45720" numCol="1" anchor="t" anchorCtr="0" compatLnSpc="1">
            <ns1:prstTxWarp prst="textNoShape">
              <ns1:avLst/>
            </ns1:prstTxWarp>
          </ns1:bodyPr>
          <ns1:lstStyle/>
          <ns1:p>
            <ns1:endParaRPr lang="en-US" sz="2700"/>
          </ns1:p>
        </ns0:txBody>
      </ns0:sp>
      <ns0:sp>
        <ns0:nvSpPr>
          <ns0:cNvPr id="143" name="Freeform 141"/>
          <ns0:cNvSpPr>
            <ns1:spLocks noEditPoints="1"/>
          </ns0:cNvSpPr>
          <ns0:nvPr/>
        </ns0:nvSpPr>
        <ns0:spPr bwMode="auto">
          <ns1:xfrm>
            <ns1:off x="6264277" y="4367214"/>
            <ns1:ext cx="296863" cy="352425"/>
          </ns1:xfrm>
          <ns1:custGeom>
            <ns1:avLst/>
            <ns1:gdLst>
              <ns1:gd name="T0" fmla="*/ 75 w 79"/>
              <ns1:gd name="T1" fmla="*/ 0 h 94"/>
              <ns1:gd name="T2" fmla="*/ 79 w 79"/>
              <ns1:gd name="T3" fmla="*/ 7 h 94"/>
              <ns1:gd name="T4" fmla="*/ 79 w 79"/>
              <ns1:gd name="T5" fmla="*/ 87 h 94"/>
              <ns1:gd name="T6" fmla="*/ 75 w 79"/>
              <ns1:gd name="T7" fmla="*/ 94 h 94"/>
              <ns1:gd name="T8" fmla="*/ 72 w 79"/>
              <ns1:gd name="T9" fmla="*/ 94 h 94"/>
              <ns1:gd name="T10" fmla="*/ 67 w 79"/>
              <ns1:gd name="T11" fmla="*/ 92 h 94"/>
              <ns1:gd name="T12" fmla="*/ 39 w 79"/>
              <ns1:gd name="T13" fmla="*/ 66 h 94"/>
              <ns1:gd name="T14" fmla="*/ 12 w 79"/>
              <ns1:gd name="T15" fmla="*/ 92 h 94"/>
              <ns1:gd name="T16" fmla="*/ 7 w 79"/>
              <ns1:gd name="T17" fmla="*/ 94 h 94"/>
              <ns1:gd name="T18" fmla="*/ 4 w 79"/>
              <ns1:gd name="T19" fmla="*/ 94 h 94"/>
              <ns1:gd name="T20" fmla="*/ 0 w 79"/>
              <ns1:gd name="T21" fmla="*/ 87 h 94"/>
              <ns1:gd name="T22" fmla="*/ 0 w 79"/>
              <ns1:gd name="T23" fmla="*/ 7 h 94"/>
              <ns1:gd name="T24" fmla="*/ 4 w 79"/>
              <ns1:gd name="T25" fmla="*/ 0 h 94"/>
              <ns1:gd name="T26" fmla="*/ 7 w 79"/>
              <ns1:gd name="T27" fmla="*/ 0 h 94"/>
              <ns1:gd name="T28" fmla="*/ 72 w 79"/>
              <ns1:gd name="T29" fmla="*/ 0 h 94"/>
              <ns1:gd name="T30" fmla="*/ 75 w 79"/>
              <ns1:gd name="T31" fmla="*/ 0 h 94"/>
              <ns1:gd name="T32" fmla="*/ 8 w 79"/>
              <ns1:gd name="T33" fmla="*/ 8 h 94"/>
              <ns1:gd name="T34" fmla="*/ 8 w 79"/>
              <ns1:gd name="T35" fmla="*/ 85 h 94"/>
              <ns1:gd name="T36" fmla="*/ 34 w 79"/>
              <ns1:gd name="T37" fmla="*/ 60 h 94"/>
              <ns1:gd name="T38" fmla="*/ 39 w 79"/>
              <ns1:gd name="T39" fmla="*/ 55 h 94"/>
              <ns1:gd name="T40" fmla="*/ 45 w 79"/>
              <ns1:gd name="T41" fmla="*/ 60 h 94"/>
              <ns1:gd name="T42" fmla="*/ 71 w 79"/>
              <ns1:gd name="T43" fmla="*/ 85 h 94"/>
              <ns1:gd name="T44" fmla="*/ 71 w 79"/>
              <ns1:gd name="T45" fmla="*/ 8 h 94"/>
              <ns1:gd name="T46" fmla="*/ 8 w 79"/>
              <ns1:gd name="T47" fmla="*/ 8 h 94"/>
            </ns1:gdLst>
            <ns1:ahLst/>
            <ns1:cxnLst>
              <ns1:cxn ang="0">
                <ns1:pos x="T0" y="T1"/>
              </ns1:cxn>
              <ns1:cxn ang="0">
                <ns1:pos x="T2" y="T3"/>
              </ns1:cxn>
              <ns1:cxn ang="0">
                <ns1:pos x="T4" y="T5"/>
              </ns1:cxn>
              <ns1:cxn ang="0">
                <ns1:pos x="T6" y="T7"/>
              </ns1:cxn>
              <ns1:cxn ang="0">
                <ns1:pos x="T8" y="T9"/>
              </ns1:cxn>
              <ns1:cxn ang="0">
                <ns1:pos x="T10" y="T11"/>
              </ns1:cxn>
              <ns1:cxn ang="0">
                <ns1:pos x="T12" y="T13"/>
              </ns1:cxn>
              <ns1:cxn ang="0">
                <ns1:pos x="T14" y="T15"/>
              </ns1:cxn>
              <ns1:cxn ang="0">
                <ns1:pos x="T16" y="T17"/>
              </ns1:cxn>
              <ns1:cxn ang="0">
                <ns1:pos x="T18" y="T19"/>
              </ns1:cxn>
              <ns1:cxn ang="0">
                <ns1:pos x="T20" y="T21"/>
              </ns1:cxn>
              <ns1:cxn ang="0">
                <ns1:pos x="T22" y="T23"/>
              </ns1:cxn>
              <ns1:cxn ang="0">
                <ns1:pos x="T24" y="T25"/>
              </ns1:cxn>
              <ns1:cxn ang="0">
                <ns1:pos x="T26" y="T27"/>
              </ns1:cxn>
              <ns1:cxn ang="0">
                <ns1:pos x="T28" y="T29"/>
              </ns1:cxn>
              <ns1:cxn ang="0">
                <ns1:pos x="T30" y="T31"/>
              </ns1:cxn>
              <ns1:cxn ang="0">
                <ns1:pos x="T32" y="T33"/>
              </ns1:cxn>
              <ns1:cxn ang="0">
                <ns1:pos x="T34" y="T35"/>
              </ns1:cxn>
              <ns1:cxn ang="0">
                <ns1:pos x="T36" y="T37"/>
              </ns1:cxn>
              <ns1:cxn ang="0">
                <ns1:pos x="T38" y="T39"/>
              </ns1:cxn>
              <ns1:cxn ang="0">
                <ns1:pos x="T40" y="T41"/>
              </ns1:cxn>
              <ns1:cxn ang="0">
                <ns1:pos x="T42" y="T43"/>
              </ns1:cxn>
              <ns1:cxn ang="0">
                <ns1:pos x="T44" y="T45"/>
              </ns1:cxn>
              <ns1:cxn ang="0">
                <ns1:pos x="T46" y="T47"/>
              </ns1:cxn>
            </ns1:cxnLst>
            <ns1:rect l="0" t="0" r="r" b="b"/>
            <ns1:pathLst>
              <ns1:path w="79" h="94">
                <ns1:moveTo>
                  <ns1:pt x="75" y="0"/>
                </ns1:moveTo>
                <ns1:cubicBezTo>
                  <ns1:pt x="78" y="1"/>
                  <ns1:pt x="79" y="4"/>
                  <ns1:pt x="79" y="7"/>
                </ns1:cubicBezTo>
                <ns1:cubicBezTo>
                  <ns1:pt x="79" y="87"/>
                  <ns1:pt x="79" y="87"/>
                  <ns1:pt x="79" y="87"/>
                </ns1:cubicBezTo>
                <ns1:cubicBezTo>
                  <ns1:pt x="79" y="90"/>
                  <ns1:pt x="78" y="93"/>
                  <ns1:pt x="75" y="94"/>
                </ns1:cubicBezTo>
                <ns1:cubicBezTo>
                  <ns1:pt x="74" y="94"/>
                  <ns1:pt x="73" y="94"/>
                  <ns1:pt x="72" y="94"/>
                </ns1:cubicBezTo>
                <ns1:cubicBezTo>
                  <ns1:pt x="70" y="94"/>
                  <ns1:pt x="68" y="94"/>
                  <ns1:pt x="67" y="92"/>
                </ns1:cubicBezTo>
                <ns1:cubicBezTo>
                  <ns1:pt x="39" y="66"/>
                  <ns1:pt x="39" y="66"/>
                  <ns1:pt x="39" y="66"/>
                </ns1:cubicBezTo>
                <ns1:cubicBezTo>
                  <ns1:pt x="12" y="92"/>
                  <ns1:pt x="12" y="92"/>
                  <ns1:pt x="12" y="92"/>
                </ns1:cubicBezTo>
                <ns1:cubicBezTo>
                  <ns1:pt x="11" y="94"/>
                  <ns1:pt x="9" y="94"/>
                  <ns1:pt x="7" y="94"/>
                </ns1:cubicBezTo>
                <ns1:cubicBezTo>
                  <ns1:pt x="6" y="94"/>
                  <ns1:pt x="5" y="94"/>
                  <ns1:pt x="4" y="94"/>
                </ns1:cubicBezTo>
                <ns1:cubicBezTo>
                  <ns1:pt x="1" y="93"/>
                  <ns1:pt x="0" y="90"/>
                  <ns1:pt x="0" y="87"/>
                </ns1:cubicBezTo>
                <ns1:cubicBezTo>
                  <ns1:pt x="0" y="7"/>
                  <ns1:pt x="0" y="7"/>
                  <ns1:pt x="0" y="7"/>
                </ns1:cubicBezTo>
                <ns1:cubicBezTo>
                  <ns1:pt x="0" y="4"/>
                  <ns1:pt x="1" y="1"/>
                  <ns1:pt x="4" y="0"/>
                </ns1:cubicBezTo>
                <ns1:cubicBezTo>
                  <ns1:pt x="5" y="0"/>
                  <ns1:pt x="6" y="0"/>
                  <ns1:pt x="7" y="0"/>
                </ns1:cubicBezTo>
                <ns1:cubicBezTo>
                  <ns1:pt x="9" y="0"/>
                  <ns1:pt x="70" y="0"/>
                  <ns1:pt x="72" y="0"/>
                </ns1:cubicBezTo>
                <ns1:cubicBezTo>
                  <ns1:pt x="73" y="0"/>
                  <ns1:pt x="74" y="0"/>
                  <ns1:pt x="75" y="0"/>
                </ns1:cubicBezTo>
                <ns1:close/>
                <ns1:moveTo>
                  <ns1:pt x="8" y="8"/>
                </ns1:moveTo>
                <ns1:cubicBezTo>
                  <ns1:pt x="8" y="85"/>
                  <ns1:pt x="8" y="85"/>
                  <ns1:pt x="8" y="85"/>
                </ns1:cubicBezTo>
                <ns1:cubicBezTo>
                  <ns1:pt x="34" y="60"/>
                  <ns1:pt x="34" y="60"/>
                  <ns1:pt x="34" y="60"/>
                </ns1:cubicBezTo>
                <ns1:cubicBezTo>
                  <ns1:pt x="39" y="55"/>
                  <ns1:pt x="39" y="55"/>
                  <ns1:pt x="39" y="55"/>
                </ns1:cubicBezTo>
                <ns1:cubicBezTo>
                  <ns1:pt x="45" y="60"/>
                  <ns1:pt x="45" y="60"/>
                  <ns1:pt x="45" y="60"/>
                </ns1:cubicBezTo>
                <ns1:cubicBezTo>
                  <ns1:pt x="71" y="85"/>
                  <ns1:pt x="71" y="85"/>
                  <ns1:pt x="71" y="85"/>
                </ns1:cubicBezTo>
                <ns1:cubicBezTo>
                  <ns1:pt x="71" y="8"/>
                  <ns1:pt x="71" y="8"/>
                  <ns1:pt x="71" y="8"/>
                </ns1:cubicBezTo>
                <ns1:lnTo>
                  <ns1:pt x="8" y="8"/>
                </ns1:lnTo>
                <ns1:close/>
              </ns1:path>
            </ns1:pathLst>
          </ns1:custGeom>
          <ns1:solidFill>
            <ns1:srgbClr val="010101"/>
          </ns1:solidFill>
          <ns1:ln>
            <ns1:noFill/>
          </ns1:ln>
          <ns1:extLst>
            <ns1:ext uri="{91240B29-F687-4F45-9708-019B960494DF}">
              <ns2:hiddenLine w="9525">
                <ns1:solidFill>
                  <ns1:srgbClr val="000000"/>
                </ns1:solidFill>
                <ns1:round/>
                <ns1:headEnd/>
                <ns1:tailEnd/>
              </ns2:hiddenLine>
            </ns1:ext>
          </ns1:extLst>
        </ns0:spPr>
        <ns0:txBody>
          <ns1:bodyPr vert="horz" wrap="square" lIns="91440" tIns="45720" rIns="91440" bIns="45720" numCol="1" anchor="t" anchorCtr="0" compatLnSpc="1">
            <ns1:prstTxWarp prst="textNoShape">
              <ns1:avLst/>
            </ns1:prstTxWarp>
          </ns1:bodyPr>
          <ns1:lstStyle/>
          <ns1:p>
            <ns1:endParaRPr lang="en-US" sz="2700"/>
          </ns1:p>
        </ns0:txBody>
      </ns0:sp>
      <ns0:sp>
        <ns0:nvSpPr>
          <ns0:cNvPr id="144" name="Freeform 142"/>
          <ns0:cNvSpPr>
            <ns1:spLocks/>
          </ns0:cNvSpPr>
          <ns0:nvPr/>
        </ns0:nvSpPr>
        <ns0:spPr bwMode="auto">
          <ns1:xfrm>
            <ns1:off x="6872289" y="4397376"/>
            <ns1:ext cx="373063" cy="300038"/>
          </ns1:xfrm>
          <ns1:custGeom>
            <ns1:avLst/>
            <ns1:gdLst>
              <ns1:gd name="T0" fmla="*/ 88 w 99"/>
              <ns1:gd name="T1" fmla="*/ 20 h 80"/>
              <ns1:gd name="T2" fmla="*/ 89 w 99"/>
              <ns1:gd name="T3" fmla="*/ 22 h 80"/>
              <ns1:gd name="T4" fmla="*/ 31 w 99"/>
              <ns1:gd name="T5" fmla="*/ 80 h 80"/>
              <ns1:gd name="T6" fmla="*/ 0 w 99"/>
              <ns1:gd name="T7" fmla="*/ 71 h 80"/>
              <ns1:gd name="T8" fmla="*/ 5 w 99"/>
              <ns1:gd name="T9" fmla="*/ 71 h 80"/>
              <ns1:gd name="T10" fmla="*/ 30 w 99"/>
              <ns1:gd name="T11" fmla="*/ 62 h 80"/>
              <ns1:gd name="T12" fmla="*/ 11 w 99"/>
              <ns1:gd name="T13" fmla="*/ 48 h 80"/>
              <ns1:gd name="T14" fmla="*/ 15 w 99"/>
              <ns1:gd name="T15" fmla="*/ 49 h 80"/>
              <ns1:gd name="T16" fmla="*/ 20 w 99"/>
              <ns1:gd name="T17" fmla="*/ 48 h 80"/>
              <ns1:gd name="T18" fmla="*/ 4 w 99"/>
              <ns1:gd name="T19" fmla="*/ 28 h 80"/>
              <ns1:gd name="T20" fmla="*/ 4 w 99"/>
              <ns1:gd name="T21" fmla="*/ 28 h 80"/>
              <ns1:gd name="T22" fmla="*/ 13 w 99"/>
              <ns1:gd name="T23" fmla="*/ 31 h 80"/>
              <ns1:gd name="T24" fmla="*/ 4 w 99"/>
              <ns1:gd name="T25" fmla="*/ 14 h 80"/>
              <ns1:gd name="T26" fmla="*/ 7 w 99"/>
              <ns1:gd name="T27" fmla="*/ 4 h 80"/>
              <ns1:gd name="T28" fmla="*/ 49 w 99"/>
              <ns1:gd name="T29" fmla="*/ 25 h 80"/>
              <ns1:gd name="T30" fmla="*/ 48 w 99"/>
              <ns1:gd name="T31" fmla="*/ 20 h 80"/>
              <ns1:gd name="T32" fmla="*/ 68 w 99"/>
              <ns1:gd name="T33" fmla="*/ 0 h 80"/>
              <ns1:gd name="T34" fmla="*/ 83 w 99"/>
              <ns1:gd name="T35" fmla="*/ 6 h 80"/>
              <ns1:gd name="T36" fmla="*/ 96 w 99"/>
              <ns1:gd name="T37" fmla="*/ 1 h 80"/>
              <ns1:gd name="T38" fmla="*/ 87 w 99"/>
              <ns1:gd name="T39" fmla="*/ 12 h 80"/>
              <ns1:gd name="T40" fmla="*/ 99 w 99"/>
              <ns1:gd name="T41" fmla="*/ 9 h 80"/>
              <ns1:gd name="T42" fmla="*/ 88 w 99"/>
              <ns1:gd name="T43" fmla="*/ 20 h 80"/>
            </ns1:gdLst>
            <ns1:ahLst/>
            <ns1:cxnLst>
              <ns1:cxn ang="0">
                <ns1:pos x="T0" y="T1"/>
              </ns1:cxn>
              <ns1:cxn ang="0">
                <ns1:pos x="T2" y="T3"/>
              </ns1:cxn>
              <ns1:cxn ang="0">
                <ns1:pos x="T4" y="T5"/>
              </ns1:cxn>
              <ns1:cxn ang="0">
                <ns1:pos x="T6" y="T7"/>
              </ns1:cxn>
              <ns1:cxn ang="0">
                <ns1:pos x="T8" y="T9"/>
              </ns1:cxn>
              <ns1:cxn ang="0">
                <ns1:pos x="T10" y="T11"/>
              </ns1:cxn>
              <ns1:cxn ang="0">
                <ns1:pos x="T12" y="T13"/>
              </ns1:cxn>
              <ns1:cxn ang="0">
                <ns1:pos x="T14" y="T15"/>
              </ns1:cxn>
              <ns1:cxn ang="0">
                <ns1:pos x="T16" y="T17"/>
              </ns1:cxn>
              <ns1:cxn ang="0">
                <ns1:pos x="T18" y="T19"/>
              </ns1:cxn>
              <ns1:cxn ang="0">
                <ns1:pos x="T20" y="T21"/>
              </ns1:cxn>
              <ns1:cxn ang="0">
                <ns1:pos x="T22" y="T23"/>
              </ns1:cxn>
              <ns1:cxn ang="0">
                <ns1:pos x="T24" y="T25"/>
              </ns1:cxn>
              <ns1:cxn ang="0">
                <ns1:pos x="T26" y="T27"/>
              </ns1:cxn>
              <ns1:cxn ang="0">
                <ns1:pos x="T28" y="T29"/>
              </ns1:cxn>
              <ns1:cxn ang="0">
                <ns1:pos x="T30" y="T31"/>
              </ns1:cxn>
              <ns1:cxn ang="0">
                <ns1:pos x="T32" y="T33"/>
              </ns1:cxn>
              <ns1:cxn ang="0">
                <ns1:pos x="T34" y="T35"/>
              </ns1:cxn>
              <ns1:cxn ang="0">
                <ns1:pos x="T36" y="T37"/>
              </ns1:cxn>
              <ns1:cxn ang="0">
                <ns1:pos x="T38" y="T39"/>
              </ns1:cxn>
              <ns1:cxn ang="0">
                <ns1:pos x="T40" y="T41"/>
              </ns1:cxn>
              <ns1:cxn ang="0">
                <ns1:pos x="T42" y="T43"/>
              </ns1:cxn>
            </ns1:cxnLst>
            <ns1:rect l="0" t="0" r="r" b="b"/>
            <ns1:pathLst>
              <ns1:path w="99" h="80">
                <ns1:moveTo>
                  <ns1:pt x="88" y="20"/>
                </ns1:moveTo>
                <ns1:cubicBezTo>
                  <ns1:pt x="89" y="21"/>
                  <ns1:pt x="89" y="22"/>
                  <ns1:pt x="89" y="22"/>
                </ns1:cubicBezTo>
                <ns1:cubicBezTo>
                  <ns1:pt x="89" y="49"/>
                  <ns1:pt x="68" y="80"/>
                  <ns1:pt x="31" y="80"/>
                </ns1:cubicBezTo>
                <ns1:cubicBezTo>
                  <ns1:pt x="20" y="80"/>
                  <ns1:pt x="9" y="76"/>
                  <ns1:pt x="0" y="71"/>
                </ns1:cubicBezTo>
                <ns1:cubicBezTo>
                  <ns1:pt x="2" y="71"/>
                  <ns1:pt x="3" y="71"/>
                  <ns1:pt x="5" y="71"/>
                </ns1:cubicBezTo>
                <ns1:cubicBezTo>
                  <ns1:pt x="14" y="71"/>
                  <ns1:pt x="23" y="68"/>
                  <ns1:pt x="30" y="62"/>
                </ns1:cubicBezTo>
                <ns1:cubicBezTo>
                  <ns1:pt x="21" y="62"/>
                  <ns1:pt x="14" y="56"/>
                  <ns1:pt x="11" y="48"/>
                </ns1:cubicBezTo>
                <ns1:cubicBezTo>
                  <ns1:pt x="12" y="49"/>
                  <ns1:pt x="14" y="49"/>
                  <ns1:pt x="15" y="49"/>
                </ns1:cubicBezTo>
                <ns1:cubicBezTo>
                  <ns1:pt x="17" y="49"/>
                  <ns1:pt x="19" y="48"/>
                  <ns1:pt x="20" y="48"/>
                </ns1:cubicBezTo>
                <ns1:cubicBezTo>
                  <ns1:pt x="11" y="46"/>
                  <ns1:pt x="4" y="38"/>
                  <ns1:pt x="4" y="28"/>
                </ns1:cubicBezTo>
                <ns1:cubicBezTo>
                  <ns1:pt x="4" y="28"/>
                  <ns1:pt x="4" y="28"/>
                  <ns1:pt x="4" y="28"/>
                </ns1:cubicBezTo>
                <ns1:cubicBezTo>
                  <ns1:pt x="7" y="29"/>
                  <ns1:pt x="10" y="30"/>
                  <ns1:pt x="13" y="31"/>
                </ns1:cubicBezTo>
                <ns1:cubicBezTo>
                  <ns1:pt x="8" y="27"/>
                  <ns1:pt x="4" y="21"/>
                  <ns1:pt x="4" y="14"/>
                </ns1:cubicBezTo>
                <ns1:cubicBezTo>
                  <ns1:pt x="4" y="10"/>
                  <ns1:pt x="5" y="7"/>
                  <ns1:pt x="7" y="4"/>
                </ns1:cubicBezTo>
                <ns1:cubicBezTo>
                  <ns1:pt x="17" y="16"/>
                  <ns1:pt x="32" y="24"/>
                  <ns1:pt x="49" y="25"/>
                </ns1:cubicBezTo>
                <ns1:cubicBezTo>
                  <ns1:pt x="48" y="23"/>
                  <ns1:pt x="48" y="22"/>
                  <ns1:pt x="48" y="20"/>
                </ns1:cubicBezTo>
                <ns1:cubicBezTo>
                  <ns1:pt x="48" y="9"/>
                  <ns1:pt x="57" y="0"/>
                  <ns1:pt x="68" y="0"/>
                </ns1:cubicBezTo>
                <ns1:cubicBezTo>
                  <ns1:pt x="74" y="0"/>
                  <ns1:pt x="79" y="2"/>
                  <ns1:pt x="83" y="6"/>
                </ns1:cubicBezTo>
                <ns1:cubicBezTo>
                  <ns1:pt x="88" y="5"/>
                  <ns1:pt x="92" y="4"/>
                  <ns1:pt x="96" y="1"/>
                </ns1:cubicBezTo>
                <ns1:cubicBezTo>
                  <ns1:pt x="94" y="6"/>
                  <ns1:pt x="91" y="10"/>
                  <ns1:pt x="87" y="12"/>
                </ns1:cubicBezTo>
                <ns1:cubicBezTo>
                  <ns1:pt x="91" y="12"/>
                  <ns1:pt x="95" y="11"/>
                  <ns1:pt x="99" y="9"/>
                </ns1:cubicBezTo>
                <ns1:cubicBezTo>
                  <ns1:pt x="96" y="13"/>
                  <ns1:pt x="92" y="17"/>
                  <ns1:pt x="88" y="20"/>
                </ns1:cubicBezTo>
                <ns1:close/>
              </ns1:path>
            </ns1:pathLst>
          </ns1:custGeom>
          <ns1:solidFill>
            <ns1:srgbClr val="010101"/>
          </ns1:solidFill>
          <ns1:ln>
            <ns1:noFill/>
          </ns1:ln>
          <ns1:extLst>
            <ns1:ext uri="{91240B29-F687-4F45-9708-019B960494DF}">
              <ns2:hiddenLine w="9525">
                <ns1:solidFill>
                  <ns1:srgbClr val="000000"/>
                </ns1:solidFill>
                <ns1:round/>
                <ns1:headEnd/>
                <ns1:tailEnd/>
              </ns2:hiddenLine>
            </ns1:ext>
          </ns1:extLst>
        </ns0:spPr>
        <ns0:txBody>
          <ns1:bodyPr vert="horz" wrap="square" lIns="91440" tIns="45720" rIns="91440" bIns="45720" numCol="1" anchor="t" anchorCtr="0" compatLnSpc="1">
            <ns1:prstTxWarp prst="textNoShape">
              <ns1:avLst/>
            </ns1:prstTxWarp>
          </ns1:bodyPr>
          <ns1:lstStyle/>
          <ns1:p>
            <ns1:endParaRPr lang="en-US" sz="2700"/>
          </ns1:p>
        </ns0:txBody>
      </ns0:sp>
      <ns0:sp>
        <ns0:nvSpPr>
          <ns0:cNvPr id="145" name="Freeform 143"/>
          <ns0:cNvSpPr>
            <ns1:spLocks/>
          </ns0:cNvSpPr>
          <ns0:nvPr/>
        </ns0:nvSpPr>
        <ns0:spPr bwMode="auto">
          <ns1:xfrm>
            <ns1:off x="7605714" y="4337052"/>
            <ns1:ext cx="201613" cy="390525"/>
          </ns1:xfrm>
          <ns1:custGeom>
            <ns1:avLst/>
            <ns1:gdLst>
              <ns1:gd name="T0" fmla="*/ 54 w 54"/>
              <ns1:gd name="T1" fmla="*/ 17 h 104"/>
              <ns1:gd name="T2" fmla="*/ 44 w 54"/>
              <ns1:gd name="T3" fmla="*/ 17 h 104"/>
              <ns1:gd name="T4" fmla="*/ 35 w 54"/>
              <ns1:gd name="T5" fmla="*/ 26 h 104"/>
              <ns1:gd name="T6" fmla="*/ 35 w 54"/>
              <ns1:gd name="T7" fmla="*/ 38 h 104"/>
              <ns1:gd name="T8" fmla="*/ 53 w 54"/>
              <ns1:gd name="T9" fmla="*/ 38 h 104"/>
              <ns1:gd name="T10" fmla="*/ 51 w 54"/>
              <ns1:gd name="T11" fmla="*/ 56 h 104"/>
              <ns1:gd name="T12" fmla="*/ 35 w 54"/>
              <ns1:gd name="T13" fmla="*/ 56 h 104"/>
              <ns1:gd name="T14" fmla="*/ 35 w 54"/>
              <ns1:gd name="T15" fmla="*/ 104 h 104"/>
              <ns1:gd name="T16" fmla="*/ 16 w 54"/>
              <ns1:gd name="T17" fmla="*/ 104 h 104"/>
              <ns1:gd name="T18" fmla="*/ 16 w 54"/>
              <ns1:gd name="T19" fmla="*/ 56 h 104"/>
              <ns1:gd name="T20" fmla="*/ 0 w 54"/>
              <ns1:gd name="T21" fmla="*/ 56 h 104"/>
              <ns1:gd name="T22" fmla="*/ 0 w 54"/>
              <ns1:gd name="T23" fmla="*/ 38 h 104"/>
              <ns1:gd name="T24" fmla="*/ 16 w 54"/>
              <ns1:gd name="T25" fmla="*/ 38 h 104"/>
              <ns1:gd name="T26" fmla="*/ 16 w 54"/>
              <ns1:gd name="T27" fmla="*/ 24 h 104"/>
              <ns1:gd name="T28" fmla="*/ 40 w 54"/>
              <ns1:gd name="T29" fmla="*/ 0 h 104"/>
              <ns1:gd name="T30" fmla="*/ 54 w 54"/>
              <ns1:gd name="T31" fmla="*/ 1 h 104"/>
              <ns1:gd name="T32" fmla="*/ 54 w 54"/>
              <ns1:gd name="T33" fmla="*/ 17 h 104"/>
            </ns1:gdLst>
            <ns1:ahLst/>
            <ns1:cxnLst>
              <ns1:cxn ang="0">
                <ns1:pos x="T0" y="T1"/>
              </ns1:cxn>
              <ns1:cxn ang="0">
                <ns1:pos x="T2" y="T3"/>
              </ns1:cxn>
              <ns1:cxn ang="0">
                <ns1:pos x="T4" y="T5"/>
              </ns1:cxn>
              <ns1:cxn ang="0">
                <ns1:pos x="T6" y="T7"/>
              </ns1:cxn>
              <ns1:cxn ang="0">
                <ns1:pos x="T8" y="T9"/>
              </ns1:cxn>
              <ns1:cxn ang="0">
                <ns1:pos x="T10" y="T11"/>
              </ns1:cxn>
              <ns1:cxn ang="0">
                <ns1:pos x="T12" y="T13"/>
              </ns1:cxn>
              <ns1:cxn ang="0">
                <ns1:pos x="T14" y="T15"/>
              </ns1:cxn>
              <ns1:cxn ang="0">
                <ns1:pos x="T16" y="T17"/>
              </ns1:cxn>
              <ns1:cxn ang="0">
                <ns1:pos x="T18" y="T19"/>
              </ns1:cxn>
              <ns1:cxn ang="0">
                <ns1:pos x="T20" y="T21"/>
              </ns1:cxn>
              <ns1:cxn ang="0">
                <ns1:pos x="T22" y="T23"/>
              </ns1:cxn>
              <ns1:cxn ang="0">
                <ns1:pos x="T24" y="T25"/>
              </ns1:cxn>
              <ns1:cxn ang="0">
                <ns1:pos x="T26" y="T27"/>
              </ns1:cxn>
              <ns1:cxn ang="0">
                <ns1:pos x="T28" y="T29"/>
              </ns1:cxn>
              <ns1:cxn ang="0">
                <ns1:pos x="T30" y="T31"/>
              </ns1:cxn>
              <ns1:cxn ang="0">
                <ns1:pos x="T32" y="T33"/>
              </ns1:cxn>
            </ns1:cxnLst>
            <ns1:rect l="0" t="0" r="r" b="b"/>
            <ns1:pathLst>
              <ns1:path w="54" h="104">
                <ns1:moveTo>
                  <ns1:pt x="54" y="17"/>
                </ns1:moveTo>
                <ns1:cubicBezTo>
                  <ns1:pt x="44" y="17"/>
                  <ns1:pt x="44" y="17"/>
                  <ns1:pt x="44" y="17"/>
                </ns1:cubicBezTo>
                <ns1:cubicBezTo>
                  <ns1:pt x="36" y="17"/>
                  <ns1:pt x="35" y="21"/>
                  <ns1:pt x="35" y="26"/>
                </ns1:cubicBezTo>
                <ns1:cubicBezTo>
                  <ns1:pt x="35" y="38"/>
                  <ns1:pt x="35" y="38"/>
                  <ns1:pt x="35" y="38"/>
                </ns1:cubicBezTo>
                <ns1:cubicBezTo>
                  <ns1:pt x="53" y="38"/>
                  <ns1:pt x="53" y="38"/>
                  <ns1:pt x="53" y="38"/>
                </ns1:cubicBezTo>
                <ns1:cubicBezTo>
                  <ns1:pt x="51" y="56"/>
                  <ns1:pt x="51" y="56"/>
                  <ns1:pt x="51" y="56"/>
                </ns1:cubicBezTo>
                <ns1:cubicBezTo>
                  <ns1:pt x="35" y="56"/>
                  <ns1:pt x="35" y="56"/>
                  <ns1:pt x="35" y="56"/>
                </ns1:cubicBezTo>
                <ns1:cubicBezTo>
                  <ns1:pt x="35" y="104"/>
                  <ns1:pt x="35" y="104"/>
                  <ns1:pt x="35" y="104"/>
                </ns1:cubicBezTo>
                <ns1:cubicBezTo>
                  <ns1:pt x="16" y="104"/>
                  <ns1:pt x="16" y="104"/>
                  <ns1:pt x="16" y="104"/>
                </ns1:cubicBezTo>
                <ns1:cubicBezTo>
                  <ns1:pt x="16" y="56"/>
                  <ns1:pt x="16" y="56"/>
                  <ns1:pt x="16" y="56"/>
                </ns1:cubicBezTo>
                <ns1:cubicBezTo>
                  <ns1:pt x="0" y="56"/>
                  <ns1:pt x="0" y="56"/>
                  <ns1:pt x="0" y="56"/>
                </ns1:cubicBezTo>
                <ns1:cubicBezTo>
                  <ns1:pt x="0" y="38"/>
                  <ns1:pt x="0" y="38"/>
                  <ns1:pt x="0" y="38"/>
                </ns1:cubicBezTo>
                <ns1:cubicBezTo>
                  <ns1:pt x="16" y="38"/>
                  <ns1:pt x="16" y="38"/>
                  <ns1:pt x="16" y="38"/>
                </ns1:cubicBezTo>
                <ns1:cubicBezTo>
                  <ns1:pt x="16" y="24"/>
                  <ns1:pt x="16" y="24"/>
                  <ns1:pt x="16" y="24"/>
                </ns1:cubicBezTo>
                <ns1:cubicBezTo>
                  <ns1:pt x="16" y="8"/>
                  <ns1:pt x="26" y="0"/>
                  <ns1:pt x="40" y="0"/>
                </ns1:cubicBezTo>
                <ns1:cubicBezTo>
                  <ns1:pt x="46" y="0"/>
                  <ns1:pt x="52" y="0"/>
                  <ns1:pt x="54" y="1"/>
                </ns1:cubicBezTo>
                <ns1:lnTo>
                  <ns1:pt x="54" y="17"/>
                </ns1:lnTo>
                <ns1:close/>
              </ns1:path>
            </ns1:pathLst>
          </ns1:custGeom>
          <ns1:solidFill>
            <ns1:srgbClr val="010101"/>
          </ns1:solidFill>
          <ns1:ln>
            <ns1:noFill/>
          </ns1:ln>
          <ns1:extLst>
            <ns1:ext uri="{91240B29-F687-4F45-9708-019B960494DF}">
              <ns2:hiddenLine w="9525">
                <ns1:solidFill>
                  <ns1:srgbClr val="000000"/>
                </ns1:solidFill>
                <ns1:round/>
                <ns1:headEnd/>
                <ns1:tailEnd/>
              </ns2:hiddenLine>
            </ns1:ext>
          </ns1:extLst>
        </ns0:spPr>
        <ns0:txBody>
          <ns1:bodyPr vert="horz" wrap="square" lIns="91440" tIns="45720" rIns="91440" bIns="45720" numCol="1" anchor="t" anchorCtr="0" compatLnSpc="1">
            <ns1:prstTxWarp prst="textNoShape">
              <ns1:avLst/>
            </ns1:prstTxWarp>
          </ns1:bodyPr>
          <ns1:lstStyle/>
          <ns1:p>
            <ns1:endParaRPr lang="en-US" sz="2700"/>
          </ns1:p>
        </ns0:txBody>
      </ns0:sp>
      <ns0:sp>
        <ns0:nvSpPr>
          <ns0:cNvPr id="146" name="Freeform 144"/>
          <ns0:cNvSpPr>
            <ns1:spLocks/>
          </ns0:cNvSpPr>
          <ns0:nvPr/>
        </ns0:nvSpPr>
        <ns0:spPr bwMode="auto">
          <ns1:xfrm>
            <ns1:off x="8167689" y="4367214"/>
            <ns1:ext cx="360363" cy="352425"/>
          </ns1:xfrm>
          <ns1:custGeom>
            <ns1:avLst/>
            <ns1:gdLst>
              <ns1:gd name="T0" fmla="*/ 63 w 96"/>
              <ns1:gd name="T1" fmla="*/ 93 h 94"/>
              <ns1:gd name="T2" fmla="*/ 60 w 96"/>
              <ns1:gd name="T3" fmla="*/ 91 h 94"/>
              <ns1:gd name="T4" fmla="*/ 60 w 96"/>
              <ns1:gd name="T5" fmla="*/ 78 h 94"/>
              <ns1:gd name="T6" fmla="*/ 57 w 96"/>
              <ns1:gd name="T7" fmla="*/ 69 h 94"/>
              <ns1:gd name="T8" fmla="*/ 79 w 96"/>
              <ns1:gd name="T9" fmla="*/ 45 h 94"/>
              <ns1:gd name="T10" fmla="*/ 74 w 96"/>
              <ns1:gd name="T11" fmla="*/ 32 h 94"/>
              <ns1:gd name="T12" fmla="*/ 73 w 96"/>
              <ns1:gd name="T13" fmla="*/ 20 h 94"/>
              <ns1:gd name="T14" fmla="*/ 60 w 96"/>
              <ns1:gd name="T15" fmla="*/ 25 h 94"/>
              <ns1:gd name="T16" fmla="*/ 48 w 96"/>
              <ns1:gd name="T17" fmla="*/ 23 h 94"/>
              <ns1:gd name="T18" fmla="*/ 36 w 96"/>
              <ns1:gd name="T19" fmla="*/ 25 h 94"/>
              <ns1:gd name="T20" fmla="*/ 23 w 96"/>
              <ns1:gd name="T21" fmla="*/ 20 h 94"/>
              <ns1:gd name="T22" fmla="*/ 22 w 96"/>
              <ns1:gd name="T23" fmla="*/ 32 h 94"/>
              <ns1:gd name="T24" fmla="*/ 18 w 96"/>
              <ns1:gd name="T25" fmla="*/ 45 h 94"/>
              <ns1:gd name="T26" fmla="*/ 39 w 96"/>
              <ns1:gd name="T27" fmla="*/ 69 h 94"/>
              <ns1:gd name="T28" fmla="*/ 36 w 96"/>
              <ns1:gd name="T29" fmla="*/ 75 h 94"/>
              <ns1:gd name="T30" fmla="*/ 22 w 96"/>
              <ns1:gd name="T31" fmla="*/ 71 h 94"/>
              <ns1:gd name="T32" fmla="*/ 15 w 96"/>
              <ns1:gd name="T33" fmla="*/ 66 h 94"/>
              <ns1:gd name="T34" fmla="*/ 15 w 96"/>
              <ns1:gd name="T35" fmla="*/ 69 h 94"/>
              <ns1:gd name="T36" fmla="*/ 20 w 96"/>
              <ns1:gd name="T37" fmla="*/ 76 h 94"/>
              <ns1:gd name="T38" fmla="*/ 36 w 96"/>
              <ns1:gd name="T39" fmla="*/ 82 h 94"/>
              <ns1:gd name="T40" fmla="*/ 36 w 96"/>
              <ns1:gd name="T41" fmla="*/ 91 h 94"/>
              <ns1:gd name="T42" fmla="*/ 33 w 96"/>
              <ns1:gd name="T43" fmla="*/ 93 h 94"/>
              <ns1:gd name="T44" fmla="*/ 0 w 96"/>
              <ns1:gd name="T45" fmla="*/ 48 h 94"/>
              <ns1:gd name="T46" fmla="*/ 48 w 96"/>
              <ns1:gd name="T47" fmla="*/ 0 h 94"/>
              <ns1:gd name="T48" fmla="*/ 96 w 96"/>
              <ns1:gd name="T49" fmla="*/ 48 h 94"/>
              <ns1:gd name="T50" fmla="*/ 63 w 96"/>
              <ns1:gd name="T51" fmla="*/ 93 h 94"/>
            </ns1:gdLst>
            <ns1:ahLst/>
            <ns1:cxnLst>
              <ns1:cxn ang="0">
                <ns1:pos x="T0" y="T1"/>
              </ns1:cxn>
              <ns1:cxn ang="0">
                <ns1:pos x="T2" y="T3"/>
              </ns1:cxn>
              <ns1:cxn ang="0">
                <ns1:pos x="T4" y="T5"/>
              </ns1:cxn>
              <ns1:cxn ang="0">
                <ns1:pos x="T6" y="T7"/>
              </ns1:cxn>
              <ns1:cxn ang="0">
                <ns1:pos x="T8" y="T9"/>
              </ns1:cxn>
              <ns1:cxn ang="0">
                <ns1:pos x="T10" y="T11"/>
              </ns1:cxn>
              <ns1:cxn ang="0">
                <ns1:pos x="T12" y="T13"/>
              </ns1:cxn>
              <ns1:cxn ang="0">
                <ns1:pos x="T14" y="T15"/>
              </ns1:cxn>
              <ns1:cxn ang="0">
                <ns1:pos x="T16" y="T17"/>
              </ns1:cxn>
              <ns1:cxn ang="0">
                <ns1:pos x="T18" y="T19"/>
              </ns1:cxn>
              <ns1:cxn ang="0">
                <ns1:pos x="T20" y="T21"/>
              </ns1:cxn>
              <ns1:cxn ang="0">
                <ns1:pos x="T22" y="T23"/>
              </ns1:cxn>
              <ns1:cxn ang="0">
                <ns1:pos x="T24" y="T25"/>
              </ns1:cxn>
              <ns1:cxn ang="0">
                <ns1:pos x="T26" y="T27"/>
              </ns1:cxn>
              <ns1:cxn ang="0">
                <ns1:pos x="T28" y="T29"/>
              </ns1:cxn>
              <ns1:cxn ang="0">
                <ns1:pos x="T30" y="T31"/>
              </ns1:cxn>
              <ns1:cxn ang="0">
                <ns1:pos x="T32" y="T33"/>
              </ns1:cxn>
              <ns1:cxn ang="0">
                <ns1:pos x="T34" y="T35"/>
              </ns1:cxn>
              <ns1:cxn ang="0">
                <ns1:pos x="T36" y="T37"/>
              </ns1:cxn>
              <ns1:cxn ang="0">
                <ns1:pos x="T38" y="T39"/>
              </ns1:cxn>
              <ns1:cxn ang="0">
                <ns1:pos x="T40" y="T41"/>
              </ns1:cxn>
              <ns1:cxn ang="0">
                <ns1:pos x="T42" y="T43"/>
              </ns1:cxn>
              <ns1:cxn ang="0">
                <ns1:pos x="T44" y="T45"/>
              </ns1:cxn>
              <ns1:cxn ang="0">
                <ns1:pos x="T46" y="T47"/>
              </ns1:cxn>
              <ns1:cxn ang="0">
                <ns1:pos x="T48" y="T49"/>
              </ns1:cxn>
              <ns1:cxn ang="0">
                <ns1:pos x="T50" y="T51"/>
              </ns1:cxn>
            </ns1:cxnLst>
            <ns1:rect l="0" t="0" r="r" b="b"/>
            <ns1:pathLst>
              <ns1:path w="96" h="94">
                <ns1:moveTo>
                  <ns1:pt x="63" y="93"/>
                </ns1:moveTo>
                <ns1:cubicBezTo>
                  <ns1:pt x="61" y="94"/>
                  <ns1:pt x="60" y="92"/>
                  <ns1:pt x="60" y="91"/>
                </ns1:cubicBezTo>
                <ns1:cubicBezTo>
                  <ns1:pt x="60" y="89"/>
                  <ns1:pt x="60" y="84"/>
                  <ns1:pt x="60" y="78"/>
                </ns1:cubicBezTo>
                <ns1:cubicBezTo>
                  <ns1:pt x="60" y="73"/>
                  <ns1:pt x="59" y="70"/>
                  <ns1:pt x="57" y="69"/>
                </ns1:cubicBezTo>
                <ns1:cubicBezTo>
                  <ns1:pt x="67" y="68"/>
                  <ns1:pt x="79" y="64"/>
                  <ns1:pt x="79" y="45"/>
                </ns1:cubicBezTo>
                <ns1:cubicBezTo>
                  <ns1:pt x="79" y="40"/>
                  <ns1:pt x="77" y="36"/>
                  <ns1:pt x="74" y="32"/>
                </ns1:cubicBezTo>
                <ns1:cubicBezTo>
                  <ns1:pt x="74" y="31"/>
                  <ns1:pt x="76" y="26"/>
                  <ns1:pt x="73" y="20"/>
                </ns1:cubicBezTo>
                <ns1:cubicBezTo>
                  <ns1:pt x="69" y="18"/>
                  <ns1:pt x="60" y="25"/>
                  <ns1:pt x="60" y="25"/>
                </ns1:cubicBezTo>
                <ns1:cubicBezTo>
                  <ns1:pt x="56" y="24"/>
                  <ns1:pt x="52" y="23"/>
                  <ns1:pt x="48" y="23"/>
                </ns1:cubicBezTo>
                <ns1:cubicBezTo>
                  <ns1:pt x="44" y="23"/>
                  <ns1:pt x="40" y="24"/>
                  <ns1:pt x="36" y="25"/>
                </ns1:cubicBezTo>
                <ns1:cubicBezTo>
                  <ns1:pt x="36" y="25"/>
                  <ns1:pt x="27" y="18"/>
                  <ns1:pt x="23" y="20"/>
                </ns1:cubicBezTo>
                <ns1:cubicBezTo>
                  <ns1:pt x="20" y="26"/>
                  <ns1:pt x="22" y="31"/>
                  <ns1:pt x="22" y="32"/>
                </ns1:cubicBezTo>
                <ns1:cubicBezTo>
                  <ns1:pt x="19" y="36"/>
                  <ns1:pt x="18" y="40"/>
                  <ns1:pt x="18" y="45"/>
                </ns1:cubicBezTo>
                <ns1:cubicBezTo>
                  <ns1:pt x="18" y="64"/>
                  <ns1:pt x="29" y="68"/>
                  <ns1:pt x="39" y="69"/>
                </ns1:cubicBezTo>
                <ns1:cubicBezTo>
                  <ns1:pt x="38" y="70"/>
                  <ns1:pt x="37" y="72"/>
                  <ns1:pt x="36" y="75"/>
                </ns1:cubicBezTo>
                <ns1:cubicBezTo>
                  <ns1:pt x="34" y="77"/>
                  <ns1:pt x="27" y="79"/>
                  <ns1:pt x="22" y="71"/>
                </ns1:cubicBezTo>
                <ns1:cubicBezTo>
                  <ns1:pt x="20" y="67"/>
                  <ns1:pt x="15" y="66"/>
                  <ns1:pt x="15" y="66"/>
                </ns1:cubicBezTo>
                <ns1:cubicBezTo>
                  <ns1:pt x="10" y="66"/>
                  <ns1:pt x="15" y="69"/>
                  <ns1:pt x="15" y="69"/>
                </ns1:cubicBezTo>
                <ns1:cubicBezTo>
                  <ns1:pt x="18" y="71"/>
                  <ns1:pt x="20" y="76"/>
                  <ns1:pt x="20" y="76"/>
                </ns1:cubicBezTo>
                <ns1:cubicBezTo>
                  <ns1:pt x="23" y="85"/>
                  <ns1:pt x="36" y="82"/>
                  <ns1:pt x="36" y="82"/>
                </ns1:cubicBezTo>
                <ns1:cubicBezTo>
                  <ns1:pt x="36" y="86"/>
                  <ns1:pt x="36" y="90"/>
                  <ns1:pt x="36" y="91"/>
                </ns1:cubicBezTo>
                <ns1:cubicBezTo>
                  <ns1:pt x="36" y="92"/>
                  <ns1:pt x="35" y="94"/>
                  <ns1:pt x="33" y="93"/>
                </ns1:cubicBezTo>
                <ns1:cubicBezTo>
                  <ns1:pt x="14" y="87"/>
                  <ns1:pt x="0" y="69"/>
                  <ns1:pt x="0" y="48"/>
                </ns1:cubicBezTo>
                <ns1:cubicBezTo>
                  <ns1:pt x="0" y="21"/>
                  <ns1:pt x="22" y="0"/>
                  <ns1:pt x="48" y="0"/>
                </ns1:cubicBezTo>
                <ns1:cubicBezTo>
                  <ns1:pt x="75" y="0"/>
                  <ns1:pt x="96" y="21"/>
                  <ns1:pt x="96" y="48"/>
                </ns1:cubicBezTo>
                <ns1:cubicBezTo>
                  <ns1:pt x="96" y="69"/>
                  <ns1:pt x="82" y="87"/>
                  <ns1:pt x="63" y="93"/>
                </ns1:cubicBezTo>
                <ns1:close/>
              </ns1:path>
            </ns1:pathLst>
          </ns1:custGeom>
          <ns1:solidFill>
            <ns1:srgbClr val="010101"/>
          </ns1:solidFill>
          <ns1:ln>
            <ns1:noFill/>
          </ns1:ln>
          <ns1:extLst>
            <ns1:ext uri="{91240B29-F687-4F45-9708-019B960494DF}">
              <ns2:hiddenLine w="9525">
                <ns1:solidFill>
                  <ns1:srgbClr val="000000"/>
                </ns1:solidFill>
                <ns1:round/>
                <ns1:headEnd/>
                <ns1:tailEnd/>
              </ns2:hiddenLine>
            </ns1:ext>
          </ns1:extLst>
        </ns0:spPr>
        <ns0:txBody>
          <ns1:bodyPr vert="horz" wrap="square" lIns="91440" tIns="45720" rIns="91440" bIns="45720" numCol="1" anchor="t" anchorCtr="0" compatLnSpc="1">
            <ns1:prstTxWarp prst="textNoShape">
              <ns1:avLst/>
            </ns1:prstTxWarp>
          </ns1:bodyPr>
          <ns1:lstStyle/>
          <ns1:p>
            <ns1:endParaRPr lang="en-US" sz="2700"/>
          </ns1:p>
        </ns0:txBody>
      </ns0:sp>
      <ns0:sp>
        <ns0:nvSpPr>
          <ns0:cNvPr id="147" name="Freeform 145"/>
          <ns0:cNvSpPr>
            <ns1:spLocks/>
          </ns0:cNvSpPr>
          <ns0:nvPr/>
        </ns0:nvSpPr>
        <ns0:spPr bwMode="auto">
          <ns1:xfrm>
            <ns1:off x="8799514" y="4367213"/>
            <ns1:ext cx="388938" cy="330200"/>
          </ns1:xfrm>
          <ns1:custGeom>
            <ns1:avLst/>
            <ns1:gdLst>
              <ns1:gd name="T0" fmla="*/ 104 w 104"/>
              <ns1:gd name="T1" fmla="*/ 44 h 88"/>
              <ns1:gd name="T2" fmla="*/ 100 w 104"/>
              <ns1:gd name="T3" fmla="*/ 48 h 88"/>
              <ns1:gd name="T4" fmla="*/ 96 w 104"/>
              <ns1:gd name="T5" fmla="*/ 48 h 88"/>
              <ns1:gd name="T6" fmla="*/ 92 w 104"/>
              <ns1:gd name="T7" fmla="*/ 44 h 88"/>
              <ns1:gd name="T8" fmla="*/ 92 w 104"/>
              <ns1:gd name="T9" fmla="*/ 28 h 88"/>
              <ns1:gd name="T10" fmla="*/ 76 w 104"/>
              <ns1:gd name="T11" fmla="*/ 12 h 88"/>
              <ns1:gd name="T12" fmla="*/ 60 w 104"/>
              <ns1:gd name="T13" fmla="*/ 28 h 88"/>
              <ns1:gd name="T14" fmla="*/ 60 w 104"/>
              <ns1:gd name="T15" fmla="*/ 40 h 88"/>
              <ns1:gd name="T16" fmla="*/ 66 w 104"/>
              <ns1:gd name="T17" fmla="*/ 40 h 88"/>
              <ns1:gd name="T18" fmla="*/ 72 w 104"/>
              <ns1:gd name="T19" fmla="*/ 46 h 88"/>
              <ns1:gd name="T20" fmla="*/ 72 w 104"/>
              <ns1:gd name="T21" fmla="*/ 82 h 88"/>
              <ns1:gd name="T22" fmla="*/ 66 w 104"/>
              <ns1:gd name="T23" fmla="*/ 88 h 88"/>
              <ns1:gd name="T24" fmla="*/ 6 w 104"/>
              <ns1:gd name="T25" fmla="*/ 88 h 88"/>
              <ns1:gd name="T26" fmla="*/ 0 w 104"/>
              <ns1:gd name="T27" fmla="*/ 82 h 88"/>
              <ns1:gd name="T28" fmla="*/ 0 w 104"/>
              <ns1:gd name="T29" fmla="*/ 46 h 88"/>
              <ns1:gd name="T30" fmla="*/ 6 w 104"/>
              <ns1:gd name="T31" fmla="*/ 40 h 88"/>
              <ns1:gd name="T32" fmla="*/ 48 w 104"/>
              <ns1:gd name="T33" fmla="*/ 40 h 88"/>
              <ns1:gd name="T34" fmla="*/ 48 w 104"/>
              <ns1:gd name="T35" fmla="*/ 28 h 88"/>
              <ns1:gd name="T36" fmla="*/ 76 w 104"/>
              <ns1:gd name="T37" fmla="*/ 0 h 88"/>
              <ns1:gd name="T38" fmla="*/ 104 w 104"/>
              <ns1:gd name="T39" fmla="*/ 28 h 88"/>
              <ns1:gd name="T40" fmla="*/ 104 w 104"/>
              <ns1:gd name="T41" fmla="*/ 44 h 88"/>
            </ns1:gdLst>
            <ns1:ahLst/>
            <ns1:cxnLst>
              <ns1:cxn ang="0">
                <ns1:pos x="T0" y="T1"/>
              </ns1:cxn>
              <ns1:cxn ang="0">
                <ns1:pos x="T2" y="T3"/>
              </ns1:cxn>
              <ns1:cxn ang="0">
                <ns1:pos x="T4" y="T5"/>
              </ns1:cxn>
              <ns1:cxn ang="0">
                <ns1:pos x="T6" y="T7"/>
              </ns1:cxn>
              <ns1:cxn ang="0">
                <ns1:pos x="T8" y="T9"/>
              </ns1:cxn>
              <ns1:cxn ang="0">
                <ns1:pos x="T10" y="T11"/>
              </ns1:cxn>
              <ns1:cxn ang="0">
                <ns1:pos x="T12" y="T13"/>
              </ns1:cxn>
              <ns1:cxn ang="0">
                <ns1:pos x="T14" y="T15"/>
              </ns1:cxn>
              <ns1:cxn ang="0">
                <ns1:pos x="T16" y="T17"/>
              </ns1:cxn>
              <ns1:cxn ang="0">
                <ns1:pos x="T18" y="T19"/>
              </ns1:cxn>
              <ns1:cxn ang="0">
                <ns1:pos x="T20" y="T21"/>
              </ns1:cxn>
              <ns1:cxn ang="0">
                <ns1:pos x="T22" y="T23"/>
              </ns1:cxn>
              <ns1:cxn ang="0">
                <ns1:pos x="T24" y="T25"/>
              </ns1:cxn>
              <ns1:cxn ang="0">
                <ns1:pos x="T26" y="T27"/>
              </ns1:cxn>
              <ns1:cxn ang="0">
                <ns1:pos x="T28" y="T29"/>
              </ns1:cxn>
              <ns1:cxn ang="0">
                <ns1:pos x="T30" y="T31"/>
              </ns1:cxn>
              <ns1:cxn ang="0">
                <ns1:pos x="T32" y="T33"/>
              </ns1:cxn>
              <ns1:cxn ang="0">
                <ns1:pos x="T34" y="T35"/>
              </ns1:cxn>
              <ns1:cxn ang="0">
                <ns1:pos x="T36" y="T37"/>
              </ns1:cxn>
              <ns1:cxn ang="0">
                <ns1:pos x="T38" y="T39"/>
              </ns1:cxn>
              <ns1:cxn ang="0">
                <ns1:pos x="T40" y="T41"/>
              </ns1:cxn>
            </ns1:cxnLst>
            <ns1:rect l="0" t="0" r="r" b="b"/>
            <ns1:pathLst>
              <ns1:path w="104" h="88">
                <ns1:moveTo>
                  <ns1:pt x="104" y="44"/>
                </ns1:moveTo>
                <ns1:cubicBezTo>
                  <ns1:pt x="104" y="46"/>
                  <ns1:pt x="102" y="48"/>
                  <ns1:pt x="100" y="48"/>
                </ns1:cubicBezTo>
                <ns1:cubicBezTo>
                  <ns1:pt x="96" y="48"/>
                  <ns1:pt x="96" y="48"/>
                  <ns1:pt x="96" y="48"/>
                </ns1:cubicBezTo>
                <ns1:cubicBezTo>
                  <ns1:pt x="94" y="48"/>
                  <ns1:pt x="92" y="46"/>
                  <ns1:pt x="92" y="44"/>
                </ns1:cubicBezTo>
                <ns1:cubicBezTo>
                  <ns1:pt x="92" y="28"/>
                  <ns1:pt x="92" y="28"/>
                  <ns1:pt x="92" y="28"/>
                </ns1:cubicBezTo>
                <ns1:cubicBezTo>
                  <ns1:pt x="92" y="19"/>
                  <ns1:pt x="85" y="12"/>
                  <ns1:pt x="76" y="12"/>
                </ns1:cubicBezTo>
                <ns1:cubicBezTo>
                  <ns1:pt x="67" y="12"/>
                  <ns1:pt x="60" y="19"/>
                  <ns1:pt x="60" y="28"/>
                </ns1:cubicBezTo>
                <ns1:cubicBezTo>
                  <ns1:pt x="60" y="40"/>
                  <ns1:pt x="60" y="40"/>
                  <ns1:pt x="60" y="40"/>
                </ns1:cubicBezTo>
                <ns1:cubicBezTo>
                  <ns1:pt x="66" y="40"/>
                  <ns1:pt x="66" y="40"/>
                  <ns1:pt x="66" y="40"/>
                </ns1:cubicBezTo>
                <ns1:cubicBezTo>
                  <ns1:pt x="69" y="40"/>
                  <ns1:pt x="72" y="43"/>
                  <ns1:pt x="72" y="46"/>
                </ns1:cubicBezTo>
                <ns1:cubicBezTo>
                  <ns1:pt x="72" y="82"/>
                  <ns1:pt x="72" y="82"/>
                  <ns1:pt x="72" y="82"/>
                </ns1:cubicBezTo>
                <ns1:cubicBezTo>
                  <ns1:pt x="72" y="85"/>
                  <ns1:pt x="69" y="88"/>
                  <ns1:pt x="66" y="88"/>
                </ns1:cubicBezTo>
                <ns1:cubicBezTo>
                  <ns1:pt x="6" y="88"/>
                  <ns1:pt x="6" y="88"/>
                  <ns1:pt x="6" y="88"/>
                </ns1:cubicBezTo>
                <ns1:cubicBezTo>
                  <ns1:pt x="3" y="88"/>
                  <ns1:pt x="0" y="85"/>
                  <ns1:pt x="0" y="82"/>
                </ns1:cubicBezTo>
                <ns1:cubicBezTo>
                  <ns1:pt x="0" y="46"/>
                  <ns1:pt x="0" y="46"/>
                  <ns1:pt x="0" y="46"/>
                </ns1:cubicBezTo>
                <ns1:cubicBezTo>
                  <ns1:pt x="0" y="43"/>
                  <ns1:pt x="3" y="40"/>
                  <ns1:pt x="6" y="40"/>
                </ns1:cubicBezTo>
                <ns1:cubicBezTo>
                  <ns1:pt x="48" y="40"/>
                  <ns1:pt x="48" y="40"/>
                  <ns1:pt x="48" y="40"/>
                </ns1:cubicBezTo>
                <ns1:cubicBezTo>
                  <ns1:pt x="48" y="28"/>
                  <ns1:pt x="48" y="28"/>
                  <ns1:pt x="48" y="28"/>
                </ns1:cubicBezTo>
                <ns1:cubicBezTo>
                  <ns1:pt x="48" y="12"/>
                  <ns1:pt x="61" y="0"/>
                  <ns1:pt x="76" y="0"/>
                </ns1:cubicBezTo>
                <ns1:cubicBezTo>
                  <ns1:pt x="92" y="0"/>
                  <ns1:pt x="104" y="12"/>
                  <ns1:pt x="104" y="28"/>
                </ns1:cubicBezTo>
                <ns1:lnTo>
                  <ns1:pt x="104" y="44"/>
                </ns1:lnTo>
                <ns1:close/>
              </ns1:path>
            </ns1:pathLst>
          </ns1:custGeom>
          <ns1:solidFill>
            <ns1:srgbClr val="010101"/>
          </ns1:solidFill>
          <ns1:ln>
            <ns1:noFill/>
          </ns1:ln>
          <ns1:extLst>
            <ns1:ext uri="{91240B29-F687-4F45-9708-019B960494DF}">
              <ns2:hiddenLine w="9525">
                <ns1:solidFill>
                  <ns1:srgbClr val="000000"/>
                </ns1:solidFill>
                <ns1:round/>
                <ns1:headEnd/>
                <ns1:tailEnd/>
              </ns2:hiddenLine>
            </ns1:ext>
          </ns1:extLst>
        </ns0:spPr>
        <ns0:txBody>
          <ns1:bodyPr vert="horz" wrap="square" lIns="91440" tIns="45720" rIns="91440" bIns="45720" numCol="1" anchor="t" anchorCtr="0" compatLnSpc="1">
            <ns1:prstTxWarp prst="textNoShape">
              <ns1:avLst/>
            </ns1:prstTxWarp>
          </ns1:bodyPr>
          <ns1:lstStyle/>
          <ns1:p>
            <ns1:endParaRPr lang="en-US" sz="2700"/>
          </ns1:p>
        </ns0:txBody>
      </ns0:sp>
      <ns0:sp>
        <ns0:nvSpPr>
          <ns0:cNvPr id="148" name="Freeform 146"/>
          <ns0:cNvSpPr>
            <ns1:spLocks noEditPoints="1"/>
          </ns0:cNvSpPr>
          <ns0:nvPr/>
        </ns0:nvSpPr>
        <ns0:spPr bwMode="auto">
          <ns1:xfrm>
            <ns1:off x="9413876" y="4367214"/>
            <ns1:ext cx="450850" cy="360363"/>
          </ns1:xfrm>
          <ns1:custGeom>
            <ns1:avLst/>
            <ns1:gdLst>
              <ns1:gd name="T0" fmla="*/ 120 w 120"/>
              <ns1:gd name="T1" fmla="*/ 10 h 96"/>
              <ns1:gd name="T2" fmla="*/ 120 w 120"/>
              <ns1:gd name="T3" fmla="*/ 86 h 96"/>
              <ns1:gd name="T4" fmla="*/ 110 w 120"/>
              <ns1:gd name="T5" fmla="*/ 96 h 96"/>
              <ns1:gd name="T6" fmla="*/ 10 w 120"/>
              <ns1:gd name="T7" fmla="*/ 96 h 96"/>
              <ns1:gd name="T8" fmla="*/ 0 w 120"/>
              <ns1:gd name="T9" fmla="*/ 86 h 96"/>
              <ns1:gd name="T10" fmla="*/ 0 w 120"/>
              <ns1:gd name="T11" fmla="*/ 10 h 96"/>
              <ns1:gd name="T12" fmla="*/ 10 w 120"/>
              <ns1:gd name="T13" fmla="*/ 0 h 96"/>
              <ns1:gd name="T14" fmla="*/ 110 w 120"/>
              <ns1:gd name="T15" fmla="*/ 0 h 96"/>
              <ns1:gd name="T16" fmla="*/ 120 w 120"/>
              <ns1:gd name="T17" fmla="*/ 10 h 96"/>
              <ns1:gd name="T18" fmla="*/ 8 w 120"/>
              <ns1:gd name="T19" fmla="*/ 10 h 96"/>
              <ns1:gd name="T20" fmla="*/ 8 w 120"/>
              <ns1:gd name="T21" fmla="*/ 24 h 96"/>
              <ns1:gd name="T22" fmla="*/ 112 w 120"/>
              <ns1:gd name="T23" fmla="*/ 24 h 96"/>
              <ns1:gd name="T24" fmla="*/ 112 w 120"/>
              <ns1:gd name="T25" fmla="*/ 10 h 96"/>
              <ns1:gd name="T26" fmla="*/ 110 w 120"/>
              <ns1:gd name="T27" fmla="*/ 8 h 96"/>
              <ns1:gd name="T28" fmla="*/ 10 w 120"/>
              <ns1:gd name="T29" fmla="*/ 8 h 96"/>
              <ns1:gd name="T30" fmla="*/ 8 w 120"/>
              <ns1:gd name="T31" fmla="*/ 10 h 96"/>
              <ns1:gd name="T32" fmla="*/ 112 w 120"/>
              <ns1:gd name="T33" fmla="*/ 86 h 96"/>
              <ns1:gd name="T34" fmla="*/ 112 w 120"/>
              <ns1:gd name="T35" fmla="*/ 48 h 96"/>
              <ns1:gd name="T36" fmla="*/ 8 w 120"/>
              <ns1:gd name="T37" fmla="*/ 48 h 96"/>
              <ns1:gd name="T38" fmla="*/ 8 w 120"/>
              <ns1:gd name="T39" fmla="*/ 86 h 96"/>
              <ns1:gd name="T40" fmla="*/ 10 w 120"/>
              <ns1:gd name="T41" fmla="*/ 88 h 96"/>
              <ns1:gd name="T42" fmla="*/ 110 w 120"/>
              <ns1:gd name="T43" fmla="*/ 88 h 96"/>
              <ns1:gd name="T44" fmla="*/ 112 w 120"/>
              <ns1:gd name="T45" fmla="*/ 86 h 96"/>
              <ns1:gd name="T46" fmla="*/ 16 w 120"/>
              <ns1:gd name="T47" fmla="*/ 72 h 96"/>
              <ns1:gd name="T48" fmla="*/ 32 w 120"/>
              <ns1:gd name="T49" fmla="*/ 72 h 96"/>
              <ns1:gd name="T50" fmla="*/ 32 w 120"/>
              <ns1:gd name="T51" fmla="*/ 80 h 96"/>
              <ns1:gd name="T52" fmla="*/ 16 w 120"/>
              <ns1:gd name="T53" fmla="*/ 80 h 96"/>
              <ns1:gd name="T54" fmla="*/ 16 w 120"/>
              <ns1:gd name="T55" fmla="*/ 72 h 96"/>
              <ns1:gd name="T56" fmla="*/ 40 w 120"/>
              <ns1:gd name="T57" fmla="*/ 72 h 96"/>
              <ns1:gd name="T58" fmla="*/ 64 w 120"/>
              <ns1:gd name="T59" fmla="*/ 72 h 96"/>
              <ns1:gd name="T60" fmla="*/ 64 w 120"/>
              <ns1:gd name="T61" fmla="*/ 80 h 96"/>
              <ns1:gd name="T62" fmla="*/ 40 w 120"/>
              <ns1:gd name="T63" fmla="*/ 80 h 96"/>
              <ns1:gd name="T64" fmla="*/ 40 w 120"/>
              <ns1:gd name="T65" fmla="*/ 72 h 96"/>
            </ns1:gdLst>
            <ns1:ahLst/>
            <ns1:cxnLst>
              <ns1:cxn ang="0">
                <ns1:pos x="T0" y="T1"/>
              </ns1:cxn>
              <ns1:cxn ang="0">
                <ns1:pos x="T2" y="T3"/>
              </ns1:cxn>
              <ns1:cxn ang="0">
                <ns1:pos x="T4" y="T5"/>
              </ns1:cxn>
              <ns1:cxn ang="0">
                <ns1:pos x="T6" y="T7"/>
              </ns1:cxn>
              <ns1:cxn ang="0">
                <ns1:pos x="T8" y="T9"/>
              </ns1:cxn>
              <ns1:cxn ang="0">
                <ns1:pos x="T10" y="T11"/>
              </ns1:cxn>
              <ns1:cxn ang="0">
                <ns1:pos x="T12" y="T13"/>
              </ns1:cxn>
              <ns1:cxn ang="0">
                <ns1:pos x="T14" y="T15"/>
              </ns1:cxn>
              <ns1:cxn ang="0">
                <ns1:pos x="T16" y="T17"/>
              </ns1:cxn>
              <ns1:cxn ang="0">
                <ns1:pos x="T18" y="T19"/>
              </ns1:cxn>
              <ns1:cxn ang="0">
                <ns1:pos x="T20" y="T21"/>
              </ns1:cxn>
              <ns1:cxn ang="0">
                <ns1:pos x="T22" y="T23"/>
              </ns1:cxn>
              <ns1:cxn ang="0">
                <ns1:pos x="T24" y="T25"/>
              </ns1:cxn>
              <ns1:cxn ang="0">
                <ns1:pos x="T26" y="T27"/>
              </ns1:cxn>
              <ns1:cxn ang="0">
                <ns1:pos x="T28" y="T29"/>
              </ns1:cxn>
              <ns1:cxn ang="0">
                <ns1:pos x="T30" y="T31"/>
              </ns1:cxn>
              <ns1:cxn ang="0">
                <ns1:pos x="T32" y="T33"/>
              </ns1:cxn>
              <ns1:cxn ang="0">
                <ns1:pos x="T34" y="T35"/>
              </ns1:cxn>
              <ns1:cxn ang="0">
                <ns1:pos x="T36" y="T37"/>
              </ns1:cxn>
              <ns1:cxn ang="0">
                <ns1:pos x="T38" y="T39"/>
              </ns1:cxn>
              <ns1:cxn ang="0">
                <ns1:pos x="T40" y="T41"/>
              </ns1:cxn>
              <ns1:cxn ang="0">
                <ns1:pos x="T42" y="T43"/>
              </ns1:cxn>
              <ns1:cxn ang="0">
                <ns1:pos x="T44" y="T45"/>
              </ns1:cxn>
              <ns1:cxn ang="0">
                <ns1:pos x="T46" y="T47"/>
              </ns1:cxn>
              <ns1:cxn ang="0">
                <ns1:pos x="T48" y="T49"/>
              </ns1:cxn>
              <ns1:cxn ang="0">
                <ns1:pos x="T50" y="T51"/>
              </ns1:cxn>
              <ns1:cxn ang="0">
                <ns1:pos x="T52" y="T53"/>
              </ns1:cxn>
              <ns1:cxn ang="0">
                <ns1:pos x="T54" y="T55"/>
              </ns1:cxn>
              <ns1:cxn ang="0">
                <ns1:pos x="T56" y="T57"/>
              </ns1:cxn>
              <ns1:cxn ang="0">
                <ns1:pos x="T58" y="T59"/>
              </ns1:cxn>
              <ns1:cxn ang="0">
                <ns1:pos x="T60" y="T61"/>
              </ns1:cxn>
              <ns1:cxn ang="0">
                <ns1:pos x="T62" y="T63"/>
              </ns1:cxn>
              <ns1:cxn ang="0">
                <ns1:pos x="T64" y="T65"/>
              </ns1:cxn>
            </ns1:cxnLst>
            <ns1:rect l="0" t="0" r="r" b="b"/>
            <ns1:pathLst>
              <ns1:path w="120" h="96">
                <ns1:moveTo>
                  <ns1:pt x="120" y="10"/>
                </ns1:moveTo>
                <ns1:cubicBezTo>
                  <ns1:pt x="120" y="86"/>
                  <ns1:pt x="120" y="86"/>
                  <ns1:pt x="120" y="86"/>
                </ns1:cubicBezTo>
                <ns1:cubicBezTo>
                  <ns1:pt x="120" y="91"/>
                  <ns1:pt x="115" y="96"/>
                  <ns1:pt x="110" y="96"/>
                </ns1:cubicBezTo>
                <ns1:cubicBezTo>
                  <ns1:pt x="10" y="96"/>
                  <ns1:pt x="10" y="96"/>
                  <ns1:pt x="10" y="96"/>
                </ns1:cubicBezTo>
                <ns1:cubicBezTo>
                  <ns1:pt x="5" y="96"/>
                  <ns1:pt x="0" y="91"/>
                  <ns1:pt x="0" y="86"/>
                </ns1:cubicBezTo>
                <ns1:cubicBezTo>
                  <ns1:pt x="0" y="10"/>
                  <ns1:pt x="0" y="10"/>
                  <ns1:pt x="0" y="10"/>
                </ns1:cubicBezTo>
                <ns1:cubicBezTo>
                  <ns1:pt x="0" y="4"/>
                  <ns1:pt x="5" y="0"/>
                  <ns1:pt x="10" y="0"/>
                </ns1:cubicBezTo>
                <ns1:cubicBezTo>
                  <ns1:pt x="110" y="0"/>
                  <ns1:pt x="110" y="0"/>
                  <ns1:pt x="110" y="0"/>
                </ns1:cubicBezTo>
                <ns1:cubicBezTo>
                  <ns1:pt x="115" y="0"/>
                  <ns1:pt x="120" y="4"/>
                  <ns1:pt x="120" y="10"/>
                </ns1:cubicBezTo>
                <ns1:close/>
                <ns1:moveTo>
                  <ns1:pt x="8" y="10"/>
                </ns1:moveTo>
                <ns1:cubicBezTo>
                  <ns1:pt x="8" y="24"/>
                  <ns1:pt x="8" y="24"/>
                  <ns1:pt x="8" y="24"/>
                </ns1:cubicBezTo>
                <ns1:cubicBezTo>
                  <ns1:pt x="112" y="24"/>
                  <ns1:pt x="112" y="24"/>
                  <ns1:pt x="112" y="24"/>
                </ns1:cubicBezTo>
                <ns1:cubicBezTo>
                  <ns1:pt x="112" y="10"/>
                  <ns1:pt x="112" y="10"/>
                  <ns1:pt x="112" y="10"/>
                </ns1:cubicBezTo>
                <ns1:cubicBezTo>
                  <ns1:pt x="112" y="9"/>
                  <ns1:pt x="111" y="8"/>
                  <ns1:pt x="110" y="8"/>
                </ns1:cubicBezTo>
                <ns1:cubicBezTo>
                  <ns1:pt x="10" y="8"/>
                  <ns1:pt x="10" y="8"/>
                  <ns1:pt x="10" y="8"/>
                </ns1:cubicBezTo>
                <ns1:cubicBezTo>
                  <ns1:pt x="9" y="8"/>
                  <ns1:pt x="8" y="9"/>
                  <ns1:pt x="8" y="10"/>
                </ns1:cubicBezTo>
                <ns1:close/>
                <ns1:moveTo>
                  <ns1:pt x="112" y="86"/>
                </ns1:moveTo>
                <ns1:cubicBezTo>
                  <ns1:pt x="112" y="48"/>
                  <ns1:pt x="112" y="48"/>
                  <ns1:pt x="112" y="48"/>
                </ns1:cubicBezTo>
                <ns1:cubicBezTo>
                  <ns1:pt x="8" y="48"/>
                  <ns1:pt x="8" y="48"/>
                  <ns1:pt x="8" y="48"/>
                </ns1:cubicBezTo>
                <ns1:cubicBezTo>
                  <ns1:pt x="8" y="86"/>
                  <ns1:pt x="8" y="86"/>
                  <ns1:pt x="8" y="86"/>
                </ns1:cubicBezTo>
                <ns1:cubicBezTo>
                  <ns1:pt x="8" y="87"/>
                  <ns1:pt x="9" y="88"/>
                  <ns1:pt x="10" y="88"/>
                </ns1:cubicBezTo>
                <ns1:cubicBezTo>
                  <ns1:pt x="110" y="88"/>
                  <ns1:pt x="110" y="88"/>
                  <ns1:pt x="110" y="88"/>
                </ns1:cubicBezTo>
                <ns1:cubicBezTo>
                  <ns1:pt x="111" y="88"/>
                  <ns1:pt x="112" y="87"/>
                  <ns1:pt x="112" y="86"/>
                </ns1:cubicBezTo>
                <ns1:close/>
                <ns1:moveTo>
                  <ns1:pt x="16" y="72"/>
                </ns1:moveTo>
                <ns1:cubicBezTo>
                  <ns1:pt x="32" y="72"/>
                  <ns1:pt x="32" y="72"/>
                  <ns1:pt x="32" y="72"/>
                </ns1:cubicBezTo>
                <ns1:cubicBezTo>
                  <ns1:pt x="32" y="80"/>
                  <ns1:pt x="32" y="80"/>
                  <ns1:pt x="32" y="80"/>
                </ns1:cubicBezTo>
                <ns1:cubicBezTo>
                  <ns1:pt x="16" y="80"/>
                  <ns1:pt x="16" y="80"/>
                  <ns1:pt x="16" y="80"/>
                </ns1:cubicBezTo>
                <ns1:lnTo>
                  <ns1:pt x="16" y="72"/>
                </ns1:lnTo>
                <ns1:close/>
                <ns1:moveTo>
                  <ns1:pt x="40" y="72"/>
                </ns1:moveTo>
                <ns1:cubicBezTo>
                  <ns1:pt x="64" y="72"/>
                  <ns1:pt x="64" y="72"/>
                  <ns1:pt x="64" y="72"/>
                </ns1:cubicBezTo>
                <ns1:cubicBezTo>
                  <ns1:pt x="64" y="80"/>
                  <ns1:pt x="64" y="80"/>
                  <ns1:pt x="64" y="80"/>
                </ns1:cubicBezTo>
                <ns1:cubicBezTo>
                  <ns1:pt x="40" y="80"/>
                  <ns1:pt x="40" y="80"/>
                  <ns1:pt x="40" y="80"/>
                </ns1:cubicBezTo>
                <ns1:lnTo>
                  <ns1:pt x="40" y="72"/>
                </ns1:lnTo>
                <ns1:close/>
              </ns1:path>
            </ns1:pathLst>
          </ns1:custGeom>
          <ns1:solidFill>
            <ns1:srgbClr val="010101"/>
          </ns1:solidFill>
          <ns1:ln>
            <ns1:noFill/>
          </ns1:ln>
          <ns1:extLst>
            <ns1:ext uri="{91240B29-F687-4F45-9708-019B960494DF}">
              <ns2:hiddenLine w="9525">
                <ns1:solidFill>
                  <ns1:srgbClr val="000000"/>
                </ns1:solidFill>
                <ns1:round/>
                <ns1:headEnd/>
                <ns1:tailEnd/>
              </ns2:hiddenLine>
            </ns1:ext>
          </ns1:extLst>
        </ns0:spPr>
        <ns0:txBody>
          <ns1:bodyPr vert="horz" wrap="square" lIns="91440" tIns="45720" rIns="91440" bIns="45720" numCol="1" anchor="t" anchorCtr="0" compatLnSpc="1">
            <ns1:prstTxWarp prst="textNoShape">
              <ns1:avLst/>
            </ns1:prstTxWarp>
          </ns1:bodyPr>
          <ns1:lstStyle/>
          <ns1:p>
            <ns1:endParaRPr lang="en-US" sz="2700"/>
          </ns1:p>
        </ns0:txBody>
      </ns0:sp>
      <ns0:sp>
        <ns0:nvSpPr>
          <ns0:cNvPr id="149" name="Freeform 147"/>
          <ns0:cNvSpPr>
            <ns1:spLocks noEditPoints="1"/>
          </ns0:cNvSpPr>
          <ns0:nvPr/>
        </ns0:nvSpPr>
        <ns0:spPr bwMode="auto">
          <ns1:xfrm>
            <ns1:off x="10120313" y="4367213"/>
            <ns1:ext cx="330200" cy="330200"/>
          </ns1:xfrm>
          <ns1:custGeom>
            <ns1:avLst/>
            <ns1:gdLst>
              <ns1:gd name="T0" fmla="*/ 87 w 88"/>
              <ns1:gd name="T1" fmla="*/ 87 h 88"/>
              <ns1:gd name="T2" fmla="*/ 84 w 88"/>
              <ns1:gd name="T3" fmla="*/ 88 h 88"/>
              <ns1:gd name="T4" fmla="*/ 75 w 88"/>
              <ns1:gd name="T5" fmla="*/ 88 h 88"/>
              <ns1:gd name="T6" fmla="*/ 71 w 88"/>
              <ns1:gd name="T7" fmla="*/ 84 h 88"/>
              <ns1:gd name="T8" fmla="*/ 4 w 88"/>
              <ns1:gd name="T9" fmla="*/ 17 h 88"/>
              <ns1:gd name="T10" fmla="*/ 0 w 88"/>
              <ns1:gd name="T11" fmla="*/ 13 h 88"/>
              <ns1:gd name="T12" fmla="*/ 0 w 88"/>
              <ns1:gd name="T13" fmla="*/ 4 h 88"/>
              <ns1:gd name="T14" fmla="*/ 1 w 88"/>
              <ns1:gd name="T15" fmla="*/ 1 h 88"/>
              <ns1:gd name="T16" fmla="*/ 4 w 88"/>
              <ns1:gd name="T17" fmla="*/ 0 h 88"/>
              <ns1:gd name="T18" fmla="*/ 4 w 88"/>
              <ns1:gd name="T19" fmla="*/ 0 h 88"/>
              <ns1:gd name="T20" fmla="*/ 62 w 88"/>
              <ns1:gd name="T21" fmla="*/ 26 h 88"/>
              <ns1:gd name="T22" fmla="*/ 88 w 88"/>
              <ns1:gd name="T23" fmla="*/ 84 h 88"/>
              <ns1:gd name="T24" fmla="*/ 87 w 88"/>
              <ns1:gd name="T25" fmla="*/ 87 h 88"/>
              <ns1:gd name="T26" fmla="*/ 55 w 88"/>
              <ns1:gd name="T27" fmla="*/ 86 h 88"/>
              <ns1:gd name="T28" fmla="*/ 52 w 88"/>
              <ns1:gd name="T29" fmla="*/ 88 h 88"/>
              <ns1:gd name="T30" fmla="*/ 43 w 88"/>
              <ns1:gd name="T31" fmla="*/ 88 h 88"/>
              <ns1:gd name="T32" fmla="*/ 39 w 88"/>
              <ns1:gd name="T33" fmla="*/ 84 h 88"/>
              <ns1:gd name="T34" fmla="*/ 3 w 88"/>
              <ns1:gd name="T35" fmla="*/ 48 h 88"/>
              <ns1:gd name="T36" fmla="*/ 0 w 88"/>
              <ns1:gd name="T37" fmla="*/ 44 h 88"/>
              <ns1:gd name="T38" fmla="*/ 0 w 88"/>
              <ns1:gd name="T39" fmla="*/ 36 h 88"/>
              <ns1:gd name="T40" fmla="*/ 1 w 88"/>
              <ns1:gd name="T41" fmla="*/ 33 h 88"/>
              <ns1:gd name="T42" fmla="*/ 4 w 88"/>
              <ns1:gd name="T43" fmla="*/ 32 h 88"/>
              <ns1:gd name="T44" fmla="*/ 4 w 88"/>
              <ns1:gd name="T45" fmla="*/ 32 h 88"/>
              <ns1:gd name="T46" fmla="*/ 39 w 88"/>
              <ns1:gd name="T47" fmla="*/ 48 h 88"/>
              <ns1:gd name="T48" fmla="*/ 56 w 88"/>
              <ns1:gd name="T49" fmla="*/ 83 h 88"/>
              <ns1:gd name="T50" fmla="*/ 55 w 88"/>
              <ns1:gd name="T51" fmla="*/ 86 h 88"/>
              <ns1:gd name="T52" fmla="*/ 12 w 88"/>
              <ns1:gd name="T53" fmla="*/ 88 h 88"/>
              <ns1:gd name="T54" fmla="*/ 0 w 88"/>
              <ns1:gd name="T55" fmla="*/ 76 h 88"/>
              <ns1:gd name="T56" fmla="*/ 12 w 88"/>
              <ns1:gd name="T57" fmla="*/ 64 h 88"/>
              <ns1:gd name="T58" fmla="*/ 24 w 88"/>
              <ns1:gd name="T59" fmla="*/ 76 h 88"/>
              <ns1:gd name="T60" fmla="*/ 12 w 88"/>
              <ns1:gd name="T61" fmla="*/ 88 h 88"/>
            </ns1:gdLst>
            <ns1:ahLst/>
            <ns1:cxnLst>
              <ns1:cxn ang="0">
                <ns1:pos x="T0" y="T1"/>
              </ns1:cxn>
              <ns1:cxn ang="0">
                <ns1:pos x="T2" y="T3"/>
              </ns1:cxn>
              <ns1:cxn ang="0">
                <ns1:pos x="T4" y="T5"/>
              </ns1:cxn>
              <ns1:cxn ang="0">
                <ns1:pos x="T6" y="T7"/>
              </ns1:cxn>
              <ns1:cxn ang="0">
                <ns1:pos x="T8" y="T9"/>
              </ns1:cxn>
              <ns1:cxn ang="0">
                <ns1:pos x="T10" y="T11"/>
              </ns1:cxn>
              <ns1:cxn ang="0">
                <ns1:pos x="T12" y="T13"/>
              </ns1:cxn>
              <ns1:cxn ang="0">
                <ns1:pos x="T14" y="T15"/>
              </ns1:cxn>
              <ns1:cxn ang="0">
                <ns1:pos x="T16" y="T17"/>
              </ns1:cxn>
              <ns1:cxn ang="0">
                <ns1:pos x="T18" y="T19"/>
              </ns1:cxn>
              <ns1:cxn ang="0">
                <ns1:pos x="T20" y="T21"/>
              </ns1:cxn>
              <ns1:cxn ang="0">
                <ns1:pos x="T22" y="T23"/>
              </ns1:cxn>
              <ns1:cxn ang="0">
                <ns1:pos x="T24" y="T25"/>
              </ns1:cxn>
              <ns1:cxn ang="0">
                <ns1:pos x="T26" y="T27"/>
              </ns1:cxn>
              <ns1:cxn ang="0">
                <ns1:pos x="T28" y="T29"/>
              </ns1:cxn>
              <ns1:cxn ang="0">
                <ns1:pos x="T30" y="T31"/>
              </ns1:cxn>
              <ns1:cxn ang="0">
                <ns1:pos x="T32" y="T33"/>
              </ns1:cxn>
              <ns1:cxn ang="0">
                <ns1:pos x="T34" y="T35"/>
              </ns1:cxn>
              <ns1:cxn ang="0">
                <ns1:pos x="T36" y="T37"/>
              </ns1:cxn>
              <ns1:cxn ang="0">
                <ns1:pos x="T38" y="T39"/>
              </ns1:cxn>
              <ns1:cxn ang="0">
                <ns1:pos x="T40" y="T41"/>
              </ns1:cxn>
              <ns1:cxn ang="0">
                <ns1:pos x="T42" y="T43"/>
              </ns1:cxn>
              <ns1:cxn ang="0">
                <ns1:pos x="T44" y="T45"/>
              </ns1:cxn>
              <ns1:cxn ang="0">
                <ns1:pos x="T46" y="T47"/>
              </ns1:cxn>
              <ns1:cxn ang="0">
                <ns1:pos x="T48" y="T49"/>
              </ns1:cxn>
              <ns1:cxn ang="0">
                <ns1:pos x="T50" y="T51"/>
              </ns1:cxn>
              <ns1:cxn ang="0">
                <ns1:pos x="T52" y="T53"/>
              </ns1:cxn>
              <ns1:cxn ang="0">
                <ns1:pos x="T54" y="T55"/>
              </ns1:cxn>
              <ns1:cxn ang="0">
                <ns1:pos x="T56" y="T57"/>
              </ns1:cxn>
              <ns1:cxn ang="0">
                <ns1:pos x="T58" y="T59"/>
              </ns1:cxn>
              <ns1:cxn ang="0">
                <ns1:pos x="T60" y="T61"/>
              </ns1:cxn>
            </ns1:cxnLst>
            <ns1:rect l="0" t="0" r="r" b="b"/>
            <ns1:pathLst>
              <ns1:path w="88" h="88">
                <ns1:moveTo>
                  <ns1:pt x="87" y="87"/>
                </ns1:moveTo>
                <ns1:cubicBezTo>
                  <ns1:pt x="86" y="87"/>
                  <ns1:pt x="85" y="88"/>
                  <ns1:pt x="84" y="88"/>
                </ns1:cubicBezTo>
                <ns1:cubicBezTo>
                  <ns1:pt x="75" y="88"/>
                  <ns1:pt x="75" y="88"/>
                  <ns1:pt x="75" y="88"/>
                </ns1:cubicBezTo>
                <ns1:cubicBezTo>
                  <ns1:pt x="73" y="88"/>
                  <ns1:pt x="71" y="86"/>
                  <ns1:pt x="71" y="84"/>
                </ns1:cubicBezTo>
                <ns1:cubicBezTo>
                  <ns1:pt x="69" y="48"/>
                  <ns1:pt x="40" y="19"/>
                  <ns1:pt x="4" y="17"/>
                </ns1:cubicBezTo>
                <ns1:cubicBezTo>
                  <ns1:pt x="1" y="17"/>
                  <ns1:pt x="0" y="15"/>
                  <ns1:pt x="0" y="13"/>
                </ns1:cubicBezTo>
                <ns1:cubicBezTo>
                  <ns1:pt x="0" y="4"/>
                  <ns1:pt x="0" y="4"/>
                  <ns1:pt x="0" y="4"/>
                </ns1:cubicBezTo>
                <ns1:cubicBezTo>
                  <ns1:pt x="0" y="3"/>
                  <ns1:pt x="0" y="2"/>
                  <ns1:pt x="1" y="1"/>
                </ns1:cubicBezTo>
                <ns1:cubicBezTo>
                  <ns1:pt x="2" y="0"/>
                  <ns1:pt x="3" y="0"/>
                  <ns1:pt x="4" y="0"/>
                </ns1:cubicBezTo>
                <ns1:cubicBezTo>
                  <ns1:pt x="4" y="0"/>
                  <ns1:pt x="4" y="0"/>
                  <ns1:pt x="4" y="0"/>
                </ns1:cubicBezTo>
                <ns1:cubicBezTo>
                  <ns1:pt x="26" y="1"/>
                  <ns1:pt x="46" y="10"/>
                  <ns1:pt x="62" y="26"/>
                </ns1:cubicBezTo>
                <ns1:cubicBezTo>
                  <ns1:pt x="77" y="41"/>
                  <ns1:pt x="87" y="62"/>
                  <ns1:pt x="88" y="84"/>
                </ns1:cubicBezTo>
                <ns1:cubicBezTo>
                  <ns1:pt x="88" y="85"/>
                  <ns1:pt x="87" y="86"/>
                  <ns1:pt x="87" y="87"/>
                </ns1:cubicBezTo>
                <ns1:close/>
                <ns1:moveTo>
                  <ns1:pt x="55" y="86"/>
                </ns1:moveTo>
                <ns1:cubicBezTo>
                  <ns1:pt x="54" y="87"/>
                  <ns1:pt x="53" y="88"/>
                  <ns1:pt x="52" y="88"/>
                </ns1:cubicBezTo>
                <ns1:cubicBezTo>
                  <ns1:pt x="43" y="88"/>
                  <ns1:pt x="43" y="88"/>
                  <ns1:pt x="43" y="88"/>
                </ns1:cubicBezTo>
                <ns1:cubicBezTo>
                  <ns1:pt x="41" y="88"/>
                  <ns1:pt x="40" y="86"/>
                  <ns1:pt x="39" y="84"/>
                </ns1:cubicBezTo>
                <ns1:cubicBezTo>
                  <ns1:pt x="38" y="65"/>
                  <ns1:pt x="22" y="50"/>
                  <ns1:pt x="3" y="48"/>
                </ns1:cubicBezTo>
                <ns1:cubicBezTo>
                  <ns1:pt x="1" y="48"/>
                  <ns1:pt x="0" y="46"/>
                  <ns1:pt x="0" y="44"/>
                </ns1:cubicBezTo>
                <ns1:cubicBezTo>
                  <ns1:pt x="0" y="36"/>
                  <ns1:pt x="0" y="36"/>
                  <ns1:pt x="0" y="36"/>
                </ns1:cubicBezTo>
                <ns1:cubicBezTo>
                  <ns1:pt x="0" y="35"/>
                  <ns1:pt x="0" y="34"/>
                  <ns1:pt x="1" y="33"/>
                </ns1:cubicBezTo>
                <ns1:cubicBezTo>
                  <ns1:pt x="2" y="32"/>
                  <ns1:pt x="3" y="32"/>
                  <ns1:pt x="4" y="32"/>
                </ns1:cubicBezTo>
                <ns1:cubicBezTo>
                  <ns1:pt x="4" y="32"/>
                  <ns1:pt x="4" y="32"/>
                  <ns1:pt x="4" y="32"/>
                </ns1:cubicBezTo>
                <ns1:cubicBezTo>
                  <ns1:pt x="17" y="33"/>
                  <ns1:pt x="30" y="39"/>
                  <ns1:pt x="39" y="48"/>
                </ns1:cubicBezTo>
                <ns1:cubicBezTo>
                  <ns1:pt x="49" y="58"/>
                  <ns1:pt x="55" y="70"/>
                  <ns1:pt x="56" y="83"/>
                </ns1:cubicBezTo>
                <ns1:cubicBezTo>
                  <ns1:pt x="56" y="85"/>
                  <ns1:pt x="55" y="86"/>
                  <ns1:pt x="55" y="86"/>
                </ns1:cubicBezTo>
                <ns1:close/>
                <ns1:moveTo>
                  <ns1:pt x="12" y="88"/>
                </ns1:moveTo>
                <ns1:cubicBezTo>
                  <ns1:pt x="5" y="88"/>
                  <ns1:pt x="0" y="82"/>
                  <ns1:pt x="0" y="76"/>
                </ns1:cubicBezTo>
                <ns1:cubicBezTo>
                  <ns1:pt x="0" y="69"/>
                  <ns1:pt x="5" y="64"/>
                  <ns1:pt x="12" y="64"/>
                </ns1:cubicBezTo>
                <ns1:cubicBezTo>
                  <ns1:pt x="18" y="64"/>
                  <ns1:pt x="24" y="69"/>
                  <ns1:pt x="24" y="76"/>
                </ns1:cubicBezTo>
                <ns1:cubicBezTo>
                  <ns1:pt x="24" y="82"/>
                  <ns1:pt x="18" y="88"/>
                  <ns1:pt x="12" y="88"/>
                </ns1:cubicBezTo>
                <ns1:close/>
              </ns1:path>
            </ns1:pathLst>
          </ns1:custGeom>
          <ns1:solidFill>
            <ns1:srgbClr val="010101"/>
          </ns1:solidFill>
          <ns1:ln>
            <ns1:noFill/>
          </ns1:ln>
          <ns1:extLst>
            <ns1:ext uri="{91240B29-F687-4F45-9708-019B960494DF}">
              <ns2:hiddenLine w="9525">
                <ns1:solidFill>
                  <ns1:srgbClr val="000000"/>
                </ns1:solidFill>
                <ns1:round/>
                <ns1:headEnd/>
                <ns1:tailEnd/>
              </ns2:hiddenLine>
            </ns1:ext>
          </ns1:extLst>
        </ns0:spPr>
        <ns0:txBody>
          <ns1:bodyPr vert="horz" wrap="square" lIns="91440" tIns="45720" rIns="91440" bIns="45720" numCol="1" anchor="t" anchorCtr="0" compatLnSpc="1">
            <ns1:prstTxWarp prst="textNoShape">
              <ns1:avLst/>
            </ns1:prstTxWarp>
          </ns1:bodyPr>
          <ns1:lstStyle/>
          <ns1:p>
            <ns1:endParaRPr lang="en-US" sz="2700"/>
          </ns1:p>
        </ns0:txBody>
      </ns0:sp>
      <ns0:sp>
        <ns0:nvSpPr>
          <ns0:cNvPr id="150" name="Freeform 148"/>
          <ns0:cNvSpPr>
            <ns1:spLocks noEditPoints="1"/>
          </ns0:cNvSpPr>
          <ns0:nvPr/>
        </ns0:nvSpPr>
        <ns0:spPr bwMode="auto">
          <ns1:xfrm>
            <ns1:off x="10750552" y="4397376"/>
            <ns1:ext cx="360363" cy="300038"/>
          </ns1:xfrm>
          <ns1:custGeom>
            <ns1:avLst/>
            <ns1:gdLst>
              <ns1:gd name="T0" fmla="*/ 96 w 96"/>
              <ns1:gd name="T1" fmla="*/ 70 h 80"/>
              <ns1:gd name="T2" fmla="*/ 86 w 96"/>
              <ns1:gd name="T3" fmla="*/ 80 h 80"/>
              <ns1:gd name="T4" fmla="*/ 10 w 96"/>
              <ns1:gd name="T5" fmla="*/ 80 h 80"/>
              <ns1:gd name="T6" fmla="*/ 0 w 96"/>
              <ns1:gd name="T7" fmla="*/ 70 h 80"/>
              <ns1:gd name="T8" fmla="*/ 0 w 96"/>
              <ns1:gd name="T9" fmla="*/ 50 h 80"/>
              <ns1:gd name="T10" fmla="*/ 1 w 96"/>
              <ns1:gd name="T11" fmla="*/ 45 h 80"/>
              <ns1:gd name="T12" fmla="*/ 13 w 96"/>
              <ns1:gd name="T13" fmla="*/ 7 h 80"/>
              <ns1:gd name="T14" fmla="*/ 23 w 96"/>
              <ns1:gd name="T15" fmla="*/ 0 h 80"/>
              <ns1:gd name="T16" fmla="*/ 72 w 96"/>
              <ns1:gd name="T17" fmla="*/ 0 h 80"/>
              <ns1:gd name="T18" fmla="*/ 83 w 96"/>
              <ns1:gd name="T19" fmla="*/ 7 h 80"/>
              <ns1:gd name="T20" fmla="*/ 95 w 96"/>
              <ns1:gd name="T21" fmla="*/ 45 h 80"/>
              <ns1:gd name="T22" fmla="*/ 96 w 96"/>
              <ns1:gd name="T23" fmla="*/ 50 h 80"/>
              <ns1:gd name="T24" fmla="*/ 96 w 96"/>
              <ns1:gd name="T25" fmla="*/ 70 h 80"/>
              <ns1:gd name="T26" fmla="*/ 88 w 96"/>
              <ns1:gd name="T27" fmla="*/ 50 h 80"/>
              <ns1:gd name="T28" fmla="*/ 86 w 96"/>
              <ns1:gd name="T29" fmla="*/ 48 h 80"/>
              <ns1:gd name="T30" fmla="*/ 10 w 96"/>
              <ns1:gd name="T31" fmla="*/ 48 h 80"/>
              <ns1:gd name="T32" fmla="*/ 8 w 96"/>
              <ns1:gd name="T33" fmla="*/ 50 h 80"/>
              <ns1:gd name="T34" fmla="*/ 8 w 96"/>
              <ns1:gd name="T35" fmla="*/ 70 h 80"/>
              <ns1:gd name="T36" fmla="*/ 10 w 96"/>
              <ns1:gd name="T37" fmla="*/ 72 h 80"/>
              <ns1:gd name="T38" fmla="*/ 86 w 96"/>
              <ns1:gd name="T39" fmla="*/ 72 h 80"/>
              <ns1:gd name="T40" fmla="*/ 88 w 96"/>
              <ns1:gd name="T41" fmla="*/ 70 h 80"/>
              <ns1:gd name="T42" fmla="*/ 88 w 96"/>
              <ns1:gd name="T43" fmla="*/ 50 h 80"/>
              <ns1:gd name="T44" fmla="*/ 85 w 96"/>
              <ns1:gd name="T45" fmla="*/ 40 h 80"/>
              <ns1:gd name="T46" fmla="*/ 75 w 96"/>
              <ns1:gd name="T47" fmla="*/ 10 h 80"/>
              <ns1:gd name="T48" fmla="*/ 72 w 96"/>
              <ns1:gd name="T49" fmla="*/ 8 h 80"/>
              <ns1:gd name="T50" fmla="*/ 23 w 96"/>
              <ns1:gd name="T51" fmla="*/ 8 h 80"/>
              <ns1:gd name="T52" fmla="*/ 21 w 96"/>
              <ns1:gd name="T53" fmla="*/ 10 h 80"/>
              <ns1:gd name="T54" fmla="*/ 11 w 96"/>
              <ns1:gd name="T55" fmla="*/ 40 h 80"/>
              <ns1:gd name="T56" fmla="*/ 85 w 96"/>
              <ns1:gd name="T57" fmla="*/ 40 h 80"/>
              <ns1:gd name="T58" fmla="*/ 60 w 96"/>
              <ns1:gd name="T59" fmla="*/ 65 h 80"/>
              <ns1:gd name="T60" fmla="*/ 55 w 96"/>
              <ns1:gd name="T61" fmla="*/ 60 h 80"/>
              <ns1:gd name="T62" fmla="*/ 60 w 96"/>
              <ns1:gd name="T63" fmla="*/ 55 h 80"/>
              <ns1:gd name="T64" fmla="*/ 65 w 96"/>
              <ns1:gd name="T65" fmla="*/ 60 h 80"/>
              <ns1:gd name="T66" fmla="*/ 60 w 96"/>
              <ns1:gd name="T67" fmla="*/ 65 h 80"/>
              <ns1:gd name="T68" fmla="*/ 76 w 96"/>
              <ns1:gd name="T69" fmla="*/ 65 h 80"/>
              <ns1:gd name="T70" fmla="*/ 71 w 96"/>
              <ns1:gd name="T71" fmla="*/ 60 h 80"/>
              <ns1:gd name="T72" fmla="*/ 76 w 96"/>
              <ns1:gd name="T73" fmla="*/ 55 h 80"/>
              <ns1:gd name="T74" fmla="*/ 81 w 96"/>
              <ns1:gd name="T75" fmla="*/ 60 h 80"/>
              <ns1:gd name="T76" fmla="*/ 76 w 96"/>
              <ns1:gd name="T77" fmla="*/ 65 h 80"/>
            </ns1:gdLst>
            <ns1:ahLst/>
            <ns1:cxnLst>
              <ns1:cxn ang="0">
                <ns1:pos x="T0" y="T1"/>
              </ns1:cxn>
              <ns1:cxn ang="0">
                <ns1:pos x="T2" y="T3"/>
              </ns1:cxn>
              <ns1:cxn ang="0">
                <ns1:pos x="T4" y="T5"/>
              </ns1:cxn>
              <ns1:cxn ang="0">
                <ns1:pos x="T6" y="T7"/>
              </ns1:cxn>
              <ns1:cxn ang="0">
                <ns1:pos x="T8" y="T9"/>
              </ns1:cxn>
              <ns1:cxn ang="0">
                <ns1:pos x="T10" y="T11"/>
              </ns1:cxn>
              <ns1:cxn ang="0">
                <ns1:pos x="T12" y="T13"/>
              </ns1:cxn>
              <ns1:cxn ang="0">
                <ns1:pos x="T14" y="T15"/>
              </ns1:cxn>
              <ns1:cxn ang="0">
                <ns1:pos x="T16" y="T17"/>
              </ns1:cxn>
              <ns1:cxn ang="0">
                <ns1:pos x="T18" y="T19"/>
              </ns1:cxn>
              <ns1:cxn ang="0">
                <ns1:pos x="T20" y="T21"/>
              </ns1:cxn>
              <ns1:cxn ang="0">
                <ns1:pos x="T22" y="T23"/>
              </ns1:cxn>
              <ns1:cxn ang="0">
                <ns1:pos x="T24" y="T25"/>
              </ns1:cxn>
              <ns1:cxn ang="0">
                <ns1:pos x="T26" y="T27"/>
              </ns1:cxn>
              <ns1:cxn ang="0">
                <ns1:pos x="T28" y="T29"/>
              </ns1:cxn>
              <ns1:cxn ang="0">
                <ns1:pos x="T30" y="T31"/>
              </ns1:cxn>
              <ns1:cxn ang="0">
                <ns1:pos x="T32" y="T33"/>
              </ns1:cxn>
              <ns1:cxn ang="0">
                <ns1:pos x="T34" y="T35"/>
              </ns1:cxn>
              <ns1:cxn ang="0">
                <ns1:pos x="T36" y="T37"/>
              </ns1:cxn>
              <ns1:cxn ang="0">
                <ns1:pos x="T38" y="T39"/>
              </ns1:cxn>
              <ns1:cxn ang="0">
                <ns1:pos x="T40" y="T41"/>
              </ns1:cxn>
              <ns1:cxn ang="0">
                <ns1:pos x="T42" y="T43"/>
              </ns1:cxn>
              <ns1:cxn ang="0">
                <ns1:pos x="T44" y="T45"/>
              </ns1:cxn>
              <ns1:cxn ang="0">
                <ns1:pos x="T46" y="T47"/>
              </ns1:cxn>
              <ns1:cxn ang="0">
                <ns1:pos x="T48" y="T49"/>
              </ns1:cxn>
              <ns1:cxn ang="0">
                <ns1:pos x="T50" y="T51"/>
              </ns1:cxn>
              <ns1:cxn ang="0">
                <ns1:pos x="T52" y="T53"/>
              </ns1:cxn>
              <ns1:cxn ang="0">
                <ns1:pos x="T54" y="T55"/>
              </ns1:cxn>
              <ns1:cxn ang="0">
                <ns1:pos x="T56" y="T57"/>
              </ns1:cxn>
              <ns1:cxn ang="0">
                <ns1:pos x="T58" y="T59"/>
              </ns1:cxn>
              <ns1:cxn ang="0">
                <ns1:pos x="T60" y="T61"/>
              </ns1:cxn>
              <ns1:cxn ang="0">
                <ns1:pos x="T62" y="T63"/>
              </ns1:cxn>
              <ns1:cxn ang="0">
                <ns1:pos x="T64" y="T65"/>
              </ns1:cxn>
              <ns1:cxn ang="0">
                <ns1:pos x="T66" y="T67"/>
              </ns1:cxn>
              <ns1:cxn ang="0">
                <ns1:pos x="T68" y="T69"/>
              </ns1:cxn>
              <ns1:cxn ang="0">
                <ns1:pos x="T70" y="T71"/>
              </ns1:cxn>
              <ns1:cxn ang="0">
                <ns1:pos x="T72" y="T73"/>
              </ns1:cxn>
              <ns1:cxn ang="0">
                <ns1:pos x="T74" y="T75"/>
              </ns1:cxn>
              <ns1:cxn ang="0">
                <ns1:pos x="T76" y="T77"/>
              </ns1:cxn>
            </ns1:cxnLst>
            <ns1:rect l="0" t="0" r="r" b="b"/>
            <ns1:pathLst>
              <ns1:path w="96" h="80">
                <ns1:moveTo>
                  <ns1:pt x="96" y="70"/>
                </ns1:moveTo>
                <ns1:cubicBezTo>
                  <ns1:pt x="96" y="75"/>
                  <ns1:pt x="91" y="80"/>
                  <ns1:pt x="86" y="80"/>
                </ns1:cubicBezTo>
                <ns1:cubicBezTo>
                  <ns1:pt x="10" y="80"/>
                  <ns1:pt x="10" y="80"/>
                  <ns1:pt x="10" y="80"/>
                </ns1:cubicBezTo>
                <ns1:cubicBezTo>
                  <ns1:pt x="4" y="80"/>
                  <ns1:pt x="0" y="75"/>
                  <ns1:pt x="0" y="70"/>
                </ns1:cubicBezTo>
                <ns1:cubicBezTo>
                  <ns1:pt x="0" y="50"/>
                  <ns1:pt x="0" y="50"/>
                  <ns1:pt x="0" y="50"/>
                </ns1:cubicBezTo>
                <ns1:cubicBezTo>
                  <ns1:pt x="0" y="48"/>
                  <ns1:pt x="0" y="47"/>
                  <ns1:pt x="1" y="45"/>
                </ns1:cubicBezTo>
                <ns1:cubicBezTo>
                  <ns1:pt x="13" y="7"/>
                  <ns1:pt x="13" y="7"/>
                  <ns1:pt x="13" y="7"/>
                </ns1:cubicBezTo>
                <ns1:cubicBezTo>
                  <ns1:pt x="15" y="3"/>
                  <ns1:pt x="19" y="0"/>
                  <ns1:pt x="23" y="0"/>
                </ns1:cubicBezTo>
                <ns1:cubicBezTo>
                  <ns1:pt x="72" y="0"/>
                  <ns1:pt x="72" y="0"/>
                  <ns1:pt x="72" y="0"/>
                </ns1:cubicBezTo>
                <ns1:cubicBezTo>
                  <ns1:pt x="77" y="0"/>
                  <ns1:pt x="81" y="3"/>
                  <ns1:pt x="83" y="7"/>
                </ns1:cubicBezTo>
                <ns1:cubicBezTo>
                  <ns1:pt x="95" y="45"/>
                  <ns1:pt x="95" y="45"/>
                  <ns1:pt x="95" y="45"/>
                </ns1:cubicBezTo>
                <ns1:cubicBezTo>
                  <ns1:pt x="95" y="47"/>
                  <ns1:pt x="96" y="48"/>
                  <ns1:pt x="96" y="50"/>
                </ns1:cubicBezTo>
                <ns1:lnTo>
                  <ns1:pt x="96" y="70"/>
                </ns1:lnTo>
                <ns1:close/>
                <ns1:moveTo>
                  <ns1:pt x="88" y="50"/>
                </ns1:moveTo>
                <ns1:cubicBezTo>
                  <ns1:pt x="88" y="49"/>
                  <ns1:pt x="87" y="48"/>
                  <ns1:pt x="86" y="48"/>
                </ns1:cubicBezTo>
                <ns1:cubicBezTo>
                  <ns1:pt x="10" y="48"/>
                  <ns1:pt x="10" y="48"/>
                  <ns1:pt x="10" y="48"/>
                </ns1:cubicBezTo>
                <ns1:cubicBezTo>
                  <ns1:pt x="9" y="48"/>
                  <ns1:pt x="8" y="49"/>
                  <ns1:pt x="8" y="50"/>
                </ns1:cubicBezTo>
                <ns1:cubicBezTo>
                  <ns1:pt x="8" y="70"/>
                  <ns1:pt x="8" y="70"/>
                  <ns1:pt x="8" y="70"/>
                </ns1:cubicBezTo>
                <ns1:cubicBezTo>
                  <ns1:pt x="8" y="71"/>
                  <ns1:pt x="9" y="72"/>
                  <ns1:pt x="10" y="72"/>
                </ns1:cubicBezTo>
                <ns1:cubicBezTo>
                  <ns1:pt x="86" y="72"/>
                  <ns1:pt x="86" y="72"/>
                  <ns1:pt x="86" y="72"/>
                </ns1:cubicBezTo>
                <ns1:cubicBezTo>
                  <ns1:pt x="87" y="72"/>
                  <ns1:pt x="88" y="71"/>
                  <ns1:pt x="88" y="70"/>
                </ns1:cubicBezTo>
                <ns1:lnTo>
                  <ns1:pt x="88" y="50"/>
                </ns1:lnTo>
                <ns1:close/>
                <ns1:moveTo>
                  <ns1:pt x="85" y="40"/>
                </ns1:moveTo>
                <ns1:cubicBezTo>
                  <ns1:pt x="75" y="10"/>
                  <ns1:pt x="75" y="10"/>
                  <ns1:pt x="75" y="10"/>
                </ns1:cubicBezTo>
                <ns1:cubicBezTo>
                  <ns1:pt x="75" y="9"/>
                  <ns1:pt x="73" y="8"/>
                  <ns1:pt x="72" y="8"/>
                </ns1:cubicBezTo>
                <ns1:cubicBezTo>
                  <ns1:pt x="23" y="8"/>
                  <ns1:pt x="23" y="8"/>
                  <ns1:pt x="23" y="8"/>
                </ns1:cubicBezTo>
                <ns1:cubicBezTo>
                  <ns1:pt x="22" y="8"/>
                  <ns1:pt x="21" y="9"/>
                  <ns1:pt x="21" y="10"/>
                </ns1:cubicBezTo>
                <ns1:cubicBezTo>
                  <ns1:pt x="11" y="40"/>
                  <ns1:pt x="11" y="40"/>
                  <ns1:pt x="11" y="40"/>
                </ns1:cubicBezTo>
                <ns1:lnTo>
                  <ns1:pt x="85" y="40"/>
                </ns1:lnTo>
                <ns1:close/>
                <ns1:moveTo>
                  <ns1:pt x="60" y="65"/>
                </ns1:moveTo>
                <ns1:cubicBezTo>
                  <ns1:pt x="57" y="65"/>
                  <ns1:pt x="55" y="63"/>
                  <ns1:pt x="55" y="60"/>
                </ns1:cubicBezTo>
                <ns1:cubicBezTo>
                  <ns1:pt x="55" y="57"/>
                  <ns1:pt x="57" y="55"/>
                  <ns1:pt x="60" y="55"/>
                </ns1:cubicBezTo>
                <ns1:cubicBezTo>
                  <ns1:pt x="63" y="55"/>
                  <ns1:pt x="65" y="57"/>
                  <ns1:pt x="65" y="60"/>
                </ns1:cubicBezTo>
                <ns1:cubicBezTo>
                  <ns1:pt x="65" y="63"/>
                  <ns1:pt x="63" y="65"/>
                  <ns1:pt x="60" y="65"/>
                </ns1:cubicBezTo>
                <ns1:close/>
                <ns1:moveTo>
                  <ns1:pt x="76" y="65"/>
                </ns1:moveTo>
                <ns1:cubicBezTo>
                  <ns1:pt x="73" y="65"/>
                  <ns1:pt x="71" y="63"/>
                  <ns1:pt x="71" y="60"/>
                </ns1:cubicBezTo>
                <ns1:cubicBezTo>
                  <ns1:pt x="71" y="57"/>
                  <ns1:pt x="73" y="55"/>
                  <ns1:pt x="76" y="55"/>
                </ns1:cubicBezTo>
                <ns1:cubicBezTo>
                  <ns1:pt x="79" y="55"/>
                  <ns1:pt x="81" y="57"/>
                  <ns1:pt x="81" y="60"/>
                </ns1:cubicBezTo>
                <ns1:cubicBezTo>
                  <ns1:pt x="81" y="63"/>
                  <ns1:pt x="79" y="65"/>
                  <ns1:pt x="76" y="65"/>
                </ns1:cubicBezTo>
                <ns1:close/>
              </ns1:path>
            </ns1:pathLst>
          </ns1:custGeom>
          <ns1:solidFill>
            <ns1:srgbClr val="010101"/>
          </ns1:solidFill>
          <ns1:ln>
            <ns1:noFill/>
          </ns1:ln>
          <ns1:extLst>
            <ns1:ext uri="{91240B29-F687-4F45-9708-019B960494DF}">
              <ns2:hiddenLine w="9525">
                <ns1:solidFill>
                  <ns1:srgbClr val="000000"/>
                </ns1:solidFill>
                <ns1:round/>
                <ns1:headEnd/>
                <ns1:tailEnd/>
              </ns2:hiddenLine>
            </ns1:ext>
          </ns1:extLst>
        </ns0:spPr>
        <ns0:txBody>
          <ns1:bodyPr vert="horz" wrap="square" lIns="91440" tIns="45720" rIns="91440" bIns="45720" numCol="1" anchor="t" anchorCtr="0" compatLnSpc="1">
            <ns1:prstTxWarp prst="textNoShape">
              <ns1:avLst/>
            </ns1:prstTxWarp>
          </ns1:bodyPr>
          <ns1:lstStyle/>
          <ns1:p>
            <ns1:endParaRPr lang="en-US" sz="2700"/>
          </ns1:p>
        </ns0:txBody>
      </ns0:sp>
      <ns0:sp>
        <ns0:nvSpPr>
          <ns0:cNvPr id="151" name="Freeform 149"/>
          <ns0:cNvSpPr>
            <ns1:spLocks noEditPoints="1"/>
          </ns0:cNvSpPr>
          <ns0:nvPr/>
        </ns0:nvSpPr>
        <ns0:spPr bwMode="auto">
          <ns1:xfrm>
            <ns1:off x="1039813" y="5114926"/>
            <ns1:ext cx="420688" cy="363538"/>
          </ns1:xfrm>
          <ns1:custGeom>
            <ns1:avLst/>
            <ns1:gdLst>
              <ns1:gd name="T0" fmla="*/ 112 w 112"/>
              <ns1:gd name="T1" fmla="*/ 40 h 97"/>
              <ns1:gd name="T2" fmla="*/ 104 w 112"/>
              <ns1:gd name="T3" fmla="*/ 48 h 97"/>
              <ns1:gd name="T4" fmla="*/ 104 w 112"/>
              <ns1:gd name="T5" fmla="*/ 72 h 97"/>
              <ns1:gd name="T6" fmla="*/ 96 w 112"/>
              <ns1:gd name="T7" fmla="*/ 80 h 97"/>
              <ns1:gd name="T8" fmla="*/ 45 w 112"/>
              <ns1:gd name="T9" fmla="*/ 56 h 97"/>
              <ns1:gd name="T10" fmla="*/ 40 w 112"/>
              <ns1:gd name="T11" fmla="*/ 72 h 97"/>
              <ns1:gd name="T12" fmla="*/ 48 w 112"/>
              <ns1:gd name="T13" fmla="*/ 89 h 97"/>
              <ns1:gd name="T14" fmla="*/ 22 w 112"/>
              <ns1:gd name="T15" fmla="*/ 92 h 97"/>
              <ns1:gd name="T16" fmla="*/ 17 w 112"/>
              <ns1:gd name="T17" fmla="*/ 56 h 97"/>
              <ns1:gd name="T18" fmla="*/ 10 w 112"/>
              <ns1:gd name="T19" fmla="*/ 56 h 97"/>
              <ns1:gd name="T20" fmla="*/ 0 w 112"/>
              <ns1:gd name="T21" fmla="*/ 46 h 97"/>
              <ns1:gd name="T22" fmla="*/ 0 w 112"/>
              <ns1:gd name="T23" fmla="*/ 34 h 97"/>
              <ns1:gd name="T24" fmla="*/ 10 w 112"/>
              <ns1:gd name="T25" fmla="*/ 24 h 97"/>
              <ns1:gd name="T26" fmla="*/ 40 w 112"/>
              <ns1:gd name="T27" fmla="*/ 24 h 97"/>
              <ns1:gd name="T28" fmla="*/ 96 w 112"/>
              <ns1:gd name="T29" fmla="*/ 0 h 97"/>
              <ns1:gd name="T30" fmla="*/ 104 w 112"/>
              <ns1:gd name="T31" fmla="*/ 8 h 97"/>
              <ns1:gd name="T32" fmla="*/ 104 w 112"/>
              <ns1:gd name="T33" fmla="*/ 32 h 97"/>
              <ns1:gd name="T34" fmla="*/ 112 w 112"/>
              <ns1:gd name="T35" fmla="*/ 40 h 97"/>
              <ns1:gd name="T36" fmla="*/ 96 w 112"/>
              <ns1:gd name="T37" fmla="*/ 10 h 97"/>
              <ns1:gd name="T38" fmla="*/ 48 w 112"/>
              <ns1:gd name="T39" fmla="*/ 31 h 97"/>
              <ns1:gd name="T40" fmla="*/ 48 w 112"/>
              <ns1:gd name="T41" fmla="*/ 48 h 97"/>
              <ns1:gd name="T42" fmla="*/ 96 w 112"/>
              <ns1:gd name="T43" fmla="*/ 69 h 97"/>
              <ns1:gd name="T44" fmla="*/ 96 w 112"/>
              <ns1:gd name="T45" fmla="*/ 10 h 97"/>
            </ns1:gdLst>
            <ns1:ahLst/>
            <ns1:cxnLst>
              <ns1:cxn ang="0">
                <ns1:pos x="T0" y="T1"/>
              </ns1:cxn>
              <ns1:cxn ang="0">
                <ns1:pos x="T2" y="T3"/>
              </ns1:cxn>
              <ns1:cxn ang="0">
                <ns1:pos x="T4" y="T5"/>
              </ns1:cxn>
              <ns1:cxn ang="0">
                <ns1:pos x="T6" y="T7"/>
              </ns1:cxn>
              <ns1:cxn ang="0">
                <ns1:pos x="T8" y="T9"/>
              </ns1:cxn>
              <ns1:cxn ang="0">
                <ns1:pos x="T10" y="T11"/>
              </ns1:cxn>
              <ns1:cxn ang="0">
                <ns1:pos x="T12" y="T13"/>
              </ns1:cxn>
              <ns1:cxn ang="0">
                <ns1:pos x="T14" y="T15"/>
              </ns1:cxn>
              <ns1:cxn ang="0">
                <ns1:pos x="T16" y="T17"/>
              </ns1:cxn>
              <ns1:cxn ang="0">
                <ns1:pos x="T18" y="T19"/>
              </ns1:cxn>
              <ns1:cxn ang="0">
                <ns1:pos x="T20" y="T21"/>
              </ns1:cxn>
              <ns1:cxn ang="0">
                <ns1:pos x="T22" y="T23"/>
              </ns1:cxn>
              <ns1:cxn ang="0">
                <ns1:pos x="T24" y="T25"/>
              </ns1:cxn>
              <ns1:cxn ang="0">
                <ns1:pos x="T26" y="T27"/>
              </ns1:cxn>
              <ns1:cxn ang="0">
                <ns1:pos x="T28" y="T29"/>
              </ns1:cxn>
              <ns1:cxn ang="0">
                <ns1:pos x="T30" y="T31"/>
              </ns1:cxn>
              <ns1:cxn ang="0">
                <ns1:pos x="T32" y="T33"/>
              </ns1:cxn>
              <ns1:cxn ang="0">
                <ns1:pos x="T34" y="T35"/>
              </ns1:cxn>
              <ns1:cxn ang="0">
                <ns1:pos x="T36" y="T37"/>
              </ns1:cxn>
              <ns1:cxn ang="0">
                <ns1:pos x="T38" y="T39"/>
              </ns1:cxn>
              <ns1:cxn ang="0">
                <ns1:pos x="T40" y="T41"/>
              </ns1:cxn>
              <ns1:cxn ang="0">
                <ns1:pos x="T42" y="T43"/>
              </ns1:cxn>
              <ns1:cxn ang="0">
                <ns1:pos x="T44" y="T45"/>
              </ns1:cxn>
            </ns1:cxnLst>
            <ns1:rect l="0" t="0" r="r" b="b"/>
            <ns1:pathLst>
              <ns1:path w="112" h="97">
                <ns1:moveTo>
                  <ns1:pt x="112" y="40"/>
                </ns1:moveTo>
                <ns1:cubicBezTo>
                  <ns1:pt x="112" y="44"/>
                  <ns1:pt x="108" y="48"/>
                  <ns1:pt x="104" y="48"/>
                </ns1:cubicBezTo>
                <ns1:cubicBezTo>
                  <ns1:pt x="104" y="72"/>
                  <ns1:pt x="104" y="72"/>
                  <ns1:pt x="104" y="72"/>
                </ns1:cubicBezTo>
                <ns1:cubicBezTo>
                  <ns1:pt x="104" y="76"/>
                  <ns1:pt x="100" y="80"/>
                  <ns1:pt x="96" y="80"/>
                </ns1:cubicBezTo>
                <ns1:cubicBezTo>
                  <ns1:pt x="84" y="70"/>
                  <ns1:pt x="67" y="58"/>
                  <ns1:pt x="45" y="56"/>
                </ns1:cubicBezTo>
                <ns1:cubicBezTo>
                  <ns1:pt x="37" y="58"/>
                  <ns1:pt x="35" y="67"/>
                  <ns1:pt x="40" y="72"/>
                </ns1:cubicBezTo>
                <ns1:cubicBezTo>
                  <ns1:pt x="35" y="79"/>
                  <ns1:pt x="41" y="84"/>
                  <ns1:pt x="48" y="89"/>
                </ns1:cubicBezTo>
                <ns1:cubicBezTo>
                  <ns1:pt x="44" y="97"/>
                  <ns1:pt x="28" y="97"/>
                  <ns1:pt x="22" y="92"/>
                </ns1:cubicBezTo>
                <ns1:cubicBezTo>
                  <ns1:pt x="18" y="81"/>
                  <ns1:pt x="13" y="70"/>
                  <ns1:pt x="17" y="56"/>
                </ns1:cubicBezTo>
                <ns1:cubicBezTo>
                  <ns1:pt x="10" y="56"/>
                  <ns1:pt x="10" y="56"/>
                  <ns1:pt x="10" y="56"/>
                </ns1:cubicBezTo>
                <ns1:cubicBezTo>
                  <ns1:pt x="4" y="56"/>
                  <ns1:pt x="0" y="51"/>
                  <ns1:pt x="0" y="46"/>
                </ns1:cubicBezTo>
                <ns1:cubicBezTo>
                  <ns1:pt x="0" y="34"/>
                  <ns1:pt x="0" y="34"/>
                  <ns1:pt x="0" y="34"/>
                </ns1:cubicBezTo>
                <ns1:cubicBezTo>
                  <ns1:pt x="0" y="28"/>
                  <ns1:pt x="4" y="24"/>
                  <ns1:pt x="10" y="24"/>
                </ns1:cubicBezTo>
                <ns1:cubicBezTo>
                  <ns1:pt x="40" y="24"/>
                  <ns1:pt x="40" y="24"/>
                  <ns1:pt x="40" y="24"/>
                </ns1:cubicBezTo>
                <ns1:cubicBezTo>
                  <ns1:pt x="64" y="24"/>
                  <ns1:pt x="84" y="10"/>
                  <ns1:pt x="96" y="0"/>
                </ns1:cubicBezTo>
                <ns1:cubicBezTo>
                  <ns1:pt x="100" y="0"/>
                  <ns1:pt x="104" y="3"/>
                  <ns1:pt x="104" y="8"/>
                </ns1:cubicBezTo>
                <ns1:cubicBezTo>
                  <ns1:pt x="104" y="32"/>
                  <ns1:pt x="104" y="32"/>
                  <ns1:pt x="104" y="32"/>
                </ns1:cubicBezTo>
                <ns1:cubicBezTo>
                  <ns1:pt x="108" y="32"/>
                  <ns1:pt x="112" y="35"/>
                  <ns1:pt x="112" y="40"/>
                </ns1:cubicBezTo>
                <ns1:close/>
                <ns1:moveTo>
                  <ns1:pt x="96" y="10"/>
                </ns1:moveTo>
                <ns1:cubicBezTo>
                  <ns1:pt x="79" y="22"/>
                  <ns1:pt x="63" y="29"/>
                  <ns1:pt x="48" y="31"/>
                </ns1:cubicBezTo>
                <ns1:cubicBezTo>
                  <ns1:pt x="48" y="48"/>
                  <ns1:pt x="48" y="48"/>
                  <ns1:pt x="48" y="48"/>
                </ns1:cubicBezTo>
                <ns1:cubicBezTo>
                  <ns1:pt x="63" y="50"/>
                  <ns1:pt x="79" y="57"/>
                  <ns1:pt x="96" y="69"/>
                </ns1:cubicBezTo>
                <ns1:lnTo>
                  <ns1:pt x="96" y="10"/>
                </ns1:lnTo>
                <ns1:close/>
              </ns1:path>
            </ns1:pathLst>
          </ns1:custGeom>
          <ns1:solidFill>
            <ns1:srgbClr val="010101"/>
          </ns1:solidFill>
          <ns1:ln>
            <ns1:noFill/>
          </ns1:ln>
          <ns1:extLst>
            <ns1:ext uri="{91240B29-F687-4F45-9708-019B960494DF}">
              <ns2:hiddenLine w="9525">
                <ns1:solidFill>
                  <ns1:srgbClr val="000000"/>
                </ns1:solidFill>
                <ns1:round/>
                <ns1:headEnd/>
                <ns1:tailEnd/>
              </ns2:hiddenLine>
            </ns1:ext>
          </ns1:extLst>
        </ns0:spPr>
        <ns0:txBody>
          <ns1:bodyPr vert="horz" wrap="square" lIns="91440" tIns="45720" rIns="91440" bIns="45720" numCol="1" anchor="t" anchorCtr="0" compatLnSpc="1">
            <ns1:prstTxWarp prst="textNoShape">
              <ns1:avLst/>
            </ns1:prstTxWarp>
          </ns1:bodyPr>
          <ns1:lstStyle/>
          <ns1:p>
            <ns1:endParaRPr lang="en-US" sz="2700"/>
          </ns1:p>
        </ns0:txBody>
      </ns0:sp>
      <ns0:sp>
        <ns0:nvSpPr>
          <ns0:cNvPr id="152" name="Freeform 150"/>
          <ns0:cNvSpPr>
            <ns1:spLocks noEditPoints="1"/>
          </ns0:cNvSpPr>
          <ns0:nvPr/>
        </ns0:nvSpPr>
        <ns0:spPr bwMode="auto">
          <ns1:xfrm>
            <ns1:off x="1700214" y="5084763"/>
            <ns1:ext cx="390525" cy="420688"/>
          </ns1:xfrm>
          <ns1:custGeom>
            <ns1:avLst/>
            <ns1:gdLst>
              <ns1:gd name="T0" fmla="*/ 96 w 104"/>
              <ns1:gd name="T1" fmla="*/ 96 h 112"/>
              <ns1:gd name="T2" fmla="*/ 68 w 104"/>
              <ns1:gd name="T3" fmla="*/ 96 h 112"/>
              <ns1:gd name="T4" fmla="*/ 52 w 104"/>
              <ns1:gd name="T5" fmla="*/ 112 h 112"/>
              <ns1:gd name="T6" fmla="*/ 36 w 104"/>
              <ns1:gd name="T7" fmla="*/ 96 h 112"/>
              <ns1:gd name="T8" fmla="*/ 8 w 104"/>
              <ns1:gd name="T9" fmla="*/ 96 h 112"/>
              <ns1:gd name="T10" fmla="*/ 0 w 104"/>
              <ns1:gd name="T11" fmla="*/ 88 h 112"/>
              <ns1:gd name="T12" fmla="*/ 20 w 104"/>
              <ns1:gd name="T13" fmla="*/ 36 h 112"/>
              <ns1:gd name="T14" fmla="*/ 46 w 104"/>
              <ns1:gd name="T15" fmla="*/ 8 h 112"/>
              <ns1:gd name="T16" fmla="*/ 46 w 104"/>
              <ns1:gd name="T17" fmla="*/ 6 h 112"/>
              <ns1:gd name="T18" fmla="*/ 52 w 104"/>
              <ns1:gd name="T19" fmla="*/ 0 h 112"/>
              <ns1:gd name="T20" fmla="*/ 58 w 104"/>
              <ns1:gd name="T21" fmla="*/ 6 h 112"/>
              <ns1:gd name="T22" fmla="*/ 57 w 104"/>
              <ns1:gd name="T23" fmla="*/ 8 h 112"/>
              <ns1:gd name="T24" fmla="*/ 84 w 104"/>
              <ns1:gd name="T25" fmla="*/ 36 h 112"/>
              <ns1:gd name="T26" fmla="*/ 104 w 104"/>
              <ns1:gd name="T27" fmla="*/ 88 h 112"/>
              <ns1:gd name="T28" fmla="*/ 96 w 104"/>
              <ns1:gd name="T29" fmla="*/ 96 h 112"/>
              <ns1:gd name="T30" fmla="*/ 92 w 104"/>
              <ns1:gd name="T31" fmla="*/ 88 h 112"/>
              <ns1:gd name="T32" fmla="*/ 76 w 104"/>
              <ns1:gd name="T33" fmla="*/ 36 h 112"/>
              <ns1:gd name="T34" fmla="*/ 52 w 104"/>
              <ns1:gd name="T35" fmla="*/ 16 h 112"/>
              <ns1:gd name="T36" fmla="*/ 28 w 104"/>
              <ns1:gd name="T37" fmla="*/ 36 h 112"/>
              <ns1:gd name="T38" fmla="*/ 11 w 104"/>
              <ns1:gd name="T39" fmla="*/ 88 h 112"/>
              <ns1:gd name="T40" fmla="*/ 92 w 104"/>
              <ns1:gd name="T41" fmla="*/ 88 h 112"/>
              <ns1:gd name="T42" fmla="*/ 52 w 104"/>
              <ns1:gd name="T43" fmla="*/ 105 h 112"/>
              <ns1:gd name="T44" fmla="*/ 43 w 104"/>
              <ns1:gd name="T45" fmla="*/ 96 h 112"/>
              <ns1:gd name="T46" fmla="*/ 42 w 104"/>
              <ns1:gd name="T47" fmla="*/ 95 h 112"/>
              <ns1:gd name="T48" fmla="*/ 41 w 104"/>
              <ns1:gd name="T49" fmla="*/ 96 h 112"/>
              <ns1:gd name="T50" fmla="*/ 52 w 104"/>
              <ns1:gd name="T51" fmla="*/ 107 h 112"/>
              <ns1:gd name="T52" fmla="*/ 53 w 104"/>
              <ns1:gd name="T53" fmla="*/ 106 h 112"/>
              <ns1:gd name="T54" fmla="*/ 52 w 104"/>
              <ns1:gd name="T55" fmla="*/ 105 h 112"/>
            </ns1:gdLst>
            <ns1:ahLst/>
            <ns1:cxnLst>
              <ns1:cxn ang="0">
                <ns1:pos x="T0" y="T1"/>
              </ns1:cxn>
              <ns1:cxn ang="0">
                <ns1:pos x="T2" y="T3"/>
              </ns1:cxn>
              <ns1:cxn ang="0">
                <ns1:pos x="T4" y="T5"/>
              </ns1:cxn>
              <ns1:cxn ang="0">
                <ns1:pos x="T6" y="T7"/>
              </ns1:cxn>
              <ns1:cxn ang="0">
                <ns1:pos x="T8" y="T9"/>
              </ns1:cxn>
              <ns1:cxn ang="0">
                <ns1:pos x="T10" y="T11"/>
              </ns1:cxn>
              <ns1:cxn ang="0">
                <ns1:pos x="T12" y="T13"/>
              </ns1:cxn>
              <ns1:cxn ang="0">
                <ns1:pos x="T14" y="T15"/>
              </ns1:cxn>
              <ns1:cxn ang="0">
                <ns1:pos x="T16" y="T17"/>
              </ns1:cxn>
              <ns1:cxn ang="0">
                <ns1:pos x="T18" y="T19"/>
              </ns1:cxn>
              <ns1:cxn ang="0">
                <ns1:pos x="T20" y="T21"/>
              </ns1:cxn>
              <ns1:cxn ang="0">
                <ns1:pos x="T22" y="T23"/>
              </ns1:cxn>
              <ns1:cxn ang="0">
                <ns1:pos x="T24" y="T25"/>
              </ns1:cxn>
              <ns1:cxn ang="0">
                <ns1:pos x="T26" y="T27"/>
              </ns1:cxn>
              <ns1:cxn ang="0">
                <ns1:pos x="T28" y="T29"/>
              </ns1:cxn>
              <ns1:cxn ang="0">
                <ns1:pos x="T30" y="T31"/>
              </ns1:cxn>
              <ns1:cxn ang="0">
                <ns1:pos x="T32" y="T33"/>
              </ns1:cxn>
              <ns1:cxn ang="0">
                <ns1:pos x="T34" y="T35"/>
              </ns1:cxn>
              <ns1:cxn ang="0">
                <ns1:pos x="T36" y="T37"/>
              </ns1:cxn>
              <ns1:cxn ang="0">
                <ns1:pos x="T38" y="T39"/>
              </ns1:cxn>
              <ns1:cxn ang="0">
                <ns1:pos x="T40" y="T41"/>
              </ns1:cxn>
              <ns1:cxn ang="0">
                <ns1:pos x="T42" y="T43"/>
              </ns1:cxn>
              <ns1:cxn ang="0">
                <ns1:pos x="T44" y="T45"/>
              </ns1:cxn>
              <ns1:cxn ang="0">
                <ns1:pos x="T46" y="T47"/>
              </ns1:cxn>
              <ns1:cxn ang="0">
                <ns1:pos x="T48" y="T49"/>
              </ns1:cxn>
              <ns1:cxn ang="0">
                <ns1:pos x="T50" y="T51"/>
              </ns1:cxn>
              <ns1:cxn ang="0">
                <ns1:pos x="T52" y="T53"/>
              </ns1:cxn>
              <ns1:cxn ang="0">
                <ns1:pos x="T54" y="T55"/>
              </ns1:cxn>
            </ns1:cxnLst>
            <ns1:rect l="0" t="0" r="r" b="b"/>
            <ns1:pathLst>
              <ns1:path w="104" h="112">
                <ns1:moveTo>
                  <ns1:pt x="96" y="96"/>
                </ns1:moveTo>
                <ns1:cubicBezTo>
                  <ns1:pt x="68" y="96"/>
                  <ns1:pt x="68" y="96"/>
                  <ns1:pt x="68" y="96"/>
                </ns1:cubicBezTo>
                <ns1:cubicBezTo>
                  <ns1:pt x="68" y="104"/>
                  <ns1:pt x="60" y="112"/>
                  <ns1:pt x="52" y="112"/>
                </ns1:cubicBezTo>
                <ns1:cubicBezTo>
                  <ns1:pt x="43" y="112"/>
                  <ns1:pt x="36" y="104"/>
                  <ns1:pt x="36" y="96"/>
                </ns1:cubicBezTo>
                <ns1:cubicBezTo>
                  <ns1:pt x="8" y="96"/>
                  <ns1:pt x="8" y="96"/>
                  <ns1:pt x="8" y="96"/>
                </ns1:cubicBezTo>
                <ns1:cubicBezTo>
                  <ns1:pt x="3" y="96"/>
                  <ns1:pt x="0" y="92"/>
                  <ns1:pt x="0" y="88"/>
                </ns1:cubicBezTo>
                <ns1:cubicBezTo>
                  <ns1:pt x="9" y="80"/>
                  <ns1:pt x="20" y="66"/>
                  <ns1:pt x="20" y="36"/>
                </ns1:cubicBezTo>
                <ns1:cubicBezTo>
                  <ns1:pt x="20" y="24"/>
                  <ns1:pt x="30" y="11"/>
                  <ns1:pt x="46" y="8"/>
                </ns1:cubicBezTo>
                <ns1:cubicBezTo>
                  <ns1:pt x="46" y="7"/>
                  <ns1:pt x="46" y="7"/>
                  <ns1:pt x="46" y="6"/>
                </ns1:cubicBezTo>
                <ns1:cubicBezTo>
                  <ns1:pt x="46" y="2"/>
                  <ns1:pt x="48" y="0"/>
                  <ns1:pt x="52" y="0"/>
                </ns1:cubicBezTo>
                <ns1:cubicBezTo>
                  <ns1:pt x="55" y="0"/>
                  <ns1:pt x="58" y="2"/>
                  <ns1:pt x="58" y="6"/>
                </ns1:cubicBezTo>
                <ns1:cubicBezTo>
                  <ns1:pt x="58" y="7"/>
                  <ns1:pt x="57" y="7"/>
                  <ns1:pt x="57" y="8"/>
                </ns1:cubicBezTo>
                <ns1:cubicBezTo>
                  <ns1:pt x="74" y="11"/>
                  <ns1:pt x="84" y="24"/>
                  <ns1:pt x="84" y="36"/>
                </ns1:cubicBezTo>
                <ns1:cubicBezTo>
                  <ns1:pt x="84" y="66"/>
                  <ns1:pt x="94" y="80"/>
                  <ns1:pt x="104" y="88"/>
                </ns1:cubicBezTo>
                <ns1:cubicBezTo>
                  <ns1:pt x="104" y="92"/>
                  <ns1:pt x="100" y="96"/>
                  <ns1:pt x="96" y="96"/>
                </ns1:cubicBezTo>
                <ns1:close/>
                <ns1:moveTo>
                  <ns1:pt x="92" y="88"/>
                </ns1:moveTo>
                <ns1:cubicBezTo>
                  <ns1:pt x="81" y="75"/>
                  <ns1:pt x="76" y="58"/>
                  <ns1:pt x="76" y="36"/>
                </ns1:cubicBezTo>
                <ns1:cubicBezTo>
                  <ns1:pt x="76" y="28"/>
                  <ns1:pt x="68" y="16"/>
                  <ns1:pt x="52" y="16"/>
                </ns1:cubicBezTo>
                <ns1:cubicBezTo>
                  <ns1:pt x="35" y="16"/>
                  <ns1:pt x="28" y="28"/>
                  <ns1:pt x="28" y="36"/>
                </ns1:cubicBezTo>
                <ns1:cubicBezTo>
                  <ns1:pt x="28" y="58"/>
                  <ns1:pt x="22" y="75"/>
                  <ns1:pt x="11" y="88"/>
                </ns1:cubicBezTo>
                <ns1:lnTo>
                  <ns1:pt x="92" y="88"/>
                </ns1:lnTo>
                <ns1:close/>
                <ns1:moveTo>
                  <ns1:pt x="52" y="105"/>
                </ns1:moveTo>
                <ns1:cubicBezTo>
                  <ns1:pt x="47" y="105"/>
                  <ns1:pt x="43" y="101"/>
                  <ns1:pt x="43" y="96"/>
                </ns1:cubicBezTo>
                <ns1:cubicBezTo>
                  <ns1:pt x="43" y="95"/>
                  <ns1:pt x="42" y="95"/>
                  <ns1:pt x="42" y="95"/>
                </ns1:cubicBezTo>
                <ns1:cubicBezTo>
                  <ns1:pt x="41" y="95"/>
                  <ns1:pt x="41" y="95"/>
                  <ns1:pt x="41" y="96"/>
                </ns1:cubicBezTo>
                <ns1:cubicBezTo>
                  <ns1:pt x="41" y="102"/>
                  <ns1:pt x="46" y="107"/>
                  <ns1:pt x="52" y="107"/>
                </ns1:cubicBezTo>
                <ns1:cubicBezTo>
                  <ns1:pt x="52" y="107"/>
                  <ns1:pt x="53" y="106"/>
                  <ns1:pt x="53" y="106"/>
                </ns1:cubicBezTo>
                <ns1:cubicBezTo>
                  <ns1:pt x="53" y="105"/>
                  <ns1:pt x="52" y="105"/>
                  <ns1:pt x="52" y="105"/>
                </ns1:cubicBezTo>
                <ns1:close/>
              </ns1:path>
            </ns1:pathLst>
          </ns1:custGeom>
          <ns1:solidFill>
            <ns1:srgbClr val="010101"/>
          </ns1:solidFill>
          <ns1:ln>
            <ns1:noFill/>
          </ns1:ln>
          <ns1:extLst>
            <ns1:ext uri="{91240B29-F687-4F45-9708-019B960494DF}">
              <ns2:hiddenLine w="9525">
                <ns1:solidFill>
                  <ns1:srgbClr val="000000"/>
                </ns1:solidFill>
                <ns1:round/>
                <ns1:headEnd/>
                <ns1:tailEnd/>
              </ns2:hiddenLine>
            </ns1:ext>
          </ns1:extLst>
        </ns0:spPr>
        <ns0:txBody>
          <ns1:bodyPr vert="horz" wrap="square" lIns="91440" tIns="45720" rIns="91440" bIns="45720" numCol="1" anchor="t" anchorCtr="0" compatLnSpc="1">
            <ns1:prstTxWarp prst="textNoShape">
              <ns1:avLst/>
            </ns1:prstTxWarp>
          </ns1:bodyPr>
          <ns1:lstStyle/>
          <ns1:p>
            <ns1:endParaRPr lang="en-US" sz="2700"/>
          </ns1:p>
        </ns0:txBody>
      </ns0:sp>
      <ns0:sp>
        <ns0:nvSpPr>
          <ns0:cNvPr id="153" name="Freeform 151"/>
          <ns0:cNvSpPr>
            <ns1:spLocks/>
          </ns0:cNvSpPr>
          <ns0:nvPr/>
        </ns0:nvSpPr>
        <ns0:spPr bwMode="auto">
          <ns1:xfrm>
            <ns1:off x="2357438" y="5110164"/>
            <ns1:ext cx="363538" cy="365125"/>
          </ns1:xfrm>
          <ns1:custGeom>
            <ns1:avLst/>
            <ns1:gdLst>
              <ns1:gd name="T0" fmla="*/ 95 w 97"/>
              <ns1:gd name="T1" fmla="*/ 57 h 97"/>
              <ns1:gd name="T2" fmla="*/ 96 w 97"/>
              <ns1:gd name="T3" fmla="*/ 61 h 97"/>
              <ns1:gd name="T4" fmla="*/ 93 w 97"/>
              <ns1:gd name="T5" fmla="*/ 65 h 97"/>
              <ns1:gd name="T6" fmla="*/ 81 w 97"/>
              <ns1:gd name="T7" fmla="*/ 68 h 97"/>
              <ns1:gd name="T8" fmla="*/ 85 w 97"/>
              <ns1:gd name="T9" fmla="*/ 79 h 97"/>
              <ns1:gd name="T10" fmla="*/ 84 w 97"/>
              <ns1:gd name="T11" fmla="*/ 84 h 97"/>
              <ns1:gd name="T12" fmla="*/ 79 w 97"/>
              <ns1:gd name="T13" fmla="*/ 85 h 97"/>
              <ns1:gd name="T14" fmla="*/ 68 w 97"/>
              <ns1:gd name="T15" fmla="*/ 81 h 97"/>
              <ns1:gd name="T16" fmla="*/ 65 w 97"/>
              <ns1:gd name="T17" fmla="*/ 93 h 97"/>
              <ns1:gd name="T18" fmla="*/ 61 w 97"/>
              <ns1:gd name="T19" fmla="*/ 96 h 97"/>
              <ns1:gd name="T20" fmla="*/ 60 w 97"/>
              <ns1:gd name="T21" fmla="*/ 97 h 97"/>
              <ns1:gd name="T22" fmla="*/ 57 w 97"/>
              <ns1:gd name="T23" fmla="*/ 95 h 97"/>
              <ns1:gd name="T24" fmla="*/ 49 w 97"/>
              <ns1:gd name="T25" fmla="*/ 87 h 97"/>
              <ns1:gd name="T26" fmla="*/ 40 w 97"/>
              <ns1:gd name="T27" fmla="*/ 95 h 97"/>
              <ns1:gd name="T28" fmla="*/ 36 w 97"/>
              <ns1:gd name="T29" fmla="*/ 96 h 97"/>
              <ns1:gd name="T30" fmla="*/ 33 w 97"/>
              <ns1:gd name="T31" fmla="*/ 93 h 97"/>
              <ns1:gd name="T32" fmla="*/ 30 w 97"/>
              <ns1:gd name="T33" fmla="*/ 81 h 97"/>
              <ns1:gd name="T34" fmla="*/ 18 w 97"/>
              <ns1:gd name="T35" fmla="*/ 85 h 97"/>
              <ns1:gd name="T36" fmla="*/ 14 w 97"/>
              <ns1:gd name="T37" fmla="*/ 84 h 97"/>
              <ns1:gd name="T38" fmla="*/ 12 w 97"/>
              <ns1:gd name="T39" fmla="*/ 79 h 97"/>
              <ns1:gd name="T40" fmla="*/ 16 w 97"/>
              <ns1:gd name="T41" fmla="*/ 68 h 97"/>
              <ns1:gd name="T42" fmla="*/ 4 w 97"/>
              <ns1:gd name="T43" fmla="*/ 65 h 97"/>
              <ns1:gd name="T44" fmla="*/ 1 w 97"/>
              <ns1:gd name="T45" fmla="*/ 61 h 97"/>
              <ns1:gd name="T46" fmla="*/ 2 w 97"/>
              <ns1:gd name="T47" fmla="*/ 57 h 97"/>
              <ns1:gd name="T48" fmla="*/ 11 w 97"/>
              <ns1:gd name="T49" fmla="*/ 49 h 97"/>
              <ns1:gd name="T50" fmla="*/ 2 w 97"/>
              <ns1:gd name="T51" fmla="*/ 40 h 97"/>
              <ns1:gd name="T52" fmla="*/ 1 w 97"/>
              <ns1:gd name="T53" fmla="*/ 36 h 97"/>
              <ns1:gd name="T54" fmla="*/ 4 w 97"/>
              <ns1:gd name="T55" fmla="*/ 33 h 97"/>
              <ns1:gd name="T56" fmla="*/ 16 w 97"/>
              <ns1:gd name="T57" fmla="*/ 30 h 97"/>
              <ns1:gd name="T58" fmla="*/ 12 w 97"/>
              <ns1:gd name="T59" fmla="*/ 18 h 97"/>
              <ns1:gd name="T60" fmla="*/ 14 w 97"/>
              <ns1:gd name="T61" fmla="*/ 14 h 97"/>
              <ns1:gd name="T62" fmla="*/ 18 w 97"/>
              <ns1:gd name="T63" fmla="*/ 12 h 97"/>
              <ns1:gd name="T64" fmla="*/ 30 w 97"/>
              <ns1:gd name="T65" fmla="*/ 16 h 97"/>
              <ns1:gd name="T66" fmla="*/ 33 w 97"/>
              <ns1:gd name="T67" fmla="*/ 4 h 97"/>
              <ns1:gd name="T68" fmla="*/ 36 w 97"/>
              <ns1:gd name="T69" fmla="*/ 1 h 97"/>
              <ns1:gd name="T70" fmla="*/ 40 w 97"/>
              <ns1:gd name="T71" fmla="*/ 2 h 97"/>
              <ns1:gd name="T72" fmla="*/ 49 w 97"/>
              <ns1:gd name="T73" fmla="*/ 11 h 97"/>
              <ns1:gd name="T74" fmla="*/ 57 w 97"/>
              <ns1:gd name="T75" fmla="*/ 2 h 97"/>
              <ns1:gd name="T76" fmla="*/ 61 w 97"/>
              <ns1:gd name="T77" fmla="*/ 1 h 97"/>
              <ns1:gd name="T78" fmla="*/ 65 w 97"/>
              <ns1:gd name="T79" fmla="*/ 4 h 97"/>
              <ns1:gd name="T80" fmla="*/ 68 w 97"/>
              <ns1:gd name="T81" fmla="*/ 16 h 97"/>
              <ns1:gd name="T82" fmla="*/ 79 w 97"/>
              <ns1:gd name="T83" fmla="*/ 12 h 97"/>
              <ns1:gd name="T84" fmla="*/ 84 w 97"/>
              <ns1:gd name="T85" fmla="*/ 14 h 97"/>
              <ns1:gd name="T86" fmla="*/ 85 w 97"/>
              <ns1:gd name="T87" fmla="*/ 18 h 97"/>
              <ns1:gd name="T88" fmla="*/ 81 w 97"/>
              <ns1:gd name="T89" fmla="*/ 30 h 97"/>
              <ns1:gd name="T90" fmla="*/ 93 w 97"/>
              <ns1:gd name="T91" fmla="*/ 33 h 97"/>
              <ns1:gd name="T92" fmla="*/ 96 w 97"/>
              <ns1:gd name="T93" fmla="*/ 36 h 97"/>
              <ns1:gd name="T94" fmla="*/ 95 w 97"/>
              <ns1:gd name="T95" fmla="*/ 40 h 97"/>
              <ns1:gd name="T96" fmla="*/ 87 w 97"/>
              <ns1:gd name="T97" fmla="*/ 49 h 97"/>
              <ns1:gd name="T98" fmla="*/ 95 w 97"/>
              <ns1:gd name="T99" fmla="*/ 57 h 97"/>
            </ns1:gdLst>
            <ns1:ahLst/>
            <ns1:cxnLst>
              <ns1:cxn ang="0">
                <ns1:pos x="T0" y="T1"/>
              </ns1:cxn>
              <ns1:cxn ang="0">
                <ns1:pos x="T2" y="T3"/>
              </ns1:cxn>
              <ns1:cxn ang="0">
                <ns1:pos x="T4" y="T5"/>
              </ns1:cxn>
              <ns1:cxn ang="0">
                <ns1:pos x="T6" y="T7"/>
              </ns1:cxn>
              <ns1:cxn ang="0">
                <ns1:pos x="T8" y="T9"/>
              </ns1:cxn>
              <ns1:cxn ang="0">
                <ns1:pos x="T10" y="T11"/>
              </ns1:cxn>
              <ns1:cxn ang="0">
                <ns1:pos x="T12" y="T13"/>
              </ns1:cxn>
              <ns1:cxn ang="0">
                <ns1:pos x="T14" y="T15"/>
              </ns1:cxn>
              <ns1:cxn ang="0">
                <ns1:pos x="T16" y="T17"/>
              </ns1:cxn>
              <ns1:cxn ang="0">
                <ns1:pos x="T18" y="T19"/>
              </ns1:cxn>
              <ns1:cxn ang="0">
                <ns1:pos x="T20" y="T21"/>
              </ns1:cxn>
              <ns1:cxn ang="0">
                <ns1:pos x="T22" y="T23"/>
              </ns1:cxn>
              <ns1:cxn ang="0">
                <ns1:pos x="T24" y="T25"/>
              </ns1:cxn>
              <ns1:cxn ang="0">
                <ns1:pos x="T26" y="T27"/>
              </ns1:cxn>
              <ns1:cxn ang="0">
                <ns1:pos x="T28" y="T29"/>
              </ns1:cxn>
              <ns1:cxn ang="0">
                <ns1:pos x="T30" y="T31"/>
              </ns1:cxn>
              <ns1:cxn ang="0">
                <ns1:pos x="T32" y="T33"/>
              </ns1:cxn>
              <ns1:cxn ang="0">
                <ns1:pos x="T34" y="T35"/>
              </ns1:cxn>
              <ns1:cxn ang="0">
                <ns1:pos x="T36" y="T37"/>
              </ns1:cxn>
              <ns1:cxn ang="0">
                <ns1:pos x="T38" y="T39"/>
              </ns1:cxn>
              <ns1:cxn ang="0">
                <ns1:pos x="T40" y="T41"/>
              </ns1:cxn>
              <ns1:cxn ang="0">
                <ns1:pos x="T42" y="T43"/>
              </ns1:cxn>
              <ns1:cxn ang="0">
                <ns1:pos x="T44" y="T45"/>
              </ns1:cxn>
              <ns1:cxn ang="0">
                <ns1:pos x="T46" y="T47"/>
              </ns1:cxn>
              <ns1:cxn ang="0">
                <ns1:pos x="T48" y="T49"/>
              </ns1:cxn>
              <ns1:cxn ang="0">
                <ns1:pos x="T50" y="T51"/>
              </ns1:cxn>
              <ns1:cxn ang="0">
                <ns1:pos x="T52" y="T53"/>
              </ns1:cxn>
              <ns1:cxn ang="0">
                <ns1:pos x="T54" y="T55"/>
              </ns1:cxn>
              <ns1:cxn ang="0">
                <ns1:pos x="T56" y="T57"/>
              </ns1:cxn>
              <ns1:cxn ang="0">
                <ns1:pos x="T58" y="T59"/>
              </ns1:cxn>
              <ns1:cxn ang="0">
                <ns1:pos x="T60" y="T61"/>
              </ns1:cxn>
              <ns1:cxn ang="0">
                <ns1:pos x="T62" y="T63"/>
              </ns1:cxn>
              <ns1:cxn ang="0">
                <ns1:pos x="T64" y="T65"/>
              </ns1:cxn>
              <ns1:cxn ang="0">
                <ns1:pos x="T66" y="T67"/>
              </ns1:cxn>
              <ns1:cxn ang="0">
                <ns1:pos x="T68" y="T69"/>
              </ns1:cxn>
              <ns1:cxn ang="0">
                <ns1:pos x="T70" y="T71"/>
              </ns1:cxn>
              <ns1:cxn ang="0">
                <ns1:pos x="T72" y="T73"/>
              </ns1:cxn>
              <ns1:cxn ang="0">
                <ns1:pos x="T74" y="T75"/>
              </ns1:cxn>
              <ns1:cxn ang="0">
                <ns1:pos x="T76" y="T77"/>
              </ns1:cxn>
              <ns1:cxn ang="0">
                <ns1:pos x="T78" y="T79"/>
              </ns1:cxn>
              <ns1:cxn ang="0">
                <ns1:pos x="T80" y="T81"/>
              </ns1:cxn>
              <ns1:cxn ang="0">
                <ns1:pos x="T82" y="T83"/>
              </ns1:cxn>
              <ns1:cxn ang="0">
                <ns1:pos x="T84" y="T85"/>
              </ns1:cxn>
              <ns1:cxn ang="0">
                <ns1:pos x="T86" y="T87"/>
              </ns1:cxn>
              <ns1:cxn ang="0">
                <ns1:pos x="T88" y="T89"/>
              </ns1:cxn>
              <ns1:cxn ang="0">
                <ns1:pos x="T90" y="T91"/>
              </ns1:cxn>
              <ns1:cxn ang="0">
                <ns1:pos x="T92" y="T93"/>
              </ns1:cxn>
              <ns1:cxn ang="0">
                <ns1:pos x="T94" y="T95"/>
              </ns1:cxn>
              <ns1:cxn ang="0">
                <ns1:pos x="T96" y="T97"/>
              </ns1:cxn>
              <ns1:cxn ang="0">
                <ns1:pos x="T98" y="T99"/>
              </ns1:cxn>
            </ns1:cxnLst>
            <ns1:rect l="0" t="0" r="r" b="b"/>
            <ns1:pathLst>
              <ns1:path w="97" h="97">
                <ns1:moveTo>
                  <ns1:pt x="95" y="57"/>
                </ns1:moveTo>
                <ns1:cubicBezTo>
                  <ns1:pt x="96" y="58"/>
                  <ns1:pt x="97" y="60"/>
                  <ns1:pt x="96" y="61"/>
                </ns1:cubicBezTo>
                <ns1:cubicBezTo>
                  <ns1:pt x="96" y="63"/>
                  <ns1:pt x="95" y="64"/>
                  <ns1:pt x="93" y="65"/>
                </ns1:cubicBezTo>
                <ns1:cubicBezTo>
                  <ns1:pt x="81" y="68"/>
                  <ns1:pt x="81" y="68"/>
                  <ns1:pt x="81" y="68"/>
                </ns1:cubicBezTo>
                <ns1:cubicBezTo>
                  <ns1:pt x="85" y="79"/>
                  <ns1:pt x="85" y="79"/>
                  <ns1:pt x="85" y="79"/>
                </ns1:cubicBezTo>
                <ns1:cubicBezTo>
                  <ns1:pt x="85" y="81"/>
                  <ns1:pt x="85" y="82"/>
                  <ns1:pt x="84" y="84"/>
                </ns1:cubicBezTo>
                <ns1:cubicBezTo>
                  <ns1:pt x="82" y="85"/>
                  <ns1:pt x="81" y="85"/>
                  <ns1:pt x="79" y="85"/>
                </ns1:cubicBezTo>
                <ns1:cubicBezTo>
                  <ns1:pt x="68" y="81"/>
                  <ns1:pt x="68" y="81"/>
                  <ns1:pt x="68" y="81"/>
                </ns1:cubicBezTo>
                <ns1:cubicBezTo>
                  <ns1:pt x="65" y="93"/>
                  <ns1:pt x="65" y="93"/>
                  <ns1:pt x="65" y="93"/>
                </ns1:cubicBezTo>
                <ns1:cubicBezTo>
                  <ns1:pt x="64" y="95"/>
                  <ns1:pt x="63" y="96"/>
                  <ns1:pt x="61" y="96"/>
                </ns1:cubicBezTo>
                <ns1:cubicBezTo>
                  <ns1:pt x="61" y="97"/>
                  <ns1:pt x="61" y="97"/>
                  <ns1:pt x="60" y="97"/>
                </ns1:cubicBezTo>
                <ns1:cubicBezTo>
                  <ns1:pt x="59" y="97"/>
                  <ns1:pt x="58" y="96"/>
                  <ns1:pt x="57" y="95"/>
                </ns1:cubicBezTo>
                <ns1:cubicBezTo>
                  <ns1:pt x="49" y="87"/>
                  <ns1:pt x="49" y="87"/>
                  <ns1:pt x="49" y="87"/>
                </ns1:cubicBezTo>
                <ns1:cubicBezTo>
                  <ns1:pt x="40" y="95"/>
                  <ns1:pt x="40" y="95"/>
                  <ns1:pt x="40" y="95"/>
                </ns1:cubicBezTo>
                <ns1:cubicBezTo>
                  <ns1:pt x="39" y="96"/>
                  <ns1:pt x="37" y="97"/>
                  <ns1:pt x="36" y="96"/>
                </ns1:cubicBezTo>
                <ns1:cubicBezTo>
                  <ns1:pt x="34" y="96"/>
                  <ns1:pt x="33" y="95"/>
                  <ns1:pt x="33" y="93"/>
                </ns1:cubicBezTo>
                <ns1:cubicBezTo>
                  <ns1:pt x="30" y="81"/>
                  <ns1:pt x="30" y="81"/>
                  <ns1:pt x="30" y="81"/>
                </ns1:cubicBezTo>
                <ns1:cubicBezTo>
                  <ns1:pt x="18" y="85"/>
                  <ns1:pt x="18" y="85"/>
                  <ns1:pt x="18" y="85"/>
                </ns1:cubicBezTo>
                <ns1:cubicBezTo>
                  <ns1:pt x="16" y="85"/>
                  <ns1:pt x="15" y="85"/>
                  <ns1:pt x="14" y="84"/>
                </ns1:cubicBezTo>
                <ns1:cubicBezTo>
                  <ns1:pt x="12" y="82"/>
                  <ns1:pt x="12" y="81"/>
                  <ns1:pt x="12" y="79"/>
                </ns1:cubicBezTo>
                <ns1:cubicBezTo>
                  <ns1:pt x="16" y="68"/>
                  <ns1:pt x="16" y="68"/>
                  <ns1:pt x="16" y="68"/>
                </ns1:cubicBezTo>
                <ns1:cubicBezTo>
                  <ns1:pt x="4" y="65"/>
                  <ns1:pt x="4" y="65"/>
                  <ns1:pt x="4" y="65"/>
                </ns1:cubicBezTo>
                <ns1:cubicBezTo>
                  <ns1:pt x="2" y="64"/>
                  <ns1:pt x="1" y="63"/>
                  <ns1:pt x="1" y="61"/>
                </ns1:cubicBezTo>
                <ns1:cubicBezTo>
                  <ns1:pt x="0" y="60"/>
                  <ns1:pt x="1" y="58"/>
                  <ns1:pt x="2" y="57"/>
                </ns1:cubicBezTo>
                <ns1:cubicBezTo>
                  <ns1:pt x="11" y="49"/>
                  <ns1:pt x="11" y="49"/>
                  <ns1:pt x="11" y="49"/>
                </ns1:cubicBezTo>
                <ns1:cubicBezTo>
                  <ns1:pt x="2" y="40"/>
                  <ns1:pt x="2" y="40"/>
                  <ns1:pt x="2" y="40"/>
                </ns1:cubicBezTo>
                <ns1:cubicBezTo>
                  <ns1:pt x="1" y="39"/>
                  <ns1:pt x="0" y="37"/>
                  <ns1:pt x="1" y="36"/>
                </ns1:cubicBezTo>
                <ns1:cubicBezTo>
                  <ns1:pt x="1" y="34"/>
                  <ns1:pt x="2" y="33"/>
                  <ns1:pt x="4" y="33"/>
                </ns1:cubicBezTo>
                <ns1:cubicBezTo>
                  <ns1:pt x="16" y="30"/>
                  <ns1:pt x="16" y="30"/>
                  <ns1:pt x="16" y="30"/>
                </ns1:cubicBezTo>
                <ns1:cubicBezTo>
                  <ns1:pt x="12" y="18"/>
                  <ns1:pt x="12" y="18"/>
                  <ns1:pt x="12" y="18"/>
                </ns1:cubicBezTo>
                <ns1:cubicBezTo>
                  <ns1:pt x="12" y="16"/>
                  <ns1:pt x="12" y="15"/>
                  <ns1:pt x="14" y="14"/>
                </ns1:cubicBezTo>
                <ns1:cubicBezTo>
                  <ns1:pt x="15" y="12"/>
                  <ns1:pt x="16" y="12"/>
                  <ns1:pt x="18" y="12"/>
                </ns1:cubicBezTo>
                <ns1:cubicBezTo>
                  <ns1:pt x="30" y="16"/>
                  <ns1:pt x="30" y="16"/>
                  <ns1:pt x="30" y="16"/>
                </ns1:cubicBezTo>
                <ns1:cubicBezTo>
                  <ns1:pt x="33" y="4"/>
                  <ns1:pt x="33" y="4"/>
                  <ns1:pt x="33" y="4"/>
                </ns1:cubicBezTo>
                <ns1:cubicBezTo>
                  <ns1:pt x="33" y="2"/>
                  <ns1:pt x="34" y="1"/>
                  <ns1:pt x="36" y="1"/>
                </ns1:cubicBezTo>
                <ns1:cubicBezTo>
                  <ns1:pt x="37" y="0"/>
                  <ns1:pt x="39" y="1"/>
                  <ns1:pt x="40" y="2"/>
                </ns1:cubicBezTo>
                <ns1:cubicBezTo>
                  <ns1:pt x="49" y="11"/>
                  <ns1:pt x="49" y="11"/>
                  <ns1:pt x="49" y="11"/>
                </ns1:cubicBezTo>
                <ns1:cubicBezTo>
                  <ns1:pt x="57" y="2"/>
                  <ns1:pt x="57" y="2"/>
                  <ns1:pt x="57" y="2"/>
                </ns1:cubicBezTo>
                <ns1:cubicBezTo>
                  <ns1:pt x="58" y="1"/>
                  <ns1:pt x="60" y="0"/>
                  <ns1:pt x="61" y="1"/>
                </ns1:cubicBezTo>
                <ns1:cubicBezTo>
                  <ns1:pt x="63" y="1"/>
                  <ns1:pt x="64" y="2"/>
                  <ns1:pt x="65" y="4"/>
                </ns1:cubicBezTo>
                <ns1:cubicBezTo>
                  <ns1:pt x="68" y="16"/>
                  <ns1:pt x="68" y="16"/>
                  <ns1:pt x="68" y="16"/>
                </ns1:cubicBezTo>
                <ns1:cubicBezTo>
                  <ns1:pt x="79" y="12"/>
                  <ns1:pt x="79" y="12"/>
                  <ns1:pt x="79" y="12"/>
                </ns1:cubicBezTo>
                <ns1:cubicBezTo>
                  <ns1:pt x="81" y="12"/>
                  <ns1:pt x="82" y="12"/>
                  <ns1:pt x="84" y="14"/>
                </ns1:cubicBezTo>
                <ns1:cubicBezTo>
                  <ns1:pt x="85" y="15"/>
                  <ns1:pt x="85" y="16"/>
                  <ns1:pt x="85" y="18"/>
                </ns1:cubicBezTo>
                <ns1:cubicBezTo>
                  <ns1:pt x="81" y="30"/>
                  <ns1:pt x="81" y="30"/>
                  <ns1:pt x="81" y="30"/>
                </ns1:cubicBezTo>
                <ns1:cubicBezTo>
                  <ns1:pt x="93" y="33"/>
                  <ns1:pt x="93" y="33"/>
                  <ns1:pt x="93" y="33"/>
                </ns1:cubicBezTo>
                <ns1:cubicBezTo>
                  <ns1:pt x="95" y="33"/>
                  <ns1:pt x="96" y="34"/>
                  <ns1:pt x="96" y="36"/>
                </ns1:cubicBezTo>
                <ns1:cubicBezTo>
                  <ns1:pt x="97" y="37"/>
                  <ns1:pt x="96" y="39"/>
                  <ns1:pt x="95" y="40"/>
                </ns1:cubicBezTo>
                <ns1:cubicBezTo>
                  <ns1:pt x="87" y="49"/>
                  <ns1:pt x="87" y="49"/>
                  <ns1:pt x="87" y="49"/>
                </ns1:cubicBezTo>
                <ns1:lnTo>
                  <ns1:pt x="95" y="57"/>
                </ns1:lnTo>
                <ns1:close/>
              </ns1:path>
            </ns1:pathLst>
          </ns1:custGeom>
          <ns1:solidFill>
            <ns1:srgbClr val="010101"/>
          </ns1:solidFill>
          <ns1:ln>
            <ns1:noFill/>
          </ns1:ln>
          <ns1:extLst>
            <ns1:ext uri="{91240B29-F687-4F45-9708-019B960494DF}">
              <ns2:hiddenLine w="9525">
                <ns1:solidFill>
                  <ns1:srgbClr val="000000"/>
                </ns1:solidFill>
                <ns1:round/>
                <ns1:headEnd/>
                <ns1:tailEnd/>
              </ns2:hiddenLine>
            </ns1:ext>
          </ns1:extLst>
        </ns0:spPr>
        <ns0:txBody>
          <ns1:bodyPr vert="horz" wrap="square" lIns="91440" tIns="45720" rIns="91440" bIns="45720" numCol="1" anchor="t" anchorCtr="0" compatLnSpc="1">
            <ns1:prstTxWarp prst="textNoShape">
              <ns1:avLst/>
            </ns1:prstTxWarp>
          </ns1:bodyPr>
          <ns1:lstStyle/>
          <ns1:p>
            <ns1:endParaRPr lang="en-US" sz="2700"/>
          </ns1:p>
        </ns0:txBody>
      </ns0:sp>
      <ns0:sp>
        <ns0:nvSpPr>
          <ns0:cNvPr id="154" name="Freeform 152"/>
          <ns0:cNvSpPr>
            <ns1:spLocks noEditPoints="1"/>
          </ns0:cNvSpPr>
          <ns0:nvPr/>
        </ns0:nvSpPr>
        <ns0:spPr bwMode="auto">
          <ns1:xfrm>
            <ns1:off x="2973388" y="5114927"/>
            <ns1:ext cx="420688" cy="360363"/>
          </ns1:xfrm>
          <ns1:custGeom>
            <ns1:avLst/>
            <ns1:gdLst>
              <ns1:gd name="T0" fmla="*/ 96 w 112"/>
              <ns1:gd name="T1" fmla="*/ 56 h 96"/>
              <ns1:gd name="T2" fmla="*/ 86 w 112"/>
              <ns1:gd name="T3" fmla="*/ 56 h 96"/>
              <ns1:gd name="T4" fmla="*/ 83 w 112"/>
              <ns1:gd name="T5" fmla="*/ 63 h 96"/>
              <ns1:gd name="T6" fmla="*/ 84 w 112"/>
              <ns1:gd name="T7" fmla="*/ 66 h 96"/>
              <ns1:gd name="T8" fmla="*/ 80 w 112"/>
              <ns1:gd name="T9" fmla="*/ 77 h 96"/>
              <ns1:gd name="T10" fmla="*/ 60 w 112"/>
              <ns1:gd name="T11" fmla="*/ 96 h 96"/>
              <ns1:gd name="T12" fmla="*/ 40 w 112"/>
              <ns1:gd name="T13" fmla="*/ 91 h 96"/>
              <ns1:gd name="T14" fmla="*/ 26 w 112"/>
              <ns1:gd name="T15" fmla="*/ 88 h 96"/>
              <ns1:gd name="T16" fmla="*/ 8 w 112"/>
              <ns1:gd name="T17" fmla="*/ 88 h 96"/>
              <ns1:gd name="T18" fmla="*/ 0 w 112"/>
              <ns1:gd name="T19" fmla="*/ 80 h 96"/>
              <ns1:gd name="T20" fmla="*/ 0 w 112"/>
              <ns1:gd name="T21" fmla="*/ 40 h 96"/>
              <ns1:gd name="T22" fmla="*/ 8 w 112"/>
              <ns1:gd name="T23" fmla="*/ 32 h 96"/>
              <ns1:gd name="T24" fmla="*/ 26 w 112"/>
              <ns1:gd name="T25" fmla="*/ 32 h 96"/>
              <ns1:gd name="T26" fmla="*/ 35 w 112"/>
              <ns1:gd name="T27" fmla="*/ 24 h 96"/>
              <ns1:gd name="T28" fmla="*/ 42 w 112"/>
              <ns1:gd name="T29" fmla="*/ 16 h 96"/>
              <ns1:gd name="T30" fmla="*/ 56 w 112"/>
              <ns1:gd name="T31" fmla="*/ 0 h 96"/>
              <ns1:gd name="T32" fmla="*/ 74 w 112"/>
              <ns1:gd name="T33" fmla="*/ 16 h 96"/>
              <ns1:gd name="T34" fmla="*/ 73 w 112"/>
              <ns1:gd name="T35" fmla="*/ 24 h 96"/>
              <ns1:gd name="T36" fmla="*/ 96 w 112"/>
              <ns1:gd name="T37" fmla="*/ 24 h 96"/>
              <ns1:gd name="T38" fmla="*/ 112 w 112"/>
              <ns1:gd name="T39" fmla="*/ 40 h 96"/>
              <ns1:gd name="T40" fmla="*/ 96 w 112"/>
              <ns1:gd name="T41" fmla="*/ 56 h 96"/>
              <ns1:gd name="T42" fmla="*/ 12 w 112"/>
              <ns1:gd name="T43" fmla="*/ 72 h 96"/>
              <ns1:gd name="T44" fmla="*/ 8 w 112"/>
              <ns1:gd name="T45" fmla="*/ 76 h 96"/>
              <ns1:gd name="T46" fmla="*/ 12 w 112"/>
              <ns1:gd name="T47" fmla="*/ 80 h 96"/>
              <ns1:gd name="T48" fmla="*/ 16 w 112"/>
              <ns1:gd name="T49" fmla="*/ 76 h 96"/>
              <ns1:gd name="T50" fmla="*/ 12 w 112"/>
              <ns1:gd name="T51" fmla="*/ 72 h 96"/>
              <ns1:gd name="T52" fmla="*/ 96 w 112"/>
              <ns1:gd name="T53" fmla="*/ 32 h 96"/>
              <ns1:gd name="T54" fmla="*/ 60 w 112"/>
              <ns1:gd name="T55" fmla="*/ 32 h 96"/>
              <ns1:gd name="T56" fmla="*/ 66 w 112"/>
              <ns1:gd name="T57" fmla="*/ 16 h 96"/>
              <ns1:gd name="T58" fmla="*/ 56 w 112"/>
              <ns1:gd name="T59" fmla="*/ 8 h 96"/>
              <ns1:gd name="T60" fmla="*/ 51 w 112"/>
              <ns1:gd name="T61" fmla="*/ 16 h 96"/>
              <ns1:gd name="T62" fmla="*/ 48 w 112"/>
              <ns1:gd name="T63" fmla="*/ 20 h 96"/>
              <ns1:gd name="T64" fmla="*/ 41 w 112"/>
              <ns1:gd name="T65" fmla="*/ 29 h 96"/>
              <ns1:gd name="T66" fmla="*/ 26 w 112"/>
              <ns1:gd name="T67" fmla="*/ 40 h 96"/>
              <ns1:gd name="T68" fmla="*/ 24 w 112"/>
              <ns1:gd name="T69" fmla="*/ 40 h 96"/>
              <ns1:gd name="T70" fmla="*/ 24 w 112"/>
              <ns1:gd name="T71" fmla="*/ 80 h 96"/>
              <ns1:gd name="T72" fmla="*/ 26 w 112"/>
              <ns1:gd name="T73" fmla="*/ 80 h 96"/>
              <ns1:gd name="T74" fmla="*/ 60 w 112"/>
              <ns1:gd name="T75" fmla="*/ 88 h 96"/>
              <ns1:gd name="T76" fmla="*/ 72 w 112"/>
              <ns1:gd name="T77" fmla="*/ 77 h 96"/>
              <ns1:gd name="T78" fmla="*/ 72 w 112"/>
              <ns1:gd name="T79" fmla="*/ 74 h 96"/>
              <ns1:gd name="T80" fmla="*/ 76 w 112"/>
              <ns1:gd name="T81" fmla="*/ 66 h 96"/>
              <ns1:gd name="T82" fmla="*/ 75 w 112"/>
              <ns1:gd name="T83" fmla="*/ 61 h 96"/>
              <ns1:gd name="T84" fmla="*/ 78 w 112"/>
              <ns1:gd name="T85" fmla="*/ 54 h 96"/>
              <ns1:gd name="T86" fmla="*/ 76 w 112"/>
              <ns1:gd name="T87" fmla="*/ 48 h 96"/>
              <ns1:gd name="T88" fmla="*/ 96 w 112"/>
              <ns1:gd name="T89" fmla="*/ 48 h 96"/>
              <ns1:gd name="T90" fmla="*/ 104 w 112"/>
              <ns1:gd name="T91" fmla="*/ 40 h 96"/>
              <ns1:gd name="T92" fmla="*/ 96 w 112"/>
              <ns1:gd name="T93" fmla="*/ 32 h 96"/>
            </ns1:gdLst>
            <ns1:ahLst/>
            <ns1:cxnLst>
              <ns1:cxn ang="0">
                <ns1:pos x="T0" y="T1"/>
              </ns1:cxn>
              <ns1:cxn ang="0">
                <ns1:pos x="T2" y="T3"/>
              </ns1:cxn>
              <ns1:cxn ang="0">
                <ns1:pos x="T4" y="T5"/>
              </ns1:cxn>
              <ns1:cxn ang="0">
                <ns1:pos x="T6" y="T7"/>
              </ns1:cxn>
              <ns1:cxn ang="0">
                <ns1:pos x="T8" y="T9"/>
              </ns1:cxn>
              <ns1:cxn ang="0">
                <ns1:pos x="T10" y="T11"/>
              </ns1:cxn>
              <ns1:cxn ang="0">
                <ns1:pos x="T12" y="T13"/>
              </ns1:cxn>
              <ns1:cxn ang="0">
                <ns1:pos x="T14" y="T15"/>
              </ns1:cxn>
              <ns1:cxn ang="0">
                <ns1:pos x="T16" y="T17"/>
              </ns1:cxn>
              <ns1:cxn ang="0">
                <ns1:pos x="T18" y="T19"/>
              </ns1:cxn>
              <ns1:cxn ang="0">
                <ns1:pos x="T20" y="T21"/>
              </ns1:cxn>
              <ns1:cxn ang="0">
                <ns1:pos x="T22" y="T23"/>
              </ns1:cxn>
              <ns1:cxn ang="0">
                <ns1:pos x="T24" y="T25"/>
              </ns1:cxn>
              <ns1:cxn ang="0">
                <ns1:pos x="T26" y="T27"/>
              </ns1:cxn>
              <ns1:cxn ang="0">
                <ns1:pos x="T28" y="T29"/>
              </ns1:cxn>
              <ns1:cxn ang="0">
                <ns1:pos x="T30" y="T31"/>
              </ns1:cxn>
              <ns1:cxn ang="0">
                <ns1:pos x="T32" y="T33"/>
              </ns1:cxn>
              <ns1:cxn ang="0">
                <ns1:pos x="T34" y="T35"/>
              </ns1:cxn>
              <ns1:cxn ang="0">
                <ns1:pos x="T36" y="T37"/>
              </ns1:cxn>
              <ns1:cxn ang="0">
                <ns1:pos x="T38" y="T39"/>
              </ns1:cxn>
              <ns1:cxn ang="0">
                <ns1:pos x="T40" y="T41"/>
              </ns1:cxn>
              <ns1:cxn ang="0">
                <ns1:pos x="T42" y="T43"/>
              </ns1:cxn>
              <ns1:cxn ang="0">
                <ns1:pos x="T44" y="T45"/>
              </ns1:cxn>
              <ns1:cxn ang="0">
                <ns1:pos x="T46" y="T47"/>
              </ns1:cxn>
              <ns1:cxn ang="0">
                <ns1:pos x="T48" y="T49"/>
              </ns1:cxn>
              <ns1:cxn ang="0">
                <ns1:pos x="T50" y="T51"/>
              </ns1:cxn>
              <ns1:cxn ang="0">
                <ns1:pos x="T52" y="T53"/>
              </ns1:cxn>
              <ns1:cxn ang="0">
                <ns1:pos x="T54" y="T55"/>
              </ns1:cxn>
              <ns1:cxn ang="0">
                <ns1:pos x="T56" y="T57"/>
              </ns1:cxn>
              <ns1:cxn ang="0">
                <ns1:pos x="T58" y="T59"/>
              </ns1:cxn>
              <ns1:cxn ang="0">
                <ns1:pos x="T60" y="T61"/>
              </ns1:cxn>
              <ns1:cxn ang="0">
                <ns1:pos x="T62" y="T63"/>
              </ns1:cxn>
              <ns1:cxn ang="0">
                <ns1:pos x="T64" y="T65"/>
              </ns1:cxn>
              <ns1:cxn ang="0">
                <ns1:pos x="T66" y="T67"/>
              </ns1:cxn>
              <ns1:cxn ang="0">
                <ns1:pos x="T68" y="T69"/>
              </ns1:cxn>
              <ns1:cxn ang="0">
                <ns1:pos x="T70" y="T71"/>
              </ns1:cxn>
              <ns1:cxn ang="0">
                <ns1:pos x="T72" y="T73"/>
              </ns1:cxn>
              <ns1:cxn ang="0">
                <ns1:pos x="T74" y="T75"/>
              </ns1:cxn>
              <ns1:cxn ang="0">
                <ns1:pos x="T76" y="T77"/>
              </ns1:cxn>
              <ns1:cxn ang="0">
                <ns1:pos x="T78" y="T79"/>
              </ns1:cxn>
              <ns1:cxn ang="0">
                <ns1:pos x="T80" y="T81"/>
              </ns1:cxn>
              <ns1:cxn ang="0">
                <ns1:pos x="T82" y="T83"/>
              </ns1:cxn>
              <ns1:cxn ang="0">
                <ns1:pos x="T84" y="T85"/>
              </ns1:cxn>
              <ns1:cxn ang="0">
                <ns1:pos x="T86" y="T87"/>
              </ns1:cxn>
              <ns1:cxn ang="0">
                <ns1:pos x="T88" y="T89"/>
              </ns1:cxn>
              <ns1:cxn ang="0">
                <ns1:pos x="T90" y="T91"/>
              </ns1:cxn>
              <ns1:cxn ang="0">
                <ns1:pos x="T92" y="T93"/>
              </ns1:cxn>
            </ns1:cxnLst>
            <ns1:rect l="0" t="0" r="r" b="b"/>
            <ns1:pathLst>
              <ns1:path w="112" h="96">
                <ns1:moveTo>
                  <ns1:pt x="96" y="56"/>
                </ns1:moveTo>
                <ns1:cubicBezTo>
                  <ns1:pt x="86" y="56"/>
                  <ns1:pt x="86" y="56"/>
                  <ns1:pt x="86" y="56"/>
                </ns1:cubicBezTo>
                <ns1:cubicBezTo>
                  <ns1:pt x="86" y="58"/>
                  <ns1:pt x="85" y="61"/>
                  <ns1:pt x="83" y="63"/>
                </ns1:cubicBezTo>
                <ns1:cubicBezTo>
                  <ns1:pt x="84" y="64"/>
                  <ns1:pt x="84" y="65"/>
                  <ns1:pt x="84" y="66"/>
                </ns1:cubicBezTo>
                <ns1:cubicBezTo>
                  <ns1:pt x="84" y="70"/>
                  <ns1:pt x="82" y="74"/>
                  <ns1:pt x="80" y="77"/>
                </ns1:cubicBezTo>
                <ns1:cubicBezTo>
                  <ns1:pt x="80" y="89"/>
                  <ns1:pt x="72" y="96"/>
                  <ns1:pt x="60" y="96"/>
                </ns1:cubicBezTo>
                <ns1:cubicBezTo>
                  <ns1:pt x="53" y="96"/>
                  <ns1:pt x="47" y="94"/>
                  <ns1:pt x="40" y="91"/>
                </ns1:cubicBezTo>
                <ns1:cubicBezTo>
                  <ns1:pt x="37" y="90"/>
                  <ns1:pt x="30" y="88"/>
                  <ns1:pt x="26" y="88"/>
                </ns1:cubicBezTo>
                <ns1:cubicBezTo>
                  <ns1:pt x="8" y="88"/>
                  <ns1:pt x="8" y="88"/>
                  <ns1:pt x="8" y="88"/>
                </ns1:cubicBezTo>
                <ns1:cubicBezTo>
                  <ns1:pt x="4" y="88"/>
                  <ns1:pt x="0" y="84"/>
                  <ns1:pt x="0" y="80"/>
                </ns1:cubicBezTo>
                <ns1:cubicBezTo>
                  <ns1:pt x="0" y="40"/>
                  <ns1:pt x="0" y="40"/>
                  <ns1:pt x="0" y="40"/>
                </ns1:cubicBezTo>
                <ns1:cubicBezTo>
                  <ns1:pt x="0" y="35"/>
                  <ns1:pt x="4" y="32"/>
                  <ns1:pt x="8" y="32"/>
                </ns1:cubicBezTo>
                <ns1:cubicBezTo>
                  <ns1:pt x="26" y="32"/>
                  <ns1:pt x="26" y="32"/>
                  <ns1:pt x="26" y="32"/>
                </ns1:cubicBezTo>
                <ns1:cubicBezTo>
                  <ns1:pt x="29" y="32"/>
                  <ns1:pt x="34" y="26"/>
                  <ns1:pt x="35" y="24"/>
                </ns1:cubicBezTo>
                <ns1:cubicBezTo>
                  <ns1:pt x="38" y="22"/>
                  <ns1:pt x="40" y="19"/>
                  <ns1:pt x="42" y="16"/>
                </ns1:cubicBezTo>
                <ns1:cubicBezTo>
                  <ns1:pt x="45" y="10"/>
                  <ns1:pt x="48" y="0"/>
                  <ns1:pt x="56" y="0"/>
                </ns1:cubicBezTo>
                <ns1:cubicBezTo>
                  <ns1:pt x="66" y="0"/>
                  <ns1:pt x="74" y="5"/>
                  <ns1:pt x="74" y="16"/>
                </ns1:cubicBezTo>
                <ns1:cubicBezTo>
                  <ns1:pt x="74" y="18"/>
                  <ns1:pt x="74" y="21"/>
                  <ns1:pt x="73" y="24"/>
                </ns1:cubicBezTo>
                <ns1:cubicBezTo>
                  <ns1:pt x="96" y="24"/>
                  <ns1:pt x="96" y="24"/>
                  <ns1:pt x="96" y="24"/>
                </ns1:cubicBezTo>
                <ns1:cubicBezTo>
                  <ns1:pt x="105" y="24"/>
                  <ns1:pt x="112" y="31"/>
                  <ns1:pt x="112" y="40"/>
                </ns1:cubicBezTo>
                <ns1:cubicBezTo>
                  <ns1:pt x="112" y="48"/>
                  <ns1:pt x="105" y="56"/>
                  <ns1:pt x="96" y="56"/>
                </ns1:cubicBezTo>
                <ns1:close/>
                <ns1:moveTo>
                  <ns1:pt x="12" y="72"/>
                </ns1:moveTo>
                <ns1:cubicBezTo>
                  <ns1:pt x="10" y="72"/>
                  <ns1:pt x="8" y="73"/>
                  <ns1:pt x="8" y="76"/>
                </ns1:cubicBezTo>
                <ns1:cubicBezTo>
                  <ns1:pt x="8" y="78"/>
                  <ns1:pt x="10" y="80"/>
                  <ns1:pt x="12" y="80"/>
                </ns1:cubicBezTo>
                <ns1:cubicBezTo>
                  <ns1:pt x="15" y="80"/>
                  <ns1:pt x="16" y="78"/>
                  <ns1:pt x="16" y="76"/>
                </ns1:cubicBezTo>
                <ns1:cubicBezTo>
                  <ns1:pt x="16" y="73"/>
                  <ns1:pt x="15" y="72"/>
                  <ns1:pt x="12" y="72"/>
                </ns1:cubicBezTo>
                <ns1:close/>
                <ns1:moveTo>
                  <ns1:pt x="96" y="32"/>
                </ns1:moveTo>
                <ns1:cubicBezTo>
                  <ns1:pt x="60" y="32"/>
                  <ns1:pt x="60" y="32"/>
                  <ns1:pt x="60" y="32"/>
                </ns1:cubicBezTo>
                <ns1:cubicBezTo>
                  <ns1:pt x="60" y="28"/>
                  <ns1:pt x="66" y="24"/>
                  <ns1:pt x="66" y="16"/>
                </ns1:cubicBezTo>
                <ns1:cubicBezTo>
                  <ns1:pt x="66" y="10"/>
                  <ns1:pt x="62" y="8"/>
                  <ns1:pt x="56" y="8"/>
                </ns1:cubicBezTo>
                <ns1:cubicBezTo>
                  <ns1:pt x="55" y="8"/>
                  <ns1:pt x="51" y="15"/>
                  <ns1:pt x="51" y="16"/>
                </ns1:cubicBezTo>
                <ns1:cubicBezTo>
                  <ns1:pt x="50" y="18"/>
                  <ns1:pt x="49" y="19"/>
                  <ns1:pt x="48" y="20"/>
                </ns1:cubicBezTo>
                <ns1:cubicBezTo>
                  <ns1:pt x="46" y="24"/>
                  <ns1:pt x="44" y="27"/>
                  <ns1:pt x="41" y="29"/>
                </ns1:cubicBezTo>
                <ns1:cubicBezTo>
                  <ns1:pt x="37" y="34"/>
                  <ns1:pt x="33" y="40"/>
                  <ns1:pt x="26" y="40"/>
                </ns1:cubicBezTo>
                <ns1:cubicBezTo>
                  <ns1:pt x="24" y="40"/>
                  <ns1:pt x="24" y="40"/>
                  <ns1:pt x="24" y="40"/>
                </ns1:cubicBezTo>
                <ns1:cubicBezTo>
                  <ns1:pt x="24" y="80"/>
                  <ns1:pt x="24" y="80"/>
                  <ns1:pt x="24" y="80"/>
                </ns1:cubicBezTo>
                <ns1:cubicBezTo>
                  <ns1:pt x="26" y="80"/>
                  <ns1:pt x="26" y="80"/>
                  <ns1:pt x="26" y="80"/>
                </ns1:cubicBezTo>
                <ns1:cubicBezTo>
                  <ns1:pt x="37" y="80"/>
                  <ns1:pt x="48" y="88"/>
                  <ns1:pt x="60" y="88"/>
                </ns1:cubicBezTo>
                <ns1:cubicBezTo>
                  <ns1:pt x="67" y="88"/>
                  <ns1:pt x="72" y="85"/>
                  <ns1:pt x="72" y="77"/>
                </ns1:cubicBezTo>
                <ns1:cubicBezTo>
                  <ns1:pt x="72" y="76"/>
                  <ns1:pt x="72" y="75"/>
                  <ns1:pt x="72" y="74"/>
                </ns1:cubicBezTo>
                <ns1:cubicBezTo>
                  <ns1:pt x="74" y="72"/>
                  <ns1:pt x="76" y="69"/>
                  <ns1:pt x="76" y="66"/>
                </ns1:cubicBezTo>
                <ns1:cubicBezTo>
                  <ns1:pt x="76" y="64"/>
                  <ns1:pt x="75" y="63"/>
                  <ns1:pt x="75" y="61"/>
                </ns1:cubicBezTo>
                <ns1:cubicBezTo>
                  <ns1:pt x="77" y="59"/>
                  <ns1:pt x="78" y="57"/>
                  <ns1:pt x="78" y="54"/>
                </ns1:cubicBezTo>
                <ns1:cubicBezTo>
                  <ns1:pt x="78" y="52"/>
                  <ns1:pt x="77" y="49"/>
                  <ns1:pt x="76" y="48"/>
                </ns1:cubicBezTo>
                <ns1:cubicBezTo>
                  <ns1:pt x="96" y="48"/>
                  <ns1:pt x="96" y="48"/>
                  <ns1:pt x="96" y="48"/>
                </ns1:cubicBezTo>
                <ns1:cubicBezTo>
                  <ns1:pt x="101" y="48"/>
                  <ns1:pt x="104" y="44"/>
                  <ns1:pt x="104" y="40"/>
                </ns1:cubicBezTo>
                <ns1:cubicBezTo>
                  <ns1:pt x="104" y="35"/>
                  <ns1:pt x="101" y="32"/>
                  <ns1:pt x="96" y="32"/>
                </ns1:cubicBezTo>
                <ns1:close/>
              </ns1:path>
            </ns1:pathLst>
          </ns1:custGeom>
          <ns1:solidFill>
            <ns1:srgbClr val="010101"/>
          </ns1:solidFill>
          <ns1:ln>
            <ns1:noFill/>
          </ns1:ln>
          <ns1:extLst>
            <ns1:ext uri="{91240B29-F687-4F45-9708-019B960494DF}">
              <ns2:hiddenLine w="9525">
                <ns1:solidFill>
                  <ns1:srgbClr val="000000"/>
                </ns1:solidFill>
                <ns1:round/>
                <ns1:headEnd/>
                <ns1:tailEnd/>
              </ns2:hiddenLine>
            </ns1:ext>
          </ns1:extLst>
        </ns0:spPr>
        <ns0:txBody>
          <ns1:bodyPr vert="horz" wrap="square" lIns="91440" tIns="45720" rIns="91440" bIns="45720" numCol="1" anchor="t" anchorCtr="0" compatLnSpc="1">
            <ns1:prstTxWarp prst="textNoShape">
              <ns1:avLst/>
            </ns1:prstTxWarp>
          </ns1:bodyPr>
          <ns1:lstStyle/>
          <ns1:p>
            <ns1:endParaRPr lang="en-US" sz="2700"/>
          </ns1:p>
        </ns0:txBody>
      </ns0:sp>
      <ns0:sp>
        <ns0:nvSpPr>
          <ns0:cNvPr id="155" name="Freeform 153"/>
          <ns0:cNvSpPr>
            <ns1:spLocks noEditPoints="1"/>
          </ns0:cNvSpPr>
          <ns0:nvPr/>
        </ns0:nvSpPr>
        <ns0:spPr bwMode="auto">
          <ns1:xfrm>
            <ns1:off x="3652839" y="5114927"/>
            <ns1:ext cx="360363" cy="360363"/>
          </ns1:xfrm>
          <ns1:custGeom>
            <ns1:avLst/>
            <ns1:gdLst>
              <ns1:gd name="T0" fmla="*/ 0 w 96"/>
              <ns1:gd name="T1" fmla="*/ 48 h 96"/>
              <ns1:gd name="T2" fmla="*/ 63 w 96"/>
              <ns1:gd name="T3" fmla="*/ 33 h 96"/>
              <ns1:gd name="T4" fmla="*/ 69 w 96"/>
              <ns1:gd name="T5" fmla="*/ 30 h 96"/>
              <ns1:gd name="T6" fmla="*/ 75 w 96"/>
              <ns1:gd name="T7" fmla="*/ 29 h 96"/>
              <ns1:gd name="T8" fmla="*/ 73 w 96"/>
              <ns1:gd name="T9" fmla="*/ 26 h 96"/>
              <ns1:gd name="T10" fmla="*/ 69 w 96"/>
              <ns1:gd name="T11" fmla="*/ 22 h 96"/>
              <ns1:gd name="T12" fmla="*/ 66 w 96"/>
              <ns1:gd name="T13" fmla="*/ 22 h 96"/>
              <ns1:gd name="T14" fmla="*/ 63 w 96"/>
              <ns1:gd name="T15" fmla="*/ 20 h 96"/>
              <ns1:gd name="T16" fmla="*/ 57 w 96"/>
              <ns1:gd name="T17" fmla="*/ 18 h 96"/>
              <ns1:gd name="T18" fmla="*/ 58 w 96"/>
              <ns1:gd name="T19" fmla="*/ 24 h 96"/>
              <ns1:gd name="T20" fmla="*/ 56 w 96"/>
              <ns1:gd name="T21" fmla="*/ 29 h 96"/>
              <ns1:gd name="T22" fmla="*/ 51 w 96"/>
              <ns1:gd name="T23" fmla="*/ 25 h 96"/>
              <ns1:gd name="T24" fmla="*/ 43 w 96"/>
              <ns1:gd name="T25" fmla="*/ 22 h 96"/>
              <ns1:gd name="T26" fmla="*/ 45 w 96"/>
              <ns1:gd name="T27" fmla="*/ 17 h 96"/>
              <ns1:gd name="T28" fmla="*/ 53 w 96"/>
              <ns1:gd name="T29" fmla="*/ 14 h 96"/>
              <ns1:gd name="T30" fmla="*/ 51 w 96"/>
              <ns1:gd name="T31" fmla="*/ 12 h 96"/>
              <ns1:gd name="T32" fmla="*/ 47 w 96"/>
              <ns1:gd name="T33" fmla="*/ 12 h 96"/>
              <ns1:gd name="T34" fmla="*/ 41 w 96"/>
              <ns1:gd name="T35" fmla="*/ 9 h 96"/>
              <ns1:gd name="T36" fmla="*/ 42 w 96"/>
              <ns1:gd name="T37" fmla="*/ 13 h 96"/>
              <ns1:gd name="T38" fmla="*/ 39 w 96"/>
              <ns1:gd name="T39" fmla="*/ 13 h 96"/>
              <ns1:gd name="T40" fmla="*/ 35 w 96"/>
              <ns1:gd name="T41" fmla="*/ 10 h 96"/>
              <ns1:gd name="T42" fmla="*/ 31 w 96"/>
              <ns1:gd name="T43" fmla="*/ 12 h 96"/>
              <ns1:gd name="T44" fmla="*/ 35 w 96"/>
              <ns1:gd name="T45" fmla="*/ 12 h 96"/>
              <ns1:gd name="T46" fmla="*/ 32 w 96"/>
              <ns1:gd name="T47" fmla="*/ 14 h 96"/>
              <ns1:gd name="T48" fmla="*/ 14 w 96"/>
              <ns1:gd name="T49" fmla="*/ 26 h 96"/>
              <ns1:gd name="T50" fmla="*/ 16 w 96"/>
              <ns1:gd name="T51" fmla="*/ 29 h 96"/>
              <ns1:gd name="T52" fmla="*/ 19 w 96"/>
              <ns1:gd name="T53" fmla="*/ 33 h 96"/>
              <ns1:gd name="T54" fmla="*/ 18 w 96"/>
              <ns1:gd name="T55" fmla="*/ 39 h 96"/>
              <ns1:gd name="T56" fmla="*/ 22 w 96"/>
              <ns1:gd name="T57" fmla="*/ 46 h 96"/>
              <ns1:gd name="T58" fmla="*/ 27 w 96"/>
              <ns1:gd name="T59" fmla="*/ 53 h 96"/>
              <ns1:gd name="T60" fmla="*/ 29 w 96"/>
              <ns1:gd name="T61" fmla="*/ 56 h 96"/>
              <ns1:gd name="T62" fmla="*/ 26 w 96"/>
              <ns1:gd name="T63" fmla="*/ 49 h 96"/>
              <ns1:gd name="T64" fmla="*/ 31 w 96"/>
              <ns1:gd name="T65" fmla="*/ 56 h 96"/>
              <ns1:gd name="T66" fmla="*/ 37 w 96"/>
              <ns1:gd name="T67" fmla="*/ 63 h 96"/>
              <ns1:gd name="T68" fmla="*/ 46 w 96"/>
              <ns1:gd name="T69" fmla="*/ 67 h 96"/>
              <ns1:gd name="T70" fmla="*/ 53 w 96"/>
              <ns1:gd name="T71" fmla="*/ 72 h 96"/>
              <ns1:gd name="T72" fmla="*/ 56 w 96"/>
              <ns1:gd name="T73" fmla="*/ 71 h 96"/>
              <ns1:gd name="T74" fmla="*/ 52 w 96"/>
              <ns1:gd name="T75" fmla="*/ 66 h 96"/>
              <ns1:gd name="T76" fmla="*/ 49 w 96"/>
              <ns1:gd name="T77" fmla="*/ 65 h 96"/>
              <ns1:gd name="T78" fmla="*/ 48 w 96"/>
              <ns1:gd name="T79" fmla="*/ 59 h 96"/>
              <ns1:gd name="T80" fmla="*/ 42 w 96"/>
              <ns1:gd name="T81" fmla="*/ 62 h 96"/>
              <ns1:gd name="T82" fmla="*/ 41 w 96"/>
              <ns1:gd name="T83" fmla="*/ 52 h 96"/>
              <ns1:gd name="T84" fmla="*/ 45 w 96"/>
              <ns1:gd name="T85" fmla="*/ 51 h 96"/>
              <ns1:gd name="T86" fmla="*/ 48 w 96"/>
              <ns1:gd name="T87" fmla="*/ 50 h 96"/>
              <ns1:gd name="T88" fmla="*/ 53 w 96"/>
              <ns1:gd name="T89" fmla="*/ 52 h 96"/>
              <ns1:gd name="T90" fmla="*/ 55 w 96"/>
              <ns1:gd name="T91" fmla="*/ 51 h 96"/>
              <ns1:gd name="T92" fmla="*/ 58 w 96"/>
              <ns1:gd name="T93" fmla="*/ 45 h 96"/>
              <ns1:gd name="T94" fmla="*/ 58 w 96"/>
              <ns1:gd name="T95" fmla="*/ 42 h 96"/>
              <ns1:gd name="T96" fmla="*/ 62 w 96"/>
              <ns1:gd name="T97" fmla="*/ 39 h 96"/>
              <ns1:gd name="T98" fmla="*/ 66 w 96"/>
              <ns1:gd name="T99" fmla="*/ 35 h 96"/>
              <ns1:gd name="T100" fmla="*/ 68 w 96"/>
              <ns1:gd name="T101" fmla="*/ 32 h 96"/>
              <ns1:gd name="T102" fmla="*/ 63 w 96"/>
              <ns1:gd name="T103" fmla="*/ 33 h 96"/>
              <ns1:gd name="T104" fmla="*/ 73 w 96"/>
              <ns1:gd name="T105" fmla="*/ 74 h 96"/>
              <ns1:gd name="T106" fmla="*/ 68 w 96"/>
              <ns1:gd name="T107" fmla="*/ 72 h 96"/>
              <ns1:gd name="T108" fmla="*/ 62 w 96"/>
              <ns1:gd name="T109" fmla="*/ 71 h 96"/>
              <ns1:gd name="T110" fmla="*/ 59 w 96"/>
              <ns1:gd name="T111" fmla="*/ 71 h 96"/>
              <ns1:gd name="T112" fmla="*/ 57 w 96"/>
              <ns1:gd name="T113" fmla="*/ 76 h 96"/>
              <ns1:gd name="T114" fmla="*/ 55 w 96"/>
              <ns1:gd name="T115" fmla="*/ 83 h 96"/>
              <ns1:gd name="T116" fmla="*/ 76 w 96"/>
              <ns1:gd name="T117" fmla="*/ 75 h 96"/>
            </ns1:gdLst>
            <ns1:ahLst/>
            <ns1:cxnLst>
              <ns1:cxn ang="0">
                <ns1:pos x="T0" y="T1"/>
              </ns1:cxn>
              <ns1:cxn ang="0">
                <ns1:pos x="T2" y="T3"/>
              </ns1:cxn>
              <ns1:cxn ang="0">
                <ns1:pos x="T4" y="T5"/>
              </ns1:cxn>
              <ns1:cxn ang="0">
                <ns1:pos x="T6" y="T7"/>
              </ns1:cxn>
              <ns1:cxn ang="0">
                <ns1:pos x="T8" y="T9"/>
              </ns1:cxn>
              <ns1:cxn ang="0">
                <ns1:pos x="T10" y="T11"/>
              </ns1:cxn>
              <ns1:cxn ang="0">
                <ns1:pos x="T12" y="T13"/>
              </ns1:cxn>
              <ns1:cxn ang="0">
                <ns1:pos x="T14" y="T15"/>
              </ns1:cxn>
              <ns1:cxn ang="0">
                <ns1:pos x="T16" y="T17"/>
              </ns1:cxn>
              <ns1:cxn ang="0">
                <ns1:pos x="T18" y="T19"/>
              </ns1:cxn>
              <ns1:cxn ang="0">
                <ns1:pos x="T20" y="T21"/>
              </ns1:cxn>
              <ns1:cxn ang="0">
                <ns1:pos x="T22" y="T23"/>
              </ns1:cxn>
              <ns1:cxn ang="0">
                <ns1:pos x="T24" y="T25"/>
              </ns1:cxn>
              <ns1:cxn ang="0">
                <ns1:pos x="T26" y="T27"/>
              </ns1:cxn>
              <ns1:cxn ang="0">
                <ns1:pos x="T28" y="T29"/>
              </ns1:cxn>
              <ns1:cxn ang="0">
                <ns1:pos x="T30" y="T31"/>
              </ns1:cxn>
              <ns1:cxn ang="0">
                <ns1:pos x="T32" y="T33"/>
              </ns1:cxn>
              <ns1:cxn ang="0">
                <ns1:pos x="T34" y="T35"/>
              </ns1:cxn>
              <ns1:cxn ang="0">
                <ns1:pos x="T36" y="T37"/>
              </ns1:cxn>
              <ns1:cxn ang="0">
                <ns1:pos x="T38" y="T39"/>
              </ns1:cxn>
              <ns1:cxn ang="0">
                <ns1:pos x="T40" y="T41"/>
              </ns1:cxn>
              <ns1:cxn ang="0">
                <ns1:pos x="T42" y="T43"/>
              </ns1:cxn>
              <ns1:cxn ang="0">
                <ns1:pos x="T44" y="T45"/>
              </ns1:cxn>
              <ns1:cxn ang="0">
                <ns1:pos x="T46" y="T47"/>
              </ns1:cxn>
              <ns1:cxn ang="0">
                <ns1:pos x="T48" y="T49"/>
              </ns1:cxn>
              <ns1:cxn ang="0">
                <ns1:pos x="T50" y="T51"/>
              </ns1:cxn>
              <ns1:cxn ang="0">
                <ns1:pos x="T52" y="T53"/>
              </ns1:cxn>
              <ns1:cxn ang="0">
                <ns1:pos x="T54" y="T55"/>
              </ns1:cxn>
              <ns1:cxn ang="0">
                <ns1:pos x="T56" y="T57"/>
              </ns1:cxn>
              <ns1:cxn ang="0">
                <ns1:pos x="T58" y="T59"/>
              </ns1:cxn>
              <ns1:cxn ang="0">
                <ns1:pos x="T60" y="T61"/>
              </ns1:cxn>
              <ns1:cxn ang="0">
                <ns1:pos x="T62" y="T63"/>
              </ns1:cxn>
              <ns1:cxn ang="0">
                <ns1:pos x="T64" y="T65"/>
              </ns1:cxn>
              <ns1:cxn ang="0">
                <ns1:pos x="T66" y="T67"/>
              </ns1:cxn>
              <ns1:cxn ang="0">
                <ns1:pos x="T68" y="T69"/>
              </ns1:cxn>
              <ns1:cxn ang="0">
                <ns1:pos x="T70" y="T71"/>
              </ns1:cxn>
              <ns1:cxn ang="0">
                <ns1:pos x="T72" y="T73"/>
              </ns1:cxn>
              <ns1:cxn ang="0">
                <ns1:pos x="T74" y="T75"/>
              </ns1:cxn>
              <ns1:cxn ang="0">
                <ns1:pos x="T76" y="T77"/>
              </ns1:cxn>
              <ns1:cxn ang="0">
                <ns1:pos x="T78" y="T79"/>
              </ns1:cxn>
              <ns1:cxn ang="0">
                <ns1:pos x="T80" y="T81"/>
              </ns1:cxn>
              <ns1:cxn ang="0">
                <ns1:pos x="T82" y="T83"/>
              </ns1:cxn>
              <ns1:cxn ang="0">
                <ns1:pos x="T84" y="T85"/>
              </ns1:cxn>
              <ns1:cxn ang="0">
                <ns1:pos x="T86" y="T87"/>
              </ns1:cxn>
              <ns1:cxn ang="0">
                <ns1:pos x="T88" y="T89"/>
              </ns1:cxn>
              <ns1:cxn ang="0">
                <ns1:pos x="T90" y="T91"/>
              </ns1:cxn>
              <ns1:cxn ang="0">
                <ns1:pos x="T92" y="T93"/>
              </ns1:cxn>
              <ns1:cxn ang="0">
                <ns1:pos x="T94" y="T95"/>
              </ns1:cxn>
              <ns1:cxn ang="0">
                <ns1:pos x="T96" y="T97"/>
              </ns1:cxn>
              <ns1:cxn ang="0">
                <ns1:pos x="T98" y="T99"/>
              </ns1:cxn>
              <ns1:cxn ang="0">
                <ns1:pos x="T100" y="T101"/>
              </ns1:cxn>
              <ns1:cxn ang="0">
                <ns1:pos x="T102" y="T103"/>
              </ns1:cxn>
              <ns1:cxn ang="0">
                <ns1:pos x="T104" y="T105"/>
              </ns1:cxn>
              <ns1:cxn ang="0">
                <ns1:pos x="T106" y="T107"/>
              </ns1:cxn>
              <ns1:cxn ang="0">
                <ns1:pos x="T108" y="T109"/>
              </ns1:cxn>
              <ns1:cxn ang="0">
                <ns1:pos x="T110" y="T111"/>
              </ns1:cxn>
              <ns1:cxn ang="0">
                <ns1:pos x="T112" y="T113"/>
              </ns1:cxn>
              <ns1:cxn ang="0">
                <ns1:pos x="T114" y="T115"/>
              </ns1:cxn>
              <ns1:cxn ang="0">
                <ns1:pos x="T116" y="T117"/>
              </ns1:cxn>
            </ns1:cxnLst>
            <ns1:rect l="0" t="0" r="r" b="b"/>
            <ns1:pathLst>
              <ns1:path w="96" h="96">
                <ns1:moveTo>
                  <ns1:pt x="96" y="48"/>
                </ns1:moveTo>
                <ns1:cubicBezTo>
                  <ns1:pt x="96" y="74"/>
                  <ns1:pt x="74" y="96"/>
                  <ns1:pt x="48" y="96"/>
                </ns1:cubicBezTo>
                <ns1:cubicBezTo>
                  <ns1:pt x="21" y="96"/>
                  <ns1:pt x="0" y="74"/>
                  <ns1:pt x="0" y="48"/>
                </ns1:cubicBezTo>
                <ns1:cubicBezTo>
                  <ns1:pt x="0" y="21"/>
                  <ns1:pt x="21" y="0"/>
                  <ns1:pt x="48" y="0"/>
                </ns1:cubicBezTo>
                <ns1:cubicBezTo>
                  <ns1:pt x="74" y="0"/>
                  <ns1:pt x="96" y="21"/>
                  <ns1:pt x="96" y="48"/>
                </ns1:cubicBezTo>
                <ns1:close/>
                <ns1:moveTo>
                  <ns1:pt x="63" y="33"/>
                </ns1:moveTo>
                <ns1:cubicBezTo>
                  <ns1:pt x="64" y="33"/>
                  <ns1:pt x="64" y="32"/>
                  <ns1:pt x="64" y="32"/>
                </ns1:cubicBezTo>
                <ns1:cubicBezTo>
                  <ns1:pt x="64" y="32"/>
                  <ns1:pt x="65" y="31"/>
                  <ns1:pt x="65" y="31"/>
                </ns1:cubicBezTo>
                <ns1:cubicBezTo>
                  <ns1:pt x="66" y="31"/>
                  <ns1:pt x="68" y="30"/>
                  <ns1:pt x="69" y="30"/>
                </ns1:cubicBezTo>
                <ns1:cubicBezTo>
                  <ns1:pt x="70" y="30"/>
                  <ns1:pt x="71" y="30"/>
                  <ns1:pt x="72" y="31"/>
                </ns1:cubicBezTo>
                <ns1:cubicBezTo>
                  <ns1:pt x="72" y="31"/>
                  <ns1:pt x="73" y="29"/>
                  <ns1:pt x="73" y="29"/>
                </ns1:cubicBezTo>
                <ns1:cubicBezTo>
                  <ns1:pt x="74" y="29"/>
                  <ns1:pt x="75" y="29"/>
                  <ns1:pt x="75" y="29"/>
                </ns1:cubicBezTo>
                <ns1:cubicBezTo>
                  <ns1:pt x="75" y="28"/>
                  <ns1:pt x="75" y="27"/>
                  <ns1:pt x="75" y="27"/>
                </ns1:cubicBezTo>
                <ns1:cubicBezTo>
                  <ns1:pt x="74" y="27"/>
                  <ns1:pt x="74" y="26"/>
                  <ns1:pt x="74" y="26"/>
                </ns1:cubicBezTo>
                <ns1:cubicBezTo>
                  <ns1:pt x="74" y="26"/>
                  <ns1:pt x="74" y="26"/>
                  <ns1:pt x="73" y="26"/>
                </ns1:cubicBezTo>
                <ns1:cubicBezTo>
                  <ns1:pt x="74" y="25"/>
                  <ns1:pt x="72" y="26"/>
                  <ns1:pt x="72" y="26"/>
                </ns1:cubicBezTo>
                <ns1:cubicBezTo>
                  <ns1:pt x="70" y="25"/>
                  <ns1:pt x="71" y="24"/>
                  <ns1:pt x="70" y="23"/>
                </ns1:cubicBezTo>
                <ns1:cubicBezTo>
                  <ns1:pt x="70" y="23"/>
                  <ns1:pt x="69" y="22"/>
                  <ns1:pt x="69" y="22"/>
                </ns1:cubicBezTo>
                <ns1:cubicBezTo>
                  <ns1:pt x="69" y="22"/>
                  <ns1:pt x="69" y="21"/>
                  <ns1:pt x="68" y="21"/>
                </ns1:cubicBezTo>
                <ns1:cubicBezTo>
                  <ns1:pt x="68" y="21"/>
                  <ns1:pt x="67" y="22"/>
                  <ns1:pt x="67" y="22"/>
                </ns1:cubicBezTo>
                <ns1:cubicBezTo>
                  <ns1:pt x="66" y="22"/>
                  <ns1:pt x="66" y="22"/>
                  <ns1:pt x="66" y="22"/>
                </ns1:cubicBezTo>
                <ns1:cubicBezTo>
                  <ns1:pt x="65" y="23"/>
                  <ns1:pt x="65" y="22"/>
                  <ns1:pt x="65" y="23"/>
                </ns1:cubicBezTo>
                <ns1:cubicBezTo>
                  <ns1:pt x="66" y="22"/>
                  <ns1:pt x="64" y="22"/>
                  <ns1:pt x="64" y="22"/>
                </ns1:cubicBezTo>
                <ns1:cubicBezTo>
                  <ns1:pt x="64" y="21"/>
                  <ns1:pt x="64" y="21"/>
                  <ns1:pt x="63" y="20"/>
                </ns1:cubicBezTo>
                <ns1:cubicBezTo>
                  <ns1:pt x="64" y="20"/>
                  <ns1:pt x="64" y="20"/>
                  <ns1:pt x="64" y="20"/>
                </ns1:cubicBezTo>
                <ns1:cubicBezTo>
                  <ns1:pt x="64" y="20"/>
                  <ns1:pt x="62" y="19"/>
                  <ns1:pt x="61" y="19"/>
                </ns1:cubicBezTo>
                <ns1:cubicBezTo>
                  <ns1:pt x="61" y="18"/>
                  <ns1:pt x="58" y="18"/>
                  <ns1:pt x="57" y="18"/>
                </ns1:cubicBezTo>
                <ns1:cubicBezTo>
                  <ns1:pt x="56" y="18"/>
                  <ns1:pt x="57" y="20"/>
                  <ns1:pt x="57" y="20"/>
                </ns1:cubicBezTo>
                <ns1:cubicBezTo>
                  <ns1:pt x="57" y="21"/>
                  <ns1:pt x="57" y="21"/>
                  <ns1:pt x="57" y="22"/>
                </ns1:cubicBezTo>
                <ns1:cubicBezTo>
                  <ns1:pt x="57" y="23"/>
                  <ns1:pt x="59" y="23"/>
                  <ns1:pt x="58" y="24"/>
                </ns1:cubicBezTo>
                <ns1:cubicBezTo>
                  <ns1:pt x="58" y="25"/>
                  <ns1:pt x="57" y="25"/>
                  <ns1:pt x="56" y="26"/>
                </ns1:cubicBezTo>
                <ns1:cubicBezTo>
                  <ns1:pt x="56" y="27"/>
                  <ns1:pt x="56" y="28"/>
                  <ns1:pt x="57" y="28"/>
                </ns1:cubicBezTo>
                <ns1:cubicBezTo>
                  <ns1:pt x="57" y="29"/>
                  <ns1:pt x="56" y="29"/>
                  <ns1:pt x="56" y="29"/>
                </ns1:cubicBezTo>
                <ns1:cubicBezTo>
                  <ns1:pt x="55" y="30"/>
                  <ns1:pt x="54" y="28"/>
                  <ns1:pt x="53" y="27"/>
                </ns1:cubicBezTo>
                <ns1:cubicBezTo>
                  <ns1:pt x="53" y="27"/>
                  <ns1:pt x="53" y="26"/>
                  <ns1:pt x="52" y="25"/>
                </ns1:cubicBezTo>
                <ns1:cubicBezTo>
                  <ns1:pt x="52" y="25"/>
                  <ns1:pt x="51" y="25"/>
                  <ns1:pt x="51" y="25"/>
                </ns1:cubicBezTo>
                <ns1:cubicBezTo>
                  <ns1:pt x="50" y="25"/>
                  <ns1:pt x="49" y="24"/>
                  <ns1:pt x="48" y="24"/>
                </ns1:cubicBezTo>
                <ns1:cubicBezTo>
                  <ns1:pt x="47" y="23"/>
                  <ns1:pt x="46" y="23"/>
                  <ns1:pt x="44" y="24"/>
                </ns1:cubicBezTo>
                <ns1:cubicBezTo>
                  <ns1:pt x="45" y="24"/>
                  <ns1:pt x="44" y="22"/>
                  <ns1:pt x="43" y="22"/>
                </ns1:cubicBezTo>
                <ns1:cubicBezTo>
                  <ns1:pt x="44" y="21"/>
                  <ns1:pt x="43" y="21"/>
                  <ns1:pt x="44" y="20"/>
                </ns1:cubicBezTo>
                <ns1:cubicBezTo>
                  <ns1:pt x="44" y="19"/>
                  <ns1:pt x="44" y="19"/>
                  <ns1:pt x="44" y="19"/>
                </ns1:cubicBezTo>
                <ns1:cubicBezTo>
                  <ns1:pt x="44" y="18"/>
                  <ns1:pt x="46" y="17"/>
                  <ns1:pt x="45" y="17"/>
                </ns1:cubicBezTo>
                <ns1:cubicBezTo>
                  <ns1:pt x="46" y="17"/>
                  <ns1:pt x="48" y="17"/>
                  <ns1:pt x="49" y="16"/>
                </ns1:cubicBezTo>
                <ns1:cubicBezTo>
                  <ns1:pt x="49" y="16"/>
                  <ns1:pt x="49" y="15"/>
                  <ns1:pt x="50" y="14"/>
                </ns1:cubicBezTo>
                <ns1:cubicBezTo>
                  <ns1:pt x="51" y="13"/>
                  <ns1:pt x="52" y="14"/>
                  <ns1:pt x="53" y="14"/>
                </ns1:cubicBezTo>
                <ns1:cubicBezTo>
                  <ns1:pt x="54" y="14"/>
                  <ns1:pt x="54" y="13"/>
                  <ns1:pt x="53" y="12"/>
                </ns1:cubicBezTo>
                <ns1:cubicBezTo>
                  <ns1:pt x="54" y="12"/>
                  <ns1:pt x="53" y="11"/>
                  <ns1:pt x="53" y="11"/>
                </ns1:cubicBezTo>
                <ns1:cubicBezTo>
                  <ns1:pt x="52" y="11"/>
                  <ns1:pt x="50" y="11"/>
                  <ns1:pt x="51" y="12"/>
                </ns1:cubicBezTo>
                <ns1:cubicBezTo>
                  <ns1:pt x="51" y="11"/>
                  <ns1:pt x="49" y="15"/>
                  <ns1:pt x="49" y="13"/>
                </ns1:cubicBezTo>
                <ns1:cubicBezTo>
                  <ns1:pt x="48" y="13"/>
                  <ns1:pt x="48" y="11"/>
                  <ns1:pt x="48" y="11"/>
                </ns1:cubicBezTo>
                <ns1:cubicBezTo>
                  <ns1:pt x="47" y="11"/>
                  <ns1:pt x="47" y="12"/>
                  <ns1:pt x="47" y="12"/>
                </ns1:cubicBezTo>
                <ns1:cubicBezTo>
                  <ns1:pt x="47" y="11"/>
                  <ns1:pt x="45" y="11"/>
                  <ns1:pt x="44" y="11"/>
                </ns1:cubicBezTo>
                <ns1:cubicBezTo>
                  <ns1:pt x="45" y="10"/>
                  <ns1:pt x="45" y="9"/>
                  <ns1:pt x="44" y="9"/>
                </ns1:cubicBezTo>
                <ns1:cubicBezTo>
                  <ns1:pt x="43" y="9"/>
                  <ns1:pt x="42" y="9"/>
                  <ns1:pt x="41" y="9"/>
                </ns1:cubicBezTo>
                <ns1:cubicBezTo>
                  <ns1:pt x="40" y="10"/>
                  <ns1:pt x="43" y="11"/>
                  <ns1:pt x="43" y="11"/>
                </ns1:cubicBezTo>
                <ns1:cubicBezTo>
                  <ns1:pt x="44" y="11"/>
                  <ns1:pt x="44" y="12"/>
                  <ns1:pt x="44" y="12"/>
                </ns1:cubicBezTo>
                <ns1:cubicBezTo>
                  <ns1:pt x="43" y="12"/>
                  <ns1:pt x="42" y="12"/>
                  <ns1:pt x="42" y="13"/>
                </ns1:cubicBezTo>
                <ns1:cubicBezTo>
                  <ns1:pt x="42" y="13"/>
                  <ns1:pt x="43" y="14"/>
                  <ns1:pt x="42" y="14"/>
                </ns1:cubicBezTo>
                <ns1:cubicBezTo>
                  <ns1:pt x="42" y="14"/>
                  <ns1:pt x="42" y="13"/>
                  <ns1:pt x="41" y="12"/>
                </ns1:cubicBezTo>
                <ns1:cubicBezTo>
                  <ns1:pt x="42" y="13"/>
                  <ns1:pt x="39" y="13"/>
                  <ns1:pt x="39" y="13"/>
                </ns1:cubicBezTo>
                <ns1:cubicBezTo>
                  <ns1:pt x="38" y="13"/>
                  <ns1:pt x="36" y="13"/>
                  <ns1:pt x="36" y="12"/>
                </ns1:cubicBezTo>
                <ns1:cubicBezTo>
                  <ns1:pt x="36" y="12"/>
                  <ns1:pt x="36" y="11"/>
                  <ns1:pt x="36" y="11"/>
                </ns1:cubicBezTo>
                <ns1:cubicBezTo>
                  <ns1:pt x="35" y="10"/>
                  <ns1:pt x="35" y="10"/>
                  <ns1:pt x="35" y="10"/>
                </ns1:cubicBezTo>
                <ns1:cubicBezTo>
                  <ns1:pt x="33" y="10"/>
                  <ns1:pt x="31" y="11"/>
                  <ns1:pt x="29" y="12"/>
                </ns1:cubicBezTo>
                <ns1:cubicBezTo>
                  <ns1:pt x="29" y="12"/>
                  <ns1:pt x="29" y="12"/>
                  <ns1:pt x="30" y="12"/>
                </ns1:cubicBezTo>
                <ns1:cubicBezTo>
                  <ns1:pt x="30" y="12"/>
                  <ns1:pt x="31" y="12"/>
                  <ns1:pt x="31" y="12"/>
                </ns1:cubicBezTo>
                <ns1:cubicBezTo>
                  <ns1:pt x="32" y="11"/>
                  <ns1:pt x="33" y="11"/>
                  <ns1:pt x="34" y="11"/>
                </ns1:cubicBezTo>
                <ns1:cubicBezTo>
                  <ns1:pt x="34" y="11"/>
                  <ns1:pt x="34" y="11"/>
                  <ns1:pt x="34" y="11"/>
                </ns1:cubicBezTo>
                <ns1:cubicBezTo>
                  <ns1:pt x="34" y="11"/>
                  <ns1:pt x="35" y="12"/>
                  <ns1:pt x="35" y="12"/>
                </ns1:cubicBezTo>
                <ns1:cubicBezTo>
                  <ns1:pt x="35" y="12"/>
                  <ns1:pt x="34" y="12"/>
                  <ns1:pt x="33" y="12"/>
                </ns1:cubicBezTo>
                <ns1:cubicBezTo>
                  <ns1:pt x="33" y="12"/>
                  <ns1:pt x="32" y="13"/>
                  <ns1:pt x="32" y="13"/>
                </ns1:cubicBezTo>
                <ns1:cubicBezTo>
                  <ns1:pt x="32" y="13"/>
                  <ns1:pt x="32" y="14"/>
                  <ns1:pt x="32" y="14"/>
                </ns1:cubicBezTo>
                <ns1:cubicBezTo>
                  <ns1:pt x="32" y="14"/>
                  <ns1:pt x="31" y="13"/>
                  <ns1:pt x="30" y="13"/>
                </ns1:cubicBezTo>
                <ns1:cubicBezTo>
                  <ns1:pt x="29" y="13"/>
                  <ns1:pt x="29" y="13"/>
                  <ns1:pt x="28" y="13"/>
                </ns1:cubicBezTo>
                <ns1:cubicBezTo>
                  <ns1:pt x="22" y="16"/>
                  <ns1:pt x="17" y="21"/>
                  <ns1:pt x="14" y="26"/>
                </ns1:cubicBezTo>
                <ns1:cubicBezTo>
                  <ns1:pt x="14" y="27"/>
                  <ns1:pt x="14" y="27"/>
                  <ns1:pt x="14" y="27"/>
                </ns1:cubicBezTo>
                <ns1:cubicBezTo>
                  <ns1:pt x="15" y="27"/>
                  <ns1:pt x="14" y="29"/>
                  <ns1:pt x="16" y="28"/>
                </ns1:cubicBezTo>
                <ns1:cubicBezTo>
                  <ns1:pt x="16" y="28"/>
                  <ns1:pt x="16" y="29"/>
                  <ns1:pt x="16" y="29"/>
                </ns1:cubicBezTo>
                <ns1:cubicBezTo>
                  <ns1:pt x="16" y="29"/>
                  <ns1:pt x="18" y="31"/>
                  <ns1:pt x="19" y="31"/>
                </ns1:cubicBezTo>
                <ns1:cubicBezTo>
                  <ns1:pt x="19" y="31"/>
                  <ns1:pt x="20" y="32"/>
                  <ns1:pt x="20" y="32"/>
                </ns1:cubicBezTo>
                <ns1:cubicBezTo>
                  <ns1:pt x="20" y="33"/>
                  <ns1:pt x="20" y="33"/>
                  <ns1:pt x="19" y="33"/>
                </ns1:cubicBezTo>
                <ns1:cubicBezTo>
                  <ns1:pt x="19" y="33"/>
                  <ns1:pt x="18" y="32"/>
                  <ns1:pt x="18" y="33"/>
                </ns1:cubicBezTo>
                <ns1:cubicBezTo>
                  <ns1:pt x="18" y="33"/>
                  <ns1:pt x="18" y="35"/>
                  <ns1:pt x="19" y="34"/>
                </ns1:cubicBezTo>
                <ns1:cubicBezTo>
                  <ns1:pt x="18" y="35"/>
                  <ns1:pt x="18" y="38"/>
                  <ns1:pt x="18" y="39"/>
                </ns1:cubicBezTo>
                <ns1:cubicBezTo>
                  <ns1:pt x="18" y="39"/>
                  <ns1:pt x="18" y="39"/>
                  <ns1:pt x="18" y="39"/>
                </ns1:cubicBezTo>
                <ns1:cubicBezTo>
                  <ns1:pt x="18" y="40"/>
                  <ns1:pt x="19" y="43"/>
                  <ns1:pt x="20" y="43"/>
                </ns1:cubicBezTo>
                <ns1:cubicBezTo>
                  <ns1:pt x="19" y="43"/>
                  <ns1:pt x="21" y="46"/>
                  <ns1:pt x="22" y="46"/>
                </ns1:cubicBezTo>
                <ns1:cubicBezTo>
                  <ns1:pt x="22" y="46"/>
                  <ns1:pt x="23" y="47"/>
                  <ns1:pt x="24" y="48"/>
                </ns1:cubicBezTo>
                <ns1:cubicBezTo>
                  <ns1:pt x="25" y="48"/>
                  <ns1:pt x="25" y="50"/>
                  <ns1:pt x="25" y="50"/>
                </ns1:cubicBezTo>
                <ns1:cubicBezTo>
                  <ns1:pt x="25" y="51"/>
                  <ns1:pt x="27" y="52"/>
                  <ns1:pt x="27" y="53"/>
                </ns1:cubicBezTo>
                <ns1:cubicBezTo>
                  <ns1:pt x="27" y="53"/>
                  <ns1:pt x="26" y="53"/>
                  <ns1:pt x="26" y="53"/>
                </ns1:cubicBezTo>
                <ns1:cubicBezTo>
                  <ns1:pt x="27" y="54"/>
                  <ns1:pt x="28" y="54"/>
                  <ns1:pt x="28" y="55"/>
                </ns1:cubicBezTo>
                <ns1:cubicBezTo>
                  <ns1:pt x="29" y="55"/>
                  <ns1:pt x="28" y="57"/>
                  <ns1:pt x="29" y="56"/>
                </ns1:cubicBezTo>
                <ns1:cubicBezTo>
                  <ns1:pt x="29" y="55"/>
                  <ns1:pt x="28" y="54"/>
                  <ns1:pt x="28" y="53"/>
                </ns1:cubicBezTo>
                <ns1:cubicBezTo>
                  <ns1:pt x="27" y="52"/>
                  <ns1:pt x="27" y="51"/>
                  <ns1:pt x="27" y="51"/>
                </ns1:cubicBezTo>
                <ns1:cubicBezTo>
                  <ns1:pt x="26" y="50"/>
                  <ns1:pt x="26" y="49"/>
                  <ns1:pt x="26" y="49"/>
                </ns1:cubicBezTo>
                <ns1:cubicBezTo>
                  <ns1:pt x="26" y="49"/>
                  <ns1:pt x="28" y="49"/>
                  <ns1:pt x="27" y="50"/>
                </ns1:cubicBezTo>
                <ns1:cubicBezTo>
                  <ns1:pt x="27" y="51"/>
                  <ns1:pt x="29" y="53"/>
                  <ns1:pt x="30" y="54"/>
                </ns1:cubicBezTo>
                <ns1:cubicBezTo>
                  <ns1:pt x="30" y="54"/>
                  <ns1:pt x="32" y="56"/>
                  <ns1:pt x="31" y="56"/>
                </ns1:cubicBezTo>
                <ns1:cubicBezTo>
                  <ns1:pt x="32" y="56"/>
                  <ns1:pt x="33" y="57"/>
                  <ns1:pt x="33" y="58"/>
                </ns1:cubicBezTo>
                <ns1:cubicBezTo>
                  <ns1:pt x="34" y="59"/>
                  <ns1:pt x="34" y="60"/>
                  <ns1:pt x="34" y="61"/>
                </ns1:cubicBezTo>
                <ns1:cubicBezTo>
                  <ns1:pt x="34" y="62"/>
                  <ns1:pt x="36" y="63"/>
                  <ns1:pt x="37" y="63"/>
                </ns1:cubicBezTo>
                <ns1:cubicBezTo>
                  <ns1:pt x="38" y="64"/>
                  <ns1:pt x="39" y="64"/>
                  <ns1:pt x="40" y="65"/>
                </ns1:cubicBezTo>
                <ns1:cubicBezTo>
                  <ns1:pt x="41" y="65"/>
                  <ns1:pt x="41" y="65"/>
                  <ns1:pt x="42" y="64"/>
                </ns1:cubicBezTo>
                <ns1:cubicBezTo>
                  <ns1:pt x="44" y="64"/>
                  <ns1:pt x="44" y="66"/>
                  <ns1:pt x="46" y="67"/>
                </ns1:cubicBezTo>
                <ns1:cubicBezTo>
                  <ns1:pt x="46" y="67"/>
                  <ns1:pt x="48" y="68"/>
                  <ns1:pt x="49" y="67"/>
                </ns1:cubicBezTo>
                <ns1:cubicBezTo>
                  <ns1:pt x="49" y="68"/>
                  <ns1:pt x="50" y="70"/>
                  <ns1:pt x="50" y="70"/>
                </ns1:cubicBezTo>
                <ns1:cubicBezTo>
                  <ns1:pt x="51" y="71"/>
                  <ns1:pt x="52" y="71"/>
                  <ns1:pt x="53" y="72"/>
                </ns1:cubicBezTo>
                <ns1:cubicBezTo>
                  <ns1:pt x="53" y="72"/>
                  <ns1:pt x="53" y="72"/>
                  <ns1:pt x="53" y="72"/>
                </ns1:cubicBezTo>
                <ns1:cubicBezTo>
                  <ns1:pt x="53" y="72"/>
                  <ns1:pt x="54" y="74"/>
                  <ns1:pt x="55" y="73"/>
                </ns1:cubicBezTo>
                <ns1:cubicBezTo>
                  <ns1:pt x="55" y="73"/>
                  <ns1:pt x="56" y="72"/>
                  <ns1:pt x="56" y="71"/>
                </ns1:cubicBezTo>
                <ns1:cubicBezTo>
                  <ns1:pt x="54" y="72"/>
                  <ns1:pt x="53" y="72"/>
                  <ns1:pt x="52" y="70"/>
                </ns1:cubicBezTo>
                <ns1:cubicBezTo>
                  <ns1:pt x="52" y="70"/>
                  <ns1:pt x="51" y="68"/>
                  <ns1:pt x="52" y="68"/>
                </ns1:cubicBezTo>
                <ns1:cubicBezTo>
                  <ns1:pt x="53" y="68"/>
                  <ns1:pt x="53" y="67"/>
                  <ns1:pt x="52" y="66"/>
                </ns1:cubicBezTo>
                <ns1:cubicBezTo>
                  <ns1:pt x="52" y="66"/>
                  <ns1:pt x="51" y="65"/>
                  <ns1:pt x="51" y="64"/>
                </ns1:cubicBezTo>
                <ns1:cubicBezTo>
                  <ns1:pt x="51" y="65"/>
                  <ns1:pt x="49" y="65"/>
                  <ns1:pt x="49" y="64"/>
                </ns1:cubicBezTo>
                <ns1:cubicBezTo>
                  <ns1:pt x="49" y="64"/>
                  <ns1:pt x="49" y="65"/>
                  <ns1:pt x="49" y="65"/>
                </ns1:cubicBezTo>
                <ns1:cubicBezTo>
                  <ns1:pt x="49" y="65"/>
                  <ns1:pt x="48" y="65"/>
                  <ns1:pt x="48" y="65"/>
                </ns1:cubicBezTo>
                <ns1:cubicBezTo>
                  <ns1:pt x="48" y="64"/>
                  <ns1:pt x="48" y="63"/>
                  <ns1:pt x="48" y="62"/>
                </ns1:cubicBezTo>
                <ns1:cubicBezTo>
                  <ns1:pt x="49" y="61"/>
                  <ns1:pt x="51" y="59"/>
                  <ns1:pt x="48" y="59"/>
                </ns1:cubicBezTo>
                <ns1:cubicBezTo>
                  <ns1:pt x="47" y="59"/>
                  <ns1:pt x="47" y="60"/>
                  <ns1:pt x="46" y="60"/>
                </ns1:cubicBezTo>
                <ns1:cubicBezTo>
                  <ns1:pt x="46" y="61"/>
                  <ns1:pt x="46" y="62"/>
                  <ns1:pt x="45" y="62"/>
                </ns1:cubicBezTo>
                <ns1:cubicBezTo>
                  <ns1:pt x="45" y="63"/>
                  <ns1:pt x="43" y="62"/>
                  <ns1:pt x="42" y="62"/>
                </ns1:cubicBezTo>
                <ns1:cubicBezTo>
                  <ns1:pt x="41" y="61"/>
                  <ns1:pt x="40" y="59"/>
                  <ns1:pt x="40" y="58"/>
                </ns1:cubicBezTo>
                <ns1:cubicBezTo>
                  <ns1:pt x="40" y="56"/>
                  <ns1:pt x="41" y="55"/>
                  <ns1:pt x="40" y="53"/>
                </ns1:cubicBezTo>
                <ns1:cubicBezTo>
                  <ns1:pt x="41" y="53"/>
                  <ns1:pt x="41" y="52"/>
                  <ns1:pt x="41" y="52"/>
                </ns1:cubicBezTo>
                <ns1:cubicBezTo>
                  <ns1:pt x="42" y="52"/>
                  <ns1:pt x="42" y="52"/>
                  <ns1:pt x="42" y="51"/>
                </ns1:cubicBezTo>
                <ns1:cubicBezTo>
                  <ns1:pt x="42" y="51"/>
                  <ns1:pt x="42" y="51"/>
                  <ns1:pt x="42" y="51"/>
                </ns1:cubicBezTo>
                <ns1:cubicBezTo>
                  <ns1:pt x="43" y="52"/>
                  <ns1:pt x="45" y="50"/>
                  <ns1:pt x="45" y="51"/>
                </ns1:cubicBezTo>
                <ns1:cubicBezTo>
                  <ns1:pt x="46" y="51"/>
                  <ns1:pt x="47" y="52"/>
                  <ns1:pt x="47" y="51"/>
                </ns1:cubicBezTo>
                <ns1:cubicBezTo>
                  <ns1:pt x="47" y="51"/>
                  <ns1:pt x="46" y="50"/>
                  <ns1:pt x="47" y="50"/>
                </ns1:cubicBezTo>
                <ns1:cubicBezTo>
                  <ns1:pt x="47" y="51"/>
                  <ns1:pt x="48" y="51"/>
                  <ns1:pt x="48" y="50"/>
                </ns1:cubicBezTo>
                <ns1:cubicBezTo>
                  <ns1:pt x="49" y="50"/>
                  <ns1:pt x="50" y="50"/>
                  <ns1:pt x="51" y="51"/>
                </ns1:cubicBezTo>
                <ns1:cubicBezTo>
                  <ns1:pt x="51" y="51"/>
                  <ns1:pt x="51" y="52"/>
                  <ns1:pt x="52" y="51"/>
                </ns1:cubicBezTo>
                <ns1:cubicBezTo>
                  <ns1:pt x="53" y="52"/>
                  <ns1:pt x="53" y="52"/>
                  <ns1:pt x="53" y="52"/>
                </ns1:cubicBezTo>
                <ns1:cubicBezTo>
                  <ns1:pt x="53" y="53"/>
                  <ns1:pt x="53" y="55"/>
                  <ns1:pt x="54" y="55"/>
                </ns1:cubicBezTo>
                <ns1:cubicBezTo>
                  <ns1:pt x="55" y="56"/>
                  <ns1:pt x="55" y="54"/>
                  <ns1:pt x="55" y="53"/>
                </ns1:cubicBezTo>
                <ns1:cubicBezTo>
                  <ns1:pt x="55" y="53"/>
                  <ns1:pt x="55" y="51"/>
                  <ns1:pt x="55" y="51"/>
                </ns1:cubicBezTo>
                <ns1:cubicBezTo>
                  <ns1:pt x="53" y="50"/>
                  <ns1:pt x="54" y="49"/>
                  <ns1:pt x="55" y="48"/>
                </ns1:cubicBezTo>
                <ns1:cubicBezTo>
                  <ns1:pt x="55" y="48"/>
                  <ns1:pt x="56" y="47"/>
                  <ns1:pt x="57" y="47"/>
                </ns1:cubicBezTo>
                <ns1:cubicBezTo>
                  <ns1:pt x="58" y="46"/>
                  <ns1:pt x="58" y="45"/>
                  <ns1:pt x="58" y="45"/>
                </ns1:cubicBezTo>
                <ns1:cubicBezTo>
                  <ns1:pt x="58" y="45"/>
                  <ns1:pt x="58" y="44"/>
                  <ns1:pt x="59" y="44"/>
                </ns1:cubicBezTo>
                <ns1:cubicBezTo>
                  <ns1:pt x="58" y="44"/>
                  <ns1:pt x="58" y="43"/>
                  <ns1:pt x="58" y="43"/>
                </ns1:cubicBezTo>
                <ns1:cubicBezTo>
                  <ns1:pt x="58" y="43"/>
                  <ns1:pt x="58" y="43"/>
                  <ns1:pt x="58" y="42"/>
                </ns1:cubicBezTo>
                <ns1:cubicBezTo>
                  <ns1:pt x="58" y="42"/>
                  <ns1:pt x="58" y="41"/>
                  <ns1:pt x="59" y="41"/>
                </ns1:cubicBezTo>
                <ns1:cubicBezTo>
                  <ns1:pt x="59" y="42"/>
                  <ns1:pt x="61" y="41"/>
                  <ns1:pt x="60" y="40"/>
                </ns1:cubicBezTo>
                <ns1:cubicBezTo>
                  <ns1:pt x="61" y="39"/>
                  <ns1:pt x="62" y="40"/>
                  <ns1:pt x="62" y="39"/>
                </ns1:cubicBezTo>
                <ns1:cubicBezTo>
                  <ns1:pt x="63" y="39"/>
                  <ns1:pt x="63" y="38"/>
                  <ns1:pt x="63" y="37"/>
                </ns1:cubicBezTo>
                <ns1:cubicBezTo>
                  <ns1:pt x="64" y="37"/>
                  <ns1:pt x="64" y="37"/>
                  <ns1:pt x="65" y="36"/>
                </ns1:cubicBezTo>
                <ns1:cubicBezTo>
                  <ns1:pt x="65" y="36"/>
                  <ns1:pt x="66" y="36"/>
                  <ns1:pt x="66" y="35"/>
                </ns1:cubicBezTo>
                <ns1:cubicBezTo>
                  <ns1:pt x="67" y="36"/>
                  <ns1:pt x="69" y="34"/>
                  <ns1:pt x="68" y="34"/>
                </ns1:cubicBezTo>
                <ns1:cubicBezTo>
                  <ns1:pt x="68" y="33"/>
                  <ns1:pt x="67" y="33"/>
                  <ns1:pt x="66" y="33"/>
                </ns1:cubicBezTo>
                <ns1:cubicBezTo>
                  <ns1:pt x="67" y="32"/>
                  <ns1:pt x="67" y="33"/>
                  <ns1:pt x="68" y="32"/>
                </ns1:cubicBezTo>
                <ns1:cubicBezTo>
                  <ns1:pt x="69" y="32"/>
                  <ns1:pt x="68" y="32"/>
                  <ns1:pt x="67" y="31"/>
                </ns1:cubicBezTo>
                <ns1:cubicBezTo>
                  <ns1:pt x="66" y="31"/>
                  <ns1:pt x="65" y="32"/>
                  <ns1:pt x="65" y="32"/>
                </ns1:cubicBezTo>
                <ns1:cubicBezTo>
                  <ns1:pt x="64" y="33"/>
                  <ns1:pt x="64" y="33"/>
                  <ns1:pt x="63" y="33"/>
                </ns1:cubicBezTo>
                <ns1:close/>
                <ns1:moveTo>
                  <ns1:pt x="76" y="75"/>
                </ns1:moveTo>
                <ns1:cubicBezTo>
                  <ns1:pt x="76" y="75"/>
                  <ns1:pt x="75" y="75"/>
                  <ns1:pt x="75" y="75"/>
                </ns1:cubicBezTo>
                <ns1:cubicBezTo>
                  <ns1:pt x="74" y="74"/>
                  <ns1:pt x="74" y="74"/>
                  <ns1:pt x="73" y="74"/>
                </ns1:cubicBezTo>
                <ns1:cubicBezTo>
                  <ns1:pt x="73" y="73"/>
                  <ns1:pt x="72" y="72"/>
                  <ns1:pt x="71" y="72"/>
                </ns1:cubicBezTo>
                <ns1:cubicBezTo>
                  <ns1:pt x="70" y="71"/>
                  <ns1:pt x="70" y="71"/>
                  <ns1:pt x="69" y="71"/>
                </ns1:cubicBezTo>
                <ns1:cubicBezTo>
                  <ns1:pt x="69" y="71"/>
                  <ns1:pt x="67" y="71"/>
                  <ns1:pt x="68" y="72"/>
                </ns1:cubicBezTo>
                <ns1:cubicBezTo>
                  <ns1:pt x="67" y="71"/>
                  <ns1:pt x="66" y="70"/>
                  <ns1:pt x="65" y="70"/>
                </ns1:cubicBezTo>
                <ns1:cubicBezTo>
                  <ns1:pt x="64" y="70"/>
                  <ns1:pt x="64" y="69"/>
                  <ns1:pt x="63" y="70"/>
                </ns1:cubicBezTo>
                <ns1:cubicBezTo>
                  <ns1:pt x="62" y="70"/>
                  <ns1:pt x="62" y="71"/>
                  <ns1:pt x="62" y="71"/>
                </ns1:cubicBezTo>
                <ns1:cubicBezTo>
                  <ns1:pt x="61" y="71"/>
                  <ns1:pt x="63" y="70"/>
                  <ns1:pt x="62" y="69"/>
                </ns1:cubicBezTo>
                <ns1:cubicBezTo>
                  <ns1:pt x="62" y="68"/>
                  <ns1:pt x="60" y="70"/>
                  <ns1:pt x="60" y="70"/>
                </ns1:cubicBezTo>
                <ns1:cubicBezTo>
                  <ns1:pt x="59" y="70"/>
                  <ns1:pt x="59" y="71"/>
                  <ns1:pt x="59" y="71"/>
                </ns1:cubicBezTo>
                <ns1:cubicBezTo>
                  <ns1:pt x="58" y="71"/>
                  <ns1:pt x="58" y="72"/>
                  <ns1:pt x="58" y="72"/>
                </ns1:cubicBezTo>
                <ns1:cubicBezTo>
                  <ns1:pt x="58" y="72"/>
                  <ns1:pt x="57" y="72"/>
                  <ns1:pt x="57" y="72"/>
                </ns1:cubicBezTo>
                <ns1:cubicBezTo>
                  <ns1:pt x="57" y="73"/>
                  <ns1:pt x="57" y="75"/>
                  <ns1:pt x="57" y="76"/>
                </ns1:cubicBezTo>
                <ns1:cubicBezTo>
                  <ns1:pt x="57" y="77"/>
                  <ns1:pt x="57" y="79"/>
                  <ns1:pt x="56" y="79"/>
                </ns1:cubicBezTo>
                <ns1:cubicBezTo>
                  <ns1:pt x="56" y="80"/>
                  <ns1:pt x="55" y="81"/>
                  <ns1:pt x="55" y="82"/>
                </ns1:cubicBezTo>
                <ns1:cubicBezTo>
                  <ns1:pt x="54" y="82"/>
                  <ns1:pt x="55" y="83"/>
                  <ns1:pt x="55" y="83"/>
                </ns1:cubicBezTo>
                <ns1:cubicBezTo>
                  <ns1:pt x="55" y="84"/>
                  <ns1:pt x="54" y="85"/>
                  <ns1:pt x="54" y="86"/>
                </ns1:cubicBezTo>
                <ns1:cubicBezTo>
                  <ns1:pt x="54" y="86"/>
                  <ns1:pt x="54" y="87"/>
                  <ns1:pt x="54" y="87"/>
                </ns1:cubicBezTo>
                <ns1:cubicBezTo>
                  <ns1:pt x="63" y="85"/>
                  <ns1:pt x="71" y="81"/>
                  <ns1:pt x="76" y="75"/>
                </ns1:cubicBezTo>
                <ns1:close/>
              </ns1:path>
            </ns1:pathLst>
          </ns1:custGeom>
          <ns1:solidFill>
            <ns1:srgbClr val="010101"/>
          </ns1:solidFill>
          <ns1:ln>
            <ns1:noFill/>
          </ns1:ln>
          <ns1:extLst>
            <ns1:ext uri="{91240B29-F687-4F45-9708-019B960494DF}">
              <ns2:hiddenLine w="9525">
                <ns1:solidFill>
                  <ns1:srgbClr val="000000"/>
                </ns1:solidFill>
                <ns1:round/>
                <ns1:headEnd/>
                <ns1:tailEnd/>
              </ns2:hiddenLine>
            </ns1:ext>
          </ns1:extLst>
        </ns0:spPr>
        <ns0:txBody>
          <ns1:bodyPr vert="horz" wrap="square" lIns="91440" tIns="45720" rIns="91440" bIns="45720" numCol="1" anchor="t" anchorCtr="0" compatLnSpc="1">
            <ns1:prstTxWarp prst="textNoShape">
              <ns1:avLst/>
            </ns1:prstTxWarp>
          </ns1:bodyPr>
          <ns1:lstStyle/>
          <ns1:p>
            <ns1:endParaRPr lang="en-US" sz="2700"/>
          </ns1:p>
        </ns0:txBody>
      </ns0:sp>
      <ns0:sp>
        <ns0:nvSpPr>
          <ns0:cNvPr id="156" name="Freeform 154"/>
          <ns0:cNvSpPr>
            <ns1:spLocks noEditPoints="1"/>
          </ns0:cNvSpPr>
          <ns0:nvPr/>
        </ns0:nvSpPr>
        <ns0:spPr bwMode="auto">
          <ns1:xfrm>
            <ns1:off x="4286251" y="5114926"/>
            <ns1:ext cx="382588" cy="382588"/>
          </ns1:xfrm>
          <ns1:custGeom>
            <ns1:avLst/>
            <ns1:gdLst>
              <ns1:gd name="T0" fmla="*/ 20 w 102"/>
              <ns1:gd name="T1" fmla="*/ 100 h 102"/>
              <ns1:gd name="T2" fmla="*/ 15 w 102"/>
              <ns1:gd name="T3" fmla="*/ 102 h 102"/>
              <ns1:gd name="T4" fmla="*/ 9 w 102"/>
              <ns1:gd name="T5" fmla="*/ 100 h 102"/>
              <ns1:gd name="T6" fmla="*/ 2 w 102"/>
              <ns1:gd name="T7" fmla="*/ 93 h 102"/>
              <ns1:gd name="T8" fmla="*/ 0 w 102"/>
              <ns1:gd name="T9" fmla="*/ 88 h 102"/>
              <ns1:gd name="T10" fmla="*/ 2 w 102"/>
              <ns1:gd name="T11" fmla="*/ 82 h 102"/>
              <ns1:gd name="T12" fmla="*/ 45 w 102"/>
              <ns1:gd name="T13" fmla="*/ 39 h 102"/>
              <ns1:gd name="T14" fmla="*/ 63 w 102"/>
              <ns1:gd name="T15" fmla="*/ 57 h 102"/>
              <ns1:gd name="T16" fmla="*/ 20 w 102"/>
              <ns1:gd name="T17" fmla="*/ 100 h 102"/>
              <ns1:gd name="T18" fmla="*/ 19 w 102"/>
              <ns1:gd name="T19" fmla="*/ 80 h 102"/>
              <ns1:gd name="T20" fmla="*/ 15 w 102"/>
              <ns1:gd name="T21" fmla="*/ 84 h 102"/>
              <ns1:gd name="T22" fmla="*/ 19 w 102"/>
              <ns1:gd name="T23" fmla="*/ 88 h 102"/>
              <ns1:gd name="T24" fmla="*/ 23 w 102"/>
              <ns1:gd name="T25" fmla="*/ 84 h 102"/>
              <ns1:gd name="T26" fmla="*/ 19 w 102"/>
              <ns1:gd name="T27" fmla="*/ 80 h 102"/>
              <ns1:gd name="T28" fmla="*/ 101 w 102"/>
              <ns1:gd name="T29" fmla="*/ 37 h 102"/>
              <ns1:gd name="T30" fmla="*/ 75 w 102"/>
              <ns1:gd name="T31" fmla="*/ 56 h 102"/>
              <ns1:gd name="T32" fmla="*/ 47 w 102"/>
              <ns1:gd name="T33" fmla="*/ 28 h 102"/>
              <ns1:gd name="T34" fmla="*/ 75 w 102"/>
              <ns1:gd name="T35" fmla="*/ 0 h 102"/>
              <ns1:gd name="T36" fmla="*/ 89 w 102"/>
              <ns1:gd name="T37" fmla="*/ 4 h 102"/>
              <ns1:gd name="T38" fmla="*/ 90 w 102"/>
              <ns1:gd name="T39" fmla="*/ 5 h 102"/>
              <ns1:gd name="T40" fmla="*/ 89 w 102"/>
              <ns1:gd name="T41" fmla="*/ 7 h 102"/>
              <ns1:gd name="T42" fmla="*/ 71 w 102"/>
              <ns1:gd name="T43" fmla="*/ 18 h 102"/>
              <ns1:gd name="T44" fmla="*/ 71 w 102"/>
              <ns1:gd name="T45" fmla="*/ 32 h 102"/>
              <ns1:gd name="T46" fmla="*/ 83 w 102"/>
              <ns1:gd name="T47" fmla="*/ 38 h 102"/>
              <ns1:gd name="T48" fmla="*/ 100 w 102"/>
              <ns1:gd name="T49" fmla="*/ 28 h 102"/>
              <ns1:gd name="T50" fmla="*/ 102 w 102"/>
              <ns1:gd name="T51" fmla="*/ 30 h 102"/>
              <ns1:gd name="T52" fmla="*/ 101 w 102"/>
              <ns1:gd name="T53" fmla="*/ 37 h 102"/>
            </ns1:gdLst>
            <ns1:ahLst/>
            <ns1:cxnLst>
              <ns1:cxn ang="0">
                <ns1:pos x="T0" y="T1"/>
              </ns1:cxn>
              <ns1:cxn ang="0">
                <ns1:pos x="T2" y="T3"/>
              </ns1:cxn>
              <ns1:cxn ang="0">
                <ns1:pos x="T4" y="T5"/>
              </ns1:cxn>
              <ns1:cxn ang="0">
                <ns1:pos x="T6" y="T7"/>
              </ns1:cxn>
              <ns1:cxn ang="0">
                <ns1:pos x="T8" y="T9"/>
              </ns1:cxn>
              <ns1:cxn ang="0">
                <ns1:pos x="T10" y="T11"/>
              </ns1:cxn>
              <ns1:cxn ang="0">
                <ns1:pos x="T12" y="T13"/>
              </ns1:cxn>
              <ns1:cxn ang="0">
                <ns1:pos x="T14" y="T15"/>
              </ns1:cxn>
              <ns1:cxn ang="0">
                <ns1:pos x="T16" y="T17"/>
              </ns1:cxn>
              <ns1:cxn ang="0">
                <ns1:pos x="T18" y="T19"/>
              </ns1:cxn>
              <ns1:cxn ang="0">
                <ns1:pos x="T20" y="T21"/>
              </ns1:cxn>
              <ns1:cxn ang="0">
                <ns1:pos x="T22" y="T23"/>
              </ns1:cxn>
              <ns1:cxn ang="0">
                <ns1:pos x="T24" y="T25"/>
              </ns1:cxn>
              <ns1:cxn ang="0">
                <ns1:pos x="T26" y="T27"/>
              </ns1:cxn>
              <ns1:cxn ang="0">
                <ns1:pos x="T28" y="T29"/>
              </ns1:cxn>
              <ns1:cxn ang="0">
                <ns1:pos x="T30" y="T31"/>
              </ns1:cxn>
              <ns1:cxn ang="0">
                <ns1:pos x="T32" y="T33"/>
              </ns1:cxn>
              <ns1:cxn ang="0">
                <ns1:pos x="T34" y="T35"/>
              </ns1:cxn>
              <ns1:cxn ang="0">
                <ns1:pos x="T36" y="T37"/>
              </ns1:cxn>
              <ns1:cxn ang="0">
                <ns1:pos x="T38" y="T39"/>
              </ns1:cxn>
              <ns1:cxn ang="0">
                <ns1:pos x="T40" y="T41"/>
              </ns1:cxn>
              <ns1:cxn ang="0">
                <ns1:pos x="T42" y="T43"/>
              </ns1:cxn>
              <ns1:cxn ang="0">
                <ns1:pos x="T44" y="T45"/>
              </ns1:cxn>
              <ns1:cxn ang="0">
                <ns1:pos x="T46" y="T47"/>
              </ns1:cxn>
              <ns1:cxn ang="0">
                <ns1:pos x="T48" y="T49"/>
              </ns1:cxn>
              <ns1:cxn ang="0">
                <ns1:pos x="T50" y="T51"/>
              </ns1:cxn>
              <ns1:cxn ang="0">
                <ns1:pos x="T52" y="T53"/>
              </ns1:cxn>
            </ns1:cxnLst>
            <ns1:rect l="0" t="0" r="r" b="b"/>
            <ns1:pathLst>
              <ns1:path w="102" h="102">
                <ns1:moveTo>
                  <ns1:pt x="20" y="100"/>
                </ns1:moveTo>
                <ns1:cubicBezTo>
                  <ns1:pt x="19" y="101"/>
                  <ns1:pt x="17" y="102"/>
                  <ns1:pt x="15" y="102"/>
                </ns1:cubicBezTo>
                <ns1:cubicBezTo>
                  <ns1:pt x="12" y="102"/>
                  <ns1:pt x="10" y="101"/>
                  <ns1:pt x="9" y="100"/>
                </ns1:cubicBezTo>
                <ns1:cubicBezTo>
                  <ns1:pt x="2" y="93"/>
                  <ns1:pt x="2" y="93"/>
                  <ns1:pt x="2" y="93"/>
                </ns1:cubicBezTo>
                <ns1:cubicBezTo>
                  <ns1:pt x="1" y="92"/>
                  <ns1:pt x="0" y="90"/>
                  <ns1:pt x="0" y="88"/>
                </ns1:cubicBezTo>
                <ns1:cubicBezTo>
                  <ns1:pt x="0" y="85"/>
                  <ns1:pt x="1" y="83"/>
                  <ns1:pt x="2" y="82"/>
                </ns1:cubicBezTo>
                <ns1:cubicBezTo>
                  <ns1:pt x="45" y="39"/>
                  <ns1:pt x="45" y="39"/>
                  <ns1:pt x="45" y="39"/>
                </ns1:cubicBezTo>
                <ns1:cubicBezTo>
                  <ns1:pt x="48" y="48"/>
                  <ns1:pt x="55" y="54"/>
                  <ns1:pt x="63" y="57"/>
                </ns1:cubicBezTo>
                <ns1:lnTo>
                  <ns1:pt x="20" y="100"/>
                </ns1:lnTo>
                <ns1:close/>
                <ns1:moveTo>
                  <ns1:pt x="19" y="80"/>
                </ns1:moveTo>
                <ns1:cubicBezTo>
                  <ns1:pt x="16" y="80"/>
                  <ns1:pt x="15" y="81"/>
                  <ns1:pt x="15" y="84"/>
                </ns1:cubicBezTo>
                <ns1:cubicBezTo>
                  <ns1:pt x="15" y="86"/>
                  <ns1:pt x="16" y="88"/>
                  <ns1:pt x="19" y="88"/>
                </ns1:cubicBezTo>
                <ns1:cubicBezTo>
                  <ns1:pt x="21" y="88"/>
                  <ns1:pt x="23" y="86"/>
                  <ns1:pt x="23" y="84"/>
                </ns1:cubicBezTo>
                <ns1:cubicBezTo>
                  <ns1:pt x="23" y="81"/>
                  <ns1:pt x="21" y="80"/>
                  <ns1:pt x="19" y="80"/>
                </ns1:cubicBezTo>
                <ns1:close/>
                <ns1:moveTo>
                  <ns1:pt x="101" y="37"/>
                </ns1:moveTo>
                <ns1:cubicBezTo>
                  <ns1:pt x="97" y="48"/>
                  <ns1:pt x="86" y="56"/>
                  <ns1:pt x="75" y="56"/>
                </ns1:cubicBezTo>
                <ns1:cubicBezTo>
                  <ns1:pt x="59" y="56"/>
                  <ns1:pt x="47" y="43"/>
                  <ns1:pt x="47" y="28"/>
                </ns1:cubicBezTo>
                <ns1:cubicBezTo>
                  <ns1:pt x="47" y="12"/>
                  <ns1:pt x="59" y="0"/>
                  <ns1:pt x="75" y="0"/>
                </ns1:cubicBezTo>
                <ns1:cubicBezTo>
                  <ns1:pt x="79" y="0"/>
                  <ns1:pt x="85" y="1"/>
                  <ns1:pt x="89" y="4"/>
                </ns1:cubicBezTo>
                <ns1:cubicBezTo>
                  <ns1:pt x="89" y="4"/>
                  <ns1:pt x="90" y="5"/>
                  <ns1:pt x="90" y="5"/>
                </ns1:cubicBezTo>
                <ns1:cubicBezTo>
                  <ns1:pt x="90" y="6"/>
                  <ns1:pt x="89" y="7"/>
                  <ns1:pt x="89" y="7"/>
                </ns1:cubicBezTo>
                <ns1:cubicBezTo>
                  <ns1:pt x="71" y="18"/>
                  <ns1:pt x="71" y="18"/>
                  <ns1:pt x="71" y="18"/>
                </ns1:cubicBezTo>
                <ns1:cubicBezTo>
                  <ns1:pt x="71" y="32"/>
                  <ns1:pt x="71" y="32"/>
                  <ns1:pt x="71" y="32"/>
                </ns1:cubicBezTo>
                <ns1:cubicBezTo>
                  <ns1:pt x="83" y="38"/>
                  <ns1:pt x="83" y="38"/>
                  <ns1:pt x="83" y="38"/>
                </ns1:cubicBezTo>
                <ns1:cubicBezTo>
                  <ns1:pt x="85" y="37"/>
                  <ns1:pt x="99" y="28"/>
                  <ns1:pt x="100" y="28"/>
                </ns1:cubicBezTo>
                <ns1:cubicBezTo>
                  <ns1:pt x="102" y="28"/>
                  <ns1:pt x="102" y="29"/>
                  <ns1:pt x="102" y="30"/>
                </ns1:cubicBezTo>
                <ns1:cubicBezTo>
                  <ns1:pt x="102" y="32"/>
                  <ns1:pt x="102" y="35"/>
                  <ns1:pt x="101" y="37"/>
                </ns1:cubicBezTo>
                <ns1:close/>
              </ns1:path>
            </ns1:pathLst>
          </ns1:custGeom>
          <ns1:solidFill>
            <ns1:srgbClr val="010101"/>
          </ns1:solidFill>
          <ns1:ln>
            <ns1:noFill/>
          </ns1:ln>
          <ns1:extLst>
            <ns1:ext uri="{91240B29-F687-4F45-9708-019B960494DF}">
              <ns2:hiddenLine w="9525">
                <ns1:solidFill>
                  <ns1:srgbClr val="000000"/>
                </ns1:solidFill>
                <ns1:round/>
                <ns1:headEnd/>
                <ns1:tailEnd/>
              </ns2:hiddenLine>
            </ns1:ext>
          </ns1:extLst>
        </ns0:spPr>
        <ns0:txBody>
          <ns1:bodyPr vert="horz" wrap="square" lIns="91440" tIns="45720" rIns="91440" bIns="45720" numCol="1" anchor="t" anchorCtr="0" compatLnSpc="1">
            <ns1:prstTxWarp prst="textNoShape">
              <ns1:avLst/>
            </ns1:prstTxWarp>
          </ns1:bodyPr>
          <ns1:lstStyle/>
          <ns1:p>
            <ns1:endParaRPr lang="en-US" sz="2700"/>
          </ns1:p>
        </ns0:txBody>
      </ns0:sp>
      <ns0:sp>
        <ns0:nvSpPr>
          <ns0:cNvPr id="157" name="Freeform 155"/>
          <ns0:cNvSpPr>
            <ns1:spLocks noEditPoints="1"/>
          </ns0:cNvSpPr>
          <ns0:nvPr/>
        </ns0:nvSpPr>
        <ns0:spPr bwMode="auto">
          <ns1:xfrm>
            <ns1:off x="4910138" y="5114926"/>
            <ns1:ext cx="420688" cy="330200"/>
          </ns1:xfrm>
          <ns1:custGeom>
            <ns1:avLst/>
            <ns1:gdLst>
              <ns1:gd name="T0" fmla="*/ 112 w 112"/>
              <ns1:gd name="T1" fmla="*/ 20 h 88"/>
              <ns1:gd name="T2" fmla="*/ 108 w 112"/>
              <ns1:gd name="T3" fmla="*/ 24 h 88"/>
              <ns1:gd name="T4" fmla="*/ 4 w 112"/>
              <ns1:gd name="T5" fmla="*/ 24 h 88"/>
              <ns1:gd name="T6" fmla="*/ 0 w 112"/>
              <ns1:gd name="T7" fmla="*/ 20 h 88"/>
              <ns1:gd name="T8" fmla="*/ 0 w 112"/>
              <ns1:gd name="T9" fmla="*/ 4 h 88"/>
              <ns1:gd name="T10" fmla="*/ 4 w 112"/>
              <ns1:gd name="T11" fmla="*/ 0 h 88"/>
              <ns1:gd name="T12" fmla="*/ 108 w 112"/>
              <ns1:gd name="T13" fmla="*/ 0 h 88"/>
              <ns1:gd name="T14" fmla="*/ 112 w 112"/>
              <ns1:gd name="T15" fmla="*/ 4 h 88"/>
              <ns1:gd name="T16" fmla="*/ 112 w 112"/>
              <ns1:gd name="T17" fmla="*/ 20 h 88"/>
              <ns1:gd name="T18" fmla="*/ 112 w 112"/>
              <ns1:gd name="T19" fmla="*/ 52 h 88"/>
              <ns1:gd name="T20" fmla="*/ 108 w 112"/>
              <ns1:gd name="T21" fmla="*/ 56 h 88"/>
              <ns1:gd name="T22" fmla="*/ 4 w 112"/>
              <ns1:gd name="T23" fmla="*/ 56 h 88"/>
              <ns1:gd name="T24" fmla="*/ 0 w 112"/>
              <ns1:gd name="T25" fmla="*/ 52 h 88"/>
              <ns1:gd name="T26" fmla="*/ 0 w 112"/>
              <ns1:gd name="T27" fmla="*/ 36 h 88"/>
              <ns1:gd name="T28" fmla="*/ 4 w 112"/>
              <ns1:gd name="T29" fmla="*/ 32 h 88"/>
              <ns1:gd name="T30" fmla="*/ 108 w 112"/>
              <ns1:gd name="T31" fmla="*/ 32 h 88"/>
              <ns1:gd name="T32" fmla="*/ 112 w 112"/>
              <ns1:gd name="T33" fmla="*/ 36 h 88"/>
              <ns1:gd name="T34" fmla="*/ 112 w 112"/>
              <ns1:gd name="T35" fmla="*/ 52 h 88"/>
              <ns1:gd name="T36" fmla="*/ 112 w 112"/>
              <ns1:gd name="T37" fmla="*/ 84 h 88"/>
              <ns1:gd name="T38" fmla="*/ 108 w 112"/>
              <ns1:gd name="T39" fmla="*/ 88 h 88"/>
              <ns1:gd name="T40" fmla="*/ 4 w 112"/>
              <ns1:gd name="T41" fmla="*/ 88 h 88"/>
              <ns1:gd name="T42" fmla="*/ 0 w 112"/>
              <ns1:gd name="T43" fmla="*/ 84 h 88"/>
              <ns1:gd name="T44" fmla="*/ 0 w 112"/>
              <ns1:gd name="T45" fmla="*/ 68 h 88"/>
              <ns1:gd name="T46" fmla="*/ 4 w 112"/>
              <ns1:gd name="T47" fmla="*/ 64 h 88"/>
              <ns1:gd name="T48" fmla="*/ 108 w 112"/>
              <ns1:gd name="T49" fmla="*/ 64 h 88"/>
              <ns1:gd name="T50" fmla="*/ 112 w 112"/>
              <ns1:gd name="T51" fmla="*/ 68 h 88"/>
              <ns1:gd name="T52" fmla="*/ 112 w 112"/>
              <ns1:gd name="T53" fmla="*/ 84 h 88"/>
              <ns1:gd name="T54" fmla="*/ 104 w 112"/>
              <ns1:gd name="T55" fmla="*/ 48 h 88"/>
              <ns1:gd name="T56" fmla="*/ 104 w 112"/>
              <ns1:gd name="T57" fmla="*/ 40 h 88"/>
              <ns1:gd name="T58" fmla="*/ 40 w 112"/>
              <ns1:gd name="T59" fmla="*/ 40 h 88"/>
              <ns1:gd name="T60" fmla="*/ 40 w 112"/>
              <ns1:gd name="T61" fmla="*/ 48 h 88"/>
              <ns1:gd name="T62" fmla="*/ 104 w 112"/>
              <ns1:gd name="T63" fmla="*/ 48 h 88"/>
              <ns1:gd name="T64" fmla="*/ 104 w 112"/>
              <ns1:gd name="T65" fmla="*/ 80 h 88"/>
              <ns1:gd name="T66" fmla="*/ 104 w 112"/>
              <ns1:gd name="T67" fmla="*/ 72 h 88"/>
              <ns1:gd name="T68" fmla="*/ 64 w 112"/>
              <ns1:gd name="T69" fmla="*/ 72 h 88"/>
              <ns1:gd name="T70" fmla="*/ 64 w 112"/>
              <ns1:gd name="T71" fmla="*/ 80 h 88"/>
              <ns1:gd name="T72" fmla="*/ 104 w 112"/>
              <ns1:gd name="T73" fmla="*/ 80 h 88"/>
              <ns1:gd name="T74" fmla="*/ 104 w 112"/>
              <ns1:gd name="T75" fmla="*/ 16 h 88"/>
              <ns1:gd name="T76" fmla="*/ 104 w 112"/>
              <ns1:gd name="T77" fmla="*/ 8 h 88"/>
              <ns1:gd name="T78" fmla="*/ 80 w 112"/>
              <ns1:gd name="T79" fmla="*/ 8 h 88"/>
              <ns1:gd name="T80" fmla="*/ 80 w 112"/>
              <ns1:gd name="T81" fmla="*/ 16 h 88"/>
              <ns1:gd name="T82" fmla="*/ 104 w 112"/>
              <ns1:gd name="T83" fmla="*/ 16 h 88"/>
            </ns1:gdLst>
            <ns1:ahLst/>
            <ns1:cxnLst>
              <ns1:cxn ang="0">
                <ns1:pos x="T0" y="T1"/>
              </ns1:cxn>
              <ns1:cxn ang="0">
                <ns1:pos x="T2" y="T3"/>
              </ns1:cxn>
              <ns1:cxn ang="0">
                <ns1:pos x="T4" y="T5"/>
              </ns1:cxn>
              <ns1:cxn ang="0">
                <ns1:pos x="T6" y="T7"/>
              </ns1:cxn>
              <ns1:cxn ang="0">
                <ns1:pos x="T8" y="T9"/>
              </ns1:cxn>
              <ns1:cxn ang="0">
                <ns1:pos x="T10" y="T11"/>
              </ns1:cxn>
              <ns1:cxn ang="0">
                <ns1:pos x="T12" y="T13"/>
              </ns1:cxn>
              <ns1:cxn ang="0">
                <ns1:pos x="T14" y="T15"/>
              </ns1:cxn>
              <ns1:cxn ang="0">
                <ns1:pos x="T16" y="T17"/>
              </ns1:cxn>
              <ns1:cxn ang="0">
                <ns1:pos x="T18" y="T19"/>
              </ns1:cxn>
              <ns1:cxn ang="0">
                <ns1:pos x="T20" y="T21"/>
              </ns1:cxn>
              <ns1:cxn ang="0">
                <ns1:pos x="T22" y="T23"/>
              </ns1:cxn>
              <ns1:cxn ang="0">
                <ns1:pos x="T24" y="T25"/>
              </ns1:cxn>
              <ns1:cxn ang="0">
                <ns1:pos x="T26" y="T27"/>
              </ns1:cxn>
              <ns1:cxn ang="0">
                <ns1:pos x="T28" y="T29"/>
              </ns1:cxn>
              <ns1:cxn ang="0">
                <ns1:pos x="T30" y="T31"/>
              </ns1:cxn>
              <ns1:cxn ang="0">
                <ns1:pos x="T32" y="T33"/>
              </ns1:cxn>
              <ns1:cxn ang="0">
                <ns1:pos x="T34" y="T35"/>
              </ns1:cxn>
              <ns1:cxn ang="0">
                <ns1:pos x="T36" y="T37"/>
              </ns1:cxn>
              <ns1:cxn ang="0">
                <ns1:pos x="T38" y="T39"/>
              </ns1:cxn>
              <ns1:cxn ang="0">
                <ns1:pos x="T40" y="T41"/>
              </ns1:cxn>
              <ns1:cxn ang="0">
                <ns1:pos x="T42" y="T43"/>
              </ns1:cxn>
              <ns1:cxn ang="0">
                <ns1:pos x="T44" y="T45"/>
              </ns1:cxn>
              <ns1:cxn ang="0">
                <ns1:pos x="T46" y="T47"/>
              </ns1:cxn>
              <ns1:cxn ang="0">
                <ns1:pos x="T48" y="T49"/>
              </ns1:cxn>
              <ns1:cxn ang="0">
                <ns1:pos x="T50" y="T51"/>
              </ns1:cxn>
              <ns1:cxn ang="0">
                <ns1:pos x="T52" y="T53"/>
              </ns1:cxn>
              <ns1:cxn ang="0">
                <ns1:pos x="T54" y="T55"/>
              </ns1:cxn>
              <ns1:cxn ang="0">
                <ns1:pos x="T56" y="T57"/>
              </ns1:cxn>
              <ns1:cxn ang="0">
                <ns1:pos x="T58" y="T59"/>
              </ns1:cxn>
              <ns1:cxn ang="0">
                <ns1:pos x="T60" y="T61"/>
              </ns1:cxn>
              <ns1:cxn ang="0">
                <ns1:pos x="T62" y="T63"/>
              </ns1:cxn>
              <ns1:cxn ang="0">
                <ns1:pos x="T64" y="T65"/>
              </ns1:cxn>
              <ns1:cxn ang="0">
                <ns1:pos x="T66" y="T67"/>
              </ns1:cxn>
              <ns1:cxn ang="0">
                <ns1:pos x="T68" y="T69"/>
              </ns1:cxn>
              <ns1:cxn ang="0">
                <ns1:pos x="T70" y="T71"/>
              </ns1:cxn>
              <ns1:cxn ang="0">
                <ns1:pos x="T72" y="T73"/>
              </ns1:cxn>
              <ns1:cxn ang="0">
                <ns1:pos x="T74" y="T75"/>
              </ns1:cxn>
              <ns1:cxn ang="0">
                <ns1:pos x="T76" y="T77"/>
              </ns1:cxn>
              <ns1:cxn ang="0">
                <ns1:pos x="T78" y="T79"/>
              </ns1:cxn>
              <ns1:cxn ang="0">
                <ns1:pos x="T80" y="T81"/>
              </ns1:cxn>
              <ns1:cxn ang="0">
                <ns1:pos x="T82" y="T83"/>
              </ns1:cxn>
            </ns1:cxnLst>
            <ns1:rect l="0" t="0" r="r" b="b"/>
            <ns1:pathLst>
              <ns1:path w="112" h="88">
                <ns1:moveTo>
                  <ns1:pt x="112" y="20"/>
                </ns1:moveTo>
                <ns1:cubicBezTo>
                  <ns1:pt x="112" y="22"/>
                  <ns1:pt x="110" y="24"/>
                  <ns1:pt x="108" y="24"/>
                </ns1:cubicBezTo>
                <ns1:cubicBezTo>
                  <ns1:pt x="4" y="24"/>
                  <ns1:pt x="4" y="24"/>
                  <ns1:pt x="4" y="24"/>
                </ns1:cubicBezTo>
                <ns1:cubicBezTo>
                  <ns1:pt x="2" y="24"/>
                  <ns1:pt x="0" y="22"/>
                  <ns1:pt x="0" y="20"/>
                </ns1:cubicBezTo>
                <ns1:cubicBezTo>
                  <ns1:pt x="0" y="4"/>
                  <ns1:pt x="0" y="4"/>
                  <ns1:pt x="0" y="4"/>
                </ns1:cubicBezTo>
                <ns1:cubicBezTo>
                  <ns1:pt x="0" y="1"/>
                  <ns1:pt x="2" y="0"/>
                  <ns1:pt x="4" y="0"/>
                </ns1:cubicBezTo>
                <ns1:cubicBezTo>
                  <ns1:pt x="108" y="0"/>
                  <ns1:pt x="108" y="0"/>
                  <ns1:pt x="108" y="0"/>
                </ns1:cubicBezTo>
                <ns1:cubicBezTo>
                  <ns1:pt x="110" y="0"/>
                  <ns1:pt x="112" y="1"/>
                  <ns1:pt x="112" y="4"/>
                </ns1:cubicBezTo>
                <ns1:lnTo>
                  <ns1:pt x="112" y="20"/>
                </ns1:lnTo>
                <ns1:close/>
                <ns1:moveTo>
                  <ns1:pt x="112" y="52"/>
                </ns1:moveTo>
                <ns1:cubicBezTo>
                  <ns1:pt x="112" y="54"/>
                  <ns1:pt x="110" y="56"/>
                  <ns1:pt x="108" y="56"/>
                </ns1:cubicBezTo>
                <ns1:cubicBezTo>
                  <ns1:pt x="4" y="56"/>
                  <ns1:pt x="4" y="56"/>
                  <ns1:pt x="4" y="56"/>
                </ns1:cubicBezTo>
                <ns1:cubicBezTo>
                  <ns1:pt x="2" y="56"/>
                  <ns1:pt x="0" y="54"/>
                  <ns1:pt x="0" y="52"/>
                </ns1:cubicBezTo>
                <ns1:cubicBezTo>
                  <ns1:pt x="0" y="36"/>
                  <ns1:pt x="0" y="36"/>
                  <ns1:pt x="0" y="36"/>
                </ns1:cubicBezTo>
                <ns1:cubicBezTo>
                  <ns1:pt x="0" y="33"/>
                  <ns1:pt x="2" y="32"/>
                  <ns1:pt x="4" y="32"/>
                </ns1:cubicBezTo>
                <ns1:cubicBezTo>
                  <ns1:pt x="108" y="32"/>
                  <ns1:pt x="108" y="32"/>
                  <ns1:pt x="108" y="32"/>
                </ns1:cubicBezTo>
                <ns1:cubicBezTo>
                  <ns1:pt x="110" y="32"/>
                  <ns1:pt x="112" y="33"/>
                  <ns1:pt x="112" y="36"/>
                </ns1:cubicBezTo>
                <ns1:lnTo>
                  <ns1:pt x="112" y="52"/>
                </ns1:lnTo>
                <ns1:close/>
                <ns1:moveTo>
                  <ns1:pt x="112" y="84"/>
                </ns1:moveTo>
                <ns1:cubicBezTo>
                  <ns1:pt x="112" y="86"/>
                  <ns1:pt x="110" y="88"/>
                  <ns1:pt x="108" y="88"/>
                </ns1:cubicBezTo>
                <ns1:cubicBezTo>
                  <ns1:pt x="4" y="88"/>
                  <ns1:pt x="4" y="88"/>
                  <ns1:pt x="4" y="88"/>
                </ns1:cubicBezTo>
                <ns1:cubicBezTo>
                  <ns1:pt x="2" y="88"/>
                  <ns1:pt x="0" y="86"/>
                  <ns1:pt x="0" y="84"/>
                </ns1:cubicBezTo>
                <ns1:cubicBezTo>
                  <ns1:pt x="0" y="68"/>
                  <ns1:pt x="0" y="68"/>
                  <ns1:pt x="0" y="68"/>
                </ns1:cubicBezTo>
                <ns1:cubicBezTo>
                  <ns1:pt x="0" y="65"/>
                  <ns1:pt x="2" y="64"/>
                  <ns1:pt x="4" y="64"/>
                </ns1:cubicBezTo>
                <ns1:cubicBezTo>
                  <ns1:pt x="108" y="64"/>
                  <ns1:pt x="108" y="64"/>
                  <ns1:pt x="108" y="64"/>
                </ns1:cubicBezTo>
                <ns1:cubicBezTo>
                  <ns1:pt x="110" y="64"/>
                  <ns1:pt x="112" y="65"/>
                  <ns1:pt x="112" y="68"/>
                </ns1:cubicBezTo>
                <ns1:lnTo>
                  <ns1:pt x="112" y="84"/>
                </ns1:lnTo>
                <ns1:close/>
                <ns1:moveTo>
                  <ns1:pt x="104" y="48"/>
                </ns1:moveTo>
                <ns1:cubicBezTo>
                  <ns1:pt x="104" y="40"/>
                  <ns1:pt x="104" y="40"/>
                  <ns1:pt x="104" y="40"/>
                </ns1:cubicBezTo>
                <ns1:cubicBezTo>
                  <ns1:pt x="40" y="40"/>
                  <ns1:pt x="40" y="40"/>
                  <ns1:pt x="40" y="40"/>
                </ns1:cubicBezTo>
                <ns1:cubicBezTo>
                  <ns1:pt x="40" y="48"/>
                  <ns1:pt x="40" y="48"/>
                  <ns1:pt x="40" y="48"/>
                </ns1:cubicBezTo>
                <ns1:lnTo>
                  <ns1:pt x="104" y="48"/>
                </ns1:lnTo>
                <ns1:close/>
                <ns1:moveTo>
                  <ns1:pt x="104" y="80"/>
                </ns1:moveTo>
                <ns1:cubicBezTo>
                  <ns1:pt x="104" y="72"/>
                  <ns1:pt x="104" y="72"/>
                  <ns1:pt x="104" y="72"/>
                </ns1:cubicBezTo>
                <ns1:cubicBezTo>
                  <ns1:pt x="64" y="72"/>
                  <ns1:pt x="64" y="72"/>
                  <ns1:pt x="64" y="72"/>
                </ns1:cubicBezTo>
                <ns1:cubicBezTo>
                  <ns1:pt x="64" y="80"/>
                  <ns1:pt x="64" y="80"/>
                  <ns1:pt x="64" y="80"/>
                </ns1:cubicBezTo>
                <ns1:lnTo>
                  <ns1:pt x="104" y="80"/>
                </ns1:lnTo>
                <ns1:close/>
                <ns1:moveTo>
                  <ns1:pt x="104" y="16"/>
                </ns1:moveTo>
                <ns1:cubicBezTo>
                  <ns1:pt x="104" y="8"/>
                  <ns1:pt x="104" y="8"/>
                  <ns1:pt x="104" y="8"/>
                </ns1:cubicBezTo>
                <ns1:cubicBezTo>
                  <ns1:pt x="80" y="8"/>
                  <ns1:pt x="80" y="8"/>
                  <ns1:pt x="80" y="8"/>
                </ns1:cubicBezTo>
                <ns1:cubicBezTo>
                  <ns1:pt x="80" y="16"/>
                  <ns1:pt x="80" y="16"/>
                  <ns1:pt x="80" y="16"/>
                </ns1:cubicBezTo>
                <ns1:lnTo>
                  <ns1:pt x="104" y="16"/>
                </ns1:lnTo>
                <ns1:close/>
              </ns1:path>
            </ns1:pathLst>
          </ns1:custGeom>
          <ns1:solidFill>
            <ns1:srgbClr val="010101"/>
          </ns1:solidFill>
          <ns1:ln>
            <ns1:noFill/>
          </ns1:ln>
          <ns1:extLst>
            <ns1:ext uri="{91240B29-F687-4F45-9708-019B960494DF}">
              <ns2:hiddenLine w="9525">
                <ns1:solidFill>
                  <ns1:srgbClr val="000000"/>
                </ns1:solidFill>
                <ns1:round/>
                <ns1:headEnd/>
                <ns1:tailEnd/>
              </ns2:hiddenLine>
            </ns1:ext>
          </ns1:extLst>
        </ns0:spPr>
        <ns0:txBody>
          <ns1:bodyPr vert="horz" wrap="square" lIns="91440" tIns="45720" rIns="91440" bIns="45720" numCol="1" anchor="t" anchorCtr="0" compatLnSpc="1">
            <ns1:prstTxWarp prst="textNoShape">
              <ns1:avLst/>
            </ns1:prstTxWarp>
          </ns1:bodyPr>
          <ns1:lstStyle/>
          <ns1:p>
            <ns1:endParaRPr lang="en-US" sz="2700"/>
          </ns1:p>
        </ns0:txBody>
      </ns0:sp>
      <ns0:sp>
        <ns0:nvSpPr>
          <ns0:cNvPr id="158" name="Freeform 156"/>
          <ns0:cNvSpPr>
            <ns1:spLocks/>
          </ns0:cNvSpPr>
          <ns0:nvPr/>
        </ns0:nvSpPr>
        <ns0:spPr bwMode="auto">
          <ns1:xfrm>
            <ns1:off x="5600701" y="5145088"/>
            <ns1:ext cx="330200" cy="330200"/>
          </ns1:xfrm>
          <ns1:custGeom>
            <ns1:avLst/>
            <ns1:gdLst>
              <ns1:gd name="T0" fmla="*/ 87 w 88"/>
              <ns1:gd name="T1" fmla="*/ 6 h 88"/>
              <ns1:gd name="T2" fmla="*/ 56 w 88"/>
              <ns1:gd name="T3" fmla="*/ 37 h 88"/>
              <ns1:gd name="T4" fmla="*/ 56 w 88"/>
              <ns1:gd name="T5" fmla="*/ 84 h 88"/>
              <ns1:gd name="T6" fmla="*/ 54 w 88"/>
              <ns1:gd name="T7" fmla="*/ 87 h 88"/>
              <ns1:gd name="T8" fmla="*/ 52 w 88"/>
              <ns1:gd name="T9" fmla="*/ 88 h 88"/>
              <ns1:gd name="T10" fmla="*/ 49 w 88"/>
              <ns1:gd name="T11" fmla="*/ 86 h 88"/>
              <ns1:gd name="T12" fmla="*/ 33 w 88"/>
              <ns1:gd name="T13" fmla="*/ 70 h 88"/>
              <ns1:gd name="T14" fmla="*/ 32 w 88"/>
              <ns1:gd name="T15" fmla="*/ 68 h 88"/>
              <ns1:gd name="T16" fmla="*/ 32 w 88"/>
              <ns1:gd name="T17" fmla="*/ 37 h 88"/>
              <ns1:gd name="T18" fmla="*/ 1 w 88"/>
              <ns1:gd name="T19" fmla="*/ 6 h 88"/>
              <ns1:gd name="T20" fmla="*/ 1 w 88"/>
              <ns1:gd name="T21" fmla="*/ 2 h 88"/>
              <ns1:gd name="T22" fmla="*/ 4 w 88"/>
              <ns1:gd name="T23" fmla="*/ 0 h 88"/>
              <ns1:gd name="T24" fmla="*/ 84 w 88"/>
              <ns1:gd name="T25" fmla="*/ 0 h 88"/>
              <ns1:gd name="T26" fmla="*/ 88 w 88"/>
              <ns1:gd name="T27" fmla="*/ 2 h 88"/>
              <ns1:gd name="T28" fmla="*/ 87 w 88"/>
              <ns1:gd name="T29" fmla="*/ 6 h 88"/>
            </ns1:gdLst>
            <ns1:ahLst/>
            <ns1:cxnLst>
              <ns1:cxn ang="0">
                <ns1:pos x="T0" y="T1"/>
              </ns1:cxn>
              <ns1:cxn ang="0">
                <ns1:pos x="T2" y="T3"/>
              </ns1:cxn>
              <ns1:cxn ang="0">
                <ns1:pos x="T4" y="T5"/>
              </ns1:cxn>
              <ns1:cxn ang="0">
                <ns1:pos x="T6" y="T7"/>
              </ns1:cxn>
              <ns1:cxn ang="0">
                <ns1:pos x="T8" y="T9"/>
              </ns1:cxn>
              <ns1:cxn ang="0">
                <ns1:pos x="T10" y="T11"/>
              </ns1:cxn>
              <ns1:cxn ang="0">
                <ns1:pos x="T12" y="T13"/>
              </ns1:cxn>
              <ns1:cxn ang="0">
                <ns1:pos x="T14" y="T15"/>
              </ns1:cxn>
              <ns1:cxn ang="0">
                <ns1:pos x="T16" y="T17"/>
              </ns1:cxn>
              <ns1:cxn ang="0">
                <ns1:pos x="T18" y="T19"/>
              </ns1:cxn>
              <ns1:cxn ang="0">
                <ns1:pos x="T20" y="T21"/>
              </ns1:cxn>
              <ns1:cxn ang="0">
                <ns1:pos x="T22" y="T23"/>
              </ns1:cxn>
              <ns1:cxn ang="0">
                <ns1:pos x="T24" y="T25"/>
              </ns1:cxn>
              <ns1:cxn ang="0">
                <ns1:pos x="T26" y="T27"/>
              </ns1:cxn>
              <ns1:cxn ang="0">
                <ns1:pos x="T28" y="T29"/>
              </ns1:cxn>
            </ns1:cxnLst>
            <ns1:rect l="0" t="0" r="r" b="b"/>
            <ns1:pathLst>
              <ns1:path w="88" h="88">
                <ns1:moveTo>
                  <ns1:pt x="87" y="6"/>
                </ns1:moveTo>
                <ns1:cubicBezTo>
                  <ns1:pt x="56" y="37"/>
                  <ns1:pt x="56" y="37"/>
                  <ns1:pt x="56" y="37"/>
                </ns1:cubicBezTo>
                <ns1:cubicBezTo>
                  <ns1:pt x="56" y="84"/>
                  <ns1:pt x="56" y="84"/>
                  <ns1:pt x="56" y="84"/>
                </ns1:cubicBezTo>
                <ns1:cubicBezTo>
                  <ns1:pt x="56" y="85"/>
                  <ns1:pt x="55" y="87"/>
                  <ns1:pt x="54" y="87"/>
                </ns1:cubicBezTo>
                <ns1:cubicBezTo>
                  <ns1:pt x="53" y="87"/>
                  <ns1:pt x="53" y="88"/>
                  <ns1:pt x="52" y="88"/>
                </ns1:cubicBezTo>
                <ns1:cubicBezTo>
                  <ns1:pt x="51" y="88"/>
                  <ns1:pt x="50" y="87"/>
                  <ns1:pt x="49" y="86"/>
                </ns1:cubicBezTo>
                <ns1:cubicBezTo>
                  <ns1:pt x="33" y="70"/>
                  <ns1:pt x="33" y="70"/>
                  <ns1:pt x="33" y="70"/>
                </ns1:cubicBezTo>
                <ns1:cubicBezTo>
                  <ns1:pt x="33" y="70"/>
                  <ns1:pt x="32" y="69"/>
                  <ns1:pt x="32" y="68"/>
                </ns1:cubicBezTo>
                <ns1:cubicBezTo>
                  <ns1:pt x="32" y="37"/>
                  <ns1:pt x="32" y="37"/>
                  <ns1:pt x="32" y="37"/>
                </ns1:cubicBezTo>
                <ns1:cubicBezTo>
                  <ns1:pt x="1" y="6"/>
                  <ns1:pt x="1" y="6"/>
                  <ns1:pt x="1" y="6"/>
                </ns1:cubicBezTo>
                <ns1:cubicBezTo>
                  <ns1:pt x="0" y="5"/>
                  <ns1:pt x="0" y="4"/>
                  <ns1:pt x="1" y="2"/>
                </ns1:cubicBezTo>
                <ns1:cubicBezTo>
                  <ns1:pt x="1" y="1"/>
                  <ns1:pt x="3" y="0"/>
                  <ns1:pt x="4" y="0"/>
                </ns1:cubicBezTo>
                <ns1:cubicBezTo>
                  <ns1:pt x="84" y="0"/>
                  <ns1:pt x="84" y="0"/>
                  <ns1:pt x="84" y="0"/>
                </ns1:cubicBezTo>
                <ns1:cubicBezTo>
                  <ns1:pt x="86" y="0"/>
                  <ns1:pt x="87" y="1"/>
                  <ns1:pt x="88" y="2"/>
                </ns1:cubicBezTo>
                <ns1:cubicBezTo>
                  <ns1:pt x="88" y="4"/>
                  <ns1:pt x="88" y="5"/>
                  <ns1:pt x="87" y="6"/>
                </ns1:cubicBezTo>
                <ns1:close/>
              </ns1:path>
            </ns1:pathLst>
          </ns1:custGeom>
          <ns1:solidFill>
            <ns1:srgbClr val="010101"/>
          </ns1:solidFill>
          <ns1:ln>
            <ns1:noFill/>
          </ns1:ln>
          <ns1:extLst>
            <ns1:ext uri="{91240B29-F687-4F45-9708-019B960494DF}">
              <ns2:hiddenLine w="9525">
                <ns1:solidFill>
                  <ns1:srgbClr val="000000"/>
                </ns1:solidFill>
                <ns1:round/>
                <ns1:headEnd/>
                <ns1:tailEnd/>
              </ns2:hiddenLine>
            </ns1:ext>
          </ns1:extLst>
        </ns0:spPr>
        <ns0:txBody>
          <ns1:bodyPr vert="horz" wrap="square" lIns="91440" tIns="45720" rIns="91440" bIns="45720" numCol="1" anchor="t" anchorCtr="0" compatLnSpc="1">
            <ns1:prstTxWarp prst="textNoShape">
              <ns1:avLst/>
            </ns1:prstTxWarp>
          </ns1:bodyPr>
          <ns1:lstStyle/>
          <ns1:p>
            <ns1:endParaRPr lang="en-US" sz="2700"/>
          </ns1:p>
        </ns0:txBody>
      </ns0:sp>
      <ns0:sp>
        <ns0:nvSpPr>
          <ns0:cNvPr id="159" name="Freeform 157"/>
          <ns0:cNvSpPr>
            <ns1:spLocks noEditPoints="1"/>
          </ns0:cNvSpPr>
          <ns0:nvPr/>
        </ns0:nvSpPr>
        <ns0:spPr bwMode="auto">
          <ns1:xfrm>
            <ns1:off x="6200776" y="5084764"/>
            <ns1:ext cx="420688" cy="360363"/>
          </ns1:xfrm>
          <ns1:custGeom>
            <ns1:avLst/>
            <ns1:gdLst>
              <ns1:gd name="T0" fmla="*/ 112 w 112"/>
              <ns1:gd name="T1" fmla="*/ 50 h 96"/>
              <ns1:gd name="T2" fmla="*/ 0 w 112"/>
              <ns1:gd name="T3" fmla="*/ 50 h 96"/>
              <ns1:gd name="T4" fmla="*/ 0 w 112"/>
              <ns1:gd name="T5" fmla="*/ 26 h 96"/>
              <ns1:gd name="T6" fmla="*/ 10 w 112"/>
              <ns1:gd name="T7" fmla="*/ 16 h 96"/>
              <ns1:gd name="T8" fmla="*/ 32 w 112"/>
              <ns1:gd name="T9" fmla="*/ 16 h 96"/>
              <ns1:gd name="T10" fmla="*/ 32 w 112"/>
              <ns1:gd name="T11" fmla="*/ 6 h 96"/>
              <ns1:gd name="T12" fmla="*/ 38 w 112"/>
              <ns1:gd name="T13" fmla="*/ 0 h 96"/>
              <ns1:gd name="T14" fmla="*/ 74 w 112"/>
              <ns1:gd name="T15" fmla="*/ 0 h 96"/>
              <ns1:gd name="T16" fmla="*/ 80 w 112"/>
              <ns1:gd name="T17" fmla="*/ 6 h 96"/>
              <ns1:gd name="T18" fmla="*/ 80 w 112"/>
              <ns1:gd name="T19" fmla="*/ 16 h 96"/>
              <ns1:gd name="T20" fmla="*/ 102 w 112"/>
              <ns1:gd name="T21" fmla="*/ 16 h 96"/>
              <ns1:gd name="T22" fmla="*/ 112 w 112"/>
              <ns1:gd name="T23" fmla="*/ 26 h 96"/>
              <ns1:gd name="T24" fmla="*/ 112 w 112"/>
              <ns1:gd name="T25" fmla="*/ 50 h 96"/>
              <ns1:gd name="T26" fmla="*/ 112 w 112"/>
              <ns1:gd name="T27" fmla="*/ 86 h 96"/>
              <ns1:gd name="T28" fmla="*/ 102 w 112"/>
              <ns1:gd name="T29" fmla="*/ 96 h 96"/>
              <ns1:gd name="T30" fmla="*/ 10 w 112"/>
              <ns1:gd name="T31" fmla="*/ 96 h 96"/>
              <ns1:gd name="T32" fmla="*/ 0 w 112"/>
              <ns1:gd name="T33" fmla="*/ 86 h 96"/>
              <ns1:gd name="T34" fmla="*/ 0 w 112"/>
              <ns1:gd name="T35" fmla="*/ 56 h 96"/>
              <ns1:gd name="T36" fmla="*/ 42 w 112"/>
              <ns1:gd name="T37" fmla="*/ 56 h 96"/>
              <ns1:gd name="T38" fmla="*/ 42 w 112"/>
              <ns1:gd name="T39" fmla="*/ 66 h 96"/>
              <ns1:gd name="T40" fmla="*/ 46 w 112"/>
              <ns1:gd name="T41" fmla="*/ 70 h 96"/>
              <ns1:gd name="T42" fmla="*/ 66 w 112"/>
              <ns1:gd name="T43" fmla="*/ 70 h 96"/>
              <ns1:gd name="T44" fmla="*/ 70 w 112"/>
              <ns1:gd name="T45" fmla="*/ 66 h 96"/>
              <ns1:gd name="T46" fmla="*/ 70 w 112"/>
              <ns1:gd name="T47" fmla="*/ 56 h 96"/>
              <ns1:gd name="T48" fmla="*/ 112 w 112"/>
              <ns1:gd name="T49" fmla="*/ 56 h 96"/>
              <ns1:gd name="T50" fmla="*/ 112 w 112"/>
              <ns1:gd name="T51" fmla="*/ 86 h 96"/>
              <ns1:gd name="T52" fmla="*/ 72 w 112"/>
              <ns1:gd name="T53" fmla="*/ 16 h 96"/>
              <ns1:gd name="T54" fmla="*/ 72 w 112"/>
              <ns1:gd name="T55" fmla="*/ 8 h 96"/>
              <ns1:gd name="T56" fmla="*/ 40 w 112"/>
              <ns1:gd name="T57" fmla="*/ 8 h 96"/>
              <ns1:gd name="T58" fmla="*/ 40 w 112"/>
              <ns1:gd name="T59" fmla="*/ 16 h 96"/>
              <ns1:gd name="T60" fmla="*/ 72 w 112"/>
              <ns1:gd name="T61" fmla="*/ 16 h 96"/>
              <ns1:gd name="T62" fmla="*/ 64 w 112"/>
              <ns1:gd name="T63" fmla="*/ 64 h 96"/>
              <ns1:gd name="T64" fmla="*/ 48 w 112"/>
              <ns1:gd name="T65" fmla="*/ 64 h 96"/>
              <ns1:gd name="T66" fmla="*/ 48 w 112"/>
              <ns1:gd name="T67" fmla="*/ 56 h 96"/>
              <ns1:gd name="T68" fmla="*/ 64 w 112"/>
              <ns1:gd name="T69" fmla="*/ 56 h 96"/>
              <ns1:gd name="T70" fmla="*/ 64 w 112"/>
              <ns1:gd name="T71" fmla="*/ 64 h 96"/>
            </ns1:gdLst>
            <ns1:ahLst/>
            <ns1:cxnLst>
              <ns1:cxn ang="0">
                <ns1:pos x="T0" y="T1"/>
              </ns1:cxn>
              <ns1:cxn ang="0">
                <ns1:pos x="T2" y="T3"/>
              </ns1:cxn>
              <ns1:cxn ang="0">
                <ns1:pos x="T4" y="T5"/>
              </ns1:cxn>
              <ns1:cxn ang="0">
                <ns1:pos x="T6" y="T7"/>
              </ns1:cxn>
              <ns1:cxn ang="0">
                <ns1:pos x="T8" y="T9"/>
              </ns1:cxn>
              <ns1:cxn ang="0">
                <ns1:pos x="T10" y="T11"/>
              </ns1:cxn>
              <ns1:cxn ang="0">
                <ns1:pos x="T12" y="T13"/>
              </ns1:cxn>
              <ns1:cxn ang="0">
                <ns1:pos x="T14" y="T15"/>
              </ns1:cxn>
              <ns1:cxn ang="0">
                <ns1:pos x="T16" y="T17"/>
              </ns1:cxn>
              <ns1:cxn ang="0">
                <ns1:pos x="T18" y="T19"/>
              </ns1:cxn>
              <ns1:cxn ang="0">
                <ns1:pos x="T20" y="T21"/>
              </ns1:cxn>
              <ns1:cxn ang="0">
                <ns1:pos x="T22" y="T23"/>
              </ns1:cxn>
              <ns1:cxn ang="0">
                <ns1:pos x="T24" y="T25"/>
              </ns1:cxn>
              <ns1:cxn ang="0">
                <ns1:pos x="T26" y="T27"/>
              </ns1:cxn>
              <ns1:cxn ang="0">
                <ns1:pos x="T28" y="T29"/>
              </ns1:cxn>
              <ns1:cxn ang="0">
                <ns1:pos x="T30" y="T31"/>
              </ns1:cxn>
              <ns1:cxn ang="0">
                <ns1:pos x="T32" y="T33"/>
              </ns1:cxn>
              <ns1:cxn ang="0">
                <ns1:pos x="T34" y="T35"/>
              </ns1:cxn>
              <ns1:cxn ang="0">
                <ns1:pos x="T36" y="T37"/>
              </ns1:cxn>
              <ns1:cxn ang="0">
                <ns1:pos x="T38" y="T39"/>
              </ns1:cxn>
              <ns1:cxn ang="0">
                <ns1:pos x="T40" y="T41"/>
              </ns1:cxn>
              <ns1:cxn ang="0">
                <ns1:pos x="T42" y="T43"/>
              </ns1:cxn>
              <ns1:cxn ang="0">
                <ns1:pos x="T44" y="T45"/>
              </ns1:cxn>
              <ns1:cxn ang="0">
                <ns1:pos x="T46" y="T47"/>
              </ns1:cxn>
              <ns1:cxn ang="0">
                <ns1:pos x="T48" y="T49"/>
              </ns1:cxn>
              <ns1:cxn ang="0">
                <ns1:pos x="T50" y="T51"/>
              </ns1:cxn>
              <ns1:cxn ang="0">
                <ns1:pos x="T52" y="T53"/>
              </ns1:cxn>
              <ns1:cxn ang="0">
                <ns1:pos x="T54" y="T55"/>
              </ns1:cxn>
              <ns1:cxn ang="0">
                <ns1:pos x="T56" y="T57"/>
              </ns1:cxn>
              <ns1:cxn ang="0">
                <ns1:pos x="T58" y="T59"/>
              </ns1:cxn>
              <ns1:cxn ang="0">
                <ns1:pos x="T60" y="T61"/>
              </ns1:cxn>
              <ns1:cxn ang="0">
                <ns1:pos x="T62" y="T63"/>
              </ns1:cxn>
              <ns1:cxn ang="0">
                <ns1:pos x="T64" y="T65"/>
              </ns1:cxn>
              <ns1:cxn ang="0">
                <ns1:pos x="T66" y="T67"/>
              </ns1:cxn>
              <ns1:cxn ang="0">
                <ns1:pos x="T68" y="T69"/>
              </ns1:cxn>
              <ns1:cxn ang="0">
                <ns1:pos x="T70" y="T71"/>
              </ns1:cxn>
            </ns1:cxnLst>
            <ns1:rect l="0" t="0" r="r" b="b"/>
            <ns1:pathLst>
              <ns1:path w="112" h="96">
                <ns1:moveTo>
                  <ns1:pt x="112" y="50"/>
                </ns1:moveTo>
                <ns1:cubicBezTo>
                  <ns1:pt x="0" y="50"/>
                  <ns1:pt x="0" y="50"/>
                  <ns1:pt x="0" y="50"/>
                </ns1:cubicBezTo>
                <ns1:cubicBezTo>
                  <ns1:pt x="0" y="26"/>
                  <ns1:pt x="0" y="26"/>
                  <ns1:pt x="0" y="26"/>
                </ns1:cubicBezTo>
                <ns1:cubicBezTo>
                  <ns1:pt x="0" y="20"/>
                  <ns1:pt x="5" y="16"/>
                  <ns1:pt x="10" y="16"/>
                </ns1:cubicBezTo>
                <ns1:cubicBezTo>
                  <ns1:pt x="32" y="16"/>
                  <ns1:pt x="32" y="16"/>
                  <ns1:pt x="32" y="16"/>
                </ns1:cubicBezTo>
                <ns1:cubicBezTo>
                  <ns1:pt x="32" y="6"/>
                  <ns1:pt x="32" y="6"/>
                  <ns1:pt x="32" y="6"/>
                </ns1:cubicBezTo>
                <ns1:cubicBezTo>
                  <ns1:pt x="32" y="2"/>
                  <ns1:pt x="35" y="0"/>
                  <ns1:pt x="38" y="0"/>
                </ns1:cubicBezTo>
                <ns1:cubicBezTo>
                  <ns1:pt x="74" y="0"/>
                  <ns1:pt x="74" y="0"/>
                  <ns1:pt x="74" y="0"/>
                </ns1:cubicBezTo>
                <ns1:cubicBezTo>
                  <ns1:pt x="77" y="0"/>
                  <ns1:pt x="80" y="2"/>
                  <ns1:pt x="80" y="6"/>
                </ns1:cubicBezTo>
                <ns1:cubicBezTo>
                  <ns1:pt x="80" y="16"/>
                  <ns1:pt x="80" y="16"/>
                  <ns1:pt x="80" y="16"/>
                </ns1:cubicBezTo>
                <ns1:cubicBezTo>
                  <ns1:pt x="102" y="16"/>
                  <ns1:pt x="102" y="16"/>
                  <ns1:pt x="102" y="16"/>
                </ns1:cubicBezTo>
                <ns1:cubicBezTo>
                  <ns1:pt x="108" y="16"/>
                  <ns1:pt x="112" y="20"/>
                  <ns1:pt x="112" y="26"/>
                </ns1:cubicBezTo>
                <ns1:lnTo>
                  <ns1:pt x="112" y="50"/>
                </ns1:lnTo>
                <ns1:close/>
                <ns1:moveTo>
                  <ns1:pt x="112" y="86"/>
                </ns1:moveTo>
                <ns1:cubicBezTo>
                  <ns1:pt x="112" y="91"/>
                  <ns1:pt x="108" y="96"/>
                  <ns1:pt x="102" y="96"/>
                </ns1:cubicBezTo>
                <ns1:cubicBezTo>
                  <ns1:pt x="10" y="96"/>
                  <ns1:pt x="10" y="96"/>
                  <ns1:pt x="10" y="96"/>
                </ns1:cubicBezTo>
                <ns1:cubicBezTo>
                  <ns1:pt x="5" y="96"/>
                  <ns1:pt x="0" y="91"/>
                  <ns1:pt x="0" y="86"/>
                </ns1:cubicBezTo>
                <ns1:cubicBezTo>
                  <ns1:pt x="0" y="56"/>
                  <ns1:pt x="0" y="56"/>
                  <ns1:pt x="0" y="56"/>
                </ns1:cubicBezTo>
                <ns1:cubicBezTo>
                  <ns1:pt x="42" y="56"/>
                  <ns1:pt x="42" y="56"/>
                  <ns1:pt x="42" y="56"/>
                </ns1:cubicBezTo>
                <ns1:cubicBezTo>
                  <ns1:pt x="42" y="66"/>
                  <ns1:pt x="42" y="66"/>
                  <ns1:pt x="42" y="66"/>
                </ns1:cubicBezTo>
                <ns1:cubicBezTo>
                  <ns1:pt x="42" y="68"/>
                  <ns1:pt x="44" y="70"/>
                  <ns1:pt x="46" y="70"/>
                </ns1:cubicBezTo>
                <ns1:cubicBezTo>
                  <ns1:pt x="66" y="70"/>
                  <ns1:pt x="66" y="70"/>
                  <ns1:pt x="66" y="70"/>
                </ns1:cubicBezTo>
                <ns1:cubicBezTo>
                  <ns1:pt x="68" y="70"/>
                  <ns1:pt x="70" y="68"/>
                  <ns1:pt x="70" y="66"/>
                </ns1:cubicBezTo>
                <ns1:cubicBezTo>
                  <ns1:pt x="70" y="56"/>
                  <ns1:pt x="70" y="56"/>
                  <ns1:pt x="70" y="56"/>
                </ns1:cubicBezTo>
                <ns1:cubicBezTo>
                  <ns1:pt x="112" y="56"/>
                  <ns1:pt x="112" y="56"/>
                  <ns1:pt x="112" y="56"/>
                </ns1:cubicBezTo>
                <ns1:lnTo>
                  <ns1:pt x="112" y="86"/>
                </ns1:lnTo>
                <ns1:close/>
                <ns1:moveTo>
                  <ns1:pt x="72" y="16"/>
                </ns1:moveTo>
                <ns1:cubicBezTo>
                  <ns1:pt x="72" y="8"/>
                  <ns1:pt x="72" y="8"/>
                  <ns1:pt x="72" y="8"/>
                </ns1:cubicBezTo>
                <ns1:cubicBezTo>
                  <ns1:pt x="40" y="8"/>
                  <ns1:pt x="40" y="8"/>
                  <ns1:pt x="40" y="8"/>
                </ns1:cubicBezTo>
                <ns1:cubicBezTo>
                  <ns1:pt x="40" y="16"/>
                  <ns1:pt x="40" y="16"/>
                  <ns1:pt x="40" y="16"/>
                </ns1:cubicBezTo>
                <ns1:lnTo>
                  <ns1:pt x="72" y="16"/>
                </ns1:lnTo>
                <ns1:close/>
                <ns1:moveTo>
                  <ns1:pt x="64" y="64"/>
                </ns1:moveTo>
                <ns1:cubicBezTo>
                  <ns1:pt x="48" y="64"/>
                  <ns1:pt x="48" y="64"/>
                  <ns1:pt x="48" y="64"/>
                </ns1:cubicBezTo>
                <ns1:cubicBezTo>
                  <ns1:pt x="48" y="56"/>
                  <ns1:pt x="48" y="56"/>
                  <ns1:pt x="48" y="56"/>
                </ns1:cubicBezTo>
                <ns1:cubicBezTo>
                  <ns1:pt x="64" y="56"/>
                  <ns1:pt x="64" y="56"/>
                  <ns1:pt x="64" y="56"/>
                </ns1:cubicBezTo>
                <ns1:lnTo>
                  <ns1:pt x="64" y="64"/>
                </ns1:lnTo>
                <ns1:close/>
              </ns1:path>
            </ns1:pathLst>
          </ns1:custGeom>
          <ns1:solidFill>
            <ns1:srgbClr val="010101"/>
          </ns1:solidFill>
          <ns1:ln>
            <ns1:noFill/>
          </ns1:ln>
          <ns1:extLst>
            <ns1:ext uri="{91240B29-F687-4F45-9708-019B960494DF}">
              <ns2:hiddenLine w="9525">
                <ns1:solidFill>
                  <ns1:srgbClr val="000000"/>
                </ns1:solidFill>
                <ns1:round/>
                <ns1:headEnd/>
                <ns1:tailEnd/>
              </ns2:hiddenLine>
            </ns1:ext>
          </ns1:extLst>
        </ns0:spPr>
        <ns0:txBody>
          <ns1:bodyPr vert="horz" wrap="square" lIns="91440" tIns="45720" rIns="91440" bIns="45720" numCol="1" anchor="t" anchorCtr="0" compatLnSpc="1">
            <ns1:prstTxWarp prst="textNoShape">
              <ns1:avLst/>
            </ns1:prstTxWarp>
          </ns1:bodyPr>
          <ns1:lstStyle/>
          <ns1:p>
            <ns1:endParaRPr lang="en-US" sz="2700"/>
          </ns1:p>
        </ns0:txBody>
      </ns0:sp>
      <ns0:sp>
        <ns0:nvSpPr>
          <ns0:cNvPr id="160" name="Freeform 158"/>
          <ns0:cNvSpPr>
            <ns1:spLocks/>
          </ns0:cNvSpPr>
          <ns0:nvPr/>
        </ns0:nvSpPr>
        <ns0:spPr bwMode="auto">
          <ns1:xfrm>
            <ns1:off x="6877052" y="5114927"/>
            <ns1:ext cx="360363" cy="360363"/>
          </ns1:xfrm>
          <ns1:custGeom>
            <ns1:avLst/>
            <ns1:gdLst>
              <ns1:gd name="T0" fmla="*/ 58 w 96"/>
              <ns1:gd name="T1" fmla="*/ 48 h 96"/>
              <ns1:gd name="T2" fmla="*/ 80 w 96"/>
              <ns1:gd name="T3" fmla="*/ 70 h 96"/>
              <ns1:gd name="T4" fmla="*/ 89 w 96"/>
              <ns1:gd name="T5" fmla="*/ 61 h 96"/>
              <ns1:gd name="T6" fmla="*/ 94 w 96"/>
              <ns1:gd name="T7" fmla="*/ 60 h 96"/>
              <ns1:gd name="T8" fmla="*/ 96 w 96"/>
              <ns1:gd name="T9" fmla="*/ 64 h 96"/>
              <ns1:gd name="T10" fmla="*/ 96 w 96"/>
              <ns1:gd name="T11" fmla="*/ 92 h 96"/>
              <ns1:gd name="T12" fmla="*/ 92 w 96"/>
              <ns1:gd name="T13" fmla="*/ 96 h 96"/>
              <ns1:gd name="T14" fmla="*/ 64 w 96"/>
              <ns1:gd name="T15" fmla="*/ 96 h 96"/>
              <ns1:gd name="T16" fmla="*/ 61 w 96"/>
              <ns1:gd name="T17" fmla="*/ 93 h 96"/>
              <ns1:gd name="T18" fmla="*/ 61 w 96"/>
              <ns1:gd name="T19" fmla="*/ 89 h 96"/>
              <ns1:gd name="T20" fmla="*/ 70 w 96"/>
              <ns1:gd name="T21" fmla="*/ 80 h 96"/>
              <ns1:gd name="T22" fmla="*/ 48 w 96"/>
              <ns1:gd name="T23" fmla="*/ 58 h 96"/>
              <ns1:gd name="T24" fmla="*/ 26 w 96"/>
              <ns1:gd name="T25" fmla="*/ 80 h 96"/>
              <ns1:gd name="T26" fmla="*/ 35 w 96"/>
              <ns1:gd name="T27" fmla="*/ 89 h 96"/>
              <ns1:gd name="T28" fmla="*/ 36 w 96"/>
              <ns1:gd name="T29" fmla="*/ 93 h 96"/>
              <ns1:gd name="T30" fmla="*/ 32 w 96"/>
              <ns1:gd name="T31" fmla="*/ 96 h 96"/>
              <ns1:gd name="T32" fmla="*/ 4 w 96"/>
              <ns1:gd name="T33" fmla="*/ 96 h 96"/>
              <ns1:gd name="T34" fmla="*/ 0 w 96"/>
              <ns1:gd name="T35" fmla="*/ 92 h 96"/>
              <ns1:gd name="T36" fmla="*/ 0 w 96"/>
              <ns1:gd name="T37" fmla="*/ 64 h 96"/>
              <ns1:gd name="T38" fmla="*/ 3 w 96"/>
              <ns1:gd name="T39" fmla="*/ 60 h 96"/>
              <ns1:gd name="T40" fmla="*/ 7 w 96"/>
              <ns1:gd name="T41" fmla="*/ 61 h 96"/>
              <ns1:gd name="T42" fmla="*/ 16 w 96"/>
              <ns1:gd name="T43" fmla="*/ 70 h 96"/>
              <ns1:gd name="T44" fmla="*/ 38 w 96"/>
              <ns1:gd name="T45" fmla="*/ 48 h 96"/>
              <ns1:gd name="T46" fmla="*/ 16 w 96"/>
              <ns1:gd name="T47" fmla="*/ 25 h 96"/>
              <ns1:gd name="T48" fmla="*/ 7 w 96"/>
              <ns1:gd name="T49" fmla="*/ 34 h 96"/>
              <ns1:gd name="T50" fmla="*/ 4 w 96"/>
              <ns1:gd name="T51" fmla="*/ 36 h 96"/>
              <ns1:gd name="T52" fmla="*/ 3 w 96"/>
              <ns1:gd name="T53" fmla="*/ 35 h 96"/>
              <ns1:gd name="T54" fmla="*/ 0 w 96"/>
              <ns1:gd name="T55" fmla="*/ 32 h 96"/>
              <ns1:gd name="T56" fmla="*/ 0 w 96"/>
              <ns1:gd name="T57" fmla="*/ 4 h 96"/>
              <ns1:gd name="T58" fmla="*/ 4 w 96"/>
              <ns1:gd name="T59" fmla="*/ 0 h 96"/>
              <ns1:gd name="T60" fmla="*/ 32 w 96"/>
              <ns1:gd name="T61" fmla="*/ 0 h 96"/>
              <ns1:gd name="T62" fmla="*/ 36 w 96"/>
              <ns1:gd name="T63" fmla="*/ 2 h 96"/>
              <ns1:gd name="T64" fmla="*/ 35 w 96"/>
              <ns1:gd name="T65" fmla="*/ 6 h 96"/>
              <ns1:gd name="T66" fmla="*/ 26 w 96"/>
              <ns1:gd name="T67" fmla="*/ 15 h 96"/>
              <ns1:gd name="T68" fmla="*/ 48 w 96"/>
              <ns1:gd name="T69" fmla="*/ 38 h 96"/>
              <ns1:gd name="T70" fmla="*/ 70 w 96"/>
              <ns1:gd name="T71" fmla="*/ 15 h 96"/>
              <ns1:gd name="T72" fmla="*/ 61 w 96"/>
              <ns1:gd name="T73" fmla="*/ 6 h 96"/>
              <ns1:gd name="T74" fmla="*/ 61 w 96"/>
              <ns1:gd name="T75" fmla="*/ 2 h 96"/>
              <ns1:gd name="T76" fmla="*/ 64 w 96"/>
              <ns1:gd name="T77" fmla="*/ 0 h 96"/>
              <ns1:gd name="T78" fmla="*/ 92 w 96"/>
              <ns1:gd name="T79" fmla="*/ 0 h 96"/>
              <ns1:gd name="T80" fmla="*/ 96 w 96"/>
              <ns1:gd name="T81" fmla="*/ 4 h 96"/>
              <ns1:gd name="T82" fmla="*/ 96 w 96"/>
              <ns1:gd name="T83" fmla="*/ 32 h 96"/>
              <ns1:gd name="T84" fmla="*/ 94 w 96"/>
              <ns1:gd name="T85" fmla="*/ 35 h 96"/>
              <ns1:gd name="T86" fmla="*/ 92 w 96"/>
              <ns1:gd name="T87" fmla="*/ 36 h 96"/>
              <ns1:gd name="T88" fmla="*/ 89 w 96"/>
              <ns1:gd name="T89" fmla="*/ 34 h 96"/>
              <ns1:gd name="T90" fmla="*/ 80 w 96"/>
              <ns1:gd name="T91" fmla="*/ 25 h 96"/>
              <ns1:gd name="T92" fmla="*/ 58 w 96"/>
              <ns1:gd name="T93" fmla="*/ 48 h 96"/>
            </ns1:gdLst>
            <ns1:ahLst/>
            <ns1:cxnLst>
              <ns1:cxn ang="0">
                <ns1:pos x="T0" y="T1"/>
              </ns1:cxn>
              <ns1:cxn ang="0">
                <ns1:pos x="T2" y="T3"/>
              </ns1:cxn>
              <ns1:cxn ang="0">
                <ns1:pos x="T4" y="T5"/>
              </ns1:cxn>
              <ns1:cxn ang="0">
                <ns1:pos x="T6" y="T7"/>
              </ns1:cxn>
              <ns1:cxn ang="0">
                <ns1:pos x="T8" y="T9"/>
              </ns1:cxn>
              <ns1:cxn ang="0">
                <ns1:pos x="T10" y="T11"/>
              </ns1:cxn>
              <ns1:cxn ang="0">
                <ns1:pos x="T12" y="T13"/>
              </ns1:cxn>
              <ns1:cxn ang="0">
                <ns1:pos x="T14" y="T15"/>
              </ns1:cxn>
              <ns1:cxn ang="0">
                <ns1:pos x="T16" y="T17"/>
              </ns1:cxn>
              <ns1:cxn ang="0">
                <ns1:pos x="T18" y="T19"/>
              </ns1:cxn>
              <ns1:cxn ang="0">
                <ns1:pos x="T20" y="T21"/>
              </ns1:cxn>
              <ns1:cxn ang="0">
                <ns1:pos x="T22" y="T23"/>
              </ns1:cxn>
              <ns1:cxn ang="0">
                <ns1:pos x="T24" y="T25"/>
              </ns1:cxn>
              <ns1:cxn ang="0">
                <ns1:pos x="T26" y="T27"/>
              </ns1:cxn>
              <ns1:cxn ang="0">
                <ns1:pos x="T28" y="T29"/>
              </ns1:cxn>
              <ns1:cxn ang="0">
                <ns1:pos x="T30" y="T31"/>
              </ns1:cxn>
              <ns1:cxn ang="0">
                <ns1:pos x="T32" y="T33"/>
              </ns1:cxn>
              <ns1:cxn ang="0">
                <ns1:pos x="T34" y="T35"/>
              </ns1:cxn>
              <ns1:cxn ang="0">
                <ns1:pos x="T36" y="T37"/>
              </ns1:cxn>
              <ns1:cxn ang="0">
                <ns1:pos x="T38" y="T39"/>
              </ns1:cxn>
              <ns1:cxn ang="0">
                <ns1:pos x="T40" y="T41"/>
              </ns1:cxn>
              <ns1:cxn ang="0">
                <ns1:pos x="T42" y="T43"/>
              </ns1:cxn>
              <ns1:cxn ang="0">
                <ns1:pos x="T44" y="T45"/>
              </ns1:cxn>
              <ns1:cxn ang="0">
                <ns1:pos x="T46" y="T47"/>
              </ns1:cxn>
              <ns1:cxn ang="0">
                <ns1:pos x="T48" y="T49"/>
              </ns1:cxn>
              <ns1:cxn ang="0">
                <ns1:pos x="T50" y="T51"/>
              </ns1:cxn>
              <ns1:cxn ang="0">
                <ns1:pos x="T52" y="T53"/>
              </ns1:cxn>
              <ns1:cxn ang="0">
                <ns1:pos x="T54" y="T55"/>
              </ns1:cxn>
              <ns1:cxn ang="0">
                <ns1:pos x="T56" y="T57"/>
              </ns1:cxn>
              <ns1:cxn ang="0">
                <ns1:pos x="T58" y="T59"/>
              </ns1:cxn>
              <ns1:cxn ang="0">
                <ns1:pos x="T60" y="T61"/>
              </ns1:cxn>
              <ns1:cxn ang="0">
                <ns1:pos x="T62" y="T63"/>
              </ns1:cxn>
              <ns1:cxn ang="0">
                <ns1:pos x="T64" y="T65"/>
              </ns1:cxn>
              <ns1:cxn ang="0">
                <ns1:pos x="T66" y="T67"/>
              </ns1:cxn>
              <ns1:cxn ang="0">
                <ns1:pos x="T68" y="T69"/>
              </ns1:cxn>
              <ns1:cxn ang="0">
                <ns1:pos x="T70" y="T71"/>
              </ns1:cxn>
              <ns1:cxn ang="0">
                <ns1:pos x="T72" y="T73"/>
              </ns1:cxn>
              <ns1:cxn ang="0">
                <ns1:pos x="T74" y="T75"/>
              </ns1:cxn>
              <ns1:cxn ang="0">
                <ns1:pos x="T76" y="T77"/>
              </ns1:cxn>
              <ns1:cxn ang="0">
                <ns1:pos x="T78" y="T79"/>
              </ns1:cxn>
              <ns1:cxn ang="0">
                <ns1:pos x="T80" y="T81"/>
              </ns1:cxn>
              <ns1:cxn ang="0">
                <ns1:pos x="T82" y="T83"/>
              </ns1:cxn>
              <ns1:cxn ang="0">
                <ns1:pos x="T84" y="T85"/>
              </ns1:cxn>
              <ns1:cxn ang="0">
                <ns1:pos x="T86" y="T87"/>
              </ns1:cxn>
              <ns1:cxn ang="0">
                <ns1:pos x="T88" y="T89"/>
              </ns1:cxn>
              <ns1:cxn ang="0">
                <ns1:pos x="T90" y="T91"/>
              </ns1:cxn>
              <ns1:cxn ang="0">
                <ns1:pos x="T92" y="T93"/>
              </ns1:cxn>
            </ns1:cxnLst>
            <ns1:rect l="0" t="0" r="r" b="b"/>
            <ns1:pathLst>
              <ns1:path w="96" h="96">
                <ns1:moveTo>
                  <ns1:pt x="58" y="48"/>
                </ns1:moveTo>
                <ns1:cubicBezTo>
                  <ns1:pt x="80" y="70"/>
                  <ns1:pt x="80" y="70"/>
                  <ns1:pt x="80" y="70"/>
                </ns1:cubicBezTo>
                <ns1:cubicBezTo>
                  <ns1:pt x="89" y="61"/>
                  <ns1:pt x="89" y="61"/>
                  <ns1:pt x="89" y="61"/>
                </ns1:cubicBezTo>
                <ns1:cubicBezTo>
                  <ns1:pt x="91" y="60"/>
                  <ns1:pt x="92" y="59"/>
                  <ns1:pt x="94" y="60"/>
                </ns1:cubicBezTo>
                <ns1:cubicBezTo>
                  <ns1:pt x="95" y="61"/>
                  <ns1:pt x="96" y="62"/>
                  <ns1:pt x="96" y="64"/>
                </ns1:cubicBezTo>
                <ns1:cubicBezTo>
                  <ns1:pt x="96" y="92"/>
                  <ns1:pt x="96" y="92"/>
                  <ns1:pt x="96" y="92"/>
                </ns1:cubicBezTo>
                <ns1:cubicBezTo>
                  <ns1:pt x="96" y="94"/>
                  <ns1:pt x="94" y="96"/>
                  <ns1:pt x="92" y="96"/>
                </ns1:cubicBezTo>
                <ns1:cubicBezTo>
                  <ns1:pt x="64" y="96"/>
                  <ns1:pt x="64" y="96"/>
                  <ns1:pt x="64" y="96"/>
                </ns1:cubicBezTo>
                <ns1:cubicBezTo>
                  <ns1:pt x="63" y="96"/>
                  <ns1:pt x="61" y="95"/>
                  <ns1:pt x="61" y="93"/>
                </ns1:cubicBezTo>
                <ns1:cubicBezTo>
                  <ns1:pt x="60" y="92"/>
                  <ns1:pt x="60" y="90"/>
                  <ns1:pt x="61" y="89"/>
                </ns1:cubicBezTo>
                <ns1:cubicBezTo>
                  <ns1:pt x="70" y="80"/>
                  <ns1:pt x="70" y="80"/>
                  <ns1:pt x="70" y="80"/>
                </ns1:cubicBezTo>
                <ns1:cubicBezTo>
                  <ns1:pt x="48" y="58"/>
                  <ns1:pt x="48" y="58"/>
                  <ns1:pt x="48" y="58"/>
                </ns1:cubicBezTo>
                <ns1:cubicBezTo>
                  <ns1:pt x="26" y="80"/>
                  <ns1:pt x="26" y="80"/>
                  <ns1:pt x="26" y="80"/>
                </ns1:cubicBezTo>
                <ns1:cubicBezTo>
                  <ns1:pt x="35" y="89"/>
                  <ns1:pt x="35" y="89"/>
                  <ns1:pt x="35" y="89"/>
                </ns1:cubicBezTo>
                <ns1:cubicBezTo>
                  <ns1:pt x="36" y="90"/>
                  <ns1:pt x="37" y="92"/>
                  <ns1:pt x="36" y="93"/>
                </ns1:cubicBezTo>
                <ns1:cubicBezTo>
                  <ns1:pt x="35" y="95"/>
                  <ns1:pt x="34" y="96"/>
                  <ns1:pt x="32" y="96"/>
                </ns1:cubicBezTo>
                <ns1:cubicBezTo>
                  <ns1:pt x="4" y="96"/>
                  <ns1:pt x="4" y="96"/>
                  <ns1:pt x="4" y="96"/>
                </ns1:cubicBezTo>
                <ns1:cubicBezTo>
                  <ns1:pt x="2" y="96"/>
                  <ns1:pt x="0" y="94"/>
                  <ns1:pt x="0" y="92"/>
                </ns1:cubicBezTo>
                <ns1:cubicBezTo>
                  <ns1:pt x="0" y="64"/>
                  <ns1:pt x="0" y="64"/>
                  <ns1:pt x="0" y="64"/>
                </ns1:cubicBezTo>
                <ns1:cubicBezTo>
                  <ns1:pt x="0" y="62"/>
                  <ns1:pt x="1" y="61"/>
                  <ns1:pt x="3" y="60"/>
                </ns1:cubicBezTo>
                <ns1:cubicBezTo>
                  <ns1:pt x="4" y="59"/>
                  <ns1:pt x="6" y="60"/>
                  <ns1:pt x="7" y="61"/>
                </ns1:cubicBezTo>
                <ns1:cubicBezTo>
                  <ns1:pt x="16" y="70"/>
                  <ns1:pt x="16" y="70"/>
                  <ns1:pt x="16" y="70"/>
                </ns1:cubicBezTo>
                <ns1:cubicBezTo>
                  <ns1:pt x="38" y="48"/>
                  <ns1:pt x="38" y="48"/>
                  <ns1:pt x="38" y="48"/>
                </ns1:cubicBezTo>
                <ns1:cubicBezTo>
                  <ns1:pt x="16" y="25"/>
                  <ns1:pt x="16" y="25"/>
                  <ns1:pt x="16" y="25"/>
                </ns1:cubicBezTo>
                <ns1:cubicBezTo>
                  <ns1:pt x="7" y="34"/>
                  <ns1:pt x="7" y="34"/>
                  <ns1:pt x="7" y="34"/>
                </ns1:cubicBezTo>
                <ns1:cubicBezTo>
                  <ns1:pt x="6" y="35"/>
                  <ns1:pt x="5" y="36"/>
                  <ns1:pt x="4" y="36"/>
                </ns1:cubicBezTo>
                <ns1:cubicBezTo>
                  <ns1:pt x="4" y="36"/>
                  <ns1:pt x="3" y="36"/>
                  <ns1:pt x="3" y="35"/>
                </ns1:cubicBezTo>
                <ns1:cubicBezTo>
                  <ns1:pt x="1" y="35"/>
                  <ns1:pt x="0" y="33"/>
                  <ns1:pt x="0" y="32"/>
                </ns1:cubicBezTo>
                <ns1:cubicBezTo>
                  <ns1:pt x="0" y="4"/>
                  <ns1:pt x="0" y="4"/>
                  <ns1:pt x="0" y="4"/>
                </ns1:cubicBezTo>
                <ns1:cubicBezTo>
                  <ns1:pt x="0" y="1"/>
                  <ns1:pt x="2" y="0"/>
                  <ns1:pt x="4" y="0"/>
                </ns1:cubicBezTo>
                <ns1:cubicBezTo>
                  <ns1:pt x="32" y="0"/>
                  <ns1:pt x="32" y="0"/>
                  <ns1:pt x="32" y="0"/>
                </ns1:cubicBezTo>
                <ns1:cubicBezTo>
                  <ns1:pt x="34" y="0"/>
                  <ns1:pt x="35" y="1"/>
                  <ns1:pt x="36" y="2"/>
                </ns1:cubicBezTo>
                <ns1:cubicBezTo>
                  <ns1:pt x="37" y="4"/>
                  <ns1:pt x="36" y="5"/>
                  <ns1:pt x="35" y="6"/>
                </ns1:cubicBezTo>
                <ns1:cubicBezTo>
                  <ns1:pt x="26" y="15"/>
                  <ns1:pt x="26" y="15"/>
                  <ns1:pt x="26" y="15"/>
                </ns1:cubicBezTo>
                <ns1:cubicBezTo>
                  <ns1:pt x="48" y="38"/>
                  <ns1:pt x="48" y="38"/>
                  <ns1:pt x="48" y="38"/>
                </ns1:cubicBezTo>
                <ns1:cubicBezTo>
                  <ns1:pt x="70" y="15"/>
                  <ns1:pt x="70" y="15"/>
                  <ns1:pt x="70" y="15"/>
                </ns1:cubicBezTo>
                <ns1:cubicBezTo>
                  <ns1:pt x="61" y="6"/>
                  <ns1:pt x="61" y="6"/>
                  <ns1:pt x="61" y="6"/>
                </ns1:cubicBezTo>
                <ns1:cubicBezTo>
                  <ns1:pt x="60" y="5"/>
                  <ns1:pt x="60" y="4"/>
                  <ns1:pt x="61" y="2"/>
                </ns1:cubicBezTo>
                <ns1:cubicBezTo>
                  <ns1:pt x="61" y="1"/>
                  <ns1:pt x="63" y="0"/>
                  <ns1:pt x="64" y="0"/>
                </ns1:cubicBezTo>
                <ns1:cubicBezTo>
                  <ns1:pt x="92" y="0"/>
                  <ns1:pt x="92" y="0"/>
                  <ns1:pt x="92" y="0"/>
                </ns1:cubicBezTo>
                <ns1:cubicBezTo>
                  <ns1:pt x="94" y="0"/>
                  <ns1:pt x="96" y="1"/>
                  <ns1:pt x="96" y="4"/>
                </ns1:cubicBezTo>
                <ns1:cubicBezTo>
                  <ns1:pt x="96" y="32"/>
                  <ns1:pt x="96" y="32"/>
                  <ns1:pt x="96" y="32"/>
                </ns1:cubicBezTo>
                <ns1:cubicBezTo>
                  <ns1:pt x="96" y="33"/>
                  <ns1:pt x="95" y="35"/>
                  <ns1:pt x="94" y="35"/>
                </ns1:cubicBezTo>
                <ns1:cubicBezTo>
                  <ns1:pt x="93" y="36"/>
                  <ns1:pt x="93" y="36"/>
                  <ns1:pt x="92" y="36"/>
                </ns1:cubicBezTo>
                <ns1:cubicBezTo>
                  <ns1:pt x="91" y="36"/>
                  <ns1:pt x="90" y="35"/>
                  <ns1:pt x="89" y="34"/>
                </ns1:cubicBezTo>
                <ns1:cubicBezTo>
                  <ns1:pt x="80" y="25"/>
                  <ns1:pt x="80" y="25"/>
                  <ns1:pt x="80" y="25"/>
                </ns1:cubicBezTo>
                <ns1:lnTo>
                  <ns1:pt x="58" y="48"/>
                </ns1:lnTo>
                <ns1:close/>
              </ns1:path>
            </ns1:pathLst>
          </ns1:custGeom>
          <ns1:solidFill>
            <ns1:srgbClr val="010101"/>
          </ns1:solidFill>
          <ns1:ln>
            <ns1:noFill/>
          </ns1:ln>
          <ns1:extLst>
            <ns1:ext uri="{91240B29-F687-4F45-9708-019B960494DF}">
              <ns2:hiddenLine w="9525">
                <ns1:solidFill>
                  <ns1:srgbClr val="000000"/>
                </ns1:solidFill>
                <ns1:round/>
                <ns1:headEnd/>
                <ns1:tailEnd/>
              </ns2:hiddenLine>
            </ns1:ext>
          </ns1:extLst>
        </ns0:spPr>
        <ns0:txBody>
          <ns1:bodyPr vert="horz" wrap="square" lIns="91440" tIns="45720" rIns="91440" bIns="45720" numCol="1" anchor="t" anchorCtr="0" compatLnSpc="1">
            <ns1:prstTxWarp prst="textNoShape">
              <ns1:avLst/>
            </ns1:prstTxWarp>
          </ns1:bodyPr>
          <ns1:lstStyle/>
          <ns1:p>
            <ns1:endParaRPr lang="en-US" sz="2700"/>
          </ns1:p>
        </ns0:txBody>
      </ns0:sp>
      <ns0:sp>
        <ns0:nvSpPr>
          <ns0:cNvPr id="161" name="Freeform 159"/>
          <ns0:cNvSpPr>
            <ns1:spLocks noEditPoints="1"/>
          </ns0:cNvSpPr>
          <ns0:nvPr/>
        </ns0:nvSpPr>
        <ns0:spPr bwMode="auto">
          <ns1:xfrm>
            <ns1:off x="7477126" y="5084763"/>
            <ns1:ext cx="450850" cy="420688"/>
          </ns1:xfrm>
          <ns1:custGeom>
            <ns1:avLst/>
            <ns1:gdLst>
              <ns1:gd name="T0" fmla="*/ 21 w 120"/>
              <ns1:gd name="T1" fmla="*/ 64 h 112"/>
              <ns1:gd name="T2" fmla="*/ 12 w 120"/>
              <ns1:gd name="T3" fmla="*/ 64 h 112"/>
              <ns1:gd name="T4" fmla="*/ 0 w 120"/>
              <ns1:gd name="T5" fmla="*/ 54 h 112"/>
              <ns1:gd name="T6" fmla="*/ 8 w 120"/>
              <ns1:gd name="T7" fmla="*/ 32 h 112"/>
              <ns1:gd name="T8" fmla="*/ 24 w 120"/>
              <ns1:gd name="T9" fmla="*/ 37 h 112"/>
              <ns1:gd name="T10" fmla="*/ 33 w 120"/>
              <ns1:gd name="T11" fmla="*/ 36 h 112"/>
              <ns1:gd name="T12" fmla="*/ 32 w 120"/>
              <ns1:gd name="T13" fmla="*/ 40 h 112"/>
              <ns1:gd name="T14" fmla="*/ 37 w 120"/>
              <ns1:gd name="T15" fmla="*/ 56 h 112"/>
              <ns1:gd name="T16" fmla="*/ 21 w 120"/>
              <ns1:gd name="T17" fmla="*/ 64 h 112"/>
              <ns1:gd name="T18" fmla="*/ 24 w 120"/>
              <ns1:gd name="T19" fmla="*/ 32 h 112"/>
              <ns1:gd name="T20" fmla="*/ 8 w 120"/>
              <ns1:gd name="T21" fmla="*/ 16 h 112"/>
              <ns1:gd name="T22" fmla="*/ 24 w 120"/>
              <ns1:gd name="T23" fmla="*/ 0 h 112"/>
              <ns1:gd name="T24" fmla="*/ 40 w 120"/>
              <ns1:gd name="T25" fmla="*/ 16 h 112"/>
              <ns1:gd name="T26" fmla="*/ 24 w 120"/>
              <ns1:gd name="T27" fmla="*/ 32 h 112"/>
              <ns1:gd name="T28" fmla="*/ 87 w 120"/>
              <ns1:gd name="T29" fmla="*/ 112 h 112"/>
              <ns1:gd name="T30" fmla="*/ 33 w 120"/>
              <ns1:gd name="T31" fmla="*/ 112 h 112"/>
              <ns1:gd name="T32" fmla="*/ 16 w 120"/>
              <ns1:gd name="T33" fmla="*/ 95 h 112"/>
              <ns1:gd name="T34" fmla="*/ 38 w 120"/>
              <ns1:gd name="T35" fmla="*/ 60 h 112"/>
              <ns1:gd name="T36" fmla="*/ 60 w 120"/>
              <ns1:gd name="T37" fmla="*/ 68 h 112"/>
              <ns1:gd name="T38" fmla="*/ 83 w 120"/>
              <ns1:gd name="T39" fmla="*/ 60 h 112"/>
              <ns1:gd name="T40" fmla="*/ 104 w 120"/>
              <ns1:gd name="T41" fmla="*/ 95 h 112"/>
              <ns1:gd name="T42" fmla="*/ 87 w 120"/>
              <ns1:gd name="T43" fmla="*/ 112 h 112"/>
              <ns1:gd name="T44" fmla="*/ 60 w 120"/>
              <ns1:gd name="T45" fmla="*/ 64 h 112"/>
              <ns1:gd name="T46" fmla="*/ 36 w 120"/>
              <ns1:gd name="T47" fmla="*/ 40 h 112"/>
              <ns1:gd name="T48" fmla="*/ 60 w 120"/>
              <ns1:gd name="T49" fmla="*/ 16 h 112"/>
              <ns1:gd name="T50" fmla="*/ 84 w 120"/>
              <ns1:gd name="T51" fmla="*/ 40 h 112"/>
              <ns1:gd name="T52" fmla="*/ 60 w 120"/>
              <ns1:gd name="T53" fmla="*/ 64 h 112"/>
              <ns1:gd name="T54" fmla="*/ 96 w 120"/>
              <ns1:gd name="T55" fmla="*/ 32 h 112"/>
              <ns1:gd name="T56" fmla="*/ 80 w 120"/>
              <ns1:gd name="T57" fmla="*/ 16 h 112"/>
              <ns1:gd name="T58" fmla="*/ 96 w 120"/>
              <ns1:gd name="T59" fmla="*/ 0 h 112"/>
              <ns1:gd name="T60" fmla="*/ 112 w 120"/>
              <ns1:gd name="T61" fmla="*/ 16 h 112"/>
              <ns1:gd name="T62" fmla="*/ 96 w 120"/>
              <ns1:gd name="T63" fmla="*/ 32 h 112"/>
              <ns1:gd name="T64" fmla="*/ 108 w 120"/>
              <ns1:gd name="T65" fmla="*/ 64 h 112"/>
              <ns1:gd name="T66" fmla="*/ 100 w 120"/>
              <ns1:gd name="T67" fmla="*/ 64 h 112"/>
              <ns1:gd name="T68" fmla="*/ 83 w 120"/>
              <ns1:gd name="T69" fmla="*/ 56 h 112"/>
              <ns1:gd name="T70" fmla="*/ 88 w 120"/>
              <ns1:gd name="T71" fmla="*/ 40 h 112"/>
              <ns1:gd name="T72" fmla="*/ 88 w 120"/>
              <ns1:gd name="T73" fmla="*/ 36 h 112"/>
              <ns1:gd name="T74" fmla="*/ 96 w 120"/>
              <ns1:gd name="T75" fmla="*/ 37 h 112"/>
              <ns1:gd name="T76" fmla="*/ 112 w 120"/>
              <ns1:gd name="T77" fmla="*/ 32 h 112"/>
              <ns1:gd name="T78" fmla="*/ 120 w 120"/>
              <ns1:gd name="T79" fmla="*/ 54 h 112"/>
              <ns1:gd name="T80" fmla="*/ 108 w 120"/>
              <ns1:gd name="T81" fmla="*/ 64 h 112"/>
            </ns1:gdLst>
            <ns1:ahLst/>
            <ns1:cxnLst>
              <ns1:cxn ang="0">
                <ns1:pos x="T0" y="T1"/>
              </ns1:cxn>
              <ns1:cxn ang="0">
                <ns1:pos x="T2" y="T3"/>
              </ns1:cxn>
              <ns1:cxn ang="0">
                <ns1:pos x="T4" y="T5"/>
              </ns1:cxn>
              <ns1:cxn ang="0">
                <ns1:pos x="T6" y="T7"/>
              </ns1:cxn>
              <ns1:cxn ang="0">
                <ns1:pos x="T8" y="T9"/>
              </ns1:cxn>
              <ns1:cxn ang="0">
                <ns1:pos x="T10" y="T11"/>
              </ns1:cxn>
              <ns1:cxn ang="0">
                <ns1:pos x="T12" y="T13"/>
              </ns1:cxn>
              <ns1:cxn ang="0">
                <ns1:pos x="T14" y="T15"/>
              </ns1:cxn>
              <ns1:cxn ang="0">
                <ns1:pos x="T16" y="T17"/>
              </ns1:cxn>
              <ns1:cxn ang="0">
                <ns1:pos x="T18" y="T19"/>
              </ns1:cxn>
              <ns1:cxn ang="0">
                <ns1:pos x="T20" y="T21"/>
              </ns1:cxn>
              <ns1:cxn ang="0">
                <ns1:pos x="T22" y="T23"/>
              </ns1:cxn>
              <ns1:cxn ang="0">
                <ns1:pos x="T24" y="T25"/>
              </ns1:cxn>
              <ns1:cxn ang="0">
                <ns1:pos x="T26" y="T27"/>
              </ns1:cxn>
              <ns1:cxn ang="0">
                <ns1:pos x="T28" y="T29"/>
              </ns1:cxn>
              <ns1:cxn ang="0">
                <ns1:pos x="T30" y="T31"/>
              </ns1:cxn>
              <ns1:cxn ang="0">
                <ns1:pos x="T32" y="T33"/>
              </ns1:cxn>
              <ns1:cxn ang="0">
                <ns1:pos x="T34" y="T35"/>
              </ns1:cxn>
              <ns1:cxn ang="0">
                <ns1:pos x="T36" y="T37"/>
              </ns1:cxn>
              <ns1:cxn ang="0">
                <ns1:pos x="T38" y="T39"/>
              </ns1:cxn>
              <ns1:cxn ang="0">
                <ns1:pos x="T40" y="T41"/>
              </ns1:cxn>
              <ns1:cxn ang="0">
                <ns1:pos x="T42" y="T43"/>
              </ns1:cxn>
              <ns1:cxn ang="0">
                <ns1:pos x="T44" y="T45"/>
              </ns1:cxn>
              <ns1:cxn ang="0">
                <ns1:pos x="T46" y="T47"/>
              </ns1:cxn>
              <ns1:cxn ang="0">
                <ns1:pos x="T48" y="T49"/>
              </ns1:cxn>
              <ns1:cxn ang="0">
                <ns1:pos x="T50" y="T51"/>
              </ns1:cxn>
              <ns1:cxn ang="0">
                <ns1:pos x="T52" y="T53"/>
              </ns1:cxn>
              <ns1:cxn ang="0">
                <ns1:pos x="T54" y="T55"/>
              </ns1:cxn>
              <ns1:cxn ang="0">
                <ns1:pos x="T56" y="T57"/>
              </ns1:cxn>
              <ns1:cxn ang="0">
                <ns1:pos x="T58" y="T59"/>
              </ns1:cxn>
              <ns1:cxn ang="0">
                <ns1:pos x="T60" y="T61"/>
              </ns1:cxn>
              <ns1:cxn ang="0">
                <ns1:pos x="T62" y="T63"/>
              </ns1:cxn>
              <ns1:cxn ang="0">
                <ns1:pos x="T64" y="T65"/>
              </ns1:cxn>
              <ns1:cxn ang="0">
                <ns1:pos x="T66" y="T67"/>
              </ns1:cxn>
              <ns1:cxn ang="0">
                <ns1:pos x="T68" y="T69"/>
              </ns1:cxn>
              <ns1:cxn ang="0">
                <ns1:pos x="T70" y="T71"/>
              </ns1:cxn>
              <ns1:cxn ang="0">
                <ns1:pos x="T72" y="T73"/>
              </ns1:cxn>
              <ns1:cxn ang="0">
                <ns1:pos x="T74" y="T75"/>
              </ns1:cxn>
              <ns1:cxn ang="0">
                <ns1:pos x="T76" y="T77"/>
              </ns1:cxn>
              <ns1:cxn ang="0">
                <ns1:pos x="T78" y="T79"/>
              </ns1:cxn>
              <ns1:cxn ang="0">
                <ns1:pos x="T80" y="T81"/>
              </ns1:cxn>
            </ns1:cxnLst>
            <ns1:rect l="0" t="0" r="r" b="b"/>
            <ns1:pathLst>
              <ns1:path w="120" h="112">
                <ns1:moveTo>
                  <ns1:pt x="21" y="64"/>
                </ns1:moveTo>
                <ns1:cubicBezTo>
                  <ns1:pt x="12" y="64"/>
                  <ns1:pt x="12" y="64"/>
                  <ns1:pt x="12" y="64"/>
                </ns1:cubicBezTo>
                <ns1:cubicBezTo>
                  <ns1:pt x="6" y="64"/>
                  <ns1:pt x="0" y="61"/>
                  <ns1:pt x="0" y="54"/>
                </ns1:cubicBezTo>
                <ns1:cubicBezTo>
                  <ns1:pt x="0" y="49"/>
                  <ns1:pt x="0" y="32"/>
                  <ns1:pt x="8" y="32"/>
                </ns1:cubicBezTo>
                <ns1:cubicBezTo>
                  <ns1:pt x="9" y="32"/>
                  <ns1:pt x="16" y="37"/>
                  <ns1:pt x="24" y="37"/>
                </ns1:cubicBezTo>
                <ns1:cubicBezTo>
                  <ns1:pt x="27" y="37"/>
                  <ns1:pt x="30" y="36"/>
                  <ns1:pt x="33" y="36"/>
                </ns1:cubicBezTo>
                <ns1:cubicBezTo>
                  <ns1:pt x="32" y="37"/>
                  <ns1:pt x="32" y="38"/>
                  <ns1:pt x="32" y="40"/>
                </ns1:cubicBezTo>
                <ns1:cubicBezTo>
                  <ns1:pt x="32" y="45"/>
                  <ns1:pt x="34" y="51"/>
                  <ns1:pt x="37" y="56"/>
                </ns1:cubicBezTo>
                <ns1:cubicBezTo>
                  <ns1:pt x="31" y="56"/>
                  <ns1:pt x="25" y="59"/>
                  <ns1:pt x="21" y="64"/>
                </ns1:cubicBezTo>
                <ns1:close/>
                <ns1:moveTo>
                  <ns1:pt x="24" y="32"/>
                </ns1:moveTo>
                <ns1:cubicBezTo>
                  <ns1:pt x="15" y="32"/>
                  <ns1:pt x="8" y="24"/>
                  <ns1:pt x="8" y="16"/>
                </ns1:cubicBezTo>
                <ns1:cubicBezTo>
                  <ns1:pt x="8" y="7"/>
                  <ns1:pt x="15" y="0"/>
                  <ns1:pt x="24" y="0"/>
                </ns1:cubicBezTo>
                <ns1:cubicBezTo>
                  <ns1:pt x="33" y="0"/>
                  <ns1:pt x="40" y="7"/>
                  <ns1:pt x="40" y="16"/>
                </ns1:cubicBezTo>
                <ns1:cubicBezTo>
                  <ns1:pt x="40" y="24"/>
                  <ns1:pt x="33" y="32"/>
                  <ns1:pt x="24" y="32"/>
                </ns1:cubicBezTo>
                <ns1:close/>
                <ns1:moveTo>
                  <ns1:pt x="87" y="112"/>
                </ns1:moveTo>
                <ns1:cubicBezTo>
                  <ns1:pt x="33" y="112"/>
                  <ns1:pt x="33" y="112"/>
                  <ns1:pt x="33" y="112"/>
                </ns1:cubicBezTo>
                <ns1:cubicBezTo>
                  <ns1:pt x="23" y="112"/>
                  <ns1:pt x="16" y="106"/>
                  <ns1:pt x="16" y="95"/>
                </ns1:cubicBezTo>
                <ns1:cubicBezTo>
                  <ns1:pt x="16" y="81"/>
                  <ns1:pt x="20" y="60"/>
                  <ns1:pt x="38" y="60"/>
                </ns1:cubicBezTo>
                <ns1:cubicBezTo>
                  <ns1:pt x="40" y="60"/>
                  <ns1:pt x="48" y="68"/>
                  <ns1:pt x="60" y="68"/>
                </ns1:cubicBezTo>
                <ns1:cubicBezTo>
                  <ns1:pt x="73" y="68"/>
                  <ns1:pt x="80" y="60"/>
                  <ns1:pt x="83" y="60"/>
                </ns1:cubicBezTo>
                <ns1:cubicBezTo>
                  <ns1:pt x="101" y="60"/>
                  <ns1:pt x="104" y="81"/>
                  <ns1:pt x="104" y="95"/>
                </ns1:cubicBezTo>
                <ns1:cubicBezTo>
                  <ns1:pt x="104" y="106"/>
                  <ns1:pt x="97" y="112"/>
                  <ns1:pt x="87" y="112"/>
                </ns1:cubicBezTo>
                <ns1:close/>
                <ns1:moveTo>
                  <ns1:pt x="60" y="64"/>
                </ns1:moveTo>
                <ns1:cubicBezTo>
                  <ns1:pt x="47" y="64"/>
                  <ns1:pt x="36" y="53"/>
                  <ns1:pt x="36" y="40"/>
                </ns1:cubicBezTo>
                <ns1:cubicBezTo>
                  <ns1:pt x="36" y="26"/>
                  <ns1:pt x="47" y="16"/>
                  <ns1:pt x="60" y="16"/>
                </ns1:cubicBezTo>
                <ns1:cubicBezTo>
                  <ns1:pt x="73" y="16"/>
                  <ns1:pt x="84" y="26"/>
                  <ns1:pt x="84" y="40"/>
                </ns1:cubicBezTo>
                <ns1:cubicBezTo>
                  <ns1:pt x="84" y="53"/>
                  <ns1:pt x="73" y="64"/>
                  <ns1:pt x="60" y="64"/>
                </ns1:cubicBezTo>
                <ns1:close/>
                <ns1:moveTo>
                  <ns1:pt x="96" y="32"/>
                </ns1:moveTo>
                <ns1:cubicBezTo>
                  <ns1:pt x="87" y="32"/>
                  <ns1:pt x="80" y="24"/>
                  <ns1:pt x="80" y="16"/>
                </ns1:cubicBezTo>
                <ns1:cubicBezTo>
                  <ns1:pt x="80" y="7"/>
                  <ns1:pt x="87" y="0"/>
                  <ns1:pt x="96" y="0"/>
                </ns1:cubicBezTo>
                <ns1:cubicBezTo>
                  <ns1:pt x="105" y="0"/>
                  <ns1:pt x="112" y="7"/>
                  <ns1:pt x="112" y="16"/>
                </ns1:cubicBezTo>
                <ns1:cubicBezTo>
                  <ns1:pt x="112" y="24"/>
                  <ns1:pt x="105" y="32"/>
                  <ns1:pt x="96" y="32"/>
                </ns1:cubicBezTo>
                <ns1:close/>
                <ns1:moveTo>
                  <ns1:pt x="108" y="64"/>
                </ns1:moveTo>
                <ns1:cubicBezTo>
                  <ns1:pt x="100" y="64"/>
                  <ns1:pt x="100" y="64"/>
                  <ns1:pt x="100" y="64"/>
                </ns1:cubicBezTo>
                <ns1:cubicBezTo>
                  <ns1:pt x="95" y="59"/>
                  <ns1:pt x="90" y="56"/>
                  <ns1:pt x="83" y="56"/>
                </ns1:cubicBezTo>
                <ns1:cubicBezTo>
                  <ns1:pt x="86" y="51"/>
                  <ns1:pt x="88" y="45"/>
                  <ns1:pt x="88" y="40"/>
                </ns1:cubicBezTo>
                <ns1:cubicBezTo>
                  <ns1:pt x="88" y="38"/>
                  <ns1:pt x="88" y="37"/>
                  <ns1:pt x="88" y="36"/>
                </ns1:cubicBezTo>
                <ns1:cubicBezTo>
                  <ns1:pt x="91" y="36"/>
                  <ns1:pt x="93" y="37"/>
                  <ns1:pt x="96" y="37"/>
                </ns1:cubicBezTo>
                <ns1:cubicBezTo>
                  <ns1:pt x="105" y="37"/>
                  <ns1:pt x="111" y="32"/>
                  <ns1:pt x="112" y="32"/>
                </ns1:cubicBezTo>
                <ns1:cubicBezTo>
                  <ns1:pt x="120" y="32"/>
                  <ns1:pt x="120" y="49"/>
                  <ns1:pt x="120" y="54"/>
                </ns1:cubicBezTo>
                <ns1:cubicBezTo>
                  <ns1:pt x="120" y="61"/>
                  <ns1:pt x="114" y="64"/>
                  <ns1:pt x="108" y="64"/>
                </ns1:cubicBezTo>
                <ns1:close/>
              </ns1:path>
            </ns1:pathLst>
          </ns1:custGeom>
          <ns1:solidFill>
            <ns1:srgbClr val="010101"/>
          </ns1:solidFill>
          <ns1:ln>
            <ns1:noFill/>
          </ns1:ln>
          <ns1:extLst>
            <ns1:ext uri="{91240B29-F687-4F45-9708-019B960494DF}">
              <ns2:hiddenLine w="9525">
                <ns1:solidFill>
                  <ns1:srgbClr val="000000"/>
                </ns1:solidFill>
                <ns1:round/>
                <ns1:headEnd/>
                <ns1:tailEnd/>
              </ns2:hiddenLine>
            </ns1:ext>
          </ns1:extLst>
        </ns0:spPr>
        <ns0:txBody>
          <ns1:bodyPr vert="horz" wrap="square" lIns="91440" tIns="45720" rIns="91440" bIns="45720" numCol="1" anchor="t" anchorCtr="0" compatLnSpc="1">
            <ns1:prstTxWarp prst="textNoShape">
              <ns1:avLst/>
            </ns1:prstTxWarp>
          </ns1:bodyPr>
          <ns1:lstStyle/>
          <ns1:p>
            <ns1:endParaRPr lang="en-US" sz="2700"/>
          </ns1:p>
        </ns0:txBody>
      </ns0:sp>
      <ns0:sp>
        <ns0:nvSpPr>
          <ns0:cNvPr id="162" name="Freeform 160"/>
          <ns0:cNvSpPr>
            <ns1:spLocks noEditPoints="1"/>
          </ns0:cNvSpPr>
          <ns0:nvPr/>
        </ns0:nvSpPr>
        <ns0:spPr bwMode="auto">
          <ns1:xfrm>
            <ns1:off x="8156576" y="5087939"/>
            <ns1:ext cx="382588" cy="384175"/>
          </ns1:xfrm>
          <ns1:custGeom>
            <ns1:avLst/>
            <ns1:gdLst>
              <ns1:gd name="T0" fmla="*/ 97 w 102"/>
              <ns1:gd name="T1" fmla="*/ 87 h 102"/>
              <ns1:gd name="T2" fmla="*/ 88 w 102"/>
              <ns1:gd name="T3" fmla="*/ 96 h 102"/>
              <ns1:gd name="T4" fmla="*/ 75 w 102"/>
              <ns1:gd name="T5" fmla="*/ 102 h 102"/>
              <ns1:gd name="T6" fmla="*/ 62 w 102"/>
              <ns1:gd name="T7" fmla="*/ 96 h 102"/>
              <ns1:gd name="T8" fmla="*/ 50 w 102"/>
              <ns1:gd name="T9" fmla="*/ 83 h 102"/>
              <ns1:gd name="T10" fmla="*/ 44 w 102"/>
              <ns1:gd name="T11" fmla="*/ 71 h 102"/>
              <ns1:gd name="T12" fmla="*/ 50 w 102"/>
              <ns1:gd name="T13" fmla="*/ 58 h 102"/>
              <ns1:gd name="T14" fmla="*/ 44 w 102"/>
              <ns1:gd name="T15" fmla="*/ 52 h 102"/>
              <ns1:gd name="T16" fmla="*/ 31 w 102"/>
              <ns1:gd name="T17" fmla="*/ 58 h 102"/>
              <ns1:gd name="T18" fmla="*/ 19 w 102"/>
              <ns1:gd name="T19" fmla="*/ 52 h 102"/>
              <ns1:gd name="T20" fmla="*/ 6 w 102"/>
              <ns1:gd name="T21" fmla="*/ 39 h 102"/>
              <ns1:gd name="T22" fmla="*/ 0 w 102"/>
              <ns1:gd name="T23" fmla="*/ 27 h 102"/>
              <ns1:gd name="T24" fmla="*/ 6 w 102"/>
              <ns1:gd name="T25" fmla="*/ 14 h 102"/>
              <ns1:gd name="T26" fmla="*/ 15 w 102"/>
              <ns1:gd name="T27" fmla="*/ 5 h 102"/>
              <ns1:gd name="T28" fmla="*/ 28 w 102"/>
              <ns1:gd name="T29" fmla="*/ 0 h 102"/>
              <ns1:gd name="T30" fmla="*/ 40 w 102"/>
              <ns1:gd name="T31" fmla="*/ 5 h 102"/>
              <ns1:gd name="T32" fmla="*/ 53 w 102"/>
              <ns1:gd name="T33" fmla="*/ 18 h 102"/>
              <ns1:gd name="T34" fmla="*/ 58 w 102"/>
              <ns1:gd name="T35" fmla="*/ 31 h 102"/>
              <ns1:gd name="T36" fmla="*/ 53 w 102"/>
              <ns1:gd name="T37" fmla="*/ 44 h 102"/>
              <ns1:gd name="T38" fmla="*/ 58 w 102"/>
              <ns1:gd name="T39" fmla="*/ 49 h 102"/>
              <ns1:gd name="T40" fmla="*/ 71 w 102"/>
              <ns1:gd name="T41" fmla="*/ 44 h 102"/>
              <ns1:gd name="T42" fmla="*/ 84 w 102"/>
              <ns1:gd name="T43" fmla="*/ 49 h 102"/>
              <ns1:gd name="T44" fmla="*/ 97 w 102"/>
              <ns1:gd name="T45" fmla="*/ 62 h 102"/>
              <ns1:gd name="T46" fmla="*/ 102 w 102"/>
              <ns1:gd name="T47" fmla="*/ 75 h 102"/>
              <ns1:gd name="T48" fmla="*/ 97 w 102"/>
              <ns1:gd name="T49" fmla="*/ 87 h 102"/>
              <ns1:gd name="T50" fmla="*/ 45 w 102"/>
              <ns1:gd name="T51" fmla="*/ 26 h 102"/>
              <ns1:gd name="T52" fmla="*/ 32 w 102"/>
              <ns1:gd name="T53" fmla="*/ 13 h 102"/>
              <ns1:gd name="T54" fmla="*/ 28 w 102"/>
              <ns1:gd name="T55" fmla="*/ 12 h 102"/>
              <ns1:gd name="T56" fmla="*/ 23 w 102"/>
              <ns1:gd name="T57" fmla="*/ 13 h 102"/>
              <ns1:gd name="T58" fmla="*/ 14 w 102"/>
              <ns1:gd name="T59" fmla="*/ 22 h 102"/>
              <ns1:gd name="T60" fmla="*/ 12 w 102"/>
              <ns1:gd name="T61" fmla="*/ 27 h 102"/>
              <ns1:gd name="T62" fmla="*/ 14 w 102"/>
              <ns1:gd name="T63" fmla="*/ 31 h 102"/>
              <ns1:gd name="T64" fmla="*/ 27 w 102"/>
              <ns1:gd name="T65" fmla="*/ 44 h 102"/>
              <ns1:gd name="T66" fmla="*/ 31 w 102"/>
              <ns1:gd name="T67" fmla="*/ 46 h 102"/>
              <ns1:gd name="T68" fmla="*/ 36 w 102"/>
              <ns1:gd name="T69" fmla="*/ 44 h 102"/>
              <ns1:gd name="T70" fmla="*/ 31 w 102"/>
              <ns1:gd name="T71" fmla="*/ 37 h 102"/>
              <ns1:gd name="T72" fmla="*/ 37 w 102"/>
              <ns1:gd name="T73" fmla="*/ 31 h 102"/>
              <ns1:gd name="T74" fmla="*/ 44 w 102"/>
              <ns1:gd name="T75" fmla="*/ 35 h 102"/>
              <ns1:gd name="T76" fmla="*/ 46 w 102"/>
              <ns1:gd name="T77" fmla="*/ 31 h 102"/>
              <ns1:gd name="T78" fmla="*/ 45 w 102"/>
              <ns1:gd name="T79" fmla="*/ 26 h 102"/>
              <ns1:gd name="T80" fmla="*/ 89 w 102"/>
              <ns1:gd name="T81" fmla="*/ 70 h 102"/>
              <ns1:gd name="T82" fmla="*/ 76 w 102"/>
              <ns1:gd name="T83" fmla="*/ 57 h 102"/>
              <ns1:gd name="T84" fmla="*/ 71 w 102"/>
              <ns1:gd name="T85" fmla="*/ 56 h 102"/>
              <ns1:gd name="T86" fmla="*/ 67 w 102"/>
              <ns1:gd name="T87" fmla="*/ 58 h 102"/>
              <ns1:gd name="T88" fmla="*/ 71 w 102"/>
              <ns1:gd name="T89" fmla="*/ 65 h 102"/>
              <ns1:gd name="T90" fmla="*/ 65 w 102"/>
              <ns1:gd name="T91" fmla="*/ 71 h 102"/>
              <ns1:gd name="T92" fmla="*/ 58 w 102"/>
              <ns1:gd name="T93" fmla="*/ 66 h 102"/>
              <ns1:gd name="T94" fmla="*/ 56 w 102"/>
              <ns1:gd name="T95" fmla="*/ 71 h 102"/>
              <ns1:gd name="T96" fmla="*/ 58 w 102"/>
              <ns1:gd name="T97" fmla="*/ 75 h 102"/>
              <ns1:gd name="T98" fmla="*/ 71 w 102"/>
              <ns1:gd name="T99" fmla="*/ 88 h 102"/>
              <ns1:gd name="T100" fmla="*/ 75 w 102"/>
              <ns1:gd name="T101" fmla="*/ 90 h 102"/>
              <ns1:gd name="T102" fmla="*/ 79 w 102"/>
              <ns1:gd name="T103" fmla="*/ 88 h 102"/>
              <ns1:gd name="T104" fmla="*/ 89 w 102"/>
              <ns1:gd name="T105" fmla="*/ 79 h 102"/>
              <ns1:gd name="T106" fmla="*/ 90 w 102"/>
              <ns1:gd name="T107" fmla="*/ 75 h 102"/>
              <ns1:gd name="T108" fmla="*/ 89 w 102"/>
              <ns1:gd name="T109" fmla="*/ 70 h 102"/>
            </ns1:gdLst>
            <ns1:ahLst/>
            <ns1:cxnLst>
              <ns1:cxn ang="0">
                <ns1:pos x="T0" y="T1"/>
              </ns1:cxn>
              <ns1:cxn ang="0">
                <ns1:pos x="T2" y="T3"/>
              </ns1:cxn>
              <ns1:cxn ang="0">
                <ns1:pos x="T4" y="T5"/>
              </ns1:cxn>
              <ns1:cxn ang="0">
                <ns1:pos x="T6" y="T7"/>
              </ns1:cxn>
              <ns1:cxn ang="0">
                <ns1:pos x="T8" y="T9"/>
              </ns1:cxn>
              <ns1:cxn ang="0">
                <ns1:pos x="T10" y="T11"/>
              </ns1:cxn>
              <ns1:cxn ang="0">
                <ns1:pos x="T12" y="T13"/>
              </ns1:cxn>
              <ns1:cxn ang="0">
                <ns1:pos x="T14" y="T15"/>
              </ns1:cxn>
              <ns1:cxn ang="0">
                <ns1:pos x="T16" y="T17"/>
              </ns1:cxn>
              <ns1:cxn ang="0">
                <ns1:pos x="T18" y="T19"/>
              </ns1:cxn>
              <ns1:cxn ang="0">
                <ns1:pos x="T20" y="T21"/>
              </ns1:cxn>
              <ns1:cxn ang="0">
                <ns1:pos x="T22" y="T23"/>
              </ns1:cxn>
              <ns1:cxn ang="0">
                <ns1:pos x="T24" y="T25"/>
              </ns1:cxn>
              <ns1:cxn ang="0">
                <ns1:pos x="T26" y="T27"/>
              </ns1:cxn>
              <ns1:cxn ang="0">
                <ns1:pos x="T28" y="T29"/>
              </ns1:cxn>
              <ns1:cxn ang="0">
                <ns1:pos x="T30" y="T31"/>
              </ns1:cxn>
              <ns1:cxn ang="0">
                <ns1:pos x="T32" y="T33"/>
              </ns1:cxn>
              <ns1:cxn ang="0">
                <ns1:pos x="T34" y="T35"/>
              </ns1:cxn>
              <ns1:cxn ang="0">
                <ns1:pos x="T36" y="T37"/>
              </ns1:cxn>
              <ns1:cxn ang="0">
                <ns1:pos x="T38" y="T39"/>
              </ns1:cxn>
              <ns1:cxn ang="0">
                <ns1:pos x="T40" y="T41"/>
              </ns1:cxn>
              <ns1:cxn ang="0">
                <ns1:pos x="T42" y="T43"/>
              </ns1:cxn>
              <ns1:cxn ang="0">
                <ns1:pos x="T44" y="T45"/>
              </ns1:cxn>
              <ns1:cxn ang="0">
                <ns1:pos x="T46" y="T47"/>
              </ns1:cxn>
              <ns1:cxn ang="0">
                <ns1:pos x="T48" y="T49"/>
              </ns1:cxn>
              <ns1:cxn ang="0">
                <ns1:pos x="T50" y="T51"/>
              </ns1:cxn>
              <ns1:cxn ang="0">
                <ns1:pos x="T52" y="T53"/>
              </ns1:cxn>
              <ns1:cxn ang="0">
                <ns1:pos x="T54" y="T55"/>
              </ns1:cxn>
              <ns1:cxn ang="0">
                <ns1:pos x="T56" y="T57"/>
              </ns1:cxn>
              <ns1:cxn ang="0">
                <ns1:pos x="T58" y="T59"/>
              </ns1:cxn>
              <ns1:cxn ang="0">
                <ns1:pos x="T60" y="T61"/>
              </ns1:cxn>
              <ns1:cxn ang="0">
                <ns1:pos x="T62" y="T63"/>
              </ns1:cxn>
              <ns1:cxn ang="0">
                <ns1:pos x="T64" y="T65"/>
              </ns1:cxn>
              <ns1:cxn ang="0">
                <ns1:pos x="T66" y="T67"/>
              </ns1:cxn>
              <ns1:cxn ang="0">
                <ns1:pos x="T68" y="T69"/>
              </ns1:cxn>
              <ns1:cxn ang="0">
                <ns1:pos x="T70" y="T71"/>
              </ns1:cxn>
              <ns1:cxn ang="0">
                <ns1:pos x="T72" y="T73"/>
              </ns1:cxn>
              <ns1:cxn ang="0">
                <ns1:pos x="T74" y="T75"/>
              </ns1:cxn>
              <ns1:cxn ang="0">
                <ns1:pos x="T76" y="T77"/>
              </ns1:cxn>
              <ns1:cxn ang="0">
                <ns1:pos x="T78" y="T79"/>
              </ns1:cxn>
              <ns1:cxn ang="0">
                <ns1:pos x="T80" y="T81"/>
              </ns1:cxn>
              <ns1:cxn ang="0">
                <ns1:pos x="T82" y="T83"/>
              </ns1:cxn>
              <ns1:cxn ang="0">
                <ns1:pos x="T84" y="T85"/>
              </ns1:cxn>
              <ns1:cxn ang="0">
                <ns1:pos x="T86" y="T87"/>
              </ns1:cxn>
              <ns1:cxn ang="0">
                <ns1:pos x="T88" y="T89"/>
              </ns1:cxn>
              <ns1:cxn ang="0">
                <ns1:pos x="T90" y="T91"/>
              </ns1:cxn>
              <ns1:cxn ang="0">
                <ns1:pos x="T92" y="T93"/>
              </ns1:cxn>
              <ns1:cxn ang="0">
                <ns1:pos x="T94" y="T95"/>
              </ns1:cxn>
              <ns1:cxn ang="0">
                <ns1:pos x="T96" y="T97"/>
              </ns1:cxn>
              <ns1:cxn ang="0">
                <ns1:pos x="T98" y="T99"/>
              </ns1:cxn>
              <ns1:cxn ang="0">
                <ns1:pos x="T100" y="T101"/>
              </ns1:cxn>
              <ns1:cxn ang="0">
                <ns1:pos x="T102" y="T103"/>
              </ns1:cxn>
              <ns1:cxn ang="0">
                <ns1:pos x="T104" y="T105"/>
              </ns1:cxn>
              <ns1:cxn ang="0">
                <ns1:pos x="T106" y="T107"/>
              </ns1:cxn>
              <ns1:cxn ang="0">
                <ns1:pos x="T108" y="T109"/>
              </ns1:cxn>
            </ns1:cxnLst>
            <ns1:rect l="0" t="0" r="r" b="b"/>
            <ns1:pathLst>
              <ns1:path w="102" h="102">
                <ns1:moveTo>
                  <ns1:pt x="97" y="87"/>
                </ns1:moveTo>
                <ns1:cubicBezTo>
                  <ns1:pt x="88" y="96"/>
                  <ns1:pt x="88" y="96"/>
                  <ns1:pt x="88" y="96"/>
                </ns1:cubicBezTo>
                <ns1:cubicBezTo>
                  <ns1:pt x="84" y="100"/>
                  <ns1:pt x="80" y="102"/>
                  <ns1:pt x="75" y="102"/>
                </ns1:cubicBezTo>
                <ns1:cubicBezTo>
                  <ns1:pt x="70" y="102"/>
                  <ns1:pt x="66" y="100"/>
                  <ns1:pt x="62" y="96"/>
                </ns1:cubicBezTo>
                <ns1:cubicBezTo>
                  <ns1:pt x="50" y="83"/>
                  <ns1:pt x="50" y="83"/>
                  <ns1:pt x="50" y="83"/>
                </ns1:cubicBezTo>
                <ns1:cubicBezTo>
                  <ns1:pt x="46" y="80"/>
                  <ns1:pt x="44" y="75"/>
                  <ns1:pt x="44" y="71"/>
                </ns1:cubicBezTo>
                <ns1:cubicBezTo>
                  <ns1:pt x="44" y="66"/>
                  <ns1:pt x="46" y="61"/>
                  <ns1:pt x="50" y="58"/>
                </ns1:cubicBezTo>
                <ns1:cubicBezTo>
                  <ns1:pt x="44" y="52"/>
                  <ns1:pt x="44" y="52"/>
                  <ns1:pt x="44" y="52"/>
                </ns1:cubicBezTo>
                <ns1:cubicBezTo>
                  <ns1:pt x="41" y="56"/>
                  <ns1:pt x="36" y="58"/>
                  <ns1:pt x="31" y="58"/>
                </ns1:cubicBezTo>
                <ns1:cubicBezTo>
                  <ns1:pt x="27" y="58"/>
                  <ns1:pt x="22" y="56"/>
                  <ns1:pt x="19" y="52"/>
                </ns1:cubicBezTo>
                <ns1:cubicBezTo>
                  <ns1:pt x="6" y="39"/>
                  <ns1:pt x="6" y="39"/>
                  <ns1:pt x="6" y="39"/>
                </ns1:cubicBezTo>
                <ns1:cubicBezTo>
                  <ns1:pt x="2" y="36"/>
                  <ns1:pt x="0" y="31"/>
                  <ns1:pt x="0" y="27"/>
                </ns1:cubicBezTo>
                <ns1:cubicBezTo>
                  <ns1:pt x="0" y="22"/>
                  <ns1:pt x="2" y="17"/>
                  <ns1:pt x="6" y="14"/>
                </ns1:cubicBezTo>
                <ns1:cubicBezTo>
                  <ns1:pt x="15" y="5"/>
                  <ns1:pt x="15" y="5"/>
                  <ns1:pt x="15" y="5"/>
                </ns1:cubicBezTo>
                <ns1:cubicBezTo>
                  <ns1:pt x="18" y="1"/>
                  <ns1:pt x="23" y="0"/>
                  <ns1:pt x="28" y="0"/>
                </ns1:cubicBezTo>
                <ns1:cubicBezTo>
                  <ns1:pt x="32" y="0"/>
                  <ns1:pt x="37" y="2"/>
                  <ns1:pt x="40" y="5"/>
                </ns1:cubicBezTo>
                <ns1:cubicBezTo>
                  <ns1:pt x="53" y="18"/>
                  <ns1:pt x="53" y="18"/>
                  <ns1:pt x="53" y="18"/>
                </ns1:cubicBezTo>
                <ns1:cubicBezTo>
                  <ns1:pt x="57" y="21"/>
                  <ns1:pt x="58" y="26"/>
                  <ns1:pt x="58" y="31"/>
                </ns1:cubicBezTo>
                <ns1:cubicBezTo>
                  <ns1:pt x="58" y="36"/>
                  <ns1:pt x="56" y="40"/>
                  <ns1:pt x="53" y="44"/>
                </ns1:cubicBezTo>
                <ns1:cubicBezTo>
                  <ns1:pt x="58" y="49"/>
                  <ns1:pt x="58" y="49"/>
                  <ns1:pt x="58" y="49"/>
                </ns1:cubicBezTo>
                <ns1:cubicBezTo>
                  <ns1:pt x="62" y="46"/>
                  <ns1:pt x="66" y="44"/>
                  <ns1:pt x="71" y="44"/>
                </ns1:cubicBezTo>
                <ns1:cubicBezTo>
                  <ns1:pt x="76" y="44"/>
                  <ns1:pt x="81" y="46"/>
                  <ns1:pt x="84" y="49"/>
                </ns1:cubicBezTo>
                <ns1:cubicBezTo>
                  <ns1:pt x="97" y="62"/>
                  <ns1:pt x="97" y="62"/>
                  <ns1:pt x="97" y="62"/>
                </ns1:cubicBezTo>
                <ns1:cubicBezTo>
                  <ns1:pt x="100" y="65"/>
                  <ns1:pt x="102" y="70"/>
                  <ns1:pt x="102" y="75"/>
                </ns1:cubicBezTo>
                <ns1:cubicBezTo>
                  <ns1:pt x="102" y="79"/>
                  <ns1:pt x="100" y="84"/>
                  <ns1:pt x="97" y="87"/>
                </ns1:cubicBezTo>
                <ns1:close/>
                <ns1:moveTo>
                  <ns1:pt x="45" y="26"/>
                </ns1:moveTo>
                <ns1:cubicBezTo>
                  <ns1:pt x="32" y="13"/>
                  <ns1:pt x="32" y="13"/>
                  <ns1:pt x="32" y="13"/>
                </ns1:cubicBezTo>
                <ns1:cubicBezTo>
                  <ns1:pt x="31" y="12"/>
                  <ns1:pt x="29" y="12"/>
                  <ns1:pt x="28" y="12"/>
                </ns1:cubicBezTo>
                <ns1:cubicBezTo>
                  <ns1:pt x="26" y="12"/>
                  <ns1:pt x="24" y="12"/>
                  <ns1:pt x="23" y="13"/>
                </ns1:cubicBezTo>
                <ns1:cubicBezTo>
                  <ns1:pt x="14" y="22"/>
                  <ns1:pt x="14" y="22"/>
                  <ns1:pt x="14" y="22"/>
                </ns1:cubicBezTo>
                <ns1:cubicBezTo>
                  <ns1:pt x="13" y="24"/>
                  <ns1:pt x="12" y="25"/>
                  <ns1:pt x="12" y="27"/>
                </ns1:cubicBezTo>
                <ns1:cubicBezTo>
                  <ns1:pt x="12" y="28"/>
                  <ns1:pt x="13" y="30"/>
                  <ns1:pt x="14" y="31"/>
                </ns1:cubicBezTo>
                <ns1:cubicBezTo>
                  <ns1:pt x="27" y="44"/>
                  <ns1:pt x="27" y="44"/>
                  <ns1:pt x="27" y="44"/>
                </ns1:cubicBezTo>
                <ns1:cubicBezTo>
                  <ns1:pt x="28" y="45"/>
                  <ns1:pt x="30" y="46"/>
                  <ns1:pt x="31" y="46"/>
                </ns1:cubicBezTo>
                <ns1:cubicBezTo>
                  <ns1:pt x="33" y="46"/>
                  <ns1:pt x="35" y="45"/>
                  <ns1:pt x="36" y="44"/>
                </ns1:cubicBezTo>
                <ns1:cubicBezTo>
                  <ns1:pt x="34" y="42"/>
                  <ns1:pt x="31" y="40"/>
                  <ns1:pt x="31" y="37"/>
                </ns1:cubicBezTo>
                <ns1:cubicBezTo>
                  <ns1:pt x="31" y="33"/>
                  <ns1:pt x="34" y="31"/>
                  <ns1:pt x="37" y="31"/>
                </ns1:cubicBezTo>
                <ns1:cubicBezTo>
                  <ns1:pt x="41" y="31"/>
                  <ns1:pt x="42" y="33"/>
                  <ns1:pt x="44" y="35"/>
                </ns1:cubicBezTo>
                <ns1:cubicBezTo>
                  <ns1:pt x="46" y="34"/>
                  <ns1:pt x="46" y="32"/>
                  <ns1:pt x="46" y="31"/>
                </ns1:cubicBezTo>
                <ns1:cubicBezTo>
                  <ns1:pt x="46" y="29"/>
                  <ns1:pt x="46" y="27"/>
                  <ns1:pt x="45" y="26"/>
                </ns1:cubicBezTo>
                <ns1:close/>
                <ns1:moveTo>
                  <ns1:pt x="89" y="70"/>
                </ns1:moveTo>
                <ns1:cubicBezTo>
                  <ns1:pt x="76" y="57"/>
                  <ns1:pt x="76" y="57"/>
                  <ns1:pt x="76" y="57"/>
                </ns1:cubicBezTo>
                <ns1:cubicBezTo>
                  <ns1:pt x="74" y="56"/>
                  <ns1:pt x="73" y="56"/>
                  <ns1:pt x="71" y="56"/>
                </ns1:cubicBezTo>
                <ns1:cubicBezTo>
                  <ns1:pt x="69" y="56"/>
                  <ns1:pt x="68" y="56"/>
                  <ns1:pt x="67" y="58"/>
                </ns1:cubicBezTo>
                <ns1:cubicBezTo>
                  <ns1:pt x="69" y="60"/>
                  <ns1:pt x="71" y="61"/>
                  <ns1:pt x="71" y="65"/>
                </ns1:cubicBezTo>
                <ns1:cubicBezTo>
                  <ns1:pt x="71" y="68"/>
                  <ns1:pt x="69" y="71"/>
                  <ns1:pt x="65" y="71"/>
                </ns1:cubicBezTo>
                <ns1:cubicBezTo>
                  <ns1:pt x="62" y="71"/>
                  <ns1:pt x="60" y="68"/>
                  <ns1:pt x="58" y="66"/>
                </ns1:cubicBezTo>
                <ns1:cubicBezTo>
                  <ns1:pt x="57" y="67"/>
                  <ns1:pt x="56" y="69"/>
                  <ns1:pt x="56" y="71"/>
                </ns1:cubicBezTo>
                <ns1:cubicBezTo>
                  <ns1:pt x="56" y="72"/>
                  <ns1:pt x="57" y="74"/>
                  <ns1:pt x="58" y="75"/>
                </ns1:cubicBezTo>
                <ns1:cubicBezTo>
                  <ns1:pt x="71" y="88"/>
                  <ns1:pt x="71" y="88"/>
                  <ns1:pt x="71" y="88"/>
                </ns1:cubicBezTo>
                <ns1:cubicBezTo>
                  <ns1:pt x="72" y="89"/>
                  <ns1:pt x="74" y="90"/>
                  <ns1:pt x="75" y="90"/>
                </ns1:cubicBezTo>
                <ns1:cubicBezTo>
                  <ns1:pt x="77" y="90"/>
                  <ns1:pt x="78" y="89"/>
                  <ns1:pt x="79" y="88"/>
                </ns1:cubicBezTo>
                <ns1:cubicBezTo>
                  <ns1:pt x="89" y="79"/>
                  <ns1:pt x="89" y="79"/>
                  <ns1:pt x="89" y="79"/>
                </ns1:cubicBezTo>
                <ns1:cubicBezTo>
                  <ns1:pt x="90" y="78"/>
                  <ns1:pt x="90" y="76"/>
                  <ns1:pt x="90" y="75"/>
                </ns1:cubicBezTo>
                <ns1:cubicBezTo>
                  <ns1:pt x="90" y="73"/>
                  <ns1:pt x="90" y="71"/>
                  <ns1:pt x="89" y="70"/>
                </ns1:cubicBezTo>
                <ns1:close/>
              </ns1:path>
            </ns1:pathLst>
          </ns1:custGeom>
          <ns1:solidFill>
            <ns1:srgbClr val="010101"/>
          </ns1:solidFill>
          <ns1:ln>
            <ns1:noFill/>
          </ns1:ln>
          <ns1:extLst>
            <ns1:ext uri="{91240B29-F687-4F45-9708-019B960494DF}">
              <ns2:hiddenLine w="9525">
                <ns1:solidFill>
                  <ns1:srgbClr val="000000"/>
                </ns1:solidFill>
                <ns1:round/>
                <ns1:headEnd/>
                <ns1:tailEnd/>
              </ns2:hiddenLine>
            </ns1:ext>
          </ns1:extLst>
        </ns0:spPr>
        <ns0:txBody>
          <ns1:bodyPr vert="horz" wrap="square" lIns="91440" tIns="45720" rIns="91440" bIns="45720" numCol="1" anchor="t" anchorCtr="0" compatLnSpc="1">
            <ns1:prstTxWarp prst="textNoShape">
              <ns1:avLst/>
            </ns1:prstTxWarp>
          </ns1:bodyPr>
          <ns1:lstStyle/>
          <ns1:p>
            <ns1:endParaRPr lang="en-US" sz="2700"/>
          </ns1:p>
        </ns0:txBody>
      </ns0:sp>
      <ns0:sp>
        <ns0:nvSpPr>
          <ns0:cNvPr id="163" name="Freeform 161"/>
          <ns0:cNvSpPr>
            <ns1:spLocks/>
          </ns0:cNvSpPr>
          <ns0:nvPr/>
        </ns0:nvSpPr>
        <ns0:spPr bwMode="auto">
          <ns1:xfrm>
            <ns1:off x="8769352" y="5114926"/>
            <ns1:ext cx="449263" cy="330200"/>
          </ns1:xfrm>
          <ns1:custGeom>
            <ns1:avLst/>
            <ns1:gdLst>
              <ns1:gd name="T0" fmla="*/ 96 w 120"/>
              <ns1:gd name="T1" fmla="*/ 88 h 88"/>
              <ns1:gd name="T2" fmla="*/ 28 w 120"/>
              <ns1:gd name="T3" fmla="*/ 88 h 88"/>
              <ns1:gd name="T4" fmla="*/ 0 w 120"/>
              <ns1:gd name="T5" fmla="*/ 60 h 88"/>
              <ns1:gd name="T6" fmla="*/ 16 w 120"/>
              <ns1:gd name="T7" fmla="*/ 34 h 88"/>
              <ns1:gd name="T8" fmla="*/ 16 w 120"/>
              <ns1:gd name="T9" fmla="*/ 32 h 88"/>
              <ns1:gd name="T10" fmla="*/ 48 w 120"/>
              <ns1:gd name="T11" fmla="*/ 0 h 88"/>
              <ns1:gd name="T12" fmla="*/ 78 w 120"/>
              <ns1:gd name="T13" fmla="*/ 20 h 88"/>
              <ns1:gd name="T14" fmla="*/ 88 w 120"/>
              <ns1:gd name="T15" fmla="*/ 16 h 88"/>
              <ns1:gd name="T16" fmla="*/ 104 w 120"/>
              <ns1:gd name="T17" fmla="*/ 32 h 88"/>
              <ns1:gd name="T18" fmla="*/ 101 w 120"/>
              <ns1:gd name="T19" fmla="*/ 40 h 88"/>
              <ns1:gd name="T20" fmla="*/ 120 w 120"/>
              <ns1:gd name="T21" fmla="*/ 64 h 88"/>
              <ns1:gd name="T22" fmla="*/ 96 w 120"/>
              <ns1:gd name="T23" fmla="*/ 88 h 88"/>
            </ns1:gdLst>
            <ns1:ahLst/>
            <ns1:cxnLst>
              <ns1:cxn ang="0">
                <ns1:pos x="T0" y="T1"/>
              </ns1:cxn>
              <ns1:cxn ang="0">
                <ns1:pos x="T2" y="T3"/>
              </ns1:cxn>
              <ns1:cxn ang="0">
                <ns1:pos x="T4" y="T5"/>
              </ns1:cxn>
              <ns1:cxn ang="0">
                <ns1:pos x="T6" y="T7"/>
              </ns1:cxn>
              <ns1:cxn ang="0">
                <ns1:pos x="T8" y="T9"/>
              </ns1:cxn>
              <ns1:cxn ang="0">
                <ns1:pos x="T10" y="T11"/>
              </ns1:cxn>
              <ns1:cxn ang="0">
                <ns1:pos x="T12" y="T13"/>
              </ns1:cxn>
              <ns1:cxn ang="0">
                <ns1:pos x="T14" y="T15"/>
              </ns1:cxn>
              <ns1:cxn ang="0">
                <ns1:pos x="T16" y="T17"/>
              </ns1:cxn>
              <ns1:cxn ang="0">
                <ns1:pos x="T18" y="T19"/>
              </ns1:cxn>
              <ns1:cxn ang="0">
                <ns1:pos x="T20" y="T21"/>
              </ns1:cxn>
              <ns1:cxn ang="0">
                <ns1:pos x="T22" y="T23"/>
              </ns1:cxn>
            </ns1:cxnLst>
            <ns1:rect l="0" t="0" r="r" b="b"/>
            <ns1:pathLst>
              <ns1:path w="120" h="88">
                <ns1:moveTo>
                  <ns1:pt x="96" y="88"/>
                </ns1:moveTo>
                <ns1:cubicBezTo>
                  <ns1:pt x="28" y="88"/>
                  <ns1:pt x="28" y="88"/>
                  <ns1:pt x="28" y="88"/>
                </ns1:cubicBezTo>
                <ns1:cubicBezTo>
                  <ns1:pt x="13" y="88"/>
                  <ns1:pt x="0" y="75"/>
                  <ns1:pt x="0" y="60"/>
                </ns1:cubicBezTo>
                <ns1:cubicBezTo>
                  <ns1:pt x="0" y="48"/>
                  <ns1:pt x="7" y="39"/>
                  <ns1:pt x="16" y="34"/>
                </ns1:cubicBezTo>
                <ns1:cubicBezTo>
                  <ns1:pt x="16" y="33"/>
                  <ns1:pt x="16" y="33"/>
                  <ns1:pt x="16" y="32"/>
                </ns1:cubicBezTo>
                <ns1:cubicBezTo>
                  <ns1:pt x="16" y="14"/>
                  <ns1:pt x="30" y="0"/>
                  <ns1:pt x="48" y="0"/>
                </ns1:cubicBezTo>
                <ns1:cubicBezTo>
                  <ns1:pt x="61" y="0"/>
                  <ns1:pt x="73" y="8"/>
                  <ns1:pt x="78" y="20"/>
                </ns1:cubicBezTo>
                <ns1:cubicBezTo>
                  <ns1:pt x="80" y="17"/>
                  <ns1:pt x="84" y="16"/>
                  <ns1:pt x="88" y="16"/>
                </ns1:cubicBezTo>
                <ns1:cubicBezTo>
                  <ns1:pt x="97" y="16"/>
                  <ns1:pt x="104" y="23"/>
                  <ns1:pt x="104" y="32"/>
                </ns1:cubicBezTo>
                <ns1:cubicBezTo>
                  <ns1:pt x="104" y="35"/>
                  <ns1:pt x="103" y="38"/>
                  <ns1:pt x="101" y="40"/>
                </ns1:cubicBezTo>
                <ns1:cubicBezTo>
                  <ns1:pt x="112" y="43"/>
                  <ns1:pt x="120" y="52"/>
                  <ns1:pt x="120" y="64"/>
                </ns1:cubicBezTo>
                <ns1:cubicBezTo>
                  <ns1:pt x="120" y="77"/>
                  <ns1:pt x="109" y="88"/>
                  <ns1:pt x="96" y="88"/>
                </ns1:cubicBezTo>
                <ns1:close/>
              </ns1:path>
            </ns1:pathLst>
          </ns1:custGeom>
          <ns1:solidFill>
            <ns1:srgbClr val="010101"/>
          </ns1:solidFill>
          <ns1:ln>
            <ns1:noFill/>
          </ns1:ln>
          <ns1:extLst>
            <ns1:ext uri="{91240B29-F687-4F45-9708-019B960494DF}">
              <ns2:hiddenLine w="9525">
                <ns1:solidFill>
                  <ns1:srgbClr val="000000"/>
                </ns1:solidFill>
                <ns1:round/>
                <ns1:headEnd/>
                <ns1:tailEnd/>
              </ns2:hiddenLine>
            </ns1:ext>
          </ns1:extLst>
        </ns0:spPr>
        <ns0:txBody>
          <ns1:bodyPr vert="horz" wrap="square" lIns="91440" tIns="45720" rIns="91440" bIns="45720" numCol="1" anchor="t" anchorCtr="0" compatLnSpc="1">
            <ns1:prstTxWarp prst="textNoShape">
              <ns1:avLst/>
            </ns1:prstTxWarp>
          </ns1:bodyPr>
          <ns1:lstStyle/>
          <ns1:p>
            <ns1:endParaRPr lang="en-US" sz="2700"/>
          </ns1:p>
        </ns0:txBody>
      </ns0:sp>
      <ns0:sp>
        <ns0:nvSpPr>
          <ns0:cNvPr id="164" name="Freeform 162"/>
          <ns0:cNvSpPr>
            <ns1:spLocks noEditPoints="1"/>
          </ns0:cNvSpPr>
          <ns0:nvPr/>
        </ns0:nvSpPr>
        <ns0:spPr bwMode="auto">
          <ns1:xfrm>
            <ns1:off x="9459914" y="5114927"/>
            <ns1:ext cx="360363" cy="360363"/>
          </ns1:xfrm>
          <ns1:custGeom>
            <ns1:avLst/>
            <ns1:gdLst>
              <ns1:gd name="T0" fmla="*/ 84 w 96"/>
              <ns1:gd name="T1" fmla="*/ 96 h 96"/>
              <ns1:gd name="T2" fmla="*/ 12 w 96"/>
              <ns1:gd name="T3" fmla="*/ 96 h 96"/>
              <ns1:gd name="T4" fmla="*/ 5 w 96"/>
              <ns1:gd name="T5" fmla="*/ 82 h 96"/>
              <ns1:gd name="T6" fmla="*/ 36 w 96"/>
              <ns1:gd name="T7" fmla="*/ 33 h 96"/>
              <ns1:gd name="T8" fmla="*/ 36 w 96"/>
              <ns1:gd name="T9" fmla="*/ 8 h 96"/>
              <ns1:gd name="T10" fmla="*/ 32 w 96"/>
              <ns1:gd name="T11" fmla="*/ 8 h 96"/>
              <ns1:gd name="T12" fmla="*/ 28 w 96"/>
              <ns1:gd name="T13" fmla="*/ 4 h 96"/>
              <ns1:gd name="T14" fmla="*/ 32 w 96"/>
              <ns1:gd name="T15" fmla="*/ 0 h 96"/>
              <ns1:gd name="T16" fmla="*/ 64 w 96"/>
              <ns1:gd name="T17" fmla="*/ 0 h 96"/>
              <ns1:gd name="T18" fmla="*/ 68 w 96"/>
              <ns1:gd name="T19" fmla="*/ 4 h 96"/>
              <ns1:gd name="T20" fmla="*/ 64 w 96"/>
              <ns1:gd name="T21" fmla="*/ 8 h 96"/>
              <ns1:gd name="T22" fmla="*/ 60 w 96"/>
              <ns1:gd name="T23" fmla="*/ 8 h 96"/>
              <ns1:gd name="T24" fmla="*/ 60 w 96"/>
              <ns1:gd name="T25" fmla="*/ 33 h 96"/>
              <ns1:gd name="T26" fmla="*/ 92 w 96"/>
              <ns1:gd name="T27" fmla="*/ 82 h 96"/>
              <ns1:gd name="T28" fmla="*/ 84 w 96"/>
              <ns1:gd name="T29" fmla="*/ 96 h 96"/>
              <ns1:gd name="T30" fmla="*/ 26 w 96"/>
              <ns1:gd name="T31" fmla="*/ 64 h 96"/>
              <ns1:gd name="T32" fmla="*/ 70 w 96"/>
              <ns1:gd name="T33" fmla="*/ 64 h 96"/>
              <ns1:gd name="T34" fmla="*/ 53 w 96"/>
              <ns1:gd name="T35" fmla="*/ 37 h 96"/>
              <ns1:gd name="T36" fmla="*/ 52 w 96"/>
              <ns1:gd name="T37" fmla="*/ 35 h 96"/>
              <ns1:gd name="T38" fmla="*/ 52 w 96"/>
              <ns1:gd name="T39" fmla="*/ 33 h 96"/>
              <ns1:gd name="T40" fmla="*/ 52 w 96"/>
              <ns1:gd name="T41" fmla="*/ 8 h 96"/>
              <ns1:gd name="T42" fmla="*/ 44 w 96"/>
              <ns1:gd name="T43" fmla="*/ 8 h 96"/>
              <ns1:gd name="T44" fmla="*/ 44 w 96"/>
              <ns1:gd name="T45" fmla="*/ 33 h 96"/>
              <ns1:gd name="T46" fmla="*/ 44 w 96"/>
              <ns1:gd name="T47" fmla="*/ 35 h 96"/>
              <ns1:gd name="T48" fmla="*/ 43 w 96"/>
              <ns1:gd name="T49" fmla="*/ 37 h 96"/>
              <ns1:gd name="T50" fmla="*/ 26 w 96"/>
              <ns1:gd name="T51" fmla="*/ 64 h 96"/>
            </ns1:gdLst>
            <ns1:ahLst/>
            <ns1:cxnLst>
              <ns1:cxn ang="0">
                <ns1:pos x="T0" y="T1"/>
              </ns1:cxn>
              <ns1:cxn ang="0">
                <ns1:pos x="T2" y="T3"/>
              </ns1:cxn>
              <ns1:cxn ang="0">
                <ns1:pos x="T4" y="T5"/>
              </ns1:cxn>
              <ns1:cxn ang="0">
                <ns1:pos x="T6" y="T7"/>
              </ns1:cxn>
              <ns1:cxn ang="0">
                <ns1:pos x="T8" y="T9"/>
              </ns1:cxn>
              <ns1:cxn ang="0">
                <ns1:pos x="T10" y="T11"/>
              </ns1:cxn>
              <ns1:cxn ang="0">
                <ns1:pos x="T12" y="T13"/>
              </ns1:cxn>
              <ns1:cxn ang="0">
                <ns1:pos x="T14" y="T15"/>
              </ns1:cxn>
              <ns1:cxn ang="0">
                <ns1:pos x="T16" y="T17"/>
              </ns1:cxn>
              <ns1:cxn ang="0">
                <ns1:pos x="T18" y="T19"/>
              </ns1:cxn>
              <ns1:cxn ang="0">
                <ns1:pos x="T20" y="T21"/>
              </ns1:cxn>
              <ns1:cxn ang="0">
                <ns1:pos x="T22" y="T23"/>
              </ns1:cxn>
              <ns1:cxn ang="0">
                <ns1:pos x="T24" y="T25"/>
              </ns1:cxn>
              <ns1:cxn ang="0">
                <ns1:pos x="T26" y="T27"/>
              </ns1:cxn>
              <ns1:cxn ang="0">
                <ns1:pos x="T28" y="T29"/>
              </ns1:cxn>
              <ns1:cxn ang="0">
                <ns1:pos x="T30" y="T31"/>
              </ns1:cxn>
              <ns1:cxn ang="0">
                <ns1:pos x="T32" y="T33"/>
              </ns1:cxn>
              <ns1:cxn ang="0">
                <ns1:pos x="T34" y="T35"/>
              </ns1:cxn>
              <ns1:cxn ang="0">
                <ns1:pos x="T36" y="T37"/>
              </ns1:cxn>
              <ns1:cxn ang="0">
                <ns1:pos x="T38" y="T39"/>
              </ns1:cxn>
              <ns1:cxn ang="0">
                <ns1:pos x="T40" y="T41"/>
              </ns1:cxn>
              <ns1:cxn ang="0">
                <ns1:pos x="T42" y="T43"/>
              </ns1:cxn>
              <ns1:cxn ang="0">
                <ns1:pos x="T44" y="T45"/>
              </ns1:cxn>
              <ns1:cxn ang="0">
                <ns1:pos x="T46" y="T47"/>
              </ns1:cxn>
              <ns1:cxn ang="0">
                <ns1:pos x="T48" y="T49"/>
              </ns1:cxn>
              <ns1:cxn ang="0">
                <ns1:pos x="T50" y="T51"/>
              </ns1:cxn>
            </ns1:cxnLst>
            <ns1:rect l="0" t="0" r="r" b="b"/>
            <ns1:pathLst>
              <ns1:path w="96" h="96">
                <ns1:moveTo>
                  <ns1:pt x="84" y="96"/>
                </ns1:moveTo>
                <ns1:cubicBezTo>
                  <ns1:pt x="12" y="96"/>
                  <ns1:pt x="12" y="96"/>
                  <ns1:pt x="12" y="96"/>
                </ns1:cubicBezTo>
                <ns1:cubicBezTo>
                  <ns1:pt x="3" y="96"/>
                  <ns1:pt x="0" y="90"/>
                  <ns1:pt x="5" y="82"/>
                </ns1:cubicBezTo>
                <ns1:cubicBezTo>
                  <ns1:pt x="36" y="33"/>
                  <ns1:pt x="36" y="33"/>
                  <ns1:pt x="36" y="33"/>
                </ns1:cubicBezTo>
                <ns1:cubicBezTo>
                  <ns1:pt x="36" y="8"/>
                  <ns1:pt x="36" y="8"/>
                  <ns1:pt x="36" y="8"/>
                </ns1:cubicBezTo>
                <ns1:cubicBezTo>
                  <ns1:pt x="32" y="8"/>
                  <ns1:pt x="32" y="8"/>
                  <ns1:pt x="32" y="8"/>
                </ns1:cubicBezTo>
                <ns1:cubicBezTo>
                  <ns1:pt x="30" y="8"/>
                  <ns1:pt x="28" y="6"/>
                  <ns1:pt x="28" y="4"/>
                </ns1:cubicBezTo>
                <ns1:cubicBezTo>
                  <ns1:pt x="28" y="1"/>
                  <ns1:pt x="30" y="0"/>
                  <ns1:pt x="32" y="0"/>
                </ns1:cubicBezTo>
                <ns1:cubicBezTo>
                  <ns1:pt x="64" y="0"/>
                  <ns1:pt x="64" y="0"/>
                  <ns1:pt x="64" y="0"/>
                </ns1:cubicBezTo>
                <ns1:cubicBezTo>
                  <ns1:pt x="66" y="0"/>
                  <ns1:pt x="68" y="1"/>
                  <ns1:pt x="68" y="4"/>
                </ns1:cubicBezTo>
                <ns1:cubicBezTo>
                  <ns1:pt x="68" y="6"/>
                  <ns1:pt x="66" y="8"/>
                  <ns1:pt x="64" y="8"/>
                </ns1:cubicBezTo>
                <ns1:cubicBezTo>
                  <ns1:pt x="60" y="8"/>
                  <ns1:pt x="60" y="8"/>
                  <ns1:pt x="60" y="8"/>
                </ns1:cubicBezTo>
                <ns1:cubicBezTo>
                  <ns1:pt x="60" y="33"/>
                  <ns1:pt x="60" y="33"/>
                  <ns1:pt x="60" y="33"/>
                </ns1:cubicBezTo>
                <ns1:cubicBezTo>
                  <ns1:pt x="92" y="82"/>
                  <ns1:pt x="92" y="82"/>
                  <ns1:pt x="92" y="82"/>
                </ns1:cubicBezTo>
                <ns1:cubicBezTo>
                  <ns1:pt x="96" y="90"/>
                  <ns1:pt x="93" y="96"/>
                  <ns1:pt x="84" y="96"/>
                </ns1:cubicBezTo>
                <ns1:close/>
                <ns1:moveTo>
                  <ns1:pt x="26" y="64"/>
                </ns1:moveTo>
                <ns1:cubicBezTo>
                  <ns1:pt x="70" y="64"/>
                  <ns1:pt x="70" y="64"/>
                  <ns1:pt x="70" y="64"/>
                </ns1:cubicBezTo>
                <ns1:cubicBezTo>
                  <ns1:pt x="53" y="37"/>
                  <ns1:pt x="53" y="37"/>
                  <ns1:pt x="53" y="37"/>
                </ns1:cubicBezTo>
                <ns1:cubicBezTo>
                  <ns1:pt x="52" y="35"/>
                  <ns1:pt x="52" y="35"/>
                  <ns1:pt x="52" y="35"/>
                </ns1:cubicBezTo>
                <ns1:cubicBezTo>
                  <ns1:pt x="52" y="33"/>
                  <ns1:pt x="52" y="33"/>
                  <ns1:pt x="52" y="33"/>
                </ns1:cubicBezTo>
                <ns1:cubicBezTo>
                  <ns1:pt x="52" y="8"/>
                  <ns1:pt x="52" y="8"/>
                  <ns1:pt x="52" y="8"/>
                </ns1:cubicBezTo>
                <ns1:cubicBezTo>
                  <ns1:pt x="44" y="8"/>
                  <ns1:pt x="44" y="8"/>
                  <ns1:pt x="44" y="8"/>
                </ns1:cubicBezTo>
                <ns1:cubicBezTo>
                  <ns1:pt x="44" y="33"/>
                  <ns1:pt x="44" y="33"/>
                  <ns1:pt x="44" y="33"/>
                </ns1:cubicBezTo>
                <ns1:cubicBezTo>
                  <ns1:pt x="44" y="35"/>
                  <ns1:pt x="44" y="35"/>
                  <ns1:pt x="44" y="35"/>
                </ns1:cubicBezTo>
                <ns1:cubicBezTo>
                  <ns1:pt x="43" y="37"/>
                  <ns1:pt x="43" y="37"/>
                  <ns1:pt x="43" y="37"/>
                </ns1:cubicBezTo>
                <ns1:lnTo>
                  <ns1:pt x="26" y="64"/>
                </ns1:lnTo>
                <ns1:close/>
              </ns1:path>
            </ns1:pathLst>
          </ns1:custGeom>
          <ns1:solidFill>
            <ns1:srgbClr val="010101"/>
          </ns1:solidFill>
          <ns1:ln>
            <ns1:noFill/>
          </ns1:ln>
          <ns1:extLst>
            <ns1:ext uri="{91240B29-F687-4F45-9708-019B960494DF}">
              <ns2:hiddenLine w="9525">
                <ns1:solidFill>
                  <ns1:srgbClr val="000000"/>
                </ns1:solidFill>
                <ns1:round/>
                <ns1:headEnd/>
                <ns1:tailEnd/>
              </ns2:hiddenLine>
            </ns1:ext>
          </ns1:extLst>
        </ns0:spPr>
        <ns0:txBody>
          <ns1:bodyPr vert="horz" wrap="square" lIns="91440" tIns="45720" rIns="91440" bIns="45720" numCol="1" anchor="t" anchorCtr="0" compatLnSpc="1">
            <ns1:prstTxWarp prst="textNoShape">
              <ns1:avLst/>
            </ns1:prstTxWarp>
          </ns1:bodyPr>
          <ns1:lstStyle/>
          <ns1:p>
            <ns1:endParaRPr lang="en-US" sz="2700"/>
          </ns1:p>
        </ns0:txBody>
      </ns0:sp>
      <ns0:sp>
        <ns0:nvSpPr>
          <ns0:cNvPr id="165" name="Freeform 163"/>
          <ns0:cNvSpPr>
            <ns1:spLocks noEditPoints="1"/>
          </ns0:cNvSpPr>
          <ns0:nvPr/>
        </ns0:nvSpPr>
        <ns0:spPr bwMode="auto">
          <ns1:xfrm>
            <ns1:off x="10071102" y="5145088"/>
            <ns1:ext cx="423863" cy="330200"/>
          </ns1:xfrm>
          <ns1:custGeom>
            <ns1:avLst/>
            <ns1:gdLst>
              <ns1:gd name="T0" fmla="*/ 113 w 113"/>
              <ns1:gd name="T1" fmla="*/ 72 h 88"/>
              <ns1:gd name="T2" fmla="*/ 103 w 113"/>
              <ns1:gd name="T3" fmla="*/ 79 h 88"/>
              <ns1:gd name="T4" fmla="*/ 99 w 113"/>
              <ns1:gd name="T5" fmla="*/ 79 h 88"/>
              <ns1:gd name="T6" fmla="*/ 49 w 113"/>
              <ns1:gd name="T7" fmla="*/ 59 h 88"/>
              <ns1:gd name="T8" fmla="*/ 49 w 113"/>
              <ns1:gd name="T9" fmla="*/ 65 h 88"/>
              <ns1:gd name="T10" fmla="*/ 20 w 113"/>
              <ns1:gd name="T11" fmla="*/ 88 h 88"/>
              <ns1:gd name="T12" fmla="*/ 1 w 113"/>
              <ns1:gd name="T13" fmla="*/ 70 h 88"/>
              <ns1:gd name="T14" fmla="*/ 30 w 113"/>
              <ns1:gd name="T15" fmla="*/ 48 h 88"/>
              <ns1:gd name="T16" fmla="*/ 41 w 113"/>
              <ns1:gd name="T17" fmla="*/ 48 h 88"/>
              <ns1:gd name="T18" fmla="*/ 41 w 113"/>
              <ns1:gd name="T19" fmla="*/ 39 h 88"/>
              <ns1:gd name="T20" fmla="*/ 30 w 113"/>
              <ns1:gd name="T21" fmla="*/ 40 h 88"/>
              <ns1:gd name="T22" fmla="*/ 1 w 113"/>
              <ns1:gd name="T23" fmla="*/ 17 h 88"/>
              <ns1:gd name="T24" fmla="*/ 20 w 113"/>
              <ns1:gd name="T25" fmla="*/ 0 h 88"/>
              <ns1:gd name="T26" fmla="*/ 49 w 113"/>
              <ns1:gd name="T27" fmla="*/ 22 h 88"/>
              <ns1:gd name="T28" fmla="*/ 49 w 113"/>
              <ns1:gd name="T29" fmla="*/ 28 h 88"/>
              <ns1:gd name="T30" fmla="*/ 99 w 113"/>
              <ns1:gd name="T31" fmla="*/ 8 h 88"/>
              <ns1:gd name="T32" fmla="*/ 103 w 113"/>
              <ns1:gd name="T33" fmla="*/ 8 h 88"/>
              <ns1:gd name="T34" fmla="*/ 113 w 113"/>
              <ns1:gd name="T35" fmla="*/ 15 h 88"/>
              <ns1:gd name="T36" fmla="*/ 80 w 113"/>
              <ns1:gd name="T37" fmla="*/ 44 h 88"/>
              <ns1:gd name="T38" fmla="*/ 37 w 113"/>
              <ns1:gd name="T39" fmla="*/ 60 h 88"/>
              <ns1:gd name="T40" fmla="*/ 18 w 113"/>
              <ns1:gd name="T41" fmla="*/ 61 h 88"/>
              <ns1:gd name="T42" fmla="*/ 20 w 113"/>
              <ns1:gd name="T43" fmla="*/ 78 h 88"/>
              <ns1:gd name="T44" fmla="*/ 37 w 113"/>
              <ns1:gd name="T45" fmla="*/ 60 h 88"/>
              <ns1:gd name="T46" fmla="*/ 20 w 113"/>
              <ns1:gd name="T47" fmla="*/ 10 h 88"/>
              <ns1:gd name="T48" fmla="*/ 18 w 113"/>
              <ns1:gd name="T49" fmla="*/ 26 h 88"/>
              <ns1:gd name="T50" fmla="*/ 37 w 113"/>
              <ns1:gd name="T51" fmla="*/ 27 h 88"/>
              <ns1:gd name="T52" fmla="*/ 63 w 113"/>
              <ns1:gd name="T53" fmla="*/ 52 h 88"/>
              <ns1:gd name="T54" fmla="*/ 101 w 113"/>
              <ns1:gd name="T55" fmla="*/ 12 h 88"/>
              <ns1:gd name="T56" fmla="*/ 53 w 113"/>
              <ns1:gd name="T57" fmla="*/ 46 h 88"/>
              <ns1:gd name="T58" fmla="*/ 43 w 113"/>
              <ns1:gd name="T59" fmla="*/ 52 h 88"/>
              <ns1:gd name="T60" fmla="*/ 45 w 113"/>
              <ns1:gd name="T61" fmla="*/ 54 h 88"/>
              <ns1:gd name="T62" fmla="*/ 57 w 113"/>
              <ns1:gd name="T63" fmla="*/ 50 h 88"/>
              <ns1:gd name="T64" fmla="*/ 49 w 113"/>
              <ns1:gd name="T65" fmla="*/ 39 h 88"/>
              <ns1:gd name="T66" fmla="*/ 51 w 113"/>
              <ns1:gd name="T67" fmla="*/ 35 h 88"/>
              <ns1:gd name="T68" fmla="*/ 47 w 113"/>
              <ns1:gd name="T69" fmla="*/ 32 h 88"/>
              <ns1:gd name="T70" fmla="*/ 44 w 113"/>
              <ns1:gd name="T71" fmla="*/ 35 h 88"/>
              <ns1:gd name="T72" fmla="*/ 43 w 113"/>
              <ns1:gd name="T73" fmla="*/ 36 h 88"/>
              <ns1:gd name="T74" fmla="*/ 65 w 113"/>
              <ns1:gd name="T75" fmla="*/ 44 h 88"/>
              <ns1:gd name="T76" fmla="*/ 57 w 113"/>
              <ns1:gd name="T77" fmla="*/ 44 h 88"/>
              <ns1:gd name="T78" fmla="*/ 65 w 113"/>
              <ns1:gd name="T79" fmla="*/ 44 h 88"/>
              <ns1:gd name="T80" fmla="*/ 76 w 113"/>
              <ns1:gd name="T81" fmla="*/ 46 h 88"/>
              <ns1:gd name="T82" fmla="*/ 64 w 113"/>
              <ns1:gd name="T83" fmla="*/ 55 h 88"/>
              <ns1:gd name="T84" fmla="*/ 109 w 113"/>
              <ns1:gd name="T85" fmla="*/ 72 h 88"/>
            </ns1:gdLst>
            <ns1:ahLst/>
            <ns1:cxnLst>
              <ns1:cxn ang="0">
                <ns1:pos x="T0" y="T1"/>
              </ns1:cxn>
              <ns1:cxn ang="0">
                <ns1:pos x="T2" y="T3"/>
              </ns1:cxn>
              <ns1:cxn ang="0">
                <ns1:pos x="T4" y="T5"/>
              </ns1:cxn>
              <ns1:cxn ang="0">
                <ns1:pos x="T6" y="T7"/>
              </ns1:cxn>
              <ns1:cxn ang="0">
                <ns1:pos x="T8" y="T9"/>
              </ns1:cxn>
              <ns1:cxn ang="0">
                <ns1:pos x="T10" y="T11"/>
              </ns1:cxn>
              <ns1:cxn ang="0">
                <ns1:pos x="T12" y="T13"/>
              </ns1:cxn>
              <ns1:cxn ang="0">
                <ns1:pos x="T14" y="T15"/>
              </ns1:cxn>
              <ns1:cxn ang="0">
                <ns1:pos x="T16" y="T17"/>
              </ns1:cxn>
              <ns1:cxn ang="0">
                <ns1:pos x="T18" y="T19"/>
              </ns1:cxn>
              <ns1:cxn ang="0">
                <ns1:pos x="T20" y="T21"/>
              </ns1:cxn>
              <ns1:cxn ang="0">
                <ns1:pos x="T22" y="T23"/>
              </ns1:cxn>
              <ns1:cxn ang="0">
                <ns1:pos x="T24" y="T25"/>
              </ns1:cxn>
              <ns1:cxn ang="0">
                <ns1:pos x="T26" y="T27"/>
              </ns1:cxn>
              <ns1:cxn ang="0">
                <ns1:pos x="T28" y="T29"/>
              </ns1:cxn>
              <ns1:cxn ang="0">
                <ns1:pos x="T30" y="T31"/>
              </ns1:cxn>
              <ns1:cxn ang="0">
                <ns1:pos x="T32" y="T33"/>
              </ns1:cxn>
              <ns1:cxn ang="0">
                <ns1:pos x="T34" y="T35"/>
              </ns1:cxn>
              <ns1:cxn ang="0">
                <ns1:pos x="T36" y="T37"/>
              </ns1:cxn>
              <ns1:cxn ang="0">
                <ns1:pos x="T38" y="T39"/>
              </ns1:cxn>
              <ns1:cxn ang="0">
                <ns1:pos x="T40" y="T41"/>
              </ns1:cxn>
              <ns1:cxn ang="0">
                <ns1:pos x="T42" y="T43"/>
              </ns1:cxn>
              <ns1:cxn ang="0">
                <ns1:pos x="T44" y="T45"/>
              </ns1:cxn>
              <ns1:cxn ang="0">
                <ns1:pos x="T46" y="T47"/>
              </ns1:cxn>
              <ns1:cxn ang="0">
                <ns1:pos x="T48" y="T49"/>
              </ns1:cxn>
              <ns1:cxn ang="0">
                <ns1:pos x="T50" y="T51"/>
              </ns1:cxn>
              <ns1:cxn ang="0">
                <ns1:pos x="T52" y="T53"/>
              </ns1:cxn>
              <ns1:cxn ang="0">
                <ns1:pos x="T54" y="T55"/>
              </ns1:cxn>
              <ns1:cxn ang="0">
                <ns1:pos x="T56" y="T57"/>
              </ns1:cxn>
              <ns1:cxn ang="0">
                <ns1:pos x="T58" y="T59"/>
              </ns1:cxn>
              <ns1:cxn ang="0">
                <ns1:pos x="T60" y="T61"/>
              </ns1:cxn>
              <ns1:cxn ang="0">
                <ns1:pos x="T62" y="T63"/>
              </ns1:cxn>
              <ns1:cxn ang="0">
                <ns1:pos x="T64" y="T65"/>
              </ns1:cxn>
              <ns1:cxn ang="0">
                <ns1:pos x="T66" y="T67"/>
              </ns1:cxn>
              <ns1:cxn ang="0">
                <ns1:pos x="T68" y="T69"/>
              </ns1:cxn>
              <ns1:cxn ang="0">
                <ns1:pos x="T70" y="T71"/>
              </ns1:cxn>
              <ns1:cxn ang="0">
                <ns1:pos x="T72" y="T73"/>
              </ns1:cxn>
              <ns1:cxn ang="0">
                <ns1:pos x="T74" y="T75"/>
              </ns1:cxn>
              <ns1:cxn ang="0">
                <ns1:pos x="T76" y="T77"/>
              </ns1:cxn>
              <ns1:cxn ang="0">
                <ns1:pos x="T78" y="T79"/>
              </ns1:cxn>
              <ns1:cxn ang="0">
                <ns1:pos x="T80" y="T81"/>
              </ns1:cxn>
              <ns1:cxn ang="0">
                <ns1:pos x="T82" y="T83"/>
              </ns1:cxn>
              <ns1:cxn ang="0">
                <ns1:pos x="T84" y="T85"/>
              </ns1:cxn>
            </ns1:cxnLst>
            <ns1:rect l="0" t="0" r="r" b="b"/>
            <ns1:pathLst>
              <ns1:path w="113" h="88">
                <ns1:moveTo>
                  <ns1:pt x="111" y="68"/>
                </ns1:moveTo>
                <ns1:cubicBezTo>
                  <ns1:pt x="112" y="69"/>
                  <ns1:pt x="113" y="71"/>
                  <ns1:pt x="113" y="72"/>
                </ns1:cubicBezTo>
                <ns1:cubicBezTo>
                  <ns1:pt x="113" y="73"/>
                  <ns1:pt x="112" y="75"/>
                  <ns1:pt x="111" y="75"/>
                </ns1:cubicBezTo>
                <ns1:cubicBezTo>
                  <ns1:pt x="103" y="79"/>
                  <ns1:pt x="103" y="79"/>
                  <ns1:pt x="103" y="79"/>
                </ns1:cubicBezTo>
                <ns1:cubicBezTo>
                  <ns1:pt x="102" y="79"/>
                  <ns1:pt x="101" y="80"/>
                  <ns1:pt x="101" y="80"/>
                </ns1:cubicBezTo>
                <ns1:cubicBezTo>
                  <ns1:pt x="100" y="80"/>
                  <ns1:pt x="99" y="79"/>
                  <ns1:pt x="99" y="79"/>
                </ns1:cubicBezTo>
                <ns1:cubicBezTo>
                  <ns1:pt x="56" y="55"/>
                  <ns1:pt x="56" y="55"/>
                  <ns1:pt x="56" y="55"/>
                </ns1:cubicBezTo>
                <ns1:cubicBezTo>
                  <ns1:pt x="49" y="59"/>
                  <ns1:pt x="49" y="59"/>
                  <ns1:pt x="49" y="59"/>
                </ns1:cubicBezTo>
                <ns1:cubicBezTo>
                  <ns1:pt x="49" y="59"/>
                  <ns1:pt x="48" y="59"/>
                  <ns1:pt x="48" y="59"/>
                </ns1:cubicBezTo>
                <ns1:cubicBezTo>
                  <ns1:pt x="49" y="61"/>
                  <ns1:pt x="49" y="63"/>
                  <ns1:pt x="49" y="65"/>
                </ns1:cubicBezTo>
                <ns1:cubicBezTo>
                  <ns1:pt x="48" y="72"/>
                  <ns1:pt x="44" y="78"/>
                  <ns1:pt x="37" y="82"/>
                </ns1:cubicBezTo>
                <ns1:cubicBezTo>
                  <ns1:pt x="32" y="86"/>
                  <ns1:pt x="26" y="88"/>
                  <ns1:pt x="20" y="88"/>
                </ns1:cubicBezTo>
                <ns1:cubicBezTo>
                  <ns1:pt x="14" y="88"/>
                  <ns1:pt x="9" y="86"/>
                  <ns1:pt x="6" y="83"/>
                </ns1:cubicBezTo>
                <ns1:cubicBezTo>
                  <ns1:pt x="2" y="79"/>
                  <ns1:pt x="0" y="75"/>
                  <ns1:pt x="1" y="70"/>
                </ns1:cubicBezTo>
                <ns1:cubicBezTo>
                  <ns1:pt x="1" y="63"/>
                  <ns1:pt x="6" y="57"/>
                  <ns1:pt x="13" y="53"/>
                </ns1:cubicBezTo>
                <ns1:cubicBezTo>
                  <ns1:pt x="18" y="50"/>
                  <ns1:pt x="24" y="48"/>
                  <ns1:pt x="30" y="48"/>
                </ns1:cubicBezTo>
                <ns1:cubicBezTo>
                  <ns1:pt x="33" y="48"/>
                  <ns1:pt x="37" y="48"/>
                  <ns1:pt x="39" y="50"/>
                </ns1:cubicBezTo>
                <ns1:cubicBezTo>
                  <ns1:pt x="40" y="49"/>
                  <ns1:pt x="40" y="49"/>
                  <ns1:pt x="41" y="48"/>
                </ns1:cubicBezTo>
                <ns1:cubicBezTo>
                  <ns1:pt x="48" y="44"/>
                  <ns1:pt x="48" y="44"/>
                  <ns1:pt x="48" y="44"/>
                </ns1:cubicBezTo>
                <ns1:cubicBezTo>
                  <ns1:pt x="41" y="39"/>
                  <ns1:pt x="41" y="39"/>
                  <ns1:pt x="41" y="39"/>
                </ns1:cubicBezTo>
                <ns1:cubicBezTo>
                  <ns1:pt x="40" y="39"/>
                  <ns1:pt x="40" y="38"/>
                  <ns1:pt x="39" y="38"/>
                </ns1:cubicBezTo>
                <ns1:cubicBezTo>
                  <ns1:pt x="37" y="39"/>
                  <ns1:pt x="33" y="40"/>
                  <ns1:pt x="30" y="40"/>
                </ns1:cubicBezTo>
                <ns1:cubicBezTo>
                  <ns1:pt x="24" y="40"/>
                  <ns1:pt x="18" y="38"/>
                  <ns1:pt x="13" y="34"/>
                </ns1:cubicBezTo>
                <ns1:cubicBezTo>
                  <ns1:pt x="6" y="30"/>
                  <ns1:pt x="1" y="24"/>
                  <ns1:pt x="1" y="17"/>
                </ns1:cubicBezTo>
                <ns1:cubicBezTo>
                  <ns1:pt x="0" y="13"/>
                  <ns1:pt x="2" y="8"/>
                  <ns1:pt x="6" y="5"/>
                </ns1:cubicBezTo>
                <ns1:cubicBezTo>
                  <ns1:pt x="9" y="1"/>
                  <ns1:pt x="14" y="0"/>
                  <ns1:pt x="20" y="0"/>
                </ns1:cubicBezTo>
                <ns1:cubicBezTo>
                  <ns1:pt x="26" y="0"/>
                  <ns1:pt x="32" y="2"/>
                  <ns1:pt x="37" y="5"/>
                </ns1:cubicBezTo>
                <ns1:cubicBezTo>
                  <ns1:pt x="44" y="9"/>
                  <ns1:pt x="48" y="15"/>
                  <ns1:pt x="49" y="22"/>
                </ns1:cubicBezTo>
                <ns1:cubicBezTo>
                  <ns1:pt x="49" y="24"/>
                  <ns1:pt x="49" y="26"/>
                  <ns1:pt x="48" y="28"/>
                </ns1:cubicBezTo>
                <ns1:cubicBezTo>
                  <ns1:pt x="48" y="28"/>
                  <ns1:pt x="49" y="28"/>
                  <ns1:pt x="49" y="28"/>
                </ns1:cubicBezTo>
                <ns1:cubicBezTo>
                  <ns1:pt x="56" y="32"/>
                  <ns1:pt x="56" y="32"/>
                  <ns1:pt x="56" y="32"/>
                </ns1:cubicBezTo>
                <ns1:cubicBezTo>
                  <ns1:pt x="99" y="8"/>
                  <ns1:pt x="99" y="8"/>
                  <ns1:pt x="99" y="8"/>
                </ns1:cubicBezTo>
                <ns1:cubicBezTo>
                  <ns1:pt x="99" y="8"/>
                  <ns1:pt x="100" y="8"/>
                  <ns1:pt x="101" y="8"/>
                </ns1:cubicBezTo>
                <ns1:cubicBezTo>
                  <ns1:pt x="101" y="8"/>
                  <ns1:pt x="102" y="8"/>
                  <ns1:pt x="103" y="8"/>
                </ns1:cubicBezTo>
                <ns1:cubicBezTo>
                  <ns1:pt x="111" y="12"/>
                  <ns1:pt x="111" y="12"/>
                  <ns1:pt x="111" y="12"/>
                </ns1:cubicBezTo>
                <ns1:cubicBezTo>
                  <ns1:pt x="112" y="13"/>
                  <ns1:pt x="113" y="14"/>
                  <ns1:pt x="113" y="15"/>
                </ns1:cubicBezTo>
                <ns1:cubicBezTo>
                  <ns1:pt x="113" y="17"/>
                  <ns1:pt x="112" y="18"/>
                  <ns1:pt x="111" y="19"/>
                </ns1:cubicBezTo>
                <ns1:cubicBezTo>
                  <ns1:pt x="80" y="44"/>
                  <ns1:pt x="80" y="44"/>
                  <ns1:pt x="80" y="44"/>
                </ns1:cubicBezTo>
                <ns1:lnTo>
                  <ns1:pt x="111" y="68"/>
                </ns1:lnTo>
                <ns1:close/>
                <ns1:moveTo>
                  <ns1:pt x="37" y="60"/>
                </ns1:moveTo>
                <ns1:cubicBezTo>
                  <ns1:pt x="35" y="58"/>
                  <ns1:pt x="33" y="58"/>
                  <ns1:pt x="30" y="58"/>
                </ns1:cubicBezTo>
                <ns1:cubicBezTo>
                  <ns1:pt x="26" y="58"/>
                  <ns1:pt x="22" y="59"/>
                  <ns1:pt x="18" y="61"/>
                </ns1:cubicBezTo>
                <ns1:cubicBezTo>
                  <ns1:pt x="11" y="66"/>
                  <ns1:pt x="9" y="72"/>
                  <ns1:pt x="13" y="75"/>
                </ns1:cubicBezTo>
                <ns1:cubicBezTo>
                  <ns1:pt x="14" y="77"/>
                  <ns1:pt x="17" y="78"/>
                  <ns1:pt x="20" y="78"/>
                </ns1:cubicBezTo>
                <ns1:cubicBezTo>
                  <ns1:pt x="23" y="78"/>
                  <ns1:pt x="28" y="76"/>
                  <ns1:pt x="32" y="74"/>
                </ns1:cubicBezTo>
                <ns1:cubicBezTo>
                  <ns1:pt x="38" y="70"/>
                  <ns1:pt x="41" y="63"/>
                  <ns1:pt x="37" y="60"/>
                </ns1:cubicBezTo>
                <ns1:close/>
                <ns1:moveTo>
                  <ns1:pt x="32" y="13"/>
                </ns1:moveTo>
                <ns1:cubicBezTo>
                  <ns1:pt x="28" y="11"/>
                  <ns1:pt x="23" y="10"/>
                  <ns1:pt x="20" y="10"/>
                </ns1:cubicBezTo>
                <ns1:cubicBezTo>
                  <ns1:pt x="17" y="10"/>
                  <ns1:pt x="14" y="10"/>
                  <ns1:pt x="13" y="12"/>
                </ns1:cubicBezTo>
                <ns1:cubicBezTo>
                  <ns1:pt x="9" y="15"/>
                  <ns1:pt x="11" y="22"/>
                  <ns1:pt x="18" y="26"/>
                </ns1:cubicBezTo>
                <ns1:cubicBezTo>
                  <ns1:pt x="22" y="28"/>
                  <ns1:pt x="26" y="30"/>
                  <ns1:pt x="30" y="30"/>
                </ns1:cubicBezTo>
                <ns1:cubicBezTo>
                  <ns1:pt x="33" y="30"/>
                  <ns1:pt x="35" y="29"/>
                  <ns1:pt x="37" y="27"/>
                </ns1:cubicBezTo>
                <ns1:cubicBezTo>
                  <ns1:pt x="41" y="24"/>
                  <ns1:pt x="38" y="18"/>
                  <ns1:pt x="32" y="13"/>
                </ns1:cubicBezTo>
                <ns1:close/>
                <ns1:moveTo>
                  <ns1:pt x="63" y="52"/>
                </ns1:moveTo>
                <ns1:cubicBezTo>
                  <ns1:pt x="109" y="16"/>
                  <ns1:pt x="109" y="16"/>
                  <ns1:pt x="109" y="16"/>
                </ns1:cubicBezTo>
                <ns1:cubicBezTo>
                  <ns1:pt x="101" y="12"/>
                  <ns1:pt x="101" y="12"/>
                  <ns1:pt x="101" y="12"/>
                </ns1:cubicBezTo>
                <ns1:cubicBezTo>
                  <ns1:pt x="53" y="39"/>
                  <ns1:pt x="53" y="39"/>
                  <ns1:pt x="53" y="39"/>
                </ns1:cubicBezTo>
                <ns1:cubicBezTo>
                  <ns1:pt x="53" y="46"/>
                  <ns1:pt x="53" y="46"/>
                  <ns1:pt x="53" y="46"/>
                </ns1:cubicBezTo>
                <ns1:cubicBezTo>
                  <ns1:pt x="43" y="52"/>
                  <ns1:pt x="43" y="52"/>
                  <ns1:pt x="43" y="52"/>
                </ns1:cubicBezTo>
                <ns1:cubicBezTo>
                  <ns1:pt x="43" y="52"/>
                  <ns1:pt x="43" y="52"/>
                  <ns1:pt x="43" y="52"/>
                </ns1:cubicBezTo>
                <ns1:cubicBezTo>
                  <ns1:pt x="43" y="52"/>
                  <ns1:pt x="44" y="52"/>
                  <ns1:pt x="44" y="52"/>
                </ns1:cubicBezTo>
                <ns1:cubicBezTo>
                  <ns1:pt x="44" y="53"/>
                  <ns1:pt x="45" y="53"/>
                  <ns1:pt x="45" y="54"/>
                </ns1:cubicBezTo>
                <ns1:cubicBezTo>
                  <ns1:pt x="47" y="56"/>
                  <ns1:pt x="47" y="56"/>
                  <ns1:pt x="47" y="56"/>
                </ns1:cubicBezTo>
                <ns1:cubicBezTo>
                  <ns1:pt x="57" y="50"/>
                  <ns1:pt x="57" y="50"/>
                  <ns1:pt x="57" y="50"/>
                </ns1:cubicBezTo>
                <ns1:lnTo>
                  <ns1:pt x="63" y="52"/>
                </ns1:lnTo>
                <ns1:close/>
                <ns1:moveTo>
                  <ns1:pt x="49" y="39"/>
                </ns1:moveTo>
                <ns1:cubicBezTo>
                  <ns1:pt x="49" y="39"/>
                  <ns1:pt x="49" y="39"/>
                  <ns1:pt x="49" y="39"/>
                </ns1:cubicBezTo>
                <ns1:cubicBezTo>
                  <ns1:pt x="49" y="37"/>
                  <ns1:pt x="50" y="36"/>
                  <ns1:pt x="51" y="35"/>
                </ns1:cubicBezTo>
                <ns1:cubicBezTo>
                  <ns1:pt x="52" y="35"/>
                  <ns1:pt x="52" y="35"/>
                  <ns1:pt x="52" y="35"/>
                </ns1:cubicBezTo>
                <ns1:cubicBezTo>
                  <ns1:pt x="47" y="32"/>
                  <ns1:pt x="47" y="32"/>
                  <ns1:pt x="47" y="32"/>
                </ns1:cubicBezTo>
                <ns1:cubicBezTo>
                  <ns1:pt x="45" y="33"/>
                  <ns1:pt x="45" y="33"/>
                  <ns1:pt x="45" y="33"/>
                </ns1:cubicBezTo>
                <ns1:cubicBezTo>
                  <ns1:pt x="45" y="34"/>
                  <ns1:pt x="44" y="34"/>
                  <ns1:pt x="44" y="35"/>
                </ns1:cubicBezTo>
                <ns1:cubicBezTo>
                  <ns1:pt x="44" y="35"/>
                  <ns1:pt x="43" y="35"/>
                  <ns1:pt x="43" y="35"/>
                </ns1:cubicBezTo>
                <ns1:cubicBezTo>
                  <ns1:pt x="43" y="36"/>
                  <ns1:pt x="43" y="36"/>
                  <ns1:pt x="43" y="36"/>
                </ns1:cubicBezTo>
                <ns1:lnTo>
                  <ns1:pt x="49" y="39"/>
                </ns1:lnTo>
                <ns1:close/>
                <ns1:moveTo>
                  <ns1:pt x="65" y="44"/>
                </ns1:moveTo>
                <ns1:cubicBezTo>
                  <ns1:pt x="65" y="46"/>
                  <ns1:pt x="63" y="48"/>
                  <ns1:pt x="61" y="48"/>
                </ns1:cubicBezTo>
                <ns1:cubicBezTo>
                  <ns1:pt x="59" y="48"/>
                  <ns1:pt x="57" y="46"/>
                  <ns1:pt x="57" y="44"/>
                </ns1:cubicBezTo>
                <ns1:cubicBezTo>
                  <ns1:pt x="57" y="41"/>
                  <ns1:pt x="59" y="40"/>
                  <ns1:pt x="61" y="40"/>
                </ns1:cubicBezTo>
                <ns1:cubicBezTo>
                  <ns1:pt x="63" y="40"/>
                  <ns1:pt x="65" y="41"/>
                  <ns1:pt x="65" y="44"/>
                </ns1:cubicBezTo>
                <ns1:close/>
                <ns1:moveTo>
                  <ns1:pt x="109" y="72"/>
                </ns1:moveTo>
                <ns1:cubicBezTo>
                  <ns1:pt x="76" y="46"/>
                  <ns1:pt x="76" y="46"/>
                  <ns1:pt x="76" y="46"/>
                </ns1:cubicBezTo>
                <ns1:cubicBezTo>
                  <ns1:pt x="65" y="55"/>
                  <ns1:pt x="65" y="55"/>
                  <ns1:pt x="65" y="55"/>
                </ns1:cubicBezTo>
                <ns1:cubicBezTo>
                  <ns1:pt x="65" y="55"/>
                  <ns1:pt x="65" y="55"/>
                  <ns1:pt x="64" y="55"/>
                </ns1:cubicBezTo>
                <ns1:cubicBezTo>
                  <ns1:pt x="101" y="76"/>
                  <ns1:pt x="101" y="76"/>
                  <ns1:pt x="101" y="76"/>
                </ns1:cubicBezTo>
                <ns1:lnTo>
                  <ns1:pt x="109" y="72"/>
                </ns1:lnTo>
                <ns1:close/>
              </ns1:path>
            </ns1:pathLst>
          </ns1:custGeom>
          <ns1:solidFill>
            <ns1:srgbClr val="010101"/>
          </ns1:solidFill>
          <ns1:ln>
            <ns1:noFill/>
          </ns1:ln>
          <ns1:extLst>
            <ns1:ext uri="{91240B29-F687-4F45-9708-019B960494DF}">
              <ns2:hiddenLine w="9525">
                <ns1:solidFill>
                  <ns1:srgbClr val="000000"/>
                </ns1:solidFill>
                <ns1:round/>
                <ns1:headEnd/>
                <ns1:tailEnd/>
              </ns2:hiddenLine>
            </ns1:ext>
          </ns1:extLst>
        </ns0:spPr>
        <ns0:txBody>
          <ns1:bodyPr vert="horz" wrap="square" lIns="91440" tIns="45720" rIns="91440" bIns="45720" numCol="1" anchor="t" anchorCtr="0" compatLnSpc="1">
            <ns1:prstTxWarp prst="textNoShape">
              <ns1:avLst/>
            </ns1:prstTxWarp>
          </ns1:bodyPr>
          <ns1:lstStyle/>
          <ns1:p>
            <ns1:endParaRPr lang="en-US" sz="2700"/>
          </ns1:p>
        </ns0:txBody>
      </ns0:sp>
      <ns0:sp>
        <ns0:nvSpPr>
          <ns0:cNvPr id="166" name="Freeform 164"/>
          <ns0:cNvSpPr>
            <ns1:spLocks noEditPoints="1"/>
          </ns0:cNvSpPr>
          <ns0:nvPr/>
        </ns0:nvSpPr>
        <ns0:spPr bwMode="auto">
          <ns1:xfrm>
            <ns1:off x="10720388" y="5084763"/>
            <ns1:ext cx="420688" cy="420688"/>
          </ns1:xfrm>
          <ns1:custGeom>
            <ns1:avLst/>
            <ns1:gdLst>
              <ns1:gd name="T0" fmla="*/ 112 w 112"/>
              <ns1:gd name="T1" fmla="*/ 30 h 112"/>
              <ns1:gd name="T2" fmla="*/ 112 w 112"/>
              <ns1:gd name="T3" fmla="*/ 106 h 112"/>
              <ns1:gd name="T4" fmla="*/ 106 w 112"/>
              <ns1:gd name="T5" fmla="*/ 112 h 112"/>
              <ns1:gd name="T6" fmla="*/ 46 w 112"/>
              <ns1:gd name="T7" fmla="*/ 112 h 112"/>
              <ns1:gd name="T8" fmla="*/ 40 w 112"/>
              <ns1:gd name="T9" fmla="*/ 106 h 112"/>
              <ns1:gd name="T10" fmla="*/ 40 w 112"/>
              <ns1:gd name="T11" fmla="*/ 88 h 112"/>
              <ns1:gd name="T12" fmla="*/ 6 w 112"/>
              <ns1:gd name="T13" fmla="*/ 88 h 112"/>
              <ns1:gd name="T14" fmla="*/ 0 w 112"/>
              <ns1:gd name="T15" fmla="*/ 82 h 112"/>
              <ns1:gd name="T16" fmla="*/ 0 w 112"/>
              <ns1:gd name="T17" fmla="*/ 40 h 112"/>
              <ns1:gd name="T18" fmla="*/ 4 w 112"/>
              <ns1:gd name="T19" fmla="*/ 29 h 112"/>
              <ns1:gd name="T20" fmla="*/ 30 w 112"/>
              <ns1:gd name="T21" fmla="*/ 4 h 112"/>
              <ns1:gd name="T22" fmla="*/ 40 w 112"/>
              <ns1:gd name="T23" fmla="*/ 0 h 112"/>
              <ns1:gd name="T24" fmla="*/ 66 w 112"/>
              <ns1:gd name="T25" fmla="*/ 0 h 112"/>
              <ns1:gd name="T26" fmla="*/ 72 w 112"/>
              <ns1:gd name="T27" fmla="*/ 6 h 112"/>
              <ns1:gd name="T28" fmla="*/ 72 w 112"/>
              <ns1:gd name="T29" fmla="*/ 26 h 112"/>
              <ns1:gd name="T30" fmla="*/ 80 w 112"/>
              <ns1:gd name="T31" fmla="*/ 24 h 112"/>
              <ns1:gd name="T32" fmla="*/ 106 w 112"/>
              <ns1:gd name="T33" fmla="*/ 24 h 112"/>
              <ns1:gd name="T34" fmla="*/ 112 w 112"/>
              <ns1:gd name="T35" fmla="*/ 30 h 112"/>
              <ns1:gd name="T36" fmla="*/ 64 w 112"/>
              <ns1:gd name="T37" fmla="*/ 34 h 112"/>
              <ns1:gd name="T38" fmla="*/ 64 w 112"/>
              <ns1:gd name="T39" fmla="*/ 8 h 112"/>
              <ns1:gd name="T40" fmla="*/ 40 w 112"/>
              <ns1:gd name="T41" fmla="*/ 8 h 112"/>
              <ns1:gd name="T42" fmla="*/ 40 w 112"/>
              <ns1:gd name="T43" fmla="*/ 34 h 112"/>
              <ns1:gd name="T44" fmla="*/ 34 w 112"/>
              <ns1:gd name="T45" fmla="*/ 40 h 112"/>
              <ns1:gd name="T46" fmla="*/ 8 w 112"/>
              <ns1:gd name="T47" fmla="*/ 40 h 112"/>
              <ns1:gd name="T48" fmla="*/ 8 w 112"/>
              <ns1:gd name="T49" fmla="*/ 80 h 112"/>
              <ns1:gd name="T50" fmla="*/ 40 w 112"/>
              <ns1:gd name="T51" fmla="*/ 80 h 112"/>
              <ns1:gd name="T52" fmla="*/ 40 w 112"/>
              <ns1:gd name="T53" fmla="*/ 64 h 112"/>
              <ns1:gd name="T54" fmla="*/ 44 w 112"/>
              <ns1:gd name="T55" fmla="*/ 53 h 112"/>
              <ns1:gd name="T56" fmla="*/ 64 w 112"/>
              <ns1:gd name="T57" fmla="*/ 34 h 112"/>
              <ns1:gd name="T58" fmla="*/ 13 w 112"/>
              <ns1:gd name="T59" fmla="*/ 32 h 112"/>
              <ns1:gd name="T60" fmla="*/ 32 w 112"/>
              <ns1:gd name="T61" fmla="*/ 32 h 112"/>
              <ns1:gd name="T62" fmla="*/ 32 w 112"/>
              <ns1:gd name="T63" fmla="*/ 13 h 112"/>
              <ns1:gd name="T64" fmla="*/ 13 w 112"/>
              <ns1:gd name="T65" fmla="*/ 32 h 112"/>
              <ns1:gd name="T66" fmla="*/ 104 w 112"/>
              <ns1:gd name="T67" fmla="*/ 32 h 112"/>
              <ns1:gd name="T68" fmla="*/ 80 w 112"/>
              <ns1:gd name="T69" fmla="*/ 32 h 112"/>
              <ns1:gd name="T70" fmla="*/ 80 w 112"/>
              <ns1:gd name="T71" fmla="*/ 58 h 112"/>
              <ns1:gd name="T72" fmla="*/ 74 w 112"/>
              <ns1:gd name="T73" fmla="*/ 64 h 112"/>
              <ns1:gd name="T74" fmla="*/ 48 w 112"/>
              <ns1:gd name="T75" fmla="*/ 64 h 112"/>
              <ns1:gd name="T76" fmla="*/ 48 w 112"/>
              <ns1:gd name="T77" fmla="*/ 104 h 112"/>
              <ns1:gd name="T78" fmla="*/ 104 w 112"/>
              <ns1:gd name="T79" fmla="*/ 104 h 112"/>
              <ns1:gd name="T80" fmla="*/ 104 w 112"/>
              <ns1:gd name="T81" fmla="*/ 32 h 112"/>
              <ns1:gd name="T82" fmla="*/ 53 w 112"/>
              <ns1:gd name="T83" fmla="*/ 56 h 112"/>
              <ns1:gd name="T84" fmla="*/ 72 w 112"/>
              <ns1:gd name="T85" fmla="*/ 56 h 112"/>
              <ns1:gd name="T86" fmla="*/ 72 w 112"/>
              <ns1:gd name="T87" fmla="*/ 37 h 112"/>
              <ns1:gd name="T88" fmla="*/ 53 w 112"/>
              <ns1:gd name="T89" fmla="*/ 56 h 112"/>
            </ns1:gdLst>
            <ns1:ahLst/>
            <ns1:cxnLst>
              <ns1:cxn ang="0">
                <ns1:pos x="T0" y="T1"/>
              </ns1:cxn>
              <ns1:cxn ang="0">
                <ns1:pos x="T2" y="T3"/>
              </ns1:cxn>
              <ns1:cxn ang="0">
                <ns1:pos x="T4" y="T5"/>
              </ns1:cxn>
              <ns1:cxn ang="0">
                <ns1:pos x="T6" y="T7"/>
              </ns1:cxn>
              <ns1:cxn ang="0">
                <ns1:pos x="T8" y="T9"/>
              </ns1:cxn>
              <ns1:cxn ang="0">
                <ns1:pos x="T10" y="T11"/>
              </ns1:cxn>
              <ns1:cxn ang="0">
                <ns1:pos x="T12" y="T13"/>
              </ns1:cxn>
              <ns1:cxn ang="0">
                <ns1:pos x="T14" y="T15"/>
              </ns1:cxn>
              <ns1:cxn ang="0">
                <ns1:pos x="T16" y="T17"/>
              </ns1:cxn>
              <ns1:cxn ang="0">
                <ns1:pos x="T18" y="T19"/>
              </ns1:cxn>
              <ns1:cxn ang="0">
                <ns1:pos x="T20" y="T21"/>
              </ns1:cxn>
              <ns1:cxn ang="0">
                <ns1:pos x="T22" y="T23"/>
              </ns1:cxn>
              <ns1:cxn ang="0">
                <ns1:pos x="T24" y="T25"/>
              </ns1:cxn>
              <ns1:cxn ang="0">
                <ns1:pos x="T26" y="T27"/>
              </ns1:cxn>
              <ns1:cxn ang="0">
                <ns1:pos x="T28" y="T29"/>
              </ns1:cxn>
              <ns1:cxn ang="0">
                <ns1:pos x="T30" y="T31"/>
              </ns1:cxn>
              <ns1:cxn ang="0">
                <ns1:pos x="T32" y="T33"/>
              </ns1:cxn>
              <ns1:cxn ang="0">
                <ns1:pos x="T34" y="T35"/>
              </ns1:cxn>
              <ns1:cxn ang="0">
                <ns1:pos x="T36" y="T37"/>
              </ns1:cxn>
              <ns1:cxn ang="0">
                <ns1:pos x="T38" y="T39"/>
              </ns1:cxn>
              <ns1:cxn ang="0">
                <ns1:pos x="T40" y="T41"/>
              </ns1:cxn>
              <ns1:cxn ang="0">
                <ns1:pos x="T42" y="T43"/>
              </ns1:cxn>
              <ns1:cxn ang="0">
                <ns1:pos x="T44" y="T45"/>
              </ns1:cxn>
              <ns1:cxn ang="0">
                <ns1:pos x="T46" y="T47"/>
              </ns1:cxn>
              <ns1:cxn ang="0">
                <ns1:pos x="T48" y="T49"/>
              </ns1:cxn>
              <ns1:cxn ang="0">
                <ns1:pos x="T50" y="T51"/>
              </ns1:cxn>
              <ns1:cxn ang="0">
                <ns1:pos x="T52" y="T53"/>
              </ns1:cxn>
              <ns1:cxn ang="0">
                <ns1:pos x="T54" y="T55"/>
              </ns1:cxn>
              <ns1:cxn ang="0">
                <ns1:pos x="T56" y="T57"/>
              </ns1:cxn>
              <ns1:cxn ang="0">
                <ns1:pos x="T58" y="T59"/>
              </ns1:cxn>
              <ns1:cxn ang="0">
                <ns1:pos x="T60" y="T61"/>
              </ns1:cxn>
              <ns1:cxn ang="0">
                <ns1:pos x="T62" y="T63"/>
              </ns1:cxn>
              <ns1:cxn ang="0">
                <ns1:pos x="T64" y="T65"/>
              </ns1:cxn>
              <ns1:cxn ang="0">
                <ns1:pos x="T66" y="T67"/>
              </ns1:cxn>
              <ns1:cxn ang="0">
                <ns1:pos x="T68" y="T69"/>
              </ns1:cxn>
              <ns1:cxn ang="0">
                <ns1:pos x="T70" y="T71"/>
              </ns1:cxn>
              <ns1:cxn ang="0">
                <ns1:pos x="T72" y="T73"/>
              </ns1:cxn>
              <ns1:cxn ang="0">
                <ns1:pos x="T74" y="T75"/>
              </ns1:cxn>
              <ns1:cxn ang="0">
                <ns1:pos x="T76" y="T77"/>
              </ns1:cxn>
              <ns1:cxn ang="0">
                <ns1:pos x="T78" y="T79"/>
              </ns1:cxn>
              <ns1:cxn ang="0">
                <ns1:pos x="T80" y="T81"/>
              </ns1:cxn>
              <ns1:cxn ang="0">
                <ns1:pos x="T82" y="T83"/>
              </ns1:cxn>
              <ns1:cxn ang="0">
                <ns1:pos x="T84" y="T85"/>
              </ns1:cxn>
              <ns1:cxn ang="0">
                <ns1:pos x="T86" y="T87"/>
              </ns1:cxn>
              <ns1:cxn ang="0">
                <ns1:pos x="T88" y="T89"/>
              </ns1:cxn>
            </ns1:cxnLst>
            <ns1:rect l="0" t="0" r="r" b="b"/>
            <ns1:pathLst>
              <ns1:path w="112" h="112">
                <ns1:moveTo>
                  <ns1:pt x="112" y="30"/>
                </ns1:moveTo>
                <ns1:cubicBezTo>
                  <ns1:pt x="112" y="106"/>
                  <ns1:pt x="112" y="106"/>
                  <ns1:pt x="112" y="106"/>
                </ns1:cubicBezTo>
                <ns1:cubicBezTo>
                  <ns1:pt x="112" y="109"/>
                  <ns1:pt x="109" y="112"/>
                  <ns1:pt x="106" y="112"/>
                </ns1:cubicBezTo>
                <ns1:cubicBezTo>
                  <ns1:pt x="46" y="112"/>
                  <ns1:pt x="46" y="112"/>
                  <ns1:pt x="46" y="112"/>
                </ns1:cubicBezTo>
                <ns1:cubicBezTo>
                  <ns1:pt x="42" y="112"/>
                  <ns1:pt x="40" y="109"/>
                  <ns1:pt x="40" y="106"/>
                </ns1:cubicBezTo>
                <ns1:cubicBezTo>
                  <ns1:pt x="40" y="88"/>
                  <ns1:pt x="40" y="88"/>
                  <ns1:pt x="40" y="88"/>
                </ns1:cubicBezTo>
                <ns1:cubicBezTo>
                  <ns1:pt x="6" y="88"/>
                  <ns1:pt x="6" y="88"/>
                  <ns1:pt x="6" y="88"/>
                </ns1:cubicBezTo>
                <ns1:cubicBezTo>
                  <ns1:pt x="2" y="88"/>
                  <ns1:pt x="0" y="85"/>
                  <ns1:pt x="0" y="82"/>
                </ns1:cubicBezTo>
                <ns1:cubicBezTo>
                  <ns1:pt x="0" y="40"/>
                  <ns1:pt x="0" y="40"/>
                  <ns1:pt x="0" y="40"/>
                </ns1:cubicBezTo>
                <ns1:cubicBezTo>
                  <ns1:pt x="0" y="36"/>
                  <ns1:pt x="2" y="32"/>
                  <ns1:pt x="4" y="29"/>
                </ns1:cubicBezTo>
                <ns1:cubicBezTo>
                  <ns1:pt x="30" y="4"/>
                  <ns1:pt x="30" y="4"/>
                  <ns1:pt x="30" y="4"/>
                </ns1:cubicBezTo>
                <ns1:cubicBezTo>
                  <ns1:pt x="32" y="2"/>
                  <ns1:pt x="36" y="0"/>
                  <ns1:pt x="40" y="0"/>
                </ns1:cubicBezTo>
                <ns1:cubicBezTo>
                  <ns1:pt x="66" y="0"/>
                  <ns1:pt x="66" y="0"/>
                  <ns1:pt x="66" y="0"/>
                </ns1:cubicBezTo>
                <ns1:cubicBezTo>
                  <ns1:pt x="69" y="0"/>
                  <ns1:pt x="72" y="2"/>
                  <ns1:pt x="72" y="6"/>
                </ns1:cubicBezTo>
                <ns1:cubicBezTo>
                  <ns1:pt x="72" y="26"/>
                  <ns1:pt x="72" y="26"/>
                  <ns1:pt x="72" y="26"/>
                </ns1:cubicBezTo>
                <ns1:cubicBezTo>
                  <ns1:pt x="74" y="25"/>
                  <ns1:pt x="77" y="24"/>
                  <ns1:pt x="80" y="24"/>
                </ns1:cubicBezTo>
                <ns1:cubicBezTo>
                  <ns1:pt x="106" y="24"/>
                  <ns1:pt x="106" y="24"/>
                  <ns1:pt x="106" y="24"/>
                </ns1:cubicBezTo>
                <ns1:cubicBezTo>
                  <ns1:pt x="109" y="24"/>
                  <ns1:pt x="112" y="26"/>
                  <ns1:pt x="112" y="30"/>
                </ns1:cubicBezTo>
                <ns1:close/>
                <ns1:moveTo>
                  <ns1:pt x="64" y="34"/>
                </ns1:moveTo>
                <ns1:cubicBezTo>
                  <ns1:pt x="64" y="8"/>
                  <ns1:pt x="64" y="8"/>
                  <ns1:pt x="64" y="8"/>
                </ns1:cubicBezTo>
                <ns1:cubicBezTo>
                  <ns1:pt x="40" y="8"/>
                  <ns1:pt x="40" y="8"/>
                  <ns1:pt x="40" y="8"/>
                </ns1:cubicBezTo>
                <ns1:cubicBezTo>
                  <ns1:pt x="40" y="34"/>
                  <ns1:pt x="40" y="34"/>
                  <ns1:pt x="40" y="34"/>
                </ns1:cubicBezTo>
                <ns1:cubicBezTo>
                  <ns1:pt x="40" y="37"/>
                  <ns1:pt x="37" y="40"/>
                  <ns1:pt x="34" y="40"/>
                </ns1:cubicBezTo>
                <ns1:cubicBezTo>
                  <ns1:pt x="8" y="40"/>
                  <ns1:pt x="8" y="40"/>
                  <ns1:pt x="8" y="40"/>
                </ns1:cubicBezTo>
                <ns1:cubicBezTo>
                  <ns1:pt x="8" y="80"/>
                  <ns1:pt x="8" y="80"/>
                  <ns1:pt x="8" y="80"/>
                </ns1:cubicBezTo>
                <ns1:cubicBezTo>
                  <ns1:pt x="40" y="80"/>
                  <ns1:pt x="40" y="80"/>
                  <ns1:pt x="40" y="80"/>
                </ns1:cubicBezTo>
                <ns1:cubicBezTo>
                  <ns1:pt x="40" y="64"/>
                  <ns1:pt x="40" y="64"/>
                  <ns1:pt x="40" y="64"/>
                </ns1:cubicBezTo>
                <ns1:cubicBezTo>
                  <ns1:pt x="40" y="60"/>
                  <ns1:pt x="42" y="56"/>
                  <ns1:pt x="44" y="53"/>
                </ns1:cubicBezTo>
                <ns1:lnTo>
                  <ns1:pt x="64" y="34"/>
                </ns1:lnTo>
                <ns1:close/>
                <ns1:moveTo>
                  <ns1:pt x="13" y="32"/>
                </ns1:moveTo>
                <ns1:cubicBezTo>
                  <ns1:pt x="32" y="32"/>
                  <ns1:pt x="32" y="32"/>
                  <ns1:pt x="32" y="32"/>
                </ns1:cubicBezTo>
                <ns1:cubicBezTo>
                  <ns1:pt x="32" y="13"/>
                  <ns1:pt x="32" y="13"/>
                  <ns1:pt x="32" y="13"/>
                </ns1:cubicBezTo>
                <ns1:lnTo>
                  <ns1:pt x="13" y="32"/>
                </ns1:lnTo>
                <ns1:close/>
                <ns1:moveTo>
                  <ns1:pt x="104" y="32"/>
                </ns1:moveTo>
                <ns1:cubicBezTo>
                  <ns1:pt x="80" y="32"/>
                  <ns1:pt x="80" y="32"/>
                  <ns1:pt x="80" y="32"/>
                </ns1:cubicBezTo>
                <ns1:cubicBezTo>
                  <ns1:pt x="80" y="58"/>
                  <ns1:pt x="80" y="58"/>
                  <ns1:pt x="80" y="58"/>
                </ns1:cubicBezTo>
                <ns1:cubicBezTo>
                  <ns1:pt x="80" y="61"/>
                  <ns1:pt x="77" y="64"/>
                  <ns1:pt x="74" y="64"/>
                </ns1:cubicBezTo>
                <ns1:cubicBezTo>
                  <ns1:pt x="48" y="64"/>
                  <ns1:pt x="48" y="64"/>
                  <ns1:pt x="48" y="64"/>
                </ns1:cubicBezTo>
                <ns1:cubicBezTo>
                  <ns1:pt x="48" y="104"/>
                  <ns1:pt x="48" y="104"/>
                  <ns1:pt x="48" y="104"/>
                </ns1:cubicBezTo>
                <ns1:cubicBezTo>
                  <ns1:pt x="104" y="104"/>
                  <ns1:pt x="104" y="104"/>
                  <ns1:pt x="104" y="104"/>
                </ns1:cubicBezTo>
                <ns1:lnTo>
                  <ns1:pt x="104" y="32"/>
                </ns1:lnTo>
                <ns1:close/>
                <ns1:moveTo>
                  <ns1:pt x="53" y="56"/>
                </ns1:moveTo>
                <ns1:cubicBezTo>
                  <ns1:pt x="72" y="56"/>
                  <ns1:pt x="72" y="56"/>
                  <ns1:pt x="72" y="56"/>
                </ns1:cubicBezTo>
                <ns1:cubicBezTo>
                  <ns1:pt x="72" y="37"/>
                  <ns1:pt x="72" y="37"/>
                  <ns1:pt x="72" y="37"/>
                </ns1:cubicBezTo>
                <ns1:lnTo>
                  <ns1:pt x="53" y="56"/>
                </ns1:lnTo>
                <ns1:close/>
              </ns1:path>
            </ns1:pathLst>
          </ns1:custGeom>
          <ns1:solidFill>
            <ns1:srgbClr val="010101"/>
          </ns1:solidFill>
          <ns1:ln>
            <ns1:noFill/>
          </ns1:ln>
          <ns1:extLst>
            <ns1:ext uri="{91240B29-F687-4F45-9708-019B960494DF}">
              <ns2:hiddenLine w="9525">
                <ns1:solidFill>
                  <ns1:srgbClr val="000000"/>
                </ns1:solidFill>
                <ns1:round/>
                <ns1:headEnd/>
                <ns1:tailEnd/>
              </ns2:hiddenLine>
            </ns1:ext>
          </ns1:extLst>
        </ns0:spPr>
        <ns0:txBody>
          <ns1:bodyPr vert="horz" wrap="square" lIns="91440" tIns="45720" rIns="91440" bIns="45720" numCol="1" anchor="t" anchorCtr="0" compatLnSpc="1">
            <ns1:prstTxWarp prst="textNoShape">
              <ns1:avLst/>
            </ns1:prstTxWarp>
          </ns1:bodyPr>
          <ns1:lstStyle/>
          <ns1:p>
            <ns1:endParaRPr lang="en-US" sz="2700"/>
          </ns1:p>
        </ns0:txBody>
      </ns0:sp>
      <ns0:sp>
        <ns0:nvSpPr>
          <ns0:cNvPr id="167" name="Freeform 165"/>
          <ns0:cNvSpPr>
            <ns1:spLocks/>
          </ns0:cNvSpPr>
          <ns0:nvPr/>
        </ns0:nvSpPr>
        <ns0:spPr bwMode="auto">
          <ns1:xfrm>
            <ns1:off x="1084264" y="5862638"/>
            <ns1:ext cx="327025" cy="357188"/>
          </ns1:xfrm>
          <ns1:custGeom>
            <ns1:avLst/>
            <ns1:gdLst>
              <ns1:gd name="T0" fmla="*/ 70 w 87"/>
              <ns1:gd name="T1" fmla="*/ 95 h 95"/>
              <ns1:gd name="T2" fmla="*/ 55 w 87"/>
              <ns1:gd name="T3" fmla="*/ 89 h 95"/>
              <ns1:gd name="T4" fmla="*/ 7 w 87"/>
              <ns1:gd name="T5" fmla="*/ 41 h 95"/>
              <ns1:gd name="T6" fmla="*/ 0 w 87"/>
              <ns1:gd name="T7" fmla="*/ 24 h 95"/>
              <ns1:gd name="T8" fmla="*/ 24 w 87"/>
              <ns1:gd name="T9" fmla="*/ 0 h 95"/>
              <ns1:gd name="T10" fmla="*/ 41 w 87"/>
              <ns1:gd name="T11" fmla="*/ 7 h 95"/>
              <ns1:gd name="T12" fmla="*/ 78 w 87"/>
              <ns1:gd name="T13" fmla="*/ 45 h 95"/>
              <ns1:gd name="T14" fmla="*/ 79 w 87"/>
              <ns1:gd name="T15" fmla="*/ 46 h 95"/>
              <ns1:gd name="T16" fmla="*/ 74 w 87"/>
              <ns1:gd name="T17" fmla="*/ 51 h 95"/>
              <ns1:gd name="T18" fmla="*/ 73 w 87"/>
              <ns1:gd name="T19" fmla="*/ 50 h 95"/>
              <ns1:gd name="T20" fmla="*/ 35 w 87"/>
              <ns1:gd name="T21" fmla="*/ 12 h 95"/>
              <ns1:gd name="T22" fmla="*/ 24 w 87"/>
              <ns1:gd name="T23" fmla="*/ 8 h 95"/>
              <ns1:gd name="T24" fmla="*/ 8 w 87"/>
              <ns1:gd name="T25" fmla="*/ 24 h 95"/>
              <ns1:gd name="T26" fmla="*/ 13 w 87"/>
              <ns1:gd name="T27" fmla="*/ 35 h 95"/>
              <ns1:gd name="T28" fmla="*/ 61 w 87"/>
              <ns1:gd name="T29" fmla="*/ 83 h 95"/>
              <ns1:gd name="T30" fmla="*/ 70 w 87"/>
              <ns1:gd name="T31" fmla="*/ 87 h 95"/>
              <ns1:gd name="T32" fmla="*/ 79 w 87"/>
              <ns1:gd name="T33" fmla="*/ 78 h 95"/>
              <ns1:gd name="T34" fmla="*/ 75 w 87"/>
              <ns1:gd name="T35" fmla="*/ 69 h 95"/>
              <ns1:gd name="T36" fmla="*/ 39 w 87"/>
              <ns1:gd name="T37" fmla="*/ 33 h 95"/>
              <ns1:gd name="T38" fmla="*/ 35 w 87"/>
              <ns1:gd name="T39" fmla="*/ 31 h 95"/>
              <ns1:gd name="T40" fmla="*/ 31 w 87"/>
              <ns1:gd name="T41" fmla="*/ 35 h 95"/>
              <ns1:gd name="T42" fmla="*/ 33 w 87"/>
              <ns1:gd name="T43" fmla="*/ 39 h 95"/>
              <ns1:gd name="T44" fmla="*/ 58 w 87"/>
              <ns1:gd name="T45" fmla="*/ 65 h 95"/>
              <ns1:gd name="T46" fmla="*/ 59 w 87"/>
              <ns1:gd name="T47" fmla="*/ 66 h 95"/>
              <ns1:gd name="T48" fmla="*/ 54 w 87"/>
              <ns1:gd name="T49" fmla="*/ 71 h 95"/>
              <ns1:gd name="T50" fmla="*/ 53 w 87"/>
              <ns1:gd name="T51" fmla="*/ 70 h 95"/>
              <ns1:gd name="T52" fmla="*/ 27 w 87"/>
              <ns1:gd name="T53" fmla="*/ 45 h 95"/>
              <ns1:gd name="T54" fmla="*/ 23 w 87"/>
              <ns1:gd name="T55" fmla="*/ 35 h 95"/>
              <ns1:gd name="T56" fmla="*/ 36 w 87"/>
              <ns1:gd name="T57" fmla="*/ 23 h 95"/>
              <ns1:gd name="T58" fmla="*/ 45 w 87"/>
              <ns1:gd name="T59" fmla="*/ 27 h 95"/>
              <ns1:gd name="T60" fmla="*/ 81 w 87"/>
              <ns1:gd name="T61" fmla="*/ 63 h 95"/>
              <ns1:gd name="T62" fmla="*/ 87 w 87"/>
              <ns1:gd name="T63" fmla="*/ 78 h 95"/>
              <ns1:gd name="T64" fmla="*/ 70 w 87"/>
              <ns1:gd name="T65" fmla="*/ 95 h 95"/>
            </ns1:gdLst>
            <ns1:ahLst/>
            <ns1:cxnLst>
              <ns1:cxn ang="0">
                <ns1:pos x="T0" y="T1"/>
              </ns1:cxn>
              <ns1:cxn ang="0">
                <ns1:pos x="T2" y="T3"/>
              </ns1:cxn>
              <ns1:cxn ang="0">
                <ns1:pos x="T4" y="T5"/>
              </ns1:cxn>
              <ns1:cxn ang="0">
                <ns1:pos x="T6" y="T7"/>
              </ns1:cxn>
              <ns1:cxn ang="0">
                <ns1:pos x="T8" y="T9"/>
              </ns1:cxn>
              <ns1:cxn ang="0">
                <ns1:pos x="T10" y="T11"/>
              </ns1:cxn>
              <ns1:cxn ang="0">
                <ns1:pos x="T12" y="T13"/>
              </ns1:cxn>
              <ns1:cxn ang="0">
                <ns1:pos x="T14" y="T15"/>
              </ns1:cxn>
              <ns1:cxn ang="0">
                <ns1:pos x="T16" y="T17"/>
              </ns1:cxn>
              <ns1:cxn ang="0">
                <ns1:pos x="T18" y="T19"/>
              </ns1:cxn>
              <ns1:cxn ang="0">
                <ns1:pos x="T20" y="T21"/>
              </ns1:cxn>
              <ns1:cxn ang="0">
                <ns1:pos x="T22" y="T23"/>
              </ns1:cxn>
              <ns1:cxn ang="0">
                <ns1:pos x="T24" y="T25"/>
              </ns1:cxn>
              <ns1:cxn ang="0">
                <ns1:pos x="T26" y="T27"/>
              </ns1:cxn>
              <ns1:cxn ang="0">
                <ns1:pos x="T28" y="T29"/>
              </ns1:cxn>
              <ns1:cxn ang="0">
                <ns1:pos x="T30" y="T31"/>
              </ns1:cxn>
              <ns1:cxn ang="0">
                <ns1:pos x="T32" y="T33"/>
              </ns1:cxn>
              <ns1:cxn ang="0">
                <ns1:pos x="T34" y="T35"/>
              </ns1:cxn>
              <ns1:cxn ang="0">
                <ns1:pos x="T36" y="T37"/>
              </ns1:cxn>
              <ns1:cxn ang="0">
                <ns1:pos x="T38" y="T39"/>
              </ns1:cxn>
              <ns1:cxn ang="0">
                <ns1:pos x="T40" y="T41"/>
              </ns1:cxn>
              <ns1:cxn ang="0">
                <ns1:pos x="T42" y="T43"/>
              </ns1:cxn>
              <ns1:cxn ang="0">
                <ns1:pos x="T44" y="T45"/>
              </ns1:cxn>
              <ns1:cxn ang="0">
                <ns1:pos x="T46" y="T47"/>
              </ns1:cxn>
              <ns1:cxn ang="0">
                <ns1:pos x="T48" y="T49"/>
              </ns1:cxn>
              <ns1:cxn ang="0">
                <ns1:pos x="T50" y="T51"/>
              </ns1:cxn>
              <ns1:cxn ang="0">
                <ns1:pos x="T52" y="T53"/>
              </ns1:cxn>
              <ns1:cxn ang="0">
                <ns1:pos x="T54" y="T55"/>
              </ns1:cxn>
              <ns1:cxn ang="0">
                <ns1:pos x="T56" y="T57"/>
              </ns1:cxn>
              <ns1:cxn ang="0">
                <ns1:pos x="T58" y="T59"/>
              </ns1:cxn>
              <ns1:cxn ang="0">
                <ns1:pos x="T60" y="T61"/>
              </ns1:cxn>
              <ns1:cxn ang="0">
                <ns1:pos x="T62" y="T63"/>
              </ns1:cxn>
              <ns1:cxn ang="0">
                <ns1:pos x="T64" y="T65"/>
              </ns1:cxn>
            </ns1:cxnLst>
            <ns1:rect l="0" t="0" r="r" b="b"/>
            <ns1:pathLst>
              <ns1:path w="87" h="95">
                <ns1:moveTo>
                  <ns1:pt x="70" y="95"/>
                </ns1:moveTo>
                <ns1:cubicBezTo>
                  <ns1:pt x="65" y="95"/>
                  <ns1:pt x="59" y="93"/>
                  <ns1:pt x="55" y="89"/>
                </ns1:cubicBezTo>
                <ns1:cubicBezTo>
                  <ns1:pt x="7" y="41"/>
                  <ns1:pt x="7" y="41"/>
                  <ns1:pt x="7" y="41"/>
                </ns1:cubicBezTo>
                <ns1:cubicBezTo>
                  <ns1:pt x="3" y="36"/>
                  <ns1:pt x="0" y="30"/>
                  <ns1:pt x="0" y="24"/>
                </ns1:cubicBezTo>
                <ns1:cubicBezTo>
                  <ns1:pt x="0" y="10"/>
                  <ns1:pt x="10" y="0"/>
                  <ns1:pt x="24" y="0"/>
                </ns1:cubicBezTo>
                <ns1:cubicBezTo>
                  <ns1:pt x="30" y="0"/>
                  <ns1:pt x="36" y="2"/>
                  <ns1:pt x="41" y="7"/>
                </ns1:cubicBezTo>
                <ns1:cubicBezTo>
                  <ns1:pt x="78" y="45"/>
                  <ns1:pt x="78" y="45"/>
                  <ns1:pt x="78" y="45"/>
                </ns1:cubicBezTo>
                <ns1:cubicBezTo>
                  <ns1:pt x="79" y="45"/>
                  <ns1:pt x="79" y="46"/>
                  <ns1:pt x="79" y="46"/>
                </ns1:cubicBezTo>
                <ns1:cubicBezTo>
                  <ns1:pt x="79" y="47"/>
                  <ns1:pt x="76" y="51"/>
                  <ns1:pt x="74" y="51"/>
                </ns1:cubicBezTo>
                <ns1:cubicBezTo>
                  <ns1:pt x="74" y="51"/>
                  <ns1:pt x="73" y="51"/>
                  <ns1:pt x="73" y="50"/>
                </ns1:cubicBezTo>
                <ns1:cubicBezTo>
                  <ns1:pt x="35" y="12"/>
                  <ns1:pt x="35" y="12"/>
                  <ns1:pt x="35" y="12"/>
                </ns1:cubicBezTo>
                <ns1:cubicBezTo>
                  <ns1:pt x="32" y="9"/>
                  <ns1:pt x="28" y="8"/>
                  <ns1:pt x="24" y="8"/>
                </ns1:cubicBezTo>
                <ns1:cubicBezTo>
                  <ns1:pt x="15" y="8"/>
                  <ns1:pt x="8" y="15"/>
                  <ns1:pt x="8" y="24"/>
                </ns1:cubicBezTo>
                <ns1:cubicBezTo>
                  <ns1:pt x="8" y="28"/>
                  <ns1:pt x="10" y="32"/>
                  <ns1:pt x="13" y="35"/>
                </ns1:cubicBezTo>
                <ns1:cubicBezTo>
                  <ns1:pt x="61" y="83"/>
                  <ns1:pt x="61" y="83"/>
                  <ns1:pt x="61" y="83"/>
                </ns1:cubicBezTo>
                <ns1:cubicBezTo>
                  <ns1:pt x="63" y="86"/>
                  <ns1:pt x="67" y="87"/>
                  <ns1:pt x="70" y="87"/>
                </ns1:cubicBezTo>
                <ns1:cubicBezTo>
                  <ns1:pt x="75" y="87"/>
                  <ns1:pt x="79" y="83"/>
                  <ns1:pt x="79" y="78"/>
                </ns1:cubicBezTo>
                <ns1:cubicBezTo>
                  <ns1:pt x="79" y="75"/>
                  <ns1:pt x="78" y="71"/>
                  <ns1:pt x="75" y="69"/>
                </ns1:cubicBezTo>
                <ns1:cubicBezTo>
                  <ns1:pt x="39" y="33"/>
                  <ns1:pt x="39" y="33"/>
                  <ns1:pt x="39" y="33"/>
                </ns1:cubicBezTo>
                <ns1:cubicBezTo>
                  <ns1:pt x="38" y="32"/>
                  <ns1:pt x="37" y="31"/>
                  <ns1:pt x="35" y="31"/>
                </ns1:cubicBezTo>
                <ns1:cubicBezTo>
                  <ns1:pt x="33" y="31"/>
                  <ns1:pt x="31" y="33"/>
                  <ns1:pt x="31" y="35"/>
                </ns1:cubicBezTo>
                <ns1:cubicBezTo>
                  <ns1:pt x="31" y="37"/>
                  <ns1:pt x="32" y="38"/>
                  <ns1:pt x="33" y="39"/>
                </ns1:cubicBezTo>
                <ns1:cubicBezTo>
                  <ns1:pt x="58" y="65"/>
                  <ns1:pt x="58" y="65"/>
                  <ns1:pt x="58" y="65"/>
                </ns1:cubicBezTo>
                <ns1:cubicBezTo>
                  <ns1:pt x="59" y="65"/>
                  <ns1:pt x="59" y="66"/>
                  <ns1:pt x="59" y="66"/>
                </ns1:cubicBezTo>
                <ns1:cubicBezTo>
                  <ns1:pt x="59" y="67"/>
                  <ns1:pt x="55" y="71"/>
                  <ns1:pt x="54" y="71"/>
                </ns1:cubicBezTo>
                <ns1:cubicBezTo>
                  <ns1:pt x="54" y="71"/>
                  <ns1:pt x="53" y="71"/>
                  <ns1:pt x="53" y="70"/>
                </ns1:cubicBezTo>
                <ns1:cubicBezTo>
                  <ns1:pt x="27" y="45"/>
                  <ns1:pt x="27" y="45"/>
                  <ns1:pt x="27" y="45"/>
                </ns1:cubicBezTo>
                <ns1:cubicBezTo>
                  <ns1:pt x="25" y="42"/>
                  <ns1:pt x="23" y="39"/>
                  <ns1:pt x="23" y="35"/>
                </ns1:cubicBezTo>
                <ns1:cubicBezTo>
                  <ns1:pt x="23" y="29"/>
                  <ns1:pt x="29" y="23"/>
                  <ns1:pt x="36" y="23"/>
                </ns1:cubicBezTo>
                <ns1:cubicBezTo>
                  <ns1:pt x="39" y="23"/>
                  <ns1:pt x="42" y="25"/>
                  <ns1:pt x="45" y="27"/>
                </ns1:cubicBezTo>
                <ns1:cubicBezTo>
                  <ns1:pt x="81" y="63"/>
                  <ns1:pt x="81" y="63"/>
                  <ns1:pt x="81" y="63"/>
                </ns1:cubicBezTo>
                <ns1:cubicBezTo>
                  <ns1:pt x="85" y="67"/>
                  <ns1:pt x="87" y="73"/>
                  <ns1:pt x="87" y="78"/>
                </ns1:cubicBezTo>
                <ns1:cubicBezTo>
                  <ns1:pt x="87" y="88"/>
                  <ns1:pt x="80" y="95"/>
                  <ns1:pt x="70" y="95"/>
                </ns1:cubicBezTo>
                <ns1:close/>
              </ns1:path>
            </ns1:pathLst>
          </ns1:custGeom>
          <ns1:solidFill>
            <ns1:srgbClr val="010101"/>
          </ns1:solidFill>
          <ns1:ln>
            <ns1:noFill/>
          </ns1:ln>
          <ns1:extLst>
            <ns1:ext uri="{91240B29-F687-4F45-9708-019B960494DF}">
              <ns2:hiddenLine w="9525">
                <ns1:solidFill>
                  <ns1:srgbClr val="000000"/>
                </ns1:solidFill>
                <ns1:round/>
                <ns1:headEnd/>
                <ns1:tailEnd/>
              </ns2:hiddenLine>
            </ns1:ext>
          </ns1:extLst>
        </ns0:spPr>
        <ns0:txBody>
          <ns1:bodyPr vert="horz" wrap="square" lIns="91440" tIns="45720" rIns="91440" bIns="45720" numCol="1" anchor="t" anchorCtr="0" compatLnSpc="1">
            <ns1:prstTxWarp prst="textNoShape">
              <ns1:avLst/>
            </ns1:prstTxWarp>
          </ns1:bodyPr>
          <ns1:lstStyle/>
          <ns1:p>
            <ns1:endParaRPr lang="en-US" sz="2700"/>
          </ns1:p>
        </ns0:txBody>
      </ns0:sp>
      <ns0:sp>
        <ns0:nvSpPr>
          <ns0:cNvPr id="168" name="Freeform 166"/>
          <ns0:cNvSpPr>
            <ns1:spLocks noEditPoints="1"/>
          </ns0:cNvSpPr>
          <ns0:nvPr/>
        </ns0:nvSpPr>
        <ns0:spPr bwMode="auto">
          <ns1:xfrm>
            <ns1:off x="1716089" y="5862638"/>
            <ns1:ext cx="360363" cy="357188"/>
          </ns1:xfrm>
          <ns1:custGeom>
            <ns1:avLst/>
            <ns1:gdLst>
              <ns1:gd name="T0" fmla="*/ 96 w 96"/>
              <ns1:gd name="T1" fmla="*/ 90 h 95"/>
              <ns1:gd name="T2" fmla="*/ 90 w 96"/>
              <ns1:gd name="T3" fmla="*/ 95 h 95"/>
              <ns1:gd name="T4" fmla="*/ 6 w 96"/>
              <ns1:gd name="T5" fmla="*/ 95 h 95"/>
              <ns1:gd name="T6" fmla="*/ 0 w 96"/>
              <ns1:gd name="T7" fmla="*/ 90 h 95"/>
              <ns1:gd name="T8" fmla="*/ 0 w 96"/>
              <ns1:gd name="T9" fmla="*/ 6 h 95"/>
              <ns1:gd name="T10" fmla="*/ 6 w 96"/>
              <ns1:gd name="T11" fmla="*/ 0 h 95"/>
              <ns1:gd name="T12" fmla="*/ 64 w 96"/>
              <ns1:gd name="T13" fmla="*/ 0 h 95"/>
              <ns1:gd name="T14" fmla="*/ 74 w 96"/>
              <ns1:gd name="T15" fmla="*/ 4 h 95"/>
              <ns1:gd name="T16" fmla="*/ 91 w 96"/>
              <ns1:gd name="T17" fmla="*/ 21 h 95"/>
              <ns1:gd name="T18" fmla="*/ 96 w 96"/>
              <ns1:gd name="T19" fmla="*/ 32 h 95"/>
              <ns1:gd name="T20" fmla="*/ 96 w 96"/>
              <ns1:gd name="T21" fmla="*/ 90 h 95"/>
              <ns1:gd name="T22" fmla="*/ 88 w 96"/>
              <ns1:gd name="T23" fmla="*/ 88 h 95"/>
              <ns1:gd name="T24" fmla="*/ 88 w 96"/>
              <ns1:gd name="T25" fmla="*/ 32 h 95"/>
              <ns1:gd name="T26" fmla="*/ 86 w 96"/>
              <ns1:gd name="T27" fmla="*/ 27 h 95"/>
              <ns1:gd name="T28" fmla="*/ 68 w 96"/>
              <ns1:gd name="T29" fmla="*/ 9 h 95"/>
              <ns1:gd name="T30" fmla="*/ 64 w 96"/>
              <ns1:gd name="T31" fmla="*/ 8 h 95"/>
              <ns1:gd name="T32" fmla="*/ 64 w 96"/>
              <ns1:gd name="T33" fmla="*/ 34 h 95"/>
              <ns1:gd name="T34" fmla="*/ 58 w 96"/>
              <ns1:gd name="T35" fmla="*/ 40 h 95"/>
              <ns1:gd name="T36" fmla="*/ 22 w 96"/>
              <ns1:gd name="T37" fmla="*/ 40 h 95"/>
              <ns1:gd name="T38" fmla="*/ 16 w 96"/>
              <ns1:gd name="T39" fmla="*/ 34 h 95"/>
              <ns1:gd name="T40" fmla="*/ 16 w 96"/>
              <ns1:gd name="T41" fmla="*/ 8 h 95"/>
              <ns1:gd name="T42" fmla="*/ 8 w 96"/>
              <ns1:gd name="T43" fmla="*/ 8 h 95"/>
              <ns1:gd name="T44" fmla="*/ 8 w 96"/>
              <ns1:gd name="T45" fmla="*/ 88 h 95"/>
              <ns1:gd name="T46" fmla="*/ 16 w 96"/>
              <ns1:gd name="T47" fmla="*/ 88 h 95"/>
              <ns1:gd name="T48" fmla="*/ 16 w 96"/>
              <ns1:gd name="T49" fmla="*/ 62 h 95"/>
              <ns1:gd name="T50" fmla="*/ 22 w 96"/>
              <ns1:gd name="T51" fmla="*/ 56 h 95"/>
              <ns1:gd name="T52" fmla="*/ 74 w 96"/>
              <ns1:gd name="T53" fmla="*/ 56 h 95"/>
              <ns1:gd name="T54" fmla="*/ 80 w 96"/>
              <ns1:gd name="T55" fmla="*/ 62 h 95"/>
              <ns1:gd name="T56" fmla="*/ 80 w 96"/>
              <ns1:gd name="T57" fmla="*/ 88 h 95"/>
              <ns1:gd name="T58" fmla="*/ 88 w 96"/>
              <ns1:gd name="T59" fmla="*/ 88 h 95"/>
              <ns1:gd name="T60" fmla="*/ 72 w 96"/>
              <ns1:gd name="T61" fmla="*/ 88 h 95"/>
              <ns1:gd name="T62" fmla="*/ 72 w 96"/>
              <ns1:gd name="T63" fmla="*/ 64 h 95"/>
              <ns1:gd name="T64" fmla="*/ 24 w 96"/>
              <ns1:gd name="T65" fmla="*/ 64 h 95"/>
              <ns1:gd name="T66" fmla="*/ 24 w 96"/>
              <ns1:gd name="T67" fmla="*/ 88 h 95"/>
              <ns1:gd name="T68" fmla="*/ 72 w 96"/>
              <ns1:gd name="T69" fmla="*/ 88 h 95"/>
              <ns1:gd name="T70" fmla="*/ 56 w 96"/>
              <ns1:gd name="T71" fmla="*/ 10 h 95"/>
              <ns1:gd name="T72" fmla="*/ 54 w 96"/>
              <ns1:gd name="T73" fmla="*/ 8 h 95"/>
              <ns1:gd name="T74" fmla="*/ 42 w 96"/>
              <ns1:gd name="T75" fmla="*/ 8 h 95"/>
              <ns1:gd name="T76" fmla="*/ 40 w 96"/>
              <ns1:gd name="T77" fmla="*/ 10 h 95"/>
              <ns1:gd name="T78" fmla="*/ 40 w 96"/>
              <ns1:gd name="T79" fmla="*/ 30 h 95"/>
              <ns1:gd name="T80" fmla="*/ 42 w 96"/>
              <ns1:gd name="T81" fmla="*/ 32 h 95"/>
              <ns1:gd name="T82" fmla="*/ 54 w 96"/>
              <ns1:gd name="T83" fmla="*/ 32 h 95"/>
              <ns1:gd name="T84" fmla="*/ 56 w 96"/>
              <ns1:gd name="T85" fmla="*/ 30 h 95"/>
              <ns1:gd name="T86" fmla="*/ 56 w 96"/>
              <ns1:gd name="T87" fmla="*/ 10 h 95"/>
            </ns1:gdLst>
            <ns1:ahLst/>
            <ns1:cxnLst>
              <ns1:cxn ang="0">
                <ns1:pos x="T0" y="T1"/>
              </ns1:cxn>
              <ns1:cxn ang="0">
                <ns1:pos x="T2" y="T3"/>
              </ns1:cxn>
              <ns1:cxn ang="0">
                <ns1:pos x="T4" y="T5"/>
              </ns1:cxn>
              <ns1:cxn ang="0">
                <ns1:pos x="T6" y="T7"/>
              </ns1:cxn>
              <ns1:cxn ang="0">
                <ns1:pos x="T8" y="T9"/>
              </ns1:cxn>
              <ns1:cxn ang="0">
                <ns1:pos x="T10" y="T11"/>
              </ns1:cxn>
              <ns1:cxn ang="0">
                <ns1:pos x="T12" y="T13"/>
              </ns1:cxn>
              <ns1:cxn ang="0">
                <ns1:pos x="T14" y="T15"/>
              </ns1:cxn>
              <ns1:cxn ang="0">
                <ns1:pos x="T16" y="T17"/>
              </ns1:cxn>
              <ns1:cxn ang="0">
                <ns1:pos x="T18" y="T19"/>
              </ns1:cxn>
              <ns1:cxn ang="0">
                <ns1:pos x="T20" y="T21"/>
              </ns1:cxn>
              <ns1:cxn ang="0">
                <ns1:pos x="T22" y="T23"/>
              </ns1:cxn>
              <ns1:cxn ang="0">
                <ns1:pos x="T24" y="T25"/>
              </ns1:cxn>
              <ns1:cxn ang="0">
                <ns1:pos x="T26" y="T27"/>
              </ns1:cxn>
              <ns1:cxn ang="0">
                <ns1:pos x="T28" y="T29"/>
              </ns1:cxn>
              <ns1:cxn ang="0">
                <ns1:pos x="T30" y="T31"/>
              </ns1:cxn>
              <ns1:cxn ang="0">
                <ns1:pos x="T32" y="T33"/>
              </ns1:cxn>
              <ns1:cxn ang="0">
                <ns1:pos x="T34" y="T35"/>
              </ns1:cxn>
              <ns1:cxn ang="0">
                <ns1:pos x="T36" y="T37"/>
              </ns1:cxn>
              <ns1:cxn ang="0">
                <ns1:pos x="T38" y="T39"/>
              </ns1:cxn>
              <ns1:cxn ang="0">
                <ns1:pos x="T40" y="T41"/>
              </ns1:cxn>
              <ns1:cxn ang="0">
                <ns1:pos x="T42" y="T43"/>
              </ns1:cxn>
              <ns1:cxn ang="0">
                <ns1:pos x="T44" y="T45"/>
              </ns1:cxn>
              <ns1:cxn ang="0">
                <ns1:pos x="T46" y="T47"/>
              </ns1:cxn>
              <ns1:cxn ang="0">
                <ns1:pos x="T48" y="T49"/>
              </ns1:cxn>
              <ns1:cxn ang="0">
                <ns1:pos x="T50" y="T51"/>
              </ns1:cxn>
              <ns1:cxn ang="0">
                <ns1:pos x="T52" y="T53"/>
              </ns1:cxn>
              <ns1:cxn ang="0">
                <ns1:pos x="T54" y="T55"/>
              </ns1:cxn>
              <ns1:cxn ang="0">
                <ns1:pos x="T56" y="T57"/>
              </ns1:cxn>
              <ns1:cxn ang="0">
                <ns1:pos x="T58" y="T59"/>
              </ns1:cxn>
              <ns1:cxn ang="0">
                <ns1:pos x="T60" y="T61"/>
              </ns1:cxn>
              <ns1:cxn ang="0">
                <ns1:pos x="T62" y="T63"/>
              </ns1:cxn>
              <ns1:cxn ang="0">
                <ns1:pos x="T64" y="T65"/>
              </ns1:cxn>
              <ns1:cxn ang="0">
                <ns1:pos x="T66" y="T67"/>
              </ns1:cxn>
              <ns1:cxn ang="0">
                <ns1:pos x="T68" y="T69"/>
              </ns1:cxn>
              <ns1:cxn ang="0">
                <ns1:pos x="T70" y="T71"/>
              </ns1:cxn>
              <ns1:cxn ang="0">
                <ns1:pos x="T72" y="T73"/>
              </ns1:cxn>
              <ns1:cxn ang="0">
                <ns1:pos x="T74" y="T75"/>
              </ns1:cxn>
              <ns1:cxn ang="0">
                <ns1:pos x="T76" y="T77"/>
              </ns1:cxn>
              <ns1:cxn ang="0">
                <ns1:pos x="T78" y="T79"/>
              </ns1:cxn>
              <ns1:cxn ang="0">
                <ns1:pos x="T80" y="T81"/>
              </ns1:cxn>
              <ns1:cxn ang="0">
                <ns1:pos x="T82" y="T83"/>
              </ns1:cxn>
              <ns1:cxn ang="0">
                <ns1:pos x="T84" y="T85"/>
              </ns1:cxn>
              <ns1:cxn ang="0">
                <ns1:pos x="T86" y="T87"/>
              </ns1:cxn>
            </ns1:cxnLst>
            <ns1:rect l="0" t="0" r="r" b="b"/>
            <ns1:pathLst>
              <ns1:path w="96" h="95">
                <ns1:moveTo>
                  <ns1:pt x="96" y="90"/>
                </ns1:moveTo>
                <ns1:cubicBezTo>
                  <ns1:pt x="96" y="93"/>
                  <ns1:pt x="93" y="95"/>
                  <ns1:pt x="90" y="95"/>
                </ns1:cubicBezTo>
                <ns1:cubicBezTo>
                  <ns1:pt x="6" y="95"/>
                  <ns1:pt x="6" y="95"/>
                  <ns1:pt x="6" y="95"/>
                </ns1:cubicBezTo>
                <ns1:cubicBezTo>
                  <ns1:pt x="2" y="95"/>
                  <ns1:pt x="0" y="93"/>
                  <ns1:pt x="0" y="90"/>
                </ns1:cubicBezTo>
                <ns1:cubicBezTo>
                  <ns1:pt x="0" y="6"/>
                  <ns1:pt x="0" y="6"/>
                  <ns1:pt x="0" y="6"/>
                </ns1:cubicBezTo>
                <ns1:cubicBezTo>
                  <ns1:pt x="0" y="2"/>
                  <ns1:pt x="2" y="0"/>
                  <ns1:pt x="6" y="0"/>
                </ns1:cubicBezTo>
                <ns1:cubicBezTo>
                  <ns1:pt x="64" y="0"/>
                  <ns1:pt x="64" y="0"/>
                  <ns1:pt x="64" y="0"/>
                </ns1:cubicBezTo>
                <ns1:cubicBezTo>
                  <ns1:pt x="67" y="0"/>
                  <ns1:pt x="72" y="1"/>
                  <ns1:pt x="74" y="4"/>
                </ns1:cubicBezTo>
                <ns1:cubicBezTo>
                  <ns1:pt x="91" y="21"/>
                  <ns1:pt x="91" y="21"/>
                  <ns1:pt x="91" y="21"/>
                </ns1:cubicBezTo>
                <ns1:cubicBezTo>
                  <ns1:pt x="94" y="24"/>
                  <ns1:pt x="96" y="28"/>
                  <ns1:pt x="96" y="32"/>
                </ns1:cubicBezTo>
                <ns1:lnTo>
                  <ns1:pt x="96" y="90"/>
                </ns1:lnTo>
                <ns1:close/>
                <ns1:moveTo>
                  <ns1:pt x="88" y="88"/>
                </ns1:moveTo>
                <ns1:cubicBezTo>
                  <ns1:pt x="88" y="32"/>
                  <ns1:pt x="88" y="32"/>
                  <ns1:pt x="88" y="32"/>
                </ns1:cubicBezTo>
                <ns1:cubicBezTo>
                  <ns1:pt x="88" y="30"/>
                  <ns1:pt x="87" y="28"/>
                  <ns1:pt x="86" y="27"/>
                </ns1:cubicBezTo>
                <ns1:cubicBezTo>
                  <ns1:pt x="68" y="9"/>
                  <ns1:pt x="68" y="9"/>
                  <ns1:pt x="68" y="9"/>
                </ns1:cubicBezTo>
                <ns1:cubicBezTo>
                  <ns1:pt x="67" y="9"/>
                  <ns1:pt x="65" y="8"/>
                  <ns1:pt x="64" y="8"/>
                </ns1:cubicBezTo>
                <ns1:cubicBezTo>
                  <ns1:pt x="64" y="34"/>
                  <ns1:pt x="64" y="34"/>
                  <ns1:pt x="64" y="34"/>
                </ns1:cubicBezTo>
                <ns1:cubicBezTo>
                  <ns1:pt x="64" y="37"/>
                  <ns1:pt x="61" y="40"/>
                  <ns1:pt x="58" y="40"/>
                </ns1:cubicBezTo>
                <ns1:cubicBezTo>
                  <ns1:pt x="22" y="40"/>
                  <ns1:pt x="22" y="40"/>
                  <ns1:pt x="22" y="40"/>
                </ns1:cubicBezTo>
                <ns1:cubicBezTo>
                  <ns1:pt x="18" y="40"/>
                  <ns1:pt x="16" y="37"/>
                  <ns1:pt x="16" y="34"/>
                </ns1:cubicBezTo>
                <ns1:cubicBezTo>
                  <ns1:pt x="16" y="8"/>
                  <ns1:pt x="16" y="8"/>
                  <ns1:pt x="16" y="8"/>
                </ns1:cubicBezTo>
                <ns1:cubicBezTo>
                  <ns1:pt x="8" y="8"/>
                  <ns1:pt x="8" y="8"/>
                  <ns1:pt x="8" y="8"/>
                </ns1:cubicBezTo>
                <ns1:cubicBezTo>
                  <ns1:pt x="8" y="88"/>
                  <ns1:pt x="8" y="88"/>
                  <ns1:pt x="8" y="88"/>
                </ns1:cubicBezTo>
                <ns1:cubicBezTo>
                  <ns1:pt x="16" y="88"/>
                  <ns1:pt x="16" y="88"/>
                  <ns1:pt x="16" y="88"/>
                </ns1:cubicBezTo>
                <ns1:cubicBezTo>
                  <ns1:pt x="16" y="62"/>
                  <ns1:pt x="16" y="62"/>
                  <ns1:pt x="16" y="62"/>
                </ns1:cubicBezTo>
                <ns1:cubicBezTo>
                  <ns1:pt x="16" y="58"/>
                  <ns1:pt x="18" y="56"/>
                  <ns1:pt x="22" y="56"/>
                </ns1:cubicBezTo>
                <ns1:cubicBezTo>
                  <ns1:pt x="74" y="56"/>
                  <ns1:pt x="74" y="56"/>
                  <ns1:pt x="74" y="56"/>
                </ns1:cubicBezTo>
                <ns1:cubicBezTo>
                  <ns1:pt x="77" y="56"/>
                  <ns1:pt x="80" y="58"/>
                  <ns1:pt x="80" y="62"/>
                </ns1:cubicBezTo>
                <ns1:cubicBezTo>
                  <ns1:pt x="80" y="88"/>
                  <ns1:pt x="80" y="88"/>
                  <ns1:pt x="80" y="88"/>
                </ns1:cubicBezTo>
                <ns1:lnTo>
                  <ns1:pt x="88" y="88"/>
                </ns1:lnTo>
                <ns1:close/>
                <ns1:moveTo>
                  <ns1:pt x="72" y="88"/>
                </ns1:moveTo>
                <ns1:cubicBezTo>
                  <ns1:pt x="72" y="64"/>
                  <ns1:pt x="72" y="64"/>
                  <ns1:pt x="72" y="64"/>
                </ns1:cubicBezTo>
                <ns1:cubicBezTo>
                  <ns1:pt x="24" y="64"/>
                  <ns1:pt x="24" y="64"/>
                  <ns1:pt x="24" y="64"/>
                </ns1:cubicBezTo>
                <ns1:cubicBezTo>
                  <ns1:pt x="24" y="88"/>
                  <ns1:pt x="24" y="88"/>
                  <ns1:pt x="24" y="88"/>
                </ns1:cubicBezTo>
                <ns1:lnTo>
                  <ns1:pt x="72" y="88"/>
                </ns1:lnTo>
                <ns1:close/>
                <ns1:moveTo>
                  <ns1:pt x="56" y="10"/>
                </ns1:moveTo>
                <ns1:cubicBezTo>
                  <ns1:pt x="56" y="9"/>
                  <ns1:pt x="55" y="8"/>
                  <ns1:pt x="54" y="8"/>
                </ns1:cubicBezTo>
                <ns1:cubicBezTo>
                  <ns1:pt x="42" y="8"/>
                  <ns1:pt x="42" y="8"/>
                  <ns1:pt x="42" y="8"/>
                </ns1:cubicBezTo>
                <ns1:cubicBezTo>
                  <ns1:pt x="41" y="8"/>
                  <ns1:pt x="40" y="9"/>
                  <ns1:pt x="40" y="10"/>
                </ns1:cubicBezTo>
                <ns1:cubicBezTo>
                  <ns1:pt x="40" y="30"/>
                  <ns1:pt x="40" y="30"/>
                  <ns1:pt x="40" y="30"/>
                </ns1:cubicBezTo>
                <ns1:cubicBezTo>
                  <ns1:pt x="40" y="31"/>
                  <ns1:pt x="41" y="32"/>
                  <ns1:pt x="42" y="32"/>
                </ns1:cubicBezTo>
                <ns1:cubicBezTo>
                  <ns1:pt x="54" y="32"/>
                  <ns1:pt x="54" y="32"/>
                  <ns1:pt x="54" y="32"/>
                </ns1:cubicBezTo>
                <ns1:cubicBezTo>
                  <ns1:pt x="55" y="32"/>
                  <ns1:pt x="56" y="31"/>
                  <ns1:pt x="56" y="30"/>
                </ns1:cubicBezTo>
                <ns1:lnTo>
                  <ns1:pt x="56" y="10"/>
                </ns1:lnTo>
                <ns1:close/>
              </ns1:path>
            </ns1:pathLst>
          </ns1:custGeom>
          <ns1:solidFill>
            <ns1:srgbClr val="010101"/>
          </ns1:solidFill>
          <ns1:ln>
            <ns1:noFill/>
          </ns1:ln>
          <ns1:extLst>
            <ns1:ext uri="{91240B29-F687-4F45-9708-019B960494DF}">
              <ns2:hiddenLine w="9525">
                <ns1:solidFill>
                  <ns1:srgbClr val="000000"/>
                </ns1:solidFill>
                <ns1:round/>
                <ns1:headEnd/>
                <ns1:tailEnd/>
              </ns2:hiddenLine>
            </ns1:ext>
          </ns1:extLst>
        </ns0:spPr>
        <ns0:txBody>
          <ns1:bodyPr vert="horz" wrap="square" lIns="91440" tIns="45720" rIns="91440" bIns="45720" numCol="1" anchor="t" anchorCtr="0" compatLnSpc="1">
            <ns1:prstTxWarp prst="textNoShape">
              <ns1:avLst/>
            </ns1:prstTxWarp>
          </ns1:bodyPr>
          <ns1:lstStyle/>
          <ns1:p>
            <ns1:endParaRPr lang="en-US" sz="2700"/>
          </ns1:p>
        </ns0:txBody>
      </ns0:sp>
      <ns0:sp>
        <ns0:nvSpPr>
          <ns0:cNvPr id="169" name="Freeform 167"/>
          <ns0:cNvSpPr>
            <ns1:spLocks noEditPoints="1"/>
          </ns0:cNvSpPr>
          <ns0:nvPr/>
        </ns0:nvSpPr>
        <ns0:spPr bwMode="auto">
          <ns1:xfrm>
            <ns1:off x="2354263" y="5832476"/>
            <ns1:ext cx="382588" cy="382588"/>
          </ns1:xfrm>
          <ns1:custGeom>
            <ns1:avLst/>
            <ns1:gdLst>
              <ns1:gd name="T0" fmla="*/ 99 w 102"/>
              <ns1:gd name="T1" fmla="*/ 20 h 102"/>
              <ns1:gd name="T2" fmla="*/ 19 w 102"/>
              <ns1:gd name="T3" fmla="*/ 101 h 102"/>
              <ns1:gd name="T4" fmla="*/ 16 w 102"/>
              <ns1:gd name="T5" fmla="*/ 102 h 102"/>
              <ns1:gd name="T6" fmla="*/ 13 w 102"/>
              <ns1:gd name="T7" fmla="*/ 101 h 102"/>
              <ns1:gd name="T8" fmla="*/ 1 w 102"/>
              <ns1:gd name="T9" fmla="*/ 88 h 102"/>
              <ns1:gd name="T10" fmla="*/ 0 w 102"/>
              <ns1:gd name="T11" fmla="*/ 86 h 102"/>
              <ns1:gd name="T12" fmla="*/ 1 w 102"/>
              <ns1:gd name="T13" fmla="*/ 83 h 102"/>
              <ns1:gd name="T14" fmla="*/ 81 w 102"/>
              <ns1:gd name="T15" fmla="*/ 2 h 102"/>
              <ns1:gd name="T16" fmla="*/ 84 w 102"/>
              <ns1:gd name="T17" fmla="*/ 1 h 102"/>
              <ns1:gd name="T18" fmla="*/ 87 w 102"/>
              <ns1:gd name="T19" fmla="*/ 2 h 102"/>
              <ns1:gd name="T20" fmla="*/ 99 w 102"/>
              <ns1:gd name="T21" fmla="*/ 15 h 102"/>
              <ns1:gd name="T22" fmla="*/ 100 w 102"/>
              <ns1:gd name="T23" fmla="*/ 18 h 102"/>
              <ns1:gd name="T24" fmla="*/ 99 w 102"/>
              <ns1:gd name="T25" fmla="*/ 20 h 102"/>
              <ns1:gd name="T26" fmla="*/ 22 w 102"/>
              <ns1:gd name="T27" fmla="*/ 8 h 102"/>
              <ns1:gd name="T28" fmla="*/ 16 w 102"/>
              <ns1:gd name="T29" fmla="*/ 9 h 102"/>
              <ns1:gd name="T30" fmla="*/ 14 w 102"/>
              <ns1:gd name="T31" fmla="*/ 16 h 102"/>
              <ns1:gd name="T32" fmla="*/ 12 w 102"/>
              <ns1:gd name="T33" fmla="*/ 9 h 102"/>
              <ns1:gd name="T34" fmla="*/ 6 w 102"/>
              <ns1:gd name="T35" fmla="*/ 8 h 102"/>
              <ns1:gd name="T36" fmla="*/ 12 w 102"/>
              <ns1:gd name="T37" fmla="*/ 6 h 102"/>
              <ns1:gd name="T38" fmla="*/ 14 w 102"/>
              <ns1:gd name="T39" fmla="*/ 0 h 102"/>
              <ns1:gd name="T40" fmla="*/ 16 w 102"/>
              <ns1:gd name="T41" fmla="*/ 6 h 102"/>
              <ns1:gd name="T42" fmla="*/ 22 w 102"/>
              <ns1:gd name="T43" fmla="*/ 8 h 102"/>
              <ns1:gd name="T44" fmla="*/ 50 w 102"/>
              <ns1:gd name="T45" fmla="*/ 20 h 102"/>
              <ns1:gd name="T46" fmla="*/ 38 w 102"/>
              <ns1:gd name="T47" fmla="*/ 23 h 102"/>
              <ns1:gd name="T48" fmla="*/ 34 w 102"/>
              <ns1:gd name="T49" fmla="*/ 36 h 102"/>
              <ns1:gd name="T50" fmla="*/ 30 w 102"/>
              <ns1:gd name="T51" fmla="*/ 23 h 102"/>
              <ns1:gd name="T52" fmla="*/ 18 w 102"/>
              <ns1:gd name="T53" fmla="*/ 20 h 102"/>
              <ns1:gd name="T54" fmla="*/ 30 w 102"/>
              <ns1:gd name="T55" fmla="*/ 16 h 102"/>
              <ns1:gd name="T56" fmla="*/ 34 w 102"/>
              <ns1:gd name="T57" fmla="*/ 4 h 102"/>
              <ns1:gd name="T58" fmla="*/ 38 w 102"/>
              <ns1:gd name="T59" fmla="*/ 16 h 102"/>
              <ns1:gd name="T60" fmla="*/ 50 w 102"/>
              <ns1:gd name="T61" fmla="*/ 20 h 102"/>
              <ns1:gd name="T62" fmla="*/ 62 w 102"/>
              <ns1:gd name="T63" fmla="*/ 8 h 102"/>
              <ns1:gd name="T64" fmla="*/ 56 w 102"/>
              <ns1:gd name="T65" fmla="*/ 9 h 102"/>
              <ns1:gd name="T66" fmla="*/ 54 w 102"/>
              <ns1:gd name="T67" fmla="*/ 16 h 102"/>
              <ns1:gd name="T68" fmla="*/ 52 w 102"/>
              <ns1:gd name="T69" fmla="*/ 9 h 102"/>
              <ns1:gd name="T70" fmla="*/ 46 w 102"/>
              <ns1:gd name="T71" fmla="*/ 8 h 102"/>
              <ns1:gd name="T72" fmla="*/ 52 w 102"/>
              <ns1:gd name="T73" fmla="*/ 6 h 102"/>
              <ns1:gd name="T74" fmla="*/ 54 w 102"/>
              <ns1:gd name="T75" fmla="*/ 0 h 102"/>
              <ns1:gd name="T76" fmla="*/ 56 w 102"/>
              <ns1:gd name="T77" fmla="*/ 6 h 102"/>
              <ns1:gd name="T78" fmla="*/ 62 w 102"/>
              <ns1:gd name="T79" fmla="*/ 8 h 102"/>
              <ns1:gd name="T80" fmla="*/ 90 w 102"/>
              <ns1:gd name="T81" fmla="*/ 18 h 102"/>
              <ns1:gd name="T82" fmla="*/ 84 w 102"/>
              <ns1:gd name="T83" fmla="*/ 11 h 102"/>
              <ns1:gd name="T84" fmla="*/ 65 w 102"/>
              <ns1:gd name="T85" fmla="*/ 29 h 102"/>
              <ns1:gd name="T86" fmla="*/ 72 w 102"/>
              <ns1:gd name="T87" fmla="*/ 36 h 102"/>
              <ns1:gd name="T88" fmla="*/ 90 w 102"/>
              <ns1:gd name="T89" fmla="*/ 18 h 102"/>
              <ns1:gd name="T90" fmla="*/ 102 w 102"/>
              <ns1:gd name="T91" fmla="*/ 48 h 102"/>
              <ns1:gd name="T92" fmla="*/ 96 w 102"/>
              <ns1:gd name="T93" fmla="*/ 49 h 102"/>
              <ns1:gd name="T94" fmla="*/ 94 w 102"/>
              <ns1:gd name="T95" fmla="*/ 56 h 102"/>
              <ns1:gd name="T96" fmla="*/ 92 w 102"/>
              <ns1:gd name="T97" fmla="*/ 49 h 102"/>
              <ns1:gd name="T98" fmla="*/ 86 w 102"/>
              <ns1:gd name="T99" fmla="*/ 48 h 102"/>
              <ns1:gd name="T100" fmla="*/ 92 w 102"/>
              <ns1:gd name="T101" fmla="*/ 46 h 102"/>
              <ns1:gd name="T102" fmla="*/ 94 w 102"/>
              <ns1:gd name="T103" fmla="*/ 40 h 102"/>
              <ns1:gd name="T104" fmla="*/ 96 w 102"/>
              <ns1:gd name="T105" fmla="*/ 46 h 102"/>
              <ns1:gd name="T106" fmla="*/ 102 w 102"/>
              <ns1:gd name="T107" fmla="*/ 48 h 102"/>
            </ns1:gdLst>
            <ns1:ahLst/>
            <ns1:cxnLst>
              <ns1:cxn ang="0">
                <ns1:pos x="T0" y="T1"/>
              </ns1:cxn>
              <ns1:cxn ang="0">
                <ns1:pos x="T2" y="T3"/>
              </ns1:cxn>
              <ns1:cxn ang="0">
                <ns1:pos x="T4" y="T5"/>
              </ns1:cxn>
              <ns1:cxn ang="0">
                <ns1:pos x="T6" y="T7"/>
              </ns1:cxn>
              <ns1:cxn ang="0">
                <ns1:pos x="T8" y="T9"/>
              </ns1:cxn>
              <ns1:cxn ang="0">
                <ns1:pos x="T10" y="T11"/>
              </ns1:cxn>
              <ns1:cxn ang="0">
                <ns1:pos x="T12" y="T13"/>
              </ns1:cxn>
              <ns1:cxn ang="0">
                <ns1:pos x="T14" y="T15"/>
              </ns1:cxn>
              <ns1:cxn ang="0">
                <ns1:pos x="T16" y="T17"/>
              </ns1:cxn>
              <ns1:cxn ang="0">
                <ns1:pos x="T18" y="T19"/>
              </ns1:cxn>
              <ns1:cxn ang="0">
                <ns1:pos x="T20" y="T21"/>
              </ns1:cxn>
              <ns1:cxn ang="0">
                <ns1:pos x="T22" y="T23"/>
              </ns1:cxn>
              <ns1:cxn ang="0">
                <ns1:pos x="T24" y="T25"/>
              </ns1:cxn>
              <ns1:cxn ang="0">
                <ns1:pos x="T26" y="T27"/>
              </ns1:cxn>
              <ns1:cxn ang="0">
                <ns1:pos x="T28" y="T29"/>
              </ns1:cxn>
              <ns1:cxn ang="0">
                <ns1:pos x="T30" y="T31"/>
              </ns1:cxn>
              <ns1:cxn ang="0">
                <ns1:pos x="T32" y="T33"/>
              </ns1:cxn>
              <ns1:cxn ang="0">
                <ns1:pos x="T34" y="T35"/>
              </ns1:cxn>
              <ns1:cxn ang="0">
                <ns1:pos x="T36" y="T37"/>
              </ns1:cxn>
              <ns1:cxn ang="0">
                <ns1:pos x="T38" y="T39"/>
              </ns1:cxn>
              <ns1:cxn ang="0">
                <ns1:pos x="T40" y="T41"/>
              </ns1:cxn>
              <ns1:cxn ang="0">
                <ns1:pos x="T42" y="T43"/>
              </ns1:cxn>
              <ns1:cxn ang="0">
                <ns1:pos x="T44" y="T45"/>
              </ns1:cxn>
              <ns1:cxn ang="0">
                <ns1:pos x="T46" y="T47"/>
              </ns1:cxn>
              <ns1:cxn ang="0">
                <ns1:pos x="T48" y="T49"/>
              </ns1:cxn>
              <ns1:cxn ang="0">
                <ns1:pos x="T50" y="T51"/>
              </ns1:cxn>
              <ns1:cxn ang="0">
                <ns1:pos x="T52" y="T53"/>
              </ns1:cxn>
              <ns1:cxn ang="0">
                <ns1:pos x="T54" y="T55"/>
              </ns1:cxn>
              <ns1:cxn ang="0">
                <ns1:pos x="T56" y="T57"/>
              </ns1:cxn>
              <ns1:cxn ang="0">
                <ns1:pos x="T58" y="T59"/>
              </ns1:cxn>
              <ns1:cxn ang="0">
                <ns1:pos x="T60" y="T61"/>
              </ns1:cxn>
              <ns1:cxn ang="0">
                <ns1:pos x="T62" y="T63"/>
              </ns1:cxn>
              <ns1:cxn ang="0">
                <ns1:pos x="T64" y="T65"/>
              </ns1:cxn>
              <ns1:cxn ang="0">
                <ns1:pos x="T66" y="T67"/>
              </ns1:cxn>
              <ns1:cxn ang="0">
                <ns1:pos x="T68" y="T69"/>
              </ns1:cxn>
              <ns1:cxn ang="0">
                <ns1:pos x="T70" y="T71"/>
              </ns1:cxn>
              <ns1:cxn ang="0">
                <ns1:pos x="T72" y="T73"/>
              </ns1:cxn>
              <ns1:cxn ang="0">
                <ns1:pos x="T74" y="T75"/>
              </ns1:cxn>
              <ns1:cxn ang="0">
                <ns1:pos x="T76" y="T77"/>
              </ns1:cxn>
              <ns1:cxn ang="0">
                <ns1:pos x="T78" y="T79"/>
              </ns1:cxn>
              <ns1:cxn ang="0">
                <ns1:pos x="T80" y="T81"/>
              </ns1:cxn>
              <ns1:cxn ang="0">
                <ns1:pos x="T82" y="T83"/>
              </ns1:cxn>
              <ns1:cxn ang="0">
                <ns1:pos x="T84" y="T85"/>
              </ns1:cxn>
              <ns1:cxn ang="0">
                <ns1:pos x="T86" y="T87"/>
              </ns1:cxn>
              <ns1:cxn ang="0">
                <ns1:pos x="T88" y="T89"/>
              </ns1:cxn>
              <ns1:cxn ang="0">
                <ns1:pos x="T90" y="T91"/>
              </ns1:cxn>
              <ns1:cxn ang="0">
                <ns1:pos x="T92" y="T93"/>
              </ns1:cxn>
              <ns1:cxn ang="0">
                <ns1:pos x="T94" y="T95"/>
              </ns1:cxn>
              <ns1:cxn ang="0">
                <ns1:pos x="T96" y="T97"/>
              </ns1:cxn>
              <ns1:cxn ang="0">
                <ns1:pos x="T98" y="T99"/>
              </ns1:cxn>
              <ns1:cxn ang="0">
                <ns1:pos x="T100" y="T101"/>
              </ns1:cxn>
              <ns1:cxn ang="0">
                <ns1:pos x="T102" y="T103"/>
              </ns1:cxn>
              <ns1:cxn ang="0">
                <ns1:pos x="T104" y="T105"/>
              </ns1:cxn>
              <ns1:cxn ang="0">
                <ns1:pos x="T106" y="T107"/>
              </ns1:cxn>
            </ns1:cxnLst>
            <ns1:rect l="0" t="0" r="r" b="b"/>
            <ns1:pathLst>
              <ns1:path w="102" h="102">
                <ns1:moveTo>
                  <ns1:pt x="99" y="20"/>
                </ns1:moveTo>
                <ns1:cubicBezTo>
                  <ns1:pt x="19" y="101"/>
                  <ns1:pt x="19" y="101"/>
                  <ns1:pt x="19" y="101"/>
                </ns1:cubicBezTo>
                <ns1:cubicBezTo>
                  <ns1:pt x="18" y="101"/>
                  <ns1:pt x="17" y="102"/>
                  <ns1:pt x="16" y="102"/>
                </ns1:cubicBezTo>
                <ns1:cubicBezTo>
                  <ns1:pt x="15" y="102"/>
                  <ns1:pt x="14" y="101"/>
                  <ns1:pt x="13" y="101"/>
                </ns1:cubicBezTo>
                <ns1:cubicBezTo>
                  <ns1:pt x="1" y="88"/>
                  <ns1:pt x="1" y="88"/>
                  <ns1:pt x="1" y="88"/>
                </ns1:cubicBezTo>
                <ns1:cubicBezTo>
                  <ns1:pt x="0" y="88"/>
                  <ns1:pt x="0" y="87"/>
                  <ns1:pt x="0" y="86"/>
                </ns1:cubicBezTo>
                <ns1:cubicBezTo>
                  <ns1:pt x="0" y="84"/>
                  <ns1:pt x="0" y="83"/>
                  <ns1:pt x="1" y="83"/>
                </ns1:cubicBezTo>
                <ns1:cubicBezTo>
                  <ns1:pt x="81" y="2"/>
                  <ns1:pt x="81" y="2"/>
                  <ns1:pt x="81" y="2"/>
                </ns1:cubicBezTo>
                <ns1:cubicBezTo>
                  <ns1:pt x="82" y="2"/>
                  <ns1:pt x="83" y="1"/>
                  <ns1:pt x="84" y="1"/>
                </ns1:cubicBezTo>
                <ns1:cubicBezTo>
                  <ns1:pt x="85" y="1"/>
                  <ns1:pt x="86" y="2"/>
                  <ns1:pt x="87" y="2"/>
                </ns1:cubicBezTo>
                <ns1:cubicBezTo>
                  <ns1:pt x="99" y="15"/>
                  <ns1:pt x="99" y="15"/>
                  <ns1:pt x="99" y="15"/>
                </ns1:cubicBezTo>
                <ns1:cubicBezTo>
                  <ns1:pt x="100" y="16"/>
                  <ns1:pt x="100" y="17"/>
                  <ns1:pt x="100" y="18"/>
                </ns1:cubicBezTo>
                <ns1:cubicBezTo>
                  <ns1:pt x="100" y="19"/>
                  <ns1:pt x="100" y="20"/>
                  <ns1:pt x="99" y="20"/>
                </ns1:cubicBezTo>
                <ns1:close/>
                <ns1:moveTo>
                  <ns1:pt x="22" y="8"/>
                </ns1:moveTo>
                <ns1:cubicBezTo>
                  <ns1:pt x="16" y="9"/>
                  <ns1:pt x="16" y="9"/>
                  <ns1:pt x="16" y="9"/>
                </ns1:cubicBezTo>
                <ns1:cubicBezTo>
                  <ns1:pt x="14" y="16"/>
                  <ns1:pt x="14" y="16"/>
                  <ns1:pt x="14" y="16"/>
                </ns1:cubicBezTo>
                <ns1:cubicBezTo>
                  <ns1:pt x="12" y="9"/>
                  <ns1:pt x="12" y="9"/>
                  <ns1:pt x="12" y="9"/>
                </ns1:cubicBezTo>
                <ns1:cubicBezTo>
                  <ns1:pt x="6" y="8"/>
                  <ns1:pt x="6" y="8"/>
                  <ns1:pt x="6" y="8"/>
                </ns1:cubicBezTo>
                <ns1:cubicBezTo>
                  <ns1:pt x="12" y="6"/>
                  <ns1:pt x="12" y="6"/>
                  <ns1:pt x="12" y="6"/>
                </ns1:cubicBezTo>
                <ns1:cubicBezTo>
                  <ns1:pt x="14" y="0"/>
                  <ns1:pt x="14" y="0"/>
                  <ns1:pt x="14" y="0"/>
                </ns1:cubicBezTo>
                <ns1:cubicBezTo>
                  <ns1:pt x="16" y="6"/>
                  <ns1:pt x="16" y="6"/>
                  <ns1:pt x="16" y="6"/>
                </ns1:cubicBezTo>
                <ns1:lnTo>
                  <ns1:pt x="22" y="8"/>
                </ns1:lnTo>
                <ns1:close/>
                <ns1:moveTo>
                  <ns1:pt x="50" y="20"/>
                </ns1:moveTo>
                <ns1:cubicBezTo>
                  <ns1:pt x="38" y="23"/>
                  <ns1:pt x="38" y="23"/>
                  <ns1:pt x="38" y="23"/>
                </ns1:cubicBezTo>
                <ns1:cubicBezTo>
                  <ns1:pt x="34" y="36"/>
                  <ns1:pt x="34" y="36"/>
                  <ns1:pt x="34" y="36"/>
                </ns1:cubicBezTo>
                <ns1:cubicBezTo>
                  <ns1:pt x="30" y="23"/>
                  <ns1:pt x="30" y="23"/>
                  <ns1:pt x="30" y="23"/>
                </ns1:cubicBezTo>
                <ns1:cubicBezTo>
                  <ns1:pt x="18" y="20"/>
                  <ns1:pt x="18" y="20"/>
                  <ns1:pt x="18" y="20"/>
                </ns1:cubicBezTo>
                <ns1:cubicBezTo>
                  <ns1:pt x="30" y="16"/>
                  <ns1:pt x="30" y="16"/>
                  <ns1:pt x="30" y="16"/>
                </ns1:cubicBezTo>
                <ns1:cubicBezTo>
                  <ns1:pt x="34" y="4"/>
                  <ns1:pt x="34" y="4"/>
                  <ns1:pt x="34" y="4"/>
                </ns1:cubicBezTo>
                <ns1:cubicBezTo>
                  <ns1:pt x="38" y="16"/>
                  <ns1:pt x="38" y="16"/>
                  <ns1:pt x="38" y="16"/>
                </ns1:cubicBezTo>
                <ns1:lnTo>
                  <ns1:pt x="50" y="20"/>
                </ns1:lnTo>
                <ns1:close/>
                <ns1:moveTo>
                  <ns1:pt x="62" y="8"/>
                </ns1:moveTo>
                <ns1:cubicBezTo>
                  <ns1:pt x="56" y="9"/>
                  <ns1:pt x="56" y="9"/>
                  <ns1:pt x="56" y="9"/>
                </ns1:cubicBezTo>
                <ns1:cubicBezTo>
                  <ns1:pt x="54" y="16"/>
                  <ns1:pt x="54" y="16"/>
                  <ns1:pt x="54" y="16"/>
                </ns1:cubicBezTo>
                <ns1:cubicBezTo>
                  <ns1:pt x="52" y="9"/>
                  <ns1:pt x="52" y="9"/>
                  <ns1:pt x="52" y="9"/>
                </ns1:cubicBezTo>
                <ns1:cubicBezTo>
                  <ns1:pt x="46" y="8"/>
                  <ns1:pt x="46" y="8"/>
                  <ns1:pt x="46" y="8"/>
                </ns1:cubicBezTo>
                <ns1:cubicBezTo>
                  <ns1:pt x="52" y="6"/>
                  <ns1:pt x="52" y="6"/>
                  <ns1:pt x="52" y="6"/>
                </ns1:cubicBezTo>
                <ns1:cubicBezTo>
                  <ns1:pt x="54" y="0"/>
                  <ns1:pt x="54" y="0"/>
                  <ns1:pt x="54" y="0"/>
                </ns1:cubicBezTo>
                <ns1:cubicBezTo>
                  <ns1:pt x="56" y="6"/>
                  <ns1:pt x="56" y="6"/>
                  <ns1:pt x="56" y="6"/>
                </ns1:cubicBezTo>
                <ns1:lnTo>
                  <ns1:pt x="62" y="8"/>
                </ns1:lnTo>
                <ns1:close/>
                <ns1:moveTo>
                  <ns1:pt x="90" y="18"/>
                </ns1:moveTo>
                <ns1:cubicBezTo>
                  <ns1:pt x="84" y="11"/>
                  <ns1:pt x="84" y="11"/>
                  <ns1:pt x="84" y="11"/>
                </ns1:cubicBezTo>
                <ns1:cubicBezTo>
                  <ns1:pt x="65" y="29"/>
                  <ns1:pt x="65" y="29"/>
                  <ns1:pt x="65" y="29"/>
                </ns1:cubicBezTo>
                <ns1:cubicBezTo>
                  <ns1:pt x="72" y="36"/>
                  <ns1:pt x="72" y="36"/>
                  <ns1:pt x="72" y="36"/>
                </ns1:cubicBezTo>
                <ns1:lnTo>
                  <ns1:pt x="90" y="18"/>
                </ns1:lnTo>
                <ns1:close/>
                <ns1:moveTo>
                  <ns1:pt x="102" y="48"/>
                </ns1:moveTo>
                <ns1:cubicBezTo>
                  <ns1:pt x="96" y="49"/>
                  <ns1:pt x="96" y="49"/>
                  <ns1:pt x="96" y="49"/>
                </ns1:cubicBezTo>
                <ns1:cubicBezTo>
                  <ns1:pt x="94" y="56"/>
                  <ns1:pt x="94" y="56"/>
                  <ns1:pt x="94" y="56"/>
                </ns1:cubicBezTo>
                <ns1:cubicBezTo>
                  <ns1:pt x="92" y="49"/>
                  <ns1:pt x="92" y="49"/>
                  <ns1:pt x="92" y="49"/>
                </ns1:cubicBezTo>
                <ns1:cubicBezTo>
                  <ns1:pt x="86" y="48"/>
                  <ns1:pt x="86" y="48"/>
                  <ns1:pt x="86" y="48"/>
                </ns1:cubicBezTo>
                <ns1:cubicBezTo>
                  <ns1:pt x="92" y="46"/>
                  <ns1:pt x="92" y="46"/>
                  <ns1:pt x="92" y="46"/>
                </ns1:cubicBezTo>
                <ns1:cubicBezTo>
                  <ns1:pt x="94" y="40"/>
                  <ns1:pt x="94" y="40"/>
                  <ns1:pt x="94" y="40"/>
                </ns1:cubicBezTo>
                <ns1:cubicBezTo>
                  <ns1:pt x="96" y="46"/>
                  <ns1:pt x="96" y="46"/>
                  <ns1:pt x="96" y="46"/>
                </ns1:cubicBezTo>
                <ns1:lnTo>
                  <ns1:pt x="102" y="48"/>
                </ns1:lnTo>
                <ns1:close/>
              </ns1:path>
            </ns1:pathLst>
          </ns1:custGeom>
          <ns1:solidFill>
            <ns1:srgbClr val="010101"/>
          </ns1:solidFill>
          <ns1:ln>
            <ns1:noFill/>
          </ns1:ln>
          <ns1:extLst>
            <ns1:ext uri="{91240B29-F687-4F45-9708-019B960494DF}">
              <ns2:hiddenLine w="9525">
                <ns1:solidFill>
                  <ns1:srgbClr val="000000"/>
                </ns1:solidFill>
                <ns1:round/>
                <ns1:headEnd/>
                <ns1:tailEnd/>
              </ns2:hiddenLine>
            </ns1:ext>
          </ns1:extLst>
        </ns0:spPr>
        <ns0:txBody>
          <ns1:bodyPr vert="horz" wrap="square" lIns="91440" tIns="45720" rIns="91440" bIns="45720" numCol="1" anchor="t" anchorCtr="0" compatLnSpc="1">
            <ns1:prstTxWarp prst="textNoShape">
              <ns1:avLst/>
            </ns1:prstTxWarp>
          </ns1:bodyPr>
          <ns1:lstStyle/>
          <ns1:p>
            <ns1:endParaRPr lang="en-US" sz="2700"/>
          </ns1:p>
        </ns0:txBody>
      </ns0:sp>
      <ns0:sp>
        <ns0:nvSpPr>
          <ns0:cNvPr id="170" name="Freeform 168"/>
          <ns0:cNvSpPr>
            <ns1:spLocks noEditPoints="1"/>
          </ns0:cNvSpPr>
          <ns0:nvPr/>
        </ns0:nvSpPr>
        <ns0:spPr bwMode="auto">
          <ns1:xfrm>
            <ns1:off x="2987676" y="5892802"/>
            <ns1:ext cx="406400" cy="327025"/>
          </ns1:xfrm>
          <ns1:custGeom>
            <ns1:avLst/>
            <ns1:gdLst>
              <ns1:gd name="T0" fmla="*/ 108 w 108"/>
              <ns1:gd name="T1" fmla="*/ 68 h 87"/>
              <ns1:gd name="T2" fmla="*/ 100 w 108"/>
              <ns1:gd name="T3" fmla="*/ 72 h 87"/>
              <ns1:gd name="T4" fmla="*/ 84 w 108"/>
              <ns1:gd name="T5" fmla="*/ 87 h 87"/>
              <ns1:gd name="T6" fmla="*/ 68 w 108"/>
              <ns1:gd name="T7" fmla="*/ 72 h 87"/>
              <ns1:gd name="T8" fmla="*/ 44 w 108"/>
              <ns1:gd name="T9" fmla="*/ 72 h 87"/>
              <ns1:gd name="T10" fmla="*/ 28 w 108"/>
              <ns1:gd name="T11" fmla="*/ 87 h 87"/>
              <ns1:gd name="T12" fmla="*/ 12 w 108"/>
              <ns1:gd name="T13" fmla="*/ 72 h 87"/>
              <ns1:gd name="T14" fmla="*/ 8 w 108"/>
              <ns1:gd name="T15" fmla="*/ 72 h 87"/>
              <ns1:gd name="T16" fmla="*/ 0 w 108"/>
              <ns1:gd name="T17" fmla="*/ 68 h 87"/>
              <ns1:gd name="T18" fmla="*/ 4 w 108"/>
              <ns1:gd name="T19" fmla="*/ 64 h 87"/>
              <ns1:gd name="T20" fmla="*/ 4 w 108"/>
              <ns1:gd name="T21" fmla="*/ 44 h 87"/>
              <ns1:gd name="T22" fmla="*/ 7 w 108"/>
              <ns1:gd name="T23" fmla="*/ 31 h 87"/>
              <ns1:gd name="T24" fmla="*/ 20 w 108"/>
              <ns1:gd name="T25" fmla="*/ 18 h 87"/>
              <ns1:gd name="T26" fmla="*/ 26 w 108"/>
              <ns1:gd name="T27" fmla="*/ 16 h 87"/>
              <ns1:gd name="T28" fmla="*/ 36 w 108"/>
              <ns1:gd name="T29" fmla="*/ 16 h 87"/>
              <ns1:gd name="T30" fmla="*/ 36 w 108"/>
              <ns1:gd name="T31" fmla="*/ 4 h 87"/>
              <ns1:gd name="T32" fmla="*/ 40 w 108"/>
              <ns1:gd name="T33" fmla="*/ 0 h 87"/>
              <ns1:gd name="T34" fmla="*/ 104 w 108"/>
              <ns1:gd name="T35" fmla="*/ 0 h 87"/>
              <ns1:gd name="T36" fmla="*/ 108 w 108"/>
              <ns1:gd name="T37" fmla="*/ 4 h 87"/>
              <ns1:gd name="T38" fmla="*/ 108 w 108"/>
              <ns1:gd name="T39" fmla="*/ 68 h 87"/>
              <ns1:gd name="T40" fmla="*/ 36 w 108"/>
              <ns1:gd name="T41" fmla="*/ 40 h 87"/>
              <ns1:gd name="T42" fmla="*/ 36 w 108"/>
              <ns1:gd name="T43" fmla="*/ 24 h 87"/>
              <ns1:gd name="T44" fmla="*/ 27 w 108"/>
              <ns1:gd name="T45" fmla="*/ 24 h 87"/>
              <ns1:gd name="T46" fmla="*/ 25 w 108"/>
              <ns1:gd name="T47" fmla="*/ 24 h 87"/>
              <ns1:gd name="T48" fmla="*/ 13 w 108"/>
              <ns1:gd name="T49" fmla="*/ 36 h 87"/>
              <ns1:gd name="T50" fmla="*/ 12 w 108"/>
              <ns1:gd name="T51" fmla="*/ 38 h 87"/>
              <ns1:gd name="T52" fmla="*/ 12 w 108"/>
              <ns1:gd name="T53" fmla="*/ 40 h 87"/>
              <ns1:gd name="T54" fmla="*/ 36 w 108"/>
              <ns1:gd name="T55" fmla="*/ 40 h 87"/>
              <ns1:gd name="T56" fmla="*/ 28 w 108"/>
              <ns1:gd name="T57" fmla="*/ 64 h 87"/>
              <ns1:gd name="T58" fmla="*/ 20 w 108"/>
              <ns1:gd name="T59" fmla="*/ 72 h 87"/>
              <ns1:gd name="T60" fmla="*/ 28 w 108"/>
              <ns1:gd name="T61" fmla="*/ 80 h 87"/>
              <ns1:gd name="T62" fmla="*/ 36 w 108"/>
              <ns1:gd name="T63" fmla="*/ 72 h 87"/>
              <ns1:gd name="T64" fmla="*/ 28 w 108"/>
              <ns1:gd name="T65" fmla="*/ 64 h 87"/>
              <ns1:gd name="T66" fmla="*/ 84 w 108"/>
              <ns1:gd name="T67" fmla="*/ 64 h 87"/>
              <ns1:gd name="T68" fmla="*/ 76 w 108"/>
              <ns1:gd name="T69" fmla="*/ 72 h 87"/>
              <ns1:gd name="T70" fmla="*/ 84 w 108"/>
              <ns1:gd name="T71" fmla="*/ 80 h 87"/>
              <ns1:gd name="T72" fmla="*/ 92 w 108"/>
              <ns1:gd name="T73" fmla="*/ 72 h 87"/>
              <ns1:gd name="T74" fmla="*/ 84 w 108"/>
              <ns1:gd name="T75" fmla="*/ 64 h 87"/>
            </ns1:gdLst>
            <ns1:ahLst/>
            <ns1:cxnLst>
              <ns1:cxn ang="0">
                <ns1:pos x="T0" y="T1"/>
              </ns1:cxn>
              <ns1:cxn ang="0">
                <ns1:pos x="T2" y="T3"/>
              </ns1:cxn>
              <ns1:cxn ang="0">
                <ns1:pos x="T4" y="T5"/>
              </ns1:cxn>
              <ns1:cxn ang="0">
                <ns1:pos x="T6" y="T7"/>
              </ns1:cxn>
              <ns1:cxn ang="0">
                <ns1:pos x="T8" y="T9"/>
              </ns1:cxn>
              <ns1:cxn ang="0">
                <ns1:pos x="T10" y="T11"/>
              </ns1:cxn>
              <ns1:cxn ang="0">
                <ns1:pos x="T12" y="T13"/>
              </ns1:cxn>
              <ns1:cxn ang="0">
                <ns1:pos x="T14" y="T15"/>
              </ns1:cxn>
              <ns1:cxn ang="0">
                <ns1:pos x="T16" y="T17"/>
              </ns1:cxn>
              <ns1:cxn ang="0">
                <ns1:pos x="T18" y="T19"/>
              </ns1:cxn>
              <ns1:cxn ang="0">
                <ns1:pos x="T20" y="T21"/>
              </ns1:cxn>
              <ns1:cxn ang="0">
                <ns1:pos x="T22" y="T23"/>
              </ns1:cxn>
              <ns1:cxn ang="0">
                <ns1:pos x="T24" y="T25"/>
              </ns1:cxn>
              <ns1:cxn ang="0">
                <ns1:pos x="T26" y="T27"/>
              </ns1:cxn>
              <ns1:cxn ang="0">
                <ns1:pos x="T28" y="T29"/>
              </ns1:cxn>
              <ns1:cxn ang="0">
                <ns1:pos x="T30" y="T31"/>
              </ns1:cxn>
              <ns1:cxn ang="0">
                <ns1:pos x="T32" y="T33"/>
              </ns1:cxn>
              <ns1:cxn ang="0">
                <ns1:pos x="T34" y="T35"/>
              </ns1:cxn>
              <ns1:cxn ang="0">
                <ns1:pos x="T36" y="T37"/>
              </ns1:cxn>
              <ns1:cxn ang="0">
                <ns1:pos x="T38" y="T39"/>
              </ns1:cxn>
              <ns1:cxn ang="0">
                <ns1:pos x="T40" y="T41"/>
              </ns1:cxn>
              <ns1:cxn ang="0">
                <ns1:pos x="T42" y="T43"/>
              </ns1:cxn>
              <ns1:cxn ang="0">
                <ns1:pos x="T44" y="T45"/>
              </ns1:cxn>
              <ns1:cxn ang="0">
                <ns1:pos x="T46" y="T47"/>
              </ns1:cxn>
              <ns1:cxn ang="0">
                <ns1:pos x="T48" y="T49"/>
              </ns1:cxn>
              <ns1:cxn ang="0">
                <ns1:pos x="T50" y="T51"/>
              </ns1:cxn>
              <ns1:cxn ang="0">
                <ns1:pos x="T52" y="T53"/>
              </ns1:cxn>
              <ns1:cxn ang="0">
                <ns1:pos x="T54" y="T55"/>
              </ns1:cxn>
              <ns1:cxn ang="0">
                <ns1:pos x="T56" y="T57"/>
              </ns1:cxn>
              <ns1:cxn ang="0">
                <ns1:pos x="T58" y="T59"/>
              </ns1:cxn>
              <ns1:cxn ang="0">
                <ns1:pos x="T60" y="T61"/>
              </ns1:cxn>
              <ns1:cxn ang="0">
                <ns1:pos x="T62" y="T63"/>
              </ns1:cxn>
              <ns1:cxn ang="0">
                <ns1:pos x="T64" y="T65"/>
              </ns1:cxn>
              <ns1:cxn ang="0">
                <ns1:pos x="T66" y="T67"/>
              </ns1:cxn>
              <ns1:cxn ang="0">
                <ns1:pos x="T68" y="T69"/>
              </ns1:cxn>
              <ns1:cxn ang="0">
                <ns1:pos x="T70" y="T71"/>
              </ns1:cxn>
              <ns1:cxn ang="0">
                <ns1:pos x="T72" y="T73"/>
              </ns1:cxn>
              <ns1:cxn ang="0">
                <ns1:pos x="T74" y="T75"/>
              </ns1:cxn>
            </ns1:cxnLst>
            <ns1:rect l="0" t="0" r="r" b="b"/>
            <ns1:pathLst>
              <ns1:path w="108" h="87">
                <ns1:moveTo>
                  <ns1:pt x="108" y="68"/>
                </ns1:moveTo>
                <ns1:cubicBezTo>
                  <ns1:pt x="108" y="72"/>
                  <ns1:pt x="103" y="72"/>
                  <ns1:pt x="100" y="72"/>
                </ns1:cubicBezTo>
                <ns1:cubicBezTo>
                  <ns1:pt x="100" y="80"/>
                  <ns1:pt x="93" y="87"/>
                  <ns1:pt x="84" y="87"/>
                </ns1:cubicBezTo>
                <ns1:cubicBezTo>
                  <ns1:pt x="76" y="87"/>
                  <ns1:pt x="68" y="80"/>
                  <ns1:pt x="68" y="72"/>
                </ns1:cubicBezTo>
                <ns1:cubicBezTo>
                  <ns1:pt x="44" y="72"/>
                  <ns1:pt x="44" y="72"/>
                  <ns1:pt x="44" y="72"/>
                </ns1:cubicBezTo>
                <ns1:cubicBezTo>
                  <ns1:pt x="44" y="80"/>
                  <ns1:pt x="37" y="87"/>
                  <ns1:pt x="28" y="87"/>
                </ns1:cubicBezTo>
                <ns1:cubicBezTo>
                  <ns1:pt x="20" y="87"/>
                  <ns1:pt x="12" y="80"/>
                  <ns1:pt x="12" y="72"/>
                </ns1:cubicBezTo>
                <ns1:cubicBezTo>
                  <ns1:pt x="8" y="72"/>
                  <ns1:pt x="8" y="72"/>
                  <ns1:pt x="8" y="72"/>
                </ns1:cubicBezTo>
                <ns1:cubicBezTo>
                  <ns1:pt x="5" y="72"/>
                  <ns1:pt x="0" y="72"/>
                  <ns1:pt x="0" y="68"/>
                </ns1:cubicBezTo>
                <ns1:cubicBezTo>
                  <ns1:pt x="0" y="65"/>
                  <ns1:pt x="2" y="64"/>
                  <ns1:pt x="4" y="64"/>
                </ns1:cubicBezTo>
                <ns1:cubicBezTo>
                  <ns1:pt x="4" y="44"/>
                  <ns1:pt x="4" y="44"/>
                  <ns1:pt x="4" y="44"/>
                </ns1:cubicBezTo>
                <ns1:cubicBezTo>
                  <ns1:pt x="4" y="39"/>
                  <ns1:pt x="4" y="34"/>
                  <ns1:pt x="7" y="31"/>
                </ns1:cubicBezTo>
                <ns1:cubicBezTo>
                  <ns1:pt x="20" y="18"/>
                  <ns1:pt x="20" y="18"/>
                  <ns1:pt x="20" y="18"/>
                </ns1:cubicBezTo>
                <ns1:cubicBezTo>
                  <ns1:pt x="21" y="17"/>
                  <ns1:pt x="24" y="16"/>
                  <ns1:pt x="26" y="16"/>
                </ns1:cubicBezTo>
                <ns1:cubicBezTo>
                  <ns1:pt x="36" y="16"/>
                  <ns1:pt x="36" y="16"/>
                  <ns1:pt x="36" y="16"/>
                </ns1:cubicBezTo>
                <ns1:cubicBezTo>
                  <ns1:pt x="36" y="4"/>
                  <ns1:pt x="36" y="4"/>
                  <ns1:pt x="36" y="4"/>
                </ns1:cubicBezTo>
                <ns1:cubicBezTo>
                  <ns1:pt x="36" y="1"/>
                  <ns1:pt x="38" y="0"/>
                  <ns1:pt x="40" y="0"/>
                </ns1:cubicBezTo>
                <ns1:cubicBezTo>
                  <ns1:pt x="104" y="0"/>
                  <ns1:pt x="104" y="0"/>
                  <ns1:pt x="104" y="0"/>
                </ns1:cubicBezTo>
                <ns1:cubicBezTo>
                  <ns1:pt x="107" y="0"/>
                  <ns1:pt x="108" y="1"/>
                  <ns1:pt x="108" y="4"/>
                </ns1:cubicBezTo>
                <ns1:lnTo>
                  <ns1:pt x="108" y="68"/>
                </ns1:lnTo>
                <ns1:close/>
                <ns1:moveTo>
                  <ns1:pt x="36" y="40"/>
                </ns1:moveTo>
                <ns1:cubicBezTo>
                  <ns1:pt x="36" y="24"/>
                  <ns1:pt x="36" y="24"/>
                  <ns1:pt x="36" y="24"/>
                </ns1:cubicBezTo>
                <ns1:cubicBezTo>
                  <ns1:pt x="27" y="24"/>
                  <ns1:pt x="27" y="24"/>
                  <ns1:pt x="27" y="24"/>
                </ns1:cubicBezTo>
                <ns1:cubicBezTo>
                  <ns1:pt x="26" y="24"/>
                  <ns1:pt x="25" y="24"/>
                  <ns1:pt x="25" y="24"/>
                </ns1:cubicBezTo>
                <ns1:cubicBezTo>
                  <ns1:pt x="13" y="36"/>
                  <ns1:pt x="13" y="36"/>
                  <ns1:pt x="13" y="36"/>
                </ns1:cubicBezTo>
                <ns1:cubicBezTo>
                  <ns1:pt x="13" y="36"/>
                  <ns1:pt x="12" y="37"/>
                  <ns1:pt x="12" y="38"/>
                </ns1:cubicBezTo>
                <ns1:cubicBezTo>
                  <ns1:pt x="12" y="40"/>
                  <ns1:pt x="12" y="40"/>
                  <ns1:pt x="12" y="40"/>
                </ns1:cubicBezTo>
                <ns1:lnTo>
                  <ns1:pt x="36" y="40"/>
                </ns1:lnTo>
                <ns1:close/>
                <ns1:moveTo>
                  <ns1:pt x="28" y="64"/>
                </ns1:moveTo>
                <ns1:cubicBezTo>
                  <ns1:pt x="24" y="64"/>
                  <ns1:pt x="20" y="67"/>
                  <ns1:pt x="20" y="72"/>
                </ns1:cubicBezTo>
                <ns1:cubicBezTo>
                  <ns1:pt x="20" y="76"/>
                  <ns1:pt x="24" y="80"/>
                  <ns1:pt x="28" y="80"/>
                </ns1:cubicBezTo>
                <ns1:cubicBezTo>
                  <ns1:pt x="33" y="80"/>
                  <ns1:pt x="36" y="76"/>
                  <ns1:pt x="36" y="72"/>
                </ns1:cubicBezTo>
                <ns1:cubicBezTo>
                  <ns1:pt x="36" y="67"/>
                  <ns1:pt x="33" y="64"/>
                  <ns1:pt x="28" y="64"/>
                </ns1:cubicBezTo>
                <ns1:close/>
                <ns1:moveTo>
                  <ns1:pt x="84" y="64"/>
                </ns1:moveTo>
                <ns1:cubicBezTo>
                  <ns1:pt x="80" y="64"/>
                  <ns1:pt x="76" y="67"/>
                  <ns1:pt x="76" y="72"/>
                </ns1:cubicBezTo>
                <ns1:cubicBezTo>
                  <ns1:pt x="76" y="76"/>
                  <ns1:pt x="80" y="80"/>
                  <ns1:pt x="84" y="80"/>
                </ns1:cubicBezTo>
                <ns1:cubicBezTo>
                  <ns1:pt x="89" y="80"/>
                  <ns1:pt x="92" y="76"/>
                  <ns1:pt x="92" y="72"/>
                </ns1:cubicBezTo>
                <ns1:cubicBezTo>
                  <ns1:pt x="92" y="67"/>
                  <ns1:pt x="89" y="64"/>
                  <ns1:pt x="84" y="64"/>
                </ns1:cubicBezTo>
                <ns1:close/>
              </ns1:path>
            </ns1:pathLst>
          </ns1:custGeom>
          <ns1:solidFill>
            <ns1:srgbClr val="010101"/>
          </ns1:solidFill>
          <ns1:ln>
            <ns1:noFill/>
          </ns1:ln>
          <ns1:extLst>
            <ns1:ext uri="{91240B29-F687-4F45-9708-019B960494DF}">
              <ns2:hiddenLine w="9525">
                <ns1:solidFill>
                  <ns1:srgbClr val="000000"/>
                </ns1:solidFill>
                <ns1:round/>
                <ns1:headEnd/>
                <ns1:tailEnd/>
              </ns2:hiddenLine>
            </ns1:ext>
          </ns1:extLst>
        </ns0:spPr>
        <ns0:txBody>
          <ns1:bodyPr vert="horz" wrap="square" lIns="91440" tIns="45720" rIns="91440" bIns="45720" numCol="1" anchor="t" anchorCtr="0" compatLnSpc="1">
            <ns1:prstTxWarp prst="textNoShape">
              <ns1:avLst/>
            </ns1:prstTxWarp>
          </ns1:bodyPr>
          <ns1:lstStyle/>
          <ns1:p>
            <ns1:endParaRPr lang="en-US" sz="2700"/>
          </ns1:p>
        </ns0:txBody>
      </ns0:sp>
      <ns0:sp>
        <ns0:nvSpPr>
          <ns0:cNvPr id="171" name="Freeform 169"/>
          <ns0:cNvSpPr>
            <ns1:spLocks/>
          </ns0:cNvSpPr>
          <ns0:nvPr/>
        </ns0:nvSpPr>
        <ns0:spPr bwMode="auto">
          <ns1:xfrm>
            <ns1:off x="3652839" y="5862638"/>
            <ns1:ext cx="360363" cy="357188"/>
          </ns1:xfrm>
          <ns1:custGeom>
            <ns1:avLst/>
            <ns1:gdLst>
              <ns1:gd name="T0" fmla="*/ 48 w 96"/>
              <ns1:gd name="T1" fmla="*/ 95 h 95"/>
              <ns1:gd name="T2" fmla="*/ 34 w 96"/>
              <ns1:gd name="T3" fmla="*/ 93 h 95"/>
              <ns1:gd name="T4" fmla="*/ 39 w 96"/>
              <ns1:gd name="T5" fmla="*/ 83 h 95"/>
              <ns1:gd name="T6" fmla="*/ 42 w 96"/>
              <ns1:gd name="T7" fmla="*/ 70 h 95"/>
              <ns1:gd name="T8" fmla="*/ 54 w 96"/>
              <ns1:gd name="T9" fmla="*/ 76 h 95"/>
              <ns1:gd name="T10" fmla="*/ 80 w 96"/>
              <ns1:gd name="T11" fmla="*/ 43 h 95"/>
              <ns1:gd name="T12" fmla="*/ 49 w 96"/>
              <ns1:gd name="T13" fmla="*/ 16 h 95"/>
              <ns1:gd name="T14" fmla="*/ 15 w 96"/>
              <ns1:gd name="T15" fmla="*/ 46 h 95"/>
              <ns1:gd name="T16" fmla="*/ 25 w 96"/>
              <ns1:gd name="T17" fmla="*/ 64 h 95"/>
              <ns1:gd name="T18" fmla="*/ 27 w 96"/>
              <ns1:gd name="T19" fmla="*/ 63 h 95"/>
              <ns1:gd name="T20" fmla="*/ 28 w 96"/>
              <ns1:gd name="T21" fmla="*/ 59 h 95"/>
              <ns1:gd name="T22" fmla="*/ 28 w 96"/>
              <ns1:gd name="T23" fmla="*/ 56 h 95"/>
              <ns1:gd name="T24" fmla="*/ 24 w 96"/>
              <ns1:gd name="T25" fmla="*/ 47 h 95"/>
              <ns1:gd name="T26" fmla="*/ 48 w 96"/>
              <ns1:gd name="T27" fmla="*/ 24 h 95"/>
              <ns1:gd name="T28" fmla="*/ 68 w 96"/>
              <ns1:gd name="T29" fmla="*/ 42 h 95"/>
              <ns1:gd name="T30" fmla="*/ 53 w 96"/>
              <ns1:gd name="T31" fmla="*/ 68 h 95"/>
              <ns1:gd name="T32" fmla="*/ 45 w 96"/>
              <ns1:gd name="T33" fmla="*/ 59 h 95"/>
              <ns1:gd name="T34" fmla="*/ 49 w 96"/>
              <ns1:gd name="T35" fmla="*/ 42 h 95"/>
              <ns1:gd name="T36" fmla="*/ 43 w 96"/>
              <ns1:gd name="T37" fmla="*/ 34 h 95"/>
              <ns1:gd name="T38" fmla="*/ 34 w 96"/>
              <ns1:gd name="T39" fmla="*/ 47 h 95"/>
              <ns1:gd name="T40" fmla="*/ 35 w 96"/>
              <ns1:gd name="T41" fmla="*/ 54 h 95"/>
              <ns1:gd name="T42" fmla="*/ 29 w 96"/>
              <ns1:gd name="T43" fmla="*/ 80 h 95"/>
              <ns1:gd name="T44" fmla="*/ 28 w 96"/>
              <ns1:gd name="T45" fmla="*/ 91 h 95"/>
              <ns1:gd name="T46" fmla="*/ 0 w 96"/>
              <ns1:gd name="T47" fmla="*/ 48 h 95"/>
              <ns1:gd name="T48" fmla="*/ 48 w 96"/>
              <ns1:gd name="T49" fmla="*/ 0 h 95"/>
              <ns1:gd name="T50" fmla="*/ 96 w 96"/>
              <ns1:gd name="T51" fmla="*/ 48 h 95"/>
              <ns1:gd name="T52" fmla="*/ 48 w 96"/>
              <ns1:gd name="T53" fmla="*/ 95 h 95"/>
            </ns1:gdLst>
            <ns1:ahLst/>
            <ns1:cxnLst>
              <ns1:cxn ang="0">
                <ns1:pos x="T0" y="T1"/>
              </ns1:cxn>
              <ns1:cxn ang="0">
                <ns1:pos x="T2" y="T3"/>
              </ns1:cxn>
              <ns1:cxn ang="0">
                <ns1:pos x="T4" y="T5"/>
              </ns1:cxn>
              <ns1:cxn ang="0">
                <ns1:pos x="T6" y="T7"/>
              </ns1:cxn>
              <ns1:cxn ang="0">
                <ns1:pos x="T8" y="T9"/>
              </ns1:cxn>
              <ns1:cxn ang="0">
                <ns1:pos x="T10" y="T11"/>
              </ns1:cxn>
              <ns1:cxn ang="0">
                <ns1:pos x="T12" y="T13"/>
              </ns1:cxn>
              <ns1:cxn ang="0">
                <ns1:pos x="T14" y="T15"/>
              </ns1:cxn>
              <ns1:cxn ang="0">
                <ns1:pos x="T16" y="T17"/>
              </ns1:cxn>
              <ns1:cxn ang="0">
                <ns1:pos x="T18" y="T19"/>
              </ns1:cxn>
              <ns1:cxn ang="0">
                <ns1:pos x="T20" y="T21"/>
              </ns1:cxn>
              <ns1:cxn ang="0">
                <ns1:pos x="T22" y="T23"/>
              </ns1:cxn>
              <ns1:cxn ang="0">
                <ns1:pos x="T24" y="T25"/>
              </ns1:cxn>
              <ns1:cxn ang="0">
                <ns1:pos x="T26" y="T27"/>
              </ns1:cxn>
              <ns1:cxn ang="0">
                <ns1:pos x="T28" y="T29"/>
              </ns1:cxn>
              <ns1:cxn ang="0">
                <ns1:pos x="T30" y="T31"/>
              </ns1:cxn>
              <ns1:cxn ang="0">
                <ns1:pos x="T32" y="T33"/>
              </ns1:cxn>
              <ns1:cxn ang="0">
                <ns1:pos x="T34" y="T35"/>
              </ns1:cxn>
              <ns1:cxn ang="0">
                <ns1:pos x="T36" y="T37"/>
              </ns1:cxn>
              <ns1:cxn ang="0">
                <ns1:pos x="T38" y="T39"/>
              </ns1:cxn>
              <ns1:cxn ang="0">
                <ns1:pos x="T40" y="T41"/>
              </ns1:cxn>
              <ns1:cxn ang="0">
                <ns1:pos x="T42" y="T43"/>
              </ns1:cxn>
              <ns1:cxn ang="0">
                <ns1:pos x="T44" y="T45"/>
              </ns1:cxn>
              <ns1:cxn ang="0">
                <ns1:pos x="T46" y="T47"/>
              </ns1:cxn>
              <ns1:cxn ang="0">
                <ns1:pos x="T48" y="T49"/>
              </ns1:cxn>
              <ns1:cxn ang="0">
                <ns1:pos x="T50" y="T51"/>
              </ns1:cxn>
              <ns1:cxn ang="0">
                <ns1:pos x="T52" y="T53"/>
              </ns1:cxn>
            </ns1:cxnLst>
            <ns1:rect l="0" t="0" r="r" b="b"/>
            <ns1:pathLst>
              <ns1:path w="96" h="95">
                <ns1:moveTo>
                  <ns1:pt x="48" y="95"/>
                </ns1:moveTo>
                <ns1:cubicBezTo>
                  <ns1:pt x="43" y="95"/>
                  <ns1:pt x="38" y="95"/>
                  <ns1:pt x="34" y="93"/>
                </ns1:cubicBezTo>
                <ns1:cubicBezTo>
                  <ns1:pt x="36" y="91"/>
                  <ns1:pt x="38" y="87"/>
                  <ns1:pt x="39" y="83"/>
                </ns1:cubicBezTo>
                <ns1:cubicBezTo>
                  <ns1:pt x="39" y="83"/>
                  <ns1:pt x="39" y="81"/>
                  <ns1:pt x="42" y="70"/>
                </ns1:cubicBezTo>
                <ns1:cubicBezTo>
                  <ns1:pt x="44" y="73"/>
                  <ns1:pt x="49" y="76"/>
                  <ns1:pt x="54" y="76"/>
                </ns1:cubicBezTo>
                <ns1:cubicBezTo>
                  <ns1:pt x="69" y="76"/>
                  <ns1:pt x="80" y="62"/>
                  <ns1:pt x="80" y="43"/>
                </ns1:cubicBezTo>
                <ns1:cubicBezTo>
                  <ns1:pt x="80" y="29"/>
                  <ns1:pt x="68" y="16"/>
                  <ns1:pt x="49" y="16"/>
                </ns1:cubicBezTo>
                <ns1:cubicBezTo>
                  <ns1:pt x="27" y="16"/>
                  <ns1:pt x="15" y="32"/>
                  <ns1:pt x="15" y="46"/>
                </ns1:cubicBezTo>
                <ns1:cubicBezTo>
                  <ns1:pt x="15" y="54"/>
                  <ns1:pt x="18" y="61"/>
                  <ns1:pt x="25" y="64"/>
                </ns1:cubicBezTo>
                <ns1:cubicBezTo>
                  <ns1:pt x="26" y="64"/>
                  <ns1:pt x="27" y="64"/>
                  <ns1:pt x="27" y="63"/>
                </ns1:cubicBezTo>
                <ns1:cubicBezTo>
                  <ns1:pt x="28" y="62"/>
                  <ns1:pt x="28" y="60"/>
                  <ns1:pt x="28" y="59"/>
                </ns1:cubicBezTo>
                <ns1:cubicBezTo>
                  <ns1:pt x="29" y="58"/>
                  <ns1:pt x="29" y="57"/>
                  <ns1:pt x="28" y="56"/>
                </ns1:cubicBezTo>
                <ns1:cubicBezTo>
                  <ns1:pt x="26" y="54"/>
                  <ns1:pt x="24" y="51"/>
                  <ns1:pt x="24" y="47"/>
                </ns1:cubicBezTo>
                <ns1:cubicBezTo>
                  <ns1:pt x="24" y="35"/>
                  <ns1:pt x="33" y="24"/>
                  <ns1:pt x="48" y="24"/>
                </ns1:cubicBezTo>
                <ns1:cubicBezTo>
                  <ns1:pt x="61" y="24"/>
                  <ns1:pt x="68" y="32"/>
                  <ns1:pt x="68" y="42"/>
                </ns1:cubicBezTo>
                <ns1:cubicBezTo>
                  <ns1:pt x="68" y="56"/>
                  <ns1:pt x="62" y="68"/>
                  <ns1:pt x="53" y="68"/>
                </ns1:cubicBezTo>
                <ns1:cubicBezTo>
                  <ns1:pt x="48" y="68"/>
                  <ns1:pt x="44" y="64"/>
                  <ns1:pt x="45" y="59"/>
                </ns1:cubicBezTo>
                <ns1:cubicBezTo>
                  <ns1:pt x="47" y="52"/>
                  <ns1:pt x="49" y="46"/>
                  <ns1:pt x="49" y="42"/>
                </ns1:cubicBezTo>
                <ns1:cubicBezTo>
                  <ns1:pt x="49" y="38"/>
                  <ns1:pt x="47" y="34"/>
                  <ns1:pt x="43" y="34"/>
                </ns1:cubicBezTo>
                <ns1:cubicBezTo>
                  <ns1:pt x="38" y="34"/>
                  <ns1:pt x="34" y="40"/>
                  <ns1:pt x="34" y="47"/>
                </ns1:cubicBezTo>
                <ns1:cubicBezTo>
                  <ns1:pt x="34" y="47"/>
                  <ns1:pt x="34" y="51"/>
                  <ns1:pt x="35" y="54"/>
                </ns1:cubicBezTo>
                <ns1:cubicBezTo>
                  <ns1:pt x="30" y="77"/>
                  <ns1:pt x="29" y="80"/>
                  <ns1:pt x="29" y="80"/>
                </ns1:cubicBezTo>
                <ns1:cubicBezTo>
                  <ns1:pt x="28" y="84"/>
                  <ns1:pt x="28" y="88"/>
                  <ns1:pt x="28" y="91"/>
                </ns1:cubicBezTo>
                <ns1:cubicBezTo>
                  <ns1:pt x="11" y="84"/>
                  <ns1:pt x="0" y="67"/>
                  <ns1:pt x="0" y="48"/>
                </ns1:cubicBezTo>
                <ns1:cubicBezTo>
                  <ns1:pt x="0" y="21"/>
                  <ns1:pt x="21" y="0"/>
                  <ns1:pt x="48" y="0"/>
                </ns1:cubicBezTo>
                <ns1:cubicBezTo>
                  <ns1:pt x="74" y="0"/>
                  <ns1:pt x="96" y="21"/>
                  <ns1:pt x="96" y="48"/>
                </ns1:cubicBezTo>
                <ns1:cubicBezTo>
                  <ns1:pt x="96" y="74"/>
                  <ns1:pt x="74" y="95"/>
                  <ns1:pt x="48" y="95"/>
                </ns1:cubicBezTo>
                <ns1:close/>
              </ns1:path>
            </ns1:pathLst>
          </ns1:custGeom>
          <ns1:solidFill>
            <ns1:srgbClr val="010101"/>
          </ns1:solidFill>
          <ns1:ln>
            <ns1:noFill/>
          </ns1:ln>
          <ns1:extLst>
            <ns1:ext uri="{91240B29-F687-4F45-9708-019B960494DF}">
              <ns2:hiddenLine w="9525">
                <ns1:solidFill>
                  <ns1:srgbClr val="000000"/>
                </ns1:solidFill>
                <ns1:round/>
                <ns1:headEnd/>
                <ns1:tailEnd/>
              </ns2:hiddenLine>
            </ns1:ext>
          </ns1:extLst>
        </ns0:spPr>
        <ns0:txBody>
          <ns1:bodyPr vert="horz" wrap="square" lIns="91440" tIns="45720" rIns="91440" bIns="45720" numCol="1" anchor="t" anchorCtr="0" compatLnSpc="1">
            <ns1:prstTxWarp prst="textNoShape">
              <ns1:avLst/>
            </ns1:prstTxWarp>
          </ns1:bodyPr>
          <ns1:lstStyle/>
          <ns1:p>
            <ns1:endParaRPr lang="en-US" sz="2700"/>
          </ns1:p>
        </ns0:txBody>
      </ns0:sp>
      <ns0:sp>
        <ns0:nvSpPr>
          <ns0:cNvPr id="172" name="Freeform 170"/>
          <ns0:cNvSpPr>
            <ns1:spLocks noEditPoints="1"/>
          </ns0:cNvSpPr>
          <ns0:nvPr/>
        </ns0:nvSpPr>
        <ns0:spPr bwMode="auto">
          <ns1:xfrm>
            <ns1:off x="4291014" y="5832476"/>
            <ns1:ext cx="366713" cy="387350"/>
          </ns1:xfrm>
          <ns1:custGeom>
            <ns1:avLst/>
            <ns1:gdLst>
              <ns1:gd name="T0" fmla="*/ 63 w 98"/>
              <ns1:gd name="T1" fmla="*/ 78 h 103"/>
              <ns1:gd name="T2" fmla="*/ 60 w 98"/>
              <ns1:gd name="T3" fmla="*/ 89 h 103"/>
              <ns1:gd name="T4" fmla="*/ 28 w 98"/>
              <ns1:gd name="T5" fmla="*/ 103 h 103"/>
              <ns1:gd name="T6" fmla="*/ 2 w 98"/>
              <ns1:gd name="T7" fmla="*/ 92 h 103"/>
              <ns1:gd name="T8" fmla="*/ 0 w 98"/>
              <ns1:gd name="T9" fmla="*/ 84 h 103"/>
              <ns1:gd name="T10" fmla="*/ 10 w 98"/>
              <ns1:gd name="T11" fmla="*/ 68 h 103"/>
              <ns1:gd name="T12" fmla="*/ 35 w 98"/>
              <ns1:gd name="T13" fmla="*/ 61 h 103"/>
              <ns1:gd name="T14" fmla="*/ 31 w 98"/>
              <ns1:gd name="T15" fmla="*/ 52 h 103"/>
              <ns1:gd name="T16" fmla="*/ 32 w 98"/>
              <ns1:gd name="T17" fmla="*/ 47 h 103"/>
              <ns1:gd name="T18" fmla="*/ 28 w 98"/>
              <ns1:gd name="T19" fmla="*/ 47 h 103"/>
              <ns1:gd name="T20" fmla="*/ 6 w 98"/>
              <ns1:gd name="T21" fmla="*/ 26 h 103"/>
              <ns1:gd name="T22" fmla="*/ 15 w 98"/>
              <ns1:gd name="T23" fmla="*/ 8 h 103"/>
              <ns1:gd name="T24" fmla="*/ 40 w 98"/>
              <ns1:gd name="T25" fmla="*/ 0 h 103"/>
              <ns1:gd name="T26" fmla="*/ 66 w 98"/>
              <ns1:gd name="T27" fmla="*/ 0 h 103"/>
              <ns1:gd name="T28" fmla="*/ 57 w 98"/>
              <ns1:gd name="T29" fmla="*/ 5 h 103"/>
              <ns1:gd name="T30" fmla="*/ 49 w 98"/>
              <ns1:gd name="T31" fmla="*/ 5 h 103"/>
              <ns1:gd name="T32" fmla="*/ 58 w 98"/>
              <ns1:gd name="T33" fmla="*/ 23 h 103"/>
              <ns1:gd name="T34" fmla="*/ 44 w 98"/>
              <ns1:gd name="T35" fmla="*/ 49 h 103"/>
              <ns1:gd name="T36" fmla="*/ 63 w 98"/>
              <ns1:gd name="T37" fmla="*/ 78 h 103"/>
              <ns1:gd name="T38" fmla="*/ 54 w 98"/>
              <ns1:gd name="T39" fmla="*/ 83 h 103"/>
              <ns1:gd name="T40" fmla="*/ 40 w 98"/>
              <ns1:gd name="T41" fmla="*/ 65 h 103"/>
              <ns1:gd name="T42" fmla="*/ 37 w 98"/>
              <ns1:gd name="T43" fmla="*/ 65 h 103"/>
              <ns1:gd name="T44" fmla="*/ 11 w 98"/>
              <ns1:gd name="T45" fmla="*/ 81 h 103"/>
              <ns1:gd name="T46" fmla="*/ 35 w 98"/>
              <ns1:gd name="T47" fmla="*/ 98 h 103"/>
              <ns1:gd name="T48" fmla="*/ 54 w 98"/>
              <ns1:gd name="T49" fmla="*/ 83 h 103"/>
              <ns1:gd name="T50" fmla="*/ 43 w 98"/>
              <ns1:gd name="T51" fmla="*/ 40 h 103"/>
              <ns1:gd name="T52" fmla="*/ 47 w 98"/>
              <ns1:gd name="T53" fmla="*/ 30 h 103"/>
              <ns1:gd name="T54" fmla="*/ 30 w 98"/>
              <ns1:gd name="T55" fmla="*/ 5 h 103"/>
              <ns1:gd name="T56" fmla="*/ 21 w 98"/>
              <ns1:gd name="T57" fmla="*/ 9 h 103"/>
              <ns1:gd name="T58" fmla="*/ 18 w 98"/>
              <ns1:gd name="T59" fmla="*/ 19 h 103"/>
              <ns1:gd name="T60" fmla="*/ 34 w 98"/>
              <ns1:gd name="T61" fmla="*/ 43 h 103"/>
              <ns1:gd name="T62" fmla="*/ 43 w 98"/>
              <ns1:gd name="T63" fmla="*/ 40 h 103"/>
              <ns1:gd name="T64" fmla="*/ 98 w 98"/>
              <ns1:gd name="T65" fmla="*/ 43 h 103"/>
              <ns1:gd name="T66" fmla="*/ 98 w 98"/>
              <ns1:gd name="T67" fmla="*/ 50 h 103"/>
              <ns1:gd name="T68" fmla="*/ 85 w 98"/>
              <ns1:gd name="T69" fmla="*/ 50 h 103"/>
              <ns1:gd name="T70" fmla="*/ 85 w 98"/>
              <ns1:gd name="T71" fmla="*/ 64 h 103"/>
              <ns1:gd name="T72" fmla="*/ 79 w 98"/>
              <ns1:gd name="T73" fmla="*/ 64 h 103"/>
              <ns1:gd name="T74" fmla="*/ 79 w 98"/>
              <ns1:gd name="T75" fmla="*/ 50 h 103"/>
              <ns1:gd name="T76" fmla="*/ 65 w 98"/>
              <ns1:gd name="T77" fmla="*/ 50 h 103"/>
              <ns1:gd name="T78" fmla="*/ 65 w 98"/>
              <ns1:gd name="T79" fmla="*/ 43 h 103"/>
              <ns1:gd name="T80" fmla="*/ 79 w 98"/>
              <ns1:gd name="T81" fmla="*/ 43 h 103"/>
              <ns1:gd name="T82" fmla="*/ 79 w 98"/>
              <ns1:gd name="T83" fmla="*/ 30 h 103"/>
              <ns1:gd name="T84" fmla="*/ 85 w 98"/>
              <ns1:gd name="T85" fmla="*/ 30 h 103"/>
              <ns1:gd name="T86" fmla="*/ 85 w 98"/>
              <ns1:gd name="T87" fmla="*/ 43 h 103"/>
              <ns1:gd name="T88" fmla="*/ 98 w 98"/>
              <ns1:gd name="T89" fmla="*/ 43 h 103"/>
            </ns1:gdLst>
            <ns1:ahLst/>
            <ns1:cxnLst>
              <ns1:cxn ang="0">
                <ns1:pos x="T0" y="T1"/>
              </ns1:cxn>
              <ns1:cxn ang="0">
                <ns1:pos x="T2" y="T3"/>
              </ns1:cxn>
              <ns1:cxn ang="0">
                <ns1:pos x="T4" y="T5"/>
              </ns1:cxn>
              <ns1:cxn ang="0">
                <ns1:pos x="T6" y="T7"/>
              </ns1:cxn>
              <ns1:cxn ang="0">
                <ns1:pos x="T8" y="T9"/>
              </ns1:cxn>
              <ns1:cxn ang="0">
                <ns1:pos x="T10" y="T11"/>
              </ns1:cxn>
              <ns1:cxn ang="0">
                <ns1:pos x="T12" y="T13"/>
              </ns1:cxn>
              <ns1:cxn ang="0">
                <ns1:pos x="T14" y="T15"/>
              </ns1:cxn>
              <ns1:cxn ang="0">
                <ns1:pos x="T16" y="T17"/>
              </ns1:cxn>
              <ns1:cxn ang="0">
                <ns1:pos x="T18" y="T19"/>
              </ns1:cxn>
              <ns1:cxn ang="0">
                <ns1:pos x="T20" y="T21"/>
              </ns1:cxn>
              <ns1:cxn ang="0">
                <ns1:pos x="T22" y="T23"/>
              </ns1:cxn>
              <ns1:cxn ang="0">
                <ns1:pos x="T24" y="T25"/>
              </ns1:cxn>
              <ns1:cxn ang="0">
                <ns1:pos x="T26" y="T27"/>
              </ns1:cxn>
              <ns1:cxn ang="0">
                <ns1:pos x="T28" y="T29"/>
              </ns1:cxn>
              <ns1:cxn ang="0">
                <ns1:pos x="T30" y="T31"/>
              </ns1:cxn>
              <ns1:cxn ang="0">
                <ns1:pos x="T32" y="T33"/>
              </ns1:cxn>
              <ns1:cxn ang="0">
                <ns1:pos x="T34" y="T35"/>
              </ns1:cxn>
              <ns1:cxn ang="0">
                <ns1:pos x="T36" y="T37"/>
              </ns1:cxn>
              <ns1:cxn ang="0">
                <ns1:pos x="T38" y="T39"/>
              </ns1:cxn>
              <ns1:cxn ang="0">
                <ns1:pos x="T40" y="T41"/>
              </ns1:cxn>
              <ns1:cxn ang="0">
                <ns1:pos x="T42" y="T43"/>
              </ns1:cxn>
              <ns1:cxn ang="0">
                <ns1:pos x="T44" y="T45"/>
              </ns1:cxn>
              <ns1:cxn ang="0">
                <ns1:pos x="T46" y="T47"/>
              </ns1:cxn>
              <ns1:cxn ang="0">
                <ns1:pos x="T48" y="T49"/>
              </ns1:cxn>
              <ns1:cxn ang="0">
                <ns1:pos x="T50" y="T51"/>
              </ns1:cxn>
              <ns1:cxn ang="0">
                <ns1:pos x="T52" y="T53"/>
              </ns1:cxn>
              <ns1:cxn ang="0">
                <ns1:pos x="T54" y="T55"/>
              </ns1:cxn>
              <ns1:cxn ang="0">
                <ns1:pos x="T56" y="T57"/>
              </ns1:cxn>
              <ns1:cxn ang="0">
                <ns1:pos x="T58" y="T59"/>
              </ns1:cxn>
              <ns1:cxn ang="0">
                <ns1:pos x="T60" y="T61"/>
              </ns1:cxn>
              <ns1:cxn ang="0">
                <ns1:pos x="T62" y="T63"/>
              </ns1:cxn>
              <ns1:cxn ang="0">
                <ns1:pos x="T64" y="T65"/>
              </ns1:cxn>
              <ns1:cxn ang="0">
                <ns1:pos x="T66" y="T67"/>
              </ns1:cxn>
              <ns1:cxn ang="0">
                <ns1:pos x="T68" y="T69"/>
              </ns1:cxn>
              <ns1:cxn ang="0">
                <ns1:pos x="T70" y="T71"/>
              </ns1:cxn>
              <ns1:cxn ang="0">
                <ns1:pos x="T72" y="T73"/>
              </ns1:cxn>
              <ns1:cxn ang="0">
                <ns1:pos x="T74" y="T75"/>
              </ns1:cxn>
              <ns1:cxn ang="0">
                <ns1:pos x="T76" y="T77"/>
              </ns1:cxn>
              <ns1:cxn ang="0">
                <ns1:pos x="T78" y="T79"/>
              </ns1:cxn>
              <ns1:cxn ang="0">
                <ns1:pos x="T80" y="T81"/>
              </ns1:cxn>
              <ns1:cxn ang="0">
                <ns1:pos x="T82" y="T83"/>
              </ns1:cxn>
              <ns1:cxn ang="0">
                <ns1:pos x="T84" y="T85"/>
              </ns1:cxn>
              <ns1:cxn ang="0">
                <ns1:pos x="T86" y="T87"/>
              </ns1:cxn>
              <ns1:cxn ang="0">
                <ns1:pos x="T88" y="T89"/>
              </ns1:cxn>
            </ns1:cxnLst>
            <ns1:rect l="0" t="0" r="r" b="b"/>
            <ns1:pathLst>
              <ns1:path w="98" h="103">
                <ns1:moveTo>
                  <ns1:pt x="63" y="78"/>
                </ns1:moveTo>
                <ns1:cubicBezTo>
                  <ns1:pt x="63" y="82"/>
                  <ns1:pt x="62" y="85"/>
                  <ns1:pt x="60" y="89"/>
                </ns1:cubicBezTo>
                <ns1:cubicBezTo>
                  <ns1:pt x="53" y="100"/>
                  <ns1:pt x="40" y="103"/>
                  <ns1:pt x="28" y="103"/>
                </ns1:cubicBezTo>
                <ns1:cubicBezTo>
                  <ns1:pt x="19" y="103"/>
                  <ns1:pt x="7" y="101"/>
                  <ns1:pt x="2" y="92"/>
                </ns1:cubicBezTo>
                <ns1:cubicBezTo>
                  <ns1:pt x="0" y="90"/>
                  <ns1:pt x="0" y="87"/>
                  <ns1:pt x="0" y="84"/>
                </ns1:cubicBezTo>
                <ns1:cubicBezTo>
                  <ns1:pt x="0" y="77"/>
                  <ns1:pt x="4" y="71"/>
                  <ns1:pt x="10" y="68"/>
                </ns1:cubicBezTo>
                <ns1:cubicBezTo>
                  <ns1:pt x="17" y="63"/>
                  <ns1:pt x="27" y="62"/>
                  <ns1:pt x="35" y="61"/>
                </ns1:cubicBezTo>
                <ns1:cubicBezTo>
                  <ns1:pt x="33" y="58"/>
                  <ns1:pt x="31" y="56"/>
                  <ns1:pt x="31" y="52"/>
                </ns1:cubicBezTo>
                <ns1:cubicBezTo>
                  <ns1:pt x="31" y="50"/>
                  <ns1:pt x="32" y="49"/>
                  <ns1:pt x="32" y="47"/>
                </ns1:cubicBezTo>
                <ns1:cubicBezTo>
                  <ns1:pt x="31" y="47"/>
                  <ns1:pt x="30" y="47"/>
                  <ns1:pt x="28" y="47"/>
                </ns1:cubicBezTo>
                <ns1:cubicBezTo>
                  <ns1:pt x="16" y="47"/>
                  <ns1:pt x="6" y="38"/>
                  <ns1:pt x="6" y="26"/>
                </ns1:cubicBezTo>
                <ns1:cubicBezTo>
                  <ns1:pt x="6" y="19"/>
                  <ns1:pt x="9" y="12"/>
                  <ns1:pt x="15" y="8"/>
                </ns1:cubicBezTo>
                <ns1:cubicBezTo>
                  <ns1:pt x="21" y="2"/>
                  <ns1:pt x="31" y="0"/>
                  <ns1:pt x="40" y="0"/>
                </ns1:cubicBezTo>
                <ns1:cubicBezTo>
                  <ns1:pt x="66" y="0"/>
                  <ns1:pt x="66" y="0"/>
                  <ns1:pt x="66" y="0"/>
                </ns1:cubicBezTo>
                <ns1:cubicBezTo>
                  <ns1:pt x="57" y="5"/>
                  <ns1:pt x="57" y="5"/>
                  <ns1:pt x="57" y="5"/>
                </ns1:cubicBezTo>
                <ns1:cubicBezTo>
                  <ns1:pt x="49" y="5"/>
                  <ns1:pt x="49" y="5"/>
                  <ns1:pt x="49" y="5"/>
                </ns1:cubicBezTo>
                <ns1:cubicBezTo>
                  <ns1:pt x="55" y="10"/>
                  <ns1:pt x="58" y="16"/>
                  <ns1:pt x="58" y="23"/>
                </ns1:cubicBezTo>
                <ns1:cubicBezTo>
                  <ns1:pt x="58" y="40"/>
                  <ns1:pt x="44" y="41"/>
                  <ns1:pt x="44" y="49"/>
                </ns1:cubicBezTo>
                <ns1:cubicBezTo>
                  <ns1:pt x="44" y="58"/>
                  <ns1:pt x="63" y="60"/>
                  <ns1:pt x="63" y="78"/>
                </ns1:cubicBezTo>
                <ns1:close/>
                <ns1:moveTo>
                  <ns1:pt x="54" y="83"/>
                </ns1:moveTo>
                <ns1:cubicBezTo>
                  <ns1:pt x="54" y="75"/>
                  <ns1:pt x="46" y="70"/>
                  <ns1:pt x="40" y="65"/>
                </ns1:cubicBezTo>
                <ns1:cubicBezTo>
                  <ns1:pt x="39" y="65"/>
                  <ns1:pt x="38" y="65"/>
                  <ns1:pt x="37" y="65"/>
                </ns1:cubicBezTo>
                <ns1:cubicBezTo>
                  <ns1:pt x="26" y="65"/>
                  <ns1:pt x="11" y="68"/>
                  <ns1:pt x="11" y="81"/>
                </ns1:cubicBezTo>
                <ns1:cubicBezTo>
                  <ns1:pt x="11" y="93"/>
                  <ns1:pt x="24" y="98"/>
                  <ns1:pt x="35" y="98"/>
                </ns1:cubicBezTo>
                <ns1:cubicBezTo>
                  <ns1:pt x="44" y="98"/>
                  <ns1:pt x="54" y="94"/>
                  <ns1:pt x="54" y="83"/>
                </ns1:cubicBezTo>
                <ns1:close/>
                <ns1:moveTo>
                  <ns1:pt x="43" y="40"/>
                </ns1:moveTo>
                <ns1:cubicBezTo>
                  <ns1:pt x="46" y="37"/>
                  <ns1:pt x="47" y="33"/>
                  <ns1:pt x="47" y="30"/>
                </ns1:cubicBezTo>
                <ns1:cubicBezTo>
                  <ns1:pt x="47" y="20"/>
                  <ns1:pt x="41" y="5"/>
                  <ns1:pt x="30" y="5"/>
                </ns1:cubicBezTo>
                <ns1:cubicBezTo>
                  <ns1:pt x="27" y="5"/>
                  <ns1:pt x="23" y="6"/>
                  <ns1:pt x="21" y="9"/>
                </ns1:cubicBezTo>
                <ns1:cubicBezTo>
                  <ns1:pt x="19" y="12"/>
                  <ns1:pt x="18" y="16"/>
                  <ns1:pt x="18" y="19"/>
                </ns1:cubicBezTo>
                <ns1:cubicBezTo>
                  <ns1:pt x="18" y="29"/>
                  <ns1:pt x="23" y="43"/>
                  <ns1:pt x="34" y="43"/>
                </ns1:cubicBezTo>
                <ns1:cubicBezTo>
                  <ns1:pt x="38" y="43"/>
                  <ns1:pt x="41" y="42"/>
                  <ns1:pt x="43" y="40"/>
                </ns1:cubicBezTo>
                <ns1:close/>
                <ns1:moveTo>
                  <ns1:pt x="98" y="43"/>
                </ns1:moveTo>
                <ns1:cubicBezTo>
                  <ns1:pt x="98" y="50"/>
                  <ns1:pt x="98" y="50"/>
                  <ns1:pt x="98" y="50"/>
                </ns1:cubicBezTo>
                <ns1:cubicBezTo>
                  <ns1:pt x="85" y="50"/>
                  <ns1:pt x="85" y="50"/>
                  <ns1:pt x="85" y="50"/>
                </ns1:cubicBezTo>
                <ns1:cubicBezTo>
                  <ns1:pt x="85" y="64"/>
                  <ns1:pt x="85" y="64"/>
                  <ns1:pt x="85" y="64"/>
                </ns1:cubicBezTo>
                <ns1:cubicBezTo>
                  <ns1:pt x="79" y="64"/>
                  <ns1:pt x="79" y="64"/>
                  <ns1:pt x="79" y="64"/>
                </ns1:cubicBezTo>
                <ns1:cubicBezTo>
                  <ns1:pt x="79" y="50"/>
                  <ns1:pt x="79" y="50"/>
                  <ns1:pt x="79" y="50"/>
                </ns1:cubicBezTo>
                <ns1:cubicBezTo>
                  <ns1:pt x="65" y="50"/>
                  <ns1:pt x="65" y="50"/>
                  <ns1:pt x="65" y="50"/>
                </ns1:cubicBezTo>
                <ns1:cubicBezTo>
                  <ns1:pt x="65" y="43"/>
                  <ns1:pt x="65" y="43"/>
                  <ns1:pt x="65" y="43"/>
                </ns1:cubicBezTo>
                <ns1:cubicBezTo>
                  <ns1:pt x="79" y="43"/>
                  <ns1:pt x="79" y="43"/>
                  <ns1:pt x="79" y="43"/>
                </ns1:cubicBezTo>
                <ns1:cubicBezTo>
                  <ns1:pt x="79" y="30"/>
                  <ns1:pt x="79" y="30"/>
                  <ns1:pt x="79" y="30"/>
                </ns1:cubicBezTo>
                <ns1:cubicBezTo>
                  <ns1:pt x="85" y="30"/>
                  <ns1:pt x="85" y="30"/>
                  <ns1:pt x="85" y="30"/>
                </ns1:cubicBezTo>
                <ns1:cubicBezTo>
                  <ns1:pt x="85" y="43"/>
                  <ns1:pt x="85" y="43"/>
                  <ns1:pt x="85" y="43"/>
                </ns1:cubicBezTo>
                <ns1:lnTo>
                  <ns1:pt x="98" y="43"/>
                </ns1:lnTo>
                <ns1:close/>
              </ns1:path>
            </ns1:pathLst>
          </ns1:custGeom>
          <ns1:solidFill>
            <ns1:srgbClr val="010101"/>
          </ns1:solidFill>
          <ns1:ln>
            <ns1:noFill/>
          </ns1:ln>
          <ns1:extLst>
            <ns1:ext uri="{91240B29-F687-4F45-9708-019B960494DF}">
              <ns2:hiddenLine w="9525">
                <ns1:solidFill>
                  <ns1:srgbClr val="000000"/>
                </ns1:solidFill>
                <ns1:round/>
                <ns1:headEnd/>
                <ns1:tailEnd/>
              </ns2:hiddenLine>
            </ns1:ext>
          </ns1:extLst>
        </ns0:spPr>
        <ns0:txBody>
          <ns1:bodyPr vert="horz" wrap="square" lIns="91440" tIns="45720" rIns="91440" bIns="45720" numCol="1" anchor="t" anchorCtr="0" compatLnSpc="1">
            <ns1:prstTxWarp prst="textNoShape">
              <ns1:avLst/>
            </ns1:prstTxWarp>
          </ns1:bodyPr>
          <ns1:lstStyle/>
          <ns1:p>
            <ns1:endParaRPr lang="en-US" sz="2700"/>
          </ns1:p>
        </ns0:txBody>
      </ns0:sp>
      <ns0:sp>
        <ns0:nvSpPr>
          <ns0:cNvPr id="173" name="Freeform 171"/>
          <ns0:cNvSpPr>
            <ns1:spLocks noEditPoints="1"/>
          </ns0:cNvSpPr>
          <ns0:nvPr/>
        </ns0:nvSpPr>
        <ns0:spPr bwMode="auto">
          <ns1:xfrm>
            <ns1:off x="4894264" y="5892802"/>
            <ns1:ext cx="450850" cy="300038"/>
          </ns1:xfrm>
          <ns1:custGeom>
            <ns1:avLst/>
            <ns1:gdLst>
              <ns1:gd name="T0" fmla="*/ 120 w 120"/>
              <ns1:gd name="T1" fmla="*/ 76 h 80"/>
              <ns1:gd name="T2" fmla="*/ 116 w 120"/>
              <ns1:gd name="T3" fmla="*/ 80 h 80"/>
              <ns1:gd name="T4" fmla="*/ 4 w 120"/>
              <ns1:gd name="T5" fmla="*/ 80 h 80"/>
              <ns1:gd name="T6" fmla="*/ 0 w 120"/>
              <ns1:gd name="T7" fmla="*/ 76 h 80"/>
              <ns1:gd name="T8" fmla="*/ 0 w 120"/>
              <ns1:gd name="T9" fmla="*/ 4 h 80"/>
              <ns1:gd name="T10" fmla="*/ 4 w 120"/>
              <ns1:gd name="T11" fmla="*/ 0 h 80"/>
              <ns1:gd name="T12" fmla="*/ 116 w 120"/>
              <ns1:gd name="T13" fmla="*/ 0 h 80"/>
              <ns1:gd name="T14" fmla="*/ 120 w 120"/>
              <ns1:gd name="T15" fmla="*/ 4 h 80"/>
              <ns1:gd name="T16" fmla="*/ 120 w 120"/>
              <ns1:gd name="T17" fmla="*/ 76 h 80"/>
              <ns1:gd name="T18" fmla="*/ 112 w 120"/>
              <ns1:gd name="T19" fmla="*/ 24 h 80"/>
              <ns1:gd name="T20" fmla="*/ 96 w 120"/>
              <ns1:gd name="T21" fmla="*/ 8 h 80"/>
              <ns1:gd name="T22" fmla="*/ 24 w 120"/>
              <ns1:gd name="T23" fmla="*/ 8 h 80"/>
              <ns1:gd name="T24" fmla="*/ 8 w 120"/>
              <ns1:gd name="T25" fmla="*/ 24 h 80"/>
              <ns1:gd name="T26" fmla="*/ 8 w 120"/>
              <ns1:gd name="T27" fmla="*/ 56 h 80"/>
              <ns1:gd name="T28" fmla="*/ 24 w 120"/>
              <ns1:gd name="T29" fmla="*/ 72 h 80"/>
              <ns1:gd name="T30" fmla="*/ 96 w 120"/>
              <ns1:gd name="T31" fmla="*/ 72 h 80"/>
              <ns1:gd name="T32" fmla="*/ 112 w 120"/>
              <ns1:gd name="T33" fmla="*/ 56 h 80"/>
              <ns1:gd name="T34" fmla="*/ 112 w 120"/>
              <ns1:gd name="T35" fmla="*/ 24 h 80"/>
              <ns1:gd name="T36" fmla="*/ 60 w 120"/>
              <ns1:gd name="T37" fmla="*/ 66 h 80"/>
              <ns1:gd name="T38" fmla="*/ 40 w 120"/>
              <ns1:gd name="T39" fmla="*/ 40 h 80"/>
              <ns1:gd name="T40" fmla="*/ 60 w 120"/>
              <ns1:gd name="T41" fmla="*/ 14 h 80"/>
              <ns1:gd name="T42" fmla="*/ 80 w 120"/>
              <ns1:gd name="T43" fmla="*/ 40 h 80"/>
              <ns1:gd name="T44" fmla="*/ 60 w 120"/>
              <ns1:gd name="T45" fmla="*/ 66 h 80"/>
              <ns1:gd name="T46" fmla="*/ 72 w 120"/>
              <ns1:gd name="T47" fmla="*/ 56 h 80"/>
              <ns1:gd name="T48" fmla="*/ 72 w 120"/>
              <ns1:gd name="T49" fmla="*/ 50 h 80"/>
              <ns1:gd name="T50" fmla="*/ 64 w 120"/>
              <ns1:gd name="T51" fmla="*/ 50 h 80"/>
              <ns1:gd name="T52" fmla="*/ 64 w 120"/>
              <ns1:gd name="T53" fmla="*/ 22 h 80"/>
              <ns1:gd name="T54" fmla="*/ 57 w 120"/>
              <ns1:gd name="T55" fmla="*/ 22 h 80"/>
              <ns1:gd name="T56" fmla="*/ 48 w 120"/>
              <ns1:gd name="T57" fmla="*/ 30 h 80"/>
              <ns1:gd name="T58" fmla="*/ 53 w 120"/>
              <ns1:gd name="T59" fmla="*/ 35 h 80"/>
              <ns1:gd name="T60" fmla="*/ 56 w 120"/>
              <ns1:gd name="T61" fmla="*/ 32 h 80"/>
              <ns1:gd name="T62" fmla="*/ 56 w 120"/>
              <ns1:gd name="T63" fmla="*/ 32 h 80"/>
              <ns1:gd name="T64" fmla="*/ 56 w 120"/>
              <ns1:gd name="T65" fmla="*/ 50 h 80"/>
              <ns1:gd name="T66" fmla="*/ 48 w 120"/>
              <ns1:gd name="T67" fmla="*/ 50 h 80"/>
              <ns1:gd name="T68" fmla="*/ 48 w 120"/>
              <ns1:gd name="T69" fmla="*/ 56 h 80"/>
              <ns1:gd name="T70" fmla="*/ 72 w 120"/>
              <ns1:gd name="T71" fmla="*/ 56 h 80"/>
            </ns1:gdLst>
            <ns1:ahLst/>
            <ns1:cxnLst>
              <ns1:cxn ang="0">
                <ns1:pos x="T0" y="T1"/>
              </ns1:cxn>
              <ns1:cxn ang="0">
                <ns1:pos x="T2" y="T3"/>
              </ns1:cxn>
              <ns1:cxn ang="0">
                <ns1:pos x="T4" y="T5"/>
              </ns1:cxn>
              <ns1:cxn ang="0">
                <ns1:pos x="T6" y="T7"/>
              </ns1:cxn>
              <ns1:cxn ang="0">
                <ns1:pos x="T8" y="T9"/>
              </ns1:cxn>
              <ns1:cxn ang="0">
                <ns1:pos x="T10" y="T11"/>
              </ns1:cxn>
              <ns1:cxn ang="0">
                <ns1:pos x="T12" y="T13"/>
              </ns1:cxn>
              <ns1:cxn ang="0">
                <ns1:pos x="T14" y="T15"/>
              </ns1:cxn>
              <ns1:cxn ang="0">
                <ns1:pos x="T16" y="T17"/>
              </ns1:cxn>
              <ns1:cxn ang="0">
                <ns1:pos x="T18" y="T19"/>
              </ns1:cxn>
              <ns1:cxn ang="0">
                <ns1:pos x="T20" y="T21"/>
              </ns1:cxn>
              <ns1:cxn ang="0">
                <ns1:pos x="T22" y="T23"/>
              </ns1:cxn>
              <ns1:cxn ang="0">
                <ns1:pos x="T24" y="T25"/>
              </ns1:cxn>
              <ns1:cxn ang="0">
                <ns1:pos x="T26" y="T27"/>
              </ns1:cxn>
              <ns1:cxn ang="0">
                <ns1:pos x="T28" y="T29"/>
              </ns1:cxn>
              <ns1:cxn ang="0">
                <ns1:pos x="T30" y="T31"/>
              </ns1:cxn>
              <ns1:cxn ang="0">
                <ns1:pos x="T32" y="T33"/>
              </ns1:cxn>
              <ns1:cxn ang="0">
                <ns1:pos x="T34" y="T35"/>
              </ns1:cxn>
              <ns1:cxn ang="0">
                <ns1:pos x="T36" y="T37"/>
              </ns1:cxn>
              <ns1:cxn ang="0">
                <ns1:pos x="T38" y="T39"/>
              </ns1:cxn>
              <ns1:cxn ang="0">
                <ns1:pos x="T40" y="T41"/>
              </ns1:cxn>
              <ns1:cxn ang="0">
                <ns1:pos x="T42" y="T43"/>
              </ns1:cxn>
              <ns1:cxn ang="0">
                <ns1:pos x="T44" y="T45"/>
              </ns1:cxn>
              <ns1:cxn ang="0">
                <ns1:pos x="T46" y="T47"/>
              </ns1:cxn>
              <ns1:cxn ang="0">
                <ns1:pos x="T48" y="T49"/>
              </ns1:cxn>
              <ns1:cxn ang="0">
                <ns1:pos x="T50" y="T51"/>
              </ns1:cxn>
              <ns1:cxn ang="0">
                <ns1:pos x="T52" y="T53"/>
              </ns1:cxn>
              <ns1:cxn ang="0">
                <ns1:pos x="T54" y="T55"/>
              </ns1:cxn>
              <ns1:cxn ang="0">
                <ns1:pos x="T56" y="T57"/>
              </ns1:cxn>
              <ns1:cxn ang="0">
                <ns1:pos x="T58" y="T59"/>
              </ns1:cxn>
              <ns1:cxn ang="0">
                <ns1:pos x="T60" y="T61"/>
              </ns1:cxn>
              <ns1:cxn ang="0">
                <ns1:pos x="T62" y="T63"/>
              </ns1:cxn>
              <ns1:cxn ang="0">
                <ns1:pos x="T64" y="T65"/>
              </ns1:cxn>
              <ns1:cxn ang="0">
                <ns1:pos x="T66" y="T67"/>
              </ns1:cxn>
              <ns1:cxn ang="0">
                <ns1:pos x="T68" y="T69"/>
              </ns1:cxn>
              <ns1:cxn ang="0">
                <ns1:pos x="T70" y="T71"/>
              </ns1:cxn>
            </ns1:cxnLst>
            <ns1:rect l="0" t="0" r="r" b="b"/>
            <ns1:pathLst>
              <ns1:path w="120" h="80">
                <ns1:moveTo>
                  <ns1:pt x="120" y="76"/>
                </ns1:moveTo>
                <ns1:cubicBezTo>
                  <ns1:pt x="120" y="78"/>
                  <ns1:pt x="119" y="80"/>
                  <ns1:pt x="116" y="80"/>
                </ns1:cubicBezTo>
                <ns1:cubicBezTo>
                  <ns1:pt x="4" y="80"/>
                  <ns1:pt x="4" y="80"/>
                  <ns1:pt x="4" y="80"/>
                </ns1:cubicBezTo>
                <ns1:cubicBezTo>
                  <ns1:pt x="2" y="80"/>
                  <ns1:pt x="0" y="78"/>
                  <ns1:pt x="0" y="76"/>
                </ns1:cubicBezTo>
                <ns1:cubicBezTo>
                  <ns1:pt x="0" y="4"/>
                  <ns1:pt x="0" y="4"/>
                  <ns1:pt x="0" y="4"/>
                </ns1:cubicBezTo>
                <ns1:cubicBezTo>
                  <ns1:pt x="0" y="1"/>
                  <ns1:pt x="2" y="0"/>
                  <ns1:pt x="4" y="0"/>
                </ns1:cubicBezTo>
                <ns1:cubicBezTo>
                  <ns1:pt x="116" y="0"/>
                  <ns1:pt x="116" y="0"/>
                  <ns1:pt x="116" y="0"/>
                </ns1:cubicBezTo>
                <ns1:cubicBezTo>
                  <ns1:pt x="119" y="0"/>
                  <ns1:pt x="120" y="1"/>
                  <ns1:pt x="120" y="4"/>
                </ns1:cubicBezTo>
                <ns1:lnTo>
                  <ns1:pt x="120" y="76"/>
                </ns1:lnTo>
                <ns1:close/>
                <ns1:moveTo>
                  <ns1:pt x="112" y="24"/>
                </ns1:moveTo>
                <ns1:cubicBezTo>
                  <ns1:pt x="104" y="24"/>
                  <ns1:pt x="96" y="16"/>
                  <ns1:pt x="96" y="8"/>
                </ns1:cubicBezTo>
                <ns1:cubicBezTo>
                  <ns1:pt x="24" y="8"/>
                  <ns1:pt x="24" y="8"/>
                  <ns1:pt x="24" y="8"/>
                </ns1:cubicBezTo>
                <ns1:cubicBezTo>
                  <ns1:pt x="24" y="16"/>
                  <ns1:pt x="17" y="24"/>
                  <ns1:pt x="8" y="24"/>
                </ns1:cubicBezTo>
                <ns1:cubicBezTo>
                  <ns1:pt x="8" y="56"/>
                  <ns1:pt x="8" y="56"/>
                  <ns1:pt x="8" y="56"/>
                </ns1:cubicBezTo>
                <ns1:cubicBezTo>
                  <ns1:pt x="17" y="56"/>
                  <ns1:pt x="24" y="63"/>
                  <ns1:pt x="24" y="72"/>
                </ns1:cubicBezTo>
                <ns1:cubicBezTo>
                  <ns1:pt x="96" y="72"/>
                  <ns1:pt x="96" y="72"/>
                  <ns1:pt x="96" y="72"/>
                </ns1:cubicBezTo>
                <ns1:cubicBezTo>
                  <ns1:pt x="96" y="63"/>
                  <ns1:pt x="104" y="56"/>
                  <ns1:pt x="112" y="56"/>
                </ns1:cubicBezTo>
                <ns1:lnTo>
                  <ns1:pt x="112" y="24"/>
                </ns1:lnTo>
                <ns1:close/>
                <ns1:moveTo>
                  <ns1:pt x="60" y="66"/>
                </ns1:moveTo>
                <ns1:cubicBezTo>
                  <ns1:pt x="47" y="66"/>
                  <ns1:pt x="40" y="51"/>
                  <ns1:pt x="40" y="40"/>
                </ns1:cubicBezTo>
                <ns1:cubicBezTo>
                  <ns1:pt x="40" y="28"/>
                  <ns1:pt x="47" y="14"/>
                  <ns1:pt x="60" y="14"/>
                </ns1:cubicBezTo>
                <ns1:cubicBezTo>
                  <ns1:pt x="74" y="14"/>
                  <ns1:pt x="80" y="28"/>
                  <ns1:pt x="80" y="40"/>
                </ns1:cubicBezTo>
                <ns1:cubicBezTo>
                  <ns1:pt x="80" y="51"/>
                  <ns1:pt x="74" y="66"/>
                  <ns1:pt x="60" y="66"/>
                </ns1:cubicBezTo>
                <ns1:close/>
                <ns1:moveTo>
                  <ns1:pt x="72" y="56"/>
                </ns1:moveTo>
                <ns1:cubicBezTo>
                  <ns1:pt x="72" y="50"/>
                  <ns1:pt x="72" y="50"/>
                  <ns1:pt x="72" y="50"/>
                </ns1:cubicBezTo>
                <ns1:cubicBezTo>
                  <ns1:pt x="64" y="50"/>
                  <ns1:pt x="64" y="50"/>
                  <ns1:pt x="64" y="50"/>
                </ns1:cubicBezTo>
                <ns1:cubicBezTo>
                  <ns1:pt x="64" y="22"/>
                  <ns1:pt x="64" y="22"/>
                  <ns1:pt x="64" y="22"/>
                </ns1:cubicBezTo>
                <ns1:cubicBezTo>
                  <ns1:pt x="57" y="22"/>
                  <ns1:pt x="57" y="22"/>
                  <ns1:pt x="57" y="22"/>
                </ns1:cubicBezTo>
                <ns1:cubicBezTo>
                  <ns1:pt x="48" y="30"/>
                  <ns1:pt x="48" y="30"/>
                  <ns1:pt x="48" y="30"/>
                </ns1:cubicBezTo>
                <ns1:cubicBezTo>
                  <ns1:pt x="53" y="35"/>
                  <ns1:pt x="53" y="35"/>
                  <ns1:pt x="53" y="35"/>
                </ns1:cubicBezTo>
                <ns1:cubicBezTo>
                  <ns1:pt x="54" y="34"/>
                  <ns1:pt x="55" y="33"/>
                  <ns1:pt x="56" y="32"/>
                </ns1:cubicBezTo>
                <ns1:cubicBezTo>
                  <ns1:pt x="56" y="32"/>
                  <ns1:pt x="56" y="32"/>
                  <ns1:pt x="56" y="32"/>
                </ns1:cubicBezTo>
                <ns1:cubicBezTo>
                  <ns1:pt x="56" y="50"/>
                  <ns1:pt x="56" y="50"/>
                  <ns1:pt x="56" y="50"/>
                </ns1:cubicBezTo>
                <ns1:cubicBezTo>
                  <ns1:pt x="48" y="50"/>
                  <ns1:pt x="48" y="50"/>
                  <ns1:pt x="48" y="50"/>
                </ns1:cubicBezTo>
                <ns1:cubicBezTo>
                  <ns1:pt x="48" y="56"/>
                  <ns1:pt x="48" y="56"/>
                  <ns1:pt x="48" y="56"/>
                </ns1:cubicBezTo>
                <ns1:lnTo>
                  <ns1:pt x="72" y="56"/>
                </ns1:lnTo>
                <ns1:close/>
              </ns1:path>
            </ns1:pathLst>
          </ns1:custGeom>
          <ns1:solidFill>
            <ns1:srgbClr val="010101"/>
          </ns1:solidFill>
          <ns1:ln>
            <ns1:noFill/>
          </ns1:ln>
          <ns1:extLst>
            <ns1:ext uri="{91240B29-F687-4F45-9708-019B960494DF}">
              <ns2:hiddenLine w="9525">
                <ns1:solidFill>
                  <ns1:srgbClr val="000000"/>
                </ns1:solidFill>
                <ns1:round/>
                <ns1:headEnd/>
                <ns1:tailEnd/>
              </ns2:hiddenLine>
            </ns1:ext>
          </ns1:extLst>
        </ns0:spPr>
        <ns0:txBody>
          <ns1:bodyPr vert="horz" wrap="square" lIns="91440" tIns="45720" rIns="91440" bIns="45720" numCol="1" anchor="t" anchorCtr="0" compatLnSpc="1">
            <ns1:prstTxWarp prst="textNoShape">
              <ns1:avLst/>
            </ns1:prstTxWarp>
          </ns1:bodyPr>
          <ns1:lstStyle/>
          <ns1:p>
            <ns1:endParaRPr lang="en-US" sz="2700"/>
          </ns1:p>
        </ns0:txBody>
      </ns0:sp>
      <ns0:sp>
        <ns0:nvSpPr>
          <ns0:cNvPr id="174" name="Freeform 172"/>
          <ns0:cNvSpPr>
            <ns1:spLocks noEditPoints="1"/>
          </ns0:cNvSpPr>
          <ns0:nvPr/>
        </ns0:nvSpPr>
        <ns0:spPr bwMode="auto">
          <ns1:xfrm>
            <ns1:off x="5556251" y="5892802"/>
            <ns1:ext cx="419100" cy="327025"/>
          </ns1:xfrm>
          <ns1:custGeom>
            <ns1:avLst/>
            <ns1:gdLst>
              <ns1:gd name="T0" fmla="*/ 101 w 112"/>
              <ns1:gd name="T1" fmla="*/ 27 h 87"/>
              <ns1:gd name="T2" fmla="*/ 72 w 112"/>
              <ns1:gd name="T3" fmla="*/ 47 h 87"/>
              <ns1:gd name="T4" fmla="*/ 56 w 112"/>
              <ns1:gd name="T5" fmla="*/ 56 h 87"/>
              <ns1:gd name="T6" fmla="*/ 56 w 112"/>
              <ns1:gd name="T7" fmla="*/ 56 h 87"/>
              <ns1:gd name="T8" fmla="*/ 56 w 112"/>
              <ns1:gd name="T9" fmla="*/ 56 h 87"/>
              <ns1:gd name="T10" fmla="*/ 40 w 112"/>
              <ns1:gd name="T11" fmla="*/ 47 h 87"/>
              <ns1:gd name="T12" fmla="*/ 11 w 112"/>
              <ns1:gd name="T13" fmla="*/ 27 h 87"/>
              <ns1:gd name="T14" fmla="*/ 0 w 112"/>
              <ns1:gd name="T15" fmla="*/ 11 h 87"/>
              <ns1:gd name="T16" fmla="*/ 10 w 112"/>
              <ns1:gd name="T17" fmla="*/ 0 h 87"/>
              <ns1:gd name="T18" fmla="*/ 102 w 112"/>
              <ns1:gd name="T19" fmla="*/ 0 h 87"/>
              <ns1:gd name="T20" fmla="*/ 112 w 112"/>
              <ns1:gd name="T21" fmla="*/ 10 h 87"/>
              <ns1:gd name="T22" fmla="*/ 101 w 112"/>
              <ns1:gd name="T23" fmla="*/ 27 h 87"/>
              <ns1:gd name="T24" fmla="*/ 112 w 112"/>
              <ns1:gd name="T25" fmla="*/ 78 h 87"/>
              <ns1:gd name="T26" fmla="*/ 102 w 112"/>
              <ns1:gd name="T27" fmla="*/ 87 h 87"/>
              <ns1:gd name="T28" fmla="*/ 10 w 112"/>
              <ns1:gd name="T29" fmla="*/ 87 h 87"/>
              <ns1:gd name="T30" fmla="*/ 0 w 112"/>
              <ns1:gd name="T31" fmla="*/ 78 h 87"/>
              <ns1:gd name="T32" fmla="*/ 0 w 112"/>
              <ns1:gd name="T33" fmla="*/ 28 h 87"/>
              <ns1:gd name="T34" fmla="*/ 7 w 112"/>
              <ns1:gd name="T35" fmla="*/ 33 h 87"/>
              <ns1:gd name="T36" fmla="*/ 38 w 112"/>
              <ns1:gd name="T37" fmla="*/ 55 h 87"/>
              <ns1:gd name="T38" fmla="*/ 56 w 112"/>
              <ns1:gd name="T39" fmla="*/ 64 h 87"/>
              <ns1:gd name="T40" fmla="*/ 56 w 112"/>
              <ns1:gd name="T41" fmla="*/ 64 h 87"/>
              <ns1:gd name="T42" fmla="*/ 56 w 112"/>
              <ns1:gd name="T43" fmla="*/ 64 h 87"/>
              <ns1:gd name="T44" fmla="*/ 75 w 112"/>
              <ns1:gd name="T45" fmla="*/ 55 h 87"/>
              <ns1:gd name="T46" fmla="*/ 106 w 112"/>
              <ns1:gd name="T47" fmla="*/ 33 h 87"/>
              <ns1:gd name="T48" fmla="*/ 112 w 112"/>
              <ns1:gd name="T49" fmla="*/ 28 h 87"/>
              <ns1:gd name="T50" fmla="*/ 112 w 112"/>
              <ns1:gd name="T51" fmla="*/ 78 h 87"/>
            </ns1:gdLst>
            <ns1:ahLst/>
            <ns1:cxnLst>
              <ns1:cxn ang="0">
                <ns1:pos x="T0" y="T1"/>
              </ns1:cxn>
              <ns1:cxn ang="0">
                <ns1:pos x="T2" y="T3"/>
              </ns1:cxn>
              <ns1:cxn ang="0">
                <ns1:pos x="T4" y="T5"/>
              </ns1:cxn>
              <ns1:cxn ang="0">
                <ns1:pos x="T6" y="T7"/>
              </ns1:cxn>
              <ns1:cxn ang="0">
                <ns1:pos x="T8" y="T9"/>
              </ns1:cxn>
              <ns1:cxn ang="0">
                <ns1:pos x="T10" y="T11"/>
              </ns1:cxn>
              <ns1:cxn ang="0">
                <ns1:pos x="T12" y="T13"/>
              </ns1:cxn>
              <ns1:cxn ang="0">
                <ns1:pos x="T14" y="T15"/>
              </ns1:cxn>
              <ns1:cxn ang="0">
                <ns1:pos x="T16" y="T17"/>
              </ns1:cxn>
              <ns1:cxn ang="0">
                <ns1:pos x="T18" y="T19"/>
              </ns1:cxn>
              <ns1:cxn ang="0">
                <ns1:pos x="T20" y="T21"/>
              </ns1:cxn>
              <ns1:cxn ang="0">
                <ns1:pos x="T22" y="T23"/>
              </ns1:cxn>
              <ns1:cxn ang="0">
                <ns1:pos x="T24" y="T25"/>
              </ns1:cxn>
              <ns1:cxn ang="0">
                <ns1:pos x="T26" y="T27"/>
              </ns1:cxn>
              <ns1:cxn ang="0">
                <ns1:pos x="T28" y="T29"/>
              </ns1:cxn>
              <ns1:cxn ang="0">
                <ns1:pos x="T30" y="T31"/>
              </ns1:cxn>
              <ns1:cxn ang="0">
                <ns1:pos x="T32" y="T33"/>
              </ns1:cxn>
              <ns1:cxn ang="0">
                <ns1:pos x="T34" y="T35"/>
              </ns1:cxn>
              <ns1:cxn ang="0">
                <ns1:pos x="T36" y="T37"/>
              </ns1:cxn>
              <ns1:cxn ang="0">
                <ns1:pos x="T38" y="T39"/>
              </ns1:cxn>
              <ns1:cxn ang="0">
                <ns1:pos x="T40" y="T41"/>
              </ns1:cxn>
              <ns1:cxn ang="0">
                <ns1:pos x="T42" y="T43"/>
              </ns1:cxn>
              <ns1:cxn ang="0">
                <ns1:pos x="T44" y="T45"/>
              </ns1:cxn>
              <ns1:cxn ang="0">
                <ns1:pos x="T46" y="T47"/>
              </ns1:cxn>
              <ns1:cxn ang="0">
                <ns1:pos x="T48" y="T49"/>
              </ns1:cxn>
              <ns1:cxn ang="0">
                <ns1:pos x="T50" y="T51"/>
              </ns1:cxn>
            </ns1:cxnLst>
            <ns1:rect l="0" t="0" r="r" b="b"/>
            <ns1:pathLst>
              <ns1:path w="112" h="87">
                <ns1:moveTo>
                  <ns1:pt x="101" y="27"/>
                </ns1:moveTo>
                <ns1:cubicBezTo>
                  <ns1:pt x="92" y="33"/>
                  <ns1:pt x="82" y="40"/>
                  <ns1:pt x="72" y="47"/>
                </ns1:cubicBezTo>
                <ns1:cubicBezTo>
                  <ns1:pt x="68" y="50"/>
                  <ns1:pt x="61" y="56"/>
                  <ns1:pt x="56" y="56"/>
                </ns1:cubicBezTo>
                <ns1:cubicBezTo>
                  <ns1:pt x="56" y="56"/>
                  <ns1:pt x="56" y="56"/>
                  <ns1:pt x="56" y="56"/>
                </ns1:cubicBezTo>
                <ns1:cubicBezTo>
                  <ns1:pt x="56" y="56"/>
                  <ns1:pt x="56" y="56"/>
                  <ns1:pt x="56" y="56"/>
                </ns1:cubicBezTo>
                <ns1:cubicBezTo>
                  <ns1:pt x="51" y="56"/>
                  <ns1:pt x="44" y="50"/>
                  <ns1:pt x="40" y="47"/>
                </ns1:cubicBezTo>
                <ns1:cubicBezTo>
                  <ns1:pt x="30" y="40"/>
                  <ns1:pt x="21" y="33"/>
                  <ns1:pt x="11" y="27"/>
                </ns1:cubicBezTo>
                <ns1:cubicBezTo>
                  <ns1:pt x="7" y="24"/>
                  <ns1:pt x="0" y="17"/>
                  <ns1:pt x="0" y="11"/>
                </ns1:cubicBezTo>
                <ns1:cubicBezTo>
                  <ns1:pt x="0" y="5"/>
                  <ns1:pt x="4" y="0"/>
                  <ns1:pt x="10" y="0"/>
                </ns1:cubicBezTo>
                <ns1:cubicBezTo>
                  <ns1:pt x="102" y="0"/>
                  <ns1:pt x="102" y="0"/>
                  <ns1:pt x="102" y="0"/>
                </ns1:cubicBezTo>
                <ns1:cubicBezTo>
                  <ns1:pt x="108" y="0"/>
                  <ns1:pt x="112" y="4"/>
                  <ns1:pt x="112" y="10"/>
                </ns1:cubicBezTo>
                <ns1:cubicBezTo>
                  <ns1:pt x="112" y="17"/>
                  <ns1:pt x="107" y="23"/>
                  <ns1:pt x="101" y="27"/>
                </ns1:cubicBezTo>
                <ns1:close/>
                <ns1:moveTo>
                  <ns1:pt x="112" y="78"/>
                </ns1:moveTo>
                <ns1:cubicBezTo>
                  <ns1:pt x="112" y="83"/>
                  <ns1:pt x="108" y="87"/>
                  <ns1:pt x="102" y="87"/>
                </ns1:cubicBezTo>
                <ns1:cubicBezTo>
                  <ns1:pt x="10" y="87"/>
                  <ns1:pt x="10" y="87"/>
                  <ns1:pt x="10" y="87"/>
                </ns1:cubicBezTo>
                <ns1:cubicBezTo>
                  <ns1:pt x="5" y="87"/>
                  <ns1:pt x="0" y="83"/>
                  <ns1:pt x="0" y="78"/>
                </ns1:cubicBezTo>
                <ns1:cubicBezTo>
                  <ns1:pt x="0" y="28"/>
                  <ns1:pt x="0" y="28"/>
                  <ns1:pt x="0" y="28"/>
                </ns1:cubicBezTo>
                <ns1:cubicBezTo>
                  <ns1:pt x="2" y="30"/>
                  <ns1:pt x="4" y="32"/>
                  <ns1:pt x="7" y="33"/>
                </ns1:cubicBezTo>
                <ns1:cubicBezTo>
                  <ns1:pt x="17" y="40"/>
                  <ns1:pt x="27" y="47"/>
                  <ns1:pt x="38" y="55"/>
                </ns1:cubicBezTo>
                <ns1:cubicBezTo>
                  <ns1:pt x="43" y="59"/>
                  <ns1:pt x="49" y="64"/>
                  <ns1:pt x="56" y="64"/>
                </ns1:cubicBezTo>
                <ns1:cubicBezTo>
                  <ns1:pt x="56" y="64"/>
                  <ns1:pt x="56" y="64"/>
                  <ns1:pt x="56" y="64"/>
                </ns1:cubicBezTo>
                <ns1:cubicBezTo>
                  <ns1:pt x="56" y="64"/>
                  <ns1:pt x="56" y="64"/>
                  <ns1:pt x="56" y="64"/>
                </ns1:cubicBezTo>
                <ns1:cubicBezTo>
                  <ns1:pt x="63" y="64"/>
                  <ns1:pt x="70" y="59"/>
                  <ns1:pt x="75" y="55"/>
                </ns1:cubicBezTo>
                <ns1:cubicBezTo>
                  <ns1:pt x="85" y="48"/>
                  <ns1:pt x="95" y="40"/>
                  <ns1:pt x="106" y="33"/>
                </ns1:cubicBezTo>
                <ns1:cubicBezTo>
                  <ns1:pt x="108" y="32"/>
                  <ns1:pt x="110" y="30"/>
                  <ns1:pt x="112" y="28"/>
                </ns1:cubicBezTo>
                <ns1:lnTo>
                  <ns1:pt x="112" y="78"/>
                </ns1:lnTo>
                <ns1:close/>
              </ns1:path>
            </ns1:pathLst>
          </ns1:custGeom>
          <ns1:solidFill>
            <ns1:srgbClr val="010101"/>
          </ns1:solidFill>
          <ns1:ln>
            <ns1:noFill/>
          </ns1:ln>
          <ns1:extLst>
            <ns1:ext uri="{91240B29-F687-4F45-9708-019B960494DF}">
              <ns2:hiddenLine w="9525">
                <ns1:solidFill>
                  <ns1:srgbClr val="000000"/>
                </ns1:solidFill>
                <ns1:round/>
                <ns1:headEnd/>
                <ns1:tailEnd/>
              </ns2:hiddenLine>
            </ns1:ext>
          </ns1:extLst>
        </ns0:spPr>
        <ns0:txBody>
          <ns1:bodyPr vert="horz" wrap="square" lIns="91440" tIns="45720" rIns="91440" bIns="45720" numCol="1" anchor="t" anchorCtr="0" compatLnSpc="1">
            <ns1:prstTxWarp prst="textNoShape">
              <ns1:avLst/>
            </ns1:prstTxWarp>
          </ns1:bodyPr>
          <ns1:lstStyle/>
          <ns1:p>
            <ns1:endParaRPr lang="en-US" sz="2700"/>
          </ns1:p>
        </ns0:txBody>
      </ns0:sp>
      <ns0:sp>
        <ns0:nvSpPr>
          <ns0:cNvPr id="175" name="Freeform 173"/>
          <ns0:cNvSpPr>
            <ns1:spLocks noEditPoints="1"/>
          </ns0:cNvSpPr>
          <ns0:nvPr/>
        </ns0:nvSpPr>
        <ns0:spPr bwMode="auto">
          <ns1:xfrm>
            <ns1:off x="6230939" y="5865813"/>
            <ns1:ext cx="360363" cy="342900"/>
          </ns1:xfrm>
          <ns1:custGeom>
            <ns1:avLst/>
            <ns1:gdLst>
              <ns1:gd name="T0" fmla="*/ 12 w 96"/>
              <ns1:gd name="T1" fmla="*/ 21 h 91"/>
              <ns1:gd name="T2" fmla="*/ 12 w 96"/>
              <ns1:gd name="T3" fmla="*/ 21 h 91"/>
              <ns1:gd name="T4" fmla="*/ 0 w 96"/>
              <ns1:gd name="T5" fmla="*/ 11 h 91"/>
              <ns1:gd name="T6" fmla="*/ 12 w 96"/>
              <ns1:gd name="T7" fmla="*/ 0 h 91"/>
              <ns1:gd name="T8" fmla="*/ 23 w 96"/>
              <ns1:gd name="T9" fmla="*/ 11 h 91"/>
              <ns1:gd name="T10" fmla="*/ 12 w 96"/>
              <ns1:gd name="T11" fmla="*/ 21 h 91"/>
              <ns1:gd name="T12" fmla="*/ 22 w 96"/>
              <ns1:gd name="T13" fmla="*/ 91 h 91"/>
              <ns1:gd name="T14" fmla="*/ 2 w 96"/>
              <ns1:gd name="T15" fmla="*/ 91 h 91"/>
              <ns1:gd name="T16" fmla="*/ 2 w 96"/>
              <ns1:gd name="T17" fmla="*/ 30 h 91"/>
              <ns1:gd name="T18" fmla="*/ 22 w 96"/>
              <ns1:gd name="T19" fmla="*/ 30 h 91"/>
              <ns1:gd name="T20" fmla="*/ 22 w 96"/>
              <ns1:gd name="T21" fmla="*/ 91 h 91"/>
              <ns1:gd name="T22" fmla="*/ 96 w 96"/>
              <ns1:gd name="T23" fmla="*/ 91 h 91"/>
              <ns1:gd name="T24" fmla="*/ 76 w 96"/>
              <ns1:gd name="T25" fmla="*/ 91 h 91"/>
              <ns1:gd name="T26" fmla="*/ 76 w 96"/>
              <ns1:gd name="T27" fmla="*/ 58 h 91"/>
              <ns1:gd name="T28" fmla="*/ 65 w 96"/>
              <ns1:gd name="T29" fmla="*/ 44 h 91"/>
              <ns1:gd name="T30" fmla="*/ 55 w 96"/>
              <ns1:gd name="T31" fmla="*/ 52 h 91"/>
              <ns1:gd name="T32" fmla="*/ 54 w 96"/>
              <ns1:gd name="T33" fmla="*/ 57 h 91"/>
              <ns1:gd name="T34" fmla="*/ 54 w 96"/>
              <ns1:gd name="T35" fmla="*/ 91 h 91"/>
              <ns1:gd name="T36" fmla="*/ 34 w 96"/>
              <ns1:gd name="T37" fmla="*/ 91 h 91"/>
              <ns1:gd name="T38" fmla="*/ 34 w 96"/>
              <ns1:gd name="T39" fmla="*/ 30 h 91"/>
              <ns1:gd name="T40" fmla="*/ 54 w 96"/>
              <ns1:gd name="T41" fmla="*/ 30 h 91"/>
              <ns1:gd name="T42" fmla="*/ 54 w 96"/>
              <ns1:gd name="T43" fmla="*/ 39 h 91"/>
              <ns1:gd name="T44" fmla="*/ 54 w 96"/>
              <ns1:gd name="T45" fmla="*/ 39 h 91"/>
              <ns1:gd name="T46" fmla="*/ 73 w 96"/>
              <ns1:gd name="T47" fmla="*/ 28 h 91"/>
              <ns1:gd name="T48" fmla="*/ 96 w 96"/>
              <ns1:gd name="T49" fmla="*/ 56 h 91"/>
              <ns1:gd name="T50" fmla="*/ 96 w 96"/>
              <ns1:gd name="T51" fmla="*/ 91 h 91"/>
            </ns1:gdLst>
            <ns1:ahLst/>
            <ns1:cxnLst>
              <ns1:cxn ang="0">
                <ns1:pos x="T0" y="T1"/>
              </ns1:cxn>
              <ns1:cxn ang="0">
                <ns1:pos x="T2" y="T3"/>
              </ns1:cxn>
              <ns1:cxn ang="0">
                <ns1:pos x="T4" y="T5"/>
              </ns1:cxn>
              <ns1:cxn ang="0">
                <ns1:pos x="T6" y="T7"/>
              </ns1:cxn>
              <ns1:cxn ang="0">
                <ns1:pos x="T8" y="T9"/>
              </ns1:cxn>
              <ns1:cxn ang="0">
                <ns1:pos x="T10" y="T11"/>
              </ns1:cxn>
              <ns1:cxn ang="0">
                <ns1:pos x="T12" y="T13"/>
              </ns1:cxn>
              <ns1:cxn ang="0">
                <ns1:pos x="T14" y="T15"/>
              </ns1:cxn>
              <ns1:cxn ang="0">
                <ns1:pos x="T16" y="T17"/>
              </ns1:cxn>
              <ns1:cxn ang="0">
                <ns1:pos x="T18" y="T19"/>
              </ns1:cxn>
              <ns1:cxn ang="0">
                <ns1:pos x="T20" y="T21"/>
              </ns1:cxn>
              <ns1:cxn ang="0">
                <ns1:pos x="T22" y="T23"/>
              </ns1:cxn>
              <ns1:cxn ang="0">
                <ns1:pos x="T24" y="T25"/>
              </ns1:cxn>
              <ns1:cxn ang="0">
                <ns1:pos x="T26" y="T27"/>
              </ns1:cxn>
              <ns1:cxn ang="0">
                <ns1:pos x="T28" y="T29"/>
              </ns1:cxn>
              <ns1:cxn ang="0">
                <ns1:pos x="T30" y="T31"/>
              </ns1:cxn>
              <ns1:cxn ang="0">
                <ns1:pos x="T32" y="T33"/>
              </ns1:cxn>
              <ns1:cxn ang="0">
                <ns1:pos x="T34" y="T35"/>
              </ns1:cxn>
              <ns1:cxn ang="0">
                <ns1:pos x="T36" y="T37"/>
              </ns1:cxn>
              <ns1:cxn ang="0">
                <ns1:pos x="T38" y="T39"/>
              </ns1:cxn>
              <ns1:cxn ang="0">
                <ns1:pos x="T40" y="T41"/>
              </ns1:cxn>
              <ns1:cxn ang="0">
                <ns1:pos x="T42" y="T43"/>
              </ns1:cxn>
              <ns1:cxn ang="0">
                <ns1:pos x="T44" y="T45"/>
              </ns1:cxn>
              <ns1:cxn ang="0">
                <ns1:pos x="T46" y="T47"/>
              </ns1:cxn>
              <ns1:cxn ang="0">
                <ns1:pos x="T48" y="T49"/>
              </ns1:cxn>
              <ns1:cxn ang="0">
                <ns1:pos x="T50" y="T51"/>
              </ns1:cxn>
            </ns1:cxnLst>
            <ns1:rect l="0" t="0" r="r" b="b"/>
            <ns1:pathLst>
              <ns1:path w="96" h="91">
                <ns1:moveTo>
                  <ns1:pt x="12" y="21"/>
                </ns1:moveTo>
                <ns1:cubicBezTo>
                  <ns1:pt x="12" y="21"/>
                  <ns1:pt x="12" y="21"/>
                  <ns1:pt x="12" y="21"/>
                </ns1:cubicBezTo>
                <ns1:cubicBezTo>
                  <ns1:pt x="5" y="21"/>
                  <ns1:pt x="0" y="16"/>
                  <ns1:pt x="0" y="11"/>
                </ns1:cubicBezTo>
                <ns1:cubicBezTo>
                  <ns1:pt x="0" y="4"/>
                  <ns1:pt x="5" y="0"/>
                  <ns1:pt x="12" y="0"/>
                </ns1:cubicBezTo>
                <ns1:cubicBezTo>
                  <ns1:pt x="19" y="0"/>
                  <ns1:pt x="23" y="4"/>
                  <ns1:pt x="23" y="11"/>
                </ns1:cubicBezTo>
                <ns1:cubicBezTo>
                  <ns1:pt x="24" y="16"/>
                  <ns1:pt x="19" y="21"/>
                  <ns1:pt x="12" y="21"/>
                </ns1:cubicBezTo>
                <ns1:close/>
                <ns1:moveTo>
                  <ns1:pt x="22" y="91"/>
                </ns1:moveTo>
                <ns1:cubicBezTo>
                  <ns1:pt x="2" y="91"/>
                  <ns1:pt x="2" y="91"/>
                  <ns1:pt x="2" y="91"/>
                </ns1:cubicBezTo>
                <ns1:cubicBezTo>
                  <ns1:pt x="2" y="30"/>
                  <ns1:pt x="2" y="30"/>
                  <ns1:pt x="2" y="30"/>
                </ns1:cubicBezTo>
                <ns1:cubicBezTo>
                  <ns1:pt x="22" y="30"/>
                  <ns1:pt x="22" y="30"/>
                  <ns1:pt x="22" y="30"/>
                </ns1:cubicBezTo>
                <ns1:lnTo>
                  <ns1:pt x="22" y="91"/>
                </ns1:lnTo>
                <ns1:close/>
                <ns1:moveTo>
                  <ns1:pt x="96" y="91"/>
                </ns1:moveTo>
                <ns1:cubicBezTo>
                  <ns1:pt x="76" y="91"/>
                  <ns1:pt x="76" y="91"/>
                  <ns1:pt x="76" y="91"/>
                </ns1:cubicBezTo>
                <ns1:cubicBezTo>
                  <ns1:pt x="76" y="58"/>
                  <ns1:pt x="76" y="58"/>
                  <ns1:pt x="76" y="58"/>
                </ns1:cubicBezTo>
                <ns1:cubicBezTo>
                  <ns1:pt x="76" y="50"/>
                  <ns1:pt x="73" y="44"/>
                  <ns1:pt x="65" y="44"/>
                </ns1:cubicBezTo>
                <ns1:cubicBezTo>
                  <ns1:pt x="60" y="44"/>
                  <ns1:pt x="56" y="48"/>
                  <ns1:pt x="55" y="52"/>
                </ns1:cubicBezTo>
                <ns1:cubicBezTo>
                  <ns1:pt x="54" y="53"/>
                  <ns1:pt x="54" y="55"/>
                  <ns1:pt x="54" y="57"/>
                </ns1:cubicBezTo>
                <ns1:cubicBezTo>
                  <ns1:pt x="54" y="91"/>
                  <ns1:pt x="54" y="91"/>
                  <ns1:pt x="54" y="91"/>
                </ns1:cubicBezTo>
                <ns1:cubicBezTo>
                  <ns1:pt x="34" y="91"/>
                  <ns1:pt x="34" y="91"/>
                  <ns1:pt x="34" y="91"/>
                </ns1:cubicBezTo>
                <ns1:cubicBezTo>
                  <ns1:pt x="34" y="35"/>
                  <ns1:pt x="34" y="30"/>
                  <ns1:pt x="34" y="30"/>
                </ns1:cubicBezTo>
                <ns1:cubicBezTo>
                  <ns1:pt x="54" y="30"/>
                  <ns1:pt x="54" y="30"/>
                  <ns1:pt x="54" y="30"/>
                </ns1:cubicBezTo>
                <ns1:cubicBezTo>
                  <ns1:pt x="54" y="39"/>
                  <ns1:pt x="54" y="39"/>
                  <ns1:pt x="54" y="39"/>
                </ns1:cubicBezTo>
                <ns1:cubicBezTo>
                  <ns1:pt x="54" y="39"/>
                  <ns1:pt x="54" y="39"/>
                  <ns1:pt x="54" y="39"/>
                </ns1:cubicBezTo>
                <ns1:cubicBezTo>
                  <ns1:pt x="57" y="34"/>
                  <ns1:pt x="61" y="28"/>
                  <ns1:pt x="73" y="28"/>
                </ns1:cubicBezTo>
                <ns1:cubicBezTo>
                  <ns1:pt x="86" y="28"/>
                  <ns1:pt x="96" y="37"/>
                  <ns1:pt x="96" y="56"/>
                </ns1:cubicBezTo>
                <ns1:lnTo>
                  <ns1:pt x="96" y="91"/>
                </ns1:lnTo>
                <ns1:close/>
              </ns1:path>
            </ns1:pathLst>
          </ns1:custGeom>
          <ns1:solidFill>
            <ns1:srgbClr val="010101"/>
          </ns1:solidFill>
          <ns1:ln>
            <ns1:noFill/>
          </ns1:ln>
          <ns1:extLst>
            <ns1:ext uri="{91240B29-F687-4F45-9708-019B960494DF}">
              <ns2:hiddenLine w="9525">
                <ns1:solidFill>
                  <ns1:srgbClr val="000000"/>
                </ns1:solidFill>
                <ns1:round/>
                <ns1:headEnd/>
                <ns1:tailEnd/>
              </ns2:hiddenLine>
            </ns1:ext>
          </ns1:extLst>
        </ns0:spPr>
        <ns0:txBody>
          <ns1:bodyPr vert="horz" wrap="square" lIns="91440" tIns="45720" rIns="91440" bIns="45720" numCol="1" anchor="t" anchorCtr="0" compatLnSpc="1">
            <ns1:prstTxWarp prst="textNoShape">
              <ns1:avLst/>
            </ns1:prstTxWarp>
          </ns1:bodyPr>
          <ns1:lstStyle/>
          <ns1:p>
            <ns1:endParaRPr lang="en-US" sz="2700"/>
          </ns1:p>
        </ns0:txBody>
      </ns0:sp>
      <ns0:sp>
        <ns0:nvSpPr>
          <ns0:cNvPr id="176" name="Freeform 174"/>
          <ns0:cNvSpPr>
            <ns1:spLocks/>
          </ns0:cNvSpPr>
          <ns0:nvPr/>
        </ns0:nvSpPr>
        <ns0:spPr bwMode="auto">
          <ns1:xfrm>
            <ns1:off x="6877052" y="5862638"/>
            <ns1:ext cx="360363" cy="357188"/>
          </ns1:xfrm>
          <ns1:custGeom>
            <ns1:avLst/>
            <ns1:gdLst>
              <ns1:gd name="T0" fmla="*/ 48 w 96"/>
              <ns1:gd name="T1" fmla="*/ 95 h 95"/>
              <ns1:gd name="T2" fmla="*/ 11 w 96"/>
              <ns1:gd name="T3" fmla="*/ 78 h 95"/>
              <ns1:gd name="T4" fmla="*/ 11 w 96"/>
              <ns1:gd name="T5" fmla="*/ 76 h 95"/>
              <ns1:gd name="T6" fmla="*/ 20 w 96"/>
              <ns1:gd name="T7" fmla="*/ 67 h 95"/>
              <ns1:gd name="T8" fmla="*/ 22 w 96"/>
              <ns1:gd name="T9" fmla="*/ 66 h 95"/>
              <ns1:gd name="T10" fmla="*/ 23 w 96"/>
              <ns1:gd name="T11" fmla="*/ 67 h 95"/>
              <ns1:gd name="T12" fmla="*/ 48 w 96"/>
              <ns1:gd name="T13" fmla="*/ 80 h 95"/>
              <ns1:gd name="T14" fmla="*/ 80 w 96"/>
              <ns1:gd name="T15" fmla="*/ 48 h 95"/>
              <ns1:gd name="T16" fmla="*/ 48 w 96"/>
              <ns1:gd name="T17" fmla="*/ 16 h 95"/>
              <ns1:gd name="T18" fmla="*/ 27 w 96"/>
              <ns1:gd name="T19" fmla="*/ 24 h 95"/>
              <ns1:gd name="T20" fmla="*/ 35 w 96"/>
              <ns1:gd name="T21" fmla="*/ 33 h 95"/>
              <ns1:gd name="T22" fmla="*/ 36 w 96"/>
              <ns1:gd name="T23" fmla="*/ 37 h 95"/>
              <ns1:gd name="T24" fmla="*/ 32 w 96"/>
              <ns1:gd name="T25" fmla="*/ 40 h 95"/>
              <ns1:gd name="T26" fmla="*/ 4 w 96"/>
              <ns1:gd name="T27" fmla="*/ 40 h 95"/>
              <ns1:gd name="T28" fmla="*/ 0 w 96"/>
              <ns1:gd name="T29" fmla="*/ 36 h 95"/>
              <ns1:gd name="T30" fmla="*/ 0 w 96"/>
              <ns1:gd name="T31" fmla="*/ 8 h 95"/>
              <ns1:gd name="T32" fmla="*/ 3 w 96"/>
              <ns1:gd name="T33" fmla="*/ 4 h 95"/>
              <ns1:gd name="T34" fmla="*/ 7 w 96"/>
              <ns1:gd name="T35" fmla="*/ 5 h 95"/>
              <ns1:gd name="T36" fmla="*/ 15 w 96"/>
              <ns1:gd name="T37" fmla="*/ 13 h 95"/>
              <ns1:gd name="T38" fmla="*/ 48 w 96"/>
              <ns1:gd name="T39" fmla="*/ 0 h 95"/>
              <ns1:gd name="T40" fmla="*/ 96 w 96"/>
              <ns1:gd name="T41" fmla="*/ 48 h 95"/>
              <ns1:gd name="T42" fmla="*/ 48 w 96"/>
              <ns1:gd name="T43" fmla="*/ 95 h 95"/>
            </ns1:gdLst>
            <ns1:ahLst/>
            <ns1:cxnLst>
              <ns1:cxn ang="0">
                <ns1:pos x="T0" y="T1"/>
              </ns1:cxn>
              <ns1:cxn ang="0">
                <ns1:pos x="T2" y="T3"/>
              </ns1:cxn>
              <ns1:cxn ang="0">
                <ns1:pos x="T4" y="T5"/>
              </ns1:cxn>
              <ns1:cxn ang="0">
                <ns1:pos x="T6" y="T7"/>
              </ns1:cxn>
              <ns1:cxn ang="0">
                <ns1:pos x="T8" y="T9"/>
              </ns1:cxn>
              <ns1:cxn ang="0">
                <ns1:pos x="T10" y="T11"/>
              </ns1:cxn>
              <ns1:cxn ang="0">
                <ns1:pos x="T12" y="T13"/>
              </ns1:cxn>
              <ns1:cxn ang="0">
                <ns1:pos x="T14" y="T15"/>
              </ns1:cxn>
              <ns1:cxn ang="0">
                <ns1:pos x="T16" y="T17"/>
              </ns1:cxn>
              <ns1:cxn ang="0">
                <ns1:pos x="T18" y="T19"/>
              </ns1:cxn>
              <ns1:cxn ang="0">
                <ns1:pos x="T20" y="T21"/>
              </ns1:cxn>
              <ns1:cxn ang="0">
                <ns1:pos x="T22" y="T23"/>
              </ns1:cxn>
              <ns1:cxn ang="0">
                <ns1:pos x="T24" y="T25"/>
              </ns1:cxn>
              <ns1:cxn ang="0">
                <ns1:pos x="T26" y="T27"/>
              </ns1:cxn>
              <ns1:cxn ang="0">
                <ns1:pos x="T28" y="T29"/>
              </ns1:cxn>
              <ns1:cxn ang="0">
                <ns1:pos x="T30" y="T31"/>
              </ns1:cxn>
              <ns1:cxn ang="0">
                <ns1:pos x="T32" y="T33"/>
              </ns1:cxn>
              <ns1:cxn ang="0">
                <ns1:pos x="T34" y="T35"/>
              </ns1:cxn>
              <ns1:cxn ang="0">
                <ns1:pos x="T36" y="T37"/>
              </ns1:cxn>
              <ns1:cxn ang="0">
                <ns1:pos x="T38" y="T39"/>
              </ns1:cxn>
              <ns1:cxn ang="0">
                <ns1:pos x="T40" y="T41"/>
              </ns1:cxn>
              <ns1:cxn ang="0">
                <ns1:pos x="T42" y="T43"/>
              </ns1:cxn>
            </ns1:cxnLst>
            <ns1:rect l="0" t="0" r="r" b="b"/>
            <ns1:pathLst>
              <ns1:path w="96" h="95">
                <ns1:moveTo>
                  <ns1:pt x="48" y="95"/>
                </ns1:moveTo>
                <ns1:cubicBezTo>
                  <ns1:pt x="34" y="95"/>
                  <ns1:pt x="20" y="89"/>
                  <ns1:pt x="11" y="78"/>
                </ns1:cubicBezTo>
                <ns1:cubicBezTo>
                  <ns1:pt x="11" y="77"/>
                  <ns1:pt x="11" y="76"/>
                  <ns1:pt x="11" y="76"/>
                </ns1:cubicBezTo>
                <ns1:cubicBezTo>
                  <ns1:pt x="20" y="67"/>
                  <ns1:pt x="20" y="67"/>
                  <ns1:pt x="20" y="67"/>
                </ns1:cubicBezTo>
                <ns1:cubicBezTo>
                  <ns1:pt x="20" y="67"/>
                  <ns1:pt x="21" y="66"/>
                  <ns1:pt x="22" y="66"/>
                </ns1:cubicBezTo>
                <ns1:cubicBezTo>
                  <ns1:pt x="22" y="66"/>
                  <ns1:pt x="23" y="67"/>
                  <ns1:pt x="23" y="67"/>
                </ns1:cubicBezTo>
                <ns1:cubicBezTo>
                  <ns1:pt x="29" y="75"/>
                  <ns1:pt x="38" y="80"/>
                  <ns1:pt x="48" y="80"/>
                </ns1:cubicBezTo>
                <ns1:cubicBezTo>
                  <ns1:pt x="66" y="80"/>
                  <ns1:pt x="80" y="65"/>
                  <ns1:pt x="80" y="48"/>
                </ns1:cubicBezTo>
                <ns1:cubicBezTo>
                  <ns1:pt x="80" y="30"/>
                  <ns1:pt x="66" y="16"/>
                  <ns1:pt x="48" y="16"/>
                </ns1:cubicBezTo>
                <ns1:cubicBezTo>
                  <ns1:pt x="40" y="16"/>
                  <ns1:pt x="32" y="19"/>
                  <ns1:pt x="27" y="24"/>
                </ns1:cubicBezTo>
                <ns1:cubicBezTo>
                  <ns1:pt x="35" y="33"/>
                  <ns1:pt x="35" y="33"/>
                  <ns1:pt x="35" y="33"/>
                </ns1:cubicBezTo>
                <ns1:cubicBezTo>
                  <ns1:pt x="36" y="34"/>
                  <ns1:pt x="37" y="36"/>
                  <ns1:pt x="36" y="37"/>
                </ns1:cubicBezTo>
                <ns1:cubicBezTo>
                  <ns1:pt x="35" y="39"/>
                  <ns1:pt x="34" y="40"/>
                  <ns1:pt x="32" y="40"/>
                </ns1:cubicBezTo>
                <ns1:cubicBezTo>
                  <ns1:pt x="4" y="40"/>
                  <ns1:pt x="4" y="40"/>
                  <ns1:pt x="4" y="40"/>
                </ns1:cubicBezTo>
                <ns1:cubicBezTo>
                  <ns1:pt x="2" y="40"/>
                  <ns1:pt x="0" y="38"/>
                  <ns1:pt x="0" y="36"/>
                </ns1:cubicBezTo>
                <ns1:cubicBezTo>
                  <ns1:pt x="0" y="8"/>
                  <ns1:pt x="0" y="8"/>
                  <ns1:pt x="0" y="8"/>
                </ns1:cubicBezTo>
                <ns1:cubicBezTo>
                  <ns1:pt x="0" y="6"/>
                  <ns1:pt x="1" y="5"/>
                  <ns1:pt x="3" y="4"/>
                </ns1:cubicBezTo>
                <ns1:cubicBezTo>
                  <ns1:pt x="4" y="3"/>
                  <ns1:pt x="6" y="4"/>
                  <ns1:pt x="7" y="5"/>
                </ns1:cubicBezTo>
                <ns1:cubicBezTo>
                  <ns1:pt x="15" y="13"/>
                  <ns1:pt x="15" y="13"/>
                  <ns1:pt x="15" y="13"/>
                </ns1:cubicBezTo>
                <ns1:cubicBezTo>
                  <ns1:pt x="24" y="5"/>
                  <ns1:pt x="36" y="0"/>
                  <ns1:pt x="48" y="0"/>
                </ns1:cubicBezTo>
                <ns1:cubicBezTo>
                  <ns1:pt x="75" y="0"/>
                  <ns1:pt x="96" y="21"/>
                  <ns1:pt x="96" y="48"/>
                </ns1:cubicBezTo>
                <ns1:cubicBezTo>
                  <ns1:pt x="96" y="74"/>
                  <ns1:pt x="75" y="95"/>
                  <ns1:pt x="48" y="95"/>
                </ns1:cubicBezTo>
                <ns1:close/>
              </ns1:path>
            </ns1:pathLst>
          </ns1:custGeom>
          <ns1:solidFill>
            <ns1:srgbClr val="010101"/>
          </ns1:solidFill>
          <ns1:ln>
            <ns1:noFill/>
          </ns1:ln>
          <ns1:extLst>
            <ns1:ext uri="{91240B29-F687-4F45-9708-019B960494DF}">
              <ns2:hiddenLine w="9525">
                <ns1:solidFill>
                  <ns1:srgbClr val="000000"/>
                </ns1:solidFill>
                <ns1:round/>
                <ns1:headEnd/>
                <ns1:tailEnd/>
              </ns2:hiddenLine>
            </ns1:ext>
          </ns1:extLst>
        </ns0:spPr>
        <ns0:txBody>
          <ns1:bodyPr vert="horz" wrap="square" lIns="91440" tIns="45720" rIns="91440" bIns="45720" numCol="1" anchor="t" anchorCtr="0" compatLnSpc="1">
            <ns1:prstTxWarp prst="textNoShape">
              <ns1:avLst/>
            </ns1:prstTxWarp>
          </ns1:bodyPr>
          <ns1:lstStyle/>
          <ns1:p>
            <ns1:endParaRPr lang="en-US" sz="2700"/>
          </ns1:p>
        </ns0:txBody>
      </ns0:sp>
      <ns0:sp>
        <ns0:nvSpPr>
          <ns0:cNvPr id="177" name="Freeform 175"/>
          <ns0:cNvSpPr>
            <ns1:spLocks/>
          </ns0:cNvSpPr>
          <ns0:nvPr/>
        </ns0:nvSpPr>
        <ns0:spPr bwMode="auto">
          <ns1:xfrm>
            <ns1:off x="7504114" y="5840414"/>
            <ns1:ext cx="404813" cy="404813"/>
          </ns1:xfrm>
          <ns1:custGeom>
            <ns1:avLst/>
            <ns1:gdLst>
              <ns1:gd name="T0" fmla="*/ 105 w 108"/>
              <ns1:gd name="T1" fmla="*/ 99 h 108"/>
              <ns1:gd name="T2" fmla="*/ 99 w 108"/>
              <ns1:gd name="T3" fmla="*/ 106 h 108"/>
              <ns1:gd name="T4" fmla="*/ 93 w 108"/>
              <ns1:gd name="T5" fmla="*/ 108 h 108"/>
              <ns1:gd name="T6" fmla="*/ 87 w 108"/>
              <ns1:gd name="T7" fmla="*/ 106 h 108"/>
              <ns1:gd name="T8" fmla="*/ 65 w 108"/>
              <ns1:gd name="T9" fmla="*/ 83 h 108"/>
              <ns1:gd name="T10" fmla="*/ 62 w 108"/>
              <ns1:gd name="T11" fmla="*/ 78 h 108"/>
              <ns1:gd name="T12" fmla="*/ 65 w 108"/>
              <ns1:gd name="T13" fmla="*/ 72 h 108"/>
              <ns1:gd name="T14" fmla="*/ 49 w 108"/>
              <ns1:gd name="T15" fmla="*/ 56 h 108"/>
              <ns1:gd name="T16" fmla="*/ 41 w 108"/>
              <ns1:gd name="T17" fmla="*/ 63 h 108"/>
              <ns1:gd name="T18" fmla="*/ 39 w 108"/>
              <ns1:gd name="T19" fmla="*/ 64 h 108"/>
              <ns1:gd name="T20" fmla="*/ 37 w 108"/>
              <ns1:gd name="T21" fmla="*/ 63 h 108"/>
              <ns1:gd name="T22" fmla="*/ 40 w 108"/>
              <ns1:gd name="T23" fmla="*/ 70 h 108"/>
              <ns1:gd name="T24" fmla="*/ 39 w 108"/>
              <ns1:gd name="T25" fmla="*/ 74 h 108"/>
              <ns1:gd name="T26" fmla="*/ 31 w 108"/>
              <ns1:gd name="T27" fmla="*/ 79 h 108"/>
              <ns1:gd name="T28" fmla="*/ 27 w 108"/>
              <ns1:gd name="T29" fmla="*/ 77 h 108"/>
              <ns1:gd name="T30" fmla="*/ 1 w 108"/>
              <ns1:gd name="T31" fmla="*/ 52 h 108"/>
              <ns1:gd name="T32" fmla="*/ 0 w 108"/>
              <ns1:gd name="T33" fmla="*/ 48 h 108"/>
              <ns1:gd name="T34" fmla="*/ 5 w 108"/>
              <ns1:gd name="T35" fmla="*/ 40 h 108"/>
              <ns1:gd name="T36" fmla="*/ 9 w 108"/>
              <ns1:gd name="T37" fmla="*/ 38 h 108"/>
              <ns1:gd name="T38" fmla="*/ 15 w 108"/>
              <ns1:gd name="T39" fmla="*/ 42 h 108"/>
              <ns1:gd name="T40" fmla="*/ 14 w 108"/>
              <ns1:gd name="T41" fmla="*/ 40 h 108"/>
              <ns1:gd name="T42" fmla="*/ 15 w 108"/>
              <ns1:gd name="T43" fmla="*/ 37 h 108"/>
              <ns1:gd name="T44" fmla="*/ 37 w 108"/>
              <ns1:gd name="T45" fmla="*/ 16 h 108"/>
              <ns1:gd name="T46" fmla="*/ 39 w 108"/>
              <ns1:gd name="T47" fmla="*/ 15 h 108"/>
              <ns1:gd name="T48" fmla="*/ 41 w 108"/>
              <ns1:gd name="T49" fmla="*/ 16 h 108"/>
              <ns1:gd name="T50" fmla="*/ 37 w 108"/>
              <ns1:gd name="T51" fmla="*/ 10 h 108"/>
              <ns1:gd name="T52" fmla="*/ 39 w 108"/>
              <ns1:gd name="T53" fmla="*/ 5 h 108"/>
              <ns1:gd name="T54" fmla="*/ 47 w 108"/>
              <ns1:gd name="T55" fmla="*/ 0 h 108"/>
              <ns1:gd name="T56" fmla="*/ 51 w 108"/>
              <ns1:gd name="T57" fmla="*/ 2 h 108"/>
              <ns1:gd name="T58" fmla="*/ 77 w 108"/>
              <ns1:gd name="T59" fmla="*/ 27 h 108"/>
              <ns1:gd name="T60" fmla="*/ 78 w 108"/>
              <ns1:gd name="T61" fmla="*/ 32 h 108"/>
              <ns1:gd name="T62" fmla="*/ 73 w 108"/>
              <ns1:gd name="T63" fmla="*/ 39 h 108"/>
              <ns1:gd name="T64" fmla="*/ 69 w 108"/>
              <ns1:gd name="T65" fmla="*/ 41 h 108"/>
              <ns1:gd name="T66" fmla="*/ 63 w 108"/>
              <ns1:gd name="T67" fmla="*/ 37 h 108"/>
              <ns1:gd name="T68" fmla="*/ 64 w 108"/>
              <ns1:gd name="T69" fmla="*/ 40 h 108"/>
              <ns1:gd name="T70" fmla="*/ 63 w 108"/>
              <ns1:gd name="T71" fmla="*/ 42 h 108"/>
              <ns1:gd name="T72" fmla="*/ 55 w 108"/>
              <ns1:gd name="T73" fmla="*/ 50 h 108"/>
              <ns1:gd name="T74" fmla="*/ 71 w 108"/>
              <ns1:gd name="T75" fmla="*/ 66 h 108"/>
              <ns1:gd name="T76" fmla="*/ 77 w 108"/>
              <ns1:gd name="T77" fmla="*/ 63 h 108"/>
              <ns1:gd name="T78" fmla="*/ 83 w 108"/>
              <ns1:gd name="T79" fmla="*/ 65 h 108"/>
              <ns1:gd name="T80" fmla="*/ 105 w 108"/>
              <ns1:gd name="T81" fmla="*/ 88 h 108"/>
              <ns1:gd name="T82" fmla="*/ 108 w 108"/>
              <ns1:gd name="T83" fmla="*/ 94 h 108"/>
              <ns1:gd name="T84" fmla="*/ 105 w 108"/>
              <ns1:gd name="T85" fmla="*/ 99 h 108"/>
            </ns1:gdLst>
            <ns1:ahLst/>
            <ns1:cxnLst>
              <ns1:cxn ang="0">
                <ns1:pos x="T0" y="T1"/>
              </ns1:cxn>
              <ns1:cxn ang="0">
                <ns1:pos x="T2" y="T3"/>
              </ns1:cxn>
              <ns1:cxn ang="0">
                <ns1:pos x="T4" y="T5"/>
              </ns1:cxn>
              <ns1:cxn ang="0">
                <ns1:pos x="T6" y="T7"/>
              </ns1:cxn>
              <ns1:cxn ang="0">
                <ns1:pos x="T8" y="T9"/>
              </ns1:cxn>
              <ns1:cxn ang="0">
                <ns1:pos x="T10" y="T11"/>
              </ns1:cxn>
              <ns1:cxn ang="0">
                <ns1:pos x="T12" y="T13"/>
              </ns1:cxn>
              <ns1:cxn ang="0">
                <ns1:pos x="T14" y="T15"/>
              </ns1:cxn>
              <ns1:cxn ang="0">
                <ns1:pos x="T16" y="T17"/>
              </ns1:cxn>
              <ns1:cxn ang="0">
                <ns1:pos x="T18" y="T19"/>
              </ns1:cxn>
              <ns1:cxn ang="0">
                <ns1:pos x="T20" y="T21"/>
              </ns1:cxn>
              <ns1:cxn ang="0">
                <ns1:pos x="T22" y="T23"/>
              </ns1:cxn>
              <ns1:cxn ang="0">
                <ns1:pos x="T24" y="T25"/>
              </ns1:cxn>
              <ns1:cxn ang="0">
                <ns1:pos x="T26" y="T27"/>
              </ns1:cxn>
              <ns1:cxn ang="0">
                <ns1:pos x="T28" y="T29"/>
              </ns1:cxn>
              <ns1:cxn ang="0">
                <ns1:pos x="T30" y="T31"/>
              </ns1:cxn>
              <ns1:cxn ang="0">
                <ns1:pos x="T32" y="T33"/>
              </ns1:cxn>
              <ns1:cxn ang="0">
                <ns1:pos x="T34" y="T35"/>
              </ns1:cxn>
              <ns1:cxn ang="0">
                <ns1:pos x="T36" y="T37"/>
              </ns1:cxn>
              <ns1:cxn ang="0">
                <ns1:pos x="T38" y="T39"/>
              </ns1:cxn>
              <ns1:cxn ang="0">
                <ns1:pos x="T40" y="T41"/>
              </ns1:cxn>
              <ns1:cxn ang="0">
                <ns1:pos x="T42" y="T43"/>
              </ns1:cxn>
              <ns1:cxn ang="0">
                <ns1:pos x="T44" y="T45"/>
              </ns1:cxn>
              <ns1:cxn ang="0">
                <ns1:pos x="T46" y="T47"/>
              </ns1:cxn>
              <ns1:cxn ang="0">
                <ns1:pos x="T48" y="T49"/>
              </ns1:cxn>
              <ns1:cxn ang="0">
                <ns1:pos x="T50" y="T51"/>
              </ns1:cxn>
              <ns1:cxn ang="0">
                <ns1:pos x="T52" y="T53"/>
              </ns1:cxn>
              <ns1:cxn ang="0">
                <ns1:pos x="T54" y="T55"/>
              </ns1:cxn>
              <ns1:cxn ang="0">
                <ns1:pos x="T56" y="T57"/>
              </ns1:cxn>
              <ns1:cxn ang="0">
                <ns1:pos x="T58" y="T59"/>
              </ns1:cxn>
              <ns1:cxn ang="0">
                <ns1:pos x="T60" y="T61"/>
              </ns1:cxn>
              <ns1:cxn ang="0">
                <ns1:pos x="T62" y="T63"/>
              </ns1:cxn>
              <ns1:cxn ang="0">
                <ns1:pos x="T64" y="T65"/>
              </ns1:cxn>
              <ns1:cxn ang="0">
                <ns1:pos x="T66" y="T67"/>
              </ns1:cxn>
              <ns1:cxn ang="0">
                <ns1:pos x="T68" y="T69"/>
              </ns1:cxn>
              <ns1:cxn ang="0">
                <ns1:pos x="T70" y="T71"/>
              </ns1:cxn>
              <ns1:cxn ang="0">
                <ns1:pos x="T72" y="T73"/>
              </ns1:cxn>
              <ns1:cxn ang="0">
                <ns1:pos x="T74" y="T75"/>
              </ns1:cxn>
              <ns1:cxn ang="0">
                <ns1:pos x="T76" y="T77"/>
              </ns1:cxn>
              <ns1:cxn ang="0">
                <ns1:pos x="T78" y="T79"/>
              </ns1:cxn>
              <ns1:cxn ang="0">
                <ns1:pos x="T80" y="T81"/>
              </ns1:cxn>
              <ns1:cxn ang="0">
                <ns1:pos x="T82" y="T83"/>
              </ns1:cxn>
              <ns1:cxn ang="0">
                <ns1:pos x="T84" y="T85"/>
              </ns1:cxn>
            </ns1:cxnLst>
            <ns1:rect l="0" t="0" r="r" b="b"/>
            <ns1:pathLst>
              <ns1:path w="108" h="108">
                <ns1:moveTo>
                  <ns1:pt x="105" y="99"/>
                </ns1:moveTo>
                <ns1:cubicBezTo>
                  <ns1:pt x="99" y="106"/>
                  <ns1:pt x="99" y="106"/>
                  <ns1:pt x="99" y="106"/>
                </ns1:cubicBezTo>
                <ns1:cubicBezTo>
                  <ns1:pt x="97" y="107"/>
                  <ns1:pt x="95" y="108"/>
                  <ns1:pt x="93" y="108"/>
                </ns1:cubicBezTo>
                <ns1:cubicBezTo>
                  <ns1:pt x="91" y="108"/>
                  <ns1:pt x="89" y="107"/>
                  <ns1:pt x="87" y="106"/>
                </ns1:cubicBezTo>
                <ns1:cubicBezTo>
                  <ns1:pt x="65" y="83"/>
                  <ns1:pt x="65" y="83"/>
                  <ns1:pt x="65" y="83"/>
                </ns1:cubicBezTo>
                <ns1:cubicBezTo>
                  <ns1:pt x="63" y="82"/>
                  <ns1:pt x="62" y="80"/>
                  <ns1:pt x="62" y="78"/>
                </ns1:cubicBezTo>
                <ns1:cubicBezTo>
                  <ns1:pt x="62" y="75"/>
                  <ns1:pt x="63" y="73"/>
                  <ns1:pt x="65" y="72"/>
                </ns1:cubicBezTo>
                <ns1:cubicBezTo>
                  <ns1:pt x="49" y="56"/>
                  <ns1:pt x="49" y="56"/>
                  <ns1:pt x="49" y="56"/>
                </ns1:cubicBezTo>
                <ns1:cubicBezTo>
                  <ns1:pt x="41" y="63"/>
                  <ns1:pt x="41" y="63"/>
                  <ns1:pt x="41" y="63"/>
                </ns1:cubicBezTo>
                <ns1:cubicBezTo>
                  <ns1:pt x="41" y="64"/>
                  <ns1:pt x="40" y="64"/>
                  <ns1:pt x="39" y="64"/>
                </ns1:cubicBezTo>
                <ns1:cubicBezTo>
                  <ns1:pt x="38" y="64"/>
                  <ns1:pt x="37" y="64"/>
                  <ns1:pt x="37" y="63"/>
                </ns1:cubicBezTo>
                <ns1:cubicBezTo>
                  <ns1:pt x="39" y="65"/>
                  <ns1:pt x="40" y="67"/>
                  <ns1:pt x="40" y="70"/>
                </ns1:cubicBezTo>
                <ns1:cubicBezTo>
                  <ns1:pt x="40" y="71"/>
                  <ns1:pt x="40" y="73"/>
                  <ns1:pt x="39" y="74"/>
                </ns1:cubicBezTo>
                <ns1:cubicBezTo>
                  <ns1:pt x="37" y="76"/>
                  <ns1:pt x="34" y="79"/>
                  <ns1:pt x="31" y="79"/>
                </ns1:cubicBezTo>
                <ns1:cubicBezTo>
                  <ns1:pt x="29" y="79"/>
                  <ns1:pt x="28" y="78"/>
                  <ns1:pt x="27" y="77"/>
                </ns1:cubicBezTo>
                <ns1:cubicBezTo>
                  <ns1:pt x="1" y="52"/>
                  <ns1:pt x="1" y="52"/>
                  <ns1:pt x="1" y="52"/>
                </ns1:cubicBezTo>
                <ns1:cubicBezTo>
                  <ns1:pt x="0" y="51"/>
                  <ns1:pt x="0" y="49"/>
                  <ns1:pt x="0" y="48"/>
                </ns1:cubicBezTo>
                <ns1:cubicBezTo>
                  <ns1:pt x="0" y="44"/>
                  <ns1:pt x="3" y="42"/>
                  <ns1:pt x="5" y="40"/>
                </ns1:cubicBezTo>
                <ns1:cubicBezTo>
                  <ns1:pt x="6" y="39"/>
                  <ns1:pt x="7" y="38"/>
                  <ns1:pt x="9" y="38"/>
                </ns1:cubicBezTo>
                <ns1:cubicBezTo>
                  <ns1:pt x="12" y="38"/>
                  <ns1:pt x="13" y="40"/>
                  <ns1:pt x="15" y="42"/>
                </ns1:cubicBezTo>
                <ns1:cubicBezTo>
                  <ns1:pt x="15" y="41"/>
                  <ns1:pt x="14" y="40"/>
                  <ns1:pt x="14" y="40"/>
                </ns1:cubicBezTo>
                <ns1:cubicBezTo>
                  <ns1:pt x="14" y="39"/>
                  <ns1:pt x="15" y="38"/>
                  <ns1:pt x="15" y="37"/>
                </ns1:cubicBezTo>
                <ns1:cubicBezTo>
                  <ns1:pt x="37" y="16"/>
                  <ns1:pt x="37" y="16"/>
                  <ns1:pt x="37" y="16"/>
                </ns1:cubicBezTo>
                <ns1:cubicBezTo>
                  <ns1:pt x="37" y="15"/>
                  <ns1:pt x="38" y="15"/>
                  <ns1:pt x="39" y="15"/>
                </ns1:cubicBezTo>
                <ns1:cubicBezTo>
                  <ns1:pt x="40" y="15"/>
                  <ns1:pt x="41" y="15"/>
                  <ns1:pt x="41" y="16"/>
                </ns1:cubicBezTo>
                <ns1:cubicBezTo>
                  <ns1:pt x="39" y="14"/>
                  <ns1:pt x="37" y="12"/>
                  <ns1:pt x="37" y="10"/>
                </ns1:cubicBezTo>
                <ns1:cubicBezTo>
                  <ns1:pt x="37" y="8"/>
                  <ns1:pt x="38" y="7"/>
                  <ns1:pt x="39" y="5"/>
                </ns1:cubicBezTo>
                <ns1:cubicBezTo>
                  <ns1:pt x="41" y="3"/>
                  <ns1:pt x="44" y="0"/>
                  <ns1:pt x="47" y="0"/>
                </ns1:cubicBezTo>
                <ns1:cubicBezTo>
                  <ns1:pt x="49" y="0"/>
                  <ns1:pt x="50" y="1"/>
                  <ns1:pt x="51" y="2"/>
                </ns1:cubicBezTo>
                <ns1:cubicBezTo>
                  <ns1:pt x="77" y="27"/>
                  <ns1:pt x="77" y="27"/>
                  <ns1:pt x="77" y="27"/>
                </ns1:cubicBezTo>
                <ns1:cubicBezTo>
                  <ns1:pt x="78" y="28"/>
                  <ns1:pt x="78" y="30"/>
                  <ns1:pt x="78" y="32"/>
                </ns1:cubicBezTo>
                <ns1:cubicBezTo>
                  <ns1:pt x="78" y="35"/>
                  <ns1:pt x="75" y="37"/>
                  <ns1:pt x="73" y="39"/>
                </ns1:cubicBezTo>
                <ns1:cubicBezTo>
                  <ns1:pt x="72" y="40"/>
                  <ns1:pt x="71" y="41"/>
                  <ns1:pt x="69" y="41"/>
                </ns1:cubicBezTo>
                <ns1:cubicBezTo>
                  <ns1:pt x="66" y="41"/>
                  <ns1:pt x="65" y="39"/>
                  <ns1:pt x="63" y="37"/>
                </ns1:cubicBezTo>
                <ns1:cubicBezTo>
                  <ns1:pt x="63" y="38"/>
                  <ns1:pt x="64" y="39"/>
                  <ns1:pt x="64" y="40"/>
                </ns1:cubicBezTo>
                <ns1:cubicBezTo>
                  <ns1:pt x="64" y="40"/>
                  <ns1:pt x="63" y="41"/>
                  <ns1:pt x="63" y="42"/>
                </ns1:cubicBezTo>
                <ns1:cubicBezTo>
                  <ns1:pt x="55" y="50"/>
                  <ns1:pt x="55" y="50"/>
                  <ns1:pt x="55" y="50"/>
                </ns1:cubicBezTo>
                <ns1:cubicBezTo>
                  <ns1:pt x="71" y="66"/>
                  <ns1:pt x="71" y="66"/>
                  <ns1:pt x="71" y="66"/>
                </ns1:cubicBezTo>
                <ns1:cubicBezTo>
                  <ns1:pt x="73" y="64"/>
                  <ns1:pt x="75" y="63"/>
                  <ns1:pt x="77" y="63"/>
                </ns1:cubicBezTo>
                <ns1:cubicBezTo>
                  <ns1:pt x="79" y="63"/>
                  <ns1:pt x="81" y="64"/>
                  <ns1:pt x="83" y="65"/>
                </ns1:cubicBezTo>
                <ns1:cubicBezTo>
                  <ns1:pt x="105" y="88"/>
                  <ns1:pt x="105" y="88"/>
                  <ns1:pt x="105" y="88"/>
                </ns1:cubicBezTo>
                <ns1:cubicBezTo>
                  <ns1:pt x="107" y="89"/>
                  <ns1:pt x="108" y="91"/>
                  <ns1:pt x="108" y="94"/>
                </ns1:cubicBezTo>
                <ns1:cubicBezTo>
                  <ns1:pt x="108" y="96"/>
                  <ns1:pt x="107" y="98"/>
                  <ns1:pt x="105" y="99"/>
                </ns1:cubicBezTo>
                <ns1:close/>
              </ns1:path>
            </ns1:pathLst>
          </ns1:custGeom>
          <ns1:solidFill>
            <ns1:srgbClr val="010101"/>
          </ns1:solidFill>
          <ns1:ln>
            <ns1:noFill/>
          </ns1:ln>
          <ns1:extLst>
            <ns1:ext uri="{91240B29-F687-4F45-9708-019B960494DF}">
              <ns2:hiddenLine w="9525">
                <ns1:solidFill>
                  <ns1:srgbClr val="000000"/>
                </ns1:solidFill>
                <ns1:round/>
                <ns1:headEnd/>
                <ns1:tailEnd/>
              </ns2:hiddenLine>
            </ns1:ext>
          </ns1:extLst>
        </ns0:spPr>
        <ns0:txBody>
          <ns1:bodyPr vert="horz" wrap="square" lIns="91440" tIns="45720" rIns="91440" bIns="45720" numCol="1" anchor="t" anchorCtr="0" compatLnSpc="1">
            <ns1:prstTxWarp prst="textNoShape">
              <ns1:avLst/>
            </ns1:prstTxWarp>
          </ns1:bodyPr>
          <ns1:lstStyle/>
          <ns1:p>
            <ns1:endParaRPr lang="en-US" sz="2700"/>
          </ns1:p>
        </ns0:txBody>
      </ns0:sp>
      <ns0:sp>
        <ns0:nvSpPr>
          <ns0:cNvPr id="178" name="Freeform 176"/>
          <ns0:cNvSpPr>
            <ns1:spLocks noEditPoints="1"/>
          </ns0:cNvSpPr>
          <ns0:nvPr/>
        </ns0:nvSpPr>
        <ns0:spPr bwMode="auto">
          <ns1:xfrm>
            <ns1:off x="8137526" y="5892802"/>
            <ns1:ext cx="420688" cy="327025"/>
          </ns1:xfrm>
          <ns1:custGeom>
            <ns1:avLst/>
            <ns1:gdLst>
              <ns1:gd name="T0" fmla="*/ 103 w 112"/>
              <ns1:gd name="T1" fmla="*/ 86 h 87"/>
              <ns1:gd name="T2" fmla="*/ 100 w 112"/>
              <ns1:gd name="T3" fmla="*/ 87 h 87"/>
              <ns1:gd name="T4" fmla="*/ 12 w 112"/>
              <ns1:gd name="T5" fmla="*/ 87 h 87"/>
              <ns1:gd name="T6" fmla="*/ 9 w 112"/>
              <ns1:gd name="T7" fmla="*/ 86 h 87"/>
              <ns1:gd name="T8" fmla="*/ 0 w 112"/>
              <ns1:gd name="T9" fmla="*/ 56 h 87"/>
              <ns1:gd name="T10" fmla="*/ 56 w 112"/>
              <ns1:gd name="T11" fmla="*/ 0 h 87"/>
              <ns1:gd name="T12" fmla="*/ 112 w 112"/>
              <ns1:gd name="T13" fmla="*/ 56 h 87"/>
              <ns1:gd name="T14" fmla="*/ 103 w 112"/>
              <ns1:gd name="T15" fmla="*/ 86 h 87"/>
              <ns1:gd name="T16" fmla="*/ 16 w 112"/>
              <ns1:gd name="T17" fmla="*/ 48 h 87"/>
              <ns1:gd name="T18" fmla="*/ 8 w 112"/>
              <ns1:gd name="T19" fmla="*/ 56 h 87"/>
              <ns1:gd name="T20" fmla="*/ 16 w 112"/>
              <ns1:gd name="T21" fmla="*/ 64 h 87"/>
              <ns1:gd name="T22" fmla="*/ 24 w 112"/>
              <ns1:gd name="T23" fmla="*/ 56 h 87"/>
              <ns1:gd name="T24" fmla="*/ 16 w 112"/>
              <ns1:gd name="T25" fmla="*/ 48 h 87"/>
              <ns1:gd name="T26" fmla="*/ 28 w 112"/>
              <ns1:gd name="T27" fmla="*/ 20 h 87"/>
              <ns1:gd name="T28" fmla="*/ 20 w 112"/>
              <ns1:gd name="T29" fmla="*/ 28 h 87"/>
              <ns1:gd name="T30" fmla="*/ 28 w 112"/>
              <ns1:gd name="T31" fmla="*/ 36 h 87"/>
              <ns1:gd name="T32" fmla="*/ 36 w 112"/>
              <ns1:gd name="T33" fmla="*/ 28 h 87"/>
              <ns1:gd name="T34" fmla="*/ 28 w 112"/>
              <ns1:gd name="T35" fmla="*/ 20 h 87"/>
              <ns1:gd name="T36" fmla="*/ 69 w 112"/>
              <ns1:gd name="T37" fmla="*/ 34 h 87"/>
              <ns1:gd name="T38" fmla="*/ 66 w 112"/>
              <ns1:gd name="T39" fmla="*/ 29 h 87"/>
              <ns1:gd name="T40" fmla="*/ 61 w 112"/>
              <ns1:gd name="T41" fmla="*/ 32 h 87"/>
              <ns1:gd name="T42" fmla="*/ 55 w 112"/>
              <ns1:gd name="T43" fmla="*/ 56 h 87"/>
              <ns1:gd name="T44" fmla="*/ 44 w 112"/>
              <ns1:gd name="T45" fmla="*/ 64 h 87"/>
              <ns1:gd name="T46" fmla="*/ 53 w 112"/>
              <ns1:gd name="T47" fmla="*/ 79 h 87"/>
              <ns1:gd name="T48" fmla="*/ 68 w 112"/>
              <ns1:gd name="T49" fmla="*/ 71 h 87"/>
              <ns1:gd name="T50" fmla="*/ 63 w 112"/>
              <ns1:gd name="T51" fmla="*/ 58 h 87"/>
              <ns1:gd name="T52" fmla="*/ 69 w 112"/>
              <ns1:gd name="T53" fmla="*/ 34 h 87"/>
              <ns1:gd name="T54" fmla="*/ 56 w 112"/>
              <ns1:gd name="T55" fmla="*/ 8 h 87"/>
              <ns1:gd name="T56" fmla="*/ 48 w 112"/>
              <ns1:gd name="T57" fmla="*/ 16 h 87"/>
              <ns1:gd name="T58" fmla="*/ 56 w 112"/>
              <ns1:gd name="T59" fmla="*/ 24 h 87"/>
              <ns1:gd name="T60" fmla="*/ 64 w 112"/>
              <ns1:gd name="T61" fmla="*/ 16 h 87"/>
              <ns1:gd name="T62" fmla="*/ 56 w 112"/>
              <ns1:gd name="T63" fmla="*/ 8 h 87"/>
              <ns1:gd name="T64" fmla="*/ 84 w 112"/>
              <ns1:gd name="T65" fmla="*/ 20 h 87"/>
              <ns1:gd name="T66" fmla="*/ 76 w 112"/>
              <ns1:gd name="T67" fmla="*/ 28 h 87"/>
              <ns1:gd name="T68" fmla="*/ 84 w 112"/>
              <ns1:gd name="T69" fmla="*/ 36 h 87"/>
              <ns1:gd name="T70" fmla="*/ 92 w 112"/>
              <ns1:gd name="T71" fmla="*/ 28 h 87"/>
              <ns1:gd name="T72" fmla="*/ 84 w 112"/>
              <ns1:gd name="T73" fmla="*/ 20 h 87"/>
              <ns1:gd name="T74" fmla="*/ 96 w 112"/>
              <ns1:gd name="T75" fmla="*/ 48 h 87"/>
              <ns1:gd name="T76" fmla="*/ 88 w 112"/>
              <ns1:gd name="T77" fmla="*/ 56 h 87"/>
              <ns1:gd name="T78" fmla="*/ 96 w 112"/>
              <ns1:gd name="T79" fmla="*/ 64 h 87"/>
              <ns1:gd name="T80" fmla="*/ 104 w 112"/>
              <ns1:gd name="T81" fmla="*/ 56 h 87"/>
              <ns1:gd name="T82" fmla="*/ 96 w 112"/>
              <ns1:gd name="T83" fmla="*/ 48 h 87"/>
            </ns1:gdLst>
            <ns1:ahLst/>
            <ns1:cxnLst>
              <ns1:cxn ang="0">
                <ns1:pos x="T0" y="T1"/>
              </ns1:cxn>
              <ns1:cxn ang="0">
                <ns1:pos x="T2" y="T3"/>
              </ns1:cxn>
              <ns1:cxn ang="0">
                <ns1:pos x="T4" y="T5"/>
              </ns1:cxn>
              <ns1:cxn ang="0">
                <ns1:pos x="T6" y="T7"/>
              </ns1:cxn>
              <ns1:cxn ang="0">
                <ns1:pos x="T8" y="T9"/>
              </ns1:cxn>
              <ns1:cxn ang="0">
                <ns1:pos x="T10" y="T11"/>
              </ns1:cxn>
              <ns1:cxn ang="0">
                <ns1:pos x="T12" y="T13"/>
              </ns1:cxn>
              <ns1:cxn ang="0">
                <ns1:pos x="T14" y="T15"/>
              </ns1:cxn>
              <ns1:cxn ang="0">
                <ns1:pos x="T16" y="T17"/>
              </ns1:cxn>
              <ns1:cxn ang="0">
                <ns1:pos x="T18" y="T19"/>
              </ns1:cxn>
              <ns1:cxn ang="0">
                <ns1:pos x="T20" y="T21"/>
              </ns1:cxn>
              <ns1:cxn ang="0">
                <ns1:pos x="T22" y="T23"/>
              </ns1:cxn>
              <ns1:cxn ang="0">
                <ns1:pos x="T24" y="T25"/>
              </ns1:cxn>
              <ns1:cxn ang="0">
                <ns1:pos x="T26" y="T27"/>
              </ns1:cxn>
              <ns1:cxn ang="0">
                <ns1:pos x="T28" y="T29"/>
              </ns1:cxn>
              <ns1:cxn ang="0">
                <ns1:pos x="T30" y="T31"/>
              </ns1:cxn>
              <ns1:cxn ang="0">
                <ns1:pos x="T32" y="T33"/>
              </ns1:cxn>
              <ns1:cxn ang="0">
                <ns1:pos x="T34" y="T35"/>
              </ns1:cxn>
              <ns1:cxn ang="0">
                <ns1:pos x="T36" y="T37"/>
              </ns1:cxn>
              <ns1:cxn ang="0">
                <ns1:pos x="T38" y="T39"/>
              </ns1:cxn>
              <ns1:cxn ang="0">
                <ns1:pos x="T40" y="T41"/>
              </ns1:cxn>
              <ns1:cxn ang="0">
                <ns1:pos x="T42" y="T43"/>
              </ns1:cxn>
              <ns1:cxn ang="0">
                <ns1:pos x="T44" y="T45"/>
              </ns1:cxn>
              <ns1:cxn ang="0">
                <ns1:pos x="T46" y="T47"/>
              </ns1:cxn>
              <ns1:cxn ang="0">
                <ns1:pos x="T48" y="T49"/>
              </ns1:cxn>
              <ns1:cxn ang="0">
                <ns1:pos x="T50" y="T51"/>
              </ns1:cxn>
              <ns1:cxn ang="0">
                <ns1:pos x="T52" y="T53"/>
              </ns1:cxn>
              <ns1:cxn ang="0">
                <ns1:pos x="T54" y="T55"/>
              </ns1:cxn>
              <ns1:cxn ang="0">
                <ns1:pos x="T56" y="T57"/>
              </ns1:cxn>
              <ns1:cxn ang="0">
                <ns1:pos x="T58" y="T59"/>
              </ns1:cxn>
              <ns1:cxn ang="0">
                <ns1:pos x="T60" y="T61"/>
              </ns1:cxn>
              <ns1:cxn ang="0">
                <ns1:pos x="T62" y="T63"/>
              </ns1:cxn>
              <ns1:cxn ang="0">
                <ns1:pos x="T64" y="T65"/>
              </ns1:cxn>
              <ns1:cxn ang="0">
                <ns1:pos x="T66" y="T67"/>
              </ns1:cxn>
              <ns1:cxn ang="0">
                <ns1:pos x="T68" y="T69"/>
              </ns1:cxn>
              <ns1:cxn ang="0">
                <ns1:pos x="T70" y="T71"/>
              </ns1:cxn>
              <ns1:cxn ang="0">
                <ns1:pos x="T72" y="T73"/>
              </ns1:cxn>
              <ns1:cxn ang="0">
                <ns1:pos x="T74" y="T75"/>
              </ns1:cxn>
              <ns1:cxn ang="0">
                <ns1:pos x="T76" y="T77"/>
              </ns1:cxn>
              <ns1:cxn ang="0">
                <ns1:pos x="T78" y="T79"/>
              </ns1:cxn>
              <ns1:cxn ang="0">
                <ns1:pos x="T80" y="T81"/>
              </ns1:cxn>
              <ns1:cxn ang="0">
                <ns1:pos x="T82" y="T83"/>
              </ns1:cxn>
            </ns1:cxnLst>
            <ns1:rect l="0" t="0" r="r" b="b"/>
            <ns1:pathLst>
              <ns1:path w="112" h="87">
                <ns1:moveTo>
                  <ns1:pt x="103" y="86"/>
                </ns1:moveTo>
                <ns1:cubicBezTo>
                  <ns1:pt x="102" y="87"/>
                  <ns1:pt x="101" y="87"/>
                  <ns1:pt x="100" y="87"/>
                </ns1:cubicBezTo>
                <ns1:cubicBezTo>
                  <ns1:pt x="12" y="87"/>
                  <ns1:pt x="12" y="87"/>
                  <ns1:pt x="12" y="87"/>
                </ns1:cubicBezTo>
                <ns1:cubicBezTo>
                  <ns1:pt x="11" y="87"/>
                  <ns1:pt x="10" y="87"/>
                  <ns1:pt x="9" y="86"/>
                </ns1:cubicBezTo>
                <ns1:cubicBezTo>
                  <ns1:pt x="3" y="77"/>
                  <ns1:pt x="0" y="66"/>
                  <ns1:pt x="0" y="56"/>
                </ns1:cubicBezTo>
                <ns1:cubicBezTo>
                  <ns1:pt x="0" y="25"/>
                  <ns1:pt x="25" y="0"/>
                  <ns1:pt x="56" y="0"/>
                </ns1:cubicBezTo>
                <ns1:cubicBezTo>
                  <ns1:pt x="87" y="0"/>
                  <ns1:pt x="112" y="25"/>
                  <ns1:pt x="112" y="56"/>
                </ns1:cubicBezTo>
                <ns1:cubicBezTo>
                  <ns1:pt x="112" y="66"/>
                  <ns1:pt x="109" y="77"/>
                  <ns1:pt x="103" y="86"/>
                </ns1:cubicBezTo>
                <ns1:close/>
                <ns1:moveTo>
                  <ns1:pt x="16" y="48"/>
                </ns1:moveTo>
                <ns1:cubicBezTo>
                  <ns1:pt x="12" y="48"/>
                  <ns1:pt x="8" y="51"/>
                  <ns1:pt x="8" y="56"/>
                </ns1:cubicBezTo>
                <ns1:cubicBezTo>
                  <ns1:pt x="8" y="60"/>
                  <ns1:pt x="12" y="64"/>
                  <ns1:pt x="16" y="64"/>
                </ns1:cubicBezTo>
                <ns1:cubicBezTo>
                  <ns1:pt x="20" y="64"/>
                  <ns1:pt x="24" y="60"/>
                  <ns1:pt x="24" y="56"/>
                </ns1:cubicBezTo>
                <ns1:cubicBezTo>
                  <ns1:pt x="24" y="51"/>
                  <ns1:pt x="20" y="48"/>
                  <ns1:pt x="16" y="48"/>
                </ns1:cubicBezTo>
                <ns1:close/>
                <ns1:moveTo>
                  <ns1:pt x="28" y="20"/>
                </ns1:moveTo>
                <ns1:cubicBezTo>
                  <ns1:pt x="24" y="20"/>
                  <ns1:pt x="20" y="23"/>
                  <ns1:pt x="20" y="28"/>
                </ns1:cubicBezTo>
                <ns1:cubicBezTo>
                  <ns1:pt x="20" y="32"/>
                  <ns1:pt x="24" y="36"/>
                  <ns1:pt x="28" y="36"/>
                </ns1:cubicBezTo>
                <ns1:cubicBezTo>
                  <ns1:pt x="32" y="36"/>
                  <ns1:pt x="36" y="32"/>
                  <ns1:pt x="36" y="28"/>
                </ns1:cubicBezTo>
                <ns1:cubicBezTo>
                  <ns1:pt x="36" y="23"/>
                  <ns1:pt x="32" y="20"/>
                  <ns1:pt x="28" y="20"/>
                </ns1:cubicBezTo>
                <ns1:close/>
                <ns1:moveTo>
                  <ns1:pt x="69" y="34"/>
                </ns1:moveTo>
                <ns1:cubicBezTo>
                  <ns1:pt x="69" y="32"/>
                  <ns1:pt x="68" y="29"/>
                  <ns1:pt x="66" y="29"/>
                </ns1:cubicBezTo>
                <ns1:cubicBezTo>
                  <ns1:pt x="64" y="28"/>
                  <ns1:pt x="62" y="30"/>
                  <ns1:pt x="61" y="32"/>
                </ns1:cubicBezTo>
                <ns1:cubicBezTo>
                  <ns1:pt x="55" y="56"/>
                  <ns1:pt x="55" y="56"/>
                  <ns1:pt x="55" y="56"/>
                </ns1:cubicBezTo>
                <ns1:cubicBezTo>
                  <ns1:pt x="50" y="56"/>
                  <ns1:pt x="46" y="59"/>
                  <ns1:pt x="44" y="64"/>
                </ns1:cubicBezTo>
                <ns1:cubicBezTo>
                  <ns1:pt x="43" y="71"/>
                  <ns1:pt x="47" y="77"/>
                  <ns1:pt x="53" y="79"/>
                </ns1:cubicBezTo>
                <ns1:cubicBezTo>
                  <ns1:pt x="59" y="81"/>
                  <ns1:pt x="66" y="77"/>
                  <ns1:pt x="68" y="71"/>
                </ns1:cubicBezTo>
                <ns1:cubicBezTo>
                  <ns1:pt x="69" y="66"/>
                  <ns1:pt x="67" y="60"/>
                  <ns1:pt x="63" y="58"/>
                </ns1:cubicBezTo>
                <ns1:lnTo>
                  <ns1:pt x="69" y="34"/>
                </ns1:lnTo>
                <ns1:close/>
                <ns1:moveTo>
                  <ns1:pt x="56" y="8"/>
                </ns1:moveTo>
                <ns1:cubicBezTo>
                  <ns1:pt x="52" y="8"/>
                  <ns1:pt x="48" y="11"/>
                  <ns1:pt x="48" y="16"/>
                </ns1:cubicBezTo>
                <ns1:cubicBezTo>
                  <ns1:pt x="48" y="20"/>
                  <ns1:pt x="52" y="24"/>
                  <ns1:pt x="56" y="24"/>
                </ns1:cubicBezTo>
                <ns1:cubicBezTo>
                  <ns1:pt x="60" y="24"/>
                  <ns1:pt x="64" y="20"/>
                  <ns1:pt x="64" y="16"/>
                </ns1:cubicBezTo>
                <ns1:cubicBezTo>
                  <ns1:pt x="64" y="11"/>
                  <ns1:pt x="60" y="8"/>
                  <ns1:pt x="56" y="8"/>
                </ns1:cubicBezTo>
                <ns1:close/>
                <ns1:moveTo>
                  <ns1:pt x="84" y="20"/>
                </ns1:moveTo>
                <ns1:cubicBezTo>
                  <ns1:pt x="79" y="20"/>
                  <ns1:pt x="76" y="23"/>
                  <ns1:pt x="76" y="28"/>
                </ns1:cubicBezTo>
                <ns1:cubicBezTo>
                  <ns1:pt x="76" y="32"/>
                  <ns1:pt x="79" y="36"/>
                  <ns1:pt x="84" y="36"/>
                </ns1:cubicBezTo>
                <ns1:cubicBezTo>
                  <ns1:pt x="88" y="36"/>
                  <ns1:pt x="92" y="32"/>
                  <ns1:pt x="92" y="28"/>
                </ns1:cubicBezTo>
                <ns1:cubicBezTo>
                  <ns1:pt x="92" y="23"/>
                  <ns1:pt x="88" y="20"/>
                  <ns1:pt x="84" y="20"/>
                </ns1:cubicBezTo>
                <ns1:close/>
                <ns1:moveTo>
                  <ns1:pt x="96" y="48"/>
                </ns1:moveTo>
                <ns1:cubicBezTo>
                  <ns1:pt x="91" y="48"/>
                  <ns1:pt x="88" y="51"/>
                  <ns1:pt x="88" y="56"/>
                </ns1:cubicBezTo>
                <ns1:cubicBezTo>
                  <ns1:pt x="88" y="60"/>
                  <ns1:pt x="91" y="64"/>
                  <ns1:pt x="96" y="64"/>
                </ns1:cubicBezTo>
                <ns1:cubicBezTo>
                  <ns1:pt x="100" y="64"/>
                  <ns1:pt x="104" y="60"/>
                  <ns1:pt x="104" y="56"/>
                </ns1:cubicBezTo>
                <ns1:cubicBezTo>
                  <ns1:pt x="104" y="51"/>
                  <ns1:pt x="100" y="48"/>
                  <ns1:pt x="96" y="48"/>
                </ns1:cubicBezTo>
                <ns1:close/>
              </ns1:path>
            </ns1:pathLst>
          </ns1:custGeom>
          <ns1:solidFill>
            <ns1:srgbClr val="010101"/>
          </ns1:solidFill>
          <ns1:ln>
            <ns1:noFill/>
          </ns1:ln>
          <ns1:extLst>
            <ns1:ext uri="{91240B29-F687-4F45-9708-019B960494DF}">
              <ns2:hiddenLine w="9525">
                <ns1:solidFill>
                  <ns1:srgbClr val="000000"/>
                </ns1:solidFill>
                <ns1:round/>
                <ns1:headEnd/>
                <ns1:tailEnd/>
              </ns2:hiddenLine>
            </ns1:ext>
          </ns1:extLst>
        </ns0:spPr>
        <ns0:txBody>
          <ns1:bodyPr vert="horz" wrap="square" lIns="91440" tIns="45720" rIns="91440" bIns="45720" numCol="1" anchor="t" anchorCtr="0" compatLnSpc="1">
            <ns1:prstTxWarp prst="textNoShape">
              <ns1:avLst/>
            </ns1:prstTxWarp>
          </ns1:bodyPr>
          <ns1:lstStyle/>
          <ns1:p>
            <ns1:endParaRPr lang="en-US" sz="2700"/>
          </ns1:p>
        </ns0:txBody>
      </ns0:sp>
      <ns0:sp>
        <ns0:nvSpPr>
          <ns0:cNvPr id="179" name="Freeform 177"/>
          <ns0:cNvSpPr>
            <ns1:spLocks noEditPoints="1"/>
          </ns0:cNvSpPr>
          <ns0:nvPr/>
        </ns0:nvSpPr>
        <ns0:spPr bwMode="auto">
          <ns1:xfrm>
            <ns1:off x="8783638" y="5892801"/>
            <ns1:ext cx="420688" cy="357188"/>
          </ns1:xfrm>
          <ns1:custGeom>
            <ns1:avLst/>
            <ns1:gdLst>
              <ns1:gd name="T0" fmla="*/ 56 w 112"/>
              <ns1:gd name="T1" fmla="*/ 80 h 95"/>
              <ns1:gd name="T2" fmla="*/ 47 w 112"/>
              <ns1:gd name="T3" fmla="*/ 79 h 95"/>
              <ns1:gd name="T4" fmla="*/ 18 w 112"/>
              <ns1:gd name="T5" fmla="*/ 94 h 95"/>
              <ns1:gd name="T6" fmla="*/ 11 w 112"/>
              <ns1:gd name="T7" fmla="*/ 95 h 95"/>
              <ns1:gd name="T8" fmla="*/ 11 w 112"/>
              <ns1:gd name="T9" fmla="*/ 95 h 95"/>
              <ns1:gd name="T10" fmla="*/ 8 w 112"/>
              <ns1:gd name="T11" fmla="*/ 93 h 95"/>
              <ns1:gd name="T12" fmla="*/ 8 w 112"/>
              <ns1:gd name="T13" fmla="*/ 93 h 95"/>
              <ns1:gd name="T14" fmla="*/ 10 w 112"/>
              <ns1:gd name="T15" fmla="*/ 89 h 95"/>
              <ns1:gd name="T16" fmla="*/ 21 w 112"/>
              <ns1:gd name="T17" fmla="*/ 71 h 95"/>
              <ns1:gd name="T18" fmla="*/ 0 w 112"/>
              <ns1:gd name="T19" fmla="*/ 40 h 95"/>
              <ns1:gd name="T20" fmla="*/ 56 w 112"/>
              <ns1:gd name="T21" fmla="*/ 0 h 95"/>
              <ns1:gd name="T22" fmla="*/ 112 w 112"/>
              <ns1:gd name="T23" fmla="*/ 40 h 95"/>
              <ns1:gd name="T24" fmla="*/ 56 w 112"/>
              <ns1:gd name="T25" fmla="*/ 80 h 95"/>
              <ns1:gd name="T26" fmla="*/ 8 w 112"/>
              <ns1:gd name="T27" fmla="*/ 40 h 95"/>
              <ns1:gd name="T28" fmla="*/ 25 w 112"/>
              <ns1:gd name="T29" fmla="*/ 64 h 95"/>
              <ns1:gd name="T30" fmla="*/ 30 w 112"/>
              <ns1:gd name="T31" fmla="*/ 67 h 95"/>
              <ns1:gd name="T32" fmla="*/ 29 w 112"/>
              <ns1:gd name="T33" fmla="*/ 73 h 95"/>
              <ns1:gd name="T34" fmla="*/ 24 w 112"/>
              <ns1:gd name="T35" fmla="*/ 84 h 95"/>
              <ns1:gd name="T36" fmla="*/ 42 w 112"/>
              <ns1:gd name="T37" fmla="*/ 73 h 95"/>
              <ns1:gd name="T38" fmla="*/ 44 w 112"/>
              <ns1:gd name="T39" fmla="*/ 71 h 95"/>
              <ns1:gd name="T40" fmla="*/ 48 w 112"/>
              <ns1:gd name="T41" fmla="*/ 71 h 95"/>
              <ns1:gd name="T42" fmla="*/ 56 w 112"/>
              <ns1:gd name="T43" fmla="*/ 72 h 95"/>
              <ns1:gd name="T44" fmla="*/ 104 w 112"/>
              <ns1:gd name="T45" fmla="*/ 40 h 95"/>
              <ns1:gd name="T46" fmla="*/ 56 w 112"/>
              <ns1:gd name="T47" fmla="*/ 8 h 95"/>
              <ns1:gd name="T48" fmla="*/ 8 w 112"/>
              <ns1:gd name="T49" fmla="*/ 40 h 95"/>
            </ns1:gdLst>
            <ns1:ahLst/>
            <ns1:cxnLst>
              <ns1:cxn ang="0">
                <ns1:pos x="T0" y="T1"/>
              </ns1:cxn>
              <ns1:cxn ang="0">
                <ns1:pos x="T2" y="T3"/>
              </ns1:cxn>
              <ns1:cxn ang="0">
                <ns1:pos x="T4" y="T5"/>
              </ns1:cxn>
              <ns1:cxn ang="0">
                <ns1:pos x="T6" y="T7"/>
              </ns1:cxn>
              <ns1:cxn ang="0">
                <ns1:pos x="T8" y="T9"/>
              </ns1:cxn>
              <ns1:cxn ang="0">
                <ns1:pos x="T10" y="T11"/>
              </ns1:cxn>
              <ns1:cxn ang="0">
                <ns1:pos x="T12" y="T13"/>
              </ns1:cxn>
              <ns1:cxn ang="0">
                <ns1:pos x="T14" y="T15"/>
              </ns1:cxn>
              <ns1:cxn ang="0">
                <ns1:pos x="T16" y="T17"/>
              </ns1:cxn>
              <ns1:cxn ang="0">
                <ns1:pos x="T18" y="T19"/>
              </ns1:cxn>
              <ns1:cxn ang="0">
                <ns1:pos x="T20" y="T21"/>
              </ns1:cxn>
              <ns1:cxn ang="0">
                <ns1:pos x="T22" y="T23"/>
              </ns1:cxn>
              <ns1:cxn ang="0">
                <ns1:pos x="T24" y="T25"/>
              </ns1:cxn>
              <ns1:cxn ang="0">
                <ns1:pos x="T26" y="T27"/>
              </ns1:cxn>
              <ns1:cxn ang="0">
                <ns1:pos x="T28" y="T29"/>
              </ns1:cxn>
              <ns1:cxn ang="0">
                <ns1:pos x="T30" y="T31"/>
              </ns1:cxn>
              <ns1:cxn ang="0">
                <ns1:pos x="T32" y="T33"/>
              </ns1:cxn>
              <ns1:cxn ang="0">
                <ns1:pos x="T34" y="T35"/>
              </ns1:cxn>
              <ns1:cxn ang="0">
                <ns1:pos x="T36" y="T37"/>
              </ns1:cxn>
              <ns1:cxn ang="0">
                <ns1:pos x="T38" y="T39"/>
              </ns1:cxn>
              <ns1:cxn ang="0">
                <ns1:pos x="T40" y="T41"/>
              </ns1:cxn>
              <ns1:cxn ang="0">
                <ns1:pos x="T42" y="T43"/>
              </ns1:cxn>
              <ns1:cxn ang="0">
                <ns1:pos x="T44" y="T45"/>
              </ns1:cxn>
              <ns1:cxn ang="0">
                <ns1:pos x="T46" y="T47"/>
              </ns1:cxn>
              <ns1:cxn ang="0">
                <ns1:pos x="T48" y="T49"/>
              </ns1:cxn>
            </ns1:cxnLst>
            <ns1:rect l="0" t="0" r="r" b="b"/>
            <ns1:pathLst>
              <ns1:path w="112" h="95">
                <ns1:moveTo>
                  <ns1:pt x="56" y="80"/>
                </ns1:moveTo>
                <ns1:cubicBezTo>
                  <ns1:pt x="53" y="80"/>
                  <ns1:pt x="50" y="79"/>
                  <ns1:pt x="47" y="79"/>
                </ns1:cubicBezTo>
                <ns1:cubicBezTo>
                  <ns1:pt x="39" y="86"/>
                  <ns1:pt x="29" y="91"/>
                  <ns1:pt x="18" y="94"/>
                </ns1:cubicBezTo>
                <ns1:cubicBezTo>
                  <ns1:pt x="16" y="95"/>
                  <ns1:pt x="13" y="95"/>
                  <ns1:pt x="11" y="95"/>
                </ns1:cubicBezTo>
                <ns1:cubicBezTo>
                  <ns1:pt x="11" y="95"/>
                  <ns1:pt x="11" y="95"/>
                  <ns1:pt x="11" y="95"/>
                </ns1:cubicBezTo>
                <ns1:cubicBezTo>
                  <ns1:pt x="9" y="95"/>
                  <ns1:pt x="8" y="94"/>
                  <ns1:pt x="8" y="93"/>
                </ns1:cubicBezTo>
                <ns1:cubicBezTo>
                  <ns1:pt x="8" y="93"/>
                  <ns1:pt x="8" y="93"/>
                  <ns1:pt x="8" y="93"/>
                </ns1:cubicBezTo>
                <ns1:cubicBezTo>
                  <ns1:pt x="8" y="91"/>
                  <ns1:pt x="9" y="91"/>
                  <ns1:pt x="10" y="89"/>
                </ns1:cubicBezTo>
                <ns1:cubicBezTo>
                  <ns1:pt x="14" y="85"/>
                  <ns1:pt x="18" y="81"/>
                  <ns1:pt x="21" y="71"/>
                </ns1:cubicBezTo>
                <ns1:cubicBezTo>
                  <ns1:pt x="8" y="64"/>
                  <ns1:pt x="0" y="52"/>
                  <ns1:pt x="0" y="40"/>
                </ns1:cubicBezTo>
                <ns1:cubicBezTo>
                  <ns1:pt x="0" y="17"/>
                  <ns1:pt x="25" y="0"/>
                  <ns1:pt x="56" y="0"/>
                </ns1:cubicBezTo>
                <ns1:cubicBezTo>
                  <ns1:pt x="87" y="0"/>
                  <ns1:pt x="112" y="17"/>
                  <ns1:pt x="112" y="40"/>
                </ns1:cubicBezTo>
                <ns1:cubicBezTo>
                  <ns1:pt x="112" y="62"/>
                  <ns1:pt x="87" y="80"/>
                  <ns1:pt x="56" y="80"/>
                </ns1:cubicBezTo>
                <ns1:close/>
                <ns1:moveTo>
                  <ns1:pt x="8" y="40"/>
                </ns1:moveTo>
                <ns1:cubicBezTo>
                  <ns1:pt x="8" y="49"/>
                  <ns1:pt x="14" y="58"/>
                  <ns1:pt x="25" y="64"/>
                </ns1:cubicBezTo>
                <ns1:cubicBezTo>
                  <ns1:pt x="30" y="67"/>
                  <ns1:pt x="30" y="67"/>
                  <ns1:pt x="30" y="67"/>
                </ns1:cubicBezTo>
                <ns1:cubicBezTo>
                  <ns1:pt x="29" y="73"/>
                  <ns1:pt x="29" y="73"/>
                  <ns1:pt x="29" y="73"/>
                </ns1:cubicBezTo>
                <ns1:cubicBezTo>
                  <ns1:pt x="28" y="77"/>
                  <ns1:pt x="26" y="81"/>
                  <ns1:pt x="24" y="84"/>
                </ns1:cubicBezTo>
                <ns1:cubicBezTo>
                  <ns1:pt x="31" y="81"/>
                  <ns1:pt x="36" y="78"/>
                  <ns1:pt x="42" y="73"/>
                </ns1:cubicBezTo>
                <ns1:cubicBezTo>
                  <ns1:pt x="44" y="71"/>
                  <ns1:pt x="44" y="71"/>
                  <ns1:pt x="44" y="71"/>
                </ns1:cubicBezTo>
                <ns1:cubicBezTo>
                  <ns1:pt x="48" y="71"/>
                  <ns1:pt x="48" y="71"/>
                  <ns1:pt x="48" y="71"/>
                </ns1:cubicBezTo>
                <ns1:cubicBezTo>
                  <ns1:pt x="50" y="71"/>
                  <ns1:pt x="53" y="72"/>
                  <ns1:pt x="56" y="72"/>
                </ns1:cubicBezTo>
                <ns1:cubicBezTo>
                  <ns1:pt x="82" y="72"/>
                  <ns1:pt x="104" y="57"/>
                  <ns1:pt x="104" y="40"/>
                </ns1:cubicBezTo>
                <ns1:cubicBezTo>
                  <ns1:pt x="104" y="22"/>
                  <ns1:pt x="82" y="8"/>
                  <ns1:pt x="56" y="8"/>
                </ns1:cubicBezTo>
                <ns1:cubicBezTo>
                  <ns1:pt x="30" y="8"/>
                  <ns1:pt x="8" y="22"/>
                  <ns1:pt x="8" y="40"/>
                </ns1:cubicBezTo>
                <ns1:close/>
              </ns1:path>
            </ns1:pathLst>
          </ns1:custGeom>
          <ns1:solidFill>
            <ns1:srgbClr val="010101"/>
          </ns1:solidFill>
          <ns1:ln>
            <ns1:noFill/>
          </ns1:ln>
          <ns1:extLst>
            <ns1:ext uri="{91240B29-F687-4F45-9708-019B960494DF}">
              <ns2:hiddenLine w="9525">
                <ns1:solidFill>
                  <ns1:srgbClr val="000000"/>
                </ns1:solidFill>
                <ns1:round/>
                <ns1:headEnd/>
                <ns1:tailEnd/>
              </ns2:hiddenLine>
            </ns1:ext>
          </ns1:extLst>
        </ns0:spPr>
        <ns0:txBody>
          <ns1:bodyPr vert="horz" wrap="square" lIns="91440" tIns="45720" rIns="91440" bIns="45720" numCol="1" anchor="t" anchorCtr="0" compatLnSpc="1">
            <ns1:prstTxWarp prst="textNoShape">
              <ns1:avLst/>
            </ns1:prstTxWarp>
          </ns1:bodyPr>
          <ns1:lstStyle/>
          <ns1:p>
            <ns1:endParaRPr lang="en-US" sz="2700"/>
          </ns1:p>
        </ns0:txBody>
      </ns0:sp>
      <ns0:sp>
        <ns0:nvSpPr>
          <ns0:cNvPr id="180" name="Freeform 178"/>
          <ns0:cNvSpPr>
            <ns1:spLocks noEditPoints="1"/>
          </ns0:cNvSpPr>
          <ns0:nvPr/>
        </ns0:nvSpPr>
        <ns0:spPr bwMode="auto">
          <ns1:xfrm>
            <ns1:off x="9429751" y="5892801"/>
            <ns1:ext cx="420688" cy="330200"/>
          </ns1:xfrm>
          <ns1:custGeom>
            <ns1:avLst/>
            <ns1:gdLst>
              <ns1:gd name="T0" fmla="*/ 88 w 112"/>
              <ns1:gd name="T1" fmla="*/ 32 h 88"/>
              <ns1:gd name="T2" fmla="*/ 44 w 112"/>
              <ns1:gd name="T3" fmla="*/ 64 h 88"/>
              <ns1:gd name="T4" fmla="*/ 33 w 112"/>
              <ns1:gd name="T5" fmla="*/ 63 h 88"/>
              <ns1:gd name="T6" fmla="*/ 15 w 112"/>
              <ns1:gd name="T7" fmla="*/ 71 h 88"/>
              <ns1:gd name="T8" fmla="*/ 10 w 112"/>
              <ns1:gd name="T9" fmla="*/ 72 h 88"/>
              <ns1:gd name="T10" fmla="*/ 10 w 112"/>
              <ns1:gd name="T11" fmla="*/ 72 h 88"/>
              <ns1:gd name="T12" fmla="*/ 8 w 112"/>
              <ns1:gd name="T13" fmla="*/ 70 h 88"/>
              <ns1:gd name="T14" fmla="*/ 9 w 112"/>
              <ns1:gd name="T15" fmla="*/ 67 h 88"/>
              <ns1:gd name="T16" fmla="*/ 16 w 112"/>
              <ns1:gd name="T17" fmla="*/ 57 h 88"/>
              <ns1:gd name="T18" fmla="*/ 0 w 112"/>
              <ns1:gd name="T19" fmla="*/ 32 h 88"/>
              <ns1:gd name="T20" fmla="*/ 44 w 112"/>
              <ns1:gd name="T21" fmla="*/ 0 h 88"/>
              <ns1:gd name="T22" fmla="*/ 88 w 112"/>
              <ns1:gd name="T23" fmla="*/ 32 h 88"/>
              <ns1:gd name="T24" fmla="*/ 8 w 112"/>
              <ns1:gd name="T25" fmla="*/ 32 h 88"/>
              <ns1:gd name="T26" fmla="*/ 20 w 112"/>
              <ns1:gd name="T27" fmla="*/ 50 h 88"/>
              <ns1:gd name="T28" fmla="*/ 27 w 112"/>
              <ns1:gd name="T29" fmla="*/ 53 h 88"/>
              <ns1:gd name="T30" fmla="*/ 24 w 112"/>
              <ns1:gd name="T31" fmla="*/ 58 h 88"/>
              <ns1:gd name="T32" fmla="*/ 28 w 112"/>
              <ns1:gd name="T33" fmla="*/ 56 h 88"/>
              <ns1:gd name="T34" fmla="*/ 31 w 112"/>
              <ns1:gd name="T35" fmla="*/ 54 h 88"/>
              <ns1:gd name="T36" fmla="*/ 34 w 112"/>
              <ns1:gd name="T37" fmla="*/ 55 h 88"/>
              <ns1:gd name="T38" fmla="*/ 44 w 112"/>
              <ns1:gd name="T39" fmla="*/ 56 h 88"/>
              <ns1:gd name="T40" fmla="*/ 80 w 112"/>
              <ns1:gd name="T41" fmla="*/ 32 h 88"/>
              <ns1:gd name="T42" fmla="*/ 44 w 112"/>
              <ns1:gd name="T43" fmla="*/ 8 h 88"/>
              <ns1:gd name="T44" fmla="*/ 8 w 112"/>
              <ns1:gd name="T45" fmla="*/ 32 h 88"/>
              <ns1:gd name="T46" fmla="*/ 102 w 112"/>
              <ns1:gd name="T47" fmla="*/ 83 h 88"/>
              <ns1:gd name="T48" fmla="*/ 104 w 112"/>
              <ns1:gd name="T49" fmla="*/ 86 h 88"/>
              <ns1:gd name="T50" fmla="*/ 102 w 112"/>
              <ns1:gd name="T51" fmla="*/ 87 h 88"/>
              <ns1:gd name="T52" fmla="*/ 96 w 112"/>
              <ns1:gd name="T53" fmla="*/ 86 h 88"/>
              <ns1:gd name="T54" fmla="*/ 79 w 112"/>
              <ns1:gd name="T55" fmla="*/ 79 h 88"/>
              <ns1:gd name="T56" fmla="*/ 68 w 112"/>
              <ns1:gd name="T57" fmla="*/ 80 h 88"/>
              <ns1:gd name="T58" fmla="*/ 38 w 112"/>
              <ns1:gd name="T59" fmla="*/ 71 h 88"/>
              <ns1:gd name="T60" fmla="*/ 44 w 112"/>
              <ns1:gd name="T61" fmla="*/ 72 h 88"/>
              <ns1:gd name="T62" fmla="*/ 80 w 112"/>
              <ns1:gd name="T63" fmla="*/ 61 h 88"/>
              <ns1:gd name="T64" fmla="*/ 96 w 112"/>
              <ns1:gd name="T65" fmla="*/ 32 h 88"/>
              <ns1:gd name="T66" fmla="*/ 94 w 112"/>
              <ns1:gd name="T67" fmla="*/ 22 h 88"/>
              <ns1:gd name="T68" fmla="*/ 112 w 112"/>
              <ns1:gd name="T69" fmla="*/ 48 h 88"/>
              <ns1:gd name="T70" fmla="*/ 95 w 112"/>
              <ns1:gd name="T71" fmla="*/ 73 h 88"/>
              <ns1:gd name="T72" fmla="*/ 102 w 112"/>
              <ns1:gd name="T73" fmla="*/ 83 h 88"/>
            </ns1:gdLst>
            <ns1:ahLst/>
            <ns1:cxnLst>
              <ns1:cxn ang="0">
                <ns1:pos x="T0" y="T1"/>
              </ns1:cxn>
              <ns1:cxn ang="0">
                <ns1:pos x="T2" y="T3"/>
              </ns1:cxn>
              <ns1:cxn ang="0">
                <ns1:pos x="T4" y="T5"/>
              </ns1:cxn>
              <ns1:cxn ang="0">
                <ns1:pos x="T6" y="T7"/>
              </ns1:cxn>
              <ns1:cxn ang="0">
                <ns1:pos x="T8" y="T9"/>
              </ns1:cxn>
              <ns1:cxn ang="0">
                <ns1:pos x="T10" y="T11"/>
              </ns1:cxn>
              <ns1:cxn ang="0">
                <ns1:pos x="T12" y="T13"/>
              </ns1:cxn>
              <ns1:cxn ang="0">
                <ns1:pos x="T14" y="T15"/>
              </ns1:cxn>
              <ns1:cxn ang="0">
                <ns1:pos x="T16" y="T17"/>
              </ns1:cxn>
              <ns1:cxn ang="0">
                <ns1:pos x="T18" y="T19"/>
              </ns1:cxn>
              <ns1:cxn ang="0">
                <ns1:pos x="T20" y="T21"/>
              </ns1:cxn>
              <ns1:cxn ang="0">
                <ns1:pos x="T22" y="T23"/>
              </ns1:cxn>
              <ns1:cxn ang="0">
                <ns1:pos x="T24" y="T25"/>
              </ns1:cxn>
              <ns1:cxn ang="0">
                <ns1:pos x="T26" y="T27"/>
              </ns1:cxn>
              <ns1:cxn ang="0">
                <ns1:pos x="T28" y="T29"/>
              </ns1:cxn>
              <ns1:cxn ang="0">
                <ns1:pos x="T30" y="T31"/>
              </ns1:cxn>
              <ns1:cxn ang="0">
                <ns1:pos x="T32" y="T33"/>
              </ns1:cxn>
              <ns1:cxn ang="0">
                <ns1:pos x="T34" y="T35"/>
              </ns1:cxn>
              <ns1:cxn ang="0">
                <ns1:pos x="T36" y="T37"/>
              </ns1:cxn>
              <ns1:cxn ang="0">
                <ns1:pos x="T38" y="T39"/>
              </ns1:cxn>
              <ns1:cxn ang="0">
                <ns1:pos x="T40" y="T41"/>
              </ns1:cxn>
              <ns1:cxn ang="0">
                <ns1:pos x="T42" y="T43"/>
              </ns1:cxn>
              <ns1:cxn ang="0">
                <ns1:pos x="T44" y="T45"/>
              </ns1:cxn>
              <ns1:cxn ang="0">
                <ns1:pos x="T46" y="T47"/>
              </ns1:cxn>
              <ns1:cxn ang="0">
                <ns1:pos x="T48" y="T49"/>
              </ns1:cxn>
              <ns1:cxn ang="0">
                <ns1:pos x="T50" y="T51"/>
              </ns1:cxn>
              <ns1:cxn ang="0">
                <ns1:pos x="T52" y="T53"/>
              </ns1:cxn>
              <ns1:cxn ang="0">
                <ns1:pos x="T54" y="T55"/>
              </ns1:cxn>
              <ns1:cxn ang="0">
                <ns1:pos x="T56" y="T57"/>
              </ns1:cxn>
              <ns1:cxn ang="0">
                <ns1:pos x="T58" y="T59"/>
              </ns1:cxn>
              <ns1:cxn ang="0">
                <ns1:pos x="T60" y="T61"/>
              </ns1:cxn>
              <ns1:cxn ang="0">
                <ns1:pos x="T62" y="T63"/>
              </ns1:cxn>
              <ns1:cxn ang="0">
                <ns1:pos x="T64" y="T65"/>
              </ns1:cxn>
              <ns1:cxn ang="0">
                <ns1:pos x="T66" y="T67"/>
              </ns1:cxn>
              <ns1:cxn ang="0">
                <ns1:pos x="T68" y="T69"/>
              </ns1:cxn>
              <ns1:cxn ang="0">
                <ns1:pos x="T70" y="T71"/>
              </ns1:cxn>
              <ns1:cxn ang="0">
                <ns1:pos x="T72" y="T73"/>
              </ns1:cxn>
            </ns1:cxnLst>
            <ns1:rect l="0" t="0" r="r" b="b"/>
            <ns1:pathLst>
              <ns1:path w="112" h="88">
                <ns1:moveTo>
                  <ns1:pt x="88" y="32"/>
                </ns1:moveTo>
                <ns1:cubicBezTo>
                  <ns1:pt x="88" y="49"/>
                  <ns1:pt x="68" y="64"/>
                  <ns1:pt x="44" y="64"/>
                </ns1:cubicBezTo>
                <ns1:cubicBezTo>
                  <ns1:pt x="40" y="64"/>
                  <ns1:pt x="36" y="63"/>
                  <ns1:pt x="33" y="63"/>
                </ns1:cubicBezTo>
                <ns1:cubicBezTo>
                  <ns1:pt x="28" y="66"/>
                  <ns1:pt x="22" y="69"/>
                  <ns1:pt x="15" y="71"/>
                </ns1:cubicBezTo>
                <ns1:cubicBezTo>
                  <ns1:pt x="14" y="71"/>
                  <ns1:pt x="12" y="71"/>
                  <ns1:pt x="10" y="72"/>
                </ns1:cubicBezTo>
                <ns1:cubicBezTo>
                  <ns1:pt x="10" y="72"/>
                  <ns1:pt x="10" y="72"/>
                  <ns1:pt x="10" y="72"/>
                </ns1:cubicBezTo>
                <ns1:cubicBezTo>
                  <ns1:pt x="9" y="72"/>
                  <ns1:pt x="8" y="71"/>
                  <ns1:pt x="8" y="70"/>
                </ns1:cubicBezTo>
                <ns1:cubicBezTo>
                  <ns1:pt x="8" y="69"/>
                  <ns1:pt x="8" y="68"/>
                  <ns1:pt x="9" y="67"/>
                </ns1:cubicBezTo>
                <ns1:cubicBezTo>
                  <ns1:pt x="12" y="64"/>
                  <ns1:pt x="14" y="62"/>
                  <ns1:pt x="16" y="57"/>
                </ns1:cubicBezTo>
                <ns1:cubicBezTo>
                  <ns1:pt x="6" y="51"/>
                  <ns1:pt x="0" y="42"/>
                  <ns1:pt x="0" y="32"/>
                </ns1:cubicBezTo>
                <ns1:cubicBezTo>
                  <ns1:pt x="0" y="14"/>
                  <ns1:pt x="20" y="0"/>
                  <ns1:pt x="44" y="0"/>
                </ns1:cubicBezTo>
                <ns1:cubicBezTo>
                  <ns1:pt x="68" y="0"/>
                  <ns1:pt x="88" y="14"/>
                  <ns1:pt x="88" y="32"/>
                </ns1:cubicBezTo>
                <ns1:close/>
                <ns1:moveTo>
                  <ns1:pt x="8" y="32"/>
                </ns1:moveTo>
                <ns1:cubicBezTo>
                  <ns1:pt x="8" y="38"/>
                  <ns1:pt x="12" y="45"/>
                  <ns1:pt x="20" y="50"/>
                </ns1:cubicBezTo>
                <ns1:cubicBezTo>
                  <ns1:pt x="27" y="53"/>
                  <ns1:pt x="27" y="53"/>
                  <ns1:pt x="27" y="53"/>
                </ns1:cubicBezTo>
                <ns1:cubicBezTo>
                  <ns1:pt x="24" y="58"/>
                  <ns1:pt x="24" y="58"/>
                  <ns1:pt x="24" y="58"/>
                </ns1:cubicBezTo>
                <ns1:cubicBezTo>
                  <ns1:pt x="26" y="58"/>
                  <ns1:pt x="27" y="57"/>
                  <ns1:pt x="28" y="56"/>
                </ns1:cubicBezTo>
                <ns1:cubicBezTo>
                  <ns1:pt x="31" y="54"/>
                  <ns1:pt x="31" y="54"/>
                  <ns1:pt x="31" y="54"/>
                </ns1:cubicBezTo>
                <ns1:cubicBezTo>
                  <ns1:pt x="34" y="55"/>
                  <ns1:pt x="34" y="55"/>
                  <ns1:pt x="34" y="55"/>
                </ns1:cubicBezTo>
                <ns1:cubicBezTo>
                  <ns1:pt x="37" y="55"/>
                  <ns1:pt x="41" y="56"/>
                  <ns1:pt x="44" y="56"/>
                </ns1:cubicBezTo>
                <ns1:cubicBezTo>
                  <ns1:pt x="63" y="56"/>
                  <ns1:pt x="80" y="45"/>
                  <ns1:pt x="80" y="32"/>
                </ns1:cubicBezTo>
                <ns1:cubicBezTo>
                  <ns1:pt x="80" y="19"/>
                  <ns1:pt x="63" y="8"/>
                  <ns1:pt x="44" y="8"/>
                </ns1:cubicBezTo>
                <ns1:cubicBezTo>
                  <ns1:pt x="24" y="8"/>
                  <ns1:pt x="8" y="19"/>
                  <ns1:pt x="8" y="32"/>
                </ns1:cubicBezTo>
                <ns1:close/>
                <ns1:moveTo>
                  <ns1:pt x="102" y="83"/>
                </ns1:moveTo>
                <ns1:cubicBezTo>
                  <ns1:pt x="103" y="84"/>
                  <ns1:pt x="104" y="84"/>
                  <ns1:pt x="104" y="86"/>
                </ns1:cubicBezTo>
                <ns1:cubicBezTo>
                  <ns1:pt x="103" y="87"/>
                  <ns1:pt x="103" y="88"/>
                  <ns1:pt x="102" y="87"/>
                </ns1:cubicBezTo>
                <ns1:cubicBezTo>
                  <ns1:pt x="100" y="87"/>
                  <ns1:pt x="98" y="87"/>
                  <ns1:pt x="96" y="86"/>
                </ns1:cubicBezTo>
                <ns1:cubicBezTo>
                  <ns1:pt x="90" y="85"/>
                  <ns1:pt x="84" y="82"/>
                  <ns1:pt x="79" y="79"/>
                </ns1:cubicBezTo>
                <ns1:cubicBezTo>
                  <ns1:pt x="75" y="79"/>
                  <ns1:pt x="72" y="80"/>
                  <ns1:pt x="68" y="80"/>
                </ns1:cubicBezTo>
                <ns1:cubicBezTo>
                  <ns1:pt x="56" y="80"/>
                  <ns1:pt x="46" y="76"/>
                  <ns1:pt x="38" y="71"/>
                </ns1:cubicBezTo>
                <ns1:cubicBezTo>
                  <ns1:pt x="40" y="71"/>
                  <ns1:pt x="42" y="72"/>
                  <ns1:pt x="44" y="72"/>
                </ns1:cubicBezTo>
                <ns1:cubicBezTo>
                  <ns1:pt x="57" y="72"/>
                  <ns1:pt x="70" y="68"/>
                  <ns1:pt x="80" y="61"/>
                </ns1:cubicBezTo>
                <ns1:cubicBezTo>
                  <ns1:pt x="90" y="53"/>
                  <ns1:pt x="96" y="43"/>
                  <ns1:pt x="96" y="32"/>
                </ns1:cubicBezTo>
                <ns1:cubicBezTo>
                  <ns1:pt x="96" y="28"/>
                  <ns1:pt x="95" y="25"/>
                  <ns1:pt x="94" y="22"/>
                </ns1:cubicBezTo>
                <ns1:cubicBezTo>
                  <ns1:pt x="105" y="28"/>
                  <ns1:pt x="112" y="37"/>
                  <ns1:pt x="112" y="48"/>
                </ns1:cubicBezTo>
                <ns1:cubicBezTo>
                  <ns1:pt x="112" y="58"/>
                  <ns1:pt x="105" y="67"/>
                  <ns1:pt x="95" y="73"/>
                </ns1:cubicBezTo>
                <ns1:cubicBezTo>
                  <ns1:pt x="97" y="78"/>
                  <ns1:pt x="100" y="80"/>
                  <ns1:pt x="102" y="83"/>
                </ns1:cubicBezTo>
                <ns1:close/>
              </ns1:path>
            </ns1:pathLst>
          </ns1:custGeom>
          <ns1:solidFill>
            <ns1:srgbClr val="010101"/>
          </ns1:solidFill>
          <ns1:ln>
            <ns1:noFill/>
          </ns1:ln>
          <ns1:extLst>
            <ns1:ext uri="{91240B29-F687-4F45-9708-019B960494DF}">
              <ns2:hiddenLine w="9525">
                <ns1:solidFill>
                  <ns1:srgbClr val="000000"/>
                </ns1:solidFill>
                <ns1:round/>
                <ns1:headEnd/>
                <ns1:tailEnd/>
              </ns2:hiddenLine>
            </ns1:ext>
          </ns1:extLst>
        </ns0:spPr>
        <ns0:txBody>
          <ns1:bodyPr vert="horz" wrap="square" lIns="91440" tIns="45720" rIns="91440" bIns="45720" numCol="1" anchor="t" anchorCtr="0" compatLnSpc="1">
            <ns1:prstTxWarp prst="textNoShape">
              <ns1:avLst/>
            </ns1:prstTxWarp>
          </ns1:bodyPr>
          <ns1:lstStyle/>
          <ns1:p>
            <ns1:endParaRPr lang="en-US" sz="2700"/>
          </ns1:p>
        </ns0:txBody>
      </ns0:sp>
      <ns0:sp>
        <ns0:nvSpPr>
          <ns0:cNvPr id="181" name="Freeform 179"/>
          <ns0:cNvSpPr>
            <ns1:spLocks/>
          </ns0:cNvSpPr>
          <ns0:nvPr/>
        </ns0:nvSpPr>
        <ns0:spPr bwMode="auto">
          <ns1:xfrm>
            <ns1:off x="10180638" y="5862638"/>
            <ns1:ext cx="209550" cy="387350"/>
          </ns1:xfrm>
          <ns1:custGeom>
            <ns1:avLst/>
            <ns1:gdLst>
              <ns1:gd name="T0" fmla="*/ 56 w 56"/>
              <ns1:gd name="T1" fmla="*/ 30 h 103"/>
              <ns1:gd name="T2" fmla="*/ 22 w 56"/>
              <ns1:gd name="T3" fmla="*/ 102 h 103"/>
              <ns1:gd name="T4" fmla="*/ 19 w 56"/>
              <ns1:gd name="T5" fmla="*/ 103 h 103"/>
              <ns1:gd name="T6" fmla="*/ 19 w 56"/>
              <ns1:gd name="T7" fmla="*/ 103 h 103"/>
              <ns1:gd name="T8" fmla="*/ 17 w 56"/>
              <ns1:gd name="T9" fmla="*/ 100 h 103"/>
              <ns1:gd name="T10" fmla="*/ 29 w 56"/>
              <ns1:gd name="T11" fmla="*/ 50 h 103"/>
              <ns1:gd name="T12" fmla="*/ 4 w 56"/>
              <ns1:gd name="T13" fmla="*/ 56 h 103"/>
              <ns1:gd name="T14" fmla="*/ 3 w 56"/>
              <ns1:gd name="T15" fmla="*/ 56 h 103"/>
              <ns1:gd name="T16" fmla="*/ 1 w 56"/>
              <ns1:gd name="T17" fmla="*/ 56 h 103"/>
              <ns1:gd name="T18" fmla="*/ 0 w 56"/>
              <ns1:gd name="T19" fmla="*/ 53 h 103"/>
              <ns1:gd name="T20" fmla="*/ 13 w 56"/>
              <ns1:gd name="T21" fmla="*/ 2 h 103"/>
              <ns1:gd name="T22" fmla="*/ 15 w 56"/>
              <ns1:gd name="T23" fmla="*/ 0 h 103"/>
              <ns1:gd name="T24" fmla="*/ 36 w 56"/>
              <ns1:gd name="T25" fmla="*/ 0 h 103"/>
              <ns1:gd name="T26" fmla="*/ 39 w 56"/>
              <ns1:gd name="T27" fmla="*/ 2 h 103"/>
              <ns1:gd name="T28" fmla="*/ 38 w 56"/>
              <ns1:gd name="T29" fmla="*/ 3 h 103"/>
              <ns1:gd name="T30" fmla="*/ 28 w 56"/>
              <ns1:gd name="T31" fmla="*/ 32 h 103"/>
              <ns1:gd name="T32" fmla="*/ 53 w 56"/>
              <ns1:gd name="T33" fmla="*/ 26 h 103"/>
              <ns1:gd name="T34" fmla="*/ 53 w 56"/>
              <ns1:gd name="T35" fmla="*/ 26 h 103"/>
              <ns1:gd name="T36" fmla="*/ 55 w 56"/>
              <ns1:gd name="T37" fmla="*/ 27 h 103"/>
              <ns1:gd name="T38" fmla="*/ 56 w 56"/>
              <ns1:gd name="T39" fmla="*/ 30 h 103"/>
            </ns1:gdLst>
            <ns1:ahLst/>
            <ns1:cxnLst>
              <ns1:cxn ang="0">
                <ns1:pos x="T0" y="T1"/>
              </ns1:cxn>
              <ns1:cxn ang="0">
                <ns1:pos x="T2" y="T3"/>
              </ns1:cxn>
              <ns1:cxn ang="0">
                <ns1:pos x="T4" y="T5"/>
              </ns1:cxn>
              <ns1:cxn ang="0">
                <ns1:pos x="T6" y="T7"/>
              </ns1:cxn>
              <ns1:cxn ang="0">
                <ns1:pos x="T8" y="T9"/>
              </ns1:cxn>
              <ns1:cxn ang="0">
                <ns1:pos x="T10" y="T11"/>
              </ns1:cxn>
              <ns1:cxn ang="0">
                <ns1:pos x="T12" y="T13"/>
              </ns1:cxn>
              <ns1:cxn ang="0">
                <ns1:pos x="T14" y="T15"/>
              </ns1:cxn>
              <ns1:cxn ang="0">
                <ns1:pos x="T16" y="T17"/>
              </ns1:cxn>
              <ns1:cxn ang="0">
                <ns1:pos x="T18" y="T19"/>
              </ns1:cxn>
              <ns1:cxn ang="0">
                <ns1:pos x="T20" y="T21"/>
              </ns1:cxn>
              <ns1:cxn ang="0">
                <ns1:pos x="T22" y="T23"/>
              </ns1:cxn>
              <ns1:cxn ang="0">
                <ns1:pos x="T24" y="T25"/>
              </ns1:cxn>
              <ns1:cxn ang="0">
                <ns1:pos x="T26" y="T27"/>
              </ns1:cxn>
              <ns1:cxn ang="0">
                <ns1:pos x="T28" y="T29"/>
              </ns1:cxn>
              <ns1:cxn ang="0">
                <ns1:pos x="T30" y="T31"/>
              </ns1:cxn>
              <ns1:cxn ang="0">
                <ns1:pos x="T32" y="T33"/>
              </ns1:cxn>
              <ns1:cxn ang="0">
                <ns1:pos x="T34" y="T35"/>
              </ns1:cxn>
              <ns1:cxn ang="0">
                <ns1:pos x="T36" y="T37"/>
              </ns1:cxn>
              <ns1:cxn ang="0">
                <ns1:pos x="T38" y="T39"/>
              </ns1:cxn>
            </ns1:cxnLst>
            <ns1:rect l="0" t="0" r="r" b="b"/>
            <ns1:pathLst>
              <ns1:path w="56" h="103">
                <ns1:moveTo>
                  <ns1:pt x="56" y="30"/>
                </ns1:moveTo>
                <ns1:cubicBezTo>
                  <ns1:pt x="22" y="102"/>
                  <ns1:pt x="22" y="102"/>
                  <ns1:pt x="22" y="102"/>
                </ns1:cubicBezTo>
                <ns1:cubicBezTo>
                  <ns1:pt x="22" y="103"/>
                  <ns1:pt x="21" y="103"/>
                  <ns1:pt x="19" y="103"/>
                </ns1:cubicBezTo>
                <ns1:cubicBezTo>
                  <ns1:pt x="19" y="103"/>
                  <ns1:pt x="19" y="103"/>
                  <ns1:pt x="19" y="103"/>
                </ns1:cubicBezTo>
                <ns1:cubicBezTo>
                  <ns1:pt x="17" y="103"/>
                  <ns1:pt x="16" y="102"/>
                  <ns1:pt x="17" y="100"/>
                </ns1:cubicBezTo>
                <ns1:cubicBezTo>
                  <ns1:pt x="29" y="50"/>
                  <ns1:pt x="29" y="50"/>
                  <ns1:pt x="29" y="50"/>
                </ns1:cubicBezTo>
                <ns1:cubicBezTo>
                  <ns1:pt x="4" y="56"/>
                  <ns1:pt x="4" y="56"/>
                  <ns1:pt x="4" y="56"/>
                </ns1:cubicBezTo>
                <ns1:cubicBezTo>
                  <ns1:pt x="3" y="56"/>
                  <ns1:pt x="3" y="56"/>
                  <ns1:pt x="3" y="56"/>
                </ns1:cubicBezTo>
                <ns1:cubicBezTo>
                  <ns1:pt x="2" y="56"/>
                  <ns1:pt x="2" y="56"/>
                  <ns1:pt x="1" y="56"/>
                </ns1:cubicBezTo>
                <ns1:cubicBezTo>
                  <ns1:pt x="0" y="55"/>
                  <ns1:pt x="0" y="54"/>
                  <ns1:pt x="0" y="53"/>
                </ns1:cubicBezTo>
                <ns1:cubicBezTo>
                  <ns1:pt x="13" y="2"/>
                  <ns1:pt x="13" y="2"/>
                  <ns1:pt x="13" y="2"/>
                </ns1:cubicBezTo>
                <ns1:cubicBezTo>
                  <ns1:pt x="13" y="0"/>
                  <ns1:pt x="14" y="0"/>
                  <ns1:pt x="15" y="0"/>
                </ns1:cubicBezTo>
                <ns1:cubicBezTo>
                  <ns1:pt x="36" y="0"/>
                  <ns1:pt x="36" y="0"/>
                  <ns1:pt x="36" y="0"/>
                </ns1:cubicBezTo>
                <ns1:cubicBezTo>
                  <ns1:pt x="38" y="0"/>
                  <ns1:pt x="39" y="1"/>
                  <ns1:pt x="39" y="2"/>
                </ns1:cubicBezTo>
                <ns1:cubicBezTo>
                  <ns1:pt x="39" y="3"/>
                  <ns1:pt x="39" y="3"/>
                  <ns1:pt x="38" y="3"/>
                </ns1:cubicBezTo>
                <ns1:cubicBezTo>
                  <ns1:pt x="28" y="32"/>
                  <ns1:pt x="28" y="32"/>
                  <ns1:pt x="28" y="32"/>
                </ns1:cubicBezTo>
                <ns1:cubicBezTo>
                  <ns1:pt x="53" y="26"/>
                  <ns1:pt x="53" y="26"/>
                  <ns1:pt x="53" y="26"/>
                </ns1:cubicBezTo>
                <ns1:cubicBezTo>
                  <ns1:pt x="53" y="26"/>
                  <ns1:pt x="53" y="26"/>
                  <ns1:pt x="53" y="26"/>
                </ns1:cubicBezTo>
                <ns1:cubicBezTo>
                  <ns1:pt x="54" y="26"/>
                  <ns1:pt x="55" y="26"/>
                  <ns1:pt x="55" y="27"/>
                </ns1:cubicBezTo>
                <ns1:cubicBezTo>
                  <ns1:pt x="56" y="28"/>
                  <ns1:pt x="56" y="29"/>
                  <ns1:pt x="56" y="30"/>
                </ns1:cubicBezTo>
                <ns1:close/>
              </ns1:path>
            </ns1:pathLst>
          </ns1:custGeom>
          <ns1:solidFill>
            <ns1:srgbClr val="010101"/>
          </ns1:solidFill>
          <ns1:ln>
            <ns1:noFill/>
          </ns1:ln>
          <ns1:extLst>
            <ns1:ext uri="{91240B29-F687-4F45-9708-019B960494DF}">
              <ns2:hiddenLine w="9525">
                <ns1:solidFill>
                  <ns1:srgbClr val="000000"/>
                </ns1:solidFill>
                <ns1:round/>
                <ns1:headEnd/>
                <ns1:tailEnd/>
              </ns2:hiddenLine>
            </ns1:ext>
          </ns1:extLst>
        </ns0:spPr>
        <ns0:txBody>
          <ns1:bodyPr vert="horz" wrap="square" lIns="91440" tIns="45720" rIns="91440" bIns="45720" numCol="1" anchor="t" anchorCtr="0" compatLnSpc="1">
            <ns1:prstTxWarp prst="textNoShape">
              <ns1:avLst/>
            </ns1:prstTxWarp>
          </ns1:bodyPr>
          <ns1:lstStyle/>
          <ns1:p>
            <ns1:endParaRPr lang="en-US" sz="2700"/>
          </ns1:p>
        </ns0:txBody>
      </ns0:sp>
      <ns0:sp>
        <ns0:nvSpPr>
          <ns0:cNvPr id="182" name="Freeform 180"/>
          <ns0:cNvSpPr>
            <ns1:spLocks/>
          </ns0:cNvSpPr>
          <ns0:nvPr/>
        </ns0:nvSpPr>
        <ns0:spPr bwMode="auto">
          <ns1:xfrm>
            <ns1:off x="10720388" y="5862638"/>
            <ns1:ext cx="420688" cy="357188"/>
          </ns1:xfrm>
          <ns1:custGeom>
            <ns1:avLst/>
            <ns1:gdLst>
              <ns1:gd name="T0" fmla="*/ 112 w 112"/>
              <ns1:gd name="T1" fmla="*/ 90 h 95"/>
              <ns1:gd name="T2" fmla="*/ 106 w 112"/>
              <ns1:gd name="T3" fmla="*/ 95 h 95"/>
              <ns1:gd name="T4" fmla="*/ 86 w 112"/>
              <ns1:gd name="T5" fmla="*/ 95 h 95"/>
              <ns1:gd name="T6" fmla="*/ 80 w 112"/>
              <ns1:gd name="T7" fmla="*/ 90 h 95"/>
              <ns1:gd name="T8" fmla="*/ 80 w 112"/>
              <ns1:gd name="T9" fmla="*/ 70 h 95"/>
              <ns1:gd name="T10" fmla="*/ 86 w 112"/>
              <ns1:gd name="T11" fmla="*/ 64 h 95"/>
              <ns1:gd name="T12" fmla="*/ 92 w 112"/>
              <ns1:gd name="T13" fmla="*/ 64 h 95"/>
              <ns1:gd name="T14" fmla="*/ 92 w 112"/>
              <ns1:gd name="T15" fmla="*/ 52 h 95"/>
              <ns1:gd name="T16" fmla="*/ 60 w 112"/>
              <ns1:gd name="T17" fmla="*/ 52 h 95"/>
              <ns1:gd name="T18" fmla="*/ 60 w 112"/>
              <ns1:gd name="T19" fmla="*/ 64 h 95"/>
              <ns1:gd name="T20" fmla="*/ 66 w 112"/>
              <ns1:gd name="T21" fmla="*/ 64 h 95"/>
              <ns1:gd name="T22" fmla="*/ 72 w 112"/>
              <ns1:gd name="T23" fmla="*/ 70 h 95"/>
              <ns1:gd name="T24" fmla="*/ 72 w 112"/>
              <ns1:gd name="T25" fmla="*/ 90 h 95"/>
              <ns1:gd name="T26" fmla="*/ 66 w 112"/>
              <ns1:gd name="T27" fmla="*/ 95 h 95"/>
              <ns1:gd name="T28" fmla="*/ 46 w 112"/>
              <ns1:gd name="T29" fmla="*/ 95 h 95"/>
              <ns1:gd name="T30" fmla="*/ 40 w 112"/>
              <ns1:gd name="T31" fmla="*/ 90 h 95"/>
              <ns1:gd name="T32" fmla="*/ 40 w 112"/>
              <ns1:gd name="T33" fmla="*/ 70 h 95"/>
              <ns1:gd name="T34" fmla="*/ 46 w 112"/>
              <ns1:gd name="T35" fmla="*/ 64 h 95"/>
              <ns1:gd name="T36" fmla="*/ 52 w 112"/>
              <ns1:gd name="T37" fmla="*/ 64 h 95"/>
              <ns1:gd name="T38" fmla="*/ 52 w 112"/>
              <ns1:gd name="T39" fmla="*/ 52 h 95"/>
              <ns1:gd name="T40" fmla="*/ 20 w 112"/>
              <ns1:gd name="T41" fmla="*/ 52 h 95"/>
              <ns1:gd name="T42" fmla="*/ 20 w 112"/>
              <ns1:gd name="T43" fmla="*/ 64 h 95"/>
              <ns1:gd name="T44" fmla="*/ 26 w 112"/>
              <ns1:gd name="T45" fmla="*/ 64 h 95"/>
              <ns1:gd name="T46" fmla="*/ 32 w 112"/>
              <ns1:gd name="T47" fmla="*/ 70 h 95"/>
              <ns1:gd name="T48" fmla="*/ 32 w 112"/>
              <ns1:gd name="T49" fmla="*/ 90 h 95"/>
              <ns1:gd name="T50" fmla="*/ 26 w 112"/>
              <ns1:gd name="T51" fmla="*/ 95 h 95"/>
              <ns1:gd name="T52" fmla="*/ 6 w 112"/>
              <ns1:gd name="T53" fmla="*/ 95 h 95"/>
              <ns1:gd name="T54" fmla="*/ 0 w 112"/>
              <ns1:gd name="T55" fmla="*/ 90 h 95"/>
              <ns1:gd name="T56" fmla="*/ 0 w 112"/>
              <ns1:gd name="T57" fmla="*/ 70 h 95"/>
              <ns1:gd name="T58" fmla="*/ 6 w 112"/>
              <ns1:gd name="T59" fmla="*/ 64 h 95"/>
              <ns1:gd name="T60" fmla="*/ 12 w 112"/>
              <ns1:gd name="T61" fmla="*/ 64 h 95"/>
              <ns1:gd name="T62" fmla="*/ 12 w 112"/>
              <ns1:gd name="T63" fmla="*/ 52 h 95"/>
              <ns1:gd name="T64" fmla="*/ 20 w 112"/>
              <ns1:gd name="T65" fmla="*/ 44 h 95"/>
              <ns1:gd name="T66" fmla="*/ 52 w 112"/>
              <ns1:gd name="T67" fmla="*/ 44 h 95"/>
              <ns1:gd name="T68" fmla="*/ 52 w 112"/>
              <ns1:gd name="T69" fmla="*/ 32 h 95"/>
              <ns1:gd name="T70" fmla="*/ 46 w 112"/>
              <ns1:gd name="T71" fmla="*/ 32 h 95"/>
              <ns1:gd name="T72" fmla="*/ 40 w 112"/>
              <ns1:gd name="T73" fmla="*/ 26 h 95"/>
              <ns1:gd name="T74" fmla="*/ 40 w 112"/>
              <ns1:gd name="T75" fmla="*/ 6 h 95"/>
              <ns1:gd name="T76" fmla="*/ 46 w 112"/>
              <ns1:gd name="T77" fmla="*/ 0 h 95"/>
              <ns1:gd name="T78" fmla="*/ 66 w 112"/>
              <ns1:gd name="T79" fmla="*/ 0 h 95"/>
              <ns1:gd name="T80" fmla="*/ 72 w 112"/>
              <ns1:gd name="T81" fmla="*/ 6 h 95"/>
              <ns1:gd name="T82" fmla="*/ 72 w 112"/>
              <ns1:gd name="T83" fmla="*/ 26 h 95"/>
              <ns1:gd name="T84" fmla="*/ 66 w 112"/>
              <ns1:gd name="T85" fmla="*/ 32 h 95"/>
              <ns1:gd name="T86" fmla="*/ 60 w 112"/>
              <ns1:gd name="T87" fmla="*/ 32 h 95"/>
              <ns1:gd name="T88" fmla="*/ 60 w 112"/>
              <ns1:gd name="T89" fmla="*/ 44 h 95"/>
              <ns1:gd name="T90" fmla="*/ 92 w 112"/>
              <ns1:gd name="T91" fmla="*/ 44 h 95"/>
              <ns1:gd name="T92" fmla="*/ 100 w 112"/>
              <ns1:gd name="T93" fmla="*/ 52 h 95"/>
              <ns1:gd name="T94" fmla="*/ 100 w 112"/>
              <ns1:gd name="T95" fmla="*/ 64 h 95"/>
              <ns1:gd name="T96" fmla="*/ 106 w 112"/>
              <ns1:gd name="T97" fmla="*/ 64 h 95"/>
              <ns1:gd name="T98" fmla="*/ 112 w 112"/>
              <ns1:gd name="T99" fmla="*/ 70 h 95"/>
              <ns1:gd name="T100" fmla="*/ 112 w 112"/>
              <ns1:gd name="T101" fmla="*/ 90 h 95"/>
            </ns1:gdLst>
            <ns1:ahLst/>
            <ns1:cxnLst>
              <ns1:cxn ang="0">
                <ns1:pos x="T0" y="T1"/>
              </ns1:cxn>
              <ns1:cxn ang="0">
                <ns1:pos x="T2" y="T3"/>
              </ns1:cxn>
              <ns1:cxn ang="0">
                <ns1:pos x="T4" y="T5"/>
              </ns1:cxn>
              <ns1:cxn ang="0">
                <ns1:pos x="T6" y="T7"/>
              </ns1:cxn>
              <ns1:cxn ang="0">
                <ns1:pos x="T8" y="T9"/>
              </ns1:cxn>
              <ns1:cxn ang="0">
                <ns1:pos x="T10" y="T11"/>
              </ns1:cxn>
              <ns1:cxn ang="0">
                <ns1:pos x="T12" y="T13"/>
              </ns1:cxn>
              <ns1:cxn ang="0">
                <ns1:pos x="T14" y="T15"/>
              </ns1:cxn>
              <ns1:cxn ang="0">
                <ns1:pos x="T16" y="T17"/>
              </ns1:cxn>
              <ns1:cxn ang="0">
                <ns1:pos x="T18" y="T19"/>
              </ns1:cxn>
              <ns1:cxn ang="0">
                <ns1:pos x="T20" y="T21"/>
              </ns1:cxn>
              <ns1:cxn ang="0">
                <ns1:pos x="T22" y="T23"/>
              </ns1:cxn>
              <ns1:cxn ang="0">
                <ns1:pos x="T24" y="T25"/>
              </ns1:cxn>
              <ns1:cxn ang="0">
                <ns1:pos x="T26" y="T27"/>
              </ns1:cxn>
              <ns1:cxn ang="0">
                <ns1:pos x="T28" y="T29"/>
              </ns1:cxn>
              <ns1:cxn ang="0">
                <ns1:pos x="T30" y="T31"/>
              </ns1:cxn>
              <ns1:cxn ang="0">
                <ns1:pos x="T32" y="T33"/>
              </ns1:cxn>
              <ns1:cxn ang="0">
                <ns1:pos x="T34" y="T35"/>
              </ns1:cxn>
              <ns1:cxn ang="0">
                <ns1:pos x="T36" y="T37"/>
              </ns1:cxn>
              <ns1:cxn ang="0">
                <ns1:pos x="T38" y="T39"/>
              </ns1:cxn>
              <ns1:cxn ang="0">
                <ns1:pos x="T40" y="T41"/>
              </ns1:cxn>
              <ns1:cxn ang="0">
                <ns1:pos x="T42" y="T43"/>
              </ns1:cxn>
              <ns1:cxn ang="0">
                <ns1:pos x="T44" y="T45"/>
              </ns1:cxn>
              <ns1:cxn ang="0">
                <ns1:pos x="T46" y="T47"/>
              </ns1:cxn>
              <ns1:cxn ang="0">
                <ns1:pos x="T48" y="T49"/>
              </ns1:cxn>
              <ns1:cxn ang="0">
                <ns1:pos x="T50" y="T51"/>
              </ns1:cxn>
              <ns1:cxn ang="0">
                <ns1:pos x="T52" y="T53"/>
              </ns1:cxn>
              <ns1:cxn ang="0">
                <ns1:pos x="T54" y="T55"/>
              </ns1:cxn>
              <ns1:cxn ang="0">
                <ns1:pos x="T56" y="T57"/>
              </ns1:cxn>
              <ns1:cxn ang="0">
                <ns1:pos x="T58" y="T59"/>
              </ns1:cxn>
              <ns1:cxn ang="0">
                <ns1:pos x="T60" y="T61"/>
              </ns1:cxn>
              <ns1:cxn ang="0">
                <ns1:pos x="T62" y="T63"/>
              </ns1:cxn>
              <ns1:cxn ang="0">
                <ns1:pos x="T64" y="T65"/>
              </ns1:cxn>
              <ns1:cxn ang="0">
                <ns1:pos x="T66" y="T67"/>
              </ns1:cxn>
              <ns1:cxn ang="0">
                <ns1:pos x="T68" y="T69"/>
              </ns1:cxn>
              <ns1:cxn ang="0">
                <ns1:pos x="T70" y="T71"/>
              </ns1:cxn>
              <ns1:cxn ang="0">
                <ns1:pos x="T72" y="T73"/>
              </ns1:cxn>
              <ns1:cxn ang="0">
                <ns1:pos x="T74" y="T75"/>
              </ns1:cxn>
              <ns1:cxn ang="0">
                <ns1:pos x="T76" y="T77"/>
              </ns1:cxn>
              <ns1:cxn ang="0">
                <ns1:pos x="T78" y="T79"/>
              </ns1:cxn>
              <ns1:cxn ang="0">
                <ns1:pos x="T80" y="T81"/>
              </ns1:cxn>
              <ns1:cxn ang="0">
                <ns1:pos x="T82" y="T83"/>
              </ns1:cxn>
              <ns1:cxn ang="0">
                <ns1:pos x="T84" y="T85"/>
              </ns1:cxn>
              <ns1:cxn ang="0">
                <ns1:pos x="T86" y="T87"/>
              </ns1:cxn>
              <ns1:cxn ang="0">
                <ns1:pos x="T88" y="T89"/>
              </ns1:cxn>
              <ns1:cxn ang="0">
                <ns1:pos x="T90" y="T91"/>
              </ns1:cxn>
              <ns1:cxn ang="0">
                <ns1:pos x="T92" y="T93"/>
              </ns1:cxn>
              <ns1:cxn ang="0">
                <ns1:pos x="T94" y="T95"/>
              </ns1:cxn>
              <ns1:cxn ang="0">
                <ns1:pos x="T96" y="T97"/>
              </ns1:cxn>
              <ns1:cxn ang="0">
                <ns1:pos x="T98" y="T99"/>
              </ns1:cxn>
              <ns1:cxn ang="0">
                <ns1:pos x="T100" y="T101"/>
              </ns1:cxn>
            </ns1:cxnLst>
            <ns1:rect l="0" t="0" r="r" b="b"/>
            <ns1:pathLst>
              <ns1:path w="112" h="95">
                <ns1:moveTo>
                  <ns1:pt x="112" y="90"/>
                </ns1:moveTo>
                <ns1:cubicBezTo>
                  <ns1:pt x="112" y="93"/>
                  <ns1:pt x="109" y="95"/>
                  <ns1:pt x="106" y="95"/>
                </ns1:cubicBezTo>
                <ns1:cubicBezTo>
                  <ns1:pt x="86" y="95"/>
                  <ns1:pt x="86" y="95"/>
                  <ns1:pt x="86" y="95"/>
                </ns1:cubicBezTo>
                <ns1:cubicBezTo>
                  <ns1:pt x="82" y="95"/>
                  <ns1:pt x="80" y="93"/>
                  <ns1:pt x="80" y="90"/>
                </ns1:cubicBezTo>
                <ns1:cubicBezTo>
                  <ns1:pt x="80" y="70"/>
                  <ns1:pt x="80" y="70"/>
                  <ns1:pt x="80" y="70"/>
                </ns1:cubicBezTo>
                <ns1:cubicBezTo>
                  <ns1:pt x="80" y="66"/>
                  <ns1:pt x="82" y="64"/>
                  <ns1:pt x="86" y="64"/>
                </ns1:cubicBezTo>
                <ns1:cubicBezTo>
                  <ns1:pt x="92" y="64"/>
                  <ns1:pt x="92" y="64"/>
                  <ns1:pt x="92" y="64"/>
                </ns1:cubicBezTo>
                <ns1:cubicBezTo>
                  <ns1:pt x="92" y="52"/>
                  <ns1:pt x="92" y="52"/>
                  <ns1:pt x="92" y="52"/>
                </ns1:cubicBezTo>
                <ns1:cubicBezTo>
                  <ns1:pt x="60" y="52"/>
                  <ns1:pt x="60" y="52"/>
                  <ns1:pt x="60" y="52"/>
                </ns1:cubicBezTo>
                <ns1:cubicBezTo>
                  <ns1:pt x="60" y="64"/>
                  <ns1:pt x="60" y="64"/>
                  <ns1:pt x="60" y="64"/>
                </ns1:cubicBezTo>
                <ns1:cubicBezTo>
                  <ns1:pt x="66" y="64"/>
                  <ns1:pt x="66" y="64"/>
                  <ns1:pt x="66" y="64"/>
                </ns1:cubicBezTo>
                <ns1:cubicBezTo>
                  <ns1:pt x="69" y="64"/>
                  <ns1:pt x="72" y="66"/>
                  <ns1:pt x="72" y="70"/>
                </ns1:cubicBezTo>
                <ns1:cubicBezTo>
                  <ns1:pt x="72" y="90"/>
                  <ns1:pt x="72" y="90"/>
                  <ns1:pt x="72" y="90"/>
                </ns1:cubicBezTo>
                <ns1:cubicBezTo>
                  <ns1:pt x="72" y="93"/>
                  <ns1:pt x="69" y="95"/>
                  <ns1:pt x="66" y="95"/>
                </ns1:cubicBezTo>
                <ns1:cubicBezTo>
                  <ns1:pt x="46" y="95"/>
                  <ns1:pt x="46" y="95"/>
                  <ns1:pt x="46" y="95"/>
                </ns1:cubicBezTo>
                <ns1:cubicBezTo>
                  <ns1:pt x="42" y="95"/>
                  <ns1:pt x="40" y="93"/>
                  <ns1:pt x="40" y="90"/>
                </ns1:cubicBezTo>
                <ns1:cubicBezTo>
                  <ns1:pt x="40" y="70"/>
                  <ns1:pt x="40" y="70"/>
                  <ns1:pt x="40" y="70"/>
                </ns1:cubicBezTo>
                <ns1:cubicBezTo>
                  <ns1:pt x="40" y="66"/>
                  <ns1:pt x="42" y="64"/>
                  <ns1:pt x="46" y="64"/>
                </ns1:cubicBezTo>
                <ns1:cubicBezTo>
                  <ns1:pt x="52" y="64"/>
                  <ns1:pt x="52" y="64"/>
                  <ns1:pt x="52" y="64"/>
                </ns1:cubicBezTo>
                <ns1:cubicBezTo>
                  <ns1:pt x="52" y="52"/>
                  <ns1:pt x="52" y="52"/>
                  <ns1:pt x="52" y="52"/>
                </ns1:cubicBezTo>
                <ns1:cubicBezTo>
                  <ns1:pt x="20" y="52"/>
                  <ns1:pt x="20" y="52"/>
                  <ns1:pt x="20" y="52"/>
                </ns1:cubicBezTo>
                <ns1:cubicBezTo>
                  <ns1:pt x="20" y="64"/>
                  <ns1:pt x="20" y="64"/>
                  <ns1:pt x="20" y="64"/>
                </ns1:cubicBezTo>
                <ns1:cubicBezTo>
                  <ns1:pt x="26" y="64"/>
                  <ns1:pt x="26" y="64"/>
                  <ns1:pt x="26" y="64"/>
                </ns1:cubicBezTo>
                <ns1:cubicBezTo>
                  <ns1:pt x="29" y="64"/>
                  <ns1:pt x="32" y="66"/>
                  <ns1:pt x="32" y="70"/>
                </ns1:cubicBezTo>
                <ns1:cubicBezTo>
                  <ns1:pt x="32" y="90"/>
                  <ns1:pt x="32" y="90"/>
                  <ns1:pt x="32" y="90"/>
                </ns1:cubicBezTo>
                <ns1:cubicBezTo>
                  <ns1:pt x="32" y="93"/>
                  <ns1:pt x="29" y="95"/>
                  <ns1:pt x="26" y="95"/>
                </ns1:cubicBezTo>
                <ns1:cubicBezTo>
                  <ns1:pt x="6" y="95"/>
                  <ns1:pt x="6" y="95"/>
                  <ns1:pt x="6" y="95"/>
                </ns1:cubicBezTo>
                <ns1:cubicBezTo>
                  <ns1:pt x="2" y="95"/>
                  <ns1:pt x="0" y="93"/>
                  <ns1:pt x="0" y="90"/>
                </ns1:cubicBezTo>
                <ns1:cubicBezTo>
                  <ns1:pt x="0" y="70"/>
                  <ns1:pt x="0" y="70"/>
                  <ns1:pt x="0" y="70"/>
                </ns1:cubicBezTo>
                <ns1:cubicBezTo>
                  <ns1:pt x="0" y="66"/>
                  <ns1:pt x="2" y="64"/>
                  <ns1:pt x="6" y="64"/>
                </ns1:cubicBezTo>
                <ns1:cubicBezTo>
                  <ns1:pt x="12" y="64"/>
                  <ns1:pt x="12" y="64"/>
                  <ns1:pt x="12" y="64"/>
                </ns1:cubicBezTo>
                <ns1:cubicBezTo>
                  <ns1:pt x="12" y="52"/>
                  <ns1:pt x="12" y="52"/>
                  <ns1:pt x="12" y="52"/>
                </ns1:cubicBezTo>
                <ns1:cubicBezTo>
                  <ns1:pt x="12" y="47"/>
                  <ns1:pt x="15" y="44"/>
                  <ns1:pt x="20" y="44"/>
                </ns1:cubicBezTo>
                <ns1:cubicBezTo>
                  <ns1:pt x="52" y="44"/>
                  <ns1:pt x="52" y="44"/>
                  <ns1:pt x="52" y="44"/>
                </ns1:cubicBezTo>
                <ns1:cubicBezTo>
                  <ns1:pt x="52" y="32"/>
                  <ns1:pt x="52" y="32"/>
                  <ns1:pt x="52" y="32"/>
                </ns1:cubicBezTo>
                <ns1:cubicBezTo>
                  <ns1:pt x="46" y="32"/>
                  <ns1:pt x="46" y="32"/>
                  <ns1:pt x="46" y="32"/>
                </ns1:cubicBezTo>
                <ns1:cubicBezTo>
                  <ns1:pt x="42" y="32"/>
                  <ns1:pt x="40" y="29"/>
                  <ns1:pt x="40" y="26"/>
                </ns1:cubicBezTo>
                <ns1:cubicBezTo>
                  <ns1:pt x="40" y="6"/>
                  <ns1:pt x="40" y="6"/>
                  <ns1:pt x="40" y="6"/>
                </ns1:cubicBezTo>
                <ns1:cubicBezTo>
                  <ns1:pt x="40" y="2"/>
                  <ns1:pt x="42" y="0"/>
                  <ns1:pt x="46" y="0"/>
                </ns1:cubicBezTo>
                <ns1:cubicBezTo>
                  <ns1:pt x="66" y="0"/>
                  <ns1:pt x="66" y="0"/>
                  <ns1:pt x="66" y="0"/>
                </ns1:cubicBezTo>
                <ns1:cubicBezTo>
                  <ns1:pt x="69" y="0"/>
                  <ns1:pt x="72" y="2"/>
                  <ns1:pt x="72" y="6"/>
                </ns1:cubicBezTo>
                <ns1:cubicBezTo>
                  <ns1:pt x="72" y="26"/>
                  <ns1:pt x="72" y="26"/>
                  <ns1:pt x="72" y="26"/>
                </ns1:cubicBezTo>
                <ns1:cubicBezTo>
                  <ns1:pt x="72" y="29"/>
                  <ns1:pt x="69" y="32"/>
                  <ns1:pt x="66" y="32"/>
                </ns1:cubicBezTo>
                <ns1:cubicBezTo>
                  <ns1:pt x="60" y="32"/>
                  <ns1:pt x="60" y="32"/>
                  <ns1:pt x="60" y="32"/>
                </ns1:cubicBezTo>
                <ns1:cubicBezTo>
                  <ns1:pt x="60" y="44"/>
                  <ns1:pt x="60" y="44"/>
                  <ns1:pt x="60" y="44"/>
                </ns1:cubicBezTo>
                <ns1:cubicBezTo>
                  <ns1:pt x="92" y="44"/>
                  <ns1:pt x="92" y="44"/>
                  <ns1:pt x="92" y="44"/>
                </ns1:cubicBezTo>
                <ns1:cubicBezTo>
                  <ns1:pt x="96" y="44"/>
                  <ns1:pt x="100" y="47"/>
                  <ns1:pt x="100" y="52"/>
                </ns1:cubicBezTo>
                <ns1:cubicBezTo>
                  <ns1:pt x="100" y="64"/>
                  <ns1:pt x="100" y="64"/>
                  <ns1:pt x="100" y="64"/>
                </ns1:cubicBezTo>
                <ns1:cubicBezTo>
                  <ns1:pt x="106" y="64"/>
                  <ns1:pt x="106" y="64"/>
                  <ns1:pt x="106" y="64"/>
                </ns1:cubicBezTo>
                <ns1:cubicBezTo>
                  <ns1:pt x="109" y="64"/>
                  <ns1:pt x="112" y="66"/>
                  <ns1:pt x="112" y="70"/>
                </ns1:cubicBezTo>
                <ns1:lnTo>
                  <ns1:pt x="112" y="90"/>
                </ns1:lnTo>
                <ns1:close/>
              </ns1:path>
            </ns1:pathLst>
          </ns1:custGeom>
          <ns1:solidFill>
            <ns1:srgbClr val="010101"/>
          </ns1:solidFill>
          <ns1:ln>
            <ns1:noFill/>
          </ns1:ln>
          <ns1:extLst>
            <ns1:ext uri="{91240B29-F687-4F45-9708-019B960494DF}">
              <ns2:hiddenLine w="9525">
                <ns1:solidFill>
                  <ns1:srgbClr val="000000"/>
                </ns1:solidFill>
                <ns1:round/>
                <ns1:headEnd/>
                <ns1:tailEnd/>
              </ns2:hiddenLine>
            </ns1:ext>
          </ns1:extLst>
        </ns0:spPr>
        <ns0:txBody>
          <ns1:bodyPr vert="horz" wrap="square" lIns="91440" tIns="45720" rIns="91440" bIns="45720" numCol="1" anchor="t" anchorCtr="0" compatLnSpc="1">
            <ns1:prstTxWarp prst="textNoShape">
              <ns1:avLst/>
            </ns1:prstTxWarp>
          </ns1:bodyPr>
          <ns1:lstStyle/>
          <ns1:p>
            <ns1:endParaRPr lang="en-US" sz="2700"/>
          </ns1:p>
        </ns0:txBody>
      </ns0:sp>
    </ns0:spTree>
    <ns0:extLst>
      <ns0:ext uri="{BB962C8B-B14F-4D97-AF65-F5344CB8AC3E}">
        <ns3:creationId val="2654828131"/>
      </ns0:ext>
    </ns0:extLst>
  </ns0:cSld>
  <ns0:clrMapOvr>
    <ns1:masterClrMapping/>
  </ns0:clrMapOvr>
</ns0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3022</TotalTime>
  <Words>1915</Words>
  <Application>Microsoft Office PowerPoint</Application>
  <PresentationFormat>Widescreen</PresentationFormat>
  <Paragraphs>207</Paragraphs>
  <Slides>36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36</vt:i4>
      </vt:variant>
    </vt:vector>
  </HeadingPairs>
  <TitlesOfParts>
    <vt:vector size="47" baseType="lpstr">
      <vt:lpstr>Arial</vt:lpstr>
      <vt:lpstr>Calibri</vt:lpstr>
      <vt:lpstr>Calibri Light</vt:lpstr>
      <vt:lpstr>Lato</vt:lpstr>
      <vt:lpstr>Lato Semibold</vt:lpstr>
      <vt:lpstr>Montserrat Semi Bold</vt:lpstr>
      <vt:lpstr>Open Sans</vt:lpstr>
      <vt:lpstr>Poppins</vt:lpstr>
      <vt:lpstr>Poppins SemiBold</vt:lpstr>
      <vt:lpstr>Questrial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KODOK</dc:creator>
  <cp:lastModifiedBy>KODOK</cp:lastModifiedBy>
  <cp:revision>769</cp:revision>
  <dcterms:created xsi:type="dcterms:W3CDTF">2018-10-21T16:00:00Z</dcterms:created>
  <dcterms:modified xsi:type="dcterms:W3CDTF">2019-01-31T21:41:05Z</dcterms:modified>
</cp:coreProperties>
</file>